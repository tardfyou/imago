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b266058de74994" /><Relationship Type="http://schemas.openxmlformats.org/officeDocument/2006/relationships/extended-properties" Target="/docProps/app.xml" Id="R657ae8de9fee4f35" /><Relationship Type="http://schemas.openxmlformats.org/officeDocument/2006/relationships/officeDocument" Target="/ppt/presentation.xml" Id="R501254cfd9524e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4752f9a11e4e02"/>
  </p:sldMasterIdLst>
  <p:notesMasterIdLst>
    <p:notesMasterId xmlns:r="http://schemas.openxmlformats.org/officeDocument/2006/relationships" r:id="R6526526950bc42be"/>
  </p:notesMasterIdLst>
  <p:sldIdLst>
    <p:sldId xmlns:r="http://schemas.openxmlformats.org/officeDocument/2006/relationships" id="256" r:id="Rffb40c7844814f30"/>
  </p:sldIdLst>
  <p:sldSz cx="6972300" cy="9772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2586cfcecf4b69" /><Relationship Type="http://schemas.openxmlformats.org/officeDocument/2006/relationships/slideMaster" Target="/ppt/slideMasters/slideMaster1.xml" Id="R7e4752f9a11e4e02" /><Relationship Type="http://schemas.openxmlformats.org/officeDocument/2006/relationships/notesMaster" Target="/ppt/notesMasters/notesMaster1.xml" Id="R6526526950bc42be" /><Relationship Type="http://schemas.openxmlformats.org/officeDocument/2006/relationships/presProps" Target="/ppt/presProps.xml" Id="R2d3e1f15e4d64bcd" /><Relationship Type="http://schemas.openxmlformats.org/officeDocument/2006/relationships/tableStyles" Target="/ppt/tableStyles.xml" Id="Rec12fa350cea48e7" /><Relationship Type="http://schemas.openxmlformats.org/officeDocument/2006/relationships/slide" Target="/ppt/slides/slide1.xml" Id="Rffb40c7844814f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450336757340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3650f6cbce4358" /><Relationship Type="http://schemas.openxmlformats.org/officeDocument/2006/relationships/notesMaster" Target="/ppt/notesMasters/notesMaster1.xml" Id="R0b2e626722354f4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素材ID：SEC-055</ns1:t>
            </ns1:r>
          </ns1:p>
          <ns1:p>
            <ns1:r>
              <ns1:t>论文：LLMs in the SOC: An Empirical Study of Human-AI Collaboration in Security Operations Centres</ns1:t>
            </ns1:r>
          </ns1:p>
          <ns1:p>
            <ns1:r>
              <ns1:t>会议：IEEE S&amp;P 2026</ns1:t>
            </ns1:r>
          </ns1:p>
          <ns1:p>
            <ns1:r>
              <ns1:t>奖项：Distinguished Paper Award</ns1:t>
            </ns1:r>
          </ns1:p>
          <ns1:p>
            <ns1:r>
              <ns1:t>图号：Figure 5，PDF第8页</ns1:t>
            </ns1:r>
          </ns1:p>
          <ns1:p>
            <ns1:r>
              <ns1:t>类型：研究流程</ns1:t>
            </ns1:r>
          </ns1:p>
          <ns1:p>
            <ns1:r>
              <ns1:t>借鉴点：十类主题经定义连向前三典型句式与真实计数/比例，适合用户研究、日志编码和定性分类结果呈现。</ns1:t>
            </ns1:r>
          </ns1:p>
          <ns1:p>
            <ns1:r>
              <ns1:t>论文URL：https://arxiv.org/pdf/2508.18947</ns1:t>
            </ns1:r>
          </ns1:p>
          <ns1:p>
            <ns1:r>
              <ns1:t>官方获奖URL：https://sp2026.ieee-security.org/awards_papers.html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fa734744244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8c6c0675194b82" /><Relationship Type="http://schemas.openxmlformats.org/officeDocument/2006/relationships/slideLayout" Target="/ppt/slideLayouts/slideLayout1.xml" Id="R78ca8a4a9e1f4a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ca8a4a9e1f4a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ae377a2014b0e" /><Relationship Type="http://schemas.openxmlformats.org/officeDocument/2006/relationships/notesSlide" Target="/ppt/notesSlides/notesSlide1.xml" Id="R2074b612eb4f4c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98399E-7F16-4EEF-9FEF-72EF42AA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02"/>
            <a:ext cx="6943763" cy="9681287"/>
          </a:xfrm>
          <a:custGeom xmlns:a="http://schemas.openxmlformats.org/drawingml/2006/main">
            <a:pathLst>
              <a:path w="6943763" h="9681287">
                <a:moveTo>
                  <a:pt x="6943763" y="9681287"/>
                </a:moveTo>
                <a:lnTo>
                  <a:pt x="6943763" y="0"/>
                </a:lnTo>
                <a:lnTo>
                  <a:pt x="0" y="0"/>
                </a:lnTo>
                <a:lnTo>
                  <a:pt x="0" y="9681287"/>
                </a:lnTo>
                <a:lnTo>
                  <a:pt x="6943763" y="96812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578C9-0B36-4610-81CC-0C735614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4261130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8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8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B50A1-706F-4026-B456-B8FBDA80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4261130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8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8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" name="Text Canyougiveme[x]">
            <a:extLst xmlns:a="http://schemas.openxmlformats.org/drawingml/2006/main">
              <a:ext uri="{FF2B5EF4-FFF2-40B4-BE49-F238E27FC236}">
                <a16:creationId xmlns:a16="http://schemas.microsoft.com/office/drawing/2014/main" id="{F4CE01EA-F649-4ADF-A69C-24A4704C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249" y="4334306"/>
            <a:ext cx="1408302" cy="158179"/>
          </a:xfrm>
          <a:custGeom xmlns:a="http://schemas.openxmlformats.org/drawingml/2006/main">
            <a:pathLst>
              <a:path w="1408302" h="158179">
                <a:moveTo>
                  <a:pt x="98353" y="3055"/>
                </a:moveTo>
                <a:lnTo>
                  <a:pt x="100983" y="42090"/>
                </a:lnTo>
                <a:lnTo>
                  <a:pt x="98353" y="42090"/>
                </a:lnTo>
                <a:cubicBezTo>
                  <a:pt x="94845" y="30350"/>
                  <a:pt x="89838" y="21899"/>
                  <a:pt x="83332" y="16739"/>
                </a:cubicBezTo>
                <a:cubicBezTo>
                  <a:pt x="76826" y="11576"/>
                  <a:pt x="69019" y="8995"/>
                  <a:pt x="59911" y="8995"/>
                </a:cubicBezTo>
                <a:cubicBezTo>
                  <a:pt x="52274" y="8995"/>
                  <a:pt x="45372" y="10935"/>
                  <a:pt x="39205" y="14813"/>
                </a:cubicBezTo>
                <a:cubicBezTo>
                  <a:pt x="33039" y="18690"/>
                  <a:pt x="28188" y="24875"/>
                  <a:pt x="24652" y="33368"/>
                </a:cubicBezTo>
                <a:cubicBezTo>
                  <a:pt x="21116" y="41862"/>
                  <a:pt x="19348" y="52421"/>
                  <a:pt x="19348" y="65048"/>
                </a:cubicBezTo>
                <a:cubicBezTo>
                  <a:pt x="19348" y="75464"/>
                  <a:pt x="21017" y="84495"/>
                  <a:pt x="24355" y="92139"/>
                </a:cubicBezTo>
                <a:cubicBezTo>
                  <a:pt x="27693" y="99782"/>
                  <a:pt x="32713" y="105642"/>
                  <a:pt x="39417" y="109718"/>
                </a:cubicBezTo>
                <a:cubicBezTo>
                  <a:pt x="46121" y="113795"/>
                  <a:pt x="53773" y="115834"/>
                  <a:pt x="62372" y="115834"/>
                </a:cubicBezTo>
                <a:cubicBezTo>
                  <a:pt x="69840" y="115834"/>
                  <a:pt x="76430" y="114235"/>
                  <a:pt x="82144" y="111039"/>
                </a:cubicBezTo>
                <a:cubicBezTo>
                  <a:pt x="87858" y="107843"/>
                  <a:pt x="94138" y="101492"/>
                  <a:pt x="100983" y="91988"/>
                </a:cubicBezTo>
                <a:lnTo>
                  <a:pt x="103614" y="93680"/>
                </a:lnTo>
                <a:cubicBezTo>
                  <a:pt x="97843" y="103893"/>
                  <a:pt x="91111" y="111370"/>
                  <a:pt x="83417" y="116109"/>
                </a:cubicBezTo>
                <a:cubicBezTo>
                  <a:pt x="75723" y="120847"/>
                  <a:pt x="66587" y="123216"/>
                  <a:pt x="56007" y="123216"/>
                </a:cubicBezTo>
                <a:cubicBezTo>
                  <a:pt x="36942" y="123216"/>
                  <a:pt x="22177" y="116155"/>
                  <a:pt x="11711" y="102031"/>
                </a:cubicBezTo>
                <a:cubicBezTo>
                  <a:pt x="3904" y="91524"/>
                  <a:pt x="0" y="79152"/>
                  <a:pt x="0" y="64915"/>
                </a:cubicBezTo>
                <a:cubicBezTo>
                  <a:pt x="0" y="53447"/>
                  <a:pt x="2574" y="42911"/>
                  <a:pt x="7722" y="33307"/>
                </a:cubicBezTo>
                <a:cubicBezTo>
                  <a:pt x="12870" y="23704"/>
                  <a:pt x="19956" y="16261"/>
                  <a:pt x="28980" y="10979"/>
                </a:cubicBezTo>
                <a:cubicBezTo>
                  <a:pt x="38003" y="5696"/>
                  <a:pt x="47861" y="3055"/>
                  <a:pt x="58553" y="3055"/>
                </a:cubicBezTo>
                <a:cubicBezTo>
                  <a:pt x="66870" y="3055"/>
                  <a:pt x="75073" y="5092"/>
                  <a:pt x="83163" y="9165"/>
                </a:cubicBezTo>
                <a:cubicBezTo>
                  <a:pt x="85539" y="10409"/>
                  <a:pt x="87236" y="11032"/>
                  <a:pt x="88254" y="11032"/>
                </a:cubicBezTo>
                <a:cubicBezTo>
                  <a:pt x="89782" y="11032"/>
                  <a:pt x="91111" y="10494"/>
                  <a:pt x="92243" y="9419"/>
                </a:cubicBezTo>
                <a:cubicBezTo>
                  <a:pt x="93714" y="7892"/>
                  <a:pt x="94760" y="5770"/>
                  <a:pt x="95382" y="3055"/>
                </a:cubicBezTo>
                <a:lnTo>
                  <a:pt x="98353" y="3055"/>
                </a:lnTo>
                <a:close/>
                <a:moveTo>
                  <a:pt x="159114" y="109469"/>
                </a:moveTo>
                <a:cubicBezTo>
                  <a:pt x="151137" y="115636"/>
                  <a:pt x="146130" y="119200"/>
                  <a:pt x="144093" y="120161"/>
                </a:cubicBezTo>
                <a:cubicBezTo>
                  <a:pt x="141038" y="121632"/>
                  <a:pt x="137785" y="122368"/>
                  <a:pt x="134334" y="122368"/>
                </a:cubicBezTo>
                <a:cubicBezTo>
                  <a:pt x="128960" y="122368"/>
                  <a:pt x="124533" y="120529"/>
                  <a:pt x="121054" y="116852"/>
                </a:cubicBezTo>
                <a:cubicBezTo>
                  <a:pt x="117575" y="113175"/>
                  <a:pt x="115835" y="108338"/>
                  <a:pt x="115835" y="102341"/>
                </a:cubicBezTo>
                <a:cubicBezTo>
                  <a:pt x="115835" y="98551"/>
                  <a:pt x="116684" y="95269"/>
                  <a:pt x="118381" y="92497"/>
                </a:cubicBezTo>
                <a:cubicBezTo>
                  <a:pt x="120700" y="88650"/>
                  <a:pt x="124731" y="85030"/>
                  <a:pt x="130473" y="81635"/>
                </a:cubicBezTo>
                <a:cubicBezTo>
                  <a:pt x="136216" y="78241"/>
                  <a:pt x="145762" y="74111"/>
                  <a:pt x="159114" y="69246"/>
                </a:cubicBezTo>
                <a:lnTo>
                  <a:pt x="159114" y="66191"/>
                </a:lnTo>
                <a:cubicBezTo>
                  <a:pt x="159114" y="58440"/>
                  <a:pt x="157883" y="53122"/>
                  <a:pt x="155422" y="50237"/>
                </a:cubicBezTo>
                <a:cubicBezTo>
                  <a:pt x="152961" y="47352"/>
                  <a:pt x="149383" y="45909"/>
                  <a:pt x="144687" y="45909"/>
                </a:cubicBezTo>
                <a:cubicBezTo>
                  <a:pt x="141123" y="45909"/>
                  <a:pt x="138295" y="46867"/>
                  <a:pt x="136201" y="48784"/>
                </a:cubicBezTo>
                <a:cubicBezTo>
                  <a:pt x="134052" y="50700"/>
                  <a:pt x="132977" y="52899"/>
                  <a:pt x="132977" y="55379"/>
                </a:cubicBezTo>
                <a:lnTo>
                  <a:pt x="133146" y="60282"/>
                </a:lnTo>
                <a:cubicBezTo>
                  <a:pt x="133146" y="62874"/>
                  <a:pt x="132482" y="64874"/>
                  <a:pt x="131152" y="66283"/>
                </a:cubicBezTo>
                <a:cubicBezTo>
                  <a:pt x="129823" y="67692"/>
                  <a:pt x="128083" y="68397"/>
                  <a:pt x="125933" y="68397"/>
                </a:cubicBezTo>
                <a:cubicBezTo>
                  <a:pt x="123840" y="68397"/>
                  <a:pt x="122129" y="67664"/>
                  <a:pt x="120799" y="66199"/>
                </a:cubicBezTo>
                <a:cubicBezTo>
                  <a:pt x="119470" y="64731"/>
                  <a:pt x="118805" y="62728"/>
                  <a:pt x="118805" y="60189"/>
                </a:cubicBezTo>
                <a:cubicBezTo>
                  <a:pt x="118805" y="55340"/>
                  <a:pt x="121294" y="50885"/>
                  <a:pt x="126273" y="46824"/>
                </a:cubicBezTo>
                <a:cubicBezTo>
                  <a:pt x="131251" y="42763"/>
                  <a:pt x="138238" y="40733"/>
                  <a:pt x="147233" y="40733"/>
                </a:cubicBezTo>
                <a:cubicBezTo>
                  <a:pt x="154135" y="40733"/>
                  <a:pt x="159792" y="41891"/>
                  <a:pt x="164205" y="44207"/>
                </a:cubicBezTo>
                <a:cubicBezTo>
                  <a:pt x="167543" y="45959"/>
                  <a:pt x="170004" y="48700"/>
                  <a:pt x="171588" y="52430"/>
                </a:cubicBezTo>
                <a:cubicBezTo>
                  <a:pt x="172606" y="54859"/>
                  <a:pt x="173115" y="59831"/>
                  <a:pt x="173115" y="67347"/>
                </a:cubicBezTo>
                <a:lnTo>
                  <a:pt x="173115" y="93706"/>
                </a:lnTo>
                <a:cubicBezTo>
                  <a:pt x="173115" y="101109"/>
                  <a:pt x="173257" y="105643"/>
                  <a:pt x="173540" y="107311"/>
                </a:cubicBezTo>
                <a:cubicBezTo>
                  <a:pt x="173823" y="108978"/>
                  <a:pt x="174289" y="110094"/>
                  <a:pt x="174940" y="110660"/>
                </a:cubicBezTo>
                <a:cubicBezTo>
                  <a:pt x="175591" y="111224"/>
                  <a:pt x="176340" y="111506"/>
                  <a:pt x="177189" y="111506"/>
                </a:cubicBezTo>
                <a:cubicBezTo>
                  <a:pt x="178094" y="111506"/>
                  <a:pt x="178886" y="111308"/>
                  <a:pt x="179565" y="110912"/>
                </a:cubicBezTo>
                <a:cubicBezTo>
                  <a:pt x="180753" y="110176"/>
                  <a:pt x="183044" y="108111"/>
                  <a:pt x="186438" y="104717"/>
                </a:cubicBezTo>
                <a:lnTo>
                  <a:pt x="186438" y="109469"/>
                </a:lnTo>
                <a:cubicBezTo>
                  <a:pt x="180102" y="117955"/>
                  <a:pt x="174049" y="122198"/>
                  <a:pt x="168278" y="122198"/>
                </a:cubicBezTo>
                <a:cubicBezTo>
                  <a:pt x="165506" y="122198"/>
                  <a:pt x="163300" y="121236"/>
                  <a:pt x="161659" y="119313"/>
                </a:cubicBezTo>
                <a:cubicBezTo>
                  <a:pt x="160019" y="117389"/>
                  <a:pt x="159170" y="114108"/>
                  <a:pt x="159114" y="109469"/>
                </a:cubicBezTo>
                <a:moveTo>
                  <a:pt x="159114" y="103906"/>
                </a:moveTo>
                <a:lnTo>
                  <a:pt x="159114" y="74422"/>
                </a:lnTo>
                <a:cubicBezTo>
                  <a:pt x="150571" y="77801"/>
                  <a:pt x="145055" y="80194"/>
                  <a:pt x="142566" y="81603"/>
                </a:cubicBezTo>
                <a:cubicBezTo>
                  <a:pt x="138097" y="84082"/>
                  <a:pt x="134900" y="86673"/>
                  <a:pt x="132977" y="89376"/>
                </a:cubicBezTo>
                <a:cubicBezTo>
                  <a:pt x="131053" y="92079"/>
                  <a:pt x="130092" y="95036"/>
                  <a:pt x="130092" y="98246"/>
                </a:cubicBezTo>
                <a:cubicBezTo>
                  <a:pt x="130092" y="102302"/>
                  <a:pt x="131308" y="105667"/>
                  <a:pt x="133740" y="108342"/>
                </a:cubicBezTo>
                <a:cubicBezTo>
                  <a:pt x="136173" y="111017"/>
                  <a:pt x="138973" y="112354"/>
                  <a:pt x="142142" y="112354"/>
                </a:cubicBezTo>
                <a:cubicBezTo>
                  <a:pt x="146441" y="112354"/>
                  <a:pt x="152098" y="109538"/>
                  <a:pt x="159114" y="103906"/>
                </a:cubicBezTo>
                <a:close/>
                <a:moveTo>
                  <a:pt x="214893" y="57196"/>
                </a:moveTo>
                <a:cubicBezTo>
                  <a:pt x="224001" y="46220"/>
                  <a:pt x="232685" y="40733"/>
                  <a:pt x="240944" y="40733"/>
                </a:cubicBezTo>
                <a:cubicBezTo>
                  <a:pt x="245187" y="40733"/>
                  <a:pt x="248836" y="41792"/>
                  <a:pt x="251891" y="43910"/>
                </a:cubicBezTo>
                <a:cubicBezTo>
                  <a:pt x="254946" y="46026"/>
                  <a:pt x="257379" y="49511"/>
                  <a:pt x="259189" y="54366"/>
                </a:cubicBezTo>
                <a:cubicBezTo>
                  <a:pt x="260434" y="57752"/>
                  <a:pt x="261056" y="62945"/>
                  <a:pt x="261056" y="69946"/>
                </a:cubicBezTo>
                <a:lnTo>
                  <a:pt x="261056" y="103052"/>
                </a:lnTo>
                <a:cubicBezTo>
                  <a:pt x="261056" y="107963"/>
                  <a:pt x="261452" y="111294"/>
                  <a:pt x="262244" y="113044"/>
                </a:cubicBezTo>
                <a:cubicBezTo>
                  <a:pt x="262867" y="114455"/>
                  <a:pt x="263871" y="115555"/>
                  <a:pt x="265257" y="116345"/>
                </a:cubicBezTo>
                <a:cubicBezTo>
                  <a:pt x="266643" y="117136"/>
                  <a:pt x="269203" y="117531"/>
                  <a:pt x="272937" y="117531"/>
                </a:cubicBezTo>
                <a:lnTo>
                  <a:pt x="272937" y="120671"/>
                </a:lnTo>
                <a:lnTo>
                  <a:pt x="234495" y="120671"/>
                </a:lnTo>
                <a:lnTo>
                  <a:pt x="234495" y="117531"/>
                </a:lnTo>
                <a:lnTo>
                  <a:pt x="236107" y="117531"/>
                </a:lnTo>
                <a:cubicBezTo>
                  <a:pt x="239728" y="117531"/>
                  <a:pt x="242260" y="116982"/>
                  <a:pt x="243702" y="115884"/>
                </a:cubicBezTo>
                <a:cubicBezTo>
                  <a:pt x="245145" y="114786"/>
                  <a:pt x="246149" y="113169"/>
                  <a:pt x="246715" y="111031"/>
                </a:cubicBezTo>
                <a:cubicBezTo>
                  <a:pt x="246941" y="110186"/>
                  <a:pt x="247054" y="107540"/>
                  <a:pt x="247054" y="103094"/>
                </a:cubicBezTo>
                <a:lnTo>
                  <a:pt x="247054" y="71433"/>
                </a:lnTo>
                <a:cubicBezTo>
                  <a:pt x="247054" y="64399"/>
                  <a:pt x="246135" y="59291"/>
                  <a:pt x="244296" y="56111"/>
                </a:cubicBezTo>
                <a:cubicBezTo>
                  <a:pt x="242458" y="52930"/>
                  <a:pt x="239360" y="51340"/>
                  <a:pt x="235004" y="51340"/>
                </a:cubicBezTo>
                <a:cubicBezTo>
                  <a:pt x="228272" y="51340"/>
                  <a:pt x="221568" y="54999"/>
                  <a:pt x="214893" y="62316"/>
                </a:cubicBezTo>
                <a:lnTo>
                  <a:pt x="214893" y="103094"/>
                </a:lnTo>
                <a:cubicBezTo>
                  <a:pt x="214893" y="108329"/>
                  <a:pt x="215204" y="111565"/>
                  <a:pt x="215826" y="112803"/>
                </a:cubicBezTo>
                <a:cubicBezTo>
                  <a:pt x="216618" y="114434"/>
                  <a:pt x="217707" y="115630"/>
                  <a:pt x="219093" y="116391"/>
                </a:cubicBezTo>
                <a:cubicBezTo>
                  <a:pt x="220479" y="117151"/>
                  <a:pt x="223294" y="117531"/>
                  <a:pt x="227537" y="117531"/>
                </a:cubicBezTo>
                <a:lnTo>
                  <a:pt x="227537" y="120671"/>
                </a:lnTo>
                <a:lnTo>
                  <a:pt x="189095" y="120671"/>
                </a:lnTo>
                <a:lnTo>
                  <a:pt x="189095" y="117531"/>
                </a:lnTo>
                <a:lnTo>
                  <a:pt x="190792" y="117531"/>
                </a:lnTo>
                <a:cubicBezTo>
                  <a:pt x="194752" y="117531"/>
                  <a:pt x="197426" y="116529"/>
                  <a:pt x="198812" y="114526"/>
                </a:cubicBezTo>
                <a:cubicBezTo>
                  <a:pt x="200198" y="112521"/>
                  <a:pt x="200891" y="108697"/>
                  <a:pt x="200891" y="103052"/>
                </a:cubicBezTo>
                <a:lnTo>
                  <a:pt x="200891" y="74263"/>
                </a:lnTo>
                <a:cubicBezTo>
                  <a:pt x="200891" y="64950"/>
                  <a:pt x="200679" y="59277"/>
                  <a:pt x="200254" y="57246"/>
                </a:cubicBezTo>
                <a:cubicBezTo>
                  <a:pt x="199830" y="55213"/>
                  <a:pt x="199179" y="53829"/>
                  <a:pt x="198302" y="53096"/>
                </a:cubicBezTo>
                <a:cubicBezTo>
                  <a:pt x="197426" y="52362"/>
                  <a:pt x="196252" y="51995"/>
                  <a:pt x="194781" y="51995"/>
                </a:cubicBezTo>
                <a:cubicBezTo>
                  <a:pt x="193197" y="51995"/>
                  <a:pt x="191302" y="52419"/>
                  <a:pt x="189095" y="53265"/>
                </a:cubicBezTo>
                <a:lnTo>
                  <a:pt x="187822" y="50216"/>
                </a:lnTo>
                <a:lnTo>
                  <a:pt x="211244" y="40733"/>
                </a:lnTo>
                <a:lnTo>
                  <a:pt x="214893" y="40733"/>
                </a:lnTo>
                <a:lnTo>
                  <a:pt x="214893" y="57196"/>
                </a:lnTo>
                <a:close/>
                <a:moveTo>
                  <a:pt x="318167" y="42939"/>
                </a:moveTo>
                <a:lnTo>
                  <a:pt x="354402" y="42939"/>
                </a:lnTo>
                <a:lnTo>
                  <a:pt x="354402" y="46079"/>
                </a:lnTo>
                <a:lnTo>
                  <a:pt x="352620" y="46079"/>
                </a:lnTo>
                <a:cubicBezTo>
                  <a:pt x="350074" y="46079"/>
                  <a:pt x="348165" y="46630"/>
                  <a:pt x="346892" y="47734"/>
                </a:cubicBezTo>
                <a:cubicBezTo>
                  <a:pt x="345619" y="48837"/>
                  <a:pt x="344983" y="50209"/>
                  <a:pt x="344983" y="51849"/>
                </a:cubicBezTo>
                <a:cubicBezTo>
                  <a:pt x="344983" y="54056"/>
                  <a:pt x="345916" y="57111"/>
                  <a:pt x="347783" y="61014"/>
                </a:cubicBezTo>
                <a:lnTo>
                  <a:pt x="366707" y="100219"/>
                </a:lnTo>
                <a:lnTo>
                  <a:pt x="384103" y="57280"/>
                </a:lnTo>
                <a:cubicBezTo>
                  <a:pt x="385065" y="54961"/>
                  <a:pt x="385546" y="52670"/>
                  <a:pt x="385546" y="50407"/>
                </a:cubicBezTo>
                <a:cubicBezTo>
                  <a:pt x="385546" y="49388"/>
                  <a:pt x="385348" y="48625"/>
                  <a:pt x="384952" y="48116"/>
                </a:cubicBezTo>
                <a:cubicBezTo>
                  <a:pt x="384499" y="47493"/>
                  <a:pt x="383792" y="46998"/>
                  <a:pt x="382830" y="46630"/>
                </a:cubicBezTo>
                <a:cubicBezTo>
                  <a:pt x="381868" y="46263"/>
                  <a:pt x="380171" y="46079"/>
                  <a:pt x="377738" y="46079"/>
                </a:cubicBezTo>
                <a:lnTo>
                  <a:pt x="377738" y="42939"/>
                </a:lnTo>
                <a:lnTo>
                  <a:pt x="403027" y="42939"/>
                </a:lnTo>
                <a:lnTo>
                  <a:pt x="403027" y="46079"/>
                </a:lnTo>
                <a:cubicBezTo>
                  <a:pt x="400933" y="46305"/>
                  <a:pt x="399321" y="46758"/>
                  <a:pt x="398190" y="47437"/>
                </a:cubicBezTo>
                <a:cubicBezTo>
                  <a:pt x="397058" y="48116"/>
                  <a:pt x="395814" y="49388"/>
                  <a:pt x="394456" y="51255"/>
                </a:cubicBezTo>
                <a:cubicBezTo>
                  <a:pt x="393947" y="52047"/>
                  <a:pt x="392985" y="54225"/>
                  <a:pt x="391571" y="57790"/>
                </a:cubicBezTo>
                <a:lnTo>
                  <a:pt x="359918" y="135351"/>
                </a:lnTo>
                <a:cubicBezTo>
                  <a:pt x="356863" y="142876"/>
                  <a:pt x="352860" y="148561"/>
                  <a:pt x="347910" y="152408"/>
                </a:cubicBezTo>
                <a:cubicBezTo>
                  <a:pt x="342960" y="156255"/>
                  <a:pt x="338194" y="158179"/>
                  <a:pt x="333611" y="158179"/>
                </a:cubicBezTo>
                <a:cubicBezTo>
                  <a:pt x="330273" y="158179"/>
                  <a:pt x="327530" y="157228"/>
                  <a:pt x="325380" y="155328"/>
                </a:cubicBezTo>
                <a:cubicBezTo>
                  <a:pt x="323230" y="153427"/>
                  <a:pt x="322155" y="151248"/>
                  <a:pt x="322155" y="148788"/>
                </a:cubicBezTo>
                <a:cubicBezTo>
                  <a:pt x="322155" y="146441"/>
                  <a:pt x="322933" y="144547"/>
                  <a:pt x="324489" y="143108"/>
                </a:cubicBezTo>
                <a:cubicBezTo>
                  <a:pt x="326045" y="141671"/>
                  <a:pt x="328180" y="140952"/>
                  <a:pt x="330896" y="140952"/>
                </a:cubicBezTo>
                <a:cubicBezTo>
                  <a:pt x="332763" y="140952"/>
                  <a:pt x="335309" y="141574"/>
                  <a:pt x="338533" y="142819"/>
                </a:cubicBezTo>
                <a:cubicBezTo>
                  <a:pt x="340796" y="143668"/>
                  <a:pt x="342210" y="144092"/>
                  <a:pt x="342776" y="144092"/>
                </a:cubicBezTo>
                <a:cubicBezTo>
                  <a:pt x="344473" y="144092"/>
                  <a:pt x="346326" y="143209"/>
                  <a:pt x="348334" y="141443"/>
                </a:cubicBezTo>
                <a:cubicBezTo>
                  <a:pt x="350343" y="139678"/>
                  <a:pt x="352365" y="136263"/>
                  <a:pt x="354402" y="131196"/>
                </a:cubicBezTo>
                <a:lnTo>
                  <a:pt x="359918" y="117616"/>
                </a:lnTo>
                <a:lnTo>
                  <a:pt x="331999" y="58978"/>
                </a:lnTo>
                <a:cubicBezTo>
                  <a:pt x="331150" y="57224"/>
                  <a:pt x="329793" y="55046"/>
                  <a:pt x="327926" y="52443"/>
                </a:cubicBezTo>
                <a:cubicBezTo>
                  <a:pt x="326511" y="50463"/>
                  <a:pt x="325352" y="49134"/>
                  <a:pt x="324446" y="48455"/>
                </a:cubicBezTo>
                <a:cubicBezTo>
                  <a:pt x="323145" y="47550"/>
                  <a:pt x="321052" y="46758"/>
                  <a:pt x="318167" y="46079"/>
                </a:cubicBezTo>
                <a:lnTo>
                  <a:pt x="318167" y="42939"/>
                </a:lnTo>
                <a:close/>
                <a:moveTo>
                  <a:pt x="447493" y="40733"/>
                </a:moveTo>
                <a:cubicBezTo>
                  <a:pt x="459261" y="40733"/>
                  <a:pt x="468708" y="45198"/>
                  <a:pt x="475836" y="54127"/>
                </a:cubicBezTo>
                <a:cubicBezTo>
                  <a:pt x="481890" y="61756"/>
                  <a:pt x="484916" y="70516"/>
                  <a:pt x="484916" y="80407"/>
                </a:cubicBezTo>
                <a:cubicBezTo>
                  <a:pt x="484916" y="87359"/>
                  <a:pt x="483248" y="94395"/>
                  <a:pt x="479910" y="101516"/>
                </a:cubicBezTo>
                <a:cubicBezTo>
                  <a:pt x="476572" y="108636"/>
                  <a:pt x="471975" y="114004"/>
                  <a:pt x="466120" y="117621"/>
                </a:cubicBezTo>
                <a:cubicBezTo>
                  <a:pt x="460265" y="121238"/>
                  <a:pt x="453745" y="123047"/>
                  <a:pt x="446560" y="123047"/>
                </a:cubicBezTo>
                <a:cubicBezTo>
                  <a:pt x="434849" y="123047"/>
                  <a:pt x="425543" y="118384"/>
                  <a:pt x="418641" y="109058"/>
                </a:cubicBezTo>
                <a:cubicBezTo>
                  <a:pt x="412814" y="101203"/>
                  <a:pt x="409900" y="92388"/>
                  <a:pt x="409900" y="82611"/>
                </a:cubicBezTo>
                <a:cubicBezTo>
                  <a:pt x="409900" y="75490"/>
                  <a:pt x="411668" y="68411"/>
                  <a:pt x="415204" y="61375"/>
                </a:cubicBezTo>
                <a:cubicBezTo>
                  <a:pt x="418740" y="54339"/>
                  <a:pt x="423393" y="49139"/>
                  <a:pt x="429164" y="45777"/>
                </a:cubicBezTo>
                <a:cubicBezTo>
                  <a:pt x="434934" y="42414"/>
                  <a:pt x="441044" y="40733"/>
                  <a:pt x="447493" y="40733"/>
                </a:cubicBezTo>
                <a:moveTo>
                  <a:pt x="444863" y="46333"/>
                </a:moveTo>
                <a:cubicBezTo>
                  <a:pt x="441864" y="46333"/>
                  <a:pt x="438852" y="47224"/>
                  <a:pt x="435825" y="49004"/>
                </a:cubicBezTo>
                <a:cubicBezTo>
                  <a:pt x="432798" y="50784"/>
                  <a:pt x="430352" y="53906"/>
                  <a:pt x="428485" y="58370"/>
                </a:cubicBezTo>
                <a:cubicBezTo>
                  <a:pt x="426618" y="62834"/>
                  <a:pt x="425684" y="68569"/>
                  <a:pt x="425684" y="75576"/>
                </a:cubicBezTo>
                <a:cubicBezTo>
                  <a:pt x="425684" y="86876"/>
                  <a:pt x="427933" y="96624"/>
                  <a:pt x="432431" y="104818"/>
                </a:cubicBezTo>
                <a:cubicBezTo>
                  <a:pt x="436928" y="113010"/>
                  <a:pt x="442854" y="117107"/>
                  <a:pt x="450209" y="117107"/>
                </a:cubicBezTo>
                <a:cubicBezTo>
                  <a:pt x="455696" y="117107"/>
                  <a:pt x="460222" y="114846"/>
                  <a:pt x="463786" y="110326"/>
                </a:cubicBezTo>
                <a:cubicBezTo>
                  <a:pt x="467351" y="105805"/>
                  <a:pt x="469133" y="98036"/>
                  <a:pt x="469133" y="87018"/>
                </a:cubicBezTo>
                <a:cubicBezTo>
                  <a:pt x="469133" y="73230"/>
                  <a:pt x="466162" y="62381"/>
                  <a:pt x="460222" y="54469"/>
                </a:cubicBezTo>
                <a:cubicBezTo>
                  <a:pt x="456206" y="49045"/>
                  <a:pt x="451086" y="46333"/>
                  <a:pt x="444863" y="46333"/>
                </a:cubicBezTo>
                <a:close/>
                <a:moveTo>
                  <a:pt x="564515" y="42939"/>
                </a:moveTo>
                <a:lnTo>
                  <a:pt x="564515" y="90036"/>
                </a:lnTo>
                <a:cubicBezTo>
                  <a:pt x="564515" y="99031"/>
                  <a:pt x="564727" y="104533"/>
                  <a:pt x="565152" y="106541"/>
                </a:cubicBezTo>
                <a:cubicBezTo>
                  <a:pt x="565576" y="108550"/>
                  <a:pt x="566255" y="109950"/>
                  <a:pt x="567188" y="110742"/>
                </a:cubicBezTo>
                <a:cubicBezTo>
                  <a:pt x="568122" y="111534"/>
                  <a:pt x="569211" y="111930"/>
                  <a:pt x="570455" y="111930"/>
                </a:cubicBezTo>
                <a:cubicBezTo>
                  <a:pt x="572209" y="111930"/>
                  <a:pt x="574189" y="111449"/>
                  <a:pt x="576395" y="110487"/>
                </a:cubicBezTo>
                <a:lnTo>
                  <a:pt x="577584" y="113458"/>
                </a:lnTo>
                <a:lnTo>
                  <a:pt x="554332" y="123047"/>
                </a:lnTo>
                <a:lnTo>
                  <a:pt x="550513" y="123047"/>
                </a:lnTo>
                <a:lnTo>
                  <a:pt x="550513" y="106584"/>
                </a:lnTo>
                <a:cubicBezTo>
                  <a:pt x="543838" y="113825"/>
                  <a:pt x="538746" y="118379"/>
                  <a:pt x="535238" y="120246"/>
                </a:cubicBezTo>
                <a:cubicBezTo>
                  <a:pt x="531731" y="122113"/>
                  <a:pt x="528025" y="123047"/>
                  <a:pt x="524122" y="123047"/>
                </a:cubicBezTo>
                <a:cubicBezTo>
                  <a:pt x="519766" y="123047"/>
                  <a:pt x="515989" y="121788"/>
                  <a:pt x="512793" y="119270"/>
                </a:cubicBezTo>
                <a:cubicBezTo>
                  <a:pt x="509597" y="116753"/>
                  <a:pt x="507376" y="113514"/>
                  <a:pt x="506132" y="109554"/>
                </a:cubicBezTo>
                <a:cubicBezTo>
                  <a:pt x="504887" y="105594"/>
                  <a:pt x="504265" y="99993"/>
                  <a:pt x="504265" y="92752"/>
                </a:cubicBezTo>
                <a:lnTo>
                  <a:pt x="504265" y="58044"/>
                </a:lnTo>
                <a:cubicBezTo>
                  <a:pt x="504265" y="54367"/>
                  <a:pt x="503869" y="51821"/>
                  <a:pt x="503077" y="50407"/>
                </a:cubicBezTo>
                <a:cubicBezTo>
                  <a:pt x="502285" y="48992"/>
                  <a:pt x="501111" y="47903"/>
                  <a:pt x="499555" y="47140"/>
                </a:cubicBezTo>
                <a:cubicBezTo>
                  <a:pt x="497999" y="46376"/>
                  <a:pt x="495185" y="46022"/>
                  <a:pt x="491111" y="46079"/>
                </a:cubicBezTo>
                <a:lnTo>
                  <a:pt x="491111" y="42939"/>
                </a:lnTo>
                <a:lnTo>
                  <a:pt x="518351" y="42939"/>
                </a:lnTo>
                <a:lnTo>
                  <a:pt x="518351" y="94831"/>
                </a:lnTo>
                <a:cubicBezTo>
                  <a:pt x="518351" y="102055"/>
                  <a:pt x="519610" y="106795"/>
                  <a:pt x="522128" y="109053"/>
                </a:cubicBezTo>
                <a:cubicBezTo>
                  <a:pt x="524645" y="111310"/>
                  <a:pt x="527686" y="112439"/>
                  <a:pt x="531250" y="112439"/>
                </a:cubicBezTo>
                <a:cubicBezTo>
                  <a:pt x="533683" y="112439"/>
                  <a:pt x="536441" y="111677"/>
                  <a:pt x="539524" y="110153"/>
                </a:cubicBezTo>
                <a:cubicBezTo>
                  <a:pt x="542607" y="108629"/>
                  <a:pt x="546270" y="105724"/>
                  <a:pt x="550513" y="101437"/>
                </a:cubicBezTo>
                <a:lnTo>
                  <a:pt x="550513" y="57506"/>
                </a:lnTo>
                <a:cubicBezTo>
                  <a:pt x="550513" y="53104"/>
                  <a:pt x="549707" y="50127"/>
                  <a:pt x="548095" y="48577"/>
                </a:cubicBezTo>
                <a:cubicBezTo>
                  <a:pt x="546482" y="47025"/>
                  <a:pt x="543130" y="46192"/>
                  <a:pt x="538039" y="46079"/>
                </a:cubicBezTo>
                <a:lnTo>
                  <a:pt x="538039" y="42939"/>
                </a:lnTo>
                <a:lnTo>
                  <a:pt x="564515" y="42939"/>
                </a:lnTo>
                <a:close/>
                <a:moveTo>
                  <a:pt x="647508" y="92346"/>
                </a:moveTo>
                <a:cubicBezTo>
                  <a:pt x="642756" y="90030"/>
                  <a:pt x="639107" y="86796"/>
                  <a:pt x="636561" y="82643"/>
                </a:cubicBezTo>
                <a:cubicBezTo>
                  <a:pt x="634015" y="78490"/>
                  <a:pt x="632743" y="73899"/>
                  <a:pt x="632743" y="68869"/>
                </a:cubicBezTo>
                <a:cubicBezTo>
                  <a:pt x="632743" y="61186"/>
                  <a:pt x="635642" y="54575"/>
                  <a:pt x="641441" y="49038"/>
                </a:cubicBezTo>
                <a:cubicBezTo>
                  <a:pt x="647239" y="43501"/>
                  <a:pt x="654665" y="40733"/>
                  <a:pt x="663716" y="40733"/>
                </a:cubicBezTo>
                <a:cubicBezTo>
                  <a:pt x="671128" y="40733"/>
                  <a:pt x="677549" y="42543"/>
                  <a:pt x="682980" y="46164"/>
                </a:cubicBezTo>
                <a:lnTo>
                  <a:pt x="699442" y="46164"/>
                </a:lnTo>
                <a:cubicBezTo>
                  <a:pt x="701875" y="46164"/>
                  <a:pt x="703289" y="46234"/>
                  <a:pt x="703685" y="46373"/>
                </a:cubicBezTo>
                <a:cubicBezTo>
                  <a:pt x="704081" y="46513"/>
                  <a:pt x="704364" y="46751"/>
                  <a:pt x="704534" y="47087"/>
                </a:cubicBezTo>
                <a:cubicBezTo>
                  <a:pt x="704873" y="47590"/>
                  <a:pt x="705043" y="48486"/>
                  <a:pt x="705043" y="49773"/>
                </a:cubicBezTo>
                <a:cubicBezTo>
                  <a:pt x="705043" y="51226"/>
                  <a:pt x="704902" y="52233"/>
                  <a:pt x="704619" y="52793"/>
                </a:cubicBezTo>
                <a:cubicBezTo>
                  <a:pt x="704449" y="53073"/>
                  <a:pt x="704152" y="53296"/>
                  <a:pt x="703728" y="53464"/>
                </a:cubicBezTo>
                <a:cubicBezTo>
                  <a:pt x="703304" y="53632"/>
                  <a:pt x="701875" y="53716"/>
                  <a:pt x="699442" y="53716"/>
                </a:cubicBezTo>
                <a:lnTo>
                  <a:pt x="689344" y="53716"/>
                </a:lnTo>
                <a:cubicBezTo>
                  <a:pt x="692512" y="57798"/>
                  <a:pt x="694096" y="63014"/>
                  <a:pt x="694096" y="69362"/>
                </a:cubicBezTo>
                <a:cubicBezTo>
                  <a:pt x="694096" y="76618"/>
                  <a:pt x="691324" y="82825"/>
                  <a:pt x="685780" y="87984"/>
                </a:cubicBezTo>
                <a:cubicBezTo>
                  <a:pt x="680236" y="93142"/>
                  <a:pt x="672796" y="95722"/>
                  <a:pt x="663462" y="95722"/>
                </a:cubicBezTo>
                <a:cubicBezTo>
                  <a:pt x="659615" y="95722"/>
                  <a:pt x="655683" y="95145"/>
                  <a:pt x="651666" y="93990"/>
                </a:cubicBezTo>
                <a:cubicBezTo>
                  <a:pt x="649177" y="96138"/>
                  <a:pt x="647494" y="98018"/>
                  <a:pt x="646617" y="99631"/>
                </a:cubicBezTo>
                <a:cubicBezTo>
                  <a:pt x="645740" y="101241"/>
                  <a:pt x="645302" y="102611"/>
                  <a:pt x="645302" y="103741"/>
                </a:cubicBezTo>
                <a:cubicBezTo>
                  <a:pt x="645302" y="104703"/>
                  <a:pt x="645769" y="105636"/>
                  <a:pt x="646702" y="106541"/>
                </a:cubicBezTo>
                <a:cubicBezTo>
                  <a:pt x="647635" y="107445"/>
                  <a:pt x="649460" y="108095"/>
                  <a:pt x="652175" y="108491"/>
                </a:cubicBezTo>
                <a:cubicBezTo>
                  <a:pt x="653760" y="108717"/>
                  <a:pt x="657720" y="108915"/>
                  <a:pt x="664056" y="109085"/>
                </a:cubicBezTo>
                <a:cubicBezTo>
                  <a:pt x="675710" y="109366"/>
                  <a:pt x="683262" y="109761"/>
                  <a:pt x="686713" y="110270"/>
                </a:cubicBezTo>
                <a:cubicBezTo>
                  <a:pt x="691975" y="111005"/>
                  <a:pt x="696175" y="112956"/>
                  <a:pt x="699315" y="116123"/>
                </a:cubicBezTo>
                <a:cubicBezTo>
                  <a:pt x="702455" y="119287"/>
                  <a:pt x="704025" y="123187"/>
                  <a:pt x="704025" y="127823"/>
                </a:cubicBezTo>
                <a:cubicBezTo>
                  <a:pt x="704025" y="134210"/>
                  <a:pt x="701026" y="140203"/>
                  <a:pt x="695030" y="145800"/>
                </a:cubicBezTo>
                <a:cubicBezTo>
                  <a:pt x="686204" y="154052"/>
                  <a:pt x="674692" y="158179"/>
                  <a:pt x="660492" y="158179"/>
                </a:cubicBezTo>
                <a:cubicBezTo>
                  <a:pt x="649573" y="158179"/>
                  <a:pt x="640352" y="155721"/>
                  <a:pt x="632827" y="150806"/>
                </a:cubicBezTo>
                <a:cubicBezTo>
                  <a:pt x="628584" y="147981"/>
                  <a:pt x="626463" y="145043"/>
                  <a:pt x="626463" y="141992"/>
                </a:cubicBezTo>
                <a:cubicBezTo>
                  <a:pt x="626463" y="140637"/>
                  <a:pt x="626774" y="139282"/>
                  <a:pt x="627396" y="137926"/>
                </a:cubicBezTo>
                <a:cubicBezTo>
                  <a:pt x="628358" y="135835"/>
                  <a:pt x="630338" y="132925"/>
                  <a:pt x="633337" y="129196"/>
                </a:cubicBezTo>
                <a:cubicBezTo>
                  <a:pt x="633733" y="128689"/>
                  <a:pt x="636618" y="125638"/>
                  <a:pt x="641992" y="120045"/>
                </a:cubicBezTo>
                <a:cubicBezTo>
                  <a:pt x="639051" y="118289"/>
                  <a:pt x="636971" y="116718"/>
                  <a:pt x="635755" y="115330"/>
                </a:cubicBezTo>
                <a:cubicBezTo>
                  <a:pt x="634539" y="113942"/>
                  <a:pt x="633931" y="112370"/>
                  <a:pt x="633931" y="110615"/>
                </a:cubicBezTo>
                <a:cubicBezTo>
                  <a:pt x="633931" y="108631"/>
                  <a:pt x="634737" y="106308"/>
                  <a:pt x="636349" y="103646"/>
                </a:cubicBezTo>
                <a:cubicBezTo>
                  <a:pt x="637961" y="100983"/>
                  <a:pt x="641681" y="97217"/>
                  <a:pt x="647508" y="92346"/>
                </a:cubicBezTo>
                <a:moveTo>
                  <a:pt x="662274" y="44976"/>
                </a:moveTo>
                <a:cubicBezTo>
                  <a:pt x="658087" y="44976"/>
                  <a:pt x="654580" y="46636"/>
                  <a:pt x="651751" y="49956"/>
                </a:cubicBezTo>
                <a:cubicBezTo>
                  <a:pt x="648923" y="53274"/>
                  <a:pt x="647508" y="58366"/>
                  <a:pt x="647508" y="65231"/>
                </a:cubicBezTo>
                <a:cubicBezTo>
                  <a:pt x="647508" y="74122"/>
                  <a:pt x="649432" y="81014"/>
                  <a:pt x="653279" y="85907"/>
                </a:cubicBezTo>
                <a:cubicBezTo>
                  <a:pt x="656220" y="89622"/>
                  <a:pt x="659954" y="91479"/>
                  <a:pt x="664480" y="91479"/>
                </a:cubicBezTo>
                <a:cubicBezTo>
                  <a:pt x="668780" y="91479"/>
                  <a:pt x="672316" y="89875"/>
                  <a:pt x="675088" y="86668"/>
                </a:cubicBezTo>
                <a:cubicBezTo>
                  <a:pt x="677860" y="83461"/>
                  <a:pt x="679246" y="78425"/>
                  <a:pt x="679246" y="71561"/>
                </a:cubicBezTo>
                <a:cubicBezTo>
                  <a:pt x="679246" y="62615"/>
                  <a:pt x="677294" y="55610"/>
                  <a:pt x="673390" y="50545"/>
                </a:cubicBezTo>
                <a:cubicBezTo>
                  <a:pt x="670505" y="46832"/>
                  <a:pt x="666800" y="44976"/>
                  <a:pt x="662274" y="44976"/>
                </a:cubicBezTo>
                <a:moveTo>
                  <a:pt x="646660" y="120721"/>
                </a:moveTo>
                <a:cubicBezTo>
                  <a:pt x="644001" y="123601"/>
                  <a:pt x="641992" y="126283"/>
                  <a:pt x="640635" y="128767"/>
                </a:cubicBezTo>
                <a:cubicBezTo>
                  <a:pt x="639277" y="131252"/>
                  <a:pt x="638598" y="133540"/>
                  <a:pt x="638598" y="135630"/>
                </a:cubicBezTo>
                <a:cubicBezTo>
                  <a:pt x="638598" y="138340"/>
                  <a:pt x="640239" y="140712"/>
                  <a:pt x="643520" y="142745"/>
                </a:cubicBezTo>
                <a:cubicBezTo>
                  <a:pt x="649177" y="146245"/>
                  <a:pt x="657352" y="147996"/>
                  <a:pt x="668044" y="147996"/>
                </a:cubicBezTo>
                <a:cubicBezTo>
                  <a:pt x="678227" y="147996"/>
                  <a:pt x="685738" y="146202"/>
                  <a:pt x="690575" y="142615"/>
                </a:cubicBezTo>
                <a:cubicBezTo>
                  <a:pt x="695412" y="139030"/>
                  <a:pt x="697830" y="135205"/>
                  <a:pt x="697830" y="131140"/>
                </a:cubicBezTo>
                <a:cubicBezTo>
                  <a:pt x="697830" y="128204"/>
                  <a:pt x="696387" y="126114"/>
                  <a:pt x="693502" y="124871"/>
                </a:cubicBezTo>
                <a:cubicBezTo>
                  <a:pt x="690560" y="123628"/>
                  <a:pt x="684733" y="122895"/>
                  <a:pt x="676021" y="122670"/>
                </a:cubicBezTo>
                <a:cubicBezTo>
                  <a:pt x="663292" y="122331"/>
                  <a:pt x="653505" y="121681"/>
                  <a:pt x="646660" y="120721"/>
                </a:cubicBezTo>
                <a:close/>
                <a:moveTo>
                  <a:pt x="733386" y="0"/>
                </a:moveTo>
                <a:cubicBezTo>
                  <a:pt x="735762" y="0"/>
                  <a:pt x="737784" y="839"/>
                  <a:pt x="739453" y="2517"/>
                </a:cubicBezTo>
                <a:cubicBezTo>
                  <a:pt x="741122" y="4193"/>
                  <a:pt x="741957" y="6225"/>
                  <a:pt x="741957" y="8613"/>
                </a:cubicBezTo>
                <a:cubicBezTo>
                  <a:pt x="741957" y="11002"/>
                  <a:pt x="741122" y="13049"/>
                  <a:pt x="739453" y="14755"/>
                </a:cubicBezTo>
                <a:cubicBezTo>
                  <a:pt x="737784" y="16459"/>
                  <a:pt x="735762" y="17311"/>
                  <a:pt x="733386" y="17311"/>
                </a:cubicBezTo>
                <a:cubicBezTo>
                  <a:pt x="731010" y="17311"/>
                  <a:pt x="728973" y="16459"/>
                  <a:pt x="727276" y="14755"/>
                </a:cubicBezTo>
                <a:cubicBezTo>
                  <a:pt x="725579" y="13049"/>
                  <a:pt x="724730" y="11002"/>
                  <a:pt x="724730" y="8613"/>
                </a:cubicBezTo>
                <a:cubicBezTo>
                  <a:pt x="724730" y="6225"/>
                  <a:pt x="725565" y="4193"/>
                  <a:pt x="727234" y="2517"/>
                </a:cubicBezTo>
                <a:cubicBezTo>
                  <a:pt x="728902" y="839"/>
                  <a:pt x="730953" y="0"/>
                  <a:pt x="733386" y="0"/>
                </a:cubicBezTo>
                <a:moveTo>
                  <a:pt x="740429" y="40733"/>
                </a:moveTo>
                <a:lnTo>
                  <a:pt x="740429" y="103052"/>
                </a:lnTo>
                <a:cubicBezTo>
                  <a:pt x="740429" y="107906"/>
                  <a:pt x="740783" y="111138"/>
                  <a:pt x="741490" y="112747"/>
                </a:cubicBezTo>
                <a:cubicBezTo>
                  <a:pt x="742197" y="114356"/>
                  <a:pt x="743244" y="115555"/>
                  <a:pt x="744630" y="116345"/>
                </a:cubicBezTo>
                <a:cubicBezTo>
                  <a:pt x="746016" y="117136"/>
                  <a:pt x="748548" y="117531"/>
                  <a:pt x="752225" y="117531"/>
                </a:cubicBezTo>
                <a:lnTo>
                  <a:pt x="752225" y="120671"/>
                </a:lnTo>
                <a:lnTo>
                  <a:pt x="714462" y="120671"/>
                </a:lnTo>
                <a:lnTo>
                  <a:pt x="714462" y="117531"/>
                </a:lnTo>
                <a:cubicBezTo>
                  <a:pt x="718253" y="117531"/>
                  <a:pt x="720798" y="117164"/>
                  <a:pt x="722100" y="116430"/>
                </a:cubicBezTo>
                <a:cubicBezTo>
                  <a:pt x="723401" y="115697"/>
                  <a:pt x="724433" y="114483"/>
                  <a:pt x="725197" y="112789"/>
                </a:cubicBezTo>
                <a:cubicBezTo>
                  <a:pt x="725961" y="111096"/>
                  <a:pt x="726343" y="107850"/>
                  <a:pt x="726343" y="103052"/>
                </a:cubicBezTo>
                <a:lnTo>
                  <a:pt x="726343" y="73162"/>
                </a:lnTo>
                <a:cubicBezTo>
                  <a:pt x="726343" y="64751"/>
                  <a:pt x="726088" y="59304"/>
                  <a:pt x="725579" y="56822"/>
                </a:cubicBezTo>
                <a:cubicBezTo>
                  <a:pt x="725183" y="55015"/>
                  <a:pt x="724560" y="53759"/>
                  <a:pt x="723712" y="53053"/>
                </a:cubicBezTo>
                <a:cubicBezTo>
                  <a:pt x="722863" y="52348"/>
                  <a:pt x="721704" y="51995"/>
                  <a:pt x="720233" y="51995"/>
                </a:cubicBezTo>
                <a:cubicBezTo>
                  <a:pt x="718649" y="51995"/>
                  <a:pt x="716725" y="52419"/>
                  <a:pt x="714462" y="53265"/>
                </a:cubicBezTo>
                <a:lnTo>
                  <a:pt x="713274" y="50216"/>
                </a:lnTo>
                <a:lnTo>
                  <a:pt x="736695" y="40733"/>
                </a:lnTo>
                <a:lnTo>
                  <a:pt x="740429" y="40733"/>
                </a:lnTo>
                <a:close/>
                <a:moveTo>
                  <a:pt x="757940" y="42939"/>
                </a:moveTo>
                <a:lnTo>
                  <a:pt x="794515" y="42939"/>
                </a:lnTo>
                <a:lnTo>
                  <a:pt x="794515" y="46079"/>
                </a:lnTo>
                <a:lnTo>
                  <a:pt x="792139" y="46079"/>
                </a:lnTo>
                <a:cubicBezTo>
                  <a:pt x="789932" y="46079"/>
                  <a:pt x="788249" y="46616"/>
                  <a:pt x="787089" y="47691"/>
                </a:cubicBezTo>
                <a:cubicBezTo>
                  <a:pt x="785930" y="48766"/>
                  <a:pt x="785350" y="50209"/>
                  <a:pt x="785350" y="52019"/>
                </a:cubicBezTo>
                <a:cubicBezTo>
                  <a:pt x="785350" y="53999"/>
                  <a:pt x="785944" y="56347"/>
                  <a:pt x="787132" y="59062"/>
                </a:cubicBezTo>
                <a:lnTo>
                  <a:pt x="805207" y="102001"/>
                </a:lnTo>
                <a:lnTo>
                  <a:pt x="823367" y="57450"/>
                </a:lnTo>
                <a:cubicBezTo>
                  <a:pt x="824668" y="54282"/>
                  <a:pt x="825319" y="51878"/>
                  <a:pt x="825319" y="50237"/>
                </a:cubicBezTo>
                <a:cubicBezTo>
                  <a:pt x="825319" y="49445"/>
                  <a:pt x="825092" y="48794"/>
                  <a:pt x="824640" y="48285"/>
                </a:cubicBezTo>
                <a:cubicBezTo>
                  <a:pt x="824018" y="47437"/>
                  <a:pt x="823226" y="46857"/>
                  <a:pt x="822264" y="46546"/>
                </a:cubicBezTo>
                <a:cubicBezTo>
                  <a:pt x="821302" y="46234"/>
                  <a:pt x="819350" y="46079"/>
                  <a:pt x="816408" y="46079"/>
                </a:cubicBezTo>
                <a:lnTo>
                  <a:pt x="816408" y="42939"/>
                </a:lnTo>
                <a:lnTo>
                  <a:pt x="841782" y="42939"/>
                </a:lnTo>
                <a:lnTo>
                  <a:pt x="841782" y="46079"/>
                </a:lnTo>
                <a:cubicBezTo>
                  <a:pt x="838840" y="46305"/>
                  <a:pt x="836803" y="46899"/>
                  <a:pt x="835672" y="47861"/>
                </a:cubicBezTo>
                <a:cubicBezTo>
                  <a:pt x="833692" y="49558"/>
                  <a:pt x="831910" y="52387"/>
                  <a:pt x="830325" y="56347"/>
                </a:cubicBezTo>
                <a:lnTo>
                  <a:pt x="802746" y="123047"/>
                </a:lnTo>
                <a:lnTo>
                  <a:pt x="799267" y="123047"/>
                </a:lnTo>
                <a:lnTo>
                  <a:pt x="771518" y="57450"/>
                </a:lnTo>
                <a:cubicBezTo>
                  <a:pt x="770273" y="54395"/>
                  <a:pt x="769085" y="52203"/>
                  <a:pt x="767953" y="50873"/>
                </a:cubicBezTo>
                <a:cubicBezTo>
                  <a:pt x="766822" y="49544"/>
                  <a:pt x="765379" y="48427"/>
                  <a:pt x="763626" y="47521"/>
                </a:cubicBezTo>
                <a:cubicBezTo>
                  <a:pt x="762664" y="47012"/>
                  <a:pt x="760769" y="46531"/>
                  <a:pt x="757940" y="46079"/>
                </a:cubicBezTo>
                <a:lnTo>
                  <a:pt x="757940" y="42939"/>
                </a:lnTo>
                <a:close/>
                <a:moveTo>
                  <a:pt x="861893" y="72301"/>
                </a:moveTo>
                <a:cubicBezTo>
                  <a:pt x="861837" y="83815"/>
                  <a:pt x="864637" y="92846"/>
                  <a:pt x="870294" y="99395"/>
                </a:cubicBezTo>
                <a:cubicBezTo>
                  <a:pt x="875952" y="105941"/>
                  <a:pt x="882599" y="109215"/>
                  <a:pt x="890236" y="109215"/>
                </a:cubicBezTo>
                <a:cubicBezTo>
                  <a:pt x="895328" y="109215"/>
                  <a:pt x="899755" y="107814"/>
                  <a:pt x="903517" y="105014"/>
                </a:cubicBezTo>
                <a:cubicBezTo>
                  <a:pt x="907279" y="102214"/>
                  <a:pt x="910433" y="97419"/>
                  <a:pt x="912979" y="90630"/>
                </a:cubicBezTo>
                <a:lnTo>
                  <a:pt x="915609" y="92327"/>
                </a:lnTo>
                <a:cubicBezTo>
                  <a:pt x="914421" y="100078"/>
                  <a:pt x="910970" y="107136"/>
                  <a:pt x="905257" y="113500"/>
                </a:cubicBezTo>
                <a:cubicBezTo>
                  <a:pt x="899543" y="119864"/>
                  <a:pt x="892386" y="123047"/>
                  <a:pt x="883787" y="123047"/>
                </a:cubicBezTo>
                <a:cubicBezTo>
                  <a:pt x="874452" y="123047"/>
                  <a:pt x="866461" y="119420"/>
                  <a:pt x="859814" y="112166"/>
                </a:cubicBezTo>
                <a:cubicBezTo>
                  <a:pt x="853167" y="104911"/>
                  <a:pt x="849843" y="95157"/>
                  <a:pt x="849843" y="82905"/>
                </a:cubicBezTo>
                <a:cubicBezTo>
                  <a:pt x="849843" y="69639"/>
                  <a:pt x="853252" y="59294"/>
                  <a:pt x="860069" y="51871"/>
                </a:cubicBezTo>
                <a:cubicBezTo>
                  <a:pt x="866886" y="44445"/>
                  <a:pt x="875442" y="40733"/>
                  <a:pt x="885739" y="40733"/>
                </a:cubicBezTo>
                <a:cubicBezTo>
                  <a:pt x="894451" y="40733"/>
                  <a:pt x="901608" y="43597"/>
                  <a:pt x="907208" y="49325"/>
                </a:cubicBezTo>
                <a:cubicBezTo>
                  <a:pt x="912809" y="55051"/>
                  <a:pt x="915609" y="62710"/>
                  <a:pt x="915609" y="72301"/>
                </a:cubicBezTo>
                <a:lnTo>
                  <a:pt x="861893" y="72301"/>
                </a:lnTo>
                <a:moveTo>
                  <a:pt x="861893" y="67379"/>
                </a:moveTo>
                <a:lnTo>
                  <a:pt x="897874" y="67379"/>
                </a:lnTo>
                <a:cubicBezTo>
                  <a:pt x="897591" y="62400"/>
                  <a:pt x="896997" y="58893"/>
                  <a:pt x="896092" y="56856"/>
                </a:cubicBezTo>
                <a:cubicBezTo>
                  <a:pt x="894677" y="53688"/>
                  <a:pt x="892570" y="51199"/>
                  <a:pt x="889770" y="49388"/>
                </a:cubicBezTo>
                <a:cubicBezTo>
                  <a:pt x="886969" y="47578"/>
                  <a:pt x="884042" y="46673"/>
                  <a:pt x="880987" y="46673"/>
                </a:cubicBezTo>
                <a:cubicBezTo>
                  <a:pt x="876291" y="46673"/>
                  <a:pt x="872090" y="48497"/>
                  <a:pt x="868385" y="52146"/>
                </a:cubicBezTo>
                <a:cubicBezTo>
                  <a:pt x="864679" y="55795"/>
                  <a:pt x="862515" y="60873"/>
                  <a:pt x="861893" y="67379"/>
                </a:cubicBezTo>
                <a:close/>
                <a:moveTo>
                  <a:pt x="992519" y="57280"/>
                </a:moveTo>
                <a:cubicBezTo>
                  <a:pt x="998176" y="51623"/>
                  <a:pt x="1001514" y="48370"/>
                  <a:pt x="1002532" y="47521"/>
                </a:cubicBezTo>
                <a:cubicBezTo>
                  <a:pt x="1005078" y="45372"/>
                  <a:pt x="1007822" y="43703"/>
                  <a:pt x="1010764" y="42515"/>
                </a:cubicBezTo>
                <a:cubicBezTo>
                  <a:pt x="1013705" y="41327"/>
                  <a:pt x="1016619" y="40733"/>
                  <a:pt x="1019504" y="40733"/>
                </a:cubicBezTo>
                <a:cubicBezTo>
                  <a:pt x="1024370" y="40733"/>
                  <a:pt x="1028556" y="42147"/>
                  <a:pt x="1032063" y="44976"/>
                </a:cubicBezTo>
                <a:cubicBezTo>
                  <a:pt x="1035571" y="47804"/>
                  <a:pt x="1037919" y="51906"/>
                  <a:pt x="1039107" y="57280"/>
                </a:cubicBezTo>
                <a:cubicBezTo>
                  <a:pt x="1044934" y="50492"/>
                  <a:pt x="1049856" y="46036"/>
                  <a:pt x="1053872" y="43915"/>
                </a:cubicBezTo>
                <a:cubicBezTo>
                  <a:pt x="1057889" y="41793"/>
                  <a:pt x="1062019" y="40733"/>
                  <a:pt x="1066262" y="40733"/>
                </a:cubicBezTo>
                <a:cubicBezTo>
                  <a:pt x="1070392" y="40733"/>
                  <a:pt x="1074055" y="41792"/>
                  <a:pt x="1077251" y="43910"/>
                </a:cubicBezTo>
                <a:cubicBezTo>
                  <a:pt x="1080448" y="46026"/>
                  <a:pt x="1082979" y="49483"/>
                  <a:pt x="1084846" y="54281"/>
                </a:cubicBezTo>
                <a:cubicBezTo>
                  <a:pt x="1086091" y="57555"/>
                  <a:pt x="1086713" y="62692"/>
                  <a:pt x="1086713" y="69691"/>
                </a:cubicBezTo>
                <a:lnTo>
                  <a:pt x="1086713" y="103052"/>
                </a:lnTo>
                <a:cubicBezTo>
                  <a:pt x="1086713" y="107906"/>
                  <a:pt x="1087081" y="111237"/>
                  <a:pt x="1087816" y="113044"/>
                </a:cubicBezTo>
                <a:cubicBezTo>
                  <a:pt x="1088382" y="114285"/>
                  <a:pt x="1089429" y="115343"/>
                  <a:pt x="1090956" y="116218"/>
                </a:cubicBezTo>
                <a:cubicBezTo>
                  <a:pt x="1092484" y="117093"/>
                  <a:pt x="1094973" y="117531"/>
                  <a:pt x="1098424" y="117531"/>
                </a:cubicBezTo>
                <a:lnTo>
                  <a:pt x="1098424" y="120671"/>
                </a:lnTo>
                <a:lnTo>
                  <a:pt x="1060067" y="120671"/>
                </a:lnTo>
                <a:lnTo>
                  <a:pt x="1060067" y="117531"/>
                </a:lnTo>
                <a:lnTo>
                  <a:pt x="1061680" y="117531"/>
                </a:lnTo>
                <a:cubicBezTo>
                  <a:pt x="1065017" y="117531"/>
                  <a:pt x="1067620" y="116884"/>
                  <a:pt x="1069487" y="115590"/>
                </a:cubicBezTo>
                <a:cubicBezTo>
                  <a:pt x="1070788" y="114688"/>
                  <a:pt x="1071721" y="113252"/>
                  <a:pt x="1072287" y="111283"/>
                </a:cubicBezTo>
                <a:cubicBezTo>
                  <a:pt x="1072513" y="110327"/>
                  <a:pt x="1072626" y="107597"/>
                  <a:pt x="1072626" y="103094"/>
                </a:cubicBezTo>
                <a:lnTo>
                  <a:pt x="1072626" y="69829"/>
                </a:lnTo>
                <a:cubicBezTo>
                  <a:pt x="1072626" y="63525"/>
                  <a:pt x="1071863" y="59078"/>
                  <a:pt x="1070335" y="56490"/>
                </a:cubicBezTo>
                <a:cubicBezTo>
                  <a:pt x="1068129" y="52887"/>
                  <a:pt x="1064593" y="51086"/>
                  <a:pt x="1059728" y="51086"/>
                </a:cubicBezTo>
                <a:cubicBezTo>
                  <a:pt x="1056729" y="51086"/>
                  <a:pt x="1053717" y="51832"/>
                  <a:pt x="1050690" y="53324"/>
                </a:cubicBezTo>
                <a:cubicBezTo>
                  <a:pt x="1047664" y="54814"/>
                  <a:pt x="1044000" y="57586"/>
                  <a:pt x="1039701" y="61640"/>
                </a:cubicBezTo>
                <a:lnTo>
                  <a:pt x="1039531" y="62568"/>
                </a:lnTo>
                <a:lnTo>
                  <a:pt x="1039701" y="66199"/>
                </a:lnTo>
                <a:lnTo>
                  <a:pt x="1039701" y="103094"/>
                </a:lnTo>
                <a:cubicBezTo>
                  <a:pt x="1039701" y="108385"/>
                  <a:pt x="1039998" y="111678"/>
                  <a:pt x="1040592" y="112972"/>
                </a:cubicBezTo>
                <a:cubicBezTo>
                  <a:pt x="1041186" y="114266"/>
                  <a:pt x="1042303" y="115350"/>
                  <a:pt x="1043944" y="116223"/>
                </a:cubicBezTo>
                <a:cubicBezTo>
                  <a:pt x="1045584" y="117095"/>
                  <a:pt x="1048385" y="117531"/>
                  <a:pt x="1052345" y="117531"/>
                </a:cubicBezTo>
                <a:lnTo>
                  <a:pt x="1052345" y="120671"/>
                </a:lnTo>
                <a:lnTo>
                  <a:pt x="1013055" y="120671"/>
                </a:lnTo>
                <a:lnTo>
                  <a:pt x="1013055" y="117531"/>
                </a:lnTo>
                <a:cubicBezTo>
                  <a:pt x="1017354" y="117531"/>
                  <a:pt x="1020310" y="117024"/>
                  <a:pt x="1021923" y="116011"/>
                </a:cubicBezTo>
                <a:cubicBezTo>
                  <a:pt x="1023535" y="114998"/>
                  <a:pt x="1024652" y="113479"/>
                  <a:pt x="1025275" y="111453"/>
                </a:cubicBezTo>
                <a:cubicBezTo>
                  <a:pt x="1025558" y="110495"/>
                  <a:pt x="1025699" y="107708"/>
                  <a:pt x="1025699" y="103094"/>
                </a:cubicBezTo>
                <a:lnTo>
                  <a:pt x="1025699" y="69829"/>
                </a:lnTo>
                <a:cubicBezTo>
                  <a:pt x="1025699" y="63525"/>
                  <a:pt x="1024766" y="58993"/>
                  <a:pt x="1022899" y="56236"/>
                </a:cubicBezTo>
                <a:cubicBezTo>
                  <a:pt x="1020409" y="52633"/>
                  <a:pt x="1016930" y="50831"/>
                  <a:pt x="1012461" y="50831"/>
                </a:cubicBezTo>
                <a:cubicBezTo>
                  <a:pt x="1009406" y="50831"/>
                  <a:pt x="1006379" y="51647"/>
                  <a:pt x="1003381" y="53279"/>
                </a:cubicBezTo>
                <a:cubicBezTo>
                  <a:pt x="998685" y="55756"/>
                  <a:pt x="995065" y="58542"/>
                  <a:pt x="992519" y="61637"/>
                </a:cubicBezTo>
                <a:lnTo>
                  <a:pt x="992519" y="103094"/>
                </a:lnTo>
                <a:cubicBezTo>
                  <a:pt x="992519" y="108159"/>
                  <a:pt x="992872" y="111452"/>
                  <a:pt x="993580" y="112972"/>
                </a:cubicBezTo>
                <a:cubicBezTo>
                  <a:pt x="994287" y="114491"/>
                  <a:pt x="995333" y="115630"/>
                  <a:pt x="996719" y="116391"/>
                </a:cubicBezTo>
                <a:cubicBezTo>
                  <a:pt x="998105" y="117151"/>
                  <a:pt x="1000920" y="117531"/>
                  <a:pt x="1005163" y="117531"/>
                </a:cubicBezTo>
                <a:lnTo>
                  <a:pt x="1005163" y="120671"/>
                </a:lnTo>
                <a:lnTo>
                  <a:pt x="966721" y="120671"/>
                </a:lnTo>
                <a:lnTo>
                  <a:pt x="966721" y="117531"/>
                </a:lnTo>
                <a:cubicBezTo>
                  <a:pt x="970286" y="117531"/>
                  <a:pt x="972775" y="117150"/>
                  <a:pt x="974189" y="116388"/>
                </a:cubicBezTo>
                <a:cubicBezTo>
                  <a:pt x="975603" y="115626"/>
                  <a:pt x="976678" y="114412"/>
                  <a:pt x="977414" y="112747"/>
                </a:cubicBezTo>
                <a:cubicBezTo>
                  <a:pt x="978149" y="111081"/>
                  <a:pt x="978517" y="107850"/>
                  <a:pt x="978517" y="103052"/>
                </a:cubicBezTo>
                <a:lnTo>
                  <a:pt x="978517" y="73417"/>
                </a:lnTo>
                <a:cubicBezTo>
                  <a:pt x="978517" y="64892"/>
                  <a:pt x="978262" y="59389"/>
                  <a:pt x="977753" y="56906"/>
                </a:cubicBezTo>
                <a:cubicBezTo>
                  <a:pt x="977357" y="55043"/>
                  <a:pt x="976735" y="53759"/>
                  <a:pt x="975886" y="53053"/>
                </a:cubicBezTo>
                <a:cubicBezTo>
                  <a:pt x="975038" y="52348"/>
                  <a:pt x="973878" y="51995"/>
                  <a:pt x="972407" y="51995"/>
                </a:cubicBezTo>
                <a:cubicBezTo>
                  <a:pt x="970823" y="51995"/>
                  <a:pt x="968928" y="52419"/>
                  <a:pt x="966721" y="53265"/>
                </a:cubicBezTo>
                <a:lnTo>
                  <a:pt x="965449" y="50216"/>
                </a:lnTo>
                <a:lnTo>
                  <a:pt x="988870" y="40733"/>
                </a:lnTo>
                <a:lnTo>
                  <a:pt x="992519" y="40733"/>
                </a:lnTo>
                <a:lnTo>
                  <a:pt x="992519" y="57280"/>
                </a:lnTo>
                <a:close/>
                <a:moveTo>
                  <a:pt x="1117717" y="72301"/>
                </a:moveTo>
                <a:cubicBezTo>
                  <a:pt x="1117660" y="83815"/>
                  <a:pt x="1120460" y="92846"/>
                  <a:pt x="1126118" y="99395"/>
                </a:cubicBezTo>
                <a:cubicBezTo>
                  <a:pt x="1131775" y="105941"/>
                  <a:pt x="1138422" y="109215"/>
                  <a:pt x="1146060" y="109215"/>
                </a:cubicBezTo>
                <a:cubicBezTo>
                  <a:pt x="1151151" y="109215"/>
                  <a:pt x="1155578" y="107814"/>
                  <a:pt x="1159340" y="105014"/>
                </a:cubicBezTo>
                <a:cubicBezTo>
                  <a:pt x="1163102" y="102214"/>
                  <a:pt x="1166256" y="97419"/>
                  <a:pt x="1168802" y="90630"/>
                </a:cubicBezTo>
                <a:lnTo>
                  <a:pt x="1171433" y="92327"/>
                </a:lnTo>
                <a:cubicBezTo>
                  <a:pt x="1170245" y="100078"/>
                  <a:pt x="1166794" y="107136"/>
                  <a:pt x="1161080" y="113500"/>
                </a:cubicBezTo>
                <a:cubicBezTo>
                  <a:pt x="1155366" y="119864"/>
                  <a:pt x="1148210" y="123047"/>
                  <a:pt x="1139610" y="123047"/>
                </a:cubicBezTo>
                <a:cubicBezTo>
                  <a:pt x="1130276" y="123047"/>
                  <a:pt x="1122285" y="119420"/>
                  <a:pt x="1115637" y="112166"/>
                </a:cubicBezTo>
                <a:cubicBezTo>
                  <a:pt x="1108990" y="104911"/>
                  <a:pt x="1105666" y="95157"/>
                  <a:pt x="1105666" y="82905"/>
                </a:cubicBezTo>
                <a:cubicBezTo>
                  <a:pt x="1105666" y="69639"/>
                  <a:pt x="1109075" y="59294"/>
                  <a:pt x="1115892" y="51871"/>
                </a:cubicBezTo>
                <a:cubicBezTo>
                  <a:pt x="1122709" y="44445"/>
                  <a:pt x="1131266" y="40733"/>
                  <a:pt x="1141562" y="40733"/>
                </a:cubicBezTo>
                <a:cubicBezTo>
                  <a:pt x="1150274" y="40733"/>
                  <a:pt x="1157431" y="43597"/>
                  <a:pt x="1163032" y="49325"/>
                </a:cubicBezTo>
                <a:cubicBezTo>
                  <a:pt x="1168632" y="55051"/>
                  <a:pt x="1171433" y="62710"/>
                  <a:pt x="1171433" y="72301"/>
                </a:cubicBezTo>
                <a:lnTo>
                  <a:pt x="1117717" y="72301"/>
                </a:lnTo>
                <a:moveTo>
                  <a:pt x="1117717" y="67379"/>
                </a:moveTo>
                <a:lnTo>
                  <a:pt x="1153697" y="67379"/>
                </a:lnTo>
                <a:cubicBezTo>
                  <a:pt x="1153414" y="62400"/>
                  <a:pt x="1152820" y="58893"/>
                  <a:pt x="1151915" y="56856"/>
                </a:cubicBezTo>
                <a:cubicBezTo>
                  <a:pt x="1150501" y="53688"/>
                  <a:pt x="1148393" y="51199"/>
                  <a:pt x="1145593" y="49388"/>
                </a:cubicBezTo>
                <a:cubicBezTo>
                  <a:pt x="1142793" y="47578"/>
                  <a:pt x="1139865" y="46673"/>
                  <a:pt x="1136810" y="46673"/>
                </a:cubicBezTo>
                <a:cubicBezTo>
                  <a:pt x="1132114" y="46673"/>
                  <a:pt x="1127914" y="48497"/>
                  <a:pt x="1124208" y="52146"/>
                </a:cubicBezTo>
                <a:cubicBezTo>
                  <a:pt x="1120503" y="55795"/>
                  <a:pt x="1118339" y="60873"/>
                  <a:pt x="1117717" y="67379"/>
                </a:cubicBezTo>
                <a:close/>
                <a:moveTo>
                  <a:pt x="1271424" y="155124"/>
                </a:moveTo>
                <a:lnTo>
                  <a:pt x="1234086" y="155124"/>
                </a:lnTo>
                <a:lnTo>
                  <a:pt x="1234086" y="2885"/>
                </a:lnTo>
                <a:lnTo>
                  <a:pt x="1271424" y="2885"/>
                </a:lnTo>
                <a:lnTo>
                  <a:pt x="1271424" y="9589"/>
                </a:lnTo>
                <a:lnTo>
                  <a:pt x="1246815" y="9589"/>
                </a:lnTo>
                <a:lnTo>
                  <a:pt x="1246815" y="148590"/>
                </a:lnTo>
                <a:lnTo>
                  <a:pt x="1271424" y="148590"/>
                </a:lnTo>
                <a:lnTo>
                  <a:pt x="1271424" y="155124"/>
                </a:lnTo>
                <a:close/>
                <a:moveTo>
                  <a:pt x="1279994" y="42939"/>
                </a:moveTo>
                <a:lnTo>
                  <a:pt x="1316568" y="42939"/>
                </a:lnTo>
                <a:lnTo>
                  <a:pt x="1316568" y="46079"/>
                </a:lnTo>
                <a:cubicBezTo>
                  <a:pt x="1314249" y="46079"/>
                  <a:pt x="1312622" y="46475"/>
                  <a:pt x="1311689" y="47267"/>
                </a:cubicBezTo>
                <a:cubicBezTo>
                  <a:pt x="1310755" y="48059"/>
                  <a:pt x="1310289" y="49106"/>
                  <a:pt x="1310289" y="50407"/>
                </a:cubicBezTo>
                <a:cubicBezTo>
                  <a:pt x="1310289" y="51764"/>
                  <a:pt x="1311279" y="53858"/>
                  <a:pt x="1313259" y="56686"/>
                </a:cubicBezTo>
                <a:cubicBezTo>
                  <a:pt x="1313881" y="57592"/>
                  <a:pt x="1314815" y="59006"/>
                  <a:pt x="1316059" y="60929"/>
                </a:cubicBezTo>
                <a:lnTo>
                  <a:pt x="1321575" y="69755"/>
                </a:lnTo>
                <a:lnTo>
                  <a:pt x="1327940" y="60929"/>
                </a:lnTo>
                <a:cubicBezTo>
                  <a:pt x="1332013" y="55329"/>
                  <a:pt x="1334049" y="51793"/>
                  <a:pt x="1334049" y="50322"/>
                </a:cubicBezTo>
                <a:cubicBezTo>
                  <a:pt x="1334049" y="49134"/>
                  <a:pt x="1333569" y="48130"/>
                  <a:pt x="1332607" y="47309"/>
                </a:cubicBezTo>
                <a:cubicBezTo>
                  <a:pt x="1331645" y="46489"/>
                  <a:pt x="1330089" y="46079"/>
                  <a:pt x="1327940" y="46079"/>
                </a:cubicBezTo>
                <a:lnTo>
                  <a:pt x="1327940" y="42939"/>
                </a:lnTo>
                <a:lnTo>
                  <a:pt x="1354246" y="42939"/>
                </a:lnTo>
                <a:lnTo>
                  <a:pt x="1354246" y="46079"/>
                </a:lnTo>
                <a:cubicBezTo>
                  <a:pt x="1351474" y="46249"/>
                  <a:pt x="1349070" y="47012"/>
                  <a:pt x="1347033" y="48370"/>
                </a:cubicBezTo>
                <a:cubicBezTo>
                  <a:pt x="1344261" y="50294"/>
                  <a:pt x="1340471" y="54480"/>
                  <a:pt x="1335662" y="60929"/>
                </a:cubicBezTo>
                <a:lnTo>
                  <a:pt x="1325054" y="75101"/>
                </a:lnTo>
                <a:lnTo>
                  <a:pt x="1344402" y="102879"/>
                </a:lnTo>
                <a:cubicBezTo>
                  <a:pt x="1349155" y="109710"/>
                  <a:pt x="1352549" y="113818"/>
                  <a:pt x="1354586" y="115202"/>
                </a:cubicBezTo>
                <a:cubicBezTo>
                  <a:pt x="1356622" y="116585"/>
                  <a:pt x="1359253" y="117361"/>
                  <a:pt x="1362478" y="117531"/>
                </a:cubicBezTo>
                <a:lnTo>
                  <a:pt x="1362478" y="120671"/>
                </a:lnTo>
                <a:lnTo>
                  <a:pt x="1325818" y="120671"/>
                </a:lnTo>
                <a:lnTo>
                  <a:pt x="1325818" y="117531"/>
                </a:lnTo>
                <a:cubicBezTo>
                  <a:pt x="1328364" y="117531"/>
                  <a:pt x="1330344" y="116967"/>
                  <a:pt x="1331758" y="115839"/>
                </a:cubicBezTo>
                <a:cubicBezTo>
                  <a:pt x="1332833" y="115049"/>
                  <a:pt x="1333371" y="114005"/>
                  <a:pt x="1333371" y="112707"/>
                </a:cubicBezTo>
                <a:cubicBezTo>
                  <a:pt x="1333371" y="111409"/>
                  <a:pt x="1331560" y="108137"/>
                  <a:pt x="1327940" y="102890"/>
                </a:cubicBezTo>
                <a:lnTo>
                  <a:pt x="1316568" y="86302"/>
                </a:lnTo>
                <a:lnTo>
                  <a:pt x="1304094" y="102890"/>
                </a:lnTo>
                <a:cubicBezTo>
                  <a:pt x="1300247" y="108024"/>
                  <a:pt x="1298324" y="111071"/>
                  <a:pt x="1298324" y="112031"/>
                </a:cubicBezTo>
                <a:cubicBezTo>
                  <a:pt x="1298324" y="113385"/>
                  <a:pt x="1298960" y="114612"/>
                  <a:pt x="1300233" y="115712"/>
                </a:cubicBezTo>
                <a:cubicBezTo>
                  <a:pt x="1301506" y="116811"/>
                  <a:pt x="1303415" y="117418"/>
                  <a:pt x="1305961" y="117531"/>
                </a:cubicBezTo>
                <a:lnTo>
                  <a:pt x="1305961" y="120671"/>
                </a:lnTo>
                <a:lnTo>
                  <a:pt x="1280588" y="120671"/>
                </a:lnTo>
                <a:lnTo>
                  <a:pt x="1280588" y="117531"/>
                </a:lnTo>
                <a:cubicBezTo>
                  <a:pt x="1282624" y="117248"/>
                  <a:pt x="1284406" y="116543"/>
                  <a:pt x="1285934" y="115415"/>
                </a:cubicBezTo>
                <a:cubicBezTo>
                  <a:pt x="1288084" y="113778"/>
                  <a:pt x="1291704" y="109601"/>
                  <a:pt x="1296796" y="102885"/>
                </a:cubicBezTo>
                <a:lnTo>
                  <a:pt x="1313089" y="81296"/>
                </a:lnTo>
                <a:lnTo>
                  <a:pt x="1298324" y="59911"/>
                </a:lnTo>
                <a:cubicBezTo>
                  <a:pt x="1294137" y="53801"/>
                  <a:pt x="1290898" y="49968"/>
                  <a:pt x="1288607" y="48413"/>
                </a:cubicBezTo>
                <a:cubicBezTo>
                  <a:pt x="1286316" y="46857"/>
                  <a:pt x="1283445" y="46079"/>
                  <a:pt x="1279994" y="46079"/>
                </a:cubicBezTo>
                <a:lnTo>
                  <a:pt x="1279994" y="42939"/>
                </a:lnTo>
                <a:close/>
                <a:moveTo>
                  <a:pt x="1370964" y="2885"/>
                </a:moveTo>
                <a:lnTo>
                  <a:pt x="1408302" y="2885"/>
                </a:lnTo>
                <a:lnTo>
                  <a:pt x="1408302" y="155124"/>
                </a:lnTo>
                <a:lnTo>
                  <a:pt x="1370964" y="155124"/>
                </a:lnTo>
                <a:lnTo>
                  <a:pt x="1370964" y="148420"/>
                </a:lnTo>
                <a:lnTo>
                  <a:pt x="1395573" y="148420"/>
                </a:lnTo>
                <a:lnTo>
                  <a:pt x="1395573" y="9589"/>
                </a:lnTo>
                <a:lnTo>
                  <a:pt x="1370964" y="9589"/>
                </a:lnTo>
                <a:lnTo>
                  <a:pt x="1370964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35513-C057-4B8C-A9F5-64E7B87E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4261130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65B368-3D53-430A-80E6-B78CE305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4261130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7" name="Text 19,9.0%">
            <a:extLst xmlns:a="http://schemas.openxmlformats.org/drawingml/2006/main">
              <a:ext uri="{FF2B5EF4-FFF2-40B4-BE49-F238E27FC236}">
                <a16:creationId xmlns:a16="http://schemas.microsoft.com/office/drawing/2014/main" id="{C73FCF3C-545E-4D65-8285-8B7E50C7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300" y="4337191"/>
            <a:ext cx="596310" cy="146807"/>
          </a:xfrm>
          <a:custGeom xmlns:a="http://schemas.openxmlformats.org/drawingml/2006/main">
            <a:pathLst>
              <a:path w="596310" h="146807">
                <a:moveTo>
                  <a:pt x="0" y="14002"/>
                </a:moveTo>
                <a:lnTo>
                  <a:pt x="28004" y="339"/>
                </a:lnTo>
                <a:lnTo>
                  <a:pt x="30804" y="339"/>
                </a:lnTo>
                <a:lnTo>
                  <a:pt x="30804" y="97504"/>
                </a:lnTo>
                <a:cubicBezTo>
                  <a:pt x="30804" y="103953"/>
                  <a:pt x="31073" y="107970"/>
                  <a:pt x="31610" y="109554"/>
                </a:cubicBezTo>
                <a:cubicBezTo>
                  <a:pt x="32148" y="111138"/>
                  <a:pt x="33265" y="112354"/>
                  <a:pt x="34962" y="113203"/>
                </a:cubicBezTo>
                <a:cubicBezTo>
                  <a:pt x="36659" y="114052"/>
                  <a:pt x="40110" y="114532"/>
                  <a:pt x="45315" y="114646"/>
                </a:cubicBezTo>
                <a:lnTo>
                  <a:pt x="45315" y="117785"/>
                </a:lnTo>
                <a:lnTo>
                  <a:pt x="2037" y="117785"/>
                </a:lnTo>
                <a:lnTo>
                  <a:pt x="2037" y="114646"/>
                </a:lnTo>
                <a:cubicBezTo>
                  <a:pt x="7468" y="114532"/>
                  <a:pt x="10975" y="114066"/>
                  <a:pt x="12559" y="113245"/>
                </a:cubicBezTo>
                <a:cubicBezTo>
                  <a:pt x="14143" y="112425"/>
                  <a:pt x="15246" y="111322"/>
                  <a:pt x="15869" y="109936"/>
                </a:cubicBezTo>
                <a:cubicBezTo>
                  <a:pt x="16491" y="108550"/>
                  <a:pt x="16802" y="104406"/>
                  <a:pt x="16802" y="97504"/>
                </a:cubicBezTo>
                <a:lnTo>
                  <a:pt x="16802" y="35387"/>
                </a:lnTo>
                <a:cubicBezTo>
                  <a:pt x="16802" y="27014"/>
                  <a:pt x="16519" y="21639"/>
                  <a:pt x="15954" y="19263"/>
                </a:cubicBezTo>
                <a:cubicBezTo>
                  <a:pt x="15558" y="17453"/>
                  <a:pt x="14836" y="16123"/>
                  <a:pt x="13790" y="15275"/>
                </a:cubicBezTo>
                <a:cubicBezTo>
                  <a:pt x="12743" y="14426"/>
                  <a:pt x="11484" y="14002"/>
                  <a:pt x="10013" y="14002"/>
                </a:cubicBezTo>
                <a:cubicBezTo>
                  <a:pt x="7920" y="14002"/>
                  <a:pt x="5007" y="14879"/>
                  <a:pt x="1273" y="16633"/>
                </a:cubicBezTo>
                <a:lnTo>
                  <a:pt x="0" y="14002"/>
                </a:lnTo>
                <a:close/>
                <a:moveTo>
                  <a:pt x="75695" y="120161"/>
                </a:moveTo>
                <a:lnTo>
                  <a:pt x="75695" y="117022"/>
                </a:lnTo>
                <a:cubicBezTo>
                  <a:pt x="83050" y="116909"/>
                  <a:pt x="89895" y="115197"/>
                  <a:pt x="96231" y="111888"/>
                </a:cubicBezTo>
                <a:cubicBezTo>
                  <a:pt x="102567" y="108578"/>
                  <a:pt x="108691" y="102794"/>
                  <a:pt x="114603" y="94534"/>
                </a:cubicBezTo>
                <a:cubicBezTo>
                  <a:pt x="120515" y="86274"/>
                  <a:pt x="124631" y="77194"/>
                  <a:pt x="126950" y="67294"/>
                </a:cubicBezTo>
                <a:cubicBezTo>
                  <a:pt x="118068" y="73008"/>
                  <a:pt x="110035" y="75865"/>
                  <a:pt x="102850" y="75865"/>
                </a:cubicBezTo>
                <a:cubicBezTo>
                  <a:pt x="94760" y="75865"/>
                  <a:pt x="87830" y="72739"/>
                  <a:pt x="82060" y="66488"/>
                </a:cubicBezTo>
                <a:cubicBezTo>
                  <a:pt x="76289" y="60236"/>
                  <a:pt x="73404" y="51934"/>
                  <a:pt x="73404" y="41581"/>
                </a:cubicBezTo>
                <a:cubicBezTo>
                  <a:pt x="73404" y="31511"/>
                  <a:pt x="76289" y="22544"/>
                  <a:pt x="82060" y="14681"/>
                </a:cubicBezTo>
                <a:cubicBezTo>
                  <a:pt x="89018" y="5120"/>
                  <a:pt x="98098" y="339"/>
                  <a:pt x="109300" y="339"/>
                </a:cubicBezTo>
                <a:cubicBezTo>
                  <a:pt x="118747" y="339"/>
                  <a:pt x="126837" y="4243"/>
                  <a:pt x="133569" y="12050"/>
                </a:cubicBezTo>
                <a:cubicBezTo>
                  <a:pt x="141829" y="21724"/>
                  <a:pt x="145959" y="33661"/>
                  <a:pt x="145959" y="47861"/>
                </a:cubicBezTo>
                <a:cubicBezTo>
                  <a:pt x="145959" y="60646"/>
                  <a:pt x="142819" y="72569"/>
                  <a:pt x="136540" y="83629"/>
                </a:cubicBezTo>
                <a:cubicBezTo>
                  <a:pt x="130260" y="94689"/>
                  <a:pt x="121519" y="103868"/>
                  <a:pt x="110318" y="111166"/>
                </a:cubicBezTo>
                <a:cubicBezTo>
                  <a:pt x="101210" y="117163"/>
                  <a:pt x="91281" y="120161"/>
                  <a:pt x="80532" y="120161"/>
                </a:cubicBezTo>
                <a:lnTo>
                  <a:pt x="75695" y="120161"/>
                </a:lnTo>
                <a:moveTo>
                  <a:pt x="128308" y="60948"/>
                </a:moveTo>
                <a:cubicBezTo>
                  <a:pt x="129326" y="53615"/>
                  <a:pt x="129836" y="47747"/>
                  <a:pt x="129836" y="43345"/>
                </a:cubicBezTo>
                <a:cubicBezTo>
                  <a:pt x="129836" y="37873"/>
                  <a:pt x="128902" y="31964"/>
                  <a:pt x="127035" y="25617"/>
                </a:cubicBezTo>
                <a:cubicBezTo>
                  <a:pt x="125168" y="19270"/>
                  <a:pt x="122524" y="14404"/>
                  <a:pt x="119101" y="11019"/>
                </a:cubicBezTo>
                <a:cubicBezTo>
                  <a:pt x="115678" y="7633"/>
                  <a:pt x="111789" y="5940"/>
                  <a:pt x="107433" y="5940"/>
                </a:cubicBezTo>
                <a:cubicBezTo>
                  <a:pt x="102398" y="5940"/>
                  <a:pt x="97985" y="8197"/>
                  <a:pt x="94195" y="12710"/>
                </a:cubicBezTo>
                <a:cubicBezTo>
                  <a:pt x="90404" y="17224"/>
                  <a:pt x="88509" y="23938"/>
                  <a:pt x="88509" y="32851"/>
                </a:cubicBezTo>
                <a:cubicBezTo>
                  <a:pt x="88509" y="44756"/>
                  <a:pt x="91026" y="54065"/>
                  <a:pt x="96061" y="60778"/>
                </a:cubicBezTo>
                <a:cubicBezTo>
                  <a:pt x="99739" y="65631"/>
                  <a:pt x="104265" y="68058"/>
                  <a:pt x="109639" y="68058"/>
                </a:cubicBezTo>
                <a:cubicBezTo>
                  <a:pt x="112241" y="68058"/>
                  <a:pt x="115325" y="67437"/>
                  <a:pt x="118889" y="66196"/>
                </a:cubicBezTo>
                <a:cubicBezTo>
                  <a:pt x="122453" y="64955"/>
                  <a:pt x="125593" y="63206"/>
                  <a:pt x="128308" y="60948"/>
                </a:cubicBezTo>
                <a:close/>
                <a:moveTo>
                  <a:pt x="162761" y="146807"/>
                </a:moveTo>
                <a:lnTo>
                  <a:pt x="162761" y="143074"/>
                </a:lnTo>
                <a:cubicBezTo>
                  <a:pt x="168588" y="141143"/>
                  <a:pt x="173100" y="138147"/>
                  <a:pt x="176297" y="134086"/>
                </a:cubicBezTo>
                <a:cubicBezTo>
                  <a:pt x="179493" y="130027"/>
                  <a:pt x="181091" y="125726"/>
                  <a:pt x="181091" y="121182"/>
                </a:cubicBezTo>
                <a:cubicBezTo>
                  <a:pt x="181091" y="120106"/>
                  <a:pt x="180837" y="119200"/>
                  <a:pt x="180327" y="118464"/>
                </a:cubicBezTo>
                <a:cubicBezTo>
                  <a:pt x="179931" y="117955"/>
                  <a:pt x="179535" y="117701"/>
                  <a:pt x="179139" y="117701"/>
                </a:cubicBezTo>
                <a:cubicBezTo>
                  <a:pt x="178517" y="117701"/>
                  <a:pt x="177159" y="118266"/>
                  <a:pt x="175066" y="119398"/>
                </a:cubicBezTo>
                <a:cubicBezTo>
                  <a:pt x="174048" y="119907"/>
                  <a:pt x="172973" y="120161"/>
                  <a:pt x="171841" y="120161"/>
                </a:cubicBezTo>
                <a:cubicBezTo>
                  <a:pt x="169069" y="120161"/>
                  <a:pt x="166863" y="119341"/>
                  <a:pt x="165222" y="117701"/>
                </a:cubicBezTo>
                <a:cubicBezTo>
                  <a:pt x="163582" y="116060"/>
                  <a:pt x="162761" y="113797"/>
                  <a:pt x="162761" y="110912"/>
                </a:cubicBezTo>
                <a:cubicBezTo>
                  <a:pt x="162761" y="108140"/>
                  <a:pt x="163822" y="105764"/>
                  <a:pt x="165944" y="103784"/>
                </a:cubicBezTo>
                <a:cubicBezTo>
                  <a:pt x="168065" y="101803"/>
                  <a:pt x="170653" y="100813"/>
                  <a:pt x="173708" y="100813"/>
                </a:cubicBezTo>
                <a:cubicBezTo>
                  <a:pt x="177442" y="100813"/>
                  <a:pt x="180766" y="102443"/>
                  <a:pt x="183679" y="105704"/>
                </a:cubicBezTo>
                <a:cubicBezTo>
                  <a:pt x="186593" y="108962"/>
                  <a:pt x="188050" y="113283"/>
                  <a:pt x="188050" y="118666"/>
                </a:cubicBezTo>
                <a:cubicBezTo>
                  <a:pt x="188050" y="124505"/>
                  <a:pt x="186027" y="129933"/>
                  <a:pt x="181982" y="134948"/>
                </a:cubicBezTo>
                <a:cubicBezTo>
                  <a:pt x="177937" y="139964"/>
                  <a:pt x="171530" y="143917"/>
                  <a:pt x="162761" y="146807"/>
                </a:cubicBezTo>
                <a:close/>
                <a:moveTo>
                  <a:pt x="249488" y="120161"/>
                </a:moveTo>
                <a:lnTo>
                  <a:pt x="249488" y="117022"/>
                </a:lnTo>
                <a:cubicBezTo>
                  <a:pt x="256842" y="116909"/>
                  <a:pt x="263688" y="115197"/>
                  <a:pt x="270024" y="111888"/>
                </a:cubicBezTo>
                <a:cubicBezTo>
                  <a:pt x="276360" y="108578"/>
                  <a:pt x="282484" y="102794"/>
                  <a:pt x="288396" y="94534"/>
                </a:cubicBezTo>
                <a:cubicBezTo>
                  <a:pt x="294308" y="86274"/>
                  <a:pt x="298423" y="77194"/>
                  <a:pt x="300743" y="67294"/>
                </a:cubicBezTo>
                <a:cubicBezTo>
                  <a:pt x="291861" y="73008"/>
                  <a:pt x="283828" y="75865"/>
                  <a:pt x="276643" y="75865"/>
                </a:cubicBezTo>
                <a:cubicBezTo>
                  <a:pt x="268553" y="75865"/>
                  <a:pt x="261623" y="72739"/>
                  <a:pt x="255852" y="66488"/>
                </a:cubicBezTo>
                <a:cubicBezTo>
                  <a:pt x="250082" y="60236"/>
                  <a:pt x="247196" y="51934"/>
                  <a:pt x="247196" y="41581"/>
                </a:cubicBezTo>
                <a:cubicBezTo>
                  <a:pt x="247196" y="31511"/>
                  <a:pt x="250082" y="22544"/>
                  <a:pt x="255852" y="14681"/>
                </a:cubicBezTo>
                <a:cubicBezTo>
                  <a:pt x="262811" y="5120"/>
                  <a:pt x="271891" y="339"/>
                  <a:pt x="283092" y="339"/>
                </a:cubicBezTo>
                <a:cubicBezTo>
                  <a:pt x="292540" y="339"/>
                  <a:pt x="300630" y="4243"/>
                  <a:pt x="307362" y="12050"/>
                </a:cubicBezTo>
                <a:cubicBezTo>
                  <a:pt x="315622" y="21724"/>
                  <a:pt x="319752" y="33661"/>
                  <a:pt x="319752" y="47861"/>
                </a:cubicBezTo>
                <a:cubicBezTo>
                  <a:pt x="319752" y="60646"/>
                  <a:pt x="316612" y="72569"/>
                  <a:pt x="310332" y="83629"/>
                </a:cubicBezTo>
                <a:cubicBezTo>
                  <a:pt x="304053" y="94689"/>
                  <a:pt x="295312" y="103868"/>
                  <a:pt x="284110" y="111166"/>
                </a:cubicBezTo>
                <a:cubicBezTo>
                  <a:pt x="275002" y="117163"/>
                  <a:pt x="265074" y="120161"/>
                  <a:pt x="254325" y="120161"/>
                </a:cubicBezTo>
                <a:lnTo>
                  <a:pt x="249488" y="120161"/>
                </a:lnTo>
                <a:moveTo>
                  <a:pt x="302101" y="60948"/>
                </a:moveTo>
                <a:cubicBezTo>
                  <a:pt x="303119" y="53615"/>
                  <a:pt x="303628" y="47747"/>
                  <a:pt x="303628" y="43345"/>
                </a:cubicBezTo>
                <a:cubicBezTo>
                  <a:pt x="303628" y="37873"/>
                  <a:pt x="302695" y="31964"/>
                  <a:pt x="300828" y="25617"/>
                </a:cubicBezTo>
                <a:cubicBezTo>
                  <a:pt x="298961" y="19270"/>
                  <a:pt x="296316" y="14404"/>
                  <a:pt x="292893" y="11019"/>
                </a:cubicBezTo>
                <a:cubicBezTo>
                  <a:pt x="289471" y="7633"/>
                  <a:pt x="285581" y="5940"/>
                  <a:pt x="281225" y="5940"/>
                </a:cubicBezTo>
                <a:cubicBezTo>
                  <a:pt x="276190" y="5940"/>
                  <a:pt x="271778" y="8197"/>
                  <a:pt x="267987" y="12710"/>
                </a:cubicBezTo>
                <a:cubicBezTo>
                  <a:pt x="264197" y="17224"/>
                  <a:pt x="262301" y="23938"/>
                  <a:pt x="262301" y="32851"/>
                </a:cubicBezTo>
                <a:cubicBezTo>
                  <a:pt x="262301" y="44756"/>
                  <a:pt x="264819" y="54065"/>
                  <a:pt x="269854" y="60778"/>
                </a:cubicBezTo>
                <a:cubicBezTo>
                  <a:pt x="273531" y="65631"/>
                  <a:pt x="278057" y="68058"/>
                  <a:pt x="283432" y="68058"/>
                </a:cubicBezTo>
                <a:cubicBezTo>
                  <a:pt x="286034" y="68058"/>
                  <a:pt x="289117" y="67437"/>
                  <a:pt x="292681" y="66196"/>
                </a:cubicBezTo>
                <a:cubicBezTo>
                  <a:pt x="296245" y="64955"/>
                  <a:pt x="299385" y="63206"/>
                  <a:pt x="302101" y="60948"/>
                </a:cubicBezTo>
                <a:close/>
                <a:moveTo>
                  <a:pt x="348943" y="101323"/>
                </a:moveTo>
                <a:cubicBezTo>
                  <a:pt x="351602" y="101323"/>
                  <a:pt x="353837" y="102242"/>
                  <a:pt x="355647" y="104081"/>
                </a:cubicBezTo>
                <a:cubicBezTo>
                  <a:pt x="357458" y="105919"/>
                  <a:pt x="358363" y="108140"/>
                  <a:pt x="358363" y="110742"/>
                </a:cubicBezTo>
                <a:cubicBezTo>
                  <a:pt x="358363" y="113344"/>
                  <a:pt x="357444" y="115565"/>
                  <a:pt x="355605" y="117404"/>
                </a:cubicBezTo>
                <a:cubicBezTo>
                  <a:pt x="353766" y="119242"/>
                  <a:pt x="351546" y="120161"/>
                  <a:pt x="348943" y="120161"/>
                </a:cubicBezTo>
                <a:cubicBezTo>
                  <a:pt x="346341" y="120161"/>
                  <a:pt x="344121" y="119242"/>
                  <a:pt x="342282" y="117404"/>
                </a:cubicBezTo>
                <a:cubicBezTo>
                  <a:pt x="340443" y="115565"/>
                  <a:pt x="339524" y="113344"/>
                  <a:pt x="339524" y="110742"/>
                </a:cubicBezTo>
                <a:cubicBezTo>
                  <a:pt x="339524" y="108083"/>
                  <a:pt x="340443" y="105848"/>
                  <a:pt x="342282" y="104038"/>
                </a:cubicBezTo>
                <a:cubicBezTo>
                  <a:pt x="344121" y="102228"/>
                  <a:pt x="346341" y="101323"/>
                  <a:pt x="348943" y="101323"/>
                </a:cubicBezTo>
                <a:close/>
                <a:moveTo>
                  <a:pt x="376947" y="60929"/>
                </a:moveTo>
                <a:cubicBezTo>
                  <a:pt x="376947" y="47804"/>
                  <a:pt x="378927" y="36504"/>
                  <a:pt x="382887" y="27028"/>
                </a:cubicBezTo>
                <a:cubicBezTo>
                  <a:pt x="386848" y="17552"/>
                  <a:pt x="392109" y="10494"/>
                  <a:pt x="398671" y="5855"/>
                </a:cubicBezTo>
                <a:cubicBezTo>
                  <a:pt x="403763" y="2178"/>
                  <a:pt x="409024" y="339"/>
                  <a:pt x="414455" y="339"/>
                </a:cubicBezTo>
                <a:cubicBezTo>
                  <a:pt x="423281" y="339"/>
                  <a:pt x="431201" y="4837"/>
                  <a:pt x="438216" y="13832"/>
                </a:cubicBezTo>
                <a:cubicBezTo>
                  <a:pt x="446985" y="24977"/>
                  <a:pt x="451369" y="40082"/>
                  <a:pt x="451369" y="59147"/>
                </a:cubicBezTo>
                <a:cubicBezTo>
                  <a:pt x="451369" y="72499"/>
                  <a:pt x="449446" y="83841"/>
                  <a:pt x="445599" y="93176"/>
                </a:cubicBezTo>
                <a:cubicBezTo>
                  <a:pt x="441752" y="102511"/>
                  <a:pt x="436844" y="109285"/>
                  <a:pt x="430876" y="113500"/>
                </a:cubicBezTo>
                <a:cubicBezTo>
                  <a:pt x="424907" y="117715"/>
                  <a:pt x="419151" y="119822"/>
                  <a:pt x="413607" y="119822"/>
                </a:cubicBezTo>
                <a:cubicBezTo>
                  <a:pt x="402632" y="119822"/>
                  <a:pt x="393495" y="113344"/>
                  <a:pt x="386197" y="100389"/>
                </a:cubicBezTo>
                <a:cubicBezTo>
                  <a:pt x="380031" y="89471"/>
                  <a:pt x="376947" y="76317"/>
                  <a:pt x="376947" y="60929"/>
                </a:cubicBezTo>
                <a:moveTo>
                  <a:pt x="393580" y="63096"/>
                </a:moveTo>
                <a:cubicBezTo>
                  <a:pt x="393580" y="78949"/>
                  <a:pt x="395532" y="91885"/>
                  <a:pt x="399435" y="101906"/>
                </a:cubicBezTo>
                <a:cubicBezTo>
                  <a:pt x="402660" y="110343"/>
                  <a:pt x="407469" y="114561"/>
                  <a:pt x="413861" y="114561"/>
                </a:cubicBezTo>
                <a:cubicBezTo>
                  <a:pt x="416916" y="114561"/>
                  <a:pt x="420084" y="113188"/>
                  <a:pt x="423366" y="110442"/>
                </a:cubicBezTo>
                <a:cubicBezTo>
                  <a:pt x="426647" y="107697"/>
                  <a:pt x="429136" y="103097"/>
                  <a:pt x="430833" y="96642"/>
                </a:cubicBezTo>
                <a:cubicBezTo>
                  <a:pt x="433436" y="86903"/>
                  <a:pt x="434737" y="73173"/>
                  <a:pt x="434737" y="55453"/>
                </a:cubicBezTo>
                <a:cubicBezTo>
                  <a:pt x="434737" y="42318"/>
                  <a:pt x="433379" y="31362"/>
                  <a:pt x="430664" y="22586"/>
                </a:cubicBezTo>
                <a:cubicBezTo>
                  <a:pt x="428627" y="16075"/>
                  <a:pt x="425996" y="11460"/>
                  <a:pt x="422772" y="8743"/>
                </a:cubicBezTo>
                <a:cubicBezTo>
                  <a:pt x="420452" y="6875"/>
                  <a:pt x="417652" y="5940"/>
                  <a:pt x="414370" y="5940"/>
                </a:cubicBezTo>
                <a:cubicBezTo>
                  <a:pt x="410523" y="5940"/>
                  <a:pt x="407101" y="7667"/>
                  <a:pt x="404102" y="11122"/>
                </a:cubicBezTo>
                <a:cubicBezTo>
                  <a:pt x="400029" y="15821"/>
                  <a:pt x="397257" y="23210"/>
                  <a:pt x="395786" y="33289"/>
                </a:cubicBezTo>
                <a:cubicBezTo>
                  <a:pt x="394315" y="43366"/>
                  <a:pt x="393580" y="53302"/>
                  <a:pt x="393580" y="63096"/>
                </a:cubicBezTo>
                <a:close/>
                <a:moveTo>
                  <a:pt x="575689" y="0"/>
                </a:moveTo>
                <a:lnTo>
                  <a:pt x="491848" y="122538"/>
                </a:lnTo>
                <a:lnTo>
                  <a:pt x="484295" y="122538"/>
                </a:lnTo>
                <a:lnTo>
                  <a:pt x="568137" y="0"/>
                </a:lnTo>
                <a:lnTo>
                  <a:pt x="575689" y="0"/>
                </a:lnTo>
                <a:moveTo>
                  <a:pt x="488453" y="0"/>
                </a:moveTo>
                <a:cubicBezTo>
                  <a:pt x="496091" y="0"/>
                  <a:pt x="502017" y="3173"/>
                  <a:pt x="506231" y="9518"/>
                </a:cubicBezTo>
                <a:cubicBezTo>
                  <a:pt x="510446" y="15863"/>
                  <a:pt x="512553" y="23142"/>
                  <a:pt x="512553" y="31356"/>
                </a:cubicBezTo>
                <a:cubicBezTo>
                  <a:pt x="512553" y="41214"/>
                  <a:pt x="510177" y="48833"/>
                  <a:pt x="505425" y="54215"/>
                </a:cubicBezTo>
                <a:cubicBezTo>
                  <a:pt x="500673" y="59596"/>
                  <a:pt x="494959" y="62287"/>
                  <a:pt x="488283" y="62287"/>
                </a:cubicBezTo>
                <a:cubicBezTo>
                  <a:pt x="483814" y="62287"/>
                  <a:pt x="479713" y="61055"/>
                  <a:pt x="475979" y="58590"/>
                </a:cubicBezTo>
                <a:cubicBezTo>
                  <a:pt x="472245" y="56126"/>
                  <a:pt x="469261" y="52458"/>
                  <a:pt x="467026" y="47588"/>
                </a:cubicBezTo>
                <a:cubicBezTo>
                  <a:pt x="464791" y="42715"/>
                  <a:pt x="463674" y="37305"/>
                  <a:pt x="463674" y="31356"/>
                </a:cubicBezTo>
                <a:cubicBezTo>
                  <a:pt x="463674" y="25408"/>
                  <a:pt x="464806" y="19928"/>
                  <a:pt x="467069" y="14914"/>
                </a:cubicBezTo>
                <a:cubicBezTo>
                  <a:pt x="469331" y="9900"/>
                  <a:pt x="472429" y="6161"/>
                  <a:pt x="476361" y="3697"/>
                </a:cubicBezTo>
                <a:cubicBezTo>
                  <a:pt x="480293" y="1232"/>
                  <a:pt x="484323" y="0"/>
                  <a:pt x="488453" y="0"/>
                </a:cubicBezTo>
                <a:moveTo>
                  <a:pt x="488199" y="4582"/>
                </a:moveTo>
                <a:cubicBezTo>
                  <a:pt x="485313" y="4582"/>
                  <a:pt x="482753" y="6288"/>
                  <a:pt x="480519" y="9698"/>
                </a:cubicBezTo>
                <a:cubicBezTo>
                  <a:pt x="478284" y="13108"/>
                  <a:pt x="477167" y="20271"/>
                  <a:pt x="477167" y="31186"/>
                </a:cubicBezTo>
                <a:cubicBezTo>
                  <a:pt x="477167" y="39087"/>
                  <a:pt x="477789" y="45112"/>
                  <a:pt x="479034" y="49261"/>
                </a:cubicBezTo>
                <a:cubicBezTo>
                  <a:pt x="479996" y="52389"/>
                  <a:pt x="481495" y="54804"/>
                  <a:pt x="483531" y="56509"/>
                </a:cubicBezTo>
                <a:cubicBezTo>
                  <a:pt x="484719" y="57532"/>
                  <a:pt x="486190" y="58044"/>
                  <a:pt x="487944" y="58044"/>
                </a:cubicBezTo>
                <a:cubicBezTo>
                  <a:pt x="490660" y="58044"/>
                  <a:pt x="492979" y="56566"/>
                  <a:pt x="494903" y="53610"/>
                </a:cubicBezTo>
                <a:cubicBezTo>
                  <a:pt x="497731" y="49233"/>
                  <a:pt x="499146" y="41929"/>
                  <a:pt x="499146" y="31698"/>
                </a:cubicBezTo>
                <a:cubicBezTo>
                  <a:pt x="499146" y="20898"/>
                  <a:pt x="497759" y="13309"/>
                  <a:pt x="494987" y="8931"/>
                </a:cubicBezTo>
                <a:cubicBezTo>
                  <a:pt x="493177" y="6032"/>
                  <a:pt x="490914" y="4582"/>
                  <a:pt x="488199" y="4582"/>
                </a:cubicBezTo>
                <a:moveTo>
                  <a:pt x="571786" y="60590"/>
                </a:moveTo>
                <a:cubicBezTo>
                  <a:pt x="575802" y="60590"/>
                  <a:pt x="579805" y="61865"/>
                  <a:pt x="583793" y="64414"/>
                </a:cubicBezTo>
                <a:cubicBezTo>
                  <a:pt x="587782" y="66963"/>
                  <a:pt x="590865" y="70674"/>
                  <a:pt x="593043" y="75546"/>
                </a:cubicBezTo>
                <a:cubicBezTo>
                  <a:pt x="595221" y="80417"/>
                  <a:pt x="596310" y="85770"/>
                  <a:pt x="596310" y="91606"/>
                </a:cubicBezTo>
                <a:cubicBezTo>
                  <a:pt x="596310" y="101634"/>
                  <a:pt x="593906" y="109296"/>
                  <a:pt x="589097" y="114593"/>
                </a:cubicBezTo>
                <a:cubicBezTo>
                  <a:pt x="584288" y="119889"/>
                  <a:pt x="578603" y="122538"/>
                  <a:pt x="572040" y="122538"/>
                </a:cubicBezTo>
                <a:cubicBezTo>
                  <a:pt x="567910" y="122538"/>
                  <a:pt x="563908" y="121263"/>
                  <a:pt x="560032" y="118714"/>
                </a:cubicBezTo>
                <a:cubicBezTo>
                  <a:pt x="556157" y="116164"/>
                  <a:pt x="553102" y="112525"/>
                  <a:pt x="550868" y="107796"/>
                </a:cubicBezTo>
                <a:cubicBezTo>
                  <a:pt x="548633" y="103065"/>
                  <a:pt x="547516" y="97668"/>
                  <a:pt x="547516" y="91606"/>
                </a:cubicBezTo>
                <a:cubicBezTo>
                  <a:pt x="547516" y="85657"/>
                  <a:pt x="548633" y="80219"/>
                  <a:pt x="550868" y="75292"/>
                </a:cubicBezTo>
                <a:cubicBezTo>
                  <a:pt x="553102" y="70363"/>
                  <a:pt x="556157" y="66680"/>
                  <a:pt x="560032" y="64244"/>
                </a:cubicBezTo>
                <a:cubicBezTo>
                  <a:pt x="563908" y="61808"/>
                  <a:pt x="567825" y="60590"/>
                  <a:pt x="571786" y="60590"/>
                </a:cubicBezTo>
                <a:moveTo>
                  <a:pt x="571870" y="65172"/>
                </a:moveTo>
                <a:cubicBezTo>
                  <a:pt x="569155" y="65172"/>
                  <a:pt x="566807" y="66705"/>
                  <a:pt x="564827" y="69771"/>
                </a:cubicBezTo>
                <a:cubicBezTo>
                  <a:pt x="562281" y="73743"/>
                  <a:pt x="561008" y="81263"/>
                  <a:pt x="561008" y="92330"/>
                </a:cubicBezTo>
                <a:cubicBezTo>
                  <a:pt x="561008" y="102489"/>
                  <a:pt x="562310" y="109583"/>
                  <a:pt x="564912" y="113614"/>
                </a:cubicBezTo>
                <a:cubicBezTo>
                  <a:pt x="566835" y="116508"/>
                  <a:pt x="569155" y="117955"/>
                  <a:pt x="571870" y="117955"/>
                </a:cubicBezTo>
                <a:cubicBezTo>
                  <a:pt x="574473" y="117955"/>
                  <a:pt x="576792" y="116394"/>
                  <a:pt x="578829" y="113272"/>
                </a:cubicBezTo>
                <a:cubicBezTo>
                  <a:pt x="581544" y="109130"/>
                  <a:pt x="582902" y="102007"/>
                  <a:pt x="582902" y="91903"/>
                </a:cubicBezTo>
                <a:cubicBezTo>
                  <a:pt x="582902" y="81234"/>
                  <a:pt x="581544" y="73771"/>
                  <a:pt x="578829" y="69513"/>
                </a:cubicBezTo>
                <a:cubicBezTo>
                  <a:pt x="576962" y="66619"/>
                  <a:pt x="574642" y="65172"/>
                  <a:pt x="571870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0DC0D-8A29-4844-B42F-7B7DFD0C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407607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294111"/>
                </a:moveTo>
                <a:cubicBezTo>
                  <a:pt x="89125" y="294111"/>
                  <a:pt x="133687" y="245093"/>
                  <a:pt x="133687" y="147056"/>
                </a:cubicBezTo>
                <a:cubicBezTo>
                  <a:pt x="133687" y="49019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A29B97-E90D-407C-AED8-4EEE0828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360817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5454D-75C0-4D2C-B4D5-4F6E14BA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360817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CCC5F-2624-48F3-B071-F30B0E17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701718"/>
            <a:ext cx="182215" cy="1203"/>
          </a:xfrm>
          <a:custGeom xmlns:a="http://schemas.openxmlformats.org/drawingml/2006/main">
            <a:pathLst>
              <a:path w="182215" h="1203" fill="none">
                <a:moveTo>
                  <a:pt x="0" y="0"/>
                </a:moveTo>
                <a:cubicBezTo>
                  <a:pt x="89125" y="0"/>
                  <a:pt x="149863" y="401"/>
                  <a:pt x="182215" y="120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0453CF-6F50-492D-A960-7514BEBF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661" y="655596"/>
            <a:ext cx="94650" cy="93581"/>
          </a:xfrm>
          <a:custGeom xmlns:a="http://schemas.openxmlformats.org/drawingml/2006/main">
            <a:pathLst>
              <a:path w="94650" h="93581">
                <a:moveTo>
                  <a:pt x="94650" y="49063"/>
                </a:moveTo>
                <a:lnTo>
                  <a:pt x="0" y="93581"/>
                </a:lnTo>
                <a:lnTo>
                  <a:pt x="24465" y="47325"/>
                </a:lnTo>
                <a:lnTo>
                  <a:pt x="2273" y="0"/>
                </a:lnTo>
                <a:lnTo>
                  <a:pt x="94650" y="490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D381C0-61F5-42C6-94B3-8670D9A5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661" y="655596"/>
            <a:ext cx="94650" cy="93581"/>
          </a:xfrm>
          <a:custGeom xmlns:a="http://schemas.openxmlformats.org/drawingml/2006/main">
            <a:pathLst>
              <a:path w="94650" h="93581" fill="none">
                <a:moveTo>
                  <a:pt x="94650" y="49063"/>
                </a:moveTo>
                <a:lnTo>
                  <a:pt x="0" y="93581"/>
                </a:lnTo>
                <a:lnTo>
                  <a:pt x="24465" y="47325"/>
                </a:lnTo>
                <a:lnTo>
                  <a:pt x="2273" y="0"/>
                </a:lnTo>
                <a:lnTo>
                  <a:pt x="94650" y="490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D4EBAD-AD52-4574-A812-9FD44CF4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701718"/>
            <a:ext cx="182215" cy="297453"/>
          </a:xfrm>
          <a:custGeom xmlns:a="http://schemas.openxmlformats.org/drawingml/2006/main">
            <a:pathLst>
              <a:path w="182215" h="297453" fill="none">
                <a:moveTo>
                  <a:pt x="0" y="0"/>
                </a:moveTo>
                <a:cubicBezTo>
                  <a:pt x="89125" y="0"/>
                  <a:pt x="133687" y="49598"/>
                  <a:pt x="133687" y="148793"/>
                </a:cubicBezTo>
                <a:cubicBezTo>
                  <a:pt x="133687" y="247900"/>
                  <a:pt x="149863" y="297453"/>
                  <a:pt x="182215" y="29745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83635-80FF-4D15-BA82-6857763C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952381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7A8BC6-53B3-478B-9430-DE97A827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952381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97047-8498-468E-8F4C-9BE2DE6A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273921"/>
            <a:ext cx="1804772" cy="855596"/>
          </a:xfrm>
          <a:custGeom xmlns:a="http://schemas.openxmlformats.org/drawingml/2006/main">
            <a:pathLst>
              <a:path w="1804772" h="855596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7"/>
                  <a:pt x="1804772" y="17112"/>
                </a:cubicBezTo>
                <a:lnTo>
                  <a:pt x="1804772" y="838484"/>
                </a:lnTo>
                <a:cubicBezTo>
                  <a:pt x="1804772" y="843209"/>
                  <a:pt x="1803101" y="847242"/>
                  <a:pt x="1799760" y="850584"/>
                </a:cubicBezTo>
                <a:cubicBezTo>
                  <a:pt x="1796419" y="853925"/>
                  <a:pt x="1792386" y="855596"/>
                  <a:pt x="1787661" y="855596"/>
                </a:cubicBezTo>
                <a:lnTo>
                  <a:pt x="17112" y="855596"/>
                </a:lnTo>
                <a:cubicBezTo>
                  <a:pt x="12387" y="855596"/>
                  <a:pt x="8353" y="853925"/>
                  <a:pt x="5012" y="850584"/>
                </a:cubicBezTo>
                <a:cubicBezTo>
                  <a:pt x="1671" y="847242"/>
                  <a:pt x="0" y="843209"/>
                  <a:pt x="0" y="838484"/>
                </a:cubicBezTo>
                <a:lnTo>
                  <a:pt x="0" y="17112"/>
                </a:lnTo>
                <a:cubicBezTo>
                  <a:pt x="0" y="12387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solidFill xmlns:a="http://schemas.openxmlformats.org/drawingml/2006/main">
            <a:srgbClr val="B8F5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F1D10-D074-4BAE-9EC2-ABE17C75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273921"/>
            <a:ext cx="1804772" cy="855596"/>
          </a:xfrm>
          <a:custGeom xmlns:a="http://schemas.openxmlformats.org/drawingml/2006/main">
            <a:pathLst>
              <a:path w="1804772" h="855596" fill="none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7"/>
                  <a:pt x="1804772" y="17112"/>
                </a:cubicBezTo>
                <a:lnTo>
                  <a:pt x="1804772" y="838484"/>
                </a:lnTo>
                <a:cubicBezTo>
                  <a:pt x="1804772" y="843209"/>
                  <a:pt x="1803101" y="847242"/>
                  <a:pt x="1799760" y="850584"/>
                </a:cubicBezTo>
                <a:cubicBezTo>
                  <a:pt x="1796419" y="853925"/>
                  <a:pt x="1792386" y="855596"/>
                  <a:pt x="1787661" y="855596"/>
                </a:cubicBezTo>
                <a:lnTo>
                  <a:pt x="17112" y="855596"/>
                </a:lnTo>
                <a:cubicBezTo>
                  <a:pt x="12387" y="855596"/>
                  <a:pt x="8353" y="853925"/>
                  <a:pt x="5012" y="850584"/>
                </a:cubicBezTo>
                <a:cubicBezTo>
                  <a:pt x="1671" y="847242"/>
                  <a:pt x="0" y="843209"/>
                  <a:pt x="0" y="838484"/>
                </a:cubicBezTo>
                <a:lnTo>
                  <a:pt x="0" y="17112"/>
                </a:lnTo>
                <a:cubicBezTo>
                  <a:pt x="0" y="12387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9" name="Text Aimedatunderstanding">
            <a:extLst xmlns:a="http://schemas.openxmlformats.org/drawingml/2006/main">
              <a:ext uri="{FF2B5EF4-FFF2-40B4-BE49-F238E27FC236}">
                <a16:creationId xmlns:a16="http://schemas.microsoft.com/office/drawing/2014/main" id="{4153D399-38C9-4A52-A41A-3444712A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073" y="323701"/>
            <a:ext cx="1665652" cy="158179"/>
          </a:xfrm>
          <a:custGeom xmlns:a="http://schemas.openxmlformats.org/drawingml/2006/main">
            <a:pathLst>
              <a:path w="1665652" h="158179">
                <a:moveTo>
                  <a:pt x="78156" y="82144"/>
                </a:moveTo>
                <a:lnTo>
                  <a:pt x="33604" y="82144"/>
                </a:lnTo>
                <a:lnTo>
                  <a:pt x="25797" y="100304"/>
                </a:lnTo>
                <a:cubicBezTo>
                  <a:pt x="23874" y="104774"/>
                  <a:pt x="22912" y="108111"/>
                  <a:pt x="22912" y="110318"/>
                </a:cubicBezTo>
                <a:cubicBezTo>
                  <a:pt x="22912" y="112072"/>
                  <a:pt x="23747" y="113613"/>
                  <a:pt x="25416" y="114943"/>
                </a:cubicBezTo>
                <a:cubicBezTo>
                  <a:pt x="27084" y="116272"/>
                  <a:pt x="30691" y="117135"/>
                  <a:pt x="36235" y="117531"/>
                </a:cubicBezTo>
                <a:lnTo>
                  <a:pt x="36235" y="120671"/>
                </a:lnTo>
                <a:lnTo>
                  <a:pt x="0" y="120671"/>
                </a:lnTo>
                <a:lnTo>
                  <a:pt x="0" y="117531"/>
                </a:lnTo>
                <a:cubicBezTo>
                  <a:pt x="4809" y="116682"/>
                  <a:pt x="7920" y="115580"/>
                  <a:pt x="9335" y="114224"/>
                </a:cubicBezTo>
                <a:cubicBezTo>
                  <a:pt x="12220" y="111510"/>
                  <a:pt x="15416" y="105999"/>
                  <a:pt x="18924" y="97690"/>
                </a:cubicBezTo>
                <a:lnTo>
                  <a:pt x="59402" y="3055"/>
                </a:lnTo>
                <a:lnTo>
                  <a:pt x="62372" y="3055"/>
                </a:lnTo>
                <a:lnTo>
                  <a:pt x="102426" y="98705"/>
                </a:lnTo>
                <a:cubicBezTo>
                  <a:pt x="105650" y="106394"/>
                  <a:pt x="108578" y="111383"/>
                  <a:pt x="111209" y="113672"/>
                </a:cubicBezTo>
                <a:cubicBezTo>
                  <a:pt x="113839" y="115962"/>
                  <a:pt x="117503" y="117248"/>
                  <a:pt x="122198" y="117531"/>
                </a:cubicBezTo>
                <a:lnTo>
                  <a:pt x="122198" y="120671"/>
                </a:lnTo>
                <a:lnTo>
                  <a:pt x="76798" y="120671"/>
                </a:lnTo>
                <a:lnTo>
                  <a:pt x="76798" y="117531"/>
                </a:lnTo>
                <a:cubicBezTo>
                  <a:pt x="81381" y="117305"/>
                  <a:pt x="84478" y="116541"/>
                  <a:pt x="86090" y="115240"/>
                </a:cubicBezTo>
                <a:cubicBezTo>
                  <a:pt x="87703" y="113938"/>
                  <a:pt x="88509" y="112354"/>
                  <a:pt x="88509" y="110487"/>
                </a:cubicBezTo>
                <a:cubicBezTo>
                  <a:pt x="88509" y="107998"/>
                  <a:pt x="87377" y="104066"/>
                  <a:pt x="85114" y="98692"/>
                </a:cubicBezTo>
                <a:lnTo>
                  <a:pt x="78156" y="82144"/>
                </a:lnTo>
                <a:moveTo>
                  <a:pt x="75780" y="75865"/>
                </a:moveTo>
                <a:lnTo>
                  <a:pt x="56262" y="29428"/>
                </a:lnTo>
                <a:lnTo>
                  <a:pt x="36235" y="75865"/>
                </a:lnTo>
                <a:lnTo>
                  <a:pt x="75780" y="75865"/>
                </a:lnTo>
                <a:close/>
                <a:moveTo>
                  <a:pt x="149324" y="0"/>
                </a:moveTo>
                <a:cubicBezTo>
                  <a:pt x="151700" y="0"/>
                  <a:pt x="153722" y="839"/>
                  <a:pt x="155391" y="2517"/>
                </a:cubicBezTo>
                <a:cubicBezTo>
                  <a:pt x="157060" y="4193"/>
                  <a:pt x="157895" y="6225"/>
                  <a:pt x="157895" y="8613"/>
                </a:cubicBezTo>
                <a:cubicBezTo>
                  <a:pt x="157895" y="11002"/>
                  <a:pt x="157060" y="13049"/>
                  <a:pt x="155391" y="14755"/>
                </a:cubicBezTo>
                <a:cubicBezTo>
                  <a:pt x="153722" y="16459"/>
                  <a:pt x="151700" y="17311"/>
                  <a:pt x="149324" y="17311"/>
                </a:cubicBezTo>
                <a:cubicBezTo>
                  <a:pt x="146948" y="17311"/>
                  <a:pt x="144911" y="16459"/>
                  <a:pt x="143214" y="14755"/>
                </a:cubicBezTo>
                <a:cubicBezTo>
                  <a:pt x="141517" y="13049"/>
                  <a:pt x="140668" y="11002"/>
                  <a:pt x="140668" y="8613"/>
                </a:cubicBezTo>
                <a:cubicBezTo>
                  <a:pt x="140668" y="6225"/>
                  <a:pt x="141503" y="4193"/>
                  <a:pt x="143172" y="2517"/>
                </a:cubicBezTo>
                <a:cubicBezTo>
                  <a:pt x="144840" y="839"/>
                  <a:pt x="146891" y="0"/>
                  <a:pt x="149324" y="0"/>
                </a:cubicBezTo>
                <a:moveTo>
                  <a:pt x="156367" y="40733"/>
                </a:moveTo>
                <a:lnTo>
                  <a:pt x="156367" y="103052"/>
                </a:lnTo>
                <a:cubicBezTo>
                  <a:pt x="156367" y="107906"/>
                  <a:pt x="156721" y="111138"/>
                  <a:pt x="157428" y="112747"/>
                </a:cubicBezTo>
                <a:cubicBezTo>
                  <a:pt x="158135" y="114356"/>
                  <a:pt x="159182" y="115555"/>
                  <a:pt x="160568" y="116345"/>
                </a:cubicBezTo>
                <a:cubicBezTo>
                  <a:pt x="161954" y="117136"/>
                  <a:pt x="164485" y="117531"/>
                  <a:pt x="168163" y="117531"/>
                </a:cubicBezTo>
                <a:lnTo>
                  <a:pt x="168163" y="120671"/>
                </a:lnTo>
                <a:lnTo>
                  <a:pt x="130400" y="120671"/>
                </a:lnTo>
                <a:lnTo>
                  <a:pt x="130400" y="117531"/>
                </a:lnTo>
                <a:cubicBezTo>
                  <a:pt x="134191" y="117531"/>
                  <a:pt x="136736" y="117164"/>
                  <a:pt x="138038" y="116430"/>
                </a:cubicBezTo>
                <a:cubicBezTo>
                  <a:pt x="139339" y="115697"/>
                  <a:pt x="140371" y="114483"/>
                  <a:pt x="141135" y="112789"/>
                </a:cubicBezTo>
                <a:cubicBezTo>
                  <a:pt x="141899" y="111096"/>
                  <a:pt x="142280" y="107850"/>
                  <a:pt x="142280" y="103052"/>
                </a:cubicBezTo>
                <a:lnTo>
                  <a:pt x="142280" y="73162"/>
                </a:lnTo>
                <a:cubicBezTo>
                  <a:pt x="142280" y="64751"/>
                  <a:pt x="142026" y="59304"/>
                  <a:pt x="141517" y="56822"/>
                </a:cubicBezTo>
                <a:cubicBezTo>
                  <a:pt x="141121" y="55015"/>
                  <a:pt x="140498" y="53759"/>
                  <a:pt x="139650" y="53053"/>
                </a:cubicBezTo>
                <a:cubicBezTo>
                  <a:pt x="138801" y="52348"/>
                  <a:pt x="137641" y="51995"/>
                  <a:pt x="136171" y="51995"/>
                </a:cubicBezTo>
                <a:cubicBezTo>
                  <a:pt x="134587" y="51995"/>
                  <a:pt x="132663" y="52419"/>
                  <a:pt x="130400" y="53265"/>
                </a:cubicBezTo>
                <a:lnTo>
                  <a:pt x="129212" y="50216"/>
                </a:lnTo>
                <a:lnTo>
                  <a:pt x="152633" y="40733"/>
                </a:lnTo>
                <a:lnTo>
                  <a:pt x="156367" y="40733"/>
                </a:lnTo>
                <a:close/>
                <a:moveTo>
                  <a:pt x="200948" y="57280"/>
                </a:moveTo>
                <a:cubicBezTo>
                  <a:pt x="206605" y="51623"/>
                  <a:pt x="209943" y="48370"/>
                  <a:pt x="210961" y="47521"/>
                </a:cubicBezTo>
                <a:cubicBezTo>
                  <a:pt x="213507" y="45372"/>
                  <a:pt x="216251" y="43703"/>
                  <a:pt x="219193" y="42515"/>
                </a:cubicBezTo>
                <a:cubicBezTo>
                  <a:pt x="222135" y="41327"/>
                  <a:pt x="225048" y="40733"/>
                  <a:pt x="227933" y="40733"/>
                </a:cubicBezTo>
                <a:cubicBezTo>
                  <a:pt x="232799" y="40733"/>
                  <a:pt x="236985" y="42147"/>
                  <a:pt x="240493" y="44976"/>
                </a:cubicBezTo>
                <a:cubicBezTo>
                  <a:pt x="244000" y="47804"/>
                  <a:pt x="246348" y="51906"/>
                  <a:pt x="247536" y="57280"/>
                </a:cubicBezTo>
                <a:cubicBezTo>
                  <a:pt x="253363" y="50492"/>
                  <a:pt x="258285" y="46036"/>
                  <a:pt x="262302" y="43915"/>
                </a:cubicBezTo>
                <a:cubicBezTo>
                  <a:pt x="266318" y="41793"/>
                  <a:pt x="270448" y="40733"/>
                  <a:pt x="274691" y="40733"/>
                </a:cubicBezTo>
                <a:cubicBezTo>
                  <a:pt x="278821" y="40733"/>
                  <a:pt x="282484" y="41792"/>
                  <a:pt x="285681" y="43910"/>
                </a:cubicBezTo>
                <a:cubicBezTo>
                  <a:pt x="288877" y="46026"/>
                  <a:pt x="291409" y="49483"/>
                  <a:pt x="293275" y="54281"/>
                </a:cubicBezTo>
                <a:cubicBezTo>
                  <a:pt x="294520" y="57555"/>
                  <a:pt x="295142" y="62692"/>
                  <a:pt x="295142" y="69691"/>
                </a:cubicBezTo>
                <a:lnTo>
                  <a:pt x="295142" y="103052"/>
                </a:lnTo>
                <a:cubicBezTo>
                  <a:pt x="295142" y="107906"/>
                  <a:pt x="295510" y="111237"/>
                  <a:pt x="296246" y="113044"/>
                </a:cubicBezTo>
                <a:cubicBezTo>
                  <a:pt x="296811" y="114285"/>
                  <a:pt x="297858" y="115343"/>
                  <a:pt x="299385" y="116218"/>
                </a:cubicBezTo>
                <a:cubicBezTo>
                  <a:pt x="300913" y="117093"/>
                  <a:pt x="303402" y="117531"/>
                  <a:pt x="306853" y="117531"/>
                </a:cubicBezTo>
                <a:lnTo>
                  <a:pt x="306853" y="120671"/>
                </a:lnTo>
                <a:lnTo>
                  <a:pt x="268496" y="120671"/>
                </a:lnTo>
                <a:lnTo>
                  <a:pt x="268496" y="117531"/>
                </a:lnTo>
                <a:lnTo>
                  <a:pt x="270109" y="117531"/>
                </a:lnTo>
                <a:cubicBezTo>
                  <a:pt x="273447" y="117531"/>
                  <a:pt x="276049" y="116884"/>
                  <a:pt x="277916" y="115590"/>
                </a:cubicBezTo>
                <a:cubicBezTo>
                  <a:pt x="279217" y="114688"/>
                  <a:pt x="280150" y="113252"/>
                  <a:pt x="280716" y="111283"/>
                </a:cubicBezTo>
                <a:cubicBezTo>
                  <a:pt x="280943" y="110327"/>
                  <a:pt x="281056" y="107597"/>
                  <a:pt x="281056" y="103094"/>
                </a:cubicBezTo>
                <a:lnTo>
                  <a:pt x="281056" y="69829"/>
                </a:lnTo>
                <a:cubicBezTo>
                  <a:pt x="281056" y="63525"/>
                  <a:pt x="280292" y="59078"/>
                  <a:pt x="278764" y="56490"/>
                </a:cubicBezTo>
                <a:cubicBezTo>
                  <a:pt x="276558" y="52887"/>
                  <a:pt x="273022" y="51086"/>
                  <a:pt x="268157" y="51086"/>
                </a:cubicBezTo>
                <a:cubicBezTo>
                  <a:pt x="265159" y="51086"/>
                  <a:pt x="262146" y="51832"/>
                  <a:pt x="259119" y="53324"/>
                </a:cubicBezTo>
                <a:cubicBezTo>
                  <a:pt x="256093" y="54814"/>
                  <a:pt x="252430" y="57586"/>
                  <a:pt x="248130" y="61640"/>
                </a:cubicBezTo>
                <a:lnTo>
                  <a:pt x="247960" y="62568"/>
                </a:lnTo>
                <a:lnTo>
                  <a:pt x="248130" y="66199"/>
                </a:lnTo>
                <a:lnTo>
                  <a:pt x="248130" y="103094"/>
                </a:lnTo>
                <a:cubicBezTo>
                  <a:pt x="248130" y="108385"/>
                  <a:pt x="248427" y="111678"/>
                  <a:pt x="249021" y="112972"/>
                </a:cubicBezTo>
                <a:cubicBezTo>
                  <a:pt x="249615" y="114266"/>
                  <a:pt x="250732" y="115350"/>
                  <a:pt x="252373" y="116223"/>
                </a:cubicBezTo>
                <a:cubicBezTo>
                  <a:pt x="254014" y="117095"/>
                  <a:pt x="256814" y="117531"/>
                  <a:pt x="260774" y="117531"/>
                </a:cubicBezTo>
                <a:lnTo>
                  <a:pt x="260774" y="120671"/>
                </a:lnTo>
                <a:lnTo>
                  <a:pt x="221484" y="120671"/>
                </a:lnTo>
                <a:lnTo>
                  <a:pt x="221484" y="117531"/>
                </a:lnTo>
                <a:cubicBezTo>
                  <a:pt x="225784" y="117531"/>
                  <a:pt x="228740" y="117024"/>
                  <a:pt x="230352" y="116011"/>
                </a:cubicBezTo>
                <a:cubicBezTo>
                  <a:pt x="231964" y="114998"/>
                  <a:pt x="233082" y="113479"/>
                  <a:pt x="233704" y="111453"/>
                </a:cubicBezTo>
                <a:cubicBezTo>
                  <a:pt x="233987" y="110495"/>
                  <a:pt x="234128" y="107708"/>
                  <a:pt x="234128" y="103094"/>
                </a:cubicBezTo>
                <a:lnTo>
                  <a:pt x="234128" y="69829"/>
                </a:lnTo>
                <a:cubicBezTo>
                  <a:pt x="234128" y="63525"/>
                  <a:pt x="233195" y="58993"/>
                  <a:pt x="231328" y="56236"/>
                </a:cubicBezTo>
                <a:cubicBezTo>
                  <a:pt x="228839" y="52633"/>
                  <a:pt x="225359" y="50831"/>
                  <a:pt x="220890" y="50831"/>
                </a:cubicBezTo>
                <a:cubicBezTo>
                  <a:pt x="217835" y="50831"/>
                  <a:pt x="214808" y="51647"/>
                  <a:pt x="211810" y="53279"/>
                </a:cubicBezTo>
                <a:cubicBezTo>
                  <a:pt x="207114" y="55756"/>
                  <a:pt x="203494" y="58542"/>
                  <a:pt x="200948" y="61637"/>
                </a:cubicBezTo>
                <a:lnTo>
                  <a:pt x="200948" y="103094"/>
                </a:lnTo>
                <a:cubicBezTo>
                  <a:pt x="200948" y="108159"/>
                  <a:pt x="201302" y="111452"/>
                  <a:pt x="202009" y="112972"/>
                </a:cubicBezTo>
                <a:cubicBezTo>
                  <a:pt x="202716" y="114491"/>
                  <a:pt x="203763" y="115630"/>
                  <a:pt x="205149" y="116391"/>
                </a:cubicBezTo>
                <a:cubicBezTo>
                  <a:pt x="206535" y="117151"/>
                  <a:pt x="209349" y="117531"/>
                  <a:pt x="213592" y="117531"/>
                </a:cubicBezTo>
                <a:lnTo>
                  <a:pt x="213592" y="120671"/>
                </a:lnTo>
                <a:lnTo>
                  <a:pt x="175151" y="120671"/>
                </a:lnTo>
                <a:lnTo>
                  <a:pt x="175151" y="117531"/>
                </a:lnTo>
                <a:cubicBezTo>
                  <a:pt x="178715" y="117531"/>
                  <a:pt x="181204" y="117150"/>
                  <a:pt x="182618" y="116388"/>
                </a:cubicBezTo>
                <a:cubicBezTo>
                  <a:pt x="184033" y="115626"/>
                  <a:pt x="185108" y="114412"/>
                  <a:pt x="185843" y="112747"/>
                </a:cubicBezTo>
                <a:cubicBezTo>
                  <a:pt x="186578" y="111081"/>
                  <a:pt x="186946" y="107850"/>
                  <a:pt x="186946" y="103052"/>
                </a:cubicBezTo>
                <a:lnTo>
                  <a:pt x="186946" y="73417"/>
                </a:lnTo>
                <a:cubicBezTo>
                  <a:pt x="186946" y="64892"/>
                  <a:pt x="186692" y="59389"/>
                  <a:pt x="186182" y="56906"/>
                </a:cubicBezTo>
                <a:cubicBezTo>
                  <a:pt x="185786" y="55043"/>
                  <a:pt x="185164" y="53759"/>
                  <a:pt x="184315" y="53053"/>
                </a:cubicBezTo>
                <a:cubicBezTo>
                  <a:pt x="183467" y="52348"/>
                  <a:pt x="182307" y="51995"/>
                  <a:pt x="180836" y="51995"/>
                </a:cubicBezTo>
                <a:cubicBezTo>
                  <a:pt x="179252" y="51995"/>
                  <a:pt x="177357" y="52419"/>
                  <a:pt x="175151" y="53265"/>
                </a:cubicBezTo>
                <a:lnTo>
                  <a:pt x="173878" y="50216"/>
                </a:lnTo>
                <a:lnTo>
                  <a:pt x="197299" y="40733"/>
                </a:lnTo>
                <a:lnTo>
                  <a:pt x="200948" y="40733"/>
                </a:lnTo>
                <a:lnTo>
                  <a:pt x="200948" y="57280"/>
                </a:lnTo>
                <a:close/>
                <a:moveTo>
                  <a:pt x="326145" y="72301"/>
                </a:moveTo>
                <a:cubicBezTo>
                  <a:pt x="326089" y="83815"/>
                  <a:pt x="328889" y="92846"/>
                  <a:pt x="334546" y="99395"/>
                </a:cubicBezTo>
                <a:cubicBezTo>
                  <a:pt x="340204" y="105941"/>
                  <a:pt x="346851" y="109215"/>
                  <a:pt x="354488" y="109215"/>
                </a:cubicBezTo>
                <a:cubicBezTo>
                  <a:pt x="359580" y="109215"/>
                  <a:pt x="364007" y="107814"/>
                  <a:pt x="367769" y="105014"/>
                </a:cubicBezTo>
                <a:cubicBezTo>
                  <a:pt x="371531" y="102214"/>
                  <a:pt x="374685" y="97419"/>
                  <a:pt x="377231" y="90630"/>
                </a:cubicBezTo>
                <a:lnTo>
                  <a:pt x="379861" y="92327"/>
                </a:lnTo>
                <a:cubicBezTo>
                  <a:pt x="378673" y="100078"/>
                  <a:pt x="375222" y="107136"/>
                  <a:pt x="369509" y="113500"/>
                </a:cubicBezTo>
                <a:cubicBezTo>
                  <a:pt x="363795" y="119864"/>
                  <a:pt x="356638" y="123047"/>
                  <a:pt x="348039" y="123047"/>
                </a:cubicBezTo>
                <a:cubicBezTo>
                  <a:pt x="338704" y="123047"/>
                  <a:pt x="330713" y="119420"/>
                  <a:pt x="324066" y="112166"/>
                </a:cubicBezTo>
                <a:cubicBezTo>
                  <a:pt x="317419" y="104911"/>
                  <a:pt x="314095" y="95157"/>
                  <a:pt x="314095" y="82905"/>
                </a:cubicBezTo>
                <a:cubicBezTo>
                  <a:pt x="314095" y="69639"/>
                  <a:pt x="317504" y="59294"/>
                  <a:pt x="324321" y="51871"/>
                </a:cubicBezTo>
                <a:cubicBezTo>
                  <a:pt x="331138" y="44445"/>
                  <a:pt x="339694" y="40733"/>
                  <a:pt x="349991" y="40733"/>
                </a:cubicBezTo>
                <a:cubicBezTo>
                  <a:pt x="358703" y="40733"/>
                  <a:pt x="365860" y="43597"/>
                  <a:pt x="371460" y="49325"/>
                </a:cubicBezTo>
                <a:cubicBezTo>
                  <a:pt x="377061" y="55051"/>
                  <a:pt x="379861" y="62710"/>
                  <a:pt x="379861" y="72301"/>
                </a:cubicBezTo>
                <a:lnTo>
                  <a:pt x="326145" y="72301"/>
                </a:lnTo>
                <a:moveTo>
                  <a:pt x="326145" y="67379"/>
                </a:moveTo>
                <a:lnTo>
                  <a:pt x="362126" y="67379"/>
                </a:lnTo>
                <a:cubicBezTo>
                  <a:pt x="361843" y="62400"/>
                  <a:pt x="361249" y="58893"/>
                  <a:pt x="360344" y="56856"/>
                </a:cubicBezTo>
                <a:cubicBezTo>
                  <a:pt x="358929" y="53688"/>
                  <a:pt x="356822" y="51199"/>
                  <a:pt x="354022" y="49388"/>
                </a:cubicBezTo>
                <a:cubicBezTo>
                  <a:pt x="351221" y="47578"/>
                  <a:pt x="348294" y="46673"/>
                  <a:pt x="345239" y="46673"/>
                </a:cubicBezTo>
                <a:cubicBezTo>
                  <a:pt x="340543" y="46673"/>
                  <a:pt x="336342" y="48497"/>
                  <a:pt x="332637" y="52146"/>
                </a:cubicBezTo>
                <a:cubicBezTo>
                  <a:pt x="328931" y="55795"/>
                  <a:pt x="326767" y="60873"/>
                  <a:pt x="326145" y="67379"/>
                </a:cubicBezTo>
                <a:close/>
                <a:moveTo>
                  <a:pt x="445145" y="111930"/>
                </a:moveTo>
                <a:cubicBezTo>
                  <a:pt x="441355" y="115890"/>
                  <a:pt x="437649" y="118733"/>
                  <a:pt x="434029" y="120459"/>
                </a:cubicBezTo>
                <a:cubicBezTo>
                  <a:pt x="430408" y="122184"/>
                  <a:pt x="426504" y="123047"/>
                  <a:pt x="422318" y="123047"/>
                </a:cubicBezTo>
                <a:cubicBezTo>
                  <a:pt x="413832" y="123047"/>
                  <a:pt x="406421" y="119505"/>
                  <a:pt x="400085" y="112421"/>
                </a:cubicBezTo>
                <a:cubicBezTo>
                  <a:pt x="393749" y="105335"/>
                  <a:pt x="390580" y="96230"/>
                  <a:pt x="390580" y="85106"/>
                </a:cubicBezTo>
                <a:cubicBezTo>
                  <a:pt x="390580" y="73984"/>
                  <a:pt x="394088" y="63808"/>
                  <a:pt x="401103" y="54578"/>
                </a:cubicBezTo>
                <a:cubicBezTo>
                  <a:pt x="408118" y="45348"/>
                  <a:pt x="417142" y="40733"/>
                  <a:pt x="428173" y="40733"/>
                </a:cubicBezTo>
                <a:cubicBezTo>
                  <a:pt x="435019" y="40733"/>
                  <a:pt x="440676" y="42911"/>
                  <a:pt x="445145" y="47267"/>
                </a:cubicBezTo>
                <a:lnTo>
                  <a:pt x="445145" y="32894"/>
                </a:lnTo>
                <a:cubicBezTo>
                  <a:pt x="445145" y="23975"/>
                  <a:pt x="444933" y="18492"/>
                  <a:pt x="444509" y="16447"/>
                </a:cubicBezTo>
                <a:cubicBezTo>
                  <a:pt x="444085" y="14401"/>
                  <a:pt x="443420" y="13010"/>
                  <a:pt x="442515" y="12273"/>
                </a:cubicBezTo>
                <a:cubicBezTo>
                  <a:pt x="441609" y="11534"/>
                  <a:pt x="440478" y="11164"/>
                  <a:pt x="439120" y="11164"/>
                </a:cubicBezTo>
                <a:cubicBezTo>
                  <a:pt x="437649" y="11164"/>
                  <a:pt x="435698" y="11619"/>
                  <a:pt x="433265" y="12527"/>
                </a:cubicBezTo>
                <a:lnTo>
                  <a:pt x="432162" y="9544"/>
                </a:lnTo>
                <a:lnTo>
                  <a:pt x="455328" y="0"/>
                </a:lnTo>
                <a:lnTo>
                  <a:pt x="459147" y="0"/>
                </a:lnTo>
                <a:lnTo>
                  <a:pt x="459147" y="89867"/>
                </a:lnTo>
                <a:cubicBezTo>
                  <a:pt x="459147" y="98975"/>
                  <a:pt x="459359" y="104533"/>
                  <a:pt x="459784" y="106541"/>
                </a:cubicBezTo>
                <a:cubicBezTo>
                  <a:pt x="460208" y="108550"/>
                  <a:pt x="460887" y="109950"/>
                  <a:pt x="461820" y="110742"/>
                </a:cubicBezTo>
                <a:cubicBezTo>
                  <a:pt x="462754" y="111534"/>
                  <a:pt x="463843" y="111930"/>
                  <a:pt x="465087" y="111930"/>
                </a:cubicBezTo>
                <a:cubicBezTo>
                  <a:pt x="466615" y="111930"/>
                  <a:pt x="468651" y="111449"/>
                  <a:pt x="471197" y="110487"/>
                </a:cubicBezTo>
                <a:lnTo>
                  <a:pt x="472131" y="113458"/>
                </a:lnTo>
                <a:lnTo>
                  <a:pt x="449049" y="123047"/>
                </a:lnTo>
                <a:lnTo>
                  <a:pt x="445145" y="123047"/>
                </a:lnTo>
                <a:lnTo>
                  <a:pt x="445145" y="111930"/>
                </a:lnTo>
                <a:moveTo>
                  <a:pt x="445145" y="106008"/>
                </a:moveTo>
                <a:lnTo>
                  <a:pt x="445145" y="66055"/>
                </a:lnTo>
                <a:cubicBezTo>
                  <a:pt x="444806" y="62217"/>
                  <a:pt x="443788" y="58719"/>
                  <a:pt x="442090" y="55559"/>
                </a:cubicBezTo>
                <a:cubicBezTo>
                  <a:pt x="440393" y="52398"/>
                  <a:pt x="438144" y="50014"/>
                  <a:pt x="435344" y="48407"/>
                </a:cubicBezTo>
                <a:cubicBezTo>
                  <a:pt x="432544" y="46798"/>
                  <a:pt x="429814" y="45994"/>
                  <a:pt x="427155" y="45994"/>
                </a:cubicBezTo>
                <a:cubicBezTo>
                  <a:pt x="422177" y="45994"/>
                  <a:pt x="417736" y="48223"/>
                  <a:pt x="413832" y="52682"/>
                </a:cubicBezTo>
                <a:cubicBezTo>
                  <a:pt x="408684" y="58550"/>
                  <a:pt x="406110" y="67127"/>
                  <a:pt x="406110" y="78413"/>
                </a:cubicBezTo>
                <a:cubicBezTo>
                  <a:pt x="406110" y="89813"/>
                  <a:pt x="408599" y="98546"/>
                  <a:pt x="413577" y="104614"/>
                </a:cubicBezTo>
                <a:cubicBezTo>
                  <a:pt x="418556" y="110679"/>
                  <a:pt x="424100" y="113712"/>
                  <a:pt x="430210" y="113712"/>
                </a:cubicBezTo>
                <a:cubicBezTo>
                  <a:pt x="435358" y="113712"/>
                  <a:pt x="440337" y="111144"/>
                  <a:pt x="445145" y="106008"/>
                </a:cubicBezTo>
                <a:close/>
                <a:moveTo>
                  <a:pt x="564628" y="109469"/>
                </a:moveTo>
                <a:cubicBezTo>
                  <a:pt x="556651" y="115636"/>
                  <a:pt x="551644" y="119200"/>
                  <a:pt x="549608" y="120161"/>
                </a:cubicBezTo>
                <a:cubicBezTo>
                  <a:pt x="546553" y="121632"/>
                  <a:pt x="543300" y="122368"/>
                  <a:pt x="539849" y="122368"/>
                </a:cubicBezTo>
                <a:cubicBezTo>
                  <a:pt x="534474" y="122368"/>
                  <a:pt x="530047" y="120529"/>
                  <a:pt x="526568" y="116852"/>
                </a:cubicBezTo>
                <a:cubicBezTo>
                  <a:pt x="523089" y="113175"/>
                  <a:pt x="521349" y="108338"/>
                  <a:pt x="521349" y="102341"/>
                </a:cubicBezTo>
                <a:cubicBezTo>
                  <a:pt x="521349" y="98551"/>
                  <a:pt x="522198" y="95269"/>
                  <a:pt x="523895" y="92497"/>
                </a:cubicBezTo>
                <a:cubicBezTo>
                  <a:pt x="526215" y="88650"/>
                  <a:pt x="530245" y="85030"/>
                  <a:pt x="535988" y="81635"/>
                </a:cubicBezTo>
                <a:cubicBezTo>
                  <a:pt x="541730" y="78241"/>
                  <a:pt x="551277" y="74111"/>
                  <a:pt x="564628" y="69246"/>
                </a:cubicBezTo>
                <a:lnTo>
                  <a:pt x="564628" y="66191"/>
                </a:lnTo>
                <a:cubicBezTo>
                  <a:pt x="564628" y="58440"/>
                  <a:pt x="563397" y="53122"/>
                  <a:pt x="560936" y="50237"/>
                </a:cubicBezTo>
                <a:cubicBezTo>
                  <a:pt x="558475" y="47352"/>
                  <a:pt x="554897" y="45909"/>
                  <a:pt x="550202" y="45909"/>
                </a:cubicBezTo>
                <a:cubicBezTo>
                  <a:pt x="546638" y="45909"/>
                  <a:pt x="543809" y="46867"/>
                  <a:pt x="541716" y="48784"/>
                </a:cubicBezTo>
                <a:cubicBezTo>
                  <a:pt x="539566" y="50700"/>
                  <a:pt x="538491" y="52899"/>
                  <a:pt x="538491" y="55379"/>
                </a:cubicBezTo>
                <a:lnTo>
                  <a:pt x="538661" y="60282"/>
                </a:lnTo>
                <a:cubicBezTo>
                  <a:pt x="538661" y="62874"/>
                  <a:pt x="537996" y="64874"/>
                  <a:pt x="536666" y="66283"/>
                </a:cubicBezTo>
                <a:cubicBezTo>
                  <a:pt x="535337" y="67692"/>
                  <a:pt x="533597" y="68397"/>
                  <a:pt x="531448" y="68397"/>
                </a:cubicBezTo>
                <a:cubicBezTo>
                  <a:pt x="529354" y="68397"/>
                  <a:pt x="527643" y="67664"/>
                  <a:pt x="526314" y="66199"/>
                </a:cubicBezTo>
                <a:cubicBezTo>
                  <a:pt x="524984" y="64731"/>
                  <a:pt x="524319" y="62728"/>
                  <a:pt x="524319" y="60189"/>
                </a:cubicBezTo>
                <a:cubicBezTo>
                  <a:pt x="524319" y="55340"/>
                  <a:pt x="526809" y="50885"/>
                  <a:pt x="531787" y="46824"/>
                </a:cubicBezTo>
                <a:cubicBezTo>
                  <a:pt x="536765" y="42763"/>
                  <a:pt x="543752" y="40733"/>
                  <a:pt x="552747" y="40733"/>
                </a:cubicBezTo>
                <a:cubicBezTo>
                  <a:pt x="559649" y="40733"/>
                  <a:pt x="565307" y="41891"/>
                  <a:pt x="569719" y="44207"/>
                </a:cubicBezTo>
                <a:cubicBezTo>
                  <a:pt x="573057" y="45959"/>
                  <a:pt x="575518" y="48700"/>
                  <a:pt x="577102" y="52430"/>
                </a:cubicBezTo>
                <a:cubicBezTo>
                  <a:pt x="578120" y="54859"/>
                  <a:pt x="578630" y="59831"/>
                  <a:pt x="578630" y="67347"/>
                </a:cubicBezTo>
                <a:lnTo>
                  <a:pt x="578630" y="93706"/>
                </a:lnTo>
                <a:cubicBezTo>
                  <a:pt x="578630" y="101109"/>
                  <a:pt x="578771" y="105643"/>
                  <a:pt x="579054" y="107311"/>
                </a:cubicBezTo>
                <a:cubicBezTo>
                  <a:pt x="579337" y="108978"/>
                  <a:pt x="579804" y="110094"/>
                  <a:pt x="580454" y="110660"/>
                </a:cubicBezTo>
                <a:cubicBezTo>
                  <a:pt x="581105" y="111224"/>
                  <a:pt x="581854" y="111506"/>
                  <a:pt x="582703" y="111506"/>
                </a:cubicBezTo>
                <a:cubicBezTo>
                  <a:pt x="583608" y="111506"/>
                  <a:pt x="584400" y="111308"/>
                  <a:pt x="585079" y="110912"/>
                </a:cubicBezTo>
                <a:cubicBezTo>
                  <a:pt x="586267" y="110176"/>
                  <a:pt x="588558" y="108111"/>
                  <a:pt x="591953" y="104717"/>
                </a:cubicBezTo>
                <a:lnTo>
                  <a:pt x="591953" y="109469"/>
                </a:lnTo>
                <a:cubicBezTo>
                  <a:pt x="585616" y="117955"/>
                  <a:pt x="579563" y="122198"/>
                  <a:pt x="573793" y="122198"/>
                </a:cubicBezTo>
                <a:cubicBezTo>
                  <a:pt x="571021" y="122198"/>
                  <a:pt x="568814" y="121236"/>
                  <a:pt x="567174" y="119313"/>
                </a:cubicBezTo>
                <a:cubicBezTo>
                  <a:pt x="565533" y="117389"/>
                  <a:pt x="564684" y="114108"/>
                  <a:pt x="564628" y="109469"/>
                </a:cubicBezTo>
                <a:moveTo>
                  <a:pt x="564628" y="103906"/>
                </a:moveTo>
                <a:lnTo>
                  <a:pt x="564628" y="74422"/>
                </a:lnTo>
                <a:cubicBezTo>
                  <a:pt x="556085" y="77801"/>
                  <a:pt x="550569" y="80194"/>
                  <a:pt x="548080" y="81603"/>
                </a:cubicBezTo>
                <a:cubicBezTo>
                  <a:pt x="543611" y="84082"/>
                  <a:pt x="540414" y="86673"/>
                  <a:pt x="538491" y="89376"/>
                </a:cubicBezTo>
                <a:cubicBezTo>
                  <a:pt x="536567" y="92079"/>
                  <a:pt x="535606" y="95036"/>
                  <a:pt x="535606" y="98246"/>
                </a:cubicBezTo>
                <a:cubicBezTo>
                  <a:pt x="535606" y="102302"/>
                  <a:pt x="536822" y="105667"/>
                  <a:pt x="539255" y="108342"/>
                </a:cubicBezTo>
                <a:cubicBezTo>
                  <a:pt x="541687" y="111017"/>
                  <a:pt x="544488" y="112354"/>
                  <a:pt x="547656" y="112354"/>
                </a:cubicBezTo>
                <a:cubicBezTo>
                  <a:pt x="551955" y="112354"/>
                  <a:pt x="557613" y="109538"/>
                  <a:pt x="564628" y="103906"/>
                </a:cubicBezTo>
                <a:close/>
                <a:moveTo>
                  <a:pt x="620322" y="17311"/>
                </a:moveTo>
                <a:lnTo>
                  <a:pt x="620322" y="42939"/>
                </a:lnTo>
                <a:lnTo>
                  <a:pt x="638482" y="42939"/>
                </a:lnTo>
                <a:lnTo>
                  <a:pt x="638482" y="48879"/>
                </a:lnTo>
                <a:lnTo>
                  <a:pt x="620322" y="48879"/>
                </a:lnTo>
                <a:lnTo>
                  <a:pt x="620322" y="99217"/>
                </a:lnTo>
                <a:cubicBezTo>
                  <a:pt x="620322" y="104247"/>
                  <a:pt x="621044" y="107638"/>
                  <a:pt x="622486" y="109390"/>
                </a:cubicBezTo>
                <a:cubicBezTo>
                  <a:pt x="623929" y="111140"/>
                  <a:pt x="625782" y="112015"/>
                  <a:pt x="628045" y="112015"/>
                </a:cubicBezTo>
                <a:cubicBezTo>
                  <a:pt x="629912" y="112015"/>
                  <a:pt x="631722" y="111435"/>
                  <a:pt x="633476" y="110275"/>
                </a:cubicBezTo>
                <a:cubicBezTo>
                  <a:pt x="635230" y="109116"/>
                  <a:pt x="636587" y="107404"/>
                  <a:pt x="637549" y="105141"/>
                </a:cubicBezTo>
                <a:lnTo>
                  <a:pt x="640859" y="105141"/>
                </a:lnTo>
                <a:cubicBezTo>
                  <a:pt x="638878" y="110701"/>
                  <a:pt x="636078" y="114906"/>
                  <a:pt x="632457" y="117756"/>
                </a:cubicBezTo>
                <a:cubicBezTo>
                  <a:pt x="628837" y="120604"/>
                  <a:pt x="625103" y="122028"/>
                  <a:pt x="621256" y="122028"/>
                </a:cubicBezTo>
                <a:cubicBezTo>
                  <a:pt x="618654" y="122028"/>
                  <a:pt x="616108" y="121306"/>
                  <a:pt x="613619" y="119862"/>
                </a:cubicBezTo>
                <a:cubicBezTo>
                  <a:pt x="611129" y="118417"/>
                  <a:pt x="609291" y="116351"/>
                  <a:pt x="608103" y="113662"/>
                </a:cubicBezTo>
                <a:cubicBezTo>
                  <a:pt x="606915" y="110971"/>
                  <a:pt x="606321" y="106822"/>
                  <a:pt x="606321" y="101214"/>
                </a:cubicBezTo>
                <a:lnTo>
                  <a:pt x="606321" y="48879"/>
                </a:lnTo>
                <a:lnTo>
                  <a:pt x="594016" y="48879"/>
                </a:lnTo>
                <a:lnTo>
                  <a:pt x="594016" y="46079"/>
                </a:lnTo>
                <a:cubicBezTo>
                  <a:pt x="597127" y="44831"/>
                  <a:pt x="600310" y="42717"/>
                  <a:pt x="603563" y="39738"/>
                </a:cubicBezTo>
                <a:cubicBezTo>
                  <a:pt x="606816" y="36759"/>
                  <a:pt x="609715" y="33227"/>
                  <a:pt x="612261" y="29141"/>
                </a:cubicBezTo>
                <a:cubicBezTo>
                  <a:pt x="613562" y="26986"/>
                  <a:pt x="615372" y="23043"/>
                  <a:pt x="617692" y="17311"/>
                </a:cubicBezTo>
                <a:lnTo>
                  <a:pt x="620322" y="17311"/>
                </a:lnTo>
                <a:close/>
                <a:moveTo>
                  <a:pt x="757655" y="42939"/>
                </a:moveTo>
                <a:lnTo>
                  <a:pt x="757655" y="90036"/>
                </a:lnTo>
                <a:cubicBezTo>
                  <a:pt x="757655" y="99031"/>
                  <a:pt x="757867" y="104533"/>
                  <a:pt x="758291" y="106541"/>
                </a:cubicBezTo>
                <a:cubicBezTo>
                  <a:pt x="758716" y="108550"/>
                  <a:pt x="759394" y="109950"/>
                  <a:pt x="760328" y="110742"/>
                </a:cubicBezTo>
                <a:cubicBezTo>
                  <a:pt x="761261" y="111534"/>
                  <a:pt x="762350" y="111930"/>
                  <a:pt x="763595" y="111930"/>
                </a:cubicBezTo>
                <a:cubicBezTo>
                  <a:pt x="765349" y="111930"/>
                  <a:pt x="767329" y="111449"/>
                  <a:pt x="769535" y="110487"/>
                </a:cubicBezTo>
                <a:lnTo>
                  <a:pt x="770723" y="113458"/>
                </a:lnTo>
                <a:lnTo>
                  <a:pt x="747472" y="123047"/>
                </a:lnTo>
                <a:lnTo>
                  <a:pt x="743653" y="123047"/>
                </a:lnTo>
                <a:lnTo>
                  <a:pt x="743653" y="106584"/>
                </a:lnTo>
                <a:cubicBezTo>
                  <a:pt x="736977" y="113825"/>
                  <a:pt x="731886" y="118379"/>
                  <a:pt x="728378" y="120246"/>
                </a:cubicBezTo>
                <a:cubicBezTo>
                  <a:pt x="724871" y="122113"/>
                  <a:pt x="721165" y="123047"/>
                  <a:pt x="717262" y="123047"/>
                </a:cubicBezTo>
                <a:cubicBezTo>
                  <a:pt x="712905" y="123047"/>
                  <a:pt x="709129" y="121788"/>
                  <a:pt x="705933" y="119270"/>
                </a:cubicBezTo>
                <a:cubicBezTo>
                  <a:pt x="702736" y="116753"/>
                  <a:pt x="700516" y="113514"/>
                  <a:pt x="699271" y="109554"/>
                </a:cubicBezTo>
                <a:cubicBezTo>
                  <a:pt x="698027" y="105594"/>
                  <a:pt x="697404" y="99993"/>
                  <a:pt x="697404" y="92752"/>
                </a:cubicBezTo>
                <a:lnTo>
                  <a:pt x="697404" y="58044"/>
                </a:lnTo>
                <a:cubicBezTo>
                  <a:pt x="697404" y="54367"/>
                  <a:pt x="697008" y="51821"/>
                  <a:pt x="696216" y="50407"/>
                </a:cubicBezTo>
                <a:cubicBezTo>
                  <a:pt x="695424" y="48992"/>
                  <a:pt x="694250" y="47903"/>
                  <a:pt x="692695" y="47140"/>
                </a:cubicBezTo>
                <a:cubicBezTo>
                  <a:pt x="691139" y="46376"/>
                  <a:pt x="688324" y="46022"/>
                  <a:pt x="684251" y="46079"/>
                </a:cubicBezTo>
                <a:lnTo>
                  <a:pt x="684251" y="42939"/>
                </a:lnTo>
                <a:lnTo>
                  <a:pt x="711491" y="42939"/>
                </a:lnTo>
                <a:lnTo>
                  <a:pt x="711491" y="94831"/>
                </a:lnTo>
                <a:cubicBezTo>
                  <a:pt x="711491" y="102055"/>
                  <a:pt x="712750" y="106795"/>
                  <a:pt x="715267" y="109053"/>
                </a:cubicBezTo>
                <a:cubicBezTo>
                  <a:pt x="717785" y="111310"/>
                  <a:pt x="720826" y="112439"/>
                  <a:pt x="724390" y="112439"/>
                </a:cubicBezTo>
                <a:cubicBezTo>
                  <a:pt x="726822" y="112439"/>
                  <a:pt x="729580" y="111677"/>
                  <a:pt x="732664" y="110153"/>
                </a:cubicBezTo>
                <a:cubicBezTo>
                  <a:pt x="735747" y="108629"/>
                  <a:pt x="739410" y="105724"/>
                  <a:pt x="743653" y="101437"/>
                </a:cubicBezTo>
                <a:lnTo>
                  <a:pt x="743653" y="57506"/>
                </a:lnTo>
                <a:cubicBezTo>
                  <a:pt x="743653" y="53104"/>
                  <a:pt x="742847" y="50127"/>
                  <a:pt x="741234" y="48577"/>
                </a:cubicBezTo>
                <a:cubicBezTo>
                  <a:pt x="739622" y="47025"/>
                  <a:pt x="736270" y="46192"/>
                  <a:pt x="731179" y="46079"/>
                </a:cubicBezTo>
                <a:lnTo>
                  <a:pt x="731179" y="42939"/>
                </a:lnTo>
                <a:lnTo>
                  <a:pt x="757655" y="42939"/>
                </a:lnTo>
                <a:close/>
                <a:moveTo>
                  <a:pt x="799067" y="57196"/>
                </a:moveTo>
                <a:cubicBezTo>
                  <a:pt x="808175" y="46220"/>
                  <a:pt x="816859" y="40733"/>
                  <a:pt x="825118" y="40733"/>
                </a:cubicBezTo>
                <a:cubicBezTo>
                  <a:pt x="829361" y="40733"/>
                  <a:pt x="833010" y="41792"/>
                  <a:pt x="836065" y="43910"/>
                </a:cubicBezTo>
                <a:cubicBezTo>
                  <a:pt x="839120" y="46026"/>
                  <a:pt x="841553" y="49511"/>
                  <a:pt x="843363" y="54366"/>
                </a:cubicBezTo>
                <a:cubicBezTo>
                  <a:pt x="844608" y="57752"/>
                  <a:pt x="845230" y="62945"/>
                  <a:pt x="845230" y="69946"/>
                </a:cubicBezTo>
                <a:lnTo>
                  <a:pt x="845230" y="103052"/>
                </a:lnTo>
                <a:cubicBezTo>
                  <a:pt x="845230" y="107963"/>
                  <a:pt x="845626" y="111294"/>
                  <a:pt x="846418" y="113044"/>
                </a:cubicBezTo>
                <a:cubicBezTo>
                  <a:pt x="847041" y="114455"/>
                  <a:pt x="848045" y="115555"/>
                  <a:pt x="849431" y="116345"/>
                </a:cubicBezTo>
                <a:cubicBezTo>
                  <a:pt x="850817" y="117136"/>
                  <a:pt x="853377" y="117531"/>
                  <a:pt x="857111" y="117531"/>
                </a:cubicBezTo>
                <a:lnTo>
                  <a:pt x="857111" y="120671"/>
                </a:lnTo>
                <a:lnTo>
                  <a:pt x="818669" y="120671"/>
                </a:lnTo>
                <a:lnTo>
                  <a:pt x="818669" y="117531"/>
                </a:lnTo>
                <a:lnTo>
                  <a:pt x="820281" y="117531"/>
                </a:lnTo>
                <a:cubicBezTo>
                  <a:pt x="823902" y="117531"/>
                  <a:pt x="826434" y="116982"/>
                  <a:pt x="827876" y="115884"/>
                </a:cubicBezTo>
                <a:cubicBezTo>
                  <a:pt x="829319" y="114786"/>
                  <a:pt x="830323" y="113169"/>
                  <a:pt x="830889" y="111031"/>
                </a:cubicBezTo>
                <a:cubicBezTo>
                  <a:pt x="831115" y="110186"/>
                  <a:pt x="831228" y="107540"/>
                  <a:pt x="831228" y="103094"/>
                </a:cubicBezTo>
                <a:lnTo>
                  <a:pt x="831228" y="71433"/>
                </a:lnTo>
                <a:cubicBezTo>
                  <a:pt x="831228" y="64399"/>
                  <a:pt x="830309" y="59291"/>
                  <a:pt x="828470" y="56111"/>
                </a:cubicBezTo>
                <a:cubicBezTo>
                  <a:pt x="826632" y="52930"/>
                  <a:pt x="823534" y="51340"/>
                  <a:pt x="819178" y="51340"/>
                </a:cubicBezTo>
                <a:cubicBezTo>
                  <a:pt x="812446" y="51340"/>
                  <a:pt x="805742" y="54999"/>
                  <a:pt x="799067" y="62316"/>
                </a:cubicBezTo>
                <a:lnTo>
                  <a:pt x="799067" y="103094"/>
                </a:lnTo>
                <a:cubicBezTo>
                  <a:pt x="799067" y="108329"/>
                  <a:pt x="799378" y="111565"/>
                  <a:pt x="800000" y="112803"/>
                </a:cubicBezTo>
                <a:cubicBezTo>
                  <a:pt x="800792" y="114434"/>
                  <a:pt x="801881" y="115630"/>
                  <a:pt x="803267" y="116391"/>
                </a:cubicBezTo>
                <a:cubicBezTo>
                  <a:pt x="804653" y="117151"/>
                  <a:pt x="807468" y="117531"/>
                  <a:pt x="811711" y="117531"/>
                </a:cubicBezTo>
                <a:lnTo>
                  <a:pt x="811711" y="120671"/>
                </a:lnTo>
                <a:lnTo>
                  <a:pt x="773269" y="120671"/>
                </a:lnTo>
                <a:lnTo>
                  <a:pt x="773269" y="117531"/>
                </a:lnTo>
                <a:lnTo>
                  <a:pt x="774966" y="117531"/>
                </a:lnTo>
                <a:cubicBezTo>
                  <a:pt x="778926" y="117531"/>
                  <a:pt x="781600" y="116529"/>
                  <a:pt x="782986" y="114526"/>
                </a:cubicBezTo>
                <a:cubicBezTo>
                  <a:pt x="784372" y="112521"/>
                  <a:pt x="785065" y="108697"/>
                  <a:pt x="785065" y="103052"/>
                </a:cubicBezTo>
                <a:lnTo>
                  <a:pt x="785065" y="74263"/>
                </a:lnTo>
                <a:cubicBezTo>
                  <a:pt x="785065" y="64950"/>
                  <a:pt x="784852" y="59277"/>
                  <a:pt x="784428" y="57246"/>
                </a:cubicBezTo>
                <a:cubicBezTo>
                  <a:pt x="784004" y="55213"/>
                  <a:pt x="783353" y="53829"/>
                  <a:pt x="782476" y="53096"/>
                </a:cubicBezTo>
                <a:cubicBezTo>
                  <a:pt x="781600" y="52362"/>
                  <a:pt x="780426" y="51995"/>
                  <a:pt x="778955" y="51995"/>
                </a:cubicBezTo>
                <a:cubicBezTo>
                  <a:pt x="777371" y="51995"/>
                  <a:pt x="775475" y="52419"/>
                  <a:pt x="773269" y="53265"/>
                </a:cubicBezTo>
                <a:lnTo>
                  <a:pt x="771996" y="50216"/>
                </a:lnTo>
                <a:lnTo>
                  <a:pt x="795418" y="40733"/>
                </a:lnTo>
                <a:lnTo>
                  <a:pt x="799067" y="40733"/>
                </a:lnTo>
                <a:lnTo>
                  <a:pt x="799067" y="57196"/>
                </a:lnTo>
                <a:close/>
                <a:moveTo>
                  <a:pt x="918209" y="111930"/>
                </a:moveTo>
                <a:cubicBezTo>
                  <a:pt x="914419" y="115890"/>
                  <a:pt x="910713" y="118733"/>
                  <a:pt x="907093" y="120459"/>
                </a:cubicBezTo>
                <a:cubicBezTo>
                  <a:pt x="903472" y="122184"/>
                  <a:pt x="899568" y="123047"/>
                  <a:pt x="895382" y="123047"/>
                </a:cubicBezTo>
                <a:cubicBezTo>
                  <a:pt x="886896" y="123047"/>
                  <a:pt x="879485" y="119505"/>
                  <a:pt x="873149" y="112421"/>
                </a:cubicBezTo>
                <a:cubicBezTo>
                  <a:pt x="866812" y="105335"/>
                  <a:pt x="863644" y="96230"/>
                  <a:pt x="863644" y="85106"/>
                </a:cubicBezTo>
                <a:cubicBezTo>
                  <a:pt x="863644" y="73984"/>
                  <a:pt x="867152" y="63808"/>
                  <a:pt x="874167" y="54578"/>
                </a:cubicBezTo>
                <a:cubicBezTo>
                  <a:pt x="881182" y="45348"/>
                  <a:pt x="890206" y="40733"/>
                  <a:pt x="901237" y="40733"/>
                </a:cubicBezTo>
                <a:cubicBezTo>
                  <a:pt x="908083" y="40733"/>
                  <a:pt x="913740" y="42911"/>
                  <a:pt x="918209" y="47267"/>
                </a:cubicBezTo>
                <a:lnTo>
                  <a:pt x="918209" y="32894"/>
                </a:lnTo>
                <a:cubicBezTo>
                  <a:pt x="918209" y="23975"/>
                  <a:pt x="917997" y="18492"/>
                  <a:pt x="917573" y="16447"/>
                </a:cubicBezTo>
                <a:cubicBezTo>
                  <a:pt x="917148" y="14401"/>
                  <a:pt x="916484" y="13010"/>
                  <a:pt x="915579" y="12273"/>
                </a:cubicBezTo>
                <a:cubicBezTo>
                  <a:pt x="914673" y="11534"/>
                  <a:pt x="913542" y="11164"/>
                  <a:pt x="912184" y="11164"/>
                </a:cubicBezTo>
                <a:cubicBezTo>
                  <a:pt x="910713" y="11164"/>
                  <a:pt x="908762" y="11619"/>
                  <a:pt x="906329" y="12527"/>
                </a:cubicBezTo>
                <a:lnTo>
                  <a:pt x="905226" y="9544"/>
                </a:lnTo>
                <a:lnTo>
                  <a:pt x="928392" y="0"/>
                </a:lnTo>
                <a:lnTo>
                  <a:pt x="932211" y="0"/>
                </a:lnTo>
                <a:lnTo>
                  <a:pt x="932211" y="89867"/>
                </a:lnTo>
                <a:cubicBezTo>
                  <a:pt x="932211" y="98975"/>
                  <a:pt x="932423" y="104533"/>
                  <a:pt x="932848" y="106541"/>
                </a:cubicBezTo>
                <a:cubicBezTo>
                  <a:pt x="933272" y="108550"/>
                  <a:pt x="933951" y="109950"/>
                  <a:pt x="934884" y="110742"/>
                </a:cubicBezTo>
                <a:cubicBezTo>
                  <a:pt x="935818" y="111534"/>
                  <a:pt x="936907" y="111930"/>
                  <a:pt x="938151" y="111930"/>
                </a:cubicBezTo>
                <a:cubicBezTo>
                  <a:pt x="939679" y="111930"/>
                  <a:pt x="941715" y="111449"/>
                  <a:pt x="944261" y="110487"/>
                </a:cubicBezTo>
                <a:lnTo>
                  <a:pt x="945195" y="113458"/>
                </a:lnTo>
                <a:lnTo>
                  <a:pt x="922113" y="123047"/>
                </a:lnTo>
                <a:lnTo>
                  <a:pt x="918209" y="123047"/>
                </a:lnTo>
                <a:lnTo>
                  <a:pt x="918209" y="111930"/>
                </a:lnTo>
                <a:moveTo>
                  <a:pt x="918209" y="106008"/>
                </a:moveTo>
                <a:lnTo>
                  <a:pt x="918209" y="66055"/>
                </a:lnTo>
                <a:cubicBezTo>
                  <a:pt x="917870" y="62217"/>
                  <a:pt x="916851" y="58719"/>
                  <a:pt x="915154" y="55559"/>
                </a:cubicBezTo>
                <a:cubicBezTo>
                  <a:pt x="913457" y="52398"/>
                  <a:pt x="911208" y="50014"/>
                  <a:pt x="908408" y="48407"/>
                </a:cubicBezTo>
                <a:cubicBezTo>
                  <a:pt x="905608" y="46798"/>
                  <a:pt x="902878" y="45994"/>
                  <a:pt x="900219" y="45994"/>
                </a:cubicBezTo>
                <a:cubicBezTo>
                  <a:pt x="895241" y="45994"/>
                  <a:pt x="890800" y="48223"/>
                  <a:pt x="886896" y="52682"/>
                </a:cubicBezTo>
                <a:cubicBezTo>
                  <a:pt x="881748" y="58550"/>
                  <a:pt x="879174" y="67127"/>
                  <a:pt x="879174" y="78413"/>
                </a:cubicBezTo>
                <a:cubicBezTo>
                  <a:pt x="879174" y="89813"/>
                  <a:pt x="881663" y="98546"/>
                  <a:pt x="886641" y="104614"/>
                </a:cubicBezTo>
                <a:cubicBezTo>
                  <a:pt x="891620" y="110679"/>
                  <a:pt x="897164" y="113712"/>
                  <a:pt x="903274" y="113712"/>
                </a:cubicBezTo>
                <a:cubicBezTo>
                  <a:pt x="908422" y="113712"/>
                  <a:pt x="913401" y="111144"/>
                  <a:pt x="918209" y="106008"/>
                </a:cubicBezTo>
                <a:close/>
                <a:moveTo>
                  <a:pt x="963270" y="72301"/>
                </a:moveTo>
                <a:cubicBezTo>
                  <a:pt x="963213" y="83815"/>
                  <a:pt x="966014" y="92846"/>
                  <a:pt x="971671" y="99395"/>
                </a:cubicBezTo>
                <a:cubicBezTo>
                  <a:pt x="977328" y="105941"/>
                  <a:pt x="983976" y="109215"/>
                  <a:pt x="991613" y="109215"/>
                </a:cubicBezTo>
                <a:cubicBezTo>
                  <a:pt x="996705" y="109215"/>
                  <a:pt x="1001132" y="107814"/>
                  <a:pt x="1004894" y="105014"/>
                </a:cubicBezTo>
                <a:cubicBezTo>
                  <a:pt x="1008656" y="102214"/>
                  <a:pt x="1011810" y="97419"/>
                  <a:pt x="1014356" y="90630"/>
                </a:cubicBezTo>
                <a:lnTo>
                  <a:pt x="1016986" y="92327"/>
                </a:lnTo>
                <a:cubicBezTo>
                  <a:pt x="1015798" y="100078"/>
                  <a:pt x="1012347" y="107136"/>
                  <a:pt x="1006633" y="113500"/>
                </a:cubicBezTo>
                <a:cubicBezTo>
                  <a:pt x="1000919" y="119864"/>
                  <a:pt x="993763" y="123047"/>
                  <a:pt x="985164" y="123047"/>
                </a:cubicBezTo>
                <a:cubicBezTo>
                  <a:pt x="975829" y="123047"/>
                  <a:pt x="967838" y="119420"/>
                  <a:pt x="961191" y="112166"/>
                </a:cubicBezTo>
                <a:cubicBezTo>
                  <a:pt x="954544" y="104911"/>
                  <a:pt x="951220" y="95157"/>
                  <a:pt x="951220" y="82905"/>
                </a:cubicBezTo>
                <a:cubicBezTo>
                  <a:pt x="951220" y="69639"/>
                  <a:pt x="954628" y="59294"/>
                  <a:pt x="961445" y="51871"/>
                </a:cubicBezTo>
                <a:cubicBezTo>
                  <a:pt x="968263" y="44445"/>
                  <a:pt x="976819" y="40733"/>
                  <a:pt x="987116" y="40733"/>
                </a:cubicBezTo>
                <a:cubicBezTo>
                  <a:pt x="995828" y="40733"/>
                  <a:pt x="1002984" y="43597"/>
                  <a:pt x="1008585" y="49325"/>
                </a:cubicBezTo>
                <a:cubicBezTo>
                  <a:pt x="1014186" y="55051"/>
                  <a:pt x="1016986" y="62710"/>
                  <a:pt x="1016986" y="72301"/>
                </a:cubicBezTo>
                <a:lnTo>
                  <a:pt x="963270" y="72301"/>
                </a:lnTo>
                <a:moveTo>
                  <a:pt x="963270" y="67379"/>
                </a:moveTo>
                <a:lnTo>
                  <a:pt x="999250" y="67379"/>
                </a:lnTo>
                <a:cubicBezTo>
                  <a:pt x="998968" y="62400"/>
                  <a:pt x="998374" y="58893"/>
                  <a:pt x="997468" y="56856"/>
                </a:cubicBezTo>
                <a:cubicBezTo>
                  <a:pt x="996054" y="53688"/>
                  <a:pt x="993947" y="51199"/>
                  <a:pt x="991146" y="49388"/>
                </a:cubicBezTo>
                <a:cubicBezTo>
                  <a:pt x="988346" y="47578"/>
                  <a:pt x="985418" y="46673"/>
                  <a:pt x="982363" y="46673"/>
                </a:cubicBezTo>
                <a:cubicBezTo>
                  <a:pt x="977668" y="46673"/>
                  <a:pt x="973467" y="48497"/>
                  <a:pt x="969762" y="52146"/>
                </a:cubicBezTo>
                <a:cubicBezTo>
                  <a:pt x="966056" y="55795"/>
                  <a:pt x="963892" y="60873"/>
                  <a:pt x="963270" y="67379"/>
                </a:cubicBezTo>
                <a:close/>
                <a:moveTo>
                  <a:pt x="1050108" y="40733"/>
                </a:moveTo>
                <a:lnTo>
                  <a:pt x="1050108" y="58214"/>
                </a:lnTo>
                <a:cubicBezTo>
                  <a:pt x="1056614" y="46560"/>
                  <a:pt x="1063290" y="40733"/>
                  <a:pt x="1070135" y="40733"/>
                </a:cubicBezTo>
                <a:cubicBezTo>
                  <a:pt x="1073247" y="40733"/>
                  <a:pt x="1075821" y="41680"/>
                  <a:pt x="1077857" y="43576"/>
                </a:cubicBezTo>
                <a:cubicBezTo>
                  <a:pt x="1079894" y="45471"/>
                  <a:pt x="1080912" y="47663"/>
                  <a:pt x="1080912" y="50152"/>
                </a:cubicBezTo>
                <a:cubicBezTo>
                  <a:pt x="1080912" y="52359"/>
                  <a:pt x="1080177" y="54225"/>
                  <a:pt x="1078706" y="55753"/>
                </a:cubicBezTo>
                <a:cubicBezTo>
                  <a:pt x="1077235" y="57280"/>
                  <a:pt x="1075481" y="58044"/>
                  <a:pt x="1073445" y="58044"/>
                </a:cubicBezTo>
                <a:cubicBezTo>
                  <a:pt x="1071465" y="58044"/>
                  <a:pt x="1069244" y="57068"/>
                  <a:pt x="1066783" y="55116"/>
                </a:cubicBezTo>
                <a:cubicBezTo>
                  <a:pt x="1064322" y="53165"/>
                  <a:pt x="1062498" y="52189"/>
                  <a:pt x="1061310" y="52189"/>
                </a:cubicBezTo>
                <a:cubicBezTo>
                  <a:pt x="1060291" y="52189"/>
                  <a:pt x="1059188" y="52753"/>
                  <a:pt x="1058000" y="53881"/>
                </a:cubicBezTo>
                <a:cubicBezTo>
                  <a:pt x="1055454" y="56195"/>
                  <a:pt x="1052824" y="60004"/>
                  <a:pt x="1050108" y="65308"/>
                </a:cubicBezTo>
                <a:lnTo>
                  <a:pt x="1050108" y="102466"/>
                </a:lnTo>
                <a:cubicBezTo>
                  <a:pt x="1050108" y="106753"/>
                  <a:pt x="1050646" y="109997"/>
                  <a:pt x="1051721" y="112198"/>
                </a:cubicBezTo>
                <a:cubicBezTo>
                  <a:pt x="1052456" y="113722"/>
                  <a:pt x="1053757" y="114992"/>
                  <a:pt x="1055624" y="116009"/>
                </a:cubicBezTo>
                <a:cubicBezTo>
                  <a:pt x="1057491" y="117023"/>
                  <a:pt x="1060178" y="117531"/>
                  <a:pt x="1063686" y="117531"/>
                </a:cubicBezTo>
                <a:lnTo>
                  <a:pt x="1063686" y="120671"/>
                </a:lnTo>
                <a:lnTo>
                  <a:pt x="1023886" y="120671"/>
                </a:lnTo>
                <a:lnTo>
                  <a:pt x="1023886" y="117531"/>
                </a:lnTo>
                <a:cubicBezTo>
                  <a:pt x="1027847" y="117531"/>
                  <a:pt x="1030788" y="116910"/>
                  <a:pt x="1032712" y="115669"/>
                </a:cubicBezTo>
                <a:cubicBezTo>
                  <a:pt x="1034126" y="114766"/>
                  <a:pt x="1035116" y="113326"/>
                  <a:pt x="1035682" y="111349"/>
                </a:cubicBezTo>
                <a:cubicBezTo>
                  <a:pt x="1035965" y="110389"/>
                  <a:pt x="1036106" y="107652"/>
                  <a:pt x="1036106" y="103136"/>
                </a:cubicBezTo>
                <a:lnTo>
                  <a:pt x="1036106" y="73078"/>
                </a:lnTo>
                <a:cubicBezTo>
                  <a:pt x="1036106" y="64045"/>
                  <a:pt x="1035922" y="58669"/>
                  <a:pt x="1035555" y="56949"/>
                </a:cubicBezTo>
                <a:cubicBezTo>
                  <a:pt x="1035187" y="55227"/>
                  <a:pt x="1034508" y="53971"/>
                  <a:pt x="1033518" y="53181"/>
                </a:cubicBezTo>
                <a:cubicBezTo>
                  <a:pt x="1032528" y="52390"/>
                  <a:pt x="1031298" y="51995"/>
                  <a:pt x="1029827" y="51995"/>
                </a:cubicBezTo>
                <a:cubicBezTo>
                  <a:pt x="1028073" y="51995"/>
                  <a:pt x="1026093" y="52419"/>
                  <a:pt x="1023886" y="53265"/>
                </a:cubicBezTo>
                <a:lnTo>
                  <a:pt x="1023038" y="50216"/>
                </a:lnTo>
                <a:lnTo>
                  <a:pt x="1046544" y="40733"/>
                </a:lnTo>
                <a:lnTo>
                  <a:pt x="1050108" y="40733"/>
                </a:lnTo>
                <a:close/>
                <a:moveTo>
                  <a:pt x="1135476" y="40733"/>
                </a:moveTo>
                <a:lnTo>
                  <a:pt x="1135476" y="67039"/>
                </a:lnTo>
                <a:lnTo>
                  <a:pt x="1132675" y="67039"/>
                </a:lnTo>
                <a:cubicBezTo>
                  <a:pt x="1130526" y="58788"/>
                  <a:pt x="1127768" y="53176"/>
                  <a:pt x="1124401" y="50203"/>
                </a:cubicBezTo>
                <a:cubicBezTo>
                  <a:pt x="1121035" y="47227"/>
                  <a:pt x="1116750" y="45739"/>
                  <a:pt x="1111545" y="45739"/>
                </a:cubicBezTo>
                <a:cubicBezTo>
                  <a:pt x="1107585" y="45739"/>
                  <a:pt x="1104389" y="46785"/>
                  <a:pt x="1101956" y="48877"/>
                </a:cubicBezTo>
                <a:cubicBezTo>
                  <a:pt x="1099523" y="50966"/>
                  <a:pt x="1098307" y="53283"/>
                  <a:pt x="1098307" y="55827"/>
                </a:cubicBezTo>
                <a:cubicBezTo>
                  <a:pt x="1098307" y="58992"/>
                  <a:pt x="1099212" y="61704"/>
                  <a:pt x="1101023" y="63963"/>
                </a:cubicBezTo>
                <a:cubicBezTo>
                  <a:pt x="1102776" y="66281"/>
                  <a:pt x="1106340" y="68739"/>
                  <a:pt x="1111715" y="71338"/>
                </a:cubicBezTo>
                <a:lnTo>
                  <a:pt x="1124104" y="77358"/>
                </a:lnTo>
                <a:cubicBezTo>
                  <a:pt x="1135589" y="82951"/>
                  <a:pt x="1141331" y="90326"/>
                  <a:pt x="1141331" y="99482"/>
                </a:cubicBezTo>
                <a:cubicBezTo>
                  <a:pt x="1141331" y="106545"/>
                  <a:pt x="1138658" y="112239"/>
                  <a:pt x="1133312" y="116563"/>
                </a:cubicBezTo>
                <a:cubicBezTo>
                  <a:pt x="1127966" y="120885"/>
                  <a:pt x="1121983" y="123047"/>
                  <a:pt x="1115364" y="123047"/>
                </a:cubicBezTo>
                <a:cubicBezTo>
                  <a:pt x="1110612" y="123047"/>
                  <a:pt x="1105181" y="122198"/>
                  <a:pt x="1099071" y="120501"/>
                </a:cubicBezTo>
                <a:cubicBezTo>
                  <a:pt x="1097204" y="119935"/>
                  <a:pt x="1095676" y="119652"/>
                  <a:pt x="1094488" y="119652"/>
                </a:cubicBezTo>
                <a:cubicBezTo>
                  <a:pt x="1093187" y="119652"/>
                  <a:pt x="1092169" y="120388"/>
                  <a:pt x="1091433" y="121859"/>
                </a:cubicBezTo>
                <a:lnTo>
                  <a:pt x="1088633" y="121859"/>
                </a:lnTo>
                <a:lnTo>
                  <a:pt x="1088633" y="94025"/>
                </a:lnTo>
                <a:lnTo>
                  <a:pt x="1091433" y="94025"/>
                </a:lnTo>
                <a:cubicBezTo>
                  <a:pt x="1093018" y="101973"/>
                  <a:pt x="1096044" y="107963"/>
                  <a:pt x="1100513" y="111994"/>
                </a:cubicBezTo>
                <a:cubicBezTo>
                  <a:pt x="1104983" y="116025"/>
                  <a:pt x="1109989" y="118040"/>
                  <a:pt x="1115534" y="118040"/>
                </a:cubicBezTo>
                <a:cubicBezTo>
                  <a:pt x="1119437" y="118040"/>
                  <a:pt x="1122619" y="116896"/>
                  <a:pt x="1125080" y="114608"/>
                </a:cubicBezTo>
                <a:cubicBezTo>
                  <a:pt x="1127541" y="112319"/>
                  <a:pt x="1128772" y="109564"/>
                  <a:pt x="1128772" y="106343"/>
                </a:cubicBezTo>
                <a:cubicBezTo>
                  <a:pt x="1128772" y="102443"/>
                  <a:pt x="1127400" y="99165"/>
                  <a:pt x="1124656" y="96509"/>
                </a:cubicBezTo>
                <a:cubicBezTo>
                  <a:pt x="1121912" y="93854"/>
                  <a:pt x="1116439" y="90492"/>
                  <a:pt x="1108236" y="86424"/>
                </a:cubicBezTo>
                <a:cubicBezTo>
                  <a:pt x="1100033" y="82355"/>
                  <a:pt x="1094658" y="78681"/>
                  <a:pt x="1092112" y="75403"/>
                </a:cubicBezTo>
                <a:cubicBezTo>
                  <a:pt x="1089567" y="72182"/>
                  <a:pt x="1088294" y="68113"/>
                  <a:pt x="1088294" y="63197"/>
                </a:cubicBezTo>
                <a:cubicBezTo>
                  <a:pt x="1088294" y="56811"/>
                  <a:pt x="1090486" y="51471"/>
                  <a:pt x="1094870" y="47177"/>
                </a:cubicBezTo>
                <a:cubicBezTo>
                  <a:pt x="1099255" y="42881"/>
                  <a:pt x="1104926" y="40733"/>
                  <a:pt x="1111885" y="40733"/>
                </a:cubicBezTo>
                <a:cubicBezTo>
                  <a:pt x="1114940" y="40733"/>
                  <a:pt x="1118645" y="41383"/>
                  <a:pt x="1123001" y="42684"/>
                </a:cubicBezTo>
                <a:cubicBezTo>
                  <a:pt x="1125887" y="43533"/>
                  <a:pt x="1127810" y="43957"/>
                  <a:pt x="1128772" y="43957"/>
                </a:cubicBezTo>
                <a:cubicBezTo>
                  <a:pt x="1129677" y="43957"/>
                  <a:pt x="1130384" y="43759"/>
                  <a:pt x="1130893" y="43363"/>
                </a:cubicBezTo>
                <a:cubicBezTo>
                  <a:pt x="1131402" y="42967"/>
                  <a:pt x="1131996" y="42090"/>
                  <a:pt x="1132675" y="40733"/>
                </a:cubicBezTo>
                <a:lnTo>
                  <a:pt x="1135476" y="40733"/>
                </a:lnTo>
                <a:close/>
                <a:moveTo>
                  <a:pt x="1175417" y="17311"/>
                </a:moveTo>
                <a:lnTo>
                  <a:pt x="1175417" y="42939"/>
                </a:lnTo>
                <a:lnTo>
                  <a:pt x="1193577" y="42939"/>
                </a:lnTo>
                <a:lnTo>
                  <a:pt x="1193577" y="48879"/>
                </a:lnTo>
                <a:lnTo>
                  <a:pt x="1175417" y="48879"/>
                </a:lnTo>
                <a:lnTo>
                  <a:pt x="1175417" y="99217"/>
                </a:lnTo>
                <a:cubicBezTo>
                  <a:pt x="1175417" y="104247"/>
                  <a:pt x="1176138" y="107638"/>
                  <a:pt x="1177581" y="109390"/>
                </a:cubicBezTo>
                <a:cubicBezTo>
                  <a:pt x="1179023" y="111140"/>
                  <a:pt x="1180876" y="112015"/>
                  <a:pt x="1183139" y="112015"/>
                </a:cubicBezTo>
                <a:cubicBezTo>
                  <a:pt x="1185006" y="112015"/>
                  <a:pt x="1186816" y="111435"/>
                  <a:pt x="1188570" y="110275"/>
                </a:cubicBezTo>
                <a:cubicBezTo>
                  <a:pt x="1190324" y="109116"/>
                  <a:pt x="1191682" y="107404"/>
                  <a:pt x="1192643" y="105141"/>
                </a:cubicBezTo>
                <a:lnTo>
                  <a:pt x="1195953" y="105141"/>
                </a:lnTo>
                <a:cubicBezTo>
                  <a:pt x="1193973" y="110701"/>
                  <a:pt x="1191172" y="114906"/>
                  <a:pt x="1187552" y="117756"/>
                </a:cubicBezTo>
                <a:cubicBezTo>
                  <a:pt x="1183931" y="120604"/>
                  <a:pt x="1180197" y="122028"/>
                  <a:pt x="1176350" y="122028"/>
                </a:cubicBezTo>
                <a:cubicBezTo>
                  <a:pt x="1173748" y="122028"/>
                  <a:pt x="1171202" y="121306"/>
                  <a:pt x="1168713" y="119862"/>
                </a:cubicBezTo>
                <a:cubicBezTo>
                  <a:pt x="1166224" y="118417"/>
                  <a:pt x="1164385" y="116351"/>
                  <a:pt x="1163197" y="113662"/>
                </a:cubicBezTo>
                <a:cubicBezTo>
                  <a:pt x="1162009" y="110971"/>
                  <a:pt x="1161415" y="106822"/>
                  <a:pt x="1161415" y="101214"/>
                </a:cubicBezTo>
                <a:lnTo>
                  <a:pt x="1161415" y="48879"/>
                </a:lnTo>
                <a:lnTo>
                  <a:pt x="1149110" y="48879"/>
                </a:lnTo>
                <a:lnTo>
                  <a:pt x="1149110" y="46079"/>
                </a:lnTo>
                <a:cubicBezTo>
                  <a:pt x="1152222" y="44831"/>
                  <a:pt x="1155404" y="42717"/>
                  <a:pt x="1158657" y="39738"/>
                </a:cubicBezTo>
                <a:cubicBezTo>
                  <a:pt x="1161910" y="36759"/>
                  <a:pt x="1164809" y="33227"/>
                  <a:pt x="1167355" y="29141"/>
                </a:cubicBezTo>
                <a:cubicBezTo>
                  <a:pt x="1168656" y="26986"/>
                  <a:pt x="1170467" y="23043"/>
                  <a:pt x="1172786" y="17311"/>
                </a:cubicBezTo>
                <a:lnTo>
                  <a:pt x="1175417" y="17311"/>
                </a:lnTo>
                <a:close/>
                <a:moveTo>
                  <a:pt x="1245201" y="109469"/>
                </a:moveTo>
                <a:cubicBezTo>
                  <a:pt x="1237224" y="115636"/>
                  <a:pt x="1232217" y="119200"/>
                  <a:pt x="1230181" y="120161"/>
                </a:cubicBezTo>
                <a:cubicBezTo>
                  <a:pt x="1227126" y="121632"/>
                  <a:pt x="1223873" y="122368"/>
                  <a:pt x="1220422" y="122368"/>
                </a:cubicBezTo>
                <a:cubicBezTo>
                  <a:pt x="1215047" y="122368"/>
                  <a:pt x="1210620" y="120529"/>
                  <a:pt x="1207141" y="116852"/>
                </a:cubicBezTo>
                <a:cubicBezTo>
                  <a:pt x="1203662" y="113175"/>
                  <a:pt x="1201922" y="108338"/>
                  <a:pt x="1201922" y="102341"/>
                </a:cubicBezTo>
                <a:cubicBezTo>
                  <a:pt x="1201922" y="98551"/>
                  <a:pt x="1202771" y="95269"/>
                  <a:pt x="1204468" y="92497"/>
                </a:cubicBezTo>
                <a:cubicBezTo>
                  <a:pt x="1206788" y="88650"/>
                  <a:pt x="1210818" y="85030"/>
                  <a:pt x="1216561" y="81635"/>
                </a:cubicBezTo>
                <a:cubicBezTo>
                  <a:pt x="1222303" y="78241"/>
                  <a:pt x="1231850" y="74111"/>
                  <a:pt x="1245201" y="69246"/>
                </a:cubicBezTo>
                <a:lnTo>
                  <a:pt x="1245201" y="66191"/>
                </a:lnTo>
                <a:cubicBezTo>
                  <a:pt x="1245201" y="58440"/>
                  <a:pt x="1243970" y="53122"/>
                  <a:pt x="1241509" y="50237"/>
                </a:cubicBezTo>
                <a:cubicBezTo>
                  <a:pt x="1239049" y="47352"/>
                  <a:pt x="1235470" y="45909"/>
                  <a:pt x="1230775" y="45909"/>
                </a:cubicBezTo>
                <a:cubicBezTo>
                  <a:pt x="1227211" y="45909"/>
                  <a:pt x="1224382" y="46867"/>
                  <a:pt x="1222289" y="48784"/>
                </a:cubicBezTo>
                <a:cubicBezTo>
                  <a:pt x="1220139" y="50700"/>
                  <a:pt x="1219064" y="52899"/>
                  <a:pt x="1219064" y="55379"/>
                </a:cubicBezTo>
                <a:lnTo>
                  <a:pt x="1219234" y="60282"/>
                </a:lnTo>
                <a:cubicBezTo>
                  <a:pt x="1219234" y="62874"/>
                  <a:pt x="1218569" y="64874"/>
                  <a:pt x="1217240" y="66283"/>
                </a:cubicBezTo>
                <a:cubicBezTo>
                  <a:pt x="1215910" y="67692"/>
                  <a:pt x="1214170" y="68397"/>
                  <a:pt x="1212021" y="68397"/>
                </a:cubicBezTo>
                <a:cubicBezTo>
                  <a:pt x="1209927" y="68397"/>
                  <a:pt x="1208216" y="67664"/>
                  <a:pt x="1206887" y="66199"/>
                </a:cubicBezTo>
                <a:cubicBezTo>
                  <a:pt x="1205557" y="64731"/>
                  <a:pt x="1204892" y="62728"/>
                  <a:pt x="1204892" y="60189"/>
                </a:cubicBezTo>
                <a:cubicBezTo>
                  <a:pt x="1204892" y="55340"/>
                  <a:pt x="1207382" y="50885"/>
                  <a:pt x="1212360" y="46824"/>
                </a:cubicBezTo>
                <a:cubicBezTo>
                  <a:pt x="1217339" y="42763"/>
                  <a:pt x="1224325" y="40733"/>
                  <a:pt x="1233320" y="40733"/>
                </a:cubicBezTo>
                <a:cubicBezTo>
                  <a:pt x="1240222" y="40733"/>
                  <a:pt x="1245880" y="41891"/>
                  <a:pt x="1250292" y="44207"/>
                </a:cubicBezTo>
                <a:cubicBezTo>
                  <a:pt x="1253630" y="45959"/>
                  <a:pt x="1256091" y="48700"/>
                  <a:pt x="1257675" y="52430"/>
                </a:cubicBezTo>
                <a:cubicBezTo>
                  <a:pt x="1258694" y="54859"/>
                  <a:pt x="1259203" y="59831"/>
                  <a:pt x="1259203" y="67347"/>
                </a:cubicBezTo>
                <a:lnTo>
                  <a:pt x="1259203" y="93706"/>
                </a:lnTo>
                <a:cubicBezTo>
                  <a:pt x="1259203" y="101109"/>
                  <a:pt x="1259344" y="105643"/>
                  <a:pt x="1259627" y="107311"/>
                </a:cubicBezTo>
                <a:cubicBezTo>
                  <a:pt x="1259910" y="108978"/>
                  <a:pt x="1260377" y="110094"/>
                  <a:pt x="1261027" y="110660"/>
                </a:cubicBezTo>
                <a:cubicBezTo>
                  <a:pt x="1261678" y="111224"/>
                  <a:pt x="1262427" y="111506"/>
                  <a:pt x="1263276" y="111506"/>
                </a:cubicBezTo>
                <a:cubicBezTo>
                  <a:pt x="1264181" y="111506"/>
                  <a:pt x="1264973" y="111308"/>
                  <a:pt x="1265652" y="110912"/>
                </a:cubicBezTo>
                <a:cubicBezTo>
                  <a:pt x="1266840" y="110176"/>
                  <a:pt x="1269131" y="108111"/>
                  <a:pt x="1272526" y="104717"/>
                </a:cubicBezTo>
                <a:lnTo>
                  <a:pt x="1272526" y="109469"/>
                </a:lnTo>
                <a:cubicBezTo>
                  <a:pt x="1266190" y="117955"/>
                  <a:pt x="1260136" y="122198"/>
                  <a:pt x="1254366" y="122198"/>
                </a:cubicBezTo>
                <a:cubicBezTo>
                  <a:pt x="1251594" y="122198"/>
                  <a:pt x="1249387" y="121236"/>
                  <a:pt x="1247747" y="119313"/>
                </a:cubicBezTo>
                <a:cubicBezTo>
                  <a:pt x="1246106" y="117389"/>
                  <a:pt x="1245257" y="114108"/>
                  <a:pt x="1245201" y="109469"/>
                </a:cubicBezTo>
                <a:moveTo>
                  <a:pt x="1245201" y="103906"/>
                </a:moveTo>
                <a:lnTo>
                  <a:pt x="1245201" y="74422"/>
                </a:lnTo>
                <a:cubicBezTo>
                  <a:pt x="1236658" y="77801"/>
                  <a:pt x="1231142" y="80194"/>
                  <a:pt x="1228653" y="81603"/>
                </a:cubicBezTo>
                <a:cubicBezTo>
                  <a:pt x="1224184" y="84082"/>
                  <a:pt x="1220988" y="86673"/>
                  <a:pt x="1219064" y="89376"/>
                </a:cubicBezTo>
                <a:cubicBezTo>
                  <a:pt x="1217141" y="92079"/>
                  <a:pt x="1216179" y="95036"/>
                  <a:pt x="1216179" y="98246"/>
                </a:cubicBezTo>
                <a:cubicBezTo>
                  <a:pt x="1216179" y="102302"/>
                  <a:pt x="1217395" y="105667"/>
                  <a:pt x="1219828" y="108342"/>
                </a:cubicBezTo>
                <a:cubicBezTo>
                  <a:pt x="1222260" y="111017"/>
                  <a:pt x="1225061" y="112354"/>
                  <a:pt x="1228229" y="112354"/>
                </a:cubicBezTo>
                <a:cubicBezTo>
                  <a:pt x="1232528" y="112354"/>
                  <a:pt x="1238186" y="109538"/>
                  <a:pt x="1245201" y="103906"/>
                </a:cubicBezTo>
                <a:close/>
                <a:moveTo>
                  <a:pt x="1300980" y="57196"/>
                </a:moveTo>
                <a:cubicBezTo>
                  <a:pt x="1310089" y="46220"/>
                  <a:pt x="1318773" y="40733"/>
                  <a:pt x="1327032" y="40733"/>
                </a:cubicBezTo>
                <a:cubicBezTo>
                  <a:pt x="1331275" y="40733"/>
                  <a:pt x="1334924" y="41792"/>
                  <a:pt x="1337979" y="43910"/>
                </a:cubicBezTo>
                <a:cubicBezTo>
                  <a:pt x="1341034" y="46026"/>
                  <a:pt x="1343467" y="49511"/>
                  <a:pt x="1345277" y="54366"/>
                </a:cubicBezTo>
                <a:cubicBezTo>
                  <a:pt x="1346522" y="57752"/>
                  <a:pt x="1347144" y="62945"/>
                  <a:pt x="1347144" y="69946"/>
                </a:cubicBezTo>
                <a:lnTo>
                  <a:pt x="1347144" y="103052"/>
                </a:lnTo>
                <a:cubicBezTo>
                  <a:pt x="1347144" y="107963"/>
                  <a:pt x="1347540" y="111294"/>
                  <a:pt x="1348332" y="113044"/>
                </a:cubicBezTo>
                <a:cubicBezTo>
                  <a:pt x="1348954" y="114455"/>
                  <a:pt x="1349959" y="115555"/>
                  <a:pt x="1351345" y="116345"/>
                </a:cubicBezTo>
                <a:cubicBezTo>
                  <a:pt x="1352731" y="117136"/>
                  <a:pt x="1355291" y="117531"/>
                  <a:pt x="1359024" y="117531"/>
                </a:cubicBezTo>
                <a:lnTo>
                  <a:pt x="1359024" y="120671"/>
                </a:lnTo>
                <a:lnTo>
                  <a:pt x="1320583" y="120671"/>
                </a:lnTo>
                <a:lnTo>
                  <a:pt x="1320583" y="117531"/>
                </a:lnTo>
                <a:lnTo>
                  <a:pt x="1322195" y="117531"/>
                </a:lnTo>
                <a:cubicBezTo>
                  <a:pt x="1325816" y="117531"/>
                  <a:pt x="1328348" y="116982"/>
                  <a:pt x="1329790" y="115884"/>
                </a:cubicBezTo>
                <a:cubicBezTo>
                  <a:pt x="1331233" y="114786"/>
                  <a:pt x="1332237" y="113169"/>
                  <a:pt x="1332803" y="111031"/>
                </a:cubicBezTo>
                <a:cubicBezTo>
                  <a:pt x="1333029" y="110186"/>
                  <a:pt x="1333142" y="107540"/>
                  <a:pt x="1333142" y="103094"/>
                </a:cubicBezTo>
                <a:lnTo>
                  <a:pt x="1333142" y="71433"/>
                </a:lnTo>
                <a:cubicBezTo>
                  <a:pt x="1333142" y="64399"/>
                  <a:pt x="1332223" y="59291"/>
                  <a:pt x="1330384" y="56111"/>
                </a:cubicBezTo>
                <a:cubicBezTo>
                  <a:pt x="1328546" y="52930"/>
                  <a:pt x="1325448" y="51340"/>
                  <a:pt x="1321092" y="51340"/>
                </a:cubicBezTo>
                <a:cubicBezTo>
                  <a:pt x="1314360" y="51340"/>
                  <a:pt x="1307656" y="54999"/>
                  <a:pt x="1300980" y="62316"/>
                </a:cubicBezTo>
                <a:lnTo>
                  <a:pt x="1300980" y="103094"/>
                </a:lnTo>
                <a:cubicBezTo>
                  <a:pt x="1300980" y="108329"/>
                  <a:pt x="1301292" y="111565"/>
                  <a:pt x="1301914" y="112803"/>
                </a:cubicBezTo>
                <a:cubicBezTo>
                  <a:pt x="1302706" y="114434"/>
                  <a:pt x="1303795" y="115630"/>
                  <a:pt x="1305181" y="116391"/>
                </a:cubicBezTo>
                <a:cubicBezTo>
                  <a:pt x="1306567" y="117151"/>
                  <a:pt x="1309382" y="117531"/>
                  <a:pt x="1313624" y="117531"/>
                </a:cubicBezTo>
                <a:lnTo>
                  <a:pt x="1313624" y="120671"/>
                </a:lnTo>
                <a:lnTo>
                  <a:pt x="1275183" y="120671"/>
                </a:lnTo>
                <a:lnTo>
                  <a:pt x="1275183" y="117531"/>
                </a:lnTo>
                <a:lnTo>
                  <a:pt x="1276880" y="117531"/>
                </a:lnTo>
                <a:cubicBezTo>
                  <a:pt x="1280840" y="117531"/>
                  <a:pt x="1283513" y="116529"/>
                  <a:pt x="1284899" y="114526"/>
                </a:cubicBezTo>
                <a:cubicBezTo>
                  <a:pt x="1286285" y="112521"/>
                  <a:pt x="1286979" y="108697"/>
                  <a:pt x="1286979" y="103052"/>
                </a:cubicBezTo>
                <a:lnTo>
                  <a:pt x="1286979" y="74263"/>
                </a:lnTo>
                <a:cubicBezTo>
                  <a:pt x="1286979" y="64950"/>
                  <a:pt x="1286766" y="59277"/>
                  <a:pt x="1286342" y="57246"/>
                </a:cubicBezTo>
                <a:cubicBezTo>
                  <a:pt x="1285918" y="55213"/>
                  <a:pt x="1285267" y="53829"/>
                  <a:pt x="1284390" y="53096"/>
                </a:cubicBezTo>
                <a:cubicBezTo>
                  <a:pt x="1283513" y="52362"/>
                  <a:pt x="1282340" y="51995"/>
                  <a:pt x="1280869" y="51995"/>
                </a:cubicBezTo>
                <a:cubicBezTo>
                  <a:pt x="1279285" y="51995"/>
                  <a:pt x="1277389" y="52419"/>
                  <a:pt x="1275183" y="53265"/>
                </a:cubicBezTo>
                <a:lnTo>
                  <a:pt x="1273910" y="50216"/>
                </a:lnTo>
                <a:lnTo>
                  <a:pt x="1297331" y="40733"/>
                </a:lnTo>
                <a:lnTo>
                  <a:pt x="1300980" y="40733"/>
                </a:lnTo>
                <a:lnTo>
                  <a:pt x="1300980" y="57196"/>
                </a:lnTo>
                <a:close/>
                <a:moveTo>
                  <a:pt x="1420124" y="111930"/>
                </a:moveTo>
                <a:cubicBezTo>
                  <a:pt x="1416333" y="115890"/>
                  <a:pt x="1412628" y="118733"/>
                  <a:pt x="1409007" y="120459"/>
                </a:cubicBezTo>
                <a:cubicBezTo>
                  <a:pt x="1405386" y="122184"/>
                  <a:pt x="1401483" y="123047"/>
                  <a:pt x="1397296" y="123047"/>
                </a:cubicBezTo>
                <a:cubicBezTo>
                  <a:pt x="1388810" y="123047"/>
                  <a:pt x="1381399" y="119505"/>
                  <a:pt x="1375063" y="112421"/>
                </a:cubicBezTo>
                <a:cubicBezTo>
                  <a:pt x="1368727" y="105335"/>
                  <a:pt x="1365559" y="96230"/>
                  <a:pt x="1365559" y="85106"/>
                </a:cubicBezTo>
                <a:cubicBezTo>
                  <a:pt x="1365559" y="73984"/>
                  <a:pt x="1369066" y="63808"/>
                  <a:pt x="1376081" y="54578"/>
                </a:cubicBezTo>
                <a:cubicBezTo>
                  <a:pt x="1383097" y="45348"/>
                  <a:pt x="1392120" y="40733"/>
                  <a:pt x="1403152" y="40733"/>
                </a:cubicBezTo>
                <a:cubicBezTo>
                  <a:pt x="1409997" y="40733"/>
                  <a:pt x="1415654" y="42911"/>
                  <a:pt x="1420124" y="47267"/>
                </a:cubicBezTo>
                <a:lnTo>
                  <a:pt x="1420124" y="32894"/>
                </a:lnTo>
                <a:cubicBezTo>
                  <a:pt x="1420124" y="23975"/>
                  <a:pt x="1419912" y="18492"/>
                  <a:pt x="1419487" y="16447"/>
                </a:cubicBezTo>
                <a:cubicBezTo>
                  <a:pt x="1419063" y="14401"/>
                  <a:pt x="1418398" y="13010"/>
                  <a:pt x="1417493" y="12273"/>
                </a:cubicBezTo>
                <a:cubicBezTo>
                  <a:pt x="1416588" y="11534"/>
                  <a:pt x="1415456" y="11164"/>
                  <a:pt x="1414099" y="11164"/>
                </a:cubicBezTo>
                <a:cubicBezTo>
                  <a:pt x="1412628" y="11164"/>
                  <a:pt x="1410676" y="11619"/>
                  <a:pt x="1408243" y="12527"/>
                </a:cubicBezTo>
                <a:lnTo>
                  <a:pt x="1407140" y="9544"/>
                </a:lnTo>
                <a:lnTo>
                  <a:pt x="1430307" y="0"/>
                </a:lnTo>
                <a:lnTo>
                  <a:pt x="1434126" y="0"/>
                </a:lnTo>
                <a:lnTo>
                  <a:pt x="1434126" y="89867"/>
                </a:lnTo>
                <a:cubicBezTo>
                  <a:pt x="1434126" y="98975"/>
                  <a:pt x="1434338" y="104533"/>
                  <a:pt x="1434762" y="106541"/>
                </a:cubicBezTo>
                <a:cubicBezTo>
                  <a:pt x="1435186" y="108550"/>
                  <a:pt x="1435865" y="109950"/>
                  <a:pt x="1436799" y="110742"/>
                </a:cubicBezTo>
                <a:cubicBezTo>
                  <a:pt x="1437732" y="111534"/>
                  <a:pt x="1438821" y="111930"/>
                  <a:pt x="1440066" y="111930"/>
                </a:cubicBezTo>
                <a:cubicBezTo>
                  <a:pt x="1441593" y="111930"/>
                  <a:pt x="1443630" y="111449"/>
                  <a:pt x="1446176" y="110487"/>
                </a:cubicBezTo>
                <a:lnTo>
                  <a:pt x="1447109" y="113458"/>
                </a:lnTo>
                <a:lnTo>
                  <a:pt x="1424027" y="123047"/>
                </a:lnTo>
                <a:lnTo>
                  <a:pt x="1420124" y="123047"/>
                </a:lnTo>
                <a:lnTo>
                  <a:pt x="1420124" y="111930"/>
                </a:lnTo>
                <a:moveTo>
                  <a:pt x="1420124" y="106008"/>
                </a:moveTo>
                <a:lnTo>
                  <a:pt x="1420124" y="66055"/>
                </a:lnTo>
                <a:cubicBezTo>
                  <a:pt x="1419784" y="62217"/>
                  <a:pt x="1418766" y="58719"/>
                  <a:pt x="1417069" y="55559"/>
                </a:cubicBezTo>
                <a:cubicBezTo>
                  <a:pt x="1415372" y="52398"/>
                  <a:pt x="1413123" y="50014"/>
                  <a:pt x="1410322" y="48407"/>
                </a:cubicBezTo>
                <a:cubicBezTo>
                  <a:pt x="1407522" y="46798"/>
                  <a:pt x="1404792" y="45994"/>
                  <a:pt x="1402133" y="45994"/>
                </a:cubicBezTo>
                <a:cubicBezTo>
                  <a:pt x="1397155" y="45994"/>
                  <a:pt x="1392714" y="48223"/>
                  <a:pt x="1388810" y="52682"/>
                </a:cubicBezTo>
                <a:cubicBezTo>
                  <a:pt x="1383662" y="58550"/>
                  <a:pt x="1381088" y="67127"/>
                  <a:pt x="1381088" y="78413"/>
                </a:cubicBezTo>
                <a:cubicBezTo>
                  <a:pt x="1381088" y="89813"/>
                  <a:pt x="1383577" y="98546"/>
                  <a:pt x="1388556" y="104614"/>
                </a:cubicBezTo>
                <a:cubicBezTo>
                  <a:pt x="1393534" y="110679"/>
                  <a:pt x="1399078" y="113712"/>
                  <a:pt x="1405188" y="113712"/>
                </a:cubicBezTo>
                <a:cubicBezTo>
                  <a:pt x="1410337" y="113712"/>
                  <a:pt x="1415315" y="111144"/>
                  <a:pt x="1420124" y="106008"/>
                </a:cubicBezTo>
                <a:close/>
                <a:moveTo>
                  <a:pt x="1471888" y="0"/>
                </a:moveTo>
                <a:cubicBezTo>
                  <a:pt x="1474264" y="0"/>
                  <a:pt x="1476286" y="839"/>
                  <a:pt x="1477955" y="2517"/>
                </a:cubicBezTo>
                <a:cubicBezTo>
                  <a:pt x="1479624" y="4193"/>
                  <a:pt x="1480459" y="6225"/>
                  <a:pt x="1480459" y="8613"/>
                </a:cubicBezTo>
                <a:cubicBezTo>
                  <a:pt x="1480459" y="11002"/>
                  <a:pt x="1479624" y="13049"/>
                  <a:pt x="1477955" y="14755"/>
                </a:cubicBezTo>
                <a:cubicBezTo>
                  <a:pt x="1476286" y="16459"/>
                  <a:pt x="1474264" y="17311"/>
                  <a:pt x="1471888" y="17311"/>
                </a:cubicBezTo>
                <a:cubicBezTo>
                  <a:pt x="1469512" y="17311"/>
                  <a:pt x="1467475" y="16459"/>
                  <a:pt x="1465778" y="14755"/>
                </a:cubicBezTo>
                <a:cubicBezTo>
                  <a:pt x="1464081" y="13049"/>
                  <a:pt x="1463232" y="11002"/>
                  <a:pt x="1463232" y="8613"/>
                </a:cubicBezTo>
                <a:cubicBezTo>
                  <a:pt x="1463232" y="6225"/>
                  <a:pt x="1464066" y="4193"/>
                  <a:pt x="1465735" y="2517"/>
                </a:cubicBezTo>
                <a:cubicBezTo>
                  <a:pt x="1467404" y="839"/>
                  <a:pt x="1469455" y="0"/>
                  <a:pt x="1471888" y="0"/>
                </a:cubicBezTo>
                <a:moveTo>
                  <a:pt x="1478931" y="40733"/>
                </a:moveTo>
                <a:lnTo>
                  <a:pt x="1478931" y="103052"/>
                </a:lnTo>
                <a:cubicBezTo>
                  <a:pt x="1478931" y="107906"/>
                  <a:pt x="1479285" y="111138"/>
                  <a:pt x="1479992" y="112747"/>
                </a:cubicBezTo>
                <a:cubicBezTo>
                  <a:pt x="1480699" y="114356"/>
                  <a:pt x="1481746" y="115555"/>
                  <a:pt x="1483132" y="116345"/>
                </a:cubicBezTo>
                <a:cubicBezTo>
                  <a:pt x="1484518" y="117136"/>
                  <a:pt x="1487049" y="117531"/>
                  <a:pt x="1490727" y="117531"/>
                </a:cubicBezTo>
                <a:lnTo>
                  <a:pt x="1490727" y="120671"/>
                </a:lnTo>
                <a:lnTo>
                  <a:pt x="1452964" y="120671"/>
                </a:lnTo>
                <a:lnTo>
                  <a:pt x="1452964" y="117531"/>
                </a:lnTo>
                <a:cubicBezTo>
                  <a:pt x="1456754" y="117531"/>
                  <a:pt x="1459300" y="117164"/>
                  <a:pt x="1460601" y="116430"/>
                </a:cubicBezTo>
                <a:cubicBezTo>
                  <a:pt x="1461903" y="115697"/>
                  <a:pt x="1462935" y="114483"/>
                  <a:pt x="1463699" y="112789"/>
                </a:cubicBezTo>
                <a:cubicBezTo>
                  <a:pt x="1464462" y="111096"/>
                  <a:pt x="1464844" y="107850"/>
                  <a:pt x="1464844" y="103052"/>
                </a:cubicBezTo>
                <a:lnTo>
                  <a:pt x="1464844" y="73162"/>
                </a:lnTo>
                <a:cubicBezTo>
                  <a:pt x="1464844" y="64751"/>
                  <a:pt x="1464590" y="59304"/>
                  <a:pt x="1464081" y="56822"/>
                </a:cubicBezTo>
                <a:cubicBezTo>
                  <a:pt x="1463685" y="55015"/>
                  <a:pt x="1463062" y="53759"/>
                  <a:pt x="1462214" y="53053"/>
                </a:cubicBezTo>
                <a:cubicBezTo>
                  <a:pt x="1461365" y="52348"/>
                  <a:pt x="1460205" y="51995"/>
                  <a:pt x="1458734" y="51995"/>
                </a:cubicBezTo>
                <a:cubicBezTo>
                  <a:pt x="1457150" y="51995"/>
                  <a:pt x="1455227" y="52419"/>
                  <a:pt x="1452964" y="53265"/>
                </a:cubicBezTo>
                <a:lnTo>
                  <a:pt x="1451776" y="50216"/>
                </a:lnTo>
                <a:lnTo>
                  <a:pt x="1475197" y="40733"/>
                </a:lnTo>
                <a:lnTo>
                  <a:pt x="1478931" y="40733"/>
                </a:lnTo>
                <a:close/>
                <a:moveTo>
                  <a:pt x="1523088" y="57196"/>
                </a:moveTo>
                <a:cubicBezTo>
                  <a:pt x="1532196" y="46220"/>
                  <a:pt x="1540880" y="40733"/>
                  <a:pt x="1549140" y="40733"/>
                </a:cubicBezTo>
                <a:cubicBezTo>
                  <a:pt x="1553383" y="40733"/>
                  <a:pt x="1557032" y="41792"/>
                  <a:pt x="1560086" y="43910"/>
                </a:cubicBezTo>
                <a:cubicBezTo>
                  <a:pt x="1563141" y="46026"/>
                  <a:pt x="1565574" y="49511"/>
                  <a:pt x="1567384" y="54366"/>
                </a:cubicBezTo>
                <a:cubicBezTo>
                  <a:pt x="1568629" y="57752"/>
                  <a:pt x="1569251" y="62945"/>
                  <a:pt x="1569251" y="69946"/>
                </a:cubicBezTo>
                <a:lnTo>
                  <a:pt x="1569251" y="103052"/>
                </a:lnTo>
                <a:cubicBezTo>
                  <a:pt x="1569251" y="107963"/>
                  <a:pt x="1569647" y="111294"/>
                  <a:pt x="1570439" y="113044"/>
                </a:cubicBezTo>
                <a:cubicBezTo>
                  <a:pt x="1571062" y="114455"/>
                  <a:pt x="1572066" y="115555"/>
                  <a:pt x="1573452" y="116345"/>
                </a:cubicBezTo>
                <a:cubicBezTo>
                  <a:pt x="1574838" y="117136"/>
                  <a:pt x="1577398" y="117531"/>
                  <a:pt x="1581132" y="117531"/>
                </a:cubicBezTo>
                <a:lnTo>
                  <a:pt x="1581132" y="120671"/>
                </a:lnTo>
                <a:lnTo>
                  <a:pt x="1542690" y="120671"/>
                </a:lnTo>
                <a:lnTo>
                  <a:pt x="1542690" y="117531"/>
                </a:lnTo>
                <a:lnTo>
                  <a:pt x="1544303" y="117531"/>
                </a:lnTo>
                <a:cubicBezTo>
                  <a:pt x="1547923" y="117531"/>
                  <a:pt x="1550455" y="116982"/>
                  <a:pt x="1551897" y="115884"/>
                </a:cubicBezTo>
                <a:cubicBezTo>
                  <a:pt x="1553340" y="114786"/>
                  <a:pt x="1554344" y="113169"/>
                  <a:pt x="1554910" y="111031"/>
                </a:cubicBezTo>
                <a:cubicBezTo>
                  <a:pt x="1555136" y="110186"/>
                  <a:pt x="1555249" y="107540"/>
                  <a:pt x="1555249" y="103094"/>
                </a:cubicBezTo>
                <a:lnTo>
                  <a:pt x="1555249" y="71433"/>
                </a:lnTo>
                <a:cubicBezTo>
                  <a:pt x="1555249" y="64399"/>
                  <a:pt x="1554330" y="59291"/>
                  <a:pt x="1552492" y="56111"/>
                </a:cubicBezTo>
                <a:cubicBezTo>
                  <a:pt x="1550653" y="52930"/>
                  <a:pt x="1547555" y="51340"/>
                  <a:pt x="1543199" y="51340"/>
                </a:cubicBezTo>
                <a:cubicBezTo>
                  <a:pt x="1536467" y="51340"/>
                  <a:pt x="1529763" y="54999"/>
                  <a:pt x="1523088" y="62316"/>
                </a:cubicBezTo>
                <a:lnTo>
                  <a:pt x="1523088" y="103094"/>
                </a:lnTo>
                <a:cubicBezTo>
                  <a:pt x="1523088" y="108329"/>
                  <a:pt x="1523399" y="111565"/>
                  <a:pt x="1524021" y="112803"/>
                </a:cubicBezTo>
                <a:cubicBezTo>
                  <a:pt x="1524813" y="114434"/>
                  <a:pt x="1525902" y="115630"/>
                  <a:pt x="1527288" y="116391"/>
                </a:cubicBezTo>
                <a:cubicBezTo>
                  <a:pt x="1528674" y="117151"/>
                  <a:pt x="1531489" y="117531"/>
                  <a:pt x="1535732" y="117531"/>
                </a:cubicBezTo>
                <a:lnTo>
                  <a:pt x="1535732" y="120671"/>
                </a:lnTo>
                <a:lnTo>
                  <a:pt x="1497290" y="120671"/>
                </a:lnTo>
                <a:lnTo>
                  <a:pt x="1497290" y="117531"/>
                </a:lnTo>
                <a:lnTo>
                  <a:pt x="1498987" y="117531"/>
                </a:lnTo>
                <a:cubicBezTo>
                  <a:pt x="1502948" y="117531"/>
                  <a:pt x="1505621" y="116529"/>
                  <a:pt x="1507007" y="114526"/>
                </a:cubicBezTo>
                <a:cubicBezTo>
                  <a:pt x="1508393" y="112521"/>
                  <a:pt x="1509086" y="108697"/>
                  <a:pt x="1509086" y="103052"/>
                </a:cubicBezTo>
                <a:lnTo>
                  <a:pt x="1509086" y="74263"/>
                </a:lnTo>
                <a:cubicBezTo>
                  <a:pt x="1509086" y="64950"/>
                  <a:pt x="1508874" y="59277"/>
                  <a:pt x="1508449" y="57246"/>
                </a:cubicBezTo>
                <a:cubicBezTo>
                  <a:pt x="1508025" y="55213"/>
                  <a:pt x="1507374" y="53829"/>
                  <a:pt x="1506497" y="53096"/>
                </a:cubicBezTo>
                <a:cubicBezTo>
                  <a:pt x="1505621" y="52362"/>
                  <a:pt x="1504447" y="51995"/>
                  <a:pt x="1502976" y="51995"/>
                </a:cubicBezTo>
                <a:cubicBezTo>
                  <a:pt x="1501392" y="51995"/>
                  <a:pt x="1499497" y="52419"/>
                  <a:pt x="1497290" y="53265"/>
                </a:cubicBezTo>
                <a:lnTo>
                  <a:pt x="1496017" y="50216"/>
                </a:lnTo>
                <a:lnTo>
                  <a:pt x="1519439" y="40733"/>
                </a:lnTo>
                <a:lnTo>
                  <a:pt x="1523088" y="40733"/>
                </a:lnTo>
                <a:lnTo>
                  <a:pt x="1523088" y="57196"/>
                </a:lnTo>
                <a:close/>
                <a:moveTo>
                  <a:pt x="1608117" y="92346"/>
                </a:moveTo>
                <a:cubicBezTo>
                  <a:pt x="1603365" y="90030"/>
                  <a:pt x="1599716" y="86796"/>
                  <a:pt x="1597170" y="82643"/>
                </a:cubicBezTo>
                <a:cubicBezTo>
                  <a:pt x="1594625" y="78490"/>
                  <a:pt x="1593352" y="73899"/>
                  <a:pt x="1593352" y="68869"/>
                </a:cubicBezTo>
                <a:cubicBezTo>
                  <a:pt x="1593352" y="61186"/>
                  <a:pt x="1596251" y="54575"/>
                  <a:pt x="1602050" y="49038"/>
                </a:cubicBezTo>
                <a:cubicBezTo>
                  <a:pt x="1607849" y="43501"/>
                  <a:pt x="1615274" y="40733"/>
                  <a:pt x="1624325" y="40733"/>
                </a:cubicBezTo>
                <a:cubicBezTo>
                  <a:pt x="1631737" y="40733"/>
                  <a:pt x="1638158" y="42543"/>
                  <a:pt x="1643589" y="46164"/>
                </a:cubicBezTo>
                <a:lnTo>
                  <a:pt x="1660051" y="46164"/>
                </a:lnTo>
                <a:cubicBezTo>
                  <a:pt x="1662484" y="46164"/>
                  <a:pt x="1663898" y="46234"/>
                  <a:pt x="1664294" y="46373"/>
                </a:cubicBezTo>
                <a:cubicBezTo>
                  <a:pt x="1664690" y="46513"/>
                  <a:pt x="1664973" y="46751"/>
                  <a:pt x="1665143" y="47087"/>
                </a:cubicBezTo>
                <a:cubicBezTo>
                  <a:pt x="1665482" y="47590"/>
                  <a:pt x="1665652" y="48486"/>
                  <a:pt x="1665652" y="49773"/>
                </a:cubicBezTo>
                <a:cubicBezTo>
                  <a:pt x="1665652" y="51226"/>
                  <a:pt x="1665511" y="52233"/>
                  <a:pt x="1665228" y="52793"/>
                </a:cubicBezTo>
                <a:cubicBezTo>
                  <a:pt x="1665058" y="53073"/>
                  <a:pt x="1664761" y="53296"/>
                  <a:pt x="1664337" y="53464"/>
                </a:cubicBezTo>
                <a:cubicBezTo>
                  <a:pt x="1663913" y="53632"/>
                  <a:pt x="1662484" y="53716"/>
                  <a:pt x="1660051" y="53716"/>
                </a:cubicBezTo>
                <a:lnTo>
                  <a:pt x="1649953" y="53716"/>
                </a:lnTo>
                <a:cubicBezTo>
                  <a:pt x="1653121" y="57798"/>
                  <a:pt x="1654705" y="63014"/>
                  <a:pt x="1654705" y="69362"/>
                </a:cubicBezTo>
                <a:cubicBezTo>
                  <a:pt x="1654705" y="76618"/>
                  <a:pt x="1651933" y="82825"/>
                  <a:pt x="1646389" y="87984"/>
                </a:cubicBezTo>
                <a:cubicBezTo>
                  <a:pt x="1640845" y="93142"/>
                  <a:pt x="1633405" y="95722"/>
                  <a:pt x="1624071" y="95722"/>
                </a:cubicBezTo>
                <a:cubicBezTo>
                  <a:pt x="1620224" y="95722"/>
                  <a:pt x="1616292" y="95145"/>
                  <a:pt x="1612275" y="93990"/>
                </a:cubicBezTo>
                <a:cubicBezTo>
                  <a:pt x="1609786" y="96138"/>
                  <a:pt x="1608103" y="98018"/>
                  <a:pt x="1607226" y="99631"/>
                </a:cubicBezTo>
                <a:cubicBezTo>
                  <a:pt x="1606349" y="101241"/>
                  <a:pt x="1605911" y="102611"/>
                  <a:pt x="1605911" y="103741"/>
                </a:cubicBezTo>
                <a:cubicBezTo>
                  <a:pt x="1605911" y="104703"/>
                  <a:pt x="1606378" y="105636"/>
                  <a:pt x="1607311" y="106541"/>
                </a:cubicBezTo>
                <a:cubicBezTo>
                  <a:pt x="1608245" y="107445"/>
                  <a:pt x="1610069" y="108095"/>
                  <a:pt x="1612785" y="108491"/>
                </a:cubicBezTo>
                <a:cubicBezTo>
                  <a:pt x="1614369" y="108717"/>
                  <a:pt x="1618329" y="108915"/>
                  <a:pt x="1624665" y="109085"/>
                </a:cubicBezTo>
                <a:cubicBezTo>
                  <a:pt x="1636319" y="109366"/>
                  <a:pt x="1643872" y="109761"/>
                  <a:pt x="1647322" y="110270"/>
                </a:cubicBezTo>
                <a:cubicBezTo>
                  <a:pt x="1652584" y="111005"/>
                  <a:pt x="1656784" y="112956"/>
                  <a:pt x="1659924" y="116123"/>
                </a:cubicBezTo>
                <a:cubicBezTo>
                  <a:pt x="1663064" y="119287"/>
                  <a:pt x="1664634" y="123187"/>
                  <a:pt x="1664634" y="127823"/>
                </a:cubicBezTo>
                <a:cubicBezTo>
                  <a:pt x="1664634" y="134210"/>
                  <a:pt x="1661635" y="140203"/>
                  <a:pt x="1655639" y="145800"/>
                </a:cubicBezTo>
                <a:cubicBezTo>
                  <a:pt x="1646813" y="154052"/>
                  <a:pt x="1635301" y="158179"/>
                  <a:pt x="1621101" y="158179"/>
                </a:cubicBezTo>
                <a:cubicBezTo>
                  <a:pt x="1610182" y="158179"/>
                  <a:pt x="1600961" y="155721"/>
                  <a:pt x="1593436" y="150806"/>
                </a:cubicBezTo>
                <a:cubicBezTo>
                  <a:pt x="1589193" y="147981"/>
                  <a:pt x="1587072" y="145043"/>
                  <a:pt x="1587072" y="141992"/>
                </a:cubicBezTo>
                <a:cubicBezTo>
                  <a:pt x="1587072" y="140637"/>
                  <a:pt x="1587383" y="139282"/>
                  <a:pt x="1588005" y="137926"/>
                </a:cubicBezTo>
                <a:cubicBezTo>
                  <a:pt x="1588967" y="135835"/>
                  <a:pt x="1590947" y="132925"/>
                  <a:pt x="1593946" y="129196"/>
                </a:cubicBezTo>
                <a:cubicBezTo>
                  <a:pt x="1594342" y="128689"/>
                  <a:pt x="1597227" y="125638"/>
                  <a:pt x="1602601" y="120045"/>
                </a:cubicBezTo>
                <a:cubicBezTo>
                  <a:pt x="1599660" y="118289"/>
                  <a:pt x="1597580" y="116718"/>
                  <a:pt x="1596364" y="115330"/>
                </a:cubicBezTo>
                <a:cubicBezTo>
                  <a:pt x="1595148" y="113942"/>
                  <a:pt x="1594540" y="112370"/>
                  <a:pt x="1594540" y="110615"/>
                </a:cubicBezTo>
                <a:cubicBezTo>
                  <a:pt x="1594540" y="108631"/>
                  <a:pt x="1595346" y="106308"/>
                  <a:pt x="1596958" y="103646"/>
                </a:cubicBezTo>
                <a:cubicBezTo>
                  <a:pt x="1598571" y="100983"/>
                  <a:pt x="1602290" y="97217"/>
                  <a:pt x="1608117" y="92346"/>
                </a:cubicBezTo>
                <a:moveTo>
                  <a:pt x="1622883" y="44976"/>
                </a:moveTo>
                <a:cubicBezTo>
                  <a:pt x="1618696" y="44976"/>
                  <a:pt x="1615189" y="46636"/>
                  <a:pt x="1612360" y="49956"/>
                </a:cubicBezTo>
                <a:cubicBezTo>
                  <a:pt x="1609532" y="53274"/>
                  <a:pt x="1608117" y="58366"/>
                  <a:pt x="1608117" y="65231"/>
                </a:cubicBezTo>
                <a:cubicBezTo>
                  <a:pt x="1608117" y="74122"/>
                  <a:pt x="1610041" y="81014"/>
                  <a:pt x="1613888" y="85907"/>
                </a:cubicBezTo>
                <a:cubicBezTo>
                  <a:pt x="1616830" y="89622"/>
                  <a:pt x="1620563" y="91479"/>
                  <a:pt x="1625089" y="91479"/>
                </a:cubicBezTo>
                <a:cubicBezTo>
                  <a:pt x="1629389" y="91479"/>
                  <a:pt x="1632925" y="89875"/>
                  <a:pt x="1635697" y="86668"/>
                </a:cubicBezTo>
                <a:cubicBezTo>
                  <a:pt x="1638469" y="83461"/>
                  <a:pt x="1639855" y="78425"/>
                  <a:pt x="1639855" y="71561"/>
                </a:cubicBezTo>
                <a:cubicBezTo>
                  <a:pt x="1639855" y="62615"/>
                  <a:pt x="1637903" y="55610"/>
                  <a:pt x="1633999" y="50545"/>
                </a:cubicBezTo>
                <a:cubicBezTo>
                  <a:pt x="1631114" y="46832"/>
                  <a:pt x="1627409" y="44976"/>
                  <a:pt x="1622883" y="44976"/>
                </a:cubicBezTo>
                <a:moveTo>
                  <a:pt x="1607269" y="120721"/>
                </a:moveTo>
                <a:cubicBezTo>
                  <a:pt x="1604610" y="123601"/>
                  <a:pt x="1602601" y="126283"/>
                  <a:pt x="1601244" y="128767"/>
                </a:cubicBezTo>
                <a:cubicBezTo>
                  <a:pt x="1599886" y="131252"/>
                  <a:pt x="1599207" y="133540"/>
                  <a:pt x="1599207" y="135630"/>
                </a:cubicBezTo>
                <a:cubicBezTo>
                  <a:pt x="1599207" y="138340"/>
                  <a:pt x="1600848" y="140712"/>
                  <a:pt x="1604129" y="142745"/>
                </a:cubicBezTo>
                <a:cubicBezTo>
                  <a:pt x="1609786" y="146245"/>
                  <a:pt x="1617961" y="147996"/>
                  <a:pt x="1628653" y="147996"/>
                </a:cubicBezTo>
                <a:cubicBezTo>
                  <a:pt x="1638836" y="147996"/>
                  <a:pt x="1646347" y="146202"/>
                  <a:pt x="1651184" y="142615"/>
                </a:cubicBezTo>
                <a:cubicBezTo>
                  <a:pt x="1656021" y="139030"/>
                  <a:pt x="1658439" y="135205"/>
                  <a:pt x="1658439" y="131140"/>
                </a:cubicBezTo>
                <a:cubicBezTo>
                  <a:pt x="1658439" y="128204"/>
                  <a:pt x="1656996" y="126114"/>
                  <a:pt x="1654111" y="124871"/>
                </a:cubicBezTo>
                <a:cubicBezTo>
                  <a:pt x="1651169" y="123628"/>
                  <a:pt x="1645342" y="122895"/>
                  <a:pt x="1636630" y="122670"/>
                </a:cubicBezTo>
                <a:cubicBezTo>
                  <a:pt x="1623901" y="122331"/>
                  <a:pt x="1614114" y="121681"/>
                  <a:pt x="1607269" y="1207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thebehaviour,role,or">
            <a:extLst xmlns:a="http://schemas.openxmlformats.org/drawingml/2006/main">
              <a:ext uri="{FF2B5EF4-FFF2-40B4-BE49-F238E27FC236}">
                <a16:creationId xmlns:a16="http://schemas.microsoft.com/office/drawing/2014/main" id="{A49682FC-27B1-4BC9-91CC-6431E642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136" y="537600"/>
            <a:ext cx="1531944" cy="149693"/>
          </a:xfrm>
          <a:custGeom xmlns:a="http://schemas.openxmlformats.org/drawingml/2006/main">
            <a:pathLst>
              <a:path w="1531944" h="149693">
                <a:moveTo>
                  <a:pt x="26307" y="17311"/>
                </a:moveTo>
                <a:lnTo>
                  <a:pt x="26307" y="42939"/>
                </a:lnTo>
                <a:lnTo>
                  <a:pt x="44467" y="42939"/>
                </a:lnTo>
                <a:lnTo>
                  <a:pt x="44467" y="48879"/>
                </a:lnTo>
                <a:lnTo>
                  <a:pt x="26307" y="48879"/>
                </a:lnTo>
                <a:lnTo>
                  <a:pt x="26307" y="99217"/>
                </a:lnTo>
                <a:cubicBezTo>
                  <a:pt x="26307" y="104247"/>
                  <a:pt x="27028" y="107638"/>
                  <a:pt x="28470" y="109390"/>
                </a:cubicBezTo>
                <a:cubicBezTo>
                  <a:pt x="29913" y="111140"/>
                  <a:pt x="31766" y="112015"/>
                  <a:pt x="34029" y="112015"/>
                </a:cubicBezTo>
                <a:cubicBezTo>
                  <a:pt x="35896" y="112015"/>
                  <a:pt x="37706" y="111435"/>
                  <a:pt x="39460" y="110275"/>
                </a:cubicBezTo>
                <a:cubicBezTo>
                  <a:pt x="41214" y="109116"/>
                  <a:pt x="42571" y="107404"/>
                  <a:pt x="43533" y="105141"/>
                </a:cubicBezTo>
                <a:lnTo>
                  <a:pt x="46843" y="105141"/>
                </a:lnTo>
                <a:cubicBezTo>
                  <a:pt x="44863" y="110701"/>
                  <a:pt x="42062" y="114906"/>
                  <a:pt x="38441" y="117756"/>
                </a:cubicBezTo>
                <a:cubicBezTo>
                  <a:pt x="34821" y="120604"/>
                  <a:pt x="31087" y="122028"/>
                  <a:pt x="27240" y="122028"/>
                </a:cubicBezTo>
                <a:cubicBezTo>
                  <a:pt x="24638" y="122028"/>
                  <a:pt x="22092" y="121306"/>
                  <a:pt x="19603" y="119862"/>
                </a:cubicBezTo>
                <a:cubicBezTo>
                  <a:pt x="17113" y="118417"/>
                  <a:pt x="15275" y="116351"/>
                  <a:pt x="14087" y="113662"/>
                </a:cubicBezTo>
                <a:cubicBezTo>
                  <a:pt x="12899" y="110971"/>
                  <a:pt x="12305" y="106822"/>
                  <a:pt x="12305" y="101214"/>
                </a:cubicBezTo>
                <a:lnTo>
                  <a:pt x="12305" y="48879"/>
                </a:lnTo>
                <a:lnTo>
                  <a:pt x="0" y="48879"/>
                </a:lnTo>
                <a:lnTo>
                  <a:pt x="0" y="46079"/>
                </a:lnTo>
                <a:cubicBezTo>
                  <a:pt x="3112" y="44831"/>
                  <a:pt x="6294" y="42717"/>
                  <a:pt x="9547" y="39738"/>
                </a:cubicBezTo>
                <a:cubicBezTo>
                  <a:pt x="12800" y="36759"/>
                  <a:pt x="15699" y="33227"/>
                  <a:pt x="18245" y="29141"/>
                </a:cubicBezTo>
                <a:cubicBezTo>
                  <a:pt x="19546" y="26986"/>
                  <a:pt x="21356" y="23043"/>
                  <a:pt x="23676" y="17311"/>
                </a:cubicBezTo>
                <a:lnTo>
                  <a:pt x="26307" y="17311"/>
                </a:lnTo>
                <a:close/>
                <a:moveTo>
                  <a:pt x="74875" y="0"/>
                </a:moveTo>
                <a:lnTo>
                  <a:pt x="74875" y="56941"/>
                </a:lnTo>
                <a:cubicBezTo>
                  <a:pt x="81155" y="50039"/>
                  <a:pt x="86134" y="45612"/>
                  <a:pt x="89811" y="43660"/>
                </a:cubicBezTo>
                <a:cubicBezTo>
                  <a:pt x="93488" y="41709"/>
                  <a:pt x="97165" y="40733"/>
                  <a:pt x="100843" y="40733"/>
                </a:cubicBezTo>
                <a:cubicBezTo>
                  <a:pt x="105255" y="40733"/>
                  <a:pt x="109046" y="41946"/>
                  <a:pt x="112214" y="44374"/>
                </a:cubicBezTo>
                <a:cubicBezTo>
                  <a:pt x="115382" y="46801"/>
                  <a:pt x="117730" y="50611"/>
                  <a:pt x="119257" y="55803"/>
                </a:cubicBezTo>
                <a:cubicBezTo>
                  <a:pt x="120332" y="59417"/>
                  <a:pt x="120869" y="66022"/>
                  <a:pt x="120869" y="75618"/>
                </a:cubicBezTo>
                <a:lnTo>
                  <a:pt x="120869" y="103052"/>
                </a:lnTo>
                <a:cubicBezTo>
                  <a:pt x="120869" y="107963"/>
                  <a:pt x="121266" y="111322"/>
                  <a:pt x="122058" y="113129"/>
                </a:cubicBezTo>
                <a:cubicBezTo>
                  <a:pt x="122623" y="114483"/>
                  <a:pt x="123585" y="115555"/>
                  <a:pt x="124943" y="116345"/>
                </a:cubicBezTo>
                <a:cubicBezTo>
                  <a:pt x="126301" y="117136"/>
                  <a:pt x="128790" y="117531"/>
                  <a:pt x="132410" y="117531"/>
                </a:cubicBezTo>
                <a:lnTo>
                  <a:pt x="132410" y="120671"/>
                </a:lnTo>
                <a:lnTo>
                  <a:pt x="94224" y="120671"/>
                </a:lnTo>
                <a:lnTo>
                  <a:pt x="94224" y="117531"/>
                </a:lnTo>
                <a:lnTo>
                  <a:pt x="96006" y="117531"/>
                </a:lnTo>
                <a:cubicBezTo>
                  <a:pt x="99626" y="117531"/>
                  <a:pt x="102144" y="116979"/>
                  <a:pt x="103558" y="115876"/>
                </a:cubicBezTo>
                <a:cubicBezTo>
                  <a:pt x="104972" y="114773"/>
                  <a:pt x="105962" y="113146"/>
                  <a:pt x="106528" y="110997"/>
                </a:cubicBezTo>
                <a:cubicBezTo>
                  <a:pt x="106698" y="110091"/>
                  <a:pt x="106783" y="107433"/>
                  <a:pt x="106783" y="103020"/>
                </a:cubicBezTo>
                <a:lnTo>
                  <a:pt x="106783" y="75525"/>
                </a:lnTo>
                <a:cubicBezTo>
                  <a:pt x="106783" y="67039"/>
                  <a:pt x="106344" y="61467"/>
                  <a:pt x="105467" y="58808"/>
                </a:cubicBezTo>
                <a:cubicBezTo>
                  <a:pt x="104591" y="56149"/>
                  <a:pt x="103190" y="54155"/>
                  <a:pt x="101267" y="52825"/>
                </a:cubicBezTo>
                <a:cubicBezTo>
                  <a:pt x="99343" y="51496"/>
                  <a:pt x="97024" y="50831"/>
                  <a:pt x="94308" y="50831"/>
                </a:cubicBezTo>
                <a:cubicBezTo>
                  <a:pt x="91536" y="50831"/>
                  <a:pt x="88651" y="51566"/>
                  <a:pt x="85653" y="53037"/>
                </a:cubicBezTo>
                <a:cubicBezTo>
                  <a:pt x="82654" y="54508"/>
                  <a:pt x="79062" y="57478"/>
                  <a:pt x="74875" y="61948"/>
                </a:cubicBezTo>
                <a:lnTo>
                  <a:pt x="74875" y="103020"/>
                </a:lnTo>
                <a:cubicBezTo>
                  <a:pt x="74875" y="108338"/>
                  <a:pt x="75172" y="111647"/>
                  <a:pt x="75767" y="112948"/>
                </a:cubicBezTo>
                <a:cubicBezTo>
                  <a:pt x="76361" y="114250"/>
                  <a:pt x="77464" y="115339"/>
                  <a:pt x="79076" y="116216"/>
                </a:cubicBezTo>
                <a:cubicBezTo>
                  <a:pt x="80688" y="117092"/>
                  <a:pt x="83475" y="117531"/>
                  <a:pt x="87435" y="117531"/>
                </a:cubicBezTo>
                <a:lnTo>
                  <a:pt x="87435" y="120671"/>
                </a:lnTo>
                <a:lnTo>
                  <a:pt x="48908" y="120671"/>
                </a:lnTo>
                <a:lnTo>
                  <a:pt x="48908" y="117531"/>
                </a:lnTo>
                <a:cubicBezTo>
                  <a:pt x="52359" y="117531"/>
                  <a:pt x="55075" y="116993"/>
                  <a:pt x="57055" y="115919"/>
                </a:cubicBezTo>
                <a:cubicBezTo>
                  <a:pt x="58186" y="115355"/>
                  <a:pt x="59092" y="114281"/>
                  <a:pt x="59770" y="112699"/>
                </a:cubicBezTo>
                <a:cubicBezTo>
                  <a:pt x="60449" y="111115"/>
                  <a:pt x="60789" y="107892"/>
                  <a:pt x="60789" y="103030"/>
                </a:cubicBezTo>
                <a:lnTo>
                  <a:pt x="60789" y="32732"/>
                </a:lnTo>
                <a:cubicBezTo>
                  <a:pt x="60789" y="23857"/>
                  <a:pt x="60577" y="18402"/>
                  <a:pt x="60152" y="16367"/>
                </a:cubicBezTo>
                <a:cubicBezTo>
                  <a:pt x="59728" y="14331"/>
                  <a:pt x="59077" y="12946"/>
                  <a:pt x="58201" y="12212"/>
                </a:cubicBezTo>
                <a:cubicBezTo>
                  <a:pt x="57324" y="11476"/>
                  <a:pt x="56150" y="11109"/>
                  <a:pt x="54679" y="11109"/>
                </a:cubicBezTo>
                <a:cubicBezTo>
                  <a:pt x="53491" y="11109"/>
                  <a:pt x="51567" y="11561"/>
                  <a:pt x="48908" y="12466"/>
                </a:cubicBezTo>
                <a:lnTo>
                  <a:pt x="47720" y="9496"/>
                </a:lnTo>
                <a:lnTo>
                  <a:pt x="70972" y="0"/>
                </a:lnTo>
                <a:lnTo>
                  <a:pt x="74875" y="0"/>
                </a:lnTo>
                <a:close/>
                <a:moveTo>
                  <a:pt x="152013" y="72301"/>
                </a:moveTo>
                <a:cubicBezTo>
                  <a:pt x="151956" y="83815"/>
                  <a:pt x="154757" y="92846"/>
                  <a:pt x="160414" y="99395"/>
                </a:cubicBezTo>
                <a:cubicBezTo>
                  <a:pt x="166071" y="105941"/>
                  <a:pt x="172719" y="109215"/>
                  <a:pt x="180356" y="109215"/>
                </a:cubicBezTo>
                <a:cubicBezTo>
                  <a:pt x="185448" y="109215"/>
                  <a:pt x="189875" y="107814"/>
                  <a:pt x="193637" y="105014"/>
                </a:cubicBezTo>
                <a:cubicBezTo>
                  <a:pt x="197399" y="102214"/>
                  <a:pt x="200553" y="97419"/>
                  <a:pt x="203098" y="90630"/>
                </a:cubicBezTo>
                <a:lnTo>
                  <a:pt x="205729" y="92327"/>
                </a:lnTo>
                <a:cubicBezTo>
                  <a:pt x="204541" y="100078"/>
                  <a:pt x="201090" y="107136"/>
                  <a:pt x="195376" y="113500"/>
                </a:cubicBezTo>
                <a:cubicBezTo>
                  <a:pt x="189662" y="119864"/>
                  <a:pt x="182506" y="123047"/>
                  <a:pt x="173907" y="123047"/>
                </a:cubicBezTo>
                <a:cubicBezTo>
                  <a:pt x="164572" y="123047"/>
                  <a:pt x="156581" y="119420"/>
                  <a:pt x="149934" y="112166"/>
                </a:cubicBezTo>
                <a:cubicBezTo>
                  <a:pt x="143286" y="104911"/>
                  <a:pt x="139963" y="95157"/>
                  <a:pt x="139963" y="82905"/>
                </a:cubicBezTo>
                <a:cubicBezTo>
                  <a:pt x="139963" y="69639"/>
                  <a:pt x="143371" y="59294"/>
                  <a:pt x="150188" y="51871"/>
                </a:cubicBezTo>
                <a:cubicBezTo>
                  <a:pt x="157005" y="44445"/>
                  <a:pt x="165562" y="40733"/>
                  <a:pt x="175858" y="40733"/>
                </a:cubicBezTo>
                <a:cubicBezTo>
                  <a:pt x="184571" y="40733"/>
                  <a:pt x="191727" y="43597"/>
                  <a:pt x="197328" y="49325"/>
                </a:cubicBezTo>
                <a:cubicBezTo>
                  <a:pt x="202929" y="55051"/>
                  <a:pt x="205729" y="62710"/>
                  <a:pt x="205729" y="72301"/>
                </a:cubicBezTo>
                <a:lnTo>
                  <a:pt x="152013" y="72301"/>
                </a:lnTo>
                <a:moveTo>
                  <a:pt x="152013" y="67379"/>
                </a:moveTo>
                <a:lnTo>
                  <a:pt x="187993" y="67379"/>
                </a:lnTo>
                <a:cubicBezTo>
                  <a:pt x="187711" y="62400"/>
                  <a:pt x="187117" y="58893"/>
                  <a:pt x="186211" y="56856"/>
                </a:cubicBezTo>
                <a:cubicBezTo>
                  <a:pt x="184797" y="53688"/>
                  <a:pt x="182690" y="51199"/>
                  <a:pt x="179889" y="49388"/>
                </a:cubicBezTo>
                <a:cubicBezTo>
                  <a:pt x="177089" y="47578"/>
                  <a:pt x="174161" y="46673"/>
                  <a:pt x="171106" y="46673"/>
                </a:cubicBezTo>
                <a:cubicBezTo>
                  <a:pt x="166411" y="46673"/>
                  <a:pt x="162210" y="48497"/>
                  <a:pt x="158505" y="52146"/>
                </a:cubicBezTo>
                <a:cubicBezTo>
                  <a:pt x="154799" y="55795"/>
                  <a:pt x="152635" y="60873"/>
                  <a:pt x="152013" y="67379"/>
                </a:cubicBezTo>
                <a:close/>
                <a:moveTo>
                  <a:pt x="280857" y="56432"/>
                </a:moveTo>
                <a:cubicBezTo>
                  <a:pt x="288381" y="45966"/>
                  <a:pt x="296499" y="40733"/>
                  <a:pt x="305211" y="40733"/>
                </a:cubicBezTo>
                <a:cubicBezTo>
                  <a:pt x="313188" y="40733"/>
                  <a:pt x="320147" y="44138"/>
                  <a:pt x="326087" y="50948"/>
                </a:cubicBezTo>
                <a:cubicBezTo>
                  <a:pt x="332027" y="57758"/>
                  <a:pt x="334997" y="67068"/>
                  <a:pt x="334997" y="78880"/>
                </a:cubicBezTo>
                <a:cubicBezTo>
                  <a:pt x="334997" y="92670"/>
                  <a:pt x="330415" y="103775"/>
                  <a:pt x="321250" y="112195"/>
                </a:cubicBezTo>
                <a:cubicBezTo>
                  <a:pt x="313386" y="119430"/>
                  <a:pt x="304617" y="123047"/>
                  <a:pt x="294943" y="123047"/>
                </a:cubicBezTo>
                <a:cubicBezTo>
                  <a:pt x="290417" y="123047"/>
                  <a:pt x="285821" y="122226"/>
                  <a:pt x="281154" y="120586"/>
                </a:cubicBezTo>
                <a:cubicBezTo>
                  <a:pt x="276486" y="118945"/>
                  <a:pt x="271720" y="116484"/>
                  <a:pt x="266855" y="113203"/>
                </a:cubicBezTo>
                <a:lnTo>
                  <a:pt x="266855" y="32671"/>
                </a:lnTo>
                <a:cubicBezTo>
                  <a:pt x="266855" y="23846"/>
                  <a:pt x="266642" y="18415"/>
                  <a:pt x="266218" y="16378"/>
                </a:cubicBezTo>
                <a:cubicBezTo>
                  <a:pt x="265794" y="14341"/>
                  <a:pt x="265129" y="12955"/>
                  <a:pt x="264224" y="12220"/>
                </a:cubicBezTo>
                <a:cubicBezTo>
                  <a:pt x="263319" y="11484"/>
                  <a:pt x="262187" y="11117"/>
                  <a:pt x="260830" y="11117"/>
                </a:cubicBezTo>
                <a:cubicBezTo>
                  <a:pt x="259246" y="11117"/>
                  <a:pt x="257265" y="11569"/>
                  <a:pt x="254889" y="12474"/>
                </a:cubicBezTo>
                <a:lnTo>
                  <a:pt x="253701" y="9504"/>
                </a:lnTo>
                <a:lnTo>
                  <a:pt x="277038" y="0"/>
                </a:lnTo>
                <a:lnTo>
                  <a:pt x="280857" y="0"/>
                </a:lnTo>
                <a:lnTo>
                  <a:pt x="280857" y="56432"/>
                </a:lnTo>
                <a:moveTo>
                  <a:pt x="280857" y="61839"/>
                </a:moveTo>
                <a:lnTo>
                  <a:pt x="280857" y="108220"/>
                </a:lnTo>
                <a:cubicBezTo>
                  <a:pt x="283742" y="111040"/>
                  <a:pt x="286726" y="113169"/>
                  <a:pt x="289809" y="114608"/>
                </a:cubicBezTo>
                <a:cubicBezTo>
                  <a:pt x="292892" y="116048"/>
                  <a:pt x="296046" y="116767"/>
                  <a:pt x="299271" y="116767"/>
                </a:cubicBezTo>
                <a:cubicBezTo>
                  <a:pt x="304419" y="116767"/>
                  <a:pt x="309214" y="113946"/>
                  <a:pt x="313655" y="108305"/>
                </a:cubicBezTo>
                <a:cubicBezTo>
                  <a:pt x="318096" y="102662"/>
                  <a:pt x="320316" y="94452"/>
                  <a:pt x="320316" y="83674"/>
                </a:cubicBezTo>
                <a:cubicBezTo>
                  <a:pt x="320316" y="73744"/>
                  <a:pt x="318096" y="66113"/>
                  <a:pt x="313655" y="60781"/>
                </a:cubicBezTo>
                <a:cubicBezTo>
                  <a:pt x="309214" y="55449"/>
                  <a:pt x="304165" y="52783"/>
                  <a:pt x="298507" y="52783"/>
                </a:cubicBezTo>
                <a:cubicBezTo>
                  <a:pt x="295509" y="52783"/>
                  <a:pt x="292511" y="53545"/>
                  <a:pt x="289512" y="55069"/>
                </a:cubicBezTo>
                <a:cubicBezTo>
                  <a:pt x="287249" y="56197"/>
                  <a:pt x="284364" y="58453"/>
                  <a:pt x="280857" y="61839"/>
                </a:cubicBezTo>
                <a:close/>
                <a:moveTo>
                  <a:pt x="359522" y="72301"/>
                </a:moveTo>
                <a:cubicBezTo>
                  <a:pt x="359465" y="83815"/>
                  <a:pt x="362265" y="92846"/>
                  <a:pt x="367923" y="99395"/>
                </a:cubicBezTo>
                <a:cubicBezTo>
                  <a:pt x="373580" y="105941"/>
                  <a:pt x="380227" y="109215"/>
                  <a:pt x="387865" y="109215"/>
                </a:cubicBezTo>
                <a:cubicBezTo>
                  <a:pt x="392956" y="109215"/>
                  <a:pt x="397383" y="107814"/>
                  <a:pt x="401145" y="105014"/>
                </a:cubicBezTo>
                <a:cubicBezTo>
                  <a:pt x="404908" y="102214"/>
                  <a:pt x="408061" y="97419"/>
                  <a:pt x="410607" y="90630"/>
                </a:cubicBezTo>
                <a:lnTo>
                  <a:pt x="413238" y="92327"/>
                </a:lnTo>
                <a:cubicBezTo>
                  <a:pt x="412050" y="100078"/>
                  <a:pt x="408599" y="107136"/>
                  <a:pt x="402885" y="113500"/>
                </a:cubicBezTo>
                <a:cubicBezTo>
                  <a:pt x="397171" y="119864"/>
                  <a:pt x="390015" y="123047"/>
                  <a:pt x="381416" y="123047"/>
                </a:cubicBezTo>
                <a:cubicBezTo>
                  <a:pt x="372081" y="123047"/>
                  <a:pt x="364090" y="119420"/>
                  <a:pt x="357443" y="112166"/>
                </a:cubicBezTo>
                <a:cubicBezTo>
                  <a:pt x="350795" y="104911"/>
                  <a:pt x="347472" y="95157"/>
                  <a:pt x="347472" y="82905"/>
                </a:cubicBezTo>
                <a:cubicBezTo>
                  <a:pt x="347472" y="69639"/>
                  <a:pt x="350880" y="59294"/>
                  <a:pt x="357697" y="51871"/>
                </a:cubicBezTo>
                <a:cubicBezTo>
                  <a:pt x="364514" y="44445"/>
                  <a:pt x="373071" y="40733"/>
                  <a:pt x="383367" y="40733"/>
                </a:cubicBezTo>
                <a:cubicBezTo>
                  <a:pt x="392080" y="40733"/>
                  <a:pt x="399236" y="43597"/>
                  <a:pt x="404837" y="49325"/>
                </a:cubicBezTo>
                <a:cubicBezTo>
                  <a:pt x="410438" y="55051"/>
                  <a:pt x="413238" y="62710"/>
                  <a:pt x="413238" y="72301"/>
                </a:cubicBezTo>
                <a:lnTo>
                  <a:pt x="359522" y="72301"/>
                </a:lnTo>
                <a:moveTo>
                  <a:pt x="359522" y="67379"/>
                </a:moveTo>
                <a:lnTo>
                  <a:pt x="395502" y="67379"/>
                </a:lnTo>
                <a:cubicBezTo>
                  <a:pt x="395219" y="62400"/>
                  <a:pt x="394625" y="58893"/>
                  <a:pt x="393720" y="56856"/>
                </a:cubicBezTo>
                <a:cubicBezTo>
                  <a:pt x="392306" y="53688"/>
                  <a:pt x="390198" y="51199"/>
                  <a:pt x="387398" y="49388"/>
                </a:cubicBezTo>
                <a:cubicBezTo>
                  <a:pt x="384598" y="47578"/>
                  <a:pt x="381670" y="46673"/>
                  <a:pt x="378615" y="46673"/>
                </a:cubicBezTo>
                <a:cubicBezTo>
                  <a:pt x="373920" y="46673"/>
                  <a:pt x="369719" y="48497"/>
                  <a:pt x="366013" y="52146"/>
                </a:cubicBezTo>
                <a:cubicBezTo>
                  <a:pt x="362308" y="55795"/>
                  <a:pt x="360144" y="60873"/>
                  <a:pt x="359522" y="67379"/>
                </a:cubicBezTo>
                <a:close/>
                <a:moveTo>
                  <a:pt x="446445" y="0"/>
                </a:moveTo>
                <a:lnTo>
                  <a:pt x="446445" y="56941"/>
                </a:lnTo>
                <a:cubicBezTo>
                  <a:pt x="452724" y="50039"/>
                  <a:pt x="457703" y="45612"/>
                  <a:pt x="461380" y="43660"/>
                </a:cubicBezTo>
                <a:cubicBezTo>
                  <a:pt x="465057" y="41709"/>
                  <a:pt x="468735" y="40733"/>
                  <a:pt x="472412" y="40733"/>
                </a:cubicBezTo>
                <a:cubicBezTo>
                  <a:pt x="476825" y="40733"/>
                  <a:pt x="480615" y="41946"/>
                  <a:pt x="483783" y="44374"/>
                </a:cubicBezTo>
                <a:cubicBezTo>
                  <a:pt x="486951" y="46801"/>
                  <a:pt x="489299" y="50611"/>
                  <a:pt x="490826" y="55803"/>
                </a:cubicBezTo>
                <a:cubicBezTo>
                  <a:pt x="491901" y="59417"/>
                  <a:pt x="492439" y="66022"/>
                  <a:pt x="492439" y="75618"/>
                </a:cubicBezTo>
                <a:lnTo>
                  <a:pt x="492439" y="103052"/>
                </a:lnTo>
                <a:cubicBezTo>
                  <a:pt x="492439" y="107963"/>
                  <a:pt x="492835" y="111322"/>
                  <a:pt x="493627" y="113129"/>
                </a:cubicBezTo>
                <a:cubicBezTo>
                  <a:pt x="494193" y="114483"/>
                  <a:pt x="495154" y="115555"/>
                  <a:pt x="496512" y="116345"/>
                </a:cubicBezTo>
                <a:cubicBezTo>
                  <a:pt x="497870" y="117136"/>
                  <a:pt x="500359" y="117531"/>
                  <a:pt x="503980" y="117531"/>
                </a:cubicBezTo>
                <a:lnTo>
                  <a:pt x="503980" y="120671"/>
                </a:lnTo>
                <a:lnTo>
                  <a:pt x="465793" y="120671"/>
                </a:lnTo>
                <a:lnTo>
                  <a:pt x="465793" y="117531"/>
                </a:lnTo>
                <a:lnTo>
                  <a:pt x="467575" y="117531"/>
                </a:lnTo>
                <a:cubicBezTo>
                  <a:pt x="471196" y="117531"/>
                  <a:pt x="473713" y="116979"/>
                  <a:pt x="475127" y="115876"/>
                </a:cubicBezTo>
                <a:cubicBezTo>
                  <a:pt x="476542" y="114773"/>
                  <a:pt x="477532" y="113146"/>
                  <a:pt x="478097" y="110997"/>
                </a:cubicBezTo>
                <a:cubicBezTo>
                  <a:pt x="478267" y="110091"/>
                  <a:pt x="478352" y="107433"/>
                  <a:pt x="478352" y="103020"/>
                </a:cubicBezTo>
                <a:lnTo>
                  <a:pt x="478352" y="75525"/>
                </a:lnTo>
                <a:cubicBezTo>
                  <a:pt x="478352" y="67039"/>
                  <a:pt x="477914" y="61467"/>
                  <a:pt x="477037" y="58808"/>
                </a:cubicBezTo>
                <a:cubicBezTo>
                  <a:pt x="476160" y="56149"/>
                  <a:pt x="474760" y="54155"/>
                  <a:pt x="472836" y="52825"/>
                </a:cubicBezTo>
                <a:cubicBezTo>
                  <a:pt x="470913" y="51496"/>
                  <a:pt x="468593" y="50831"/>
                  <a:pt x="465878" y="50831"/>
                </a:cubicBezTo>
                <a:cubicBezTo>
                  <a:pt x="463106" y="50831"/>
                  <a:pt x="460220" y="51566"/>
                  <a:pt x="457222" y="53037"/>
                </a:cubicBezTo>
                <a:cubicBezTo>
                  <a:pt x="454224" y="54508"/>
                  <a:pt x="450631" y="57478"/>
                  <a:pt x="446445" y="61948"/>
                </a:cubicBezTo>
                <a:lnTo>
                  <a:pt x="446445" y="103020"/>
                </a:lnTo>
                <a:cubicBezTo>
                  <a:pt x="446445" y="108338"/>
                  <a:pt x="446742" y="111647"/>
                  <a:pt x="447336" y="112948"/>
                </a:cubicBezTo>
                <a:cubicBezTo>
                  <a:pt x="447930" y="114250"/>
                  <a:pt x="449033" y="115339"/>
                  <a:pt x="450645" y="116216"/>
                </a:cubicBezTo>
                <a:cubicBezTo>
                  <a:pt x="452258" y="117092"/>
                  <a:pt x="455044" y="117531"/>
                  <a:pt x="459004" y="117531"/>
                </a:cubicBezTo>
                <a:lnTo>
                  <a:pt x="459004" y="120671"/>
                </a:lnTo>
                <a:lnTo>
                  <a:pt x="420478" y="120671"/>
                </a:lnTo>
                <a:lnTo>
                  <a:pt x="420478" y="117531"/>
                </a:lnTo>
                <a:cubicBezTo>
                  <a:pt x="423929" y="117531"/>
                  <a:pt x="426644" y="116993"/>
                  <a:pt x="428624" y="115919"/>
                </a:cubicBezTo>
                <a:cubicBezTo>
                  <a:pt x="429756" y="115355"/>
                  <a:pt x="430661" y="114281"/>
                  <a:pt x="431340" y="112699"/>
                </a:cubicBezTo>
                <a:cubicBezTo>
                  <a:pt x="432019" y="111115"/>
                  <a:pt x="432358" y="107892"/>
                  <a:pt x="432358" y="103030"/>
                </a:cubicBezTo>
                <a:lnTo>
                  <a:pt x="432358" y="32732"/>
                </a:lnTo>
                <a:cubicBezTo>
                  <a:pt x="432358" y="23857"/>
                  <a:pt x="432146" y="18402"/>
                  <a:pt x="431722" y="16367"/>
                </a:cubicBezTo>
                <a:cubicBezTo>
                  <a:pt x="431297" y="14331"/>
                  <a:pt x="430647" y="12946"/>
                  <a:pt x="429770" y="12212"/>
                </a:cubicBezTo>
                <a:cubicBezTo>
                  <a:pt x="428893" y="11476"/>
                  <a:pt x="427719" y="11109"/>
                  <a:pt x="426248" y="11109"/>
                </a:cubicBezTo>
                <a:cubicBezTo>
                  <a:pt x="425060" y="11109"/>
                  <a:pt x="423137" y="11561"/>
                  <a:pt x="420478" y="12466"/>
                </a:cubicBezTo>
                <a:lnTo>
                  <a:pt x="419290" y="9496"/>
                </a:lnTo>
                <a:lnTo>
                  <a:pt x="442541" y="0"/>
                </a:lnTo>
                <a:lnTo>
                  <a:pt x="446445" y="0"/>
                </a:lnTo>
                <a:close/>
                <a:moveTo>
                  <a:pt x="554556" y="109469"/>
                </a:moveTo>
                <a:cubicBezTo>
                  <a:pt x="546579" y="115636"/>
                  <a:pt x="541573" y="119200"/>
                  <a:pt x="539536" y="120161"/>
                </a:cubicBezTo>
                <a:cubicBezTo>
                  <a:pt x="536481" y="121632"/>
                  <a:pt x="533228" y="122368"/>
                  <a:pt x="529777" y="122368"/>
                </a:cubicBezTo>
                <a:cubicBezTo>
                  <a:pt x="524403" y="122368"/>
                  <a:pt x="519976" y="120529"/>
                  <a:pt x="516497" y="116852"/>
                </a:cubicBezTo>
                <a:cubicBezTo>
                  <a:pt x="513017" y="113175"/>
                  <a:pt x="511278" y="108338"/>
                  <a:pt x="511278" y="102341"/>
                </a:cubicBezTo>
                <a:cubicBezTo>
                  <a:pt x="511278" y="98551"/>
                  <a:pt x="512126" y="95269"/>
                  <a:pt x="513824" y="92497"/>
                </a:cubicBezTo>
                <a:cubicBezTo>
                  <a:pt x="516143" y="88650"/>
                  <a:pt x="520174" y="85030"/>
                  <a:pt x="525916" y="81635"/>
                </a:cubicBezTo>
                <a:cubicBezTo>
                  <a:pt x="531658" y="78241"/>
                  <a:pt x="541205" y="74111"/>
                  <a:pt x="554556" y="69246"/>
                </a:cubicBezTo>
                <a:lnTo>
                  <a:pt x="554556" y="66191"/>
                </a:lnTo>
                <a:cubicBezTo>
                  <a:pt x="554556" y="58440"/>
                  <a:pt x="553326" y="53122"/>
                  <a:pt x="550865" y="50237"/>
                </a:cubicBezTo>
                <a:cubicBezTo>
                  <a:pt x="548404" y="47352"/>
                  <a:pt x="544826" y="45909"/>
                  <a:pt x="540130" y="45909"/>
                </a:cubicBezTo>
                <a:cubicBezTo>
                  <a:pt x="536566" y="45909"/>
                  <a:pt x="533737" y="46867"/>
                  <a:pt x="531644" y="48784"/>
                </a:cubicBezTo>
                <a:cubicBezTo>
                  <a:pt x="529494" y="50700"/>
                  <a:pt x="528419" y="52899"/>
                  <a:pt x="528419" y="55379"/>
                </a:cubicBezTo>
                <a:lnTo>
                  <a:pt x="528589" y="60282"/>
                </a:lnTo>
                <a:cubicBezTo>
                  <a:pt x="528589" y="62874"/>
                  <a:pt x="527924" y="64874"/>
                  <a:pt x="526595" y="66283"/>
                </a:cubicBezTo>
                <a:cubicBezTo>
                  <a:pt x="525266" y="67692"/>
                  <a:pt x="523526" y="68397"/>
                  <a:pt x="521376" y="68397"/>
                </a:cubicBezTo>
                <a:cubicBezTo>
                  <a:pt x="519283" y="68397"/>
                  <a:pt x="517572" y="67664"/>
                  <a:pt x="516242" y="66199"/>
                </a:cubicBezTo>
                <a:cubicBezTo>
                  <a:pt x="514913" y="64731"/>
                  <a:pt x="514248" y="62728"/>
                  <a:pt x="514248" y="60189"/>
                </a:cubicBezTo>
                <a:cubicBezTo>
                  <a:pt x="514248" y="55340"/>
                  <a:pt x="516737" y="50885"/>
                  <a:pt x="521716" y="46824"/>
                </a:cubicBezTo>
                <a:cubicBezTo>
                  <a:pt x="526694" y="42763"/>
                  <a:pt x="533681" y="40733"/>
                  <a:pt x="542676" y="40733"/>
                </a:cubicBezTo>
                <a:cubicBezTo>
                  <a:pt x="549578" y="40733"/>
                  <a:pt x="555235" y="41891"/>
                  <a:pt x="559648" y="44207"/>
                </a:cubicBezTo>
                <a:cubicBezTo>
                  <a:pt x="562986" y="45959"/>
                  <a:pt x="565447" y="48700"/>
                  <a:pt x="567031" y="52430"/>
                </a:cubicBezTo>
                <a:cubicBezTo>
                  <a:pt x="568049" y="54859"/>
                  <a:pt x="568558" y="59831"/>
                  <a:pt x="568558" y="67347"/>
                </a:cubicBezTo>
                <a:lnTo>
                  <a:pt x="568558" y="93706"/>
                </a:lnTo>
                <a:cubicBezTo>
                  <a:pt x="568558" y="101109"/>
                  <a:pt x="568700" y="105643"/>
                  <a:pt x="568982" y="107311"/>
                </a:cubicBezTo>
                <a:cubicBezTo>
                  <a:pt x="569265" y="108978"/>
                  <a:pt x="569732" y="110094"/>
                  <a:pt x="570383" y="110660"/>
                </a:cubicBezTo>
                <a:cubicBezTo>
                  <a:pt x="571033" y="111224"/>
                  <a:pt x="571783" y="111506"/>
                  <a:pt x="572631" y="111506"/>
                </a:cubicBezTo>
                <a:cubicBezTo>
                  <a:pt x="573537" y="111506"/>
                  <a:pt x="574329" y="111308"/>
                  <a:pt x="575008" y="110912"/>
                </a:cubicBezTo>
                <a:cubicBezTo>
                  <a:pt x="576196" y="110176"/>
                  <a:pt x="578487" y="108111"/>
                  <a:pt x="581881" y="104717"/>
                </a:cubicBezTo>
                <a:lnTo>
                  <a:pt x="581881" y="109469"/>
                </a:lnTo>
                <a:cubicBezTo>
                  <a:pt x="575545" y="117955"/>
                  <a:pt x="569492" y="122198"/>
                  <a:pt x="563721" y="122198"/>
                </a:cubicBezTo>
                <a:cubicBezTo>
                  <a:pt x="560949" y="122198"/>
                  <a:pt x="558743" y="121236"/>
                  <a:pt x="557102" y="119313"/>
                </a:cubicBezTo>
                <a:cubicBezTo>
                  <a:pt x="555461" y="117389"/>
                  <a:pt x="554613" y="114108"/>
                  <a:pt x="554556" y="109469"/>
                </a:cubicBezTo>
                <a:moveTo>
                  <a:pt x="554556" y="103906"/>
                </a:moveTo>
                <a:lnTo>
                  <a:pt x="554556" y="74422"/>
                </a:lnTo>
                <a:cubicBezTo>
                  <a:pt x="546014" y="77801"/>
                  <a:pt x="540498" y="80194"/>
                  <a:pt x="538009" y="81603"/>
                </a:cubicBezTo>
                <a:cubicBezTo>
                  <a:pt x="533539" y="84082"/>
                  <a:pt x="530343" y="86673"/>
                  <a:pt x="528419" y="89376"/>
                </a:cubicBezTo>
                <a:cubicBezTo>
                  <a:pt x="526496" y="92079"/>
                  <a:pt x="525534" y="95036"/>
                  <a:pt x="525534" y="98246"/>
                </a:cubicBezTo>
                <a:cubicBezTo>
                  <a:pt x="525534" y="102302"/>
                  <a:pt x="526751" y="105667"/>
                  <a:pt x="529183" y="108342"/>
                </a:cubicBezTo>
                <a:cubicBezTo>
                  <a:pt x="531616" y="111017"/>
                  <a:pt x="534416" y="112354"/>
                  <a:pt x="537584" y="112354"/>
                </a:cubicBezTo>
                <a:cubicBezTo>
                  <a:pt x="541884" y="112354"/>
                  <a:pt x="547541" y="109538"/>
                  <a:pt x="554556" y="103906"/>
                </a:cubicBezTo>
                <a:close/>
                <a:moveTo>
                  <a:pt x="583689" y="42939"/>
                </a:moveTo>
                <a:lnTo>
                  <a:pt x="620264" y="42939"/>
                </a:lnTo>
                <a:lnTo>
                  <a:pt x="620264" y="46079"/>
                </a:lnTo>
                <a:lnTo>
                  <a:pt x="617888" y="46079"/>
                </a:lnTo>
                <a:cubicBezTo>
                  <a:pt x="615681" y="46079"/>
                  <a:pt x="613998" y="46616"/>
                  <a:pt x="612839" y="47691"/>
                </a:cubicBezTo>
                <a:cubicBezTo>
                  <a:pt x="611679" y="48766"/>
                  <a:pt x="611099" y="50209"/>
                  <a:pt x="611099" y="52019"/>
                </a:cubicBezTo>
                <a:cubicBezTo>
                  <a:pt x="611099" y="53999"/>
                  <a:pt x="611693" y="56347"/>
                  <a:pt x="612881" y="59062"/>
                </a:cubicBezTo>
                <a:lnTo>
                  <a:pt x="630956" y="102001"/>
                </a:lnTo>
                <a:lnTo>
                  <a:pt x="649116" y="57450"/>
                </a:lnTo>
                <a:cubicBezTo>
                  <a:pt x="650417" y="54282"/>
                  <a:pt x="651068" y="51878"/>
                  <a:pt x="651068" y="50237"/>
                </a:cubicBezTo>
                <a:cubicBezTo>
                  <a:pt x="651068" y="49445"/>
                  <a:pt x="650842" y="48794"/>
                  <a:pt x="650389" y="48285"/>
                </a:cubicBezTo>
                <a:cubicBezTo>
                  <a:pt x="649767" y="47437"/>
                  <a:pt x="648975" y="46857"/>
                  <a:pt x="648013" y="46546"/>
                </a:cubicBezTo>
                <a:cubicBezTo>
                  <a:pt x="647051" y="46234"/>
                  <a:pt x="645100" y="46079"/>
                  <a:pt x="642158" y="46079"/>
                </a:cubicBezTo>
                <a:lnTo>
                  <a:pt x="642158" y="42939"/>
                </a:lnTo>
                <a:lnTo>
                  <a:pt x="667531" y="42939"/>
                </a:lnTo>
                <a:lnTo>
                  <a:pt x="667531" y="46079"/>
                </a:lnTo>
                <a:cubicBezTo>
                  <a:pt x="664589" y="46305"/>
                  <a:pt x="662552" y="46899"/>
                  <a:pt x="661421" y="47861"/>
                </a:cubicBezTo>
                <a:cubicBezTo>
                  <a:pt x="659441" y="49558"/>
                  <a:pt x="657659" y="52387"/>
                  <a:pt x="656075" y="56347"/>
                </a:cubicBezTo>
                <a:lnTo>
                  <a:pt x="628495" y="123047"/>
                </a:lnTo>
                <a:lnTo>
                  <a:pt x="625016" y="123047"/>
                </a:lnTo>
                <a:lnTo>
                  <a:pt x="597267" y="57450"/>
                </a:lnTo>
                <a:cubicBezTo>
                  <a:pt x="596022" y="54395"/>
                  <a:pt x="594834" y="52203"/>
                  <a:pt x="593703" y="50873"/>
                </a:cubicBezTo>
                <a:cubicBezTo>
                  <a:pt x="592571" y="49544"/>
                  <a:pt x="591129" y="48427"/>
                  <a:pt x="589375" y="47521"/>
                </a:cubicBezTo>
                <a:cubicBezTo>
                  <a:pt x="588413" y="47012"/>
                  <a:pt x="586518" y="46531"/>
                  <a:pt x="583689" y="46079"/>
                </a:cubicBezTo>
                <a:lnTo>
                  <a:pt x="583689" y="42939"/>
                </a:lnTo>
                <a:close/>
                <a:moveTo>
                  <a:pt x="694347" y="0"/>
                </a:moveTo>
                <a:cubicBezTo>
                  <a:pt x="696723" y="0"/>
                  <a:pt x="698745" y="839"/>
                  <a:pt x="700414" y="2517"/>
                </a:cubicBezTo>
                <a:cubicBezTo>
                  <a:pt x="702083" y="4193"/>
                  <a:pt x="702917" y="6225"/>
                  <a:pt x="702917" y="8613"/>
                </a:cubicBezTo>
                <a:cubicBezTo>
                  <a:pt x="702917" y="11002"/>
                  <a:pt x="702083" y="13049"/>
                  <a:pt x="700414" y="14755"/>
                </a:cubicBezTo>
                <a:cubicBezTo>
                  <a:pt x="698745" y="16459"/>
                  <a:pt x="696723" y="17311"/>
                  <a:pt x="694347" y="17311"/>
                </a:cubicBezTo>
                <a:cubicBezTo>
                  <a:pt x="691971" y="17311"/>
                  <a:pt x="689934" y="16459"/>
                  <a:pt x="688237" y="14755"/>
                </a:cubicBezTo>
                <a:cubicBezTo>
                  <a:pt x="686540" y="13049"/>
                  <a:pt x="685691" y="11002"/>
                  <a:pt x="685691" y="8613"/>
                </a:cubicBezTo>
                <a:cubicBezTo>
                  <a:pt x="685691" y="6225"/>
                  <a:pt x="686525" y="4193"/>
                  <a:pt x="688194" y="2517"/>
                </a:cubicBezTo>
                <a:cubicBezTo>
                  <a:pt x="689863" y="839"/>
                  <a:pt x="691914" y="0"/>
                  <a:pt x="694347" y="0"/>
                </a:cubicBezTo>
                <a:moveTo>
                  <a:pt x="701390" y="40733"/>
                </a:moveTo>
                <a:lnTo>
                  <a:pt x="701390" y="103052"/>
                </a:lnTo>
                <a:cubicBezTo>
                  <a:pt x="701390" y="107906"/>
                  <a:pt x="701744" y="111138"/>
                  <a:pt x="702451" y="112747"/>
                </a:cubicBezTo>
                <a:cubicBezTo>
                  <a:pt x="703158" y="114356"/>
                  <a:pt x="704204" y="115555"/>
                  <a:pt x="705591" y="116345"/>
                </a:cubicBezTo>
                <a:cubicBezTo>
                  <a:pt x="706977" y="117136"/>
                  <a:pt x="709508" y="117531"/>
                  <a:pt x="713185" y="117531"/>
                </a:cubicBezTo>
                <a:lnTo>
                  <a:pt x="713185" y="120671"/>
                </a:lnTo>
                <a:lnTo>
                  <a:pt x="675423" y="120671"/>
                </a:lnTo>
                <a:lnTo>
                  <a:pt x="675423" y="117531"/>
                </a:lnTo>
                <a:cubicBezTo>
                  <a:pt x="679213" y="117531"/>
                  <a:pt x="681759" y="117164"/>
                  <a:pt x="683060" y="116430"/>
                </a:cubicBezTo>
                <a:cubicBezTo>
                  <a:pt x="684361" y="115697"/>
                  <a:pt x="685394" y="114483"/>
                  <a:pt x="686158" y="112789"/>
                </a:cubicBezTo>
                <a:cubicBezTo>
                  <a:pt x="686921" y="111096"/>
                  <a:pt x="687303" y="107850"/>
                  <a:pt x="687303" y="103052"/>
                </a:cubicBezTo>
                <a:lnTo>
                  <a:pt x="687303" y="73162"/>
                </a:lnTo>
                <a:cubicBezTo>
                  <a:pt x="687303" y="64751"/>
                  <a:pt x="687049" y="59304"/>
                  <a:pt x="686540" y="56822"/>
                </a:cubicBezTo>
                <a:cubicBezTo>
                  <a:pt x="686143" y="55015"/>
                  <a:pt x="685521" y="53759"/>
                  <a:pt x="684673" y="53053"/>
                </a:cubicBezTo>
                <a:cubicBezTo>
                  <a:pt x="683824" y="52348"/>
                  <a:pt x="682664" y="51995"/>
                  <a:pt x="681193" y="51995"/>
                </a:cubicBezTo>
                <a:cubicBezTo>
                  <a:pt x="679609" y="51995"/>
                  <a:pt x="677686" y="52419"/>
                  <a:pt x="675423" y="53265"/>
                </a:cubicBezTo>
                <a:lnTo>
                  <a:pt x="674235" y="50216"/>
                </a:lnTo>
                <a:lnTo>
                  <a:pt x="697656" y="40733"/>
                </a:lnTo>
                <a:lnTo>
                  <a:pt x="701390" y="40733"/>
                </a:lnTo>
                <a:close/>
                <a:moveTo>
                  <a:pt x="760906" y="40733"/>
                </a:moveTo>
                <a:cubicBezTo>
                  <a:pt x="772673" y="40733"/>
                  <a:pt x="782121" y="45198"/>
                  <a:pt x="789249" y="54127"/>
                </a:cubicBezTo>
                <a:cubicBezTo>
                  <a:pt x="795303" y="61756"/>
                  <a:pt x="798329" y="70516"/>
                  <a:pt x="798329" y="80407"/>
                </a:cubicBezTo>
                <a:cubicBezTo>
                  <a:pt x="798329" y="87359"/>
                  <a:pt x="796660" y="94395"/>
                  <a:pt x="793323" y="101516"/>
                </a:cubicBezTo>
                <a:cubicBezTo>
                  <a:pt x="789985" y="108636"/>
                  <a:pt x="785388" y="114004"/>
                  <a:pt x="779533" y="117621"/>
                </a:cubicBezTo>
                <a:cubicBezTo>
                  <a:pt x="773677" y="121238"/>
                  <a:pt x="767157" y="123047"/>
                  <a:pt x="759973" y="123047"/>
                </a:cubicBezTo>
                <a:cubicBezTo>
                  <a:pt x="748262" y="123047"/>
                  <a:pt x="738956" y="118384"/>
                  <a:pt x="732054" y="109058"/>
                </a:cubicBezTo>
                <a:cubicBezTo>
                  <a:pt x="726227" y="101203"/>
                  <a:pt x="723313" y="92388"/>
                  <a:pt x="723313" y="82611"/>
                </a:cubicBezTo>
                <a:cubicBezTo>
                  <a:pt x="723313" y="75490"/>
                  <a:pt x="725081" y="68411"/>
                  <a:pt x="728617" y="61375"/>
                </a:cubicBezTo>
                <a:cubicBezTo>
                  <a:pt x="732153" y="54339"/>
                  <a:pt x="736806" y="49139"/>
                  <a:pt x="742576" y="45777"/>
                </a:cubicBezTo>
                <a:cubicBezTo>
                  <a:pt x="748347" y="42414"/>
                  <a:pt x="754457" y="40733"/>
                  <a:pt x="760906" y="40733"/>
                </a:cubicBezTo>
                <a:moveTo>
                  <a:pt x="758275" y="46333"/>
                </a:moveTo>
                <a:cubicBezTo>
                  <a:pt x="755277" y="46333"/>
                  <a:pt x="752265" y="47224"/>
                  <a:pt x="749238" y="49004"/>
                </a:cubicBezTo>
                <a:cubicBezTo>
                  <a:pt x="746211" y="50784"/>
                  <a:pt x="743764" y="53906"/>
                  <a:pt x="741897" y="58370"/>
                </a:cubicBezTo>
                <a:cubicBezTo>
                  <a:pt x="740031" y="62834"/>
                  <a:pt x="739097" y="68569"/>
                  <a:pt x="739097" y="75576"/>
                </a:cubicBezTo>
                <a:cubicBezTo>
                  <a:pt x="739097" y="86876"/>
                  <a:pt x="741346" y="96624"/>
                  <a:pt x="745843" y="104818"/>
                </a:cubicBezTo>
                <a:cubicBezTo>
                  <a:pt x="750341" y="113010"/>
                  <a:pt x="756267" y="117107"/>
                  <a:pt x="763622" y="117107"/>
                </a:cubicBezTo>
                <a:cubicBezTo>
                  <a:pt x="769109" y="117107"/>
                  <a:pt x="773635" y="114846"/>
                  <a:pt x="777199" y="110326"/>
                </a:cubicBezTo>
                <a:cubicBezTo>
                  <a:pt x="780763" y="105805"/>
                  <a:pt x="782545" y="98036"/>
                  <a:pt x="782545" y="87018"/>
                </a:cubicBezTo>
                <a:cubicBezTo>
                  <a:pt x="782545" y="73230"/>
                  <a:pt x="779575" y="62381"/>
                  <a:pt x="773635" y="54469"/>
                </a:cubicBezTo>
                <a:cubicBezTo>
                  <a:pt x="769618" y="49045"/>
                  <a:pt x="764498" y="46333"/>
                  <a:pt x="758275" y="46333"/>
                </a:cubicBezTo>
                <a:close/>
                <a:moveTo>
                  <a:pt x="877927" y="42939"/>
                </a:moveTo>
                <a:lnTo>
                  <a:pt x="877927" y="90036"/>
                </a:lnTo>
                <a:cubicBezTo>
                  <a:pt x="877927" y="99031"/>
                  <a:pt x="878139" y="104533"/>
                  <a:pt x="878564" y="106541"/>
                </a:cubicBezTo>
                <a:cubicBezTo>
                  <a:pt x="878988" y="108550"/>
                  <a:pt x="879667" y="109950"/>
                  <a:pt x="880600" y="110742"/>
                </a:cubicBezTo>
                <a:cubicBezTo>
                  <a:pt x="881534" y="111534"/>
                  <a:pt x="882623" y="111930"/>
                  <a:pt x="883868" y="111930"/>
                </a:cubicBezTo>
                <a:cubicBezTo>
                  <a:pt x="885621" y="111930"/>
                  <a:pt x="887601" y="111449"/>
                  <a:pt x="889808" y="110487"/>
                </a:cubicBezTo>
                <a:lnTo>
                  <a:pt x="890996" y="113458"/>
                </a:lnTo>
                <a:lnTo>
                  <a:pt x="867744" y="123047"/>
                </a:lnTo>
                <a:lnTo>
                  <a:pt x="863925" y="123047"/>
                </a:lnTo>
                <a:lnTo>
                  <a:pt x="863925" y="106584"/>
                </a:lnTo>
                <a:cubicBezTo>
                  <a:pt x="857250" y="113825"/>
                  <a:pt x="852158" y="118379"/>
                  <a:pt x="848651" y="120246"/>
                </a:cubicBezTo>
                <a:cubicBezTo>
                  <a:pt x="845143" y="122113"/>
                  <a:pt x="841438" y="123047"/>
                  <a:pt x="837534" y="123047"/>
                </a:cubicBezTo>
                <a:cubicBezTo>
                  <a:pt x="833178" y="123047"/>
                  <a:pt x="829402" y="121788"/>
                  <a:pt x="826205" y="119270"/>
                </a:cubicBezTo>
                <a:cubicBezTo>
                  <a:pt x="823009" y="116753"/>
                  <a:pt x="820788" y="113514"/>
                  <a:pt x="819544" y="109554"/>
                </a:cubicBezTo>
                <a:cubicBezTo>
                  <a:pt x="818299" y="105594"/>
                  <a:pt x="817677" y="99993"/>
                  <a:pt x="817677" y="92752"/>
                </a:cubicBezTo>
                <a:lnTo>
                  <a:pt x="817677" y="58044"/>
                </a:lnTo>
                <a:cubicBezTo>
                  <a:pt x="817677" y="54367"/>
                  <a:pt x="817281" y="51821"/>
                  <a:pt x="816489" y="50407"/>
                </a:cubicBezTo>
                <a:cubicBezTo>
                  <a:pt x="815697" y="48992"/>
                  <a:pt x="814523" y="47903"/>
                  <a:pt x="812967" y="47140"/>
                </a:cubicBezTo>
                <a:cubicBezTo>
                  <a:pt x="811411" y="46376"/>
                  <a:pt x="808597" y="46022"/>
                  <a:pt x="804524" y="46079"/>
                </a:cubicBezTo>
                <a:lnTo>
                  <a:pt x="804524" y="42939"/>
                </a:lnTo>
                <a:lnTo>
                  <a:pt x="831764" y="42939"/>
                </a:lnTo>
                <a:lnTo>
                  <a:pt x="831764" y="94831"/>
                </a:lnTo>
                <a:cubicBezTo>
                  <a:pt x="831764" y="102055"/>
                  <a:pt x="833022" y="106795"/>
                  <a:pt x="835540" y="109053"/>
                </a:cubicBezTo>
                <a:cubicBezTo>
                  <a:pt x="838057" y="111310"/>
                  <a:pt x="841098" y="112439"/>
                  <a:pt x="844662" y="112439"/>
                </a:cubicBezTo>
                <a:cubicBezTo>
                  <a:pt x="847095" y="112439"/>
                  <a:pt x="849853" y="111677"/>
                  <a:pt x="852936" y="110153"/>
                </a:cubicBezTo>
                <a:cubicBezTo>
                  <a:pt x="856019" y="108629"/>
                  <a:pt x="859682" y="105724"/>
                  <a:pt x="863925" y="101437"/>
                </a:cubicBezTo>
                <a:lnTo>
                  <a:pt x="863925" y="57506"/>
                </a:lnTo>
                <a:cubicBezTo>
                  <a:pt x="863925" y="53104"/>
                  <a:pt x="863119" y="50127"/>
                  <a:pt x="861507" y="48577"/>
                </a:cubicBezTo>
                <a:cubicBezTo>
                  <a:pt x="859895" y="47025"/>
                  <a:pt x="856543" y="46192"/>
                  <a:pt x="851451" y="46079"/>
                </a:cubicBezTo>
                <a:lnTo>
                  <a:pt x="851451" y="42939"/>
                </a:lnTo>
                <a:lnTo>
                  <a:pt x="877927" y="42939"/>
                </a:lnTo>
                <a:close/>
                <a:moveTo>
                  <a:pt x="919424" y="40733"/>
                </a:moveTo>
                <a:lnTo>
                  <a:pt x="919424" y="58214"/>
                </a:lnTo>
                <a:cubicBezTo>
                  <a:pt x="925930" y="46560"/>
                  <a:pt x="932605" y="40733"/>
                  <a:pt x="939451" y="40733"/>
                </a:cubicBezTo>
                <a:cubicBezTo>
                  <a:pt x="942562" y="40733"/>
                  <a:pt x="945136" y="41680"/>
                  <a:pt x="947173" y="43576"/>
                </a:cubicBezTo>
                <a:cubicBezTo>
                  <a:pt x="949210" y="45471"/>
                  <a:pt x="950228" y="47663"/>
                  <a:pt x="950228" y="50152"/>
                </a:cubicBezTo>
                <a:cubicBezTo>
                  <a:pt x="950228" y="52359"/>
                  <a:pt x="949493" y="54225"/>
                  <a:pt x="948022" y="55753"/>
                </a:cubicBezTo>
                <a:cubicBezTo>
                  <a:pt x="946551" y="57280"/>
                  <a:pt x="944797" y="58044"/>
                  <a:pt x="942760" y="58044"/>
                </a:cubicBezTo>
                <a:cubicBezTo>
                  <a:pt x="940780" y="58044"/>
                  <a:pt x="938560" y="57068"/>
                  <a:pt x="936099" y="55116"/>
                </a:cubicBezTo>
                <a:cubicBezTo>
                  <a:pt x="933638" y="53165"/>
                  <a:pt x="931813" y="52189"/>
                  <a:pt x="930625" y="52189"/>
                </a:cubicBezTo>
                <a:cubicBezTo>
                  <a:pt x="929607" y="52189"/>
                  <a:pt x="928504" y="52753"/>
                  <a:pt x="927316" y="53881"/>
                </a:cubicBezTo>
                <a:cubicBezTo>
                  <a:pt x="924770" y="56195"/>
                  <a:pt x="922139" y="60004"/>
                  <a:pt x="919424" y="65308"/>
                </a:cubicBezTo>
                <a:lnTo>
                  <a:pt x="919424" y="102466"/>
                </a:lnTo>
                <a:cubicBezTo>
                  <a:pt x="919424" y="106753"/>
                  <a:pt x="919961" y="109997"/>
                  <a:pt x="921036" y="112198"/>
                </a:cubicBezTo>
                <a:cubicBezTo>
                  <a:pt x="921772" y="113722"/>
                  <a:pt x="923073" y="114992"/>
                  <a:pt x="924940" y="116009"/>
                </a:cubicBezTo>
                <a:cubicBezTo>
                  <a:pt x="926807" y="117023"/>
                  <a:pt x="929494" y="117531"/>
                  <a:pt x="933001" y="117531"/>
                </a:cubicBezTo>
                <a:lnTo>
                  <a:pt x="933001" y="120671"/>
                </a:lnTo>
                <a:lnTo>
                  <a:pt x="893202" y="120671"/>
                </a:lnTo>
                <a:lnTo>
                  <a:pt x="893202" y="117531"/>
                </a:lnTo>
                <a:cubicBezTo>
                  <a:pt x="897162" y="117531"/>
                  <a:pt x="900104" y="116910"/>
                  <a:pt x="902028" y="115669"/>
                </a:cubicBezTo>
                <a:cubicBezTo>
                  <a:pt x="903442" y="114766"/>
                  <a:pt x="904432" y="113326"/>
                  <a:pt x="904998" y="111349"/>
                </a:cubicBezTo>
                <a:cubicBezTo>
                  <a:pt x="905281" y="110389"/>
                  <a:pt x="905422" y="107652"/>
                  <a:pt x="905422" y="103136"/>
                </a:cubicBezTo>
                <a:lnTo>
                  <a:pt x="905422" y="73078"/>
                </a:lnTo>
                <a:cubicBezTo>
                  <a:pt x="905422" y="64045"/>
                  <a:pt x="905238" y="58669"/>
                  <a:pt x="904870" y="56949"/>
                </a:cubicBezTo>
                <a:cubicBezTo>
                  <a:pt x="904503" y="55227"/>
                  <a:pt x="903824" y="53971"/>
                  <a:pt x="902834" y="53181"/>
                </a:cubicBezTo>
                <a:cubicBezTo>
                  <a:pt x="901844" y="52390"/>
                  <a:pt x="900613" y="51995"/>
                  <a:pt x="899142" y="51995"/>
                </a:cubicBezTo>
                <a:cubicBezTo>
                  <a:pt x="897389" y="51995"/>
                  <a:pt x="895409" y="52419"/>
                  <a:pt x="893202" y="53265"/>
                </a:cubicBezTo>
                <a:lnTo>
                  <a:pt x="892354" y="50216"/>
                </a:lnTo>
                <a:lnTo>
                  <a:pt x="915860" y="40733"/>
                </a:lnTo>
                <a:lnTo>
                  <a:pt x="919424" y="40733"/>
                </a:lnTo>
                <a:close/>
                <a:moveTo>
                  <a:pt x="951363" y="149693"/>
                </a:moveTo>
                <a:lnTo>
                  <a:pt x="951363" y="145959"/>
                </a:lnTo>
                <a:cubicBezTo>
                  <a:pt x="957190" y="144028"/>
                  <a:pt x="961702" y="141033"/>
                  <a:pt x="964898" y="136972"/>
                </a:cubicBezTo>
                <a:cubicBezTo>
                  <a:pt x="968095" y="132913"/>
                  <a:pt x="969693" y="128611"/>
                  <a:pt x="969693" y="124068"/>
                </a:cubicBezTo>
                <a:cubicBezTo>
                  <a:pt x="969693" y="122991"/>
                  <a:pt x="969438" y="122085"/>
                  <a:pt x="968929" y="121350"/>
                </a:cubicBezTo>
                <a:cubicBezTo>
                  <a:pt x="968533" y="120840"/>
                  <a:pt x="968137" y="120586"/>
                  <a:pt x="967741" y="120586"/>
                </a:cubicBezTo>
                <a:cubicBezTo>
                  <a:pt x="967119" y="120586"/>
                  <a:pt x="965761" y="121152"/>
                  <a:pt x="963668" y="122283"/>
                </a:cubicBezTo>
                <a:cubicBezTo>
                  <a:pt x="962649" y="122792"/>
                  <a:pt x="961575" y="123047"/>
                  <a:pt x="960443" y="123047"/>
                </a:cubicBezTo>
                <a:cubicBezTo>
                  <a:pt x="957671" y="123047"/>
                  <a:pt x="955465" y="122226"/>
                  <a:pt x="953824" y="120586"/>
                </a:cubicBezTo>
                <a:cubicBezTo>
                  <a:pt x="952183" y="118945"/>
                  <a:pt x="951363" y="116682"/>
                  <a:pt x="951363" y="113797"/>
                </a:cubicBezTo>
                <a:cubicBezTo>
                  <a:pt x="951363" y="111025"/>
                  <a:pt x="952424" y="108649"/>
                  <a:pt x="954545" y="106669"/>
                </a:cubicBezTo>
                <a:cubicBezTo>
                  <a:pt x="956667" y="104689"/>
                  <a:pt x="959255" y="103699"/>
                  <a:pt x="962310" y="103699"/>
                </a:cubicBezTo>
                <a:cubicBezTo>
                  <a:pt x="966044" y="103699"/>
                  <a:pt x="969367" y="105329"/>
                  <a:pt x="972281" y="108589"/>
                </a:cubicBezTo>
                <a:cubicBezTo>
                  <a:pt x="975195" y="111847"/>
                  <a:pt x="976651" y="116168"/>
                  <a:pt x="976651" y="121551"/>
                </a:cubicBezTo>
                <a:cubicBezTo>
                  <a:pt x="976651" y="127390"/>
                  <a:pt x="974629" y="132818"/>
                  <a:pt x="970584" y="137834"/>
                </a:cubicBezTo>
                <a:cubicBezTo>
                  <a:pt x="966539" y="142849"/>
                  <a:pt x="960132" y="146802"/>
                  <a:pt x="951363" y="149693"/>
                </a:cubicBezTo>
                <a:close/>
                <a:moveTo>
                  <a:pt x="1057099" y="40733"/>
                </a:moveTo>
                <a:lnTo>
                  <a:pt x="1057099" y="58214"/>
                </a:lnTo>
                <a:cubicBezTo>
                  <a:pt x="1063604" y="46560"/>
                  <a:pt x="1070280" y="40733"/>
                  <a:pt x="1077125" y="40733"/>
                </a:cubicBezTo>
                <a:cubicBezTo>
                  <a:pt x="1080237" y="40733"/>
                  <a:pt x="1082811" y="41680"/>
                  <a:pt x="1084848" y="43576"/>
                </a:cubicBezTo>
                <a:cubicBezTo>
                  <a:pt x="1086884" y="45471"/>
                  <a:pt x="1087903" y="47663"/>
                  <a:pt x="1087903" y="50152"/>
                </a:cubicBezTo>
                <a:cubicBezTo>
                  <a:pt x="1087903" y="52359"/>
                  <a:pt x="1087167" y="54225"/>
                  <a:pt x="1085696" y="55753"/>
                </a:cubicBezTo>
                <a:cubicBezTo>
                  <a:pt x="1084225" y="57280"/>
                  <a:pt x="1082472" y="58044"/>
                  <a:pt x="1080435" y="58044"/>
                </a:cubicBezTo>
                <a:cubicBezTo>
                  <a:pt x="1078455" y="58044"/>
                  <a:pt x="1076234" y="57068"/>
                  <a:pt x="1073773" y="55116"/>
                </a:cubicBezTo>
                <a:cubicBezTo>
                  <a:pt x="1071313" y="53165"/>
                  <a:pt x="1069488" y="52189"/>
                  <a:pt x="1068300" y="52189"/>
                </a:cubicBezTo>
                <a:cubicBezTo>
                  <a:pt x="1067282" y="52189"/>
                  <a:pt x="1066179" y="52753"/>
                  <a:pt x="1064990" y="53881"/>
                </a:cubicBezTo>
                <a:cubicBezTo>
                  <a:pt x="1062445" y="56195"/>
                  <a:pt x="1059814" y="60004"/>
                  <a:pt x="1057099" y="65308"/>
                </a:cubicBezTo>
                <a:lnTo>
                  <a:pt x="1057099" y="102466"/>
                </a:lnTo>
                <a:cubicBezTo>
                  <a:pt x="1057099" y="106753"/>
                  <a:pt x="1057636" y="109997"/>
                  <a:pt x="1058711" y="112198"/>
                </a:cubicBezTo>
                <a:cubicBezTo>
                  <a:pt x="1059446" y="113722"/>
                  <a:pt x="1060748" y="114992"/>
                  <a:pt x="1062614" y="116009"/>
                </a:cubicBezTo>
                <a:cubicBezTo>
                  <a:pt x="1064481" y="117023"/>
                  <a:pt x="1067169" y="117531"/>
                  <a:pt x="1070676" y="117531"/>
                </a:cubicBezTo>
                <a:lnTo>
                  <a:pt x="1070676" y="120671"/>
                </a:lnTo>
                <a:lnTo>
                  <a:pt x="1030877" y="120671"/>
                </a:lnTo>
                <a:lnTo>
                  <a:pt x="1030877" y="117531"/>
                </a:lnTo>
                <a:cubicBezTo>
                  <a:pt x="1034837" y="117531"/>
                  <a:pt x="1037779" y="116910"/>
                  <a:pt x="1039702" y="115669"/>
                </a:cubicBezTo>
                <a:cubicBezTo>
                  <a:pt x="1041117" y="114766"/>
                  <a:pt x="1042107" y="113326"/>
                  <a:pt x="1042672" y="111349"/>
                </a:cubicBezTo>
                <a:cubicBezTo>
                  <a:pt x="1042955" y="110389"/>
                  <a:pt x="1043097" y="107652"/>
                  <a:pt x="1043097" y="103136"/>
                </a:cubicBezTo>
                <a:lnTo>
                  <a:pt x="1043097" y="73078"/>
                </a:lnTo>
                <a:cubicBezTo>
                  <a:pt x="1043097" y="64045"/>
                  <a:pt x="1042913" y="58669"/>
                  <a:pt x="1042545" y="56949"/>
                </a:cubicBezTo>
                <a:cubicBezTo>
                  <a:pt x="1042177" y="55227"/>
                  <a:pt x="1041498" y="53971"/>
                  <a:pt x="1040508" y="53181"/>
                </a:cubicBezTo>
                <a:cubicBezTo>
                  <a:pt x="1039518" y="52390"/>
                  <a:pt x="1038288" y="51995"/>
                  <a:pt x="1036817" y="51995"/>
                </a:cubicBezTo>
                <a:cubicBezTo>
                  <a:pt x="1035063" y="51995"/>
                  <a:pt x="1033083" y="52419"/>
                  <a:pt x="1030877" y="53265"/>
                </a:cubicBezTo>
                <a:lnTo>
                  <a:pt x="1030028" y="50216"/>
                </a:lnTo>
                <a:lnTo>
                  <a:pt x="1053534" y="40733"/>
                </a:lnTo>
                <a:lnTo>
                  <a:pt x="1057099" y="40733"/>
                </a:lnTo>
                <a:close/>
                <a:moveTo>
                  <a:pt x="1130246" y="40733"/>
                </a:moveTo>
                <a:cubicBezTo>
                  <a:pt x="1142013" y="40733"/>
                  <a:pt x="1151461" y="45198"/>
                  <a:pt x="1158589" y="54127"/>
                </a:cubicBezTo>
                <a:cubicBezTo>
                  <a:pt x="1164643" y="61756"/>
                  <a:pt x="1167669" y="70516"/>
                  <a:pt x="1167669" y="80407"/>
                </a:cubicBezTo>
                <a:cubicBezTo>
                  <a:pt x="1167669" y="87359"/>
                  <a:pt x="1166001" y="94395"/>
                  <a:pt x="1162663" y="101516"/>
                </a:cubicBezTo>
                <a:cubicBezTo>
                  <a:pt x="1159325" y="108636"/>
                  <a:pt x="1154728" y="114004"/>
                  <a:pt x="1148873" y="117621"/>
                </a:cubicBezTo>
                <a:cubicBezTo>
                  <a:pt x="1143018" y="121238"/>
                  <a:pt x="1136498" y="123047"/>
                  <a:pt x="1129313" y="123047"/>
                </a:cubicBezTo>
                <a:cubicBezTo>
                  <a:pt x="1117602" y="123047"/>
                  <a:pt x="1108296" y="118384"/>
                  <a:pt x="1101394" y="109058"/>
                </a:cubicBezTo>
                <a:cubicBezTo>
                  <a:pt x="1095567" y="101203"/>
                  <a:pt x="1092653" y="92388"/>
                  <a:pt x="1092653" y="82611"/>
                </a:cubicBezTo>
                <a:cubicBezTo>
                  <a:pt x="1092653" y="75490"/>
                  <a:pt x="1094421" y="68411"/>
                  <a:pt x="1097957" y="61375"/>
                </a:cubicBezTo>
                <a:cubicBezTo>
                  <a:pt x="1101493" y="54339"/>
                  <a:pt x="1106146" y="49139"/>
                  <a:pt x="1111917" y="45777"/>
                </a:cubicBezTo>
                <a:cubicBezTo>
                  <a:pt x="1117687" y="42414"/>
                  <a:pt x="1123797" y="40733"/>
                  <a:pt x="1130246" y="40733"/>
                </a:cubicBezTo>
                <a:moveTo>
                  <a:pt x="1127616" y="46333"/>
                </a:moveTo>
                <a:cubicBezTo>
                  <a:pt x="1124617" y="46333"/>
                  <a:pt x="1121605" y="47224"/>
                  <a:pt x="1118578" y="49004"/>
                </a:cubicBezTo>
                <a:cubicBezTo>
                  <a:pt x="1115551" y="50784"/>
                  <a:pt x="1113105" y="53906"/>
                  <a:pt x="1111238" y="58370"/>
                </a:cubicBezTo>
                <a:cubicBezTo>
                  <a:pt x="1109371" y="62834"/>
                  <a:pt x="1108437" y="68569"/>
                  <a:pt x="1108437" y="75576"/>
                </a:cubicBezTo>
                <a:cubicBezTo>
                  <a:pt x="1108437" y="86876"/>
                  <a:pt x="1110686" y="96624"/>
                  <a:pt x="1115184" y="104818"/>
                </a:cubicBezTo>
                <a:cubicBezTo>
                  <a:pt x="1119681" y="113010"/>
                  <a:pt x="1125607" y="117107"/>
                  <a:pt x="1132962" y="117107"/>
                </a:cubicBezTo>
                <a:cubicBezTo>
                  <a:pt x="1138449" y="117107"/>
                  <a:pt x="1142975" y="114846"/>
                  <a:pt x="1146539" y="110326"/>
                </a:cubicBezTo>
                <a:cubicBezTo>
                  <a:pt x="1150103" y="105805"/>
                  <a:pt x="1151885" y="98036"/>
                  <a:pt x="1151885" y="87018"/>
                </a:cubicBezTo>
                <a:cubicBezTo>
                  <a:pt x="1151885" y="73230"/>
                  <a:pt x="1148915" y="62381"/>
                  <a:pt x="1142975" y="54469"/>
                </a:cubicBezTo>
                <a:cubicBezTo>
                  <a:pt x="1138959" y="49045"/>
                  <a:pt x="1133839" y="46333"/>
                  <a:pt x="1127616" y="46333"/>
                </a:cubicBezTo>
                <a:close/>
                <a:moveTo>
                  <a:pt x="1205856" y="0"/>
                </a:moveTo>
                <a:lnTo>
                  <a:pt x="1205856" y="103030"/>
                </a:lnTo>
                <a:cubicBezTo>
                  <a:pt x="1205856" y="107892"/>
                  <a:pt x="1206210" y="111115"/>
                  <a:pt x="1206917" y="112699"/>
                </a:cubicBezTo>
                <a:cubicBezTo>
                  <a:pt x="1207624" y="114281"/>
                  <a:pt x="1208713" y="115483"/>
                  <a:pt x="1210184" y="116303"/>
                </a:cubicBezTo>
                <a:cubicBezTo>
                  <a:pt x="1211655" y="117122"/>
                  <a:pt x="1214399" y="117531"/>
                  <a:pt x="1218416" y="117531"/>
                </a:cubicBezTo>
                <a:lnTo>
                  <a:pt x="1218416" y="120671"/>
                </a:lnTo>
                <a:lnTo>
                  <a:pt x="1180314" y="120671"/>
                </a:lnTo>
                <a:lnTo>
                  <a:pt x="1180314" y="117531"/>
                </a:lnTo>
                <a:cubicBezTo>
                  <a:pt x="1183878" y="117531"/>
                  <a:pt x="1186310" y="117164"/>
                  <a:pt x="1187612" y="116430"/>
                </a:cubicBezTo>
                <a:cubicBezTo>
                  <a:pt x="1188913" y="115695"/>
                  <a:pt x="1189931" y="114479"/>
                  <a:pt x="1190667" y="112784"/>
                </a:cubicBezTo>
                <a:cubicBezTo>
                  <a:pt x="1191402" y="111087"/>
                  <a:pt x="1191770" y="107836"/>
                  <a:pt x="1191770" y="103030"/>
                </a:cubicBezTo>
                <a:lnTo>
                  <a:pt x="1191770" y="32477"/>
                </a:lnTo>
                <a:cubicBezTo>
                  <a:pt x="1191770" y="23716"/>
                  <a:pt x="1191572" y="18331"/>
                  <a:pt x="1191176" y="16325"/>
                </a:cubicBezTo>
                <a:cubicBezTo>
                  <a:pt x="1190780" y="14317"/>
                  <a:pt x="1190143" y="12946"/>
                  <a:pt x="1189266" y="12212"/>
                </a:cubicBezTo>
                <a:cubicBezTo>
                  <a:pt x="1188389" y="11476"/>
                  <a:pt x="1187272" y="11109"/>
                  <a:pt x="1185914" y="11109"/>
                </a:cubicBezTo>
                <a:cubicBezTo>
                  <a:pt x="1184444" y="11109"/>
                  <a:pt x="1182577" y="11561"/>
                  <a:pt x="1180314" y="12466"/>
                </a:cubicBezTo>
                <a:lnTo>
                  <a:pt x="1178871" y="9496"/>
                </a:lnTo>
                <a:lnTo>
                  <a:pt x="1202038" y="0"/>
                </a:lnTo>
                <a:lnTo>
                  <a:pt x="1205856" y="0"/>
                </a:lnTo>
                <a:close/>
                <a:moveTo>
                  <a:pt x="1240509" y="72301"/>
                </a:moveTo>
                <a:cubicBezTo>
                  <a:pt x="1240452" y="83815"/>
                  <a:pt x="1243252" y="92846"/>
                  <a:pt x="1248910" y="99395"/>
                </a:cubicBezTo>
                <a:cubicBezTo>
                  <a:pt x="1254567" y="105941"/>
                  <a:pt x="1261214" y="109215"/>
                  <a:pt x="1268852" y="109215"/>
                </a:cubicBezTo>
                <a:cubicBezTo>
                  <a:pt x="1273943" y="109215"/>
                  <a:pt x="1278370" y="107814"/>
                  <a:pt x="1282132" y="105014"/>
                </a:cubicBezTo>
                <a:cubicBezTo>
                  <a:pt x="1285894" y="102214"/>
                  <a:pt x="1289048" y="97419"/>
                  <a:pt x="1291594" y="90630"/>
                </a:cubicBezTo>
                <a:lnTo>
                  <a:pt x="1294225" y="92327"/>
                </a:lnTo>
                <a:cubicBezTo>
                  <a:pt x="1293037" y="100078"/>
                  <a:pt x="1289586" y="107136"/>
                  <a:pt x="1283872" y="113500"/>
                </a:cubicBezTo>
                <a:cubicBezTo>
                  <a:pt x="1278158" y="119864"/>
                  <a:pt x="1271002" y="123047"/>
                  <a:pt x="1262402" y="123047"/>
                </a:cubicBezTo>
                <a:cubicBezTo>
                  <a:pt x="1253068" y="123047"/>
                  <a:pt x="1245077" y="119420"/>
                  <a:pt x="1238430" y="112166"/>
                </a:cubicBezTo>
                <a:cubicBezTo>
                  <a:pt x="1231782" y="104911"/>
                  <a:pt x="1228459" y="95157"/>
                  <a:pt x="1228459" y="82905"/>
                </a:cubicBezTo>
                <a:cubicBezTo>
                  <a:pt x="1228459" y="69639"/>
                  <a:pt x="1231867" y="59294"/>
                  <a:pt x="1238684" y="51871"/>
                </a:cubicBezTo>
                <a:cubicBezTo>
                  <a:pt x="1245501" y="44445"/>
                  <a:pt x="1254058" y="40733"/>
                  <a:pt x="1264354" y="40733"/>
                </a:cubicBezTo>
                <a:cubicBezTo>
                  <a:pt x="1273067" y="40733"/>
                  <a:pt x="1280223" y="43597"/>
                  <a:pt x="1285824" y="49325"/>
                </a:cubicBezTo>
                <a:cubicBezTo>
                  <a:pt x="1291425" y="55051"/>
                  <a:pt x="1294225" y="62710"/>
                  <a:pt x="1294225" y="72301"/>
                </a:cubicBezTo>
                <a:lnTo>
                  <a:pt x="1240509" y="72301"/>
                </a:lnTo>
                <a:moveTo>
                  <a:pt x="1240509" y="67379"/>
                </a:moveTo>
                <a:lnTo>
                  <a:pt x="1276489" y="67379"/>
                </a:lnTo>
                <a:cubicBezTo>
                  <a:pt x="1276206" y="62400"/>
                  <a:pt x="1275612" y="58893"/>
                  <a:pt x="1274707" y="56856"/>
                </a:cubicBezTo>
                <a:cubicBezTo>
                  <a:pt x="1273293" y="53688"/>
                  <a:pt x="1271185" y="51199"/>
                  <a:pt x="1268385" y="49388"/>
                </a:cubicBezTo>
                <a:cubicBezTo>
                  <a:pt x="1265585" y="47578"/>
                  <a:pt x="1262657" y="46673"/>
                  <a:pt x="1259602" y="46673"/>
                </a:cubicBezTo>
                <a:cubicBezTo>
                  <a:pt x="1254907" y="46673"/>
                  <a:pt x="1250706" y="48497"/>
                  <a:pt x="1247000" y="52146"/>
                </a:cubicBezTo>
                <a:cubicBezTo>
                  <a:pt x="1243295" y="55795"/>
                  <a:pt x="1241131" y="60873"/>
                  <a:pt x="1240509" y="67379"/>
                </a:cubicBezTo>
                <a:close/>
                <a:moveTo>
                  <a:pt x="1308508" y="149693"/>
                </a:moveTo>
                <a:lnTo>
                  <a:pt x="1308508" y="145959"/>
                </a:lnTo>
                <a:cubicBezTo>
                  <a:pt x="1314335" y="144028"/>
                  <a:pt x="1318847" y="141033"/>
                  <a:pt x="1322043" y="136972"/>
                </a:cubicBezTo>
                <a:cubicBezTo>
                  <a:pt x="1325239" y="132913"/>
                  <a:pt x="1326838" y="128611"/>
                  <a:pt x="1326838" y="124068"/>
                </a:cubicBezTo>
                <a:cubicBezTo>
                  <a:pt x="1326838" y="122991"/>
                  <a:pt x="1326583" y="122085"/>
                  <a:pt x="1326074" y="121350"/>
                </a:cubicBezTo>
                <a:cubicBezTo>
                  <a:pt x="1325678" y="120840"/>
                  <a:pt x="1325282" y="120586"/>
                  <a:pt x="1324886" y="120586"/>
                </a:cubicBezTo>
                <a:cubicBezTo>
                  <a:pt x="1324264" y="120586"/>
                  <a:pt x="1322906" y="121152"/>
                  <a:pt x="1320813" y="122283"/>
                </a:cubicBezTo>
                <a:cubicBezTo>
                  <a:pt x="1319794" y="122792"/>
                  <a:pt x="1318719" y="123047"/>
                  <a:pt x="1317588" y="123047"/>
                </a:cubicBezTo>
                <a:cubicBezTo>
                  <a:pt x="1314816" y="123047"/>
                  <a:pt x="1312610" y="122226"/>
                  <a:pt x="1310969" y="120586"/>
                </a:cubicBezTo>
                <a:cubicBezTo>
                  <a:pt x="1309328" y="118945"/>
                  <a:pt x="1308508" y="116682"/>
                  <a:pt x="1308508" y="113797"/>
                </a:cubicBezTo>
                <a:cubicBezTo>
                  <a:pt x="1308508" y="111025"/>
                  <a:pt x="1309569" y="108649"/>
                  <a:pt x="1311690" y="106669"/>
                </a:cubicBezTo>
                <a:cubicBezTo>
                  <a:pt x="1313812" y="104689"/>
                  <a:pt x="1316400" y="103699"/>
                  <a:pt x="1319455" y="103699"/>
                </a:cubicBezTo>
                <a:cubicBezTo>
                  <a:pt x="1323189" y="103699"/>
                  <a:pt x="1326512" y="105329"/>
                  <a:pt x="1329426" y="108589"/>
                </a:cubicBezTo>
                <a:cubicBezTo>
                  <a:pt x="1332339" y="111847"/>
                  <a:pt x="1333796" y="116168"/>
                  <a:pt x="1333796" y="121551"/>
                </a:cubicBezTo>
                <a:cubicBezTo>
                  <a:pt x="1333796" y="127390"/>
                  <a:pt x="1331774" y="132818"/>
                  <a:pt x="1327729" y="137834"/>
                </a:cubicBezTo>
                <a:cubicBezTo>
                  <a:pt x="1323684" y="142849"/>
                  <a:pt x="1317277" y="146802"/>
                  <a:pt x="1308508" y="149693"/>
                </a:cubicBezTo>
                <a:close/>
                <a:moveTo>
                  <a:pt x="1429518" y="40733"/>
                </a:moveTo>
                <a:cubicBezTo>
                  <a:pt x="1441285" y="40733"/>
                  <a:pt x="1450733" y="45198"/>
                  <a:pt x="1457861" y="54127"/>
                </a:cubicBezTo>
                <a:cubicBezTo>
                  <a:pt x="1463914" y="61756"/>
                  <a:pt x="1466941" y="70516"/>
                  <a:pt x="1466941" y="80407"/>
                </a:cubicBezTo>
                <a:cubicBezTo>
                  <a:pt x="1466941" y="87359"/>
                  <a:pt x="1465272" y="94395"/>
                  <a:pt x="1461934" y="101516"/>
                </a:cubicBezTo>
                <a:cubicBezTo>
                  <a:pt x="1458596" y="108636"/>
                  <a:pt x="1454000" y="114004"/>
                  <a:pt x="1448144" y="117621"/>
                </a:cubicBezTo>
                <a:cubicBezTo>
                  <a:pt x="1442289" y="121238"/>
                  <a:pt x="1435769" y="123047"/>
                  <a:pt x="1428584" y="123047"/>
                </a:cubicBezTo>
                <a:cubicBezTo>
                  <a:pt x="1416874" y="123047"/>
                  <a:pt x="1407567" y="118384"/>
                  <a:pt x="1400665" y="109058"/>
                </a:cubicBezTo>
                <a:cubicBezTo>
                  <a:pt x="1394838" y="101203"/>
                  <a:pt x="1391925" y="92388"/>
                  <a:pt x="1391925" y="82611"/>
                </a:cubicBezTo>
                <a:cubicBezTo>
                  <a:pt x="1391925" y="75490"/>
                  <a:pt x="1393693" y="68411"/>
                  <a:pt x="1397228" y="61375"/>
                </a:cubicBezTo>
                <a:cubicBezTo>
                  <a:pt x="1400764" y="54339"/>
                  <a:pt x="1405417" y="49139"/>
                  <a:pt x="1411188" y="45777"/>
                </a:cubicBezTo>
                <a:cubicBezTo>
                  <a:pt x="1416958" y="42414"/>
                  <a:pt x="1423068" y="40733"/>
                  <a:pt x="1429518" y="40733"/>
                </a:cubicBezTo>
                <a:moveTo>
                  <a:pt x="1426887" y="46333"/>
                </a:moveTo>
                <a:cubicBezTo>
                  <a:pt x="1423889" y="46333"/>
                  <a:pt x="1420876" y="47224"/>
                  <a:pt x="1417849" y="49004"/>
                </a:cubicBezTo>
                <a:cubicBezTo>
                  <a:pt x="1414823" y="50784"/>
                  <a:pt x="1412376" y="53906"/>
                  <a:pt x="1410509" y="58370"/>
                </a:cubicBezTo>
                <a:cubicBezTo>
                  <a:pt x="1408642" y="62834"/>
                  <a:pt x="1407709" y="68569"/>
                  <a:pt x="1407709" y="75576"/>
                </a:cubicBezTo>
                <a:cubicBezTo>
                  <a:pt x="1407709" y="86876"/>
                  <a:pt x="1409957" y="96624"/>
                  <a:pt x="1414455" y="104818"/>
                </a:cubicBezTo>
                <a:cubicBezTo>
                  <a:pt x="1418953" y="113010"/>
                  <a:pt x="1424879" y="117107"/>
                  <a:pt x="1432233" y="117107"/>
                </a:cubicBezTo>
                <a:cubicBezTo>
                  <a:pt x="1437721" y="117107"/>
                  <a:pt x="1442247" y="114846"/>
                  <a:pt x="1445811" y="110326"/>
                </a:cubicBezTo>
                <a:cubicBezTo>
                  <a:pt x="1449375" y="105805"/>
                  <a:pt x="1451157" y="98036"/>
                  <a:pt x="1451157" y="87018"/>
                </a:cubicBezTo>
                <a:cubicBezTo>
                  <a:pt x="1451157" y="73230"/>
                  <a:pt x="1448187" y="62381"/>
                  <a:pt x="1442247" y="54469"/>
                </a:cubicBezTo>
                <a:cubicBezTo>
                  <a:pt x="1438230" y="49045"/>
                  <a:pt x="1433110" y="46333"/>
                  <a:pt x="1426887" y="46333"/>
                </a:cubicBezTo>
                <a:close/>
                <a:moveTo>
                  <a:pt x="1501139" y="40733"/>
                </a:moveTo>
                <a:lnTo>
                  <a:pt x="1501139" y="58214"/>
                </a:lnTo>
                <a:cubicBezTo>
                  <a:pt x="1507645" y="46560"/>
                  <a:pt x="1514321" y="40733"/>
                  <a:pt x="1521166" y="40733"/>
                </a:cubicBezTo>
                <a:cubicBezTo>
                  <a:pt x="1524278" y="40733"/>
                  <a:pt x="1526852" y="41680"/>
                  <a:pt x="1528889" y="43576"/>
                </a:cubicBezTo>
                <a:cubicBezTo>
                  <a:pt x="1530925" y="45471"/>
                  <a:pt x="1531944" y="47663"/>
                  <a:pt x="1531944" y="50152"/>
                </a:cubicBezTo>
                <a:cubicBezTo>
                  <a:pt x="1531944" y="52359"/>
                  <a:pt x="1531208" y="54225"/>
                  <a:pt x="1529737" y="55753"/>
                </a:cubicBezTo>
                <a:cubicBezTo>
                  <a:pt x="1528266" y="57280"/>
                  <a:pt x="1526513" y="58044"/>
                  <a:pt x="1524476" y="58044"/>
                </a:cubicBezTo>
                <a:cubicBezTo>
                  <a:pt x="1522496" y="58044"/>
                  <a:pt x="1520275" y="57068"/>
                  <a:pt x="1517814" y="55116"/>
                </a:cubicBezTo>
                <a:cubicBezTo>
                  <a:pt x="1515353" y="53165"/>
                  <a:pt x="1513529" y="52189"/>
                  <a:pt x="1512341" y="52189"/>
                </a:cubicBezTo>
                <a:cubicBezTo>
                  <a:pt x="1511323" y="52189"/>
                  <a:pt x="1510219" y="52753"/>
                  <a:pt x="1509031" y="53881"/>
                </a:cubicBezTo>
                <a:cubicBezTo>
                  <a:pt x="1506486" y="56195"/>
                  <a:pt x="1503855" y="60004"/>
                  <a:pt x="1501139" y="65308"/>
                </a:cubicBezTo>
                <a:lnTo>
                  <a:pt x="1501139" y="102466"/>
                </a:lnTo>
                <a:cubicBezTo>
                  <a:pt x="1501139" y="106753"/>
                  <a:pt x="1501677" y="109997"/>
                  <a:pt x="1502752" y="112198"/>
                </a:cubicBezTo>
                <a:cubicBezTo>
                  <a:pt x="1503487" y="113722"/>
                  <a:pt x="1504788" y="114992"/>
                  <a:pt x="1506655" y="116009"/>
                </a:cubicBezTo>
                <a:cubicBezTo>
                  <a:pt x="1508522" y="117023"/>
                  <a:pt x="1511209" y="117531"/>
                  <a:pt x="1514717" y="117531"/>
                </a:cubicBezTo>
                <a:lnTo>
                  <a:pt x="1514717" y="120671"/>
                </a:lnTo>
                <a:lnTo>
                  <a:pt x="1474918" y="120671"/>
                </a:lnTo>
                <a:lnTo>
                  <a:pt x="1474918" y="117531"/>
                </a:lnTo>
                <a:cubicBezTo>
                  <a:pt x="1478878" y="117531"/>
                  <a:pt x="1481820" y="116910"/>
                  <a:pt x="1483743" y="115669"/>
                </a:cubicBezTo>
                <a:cubicBezTo>
                  <a:pt x="1485158" y="114766"/>
                  <a:pt x="1486148" y="113326"/>
                  <a:pt x="1486713" y="111349"/>
                </a:cubicBezTo>
                <a:cubicBezTo>
                  <a:pt x="1486996" y="110389"/>
                  <a:pt x="1487138" y="107652"/>
                  <a:pt x="1487138" y="103136"/>
                </a:cubicBezTo>
                <a:lnTo>
                  <a:pt x="1487138" y="73078"/>
                </a:lnTo>
                <a:cubicBezTo>
                  <a:pt x="1487138" y="64045"/>
                  <a:pt x="1486954" y="58669"/>
                  <a:pt x="1486586" y="56949"/>
                </a:cubicBezTo>
                <a:cubicBezTo>
                  <a:pt x="1486218" y="55227"/>
                  <a:pt x="1485539" y="53971"/>
                  <a:pt x="1484549" y="53181"/>
                </a:cubicBezTo>
                <a:cubicBezTo>
                  <a:pt x="1483559" y="52390"/>
                  <a:pt x="1482329" y="51995"/>
                  <a:pt x="1480858" y="51995"/>
                </a:cubicBezTo>
                <a:cubicBezTo>
                  <a:pt x="1479104" y="51995"/>
                  <a:pt x="1477124" y="52419"/>
                  <a:pt x="1474918" y="53265"/>
                </a:cubicBezTo>
                <a:lnTo>
                  <a:pt x="1474069" y="50216"/>
                </a:lnTo>
                <a:lnTo>
                  <a:pt x="1497575" y="40733"/>
                </a:lnTo>
                <a:lnTo>
                  <a:pt x="1501139" y="4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f">
            <a:extLst xmlns:a="http://schemas.openxmlformats.org/drawingml/2006/main">
              <a:ext uri="{FF2B5EF4-FFF2-40B4-BE49-F238E27FC236}">
                <a16:creationId xmlns:a16="http://schemas.microsoft.com/office/drawing/2014/main" id="{7EDB0E47-7289-4329-82AF-C3131D7D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9822" y="751499"/>
            <a:ext cx="68821" cy="120671"/>
          </a:xfrm>
          <a:custGeom xmlns:a="http://schemas.openxmlformats.org/drawingml/2006/main">
            <a:pathLst>
              <a:path w="68821" h="120671">
                <a:moveTo>
                  <a:pt x="29107" y="48879"/>
                </a:moveTo>
                <a:lnTo>
                  <a:pt x="29107" y="100029"/>
                </a:lnTo>
                <a:cubicBezTo>
                  <a:pt x="29107" y="107279"/>
                  <a:pt x="29899" y="111866"/>
                  <a:pt x="31483" y="113792"/>
                </a:cubicBezTo>
                <a:cubicBezTo>
                  <a:pt x="33576" y="116284"/>
                  <a:pt x="36377" y="117531"/>
                  <a:pt x="39884" y="117531"/>
                </a:cubicBezTo>
                <a:lnTo>
                  <a:pt x="46927" y="117531"/>
                </a:lnTo>
                <a:lnTo>
                  <a:pt x="46927" y="120671"/>
                </a:lnTo>
                <a:lnTo>
                  <a:pt x="509" y="120671"/>
                </a:lnTo>
                <a:lnTo>
                  <a:pt x="509" y="117531"/>
                </a:lnTo>
                <a:lnTo>
                  <a:pt x="3988" y="117531"/>
                </a:lnTo>
                <a:cubicBezTo>
                  <a:pt x="6251" y="117531"/>
                  <a:pt x="8316" y="116964"/>
                  <a:pt x="10183" y="115831"/>
                </a:cubicBezTo>
                <a:cubicBezTo>
                  <a:pt x="12050" y="114698"/>
                  <a:pt x="13337" y="113169"/>
                  <a:pt x="14044" y="111243"/>
                </a:cubicBezTo>
                <a:cubicBezTo>
                  <a:pt x="14751" y="109318"/>
                  <a:pt x="15105" y="105580"/>
                  <a:pt x="15105" y="100029"/>
                </a:cubicBezTo>
                <a:lnTo>
                  <a:pt x="15105" y="48879"/>
                </a:lnTo>
                <a:lnTo>
                  <a:pt x="0" y="48879"/>
                </a:lnTo>
                <a:lnTo>
                  <a:pt x="0" y="42939"/>
                </a:lnTo>
                <a:lnTo>
                  <a:pt x="15105" y="42939"/>
                </a:lnTo>
                <a:lnTo>
                  <a:pt x="15105" y="37826"/>
                </a:lnTo>
                <a:cubicBezTo>
                  <a:pt x="15105" y="30046"/>
                  <a:pt x="16350" y="23458"/>
                  <a:pt x="18839" y="18062"/>
                </a:cubicBezTo>
                <a:cubicBezTo>
                  <a:pt x="21328" y="12666"/>
                  <a:pt x="25133" y="8307"/>
                  <a:pt x="30253" y="4986"/>
                </a:cubicBezTo>
                <a:cubicBezTo>
                  <a:pt x="35372" y="1662"/>
                  <a:pt x="41129" y="0"/>
                  <a:pt x="47521" y="0"/>
                </a:cubicBezTo>
                <a:cubicBezTo>
                  <a:pt x="53462" y="0"/>
                  <a:pt x="58921" y="1923"/>
                  <a:pt x="63899" y="5770"/>
                </a:cubicBezTo>
                <a:cubicBezTo>
                  <a:pt x="67181" y="8316"/>
                  <a:pt x="68821" y="11173"/>
                  <a:pt x="68821" y="14341"/>
                </a:cubicBezTo>
                <a:cubicBezTo>
                  <a:pt x="68821" y="16039"/>
                  <a:pt x="68086" y="17637"/>
                  <a:pt x="66615" y="19136"/>
                </a:cubicBezTo>
                <a:cubicBezTo>
                  <a:pt x="65144" y="20635"/>
                  <a:pt x="63560" y="21385"/>
                  <a:pt x="61863" y="21385"/>
                </a:cubicBezTo>
                <a:cubicBezTo>
                  <a:pt x="60562" y="21385"/>
                  <a:pt x="59190" y="20913"/>
                  <a:pt x="57747" y="19969"/>
                </a:cubicBezTo>
                <a:cubicBezTo>
                  <a:pt x="56304" y="19025"/>
                  <a:pt x="54537" y="16994"/>
                  <a:pt x="52443" y="13877"/>
                </a:cubicBezTo>
                <a:cubicBezTo>
                  <a:pt x="50350" y="10760"/>
                  <a:pt x="48427" y="8658"/>
                  <a:pt x="46673" y="7571"/>
                </a:cubicBezTo>
                <a:cubicBezTo>
                  <a:pt x="44919" y="6484"/>
                  <a:pt x="42967" y="5940"/>
                  <a:pt x="40818" y="5940"/>
                </a:cubicBezTo>
                <a:cubicBezTo>
                  <a:pt x="38215" y="5940"/>
                  <a:pt x="36009" y="6640"/>
                  <a:pt x="34199" y="8040"/>
                </a:cubicBezTo>
                <a:cubicBezTo>
                  <a:pt x="32388" y="9439"/>
                  <a:pt x="31087" y="11608"/>
                  <a:pt x="30295" y="14548"/>
                </a:cubicBezTo>
                <a:cubicBezTo>
                  <a:pt x="29503" y="17488"/>
                  <a:pt x="29107" y="25067"/>
                  <a:pt x="29107" y="37285"/>
                </a:cubicBezTo>
                <a:lnTo>
                  <a:pt x="29107" y="42939"/>
                </a:lnTo>
                <a:lnTo>
                  <a:pt x="49134" y="42939"/>
                </a:lnTo>
                <a:lnTo>
                  <a:pt x="49134" y="48879"/>
                </a:lnTo>
                <a:lnTo>
                  <a:pt x="29107" y="48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unctionalityofcode,">
            <a:extLst xmlns:a="http://schemas.openxmlformats.org/drawingml/2006/main">
              <a:ext uri="{FF2B5EF4-FFF2-40B4-BE49-F238E27FC236}">
                <a16:creationId xmlns:a16="http://schemas.microsoft.com/office/drawing/2014/main" id="{90FA96DC-74E6-4279-A354-0E754325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1161" y="751499"/>
            <a:ext cx="1424623" cy="158179"/>
          </a:xfrm>
          <a:custGeom xmlns:a="http://schemas.openxmlformats.org/drawingml/2006/main">
            <a:pathLst>
              <a:path w="1424623" h="158179">
                <a:moveTo>
                  <a:pt x="73404" y="42939"/>
                </a:moveTo>
                <a:lnTo>
                  <a:pt x="73404" y="90036"/>
                </a:lnTo>
                <a:cubicBezTo>
                  <a:pt x="73404" y="99031"/>
                  <a:pt x="73616" y="104533"/>
                  <a:pt x="74040" y="106541"/>
                </a:cubicBezTo>
                <a:cubicBezTo>
                  <a:pt x="74464" y="108550"/>
                  <a:pt x="75143" y="109950"/>
                  <a:pt x="76077" y="110742"/>
                </a:cubicBezTo>
                <a:cubicBezTo>
                  <a:pt x="77010" y="111534"/>
                  <a:pt x="78099" y="111930"/>
                  <a:pt x="79344" y="111930"/>
                </a:cubicBezTo>
                <a:cubicBezTo>
                  <a:pt x="81098" y="111930"/>
                  <a:pt x="83078" y="111449"/>
                  <a:pt x="85284" y="110487"/>
                </a:cubicBezTo>
                <a:lnTo>
                  <a:pt x="86472" y="113458"/>
                </a:lnTo>
                <a:lnTo>
                  <a:pt x="63221" y="123047"/>
                </a:lnTo>
                <a:lnTo>
                  <a:pt x="59402" y="123047"/>
                </a:lnTo>
                <a:lnTo>
                  <a:pt x="59402" y="106584"/>
                </a:lnTo>
                <a:cubicBezTo>
                  <a:pt x="52726" y="113825"/>
                  <a:pt x="47635" y="118379"/>
                  <a:pt x="44127" y="120246"/>
                </a:cubicBezTo>
                <a:cubicBezTo>
                  <a:pt x="40620" y="122113"/>
                  <a:pt x="36914" y="123047"/>
                  <a:pt x="33010" y="123047"/>
                </a:cubicBezTo>
                <a:cubicBezTo>
                  <a:pt x="28654" y="123047"/>
                  <a:pt x="24878" y="121788"/>
                  <a:pt x="21682" y="119270"/>
                </a:cubicBezTo>
                <a:cubicBezTo>
                  <a:pt x="18485" y="116753"/>
                  <a:pt x="16265" y="113514"/>
                  <a:pt x="15020" y="109554"/>
                </a:cubicBezTo>
                <a:cubicBezTo>
                  <a:pt x="13776" y="105594"/>
                  <a:pt x="13153" y="99993"/>
                  <a:pt x="13153" y="92752"/>
                </a:cubicBezTo>
                <a:lnTo>
                  <a:pt x="13153" y="58044"/>
                </a:lnTo>
                <a:cubicBezTo>
                  <a:pt x="13153" y="54367"/>
                  <a:pt x="12757" y="51821"/>
                  <a:pt x="11965" y="50407"/>
                </a:cubicBezTo>
                <a:cubicBezTo>
                  <a:pt x="11173" y="48992"/>
                  <a:pt x="9999" y="47903"/>
                  <a:pt x="8444" y="47140"/>
                </a:cubicBezTo>
                <a:cubicBezTo>
                  <a:pt x="6888" y="46376"/>
                  <a:pt x="4073" y="46022"/>
                  <a:pt x="0" y="46079"/>
                </a:cubicBezTo>
                <a:lnTo>
                  <a:pt x="0" y="42939"/>
                </a:lnTo>
                <a:lnTo>
                  <a:pt x="27240" y="42939"/>
                </a:lnTo>
                <a:lnTo>
                  <a:pt x="27240" y="94831"/>
                </a:lnTo>
                <a:cubicBezTo>
                  <a:pt x="27240" y="102055"/>
                  <a:pt x="28499" y="106795"/>
                  <a:pt x="31016" y="109053"/>
                </a:cubicBezTo>
                <a:cubicBezTo>
                  <a:pt x="33534" y="111310"/>
                  <a:pt x="36575" y="112439"/>
                  <a:pt x="40139" y="112439"/>
                </a:cubicBezTo>
                <a:cubicBezTo>
                  <a:pt x="42571" y="112439"/>
                  <a:pt x="45329" y="111677"/>
                  <a:pt x="48413" y="110153"/>
                </a:cubicBezTo>
                <a:cubicBezTo>
                  <a:pt x="51496" y="108629"/>
                  <a:pt x="55159" y="105724"/>
                  <a:pt x="59402" y="101437"/>
                </a:cubicBezTo>
                <a:lnTo>
                  <a:pt x="59402" y="57506"/>
                </a:lnTo>
                <a:cubicBezTo>
                  <a:pt x="59402" y="53104"/>
                  <a:pt x="58596" y="50127"/>
                  <a:pt x="56983" y="48577"/>
                </a:cubicBezTo>
                <a:cubicBezTo>
                  <a:pt x="55371" y="47025"/>
                  <a:pt x="52019" y="46192"/>
                  <a:pt x="46927" y="46079"/>
                </a:cubicBezTo>
                <a:lnTo>
                  <a:pt x="46927" y="42939"/>
                </a:lnTo>
                <a:lnTo>
                  <a:pt x="73404" y="42939"/>
                </a:lnTo>
                <a:close/>
                <a:moveTo>
                  <a:pt x="114815" y="57196"/>
                </a:moveTo>
                <a:cubicBezTo>
                  <a:pt x="123924" y="46220"/>
                  <a:pt x="132608" y="40733"/>
                  <a:pt x="140867" y="40733"/>
                </a:cubicBezTo>
                <a:cubicBezTo>
                  <a:pt x="145110" y="40733"/>
                  <a:pt x="148759" y="41792"/>
                  <a:pt x="151814" y="43910"/>
                </a:cubicBezTo>
                <a:cubicBezTo>
                  <a:pt x="154869" y="46026"/>
                  <a:pt x="157302" y="49511"/>
                  <a:pt x="159112" y="54366"/>
                </a:cubicBezTo>
                <a:cubicBezTo>
                  <a:pt x="160357" y="57752"/>
                  <a:pt x="160979" y="62945"/>
                  <a:pt x="160979" y="69946"/>
                </a:cubicBezTo>
                <a:lnTo>
                  <a:pt x="160979" y="103052"/>
                </a:lnTo>
                <a:cubicBezTo>
                  <a:pt x="160979" y="107963"/>
                  <a:pt x="161375" y="111294"/>
                  <a:pt x="162167" y="113044"/>
                </a:cubicBezTo>
                <a:cubicBezTo>
                  <a:pt x="162790" y="114455"/>
                  <a:pt x="163794" y="115555"/>
                  <a:pt x="165180" y="116345"/>
                </a:cubicBezTo>
                <a:cubicBezTo>
                  <a:pt x="166566" y="117136"/>
                  <a:pt x="169126" y="117531"/>
                  <a:pt x="172860" y="117531"/>
                </a:cubicBezTo>
                <a:lnTo>
                  <a:pt x="172860" y="120671"/>
                </a:lnTo>
                <a:lnTo>
                  <a:pt x="134418" y="120671"/>
                </a:lnTo>
                <a:lnTo>
                  <a:pt x="134418" y="117531"/>
                </a:lnTo>
                <a:lnTo>
                  <a:pt x="136030" y="117531"/>
                </a:lnTo>
                <a:cubicBezTo>
                  <a:pt x="139651" y="117531"/>
                  <a:pt x="142183" y="116982"/>
                  <a:pt x="143625" y="115884"/>
                </a:cubicBezTo>
                <a:cubicBezTo>
                  <a:pt x="145068" y="114786"/>
                  <a:pt x="146072" y="113169"/>
                  <a:pt x="146638" y="111031"/>
                </a:cubicBezTo>
                <a:cubicBezTo>
                  <a:pt x="146864" y="110186"/>
                  <a:pt x="146977" y="107540"/>
                  <a:pt x="146977" y="103094"/>
                </a:cubicBezTo>
                <a:lnTo>
                  <a:pt x="146977" y="71433"/>
                </a:lnTo>
                <a:cubicBezTo>
                  <a:pt x="146977" y="64399"/>
                  <a:pt x="146058" y="59291"/>
                  <a:pt x="144219" y="56111"/>
                </a:cubicBezTo>
                <a:cubicBezTo>
                  <a:pt x="142381" y="52930"/>
                  <a:pt x="139283" y="51340"/>
                  <a:pt x="134927" y="51340"/>
                </a:cubicBezTo>
                <a:cubicBezTo>
                  <a:pt x="128195" y="51340"/>
                  <a:pt x="121491" y="54999"/>
                  <a:pt x="114815" y="62316"/>
                </a:cubicBezTo>
                <a:lnTo>
                  <a:pt x="114815" y="103094"/>
                </a:lnTo>
                <a:cubicBezTo>
                  <a:pt x="114815" y="108329"/>
                  <a:pt x="115127" y="111565"/>
                  <a:pt x="115749" y="112803"/>
                </a:cubicBezTo>
                <a:cubicBezTo>
                  <a:pt x="116541" y="114434"/>
                  <a:pt x="117630" y="115630"/>
                  <a:pt x="119016" y="116391"/>
                </a:cubicBezTo>
                <a:cubicBezTo>
                  <a:pt x="120402" y="117151"/>
                  <a:pt x="123217" y="117531"/>
                  <a:pt x="127460" y="117531"/>
                </a:cubicBezTo>
                <a:lnTo>
                  <a:pt x="127460" y="120671"/>
                </a:lnTo>
                <a:lnTo>
                  <a:pt x="89018" y="120671"/>
                </a:lnTo>
                <a:lnTo>
                  <a:pt x="89018" y="117531"/>
                </a:lnTo>
                <a:lnTo>
                  <a:pt x="90715" y="117531"/>
                </a:lnTo>
                <a:cubicBezTo>
                  <a:pt x="94675" y="117531"/>
                  <a:pt x="97348" y="116529"/>
                  <a:pt x="98735" y="114526"/>
                </a:cubicBezTo>
                <a:cubicBezTo>
                  <a:pt x="100121" y="112521"/>
                  <a:pt x="100814" y="108697"/>
                  <a:pt x="100814" y="103052"/>
                </a:cubicBezTo>
                <a:lnTo>
                  <a:pt x="100814" y="74263"/>
                </a:lnTo>
                <a:cubicBezTo>
                  <a:pt x="100814" y="64950"/>
                  <a:pt x="100601" y="59277"/>
                  <a:pt x="100177" y="57246"/>
                </a:cubicBezTo>
                <a:cubicBezTo>
                  <a:pt x="99753" y="55213"/>
                  <a:pt x="99102" y="53829"/>
                  <a:pt x="98225" y="53096"/>
                </a:cubicBezTo>
                <a:cubicBezTo>
                  <a:pt x="97348" y="52362"/>
                  <a:pt x="96175" y="51995"/>
                  <a:pt x="94704" y="51995"/>
                </a:cubicBezTo>
                <a:cubicBezTo>
                  <a:pt x="93120" y="51995"/>
                  <a:pt x="91224" y="52419"/>
                  <a:pt x="89018" y="53265"/>
                </a:cubicBezTo>
                <a:lnTo>
                  <a:pt x="87745" y="50216"/>
                </a:lnTo>
                <a:lnTo>
                  <a:pt x="111166" y="40733"/>
                </a:lnTo>
                <a:lnTo>
                  <a:pt x="114815" y="40733"/>
                </a:lnTo>
                <a:lnTo>
                  <a:pt x="114815" y="57196"/>
                </a:lnTo>
                <a:close/>
                <a:moveTo>
                  <a:pt x="245075" y="91139"/>
                </a:moveTo>
                <a:cubicBezTo>
                  <a:pt x="242982" y="101379"/>
                  <a:pt x="238881" y="109257"/>
                  <a:pt x="232771" y="114773"/>
                </a:cubicBezTo>
                <a:cubicBezTo>
                  <a:pt x="226661" y="120289"/>
                  <a:pt x="219900" y="123047"/>
                  <a:pt x="212489" y="123047"/>
                </a:cubicBezTo>
                <a:cubicBezTo>
                  <a:pt x="203664" y="123047"/>
                  <a:pt x="195970" y="119346"/>
                  <a:pt x="189407" y="111943"/>
                </a:cubicBezTo>
                <a:cubicBezTo>
                  <a:pt x="182845" y="104539"/>
                  <a:pt x="179564" y="94536"/>
                  <a:pt x="179564" y="81932"/>
                </a:cubicBezTo>
                <a:cubicBezTo>
                  <a:pt x="179564" y="69725"/>
                  <a:pt x="183198" y="59807"/>
                  <a:pt x="190468" y="52178"/>
                </a:cubicBezTo>
                <a:cubicBezTo>
                  <a:pt x="197738" y="44548"/>
                  <a:pt x="206464" y="40733"/>
                  <a:pt x="216647" y="40733"/>
                </a:cubicBezTo>
                <a:cubicBezTo>
                  <a:pt x="224285" y="40733"/>
                  <a:pt x="230564" y="42749"/>
                  <a:pt x="235486" y="46782"/>
                </a:cubicBezTo>
                <a:cubicBezTo>
                  <a:pt x="240408" y="50812"/>
                  <a:pt x="242869" y="54999"/>
                  <a:pt x="242869" y="59341"/>
                </a:cubicBezTo>
                <a:cubicBezTo>
                  <a:pt x="242869" y="61484"/>
                  <a:pt x="242176" y="63218"/>
                  <a:pt x="240790" y="64544"/>
                </a:cubicBezTo>
                <a:cubicBezTo>
                  <a:pt x="239404" y="65868"/>
                  <a:pt x="237466" y="66530"/>
                  <a:pt x="234977" y="66530"/>
                </a:cubicBezTo>
                <a:cubicBezTo>
                  <a:pt x="231639" y="66530"/>
                  <a:pt x="229122" y="65455"/>
                  <a:pt x="227425" y="63305"/>
                </a:cubicBezTo>
                <a:cubicBezTo>
                  <a:pt x="226463" y="62117"/>
                  <a:pt x="225826" y="59854"/>
                  <a:pt x="225515" y="56517"/>
                </a:cubicBezTo>
                <a:cubicBezTo>
                  <a:pt x="225204" y="53179"/>
                  <a:pt x="224058" y="50633"/>
                  <a:pt x="222078" y="48879"/>
                </a:cubicBezTo>
                <a:cubicBezTo>
                  <a:pt x="220098" y="47182"/>
                  <a:pt x="217355" y="46333"/>
                  <a:pt x="213847" y="46333"/>
                </a:cubicBezTo>
                <a:cubicBezTo>
                  <a:pt x="208190" y="46333"/>
                  <a:pt x="203636" y="48427"/>
                  <a:pt x="200185" y="52613"/>
                </a:cubicBezTo>
                <a:cubicBezTo>
                  <a:pt x="195602" y="58157"/>
                  <a:pt x="193311" y="65483"/>
                  <a:pt x="193311" y="74592"/>
                </a:cubicBezTo>
                <a:cubicBezTo>
                  <a:pt x="193311" y="83870"/>
                  <a:pt x="195588" y="92059"/>
                  <a:pt x="200142" y="99159"/>
                </a:cubicBezTo>
                <a:cubicBezTo>
                  <a:pt x="204696" y="106259"/>
                  <a:pt x="210849" y="109809"/>
                  <a:pt x="218599" y="109809"/>
                </a:cubicBezTo>
                <a:cubicBezTo>
                  <a:pt x="224143" y="109809"/>
                  <a:pt x="229122" y="107913"/>
                  <a:pt x="233534" y="104123"/>
                </a:cubicBezTo>
                <a:cubicBezTo>
                  <a:pt x="236646" y="101521"/>
                  <a:pt x="239673" y="96797"/>
                  <a:pt x="242614" y="89951"/>
                </a:cubicBezTo>
                <a:lnTo>
                  <a:pt x="245075" y="91139"/>
                </a:lnTo>
                <a:close/>
                <a:moveTo>
                  <a:pt x="278791" y="17311"/>
                </a:moveTo>
                <a:lnTo>
                  <a:pt x="278791" y="42939"/>
                </a:lnTo>
                <a:lnTo>
                  <a:pt x="296951" y="42939"/>
                </a:lnTo>
                <a:lnTo>
                  <a:pt x="296951" y="48879"/>
                </a:lnTo>
                <a:lnTo>
                  <a:pt x="278791" y="48879"/>
                </a:lnTo>
                <a:lnTo>
                  <a:pt x="278791" y="99217"/>
                </a:lnTo>
                <a:cubicBezTo>
                  <a:pt x="278791" y="104247"/>
                  <a:pt x="279512" y="107638"/>
                  <a:pt x="280955" y="109390"/>
                </a:cubicBezTo>
                <a:cubicBezTo>
                  <a:pt x="282397" y="111140"/>
                  <a:pt x="284250" y="112015"/>
                  <a:pt x="286513" y="112015"/>
                </a:cubicBezTo>
                <a:cubicBezTo>
                  <a:pt x="288380" y="112015"/>
                  <a:pt x="290190" y="111435"/>
                  <a:pt x="291944" y="110275"/>
                </a:cubicBezTo>
                <a:cubicBezTo>
                  <a:pt x="293698" y="109116"/>
                  <a:pt x="295056" y="107404"/>
                  <a:pt x="296017" y="105141"/>
                </a:cubicBezTo>
                <a:lnTo>
                  <a:pt x="299327" y="105141"/>
                </a:lnTo>
                <a:cubicBezTo>
                  <a:pt x="297347" y="110701"/>
                  <a:pt x="294546" y="114906"/>
                  <a:pt x="290926" y="117756"/>
                </a:cubicBezTo>
                <a:cubicBezTo>
                  <a:pt x="287305" y="120604"/>
                  <a:pt x="283571" y="122028"/>
                  <a:pt x="279724" y="122028"/>
                </a:cubicBezTo>
                <a:cubicBezTo>
                  <a:pt x="277122" y="122028"/>
                  <a:pt x="274576" y="121306"/>
                  <a:pt x="272087" y="119862"/>
                </a:cubicBezTo>
                <a:cubicBezTo>
                  <a:pt x="269598" y="118417"/>
                  <a:pt x="267759" y="116351"/>
                  <a:pt x="266571" y="113662"/>
                </a:cubicBezTo>
                <a:cubicBezTo>
                  <a:pt x="265383" y="110971"/>
                  <a:pt x="264789" y="106822"/>
                  <a:pt x="264789" y="101214"/>
                </a:cubicBezTo>
                <a:lnTo>
                  <a:pt x="264789" y="48879"/>
                </a:lnTo>
                <a:lnTo>
                  <a:pt x="252484" y="48879"/>
                </a:lnTo>
                <a:lnTo>
                  <a:pt x="252484" y="46079"/>
                </a:lnTo>
                <a:cubicBezTo>
                  <a:pt x="255596" y="44831"/>
                  <a:pt x="258778" y="42717"/>
                  <a:pt x="262031" y="39738"/>
                </a:cubicBezTo>
                <a:cubicBezTo>
                  <a:pt x="265284" y="36759"/>
                  <a:pt x="268183" y="33227"/>
                  <a:pt x="270729" y="29141"/>
                </a:cubicBezTo>
                <a:cubicBezTo>
                  <a:pt x="272030" y="26986"/>
                  <a:pt x="273841" y="23043"/>
                  <a:pt x="276160" y="17311"/>
                </a:cubicBezTo>
                <a:lnTo>
                  <a:pt x="278791" y="17311"/>
                </a:lnTo>
                <a:close/>
                <a:moveTo>
                  <a:pt x="324305" y="0"/>
                </a:moveTo>
                <a:cubicBezTo>
                  <a:pt x="326681" y="0"/>
                  <a:pt x="328704" y="839"/>
                  <a:pt x="330373" y="2517"/>
                </a:cubicBezTo>
                <a:cubicBezTo>
                  <a:pt x="332041" y="4193"/>
                  <a:pt x="332876" y="6225"/>
                  <a:pt x="332876" y="8613"/>
                </a:cubicBezTo>
                <a:cubicBezTo>
                  <a:pt x="332876" y="11002"/>
                  <a:pt x="332041" y="13049"/>
                  <a:pt x="330373" y="14755"/>
                </a:cubicBezTo>
                <a:cubicBezTo>
                  <a:pt x="328704" y="16459"/>
                  <a:pt x="326681" y="17311"/>
                  <a:pt x="324305" y="17311"/>
                </a:cubicBezTo>
                <a:cubicBezTo>
                  <a:pt x="321929" y="17311"/>
                  <a:pt x="319892" y="16459"/>
                  <a:pt x="318195" y="14755"/>
                </a:cubicBezTo>
                <a:cubicBezTo>
                  <a:pt x="316498" y="13049"/>
                  <a:pt x="315649" y="11002"/>
                  <a:pt x="315649" y="8613"/>
                </a:cubicBezTo>
                <a:cubicBezTo>
                  <a:pt x="315649" y="6225"/>
                  <a:pt x="316484" y="4193"/>
                  <a:pt x="318153" y="2517"/>
                </a:cubicBezTo>
                <a:cubicBezTo>
                  <a:pt x="319822" y="839"/>
                  <a:pt x="321872" y="0"/>
                  <a:pt x="324305" y="0"/>
                </a:cubicBezTo>
                <a:moveTo>
                  <a:pt x="331348" y="40733"/>
                </a:moveTo>
                <a:lnTo>
                  <a:pt x="331348" y="103052"/>
                </a:lnTo>
                <a:cubicBezTo>
                  <a:pt x="331348" y="107906"/>
                  <a:pt x="331702" y="111138"/>
                  <a:pt x="332409" y="112747"/>
                </a:cubicBezTo>
                <a:cubicBezTo>
                  <a:pt x="333116" y="114356"/>
                  <a:pt x="334163" y="115555"/>
                  <a:pt x="335549" y="116345"/>
                </a:cubicBezTo>
                <a:cubicBezTo>
                  <a:pt x="336935" y="117136"/>
                  <a:pt x="339467" y="117531"/>
                  <a:pt x="343144" y="117531"/>
                </a:cubicBezTo>
                <a:lnTo>
                  <a:pt x="343144" y="120671"/>
                </a:lnTo>
                <a:lnTo>
                  <a:pt x="305381" y="120671"/>
                </a:lnTo>
                <a:lnTo>
                  <a:pt x="305381" y="117531"/>
                </a:lnTo>
                <a:cubicBezTo>
                  <a:pt x="309172" y="117531"/>
                  <a:pt x="311718" y="117164"/>
                  <a:pt x="313019" y="116430"/>
                </a:cubicBezTo>
                <a:cubicBezTo>
                  <a:pt x="314320" y="115697"/>
                  <a:pt x="315352" y="114483"/>
                  <a:pt x="316116" y="112789"/>
                </a:cubicBezTo>
                <a:cubicBezTo>
                  <a:pt x="316880" y="111096"/>
                  <a:pt x="317262" y="107850"/>
                  <a:pt x="317262" y="103052"/>
                </a:cubicBezTo>
                <a:lnTo>
                  <a:pt x="317262" y="73162"/>
                </a:lnTo>
                <a:cubicBezTo>
                  <a:pt x="317262" y="64751"/>
                  <a:pt x="317007" y="59304"/>
                  <a:pt x="316498" y="56822"/>
                </a:cubicBezTo>
                <a:cubicBezTo>
                  <a:pt x="316102" y="55015"/>
                  <a:pt x="315480" y="53759"/>
                  <a:pt x="314631" y="53053"/>
                </a:cubicBezTo>
                <a:cubicBezTo>
                  <a:pt x="313782" y="52348"/>
                  <a:pt x="312623" y="51995"/>
                  <a:pt x="311152" y="51995"/>
                </a:cubicBezTo>
                <a:cubicBezTo>
                  <a:pt x="309568" y="51995"/>
                  <a:pt x="307644" y="52419"/>
                  <a:pt x="305381" y="53265"/>
                </a:cubicBezTo>
                <a:lnTo>
                  <a:pt x="304193" y="50216"/>
                </a:lnTo>
                <a:lnTo>
                  <a:pt x="327615" y="40733"/>
                </a:lnTo>
                <a:lnTo>
                  <a:pt x="331348" y="40733"/>
                </a:lnTo>
                <a:close/>
                <a:moveTo>
                  <a:pt x="390864" y="40733"/>
                </a:moveTo>
                <a:cubicBezTo>
                  <a:pt x="402632" y="40733"/>
                  <a:pt x="412079" y="45198"/>
                  <a:pt x="419208" y="54127"/>
                </a:cubicBezTo>
                <a:cubicBezTo>
                  <a:pt x="425261" y="61756"/>
                  <a:pt x="428288" y="70516"/>
                  <a:pt x="428288" y="80407"/>
                </a:cubicBezTo>
                <a:cubicBezTo>
                  <a:pt x="428288" y="87359"/>
                  <a:pt x="426619" y="94395"/>
                  <a:pt x="423281" y="101516"/>
                </a:cubicBezTo>
                <a:cubicBezTo>
                  <a:pt x="419943" y="108636"/>
                  <a:pt x="415347" y="114004"/>
                  <a:pt x="409491" y="117621"/>
                </a:cubicBezTo>
                <a:cubicBezTo>
                  <a:pt x="403636" y="121238"/>
                  <a:pt x="397116" y="123047"/>
                  <a:pt x="389931" y="123047"/>
                </a:cubicBezTo>
                <a:cubicBezTo>
                  <a:pt x="378220" y="123047"/>
                  <a:pt x="368914" y="118384"/>
                  <a:pt x="362012" y="109058"/>
                </a:cubicBezTo>
                <a:cubicBezTo>
                  <a:pt x="356185" y="101203"/>
                  <a:pt x="353272" y="92388"/>
                  <a:pt x="353272" y="82611"/>
                </a:cubicBezTo>
                <a:cubicBezTo>
                  <a:pt x="353272" y="75490"/>
                  <a:pt x="355039" y="68411"/>
                  <a:pt x="358575" y="61375"/>
                </a:cubicBezTo>
                <a:cubicBezTo>
                  <a:pt x="362111" y="54339"/>
                  <a:pt x="366764" y="49139"/>
                  <a:pt x="372535" y="45777"/>
                </a:cubicBezTo>
                <a:cubicBezTo>
                  <a:pt x="378305" y="42414"/>
                  <a:pt x="384415" y="40733"/>
                  <a:pt x="390864" y="40733"/>
                </a:cubicBezTo>
                <a:moveTo>
                  <a:pt x="388234" y="46333"/>
                </a:moveTo>
                <a:cubicBezTo>
                  <a:pt x="385235" y="46333"/>
                  <a:pt x="382223" y="47224"/>
                  <a:pt x="379196" y="49004"/>
                </a:cubicBezTo>
                <a:cubicBezTo>
                  <a:pt x="376170" y="50784"/>
                  <a:pt x="373723" y="53906"/>
                  <a:pt x="371856" y="58370"/>
                </a:cubicBezTo>
                <a:cubicBezTo>
                  <a:pt x="369989" y="62834"/>
                  <a:pt x="369055" y="68569"/>
                  <a:pt x="369055" y="75576"/>
                </a:cubicBezTo>
                <a:cubicBezTo>
                  <a:pt x="369055" y="86876"/>
                  <a:pt x="371304" y="96624"/>
                  <a:pt x="375802" y="104818"/>
                </a:cubicBezTo>
                <a:cubicBezTo>
                  <a:pt x="380299" y="113010"/>
                  <a:pt x="386225" y="117107"/>
                  <a:pt x="393580" y="117107"/>
                </a:cubicBezTo>
                <a:cubicBezTo>
                  <a:pt x="399068" y="117107"/>
                  <a:pt x="403593" y="114846"/>
                  <a:pt x="407158" y="110326"/>
                </a:cubicBezTo>
                <a:cubicBezTo>
                  <a:pt x="410722" y="105805"/>
                  <a:pt x="412504" y="98036"/>
                  <a:pt x="412504" y="87018"/>
                </a:cubicBezTo>
                <a:cubicBezTo>
                  <a:pt x="412504" y="73230"/>
                  <a:pt x="409534" y="62381"/>
                  <a:pt x="403593" y="54469"/>
                </a:cubicBezTo>
                <a:cubicBezTo>
                  <a:pt x="399577" y="49045"/>
                  <a:pt x="394457" y="46333"/>
                  <a:pt x="388234" y="46333"/>
                </a:cubicBezTo>
                <a:close/>
                <a:moveTo>
                  <a:pt x="462401" y="57196"/>
                </a:moveTo>
                <a:cubicBezTo>
                  <a:pt x="471510" y="46220"/>
                  <a:pt x="480194" y="40733"/>
                  <a:pt x="488453" y="40733"/>
                </a:cubicBezTo>
                <a:cubicBezTo>
                  <a:pt x="492696" y="40733"/>
                  <a:pt x="496345" y="41792"/>
                  <a:pt x="499400" y="43910"/>
                </a:cubicBezTo>
                <a:cubicBezTo>
                  <a:pt x="502455" y="46026"/>
                  <a:pt x="504888" y="49511"/>
                  <a:pt x="506698" y="54366"/>
                </a:cubicBezTo>
                <a:cubicBezTo>
                  <a:pt x="507943" y="57752"/>
                  <a:pt x="508565" y="62945"/>
                  <a:pt x="508565" y="69946"/>
                </a:cubicBezTo>
                <a:lnTo>
                  <a:pt x="508565" y="103052"/>
                </a:lnTo>
                <a:cubicBezTo>
                  <a:pt x="508565" y="107963"/>
                  <a:pt x="508961" y="111294"/>
                  <a:pt x="509753" y="113044"/>
                </a:cubicBezTo>
                <a:cubicBezTo>
                  <a:pt x="510375" y="114455"/>
                  <a:pt x="511380" y="115555"/>
                  <a:pt x="512766" y="116345"/>
                </a:cubicBezTo>
                <a:cubicBezTo>
                  <a:pt x="514152" y="117136"/>
                  <a:pt x="516712" y="117531"/>
                  <a:pt x="520446" y="117531"/>
                </a:cubicBezTo>
                <a:lnTo>
                  <a:pt x="520446" y="120671"/>
                </a:lnTo>
                <a:lnTo>
                  <a:pt x="482004" y="120671"/>
                </a:lnTo>
                <a:lnTo>
                  <a:pt x="482004" y="117531"/>
                </a:lnTo>
                <a:lnTo>
                  <a:pt x="483616" y="117531"/>
                </a:lnTo>
                <a:cubicBezTo>
                  <a:pt x="487237" y="117531"/>
                  <a:pt x="489769" y="116982"/>
                  <a:pt x="491211" y="115884"/>
                </a:cubicBezTo>
                <a:cubicBezTo>
                  <a:pt x="492654" y="114786"/>
                  <a:pt x="493658" y="113169"/>
                  <a:pt x="494224" y="111031"/>
                </a:cubicBezTo>
                <a:cubicBezTo>
                  <a:pt x="494450" y="110186"/>
                  <a:pt x="494563" y="107540"/>
                  <a:pt x="494563" y="103094"/>
                </a:cubicBezTo>
                <a:lnTo>
                  <a:pt x="494563" y="71433"/>
                </a:lnTo>
                <a:cubicBezTo>
                  <a:pt x="494563" y="64399"/>
                  <a:pt x="493644" y="59291"/>
                  <a:pt x="491805" y="56111"/>
                </a:cubicBezTo>
                <a:cubicBezTo>
                  <a:pt x="489967" y="52930"/>
                  <a:pt x="486869" y="51340"/>
                  <a:pt x="482513" y="51340"/>
                </a:cubicBezTo>
                <a:cubicBezTo>
                  <a:pt x="475781" y="51340"/>
                  <a:pt x="469077" y="54999"/>
                  <a:pt x="462401" y="62316"/>
                </a:cubicBezTo>
                <a:lnTo>
                  <a:pt x="462401" y="103094"/>
                </a:lnTo>
                <a:cubicBezTo>
                  <a:pt x="462401" y="108329"/>
                  <a:pt x="462713" y="111565"/>
                  <a:pt x="463335" y="112803"/>
                </a:cubicBezTo>
                <a:cubicBezTo>
                  <a:pt x="464127" y="114434"/>
                  <a:pt x="465216" y="115630"/>
                  <a:pt x="466602" y="116391"/>
                </a:cubicBezTo>
                <a:cubicBezTo>
                  <a:pt x="467988" y="117151"/>
                  <a:pt x="470803" y="117531"/>
                  <a:pt x="475046" y="117531"/>
                </a:cubicBezTo>
                <a:lnTo>
                  <a:pt x="475046" y="120671"/>
                </a:lnTo>
                <a:lnTo>
                  <a:pt x="436604" y="120671"/>
                </a:lnTo>
                <a:lnTo>
                  <a:pt x="436604" y="117531"/>
                </a:lnTo>
                <a:lnTo>
                  <a:pt x="438301" y="117531"/>
                </a:lnTo>
                <a:cubicBezTo>
                  <a:pt x="442261" y="117531"/>
                  <a:pt x="444934" y="116529"/>
                  <a:pt x="446320" y="114526"/>
                </a:cubicBezTo>
                <a:cubicBezTo>
                  <a:pt x="447707" y="112521"/>
                  <a:pt x="448400" y="108697"/>
                  <a:pt x="448400" y="103052"/>
                </a:cubicBezTo>
                <a:lnTo>
                  <a:pt x="448400" y="74263"/>
                </a:lnTo>
                <a:cubicBezTo>
                  <a:pt x="448400" y="64950"/>
                  <a:pt x="448187" y="59277"/>
                  <a:pt x="447763" y="57246"/>
                </a:cubicBezTo>
                <a:cubicBezTo>
                  <a:pt x="447339" y="55213"/>
                  <a:pt x="446688" y="53829"/>
                  <a:pt x="445811" y="53096"/>
                </a:cubicBezTo>
                <a:cubicBezTo>
                  <a:pt x="444934" y="52362"/>
                  <a:pt x="443761" y="51995"/>
                  <a:pt x="442290" y="51995"/>
                </a:cubicBezTo>
                <a:cubicBezTo>
                  <a:pt x="440706" y="51995"/>
                  <a:pt x="438810" y="52419"/>
                  <a:pt x="436604" y="53265"/>
                </a:cubicBezTo>
                <a:lnTo>
                  <a:pt x="435331" y="50216"/>
                </a:lnTo>
                <a:lnTo>
                  <a:pt x="458752" y="40733"/>
                </a:lnTo>
                <a:lnTo>
                  <a:pt x="462401" y="40733"/>
                </a:lnTo>
                <a:lnTo>
                  <a:pt x="462401" y="57196"/>
                </a:lnTo>
                <a:close/>
                <a:moveTo>
                  <a:pt x="570682" y="109469"/>
                </a:moveTo>
                <a:cubicBezTo>
                  <a:pt x="562705" y="115636"/>
                  <a:pt x="557699" y="119200"/>
                  <a:pt x="555662" y="120161"/>
                </a:cubicBezTo>
                <a:cubicBezTo>
                  <a:pt x="552607" y="121632"/>
                  <a:pt x="549354" y="122368"/>
                  <a:pt x="545903" y="122368"/>
                </a:cubicBezTo>
                <a:cubicBezTo>
                  <a:pt x="540529" y="122368"/>
                  <a:pt x="536102" y="120529"/>
                  <a:pt x="532623" y="116852"/>
                </a:cubicBezTo>
                <a:cubicBezTo>
                  <a:pt x="529143" y="113175"/>
                  <a:pt x="527404" y="108338"/>
                  <a:pt x="527404" y="102341"/>
                </a:cubicBezTo>
                <a:cubicBezTo>
                  <a:pt x="527404" y="98551"/>
                  <a:pt x="528252" y="95269"/>
                  <a:pt x="529949" y="92497"/>
                </a:cubicBezTo>
                <a:cubicBezTo>
                  <a:pt x="532269" y="88650"/>
                  <a:pt x="536300" y="85030"/>
                  <a:pt x="542042" y="81635"/>
                </a:cubicBezTo>
                <a:cubicBezTo>
                  <a:pt x="547784" y="78241"/>
                  <a:pt x="557331" y="74111"/>
                  <a:pt x="570682" y="69246"/>
                </a:cubicBezTo>
                <a:lnTo>
                  <a:pt x="570682" y="66191"/>
                </a:lnTo>
                <a:cubicBezTo>
                  <a:pt x="570682" y="58440"/>
                  <a:pt x="569452" y="53122"/>
                  <a:pt x="566991" y="50237"/>
                </a:cubicBezTo>
                <a:cubicBezTo>
                  <a:pt x="564530" y="47352"/>
                  <a:pt x="560952" y="45909"/>
                  <a:pt x="556256" y="45909"/>
                </a:cubicBezTo>
                <a:cubicBezTo>
                  <a:pt x="552692" y="45909"/>
                  <a:pt x="549863" y="46867"/>
                  <a:pt x="547770" y="48784"/>
                </a:cubicBezTo>
                <a:cubicBezTo>
                  <a:pt x="545620" y="50700"/>
                  <a:pt x="544545" y="52899"/>
                  <a:pt x="544545" y="55379"/>
                </a:cubicBezTo>
                <a:lnTo>
                  <a:pt x="544715" y="60282"/>
                </a:lnTo>
                <a:cubicBezTo>
                  <a:pt x="544715" y="62874"/>
                  <a:pt x="544050" y="64874"/>
                  <a:pt x="542721" y="66283"/>
                </a:cubicBezTo>
                <a:cubicBezTo>
                  <a:pt x="541391" y="67692"/>
                  <a:pt x="539652" y="68397"/>
                  <a:pt x="537502" y="68397"/>
                </a:cubicBezTo>
                <a:cubicBezTo>
                  <a:pt x="535409" y="68397"/>
                  <a:pt x="533697" y="67664"/>
                  <a:pt x="532368" y="66199"/>
                </a:cubicBezTo>
                <a:cubicBezTo>
                  <a:pt x="531038" y="64731"/>
                  <a:pt x="530374" y="62728"/>
                  <a:pt x="530374" y="60189"/>
                </a:cubicBezTo>
                <a:cubicBezTo>
                  <a:pt x="530374" y="55340"/>
                  <a:pt x="532863" y="50885"/>
                  <a:pt x="537841" y="46824"/>
                </a:cubicBezTo>
                <a:cubicBezTo>
                  <a:pt x="542820" y="42763"/>
                  <a:pt x="549807" y="40733"/>
                  <a:pt x="558802" y="40733"/>
                </a:cubicBezTo>
                <a:cubicBezTo>
                  <a:pt x="565704" y="40733"/>
                  <a:pt x="571361" y="41891"/>
                  <a:pt x="575774" y="44207"/>
                </a:cubicBezTo>
                <a:cubicBezTo>
                  <a:pt x="579112" y="45959"/>
                  <a:pt x="581572" y="48700"/>
                  <a:pt x="583157" y="52430"/>
                </a:cubicBezTo>
                <a:cubicBezTo>
                  <a:pt x="584175" y="54859"/>
                  <a:pt x="584684" y="59831"/>
                  <a:pt x="584684" y="67347"/>
                </a:cubicBezTo>
                <a:lnTo>
                  <a:pt x="584684" y="93706"/>
                </a:lnTo>
                <a:cubicBezTo>
                  <a:pt x="584684" y="101109"/>
                  <a:pt x="584825" y="105643"/>
                  <a:pt x="585108" y="107311"/>
                </a:cubicBezTo>
                <a:cubicBezTo>
                  <a:pt x="585391" y="108978"/>
                  <a:pt x="585858" y="110094"/>
                  <a:pt x="586508" y="110660"/>
                </a:cubicBezTo>
                <a:cubicBezTo>
                  <a:pt x="587159" y="111224"/>
                  <a:pt x="587909" y="111506"/>
                  <a:pt x="588757" y="111506"/>
                </a:cubicBezTo>
                <a:cubicBezTo>
                  <a:pt x="589662" y="111506"/>
                  <a:pt x="590454" y="111308"/>
                  <a:pt x="591133" y="110912"/>
                </a:cubicBezTo>
                <a:cubicBezTo>
                  <a:pt x="592321" y="110176"/>
                  <a:pt x="594613" y="108111"/>
                  <a:pt x="598007" y="104717"/>
                </a:cubicBezTo>
                <a:lnTo>
                  <a:pt x="598007" y="109469"/>
                </a:lnTo>
                <a:cubicBezTo>
                  <a:pt x="591671" y="117955"/>
                  <a:pt x="585617" y="122198"/>
                  <a:pt x="579847" y="122198"/>
                </a:cubicBezTo>
                <a:cubicBezTo>
                  <a:pt x="577075" y="122198"/>
                  <a:pt x="574869" y="121236"/>
                  <a:pt x="573228" y="119313"/>
                </a:cubicBezTo>
                <a:cubicBezTo>
                  <a:pt x="571587" y="117389"/>
                  <a:pt x="570739" y="114108"/>
                  <a:pt x="570682" y="109469"/>
                </a:cubicBezTo>
                <a:moveTo>
                  <a:pt x="570682" y="103906"/>
                </a:moveTo>
                <a:lnTo>
                  <a:pt x="570682" y="74422"/>
                </a:lnTo>
                <a:cubicBezTo>
                  <a:pt x="562140" y="77801"/>
                  <a:pt x="556624" y="80194"/>
                  <a:pt x="554134" y="81603"/>
                </a:cubicBezTo>
                <a:cubicBezTo>
                  <a:pt x="549665" y="84082"/>
                  <a:pt x="546469" y="86673"/>
                  <a:pt x="544545" y="89376"/>
                </a:cubicBezTo>
                <a:cubicBezTo>
                  <a:pt x="542622" y="92079"/>
                  <a:pt x="541660" y="95036"/>
                  <a:pt x="541660" y="98246"/>
                </a:cubicBezTo>
                <a:cubicBezTo>
                  <a:pt x="541660" y="102302"/>
                  <a:pt x="542876" y="105667"/>
                  <a:pt x="545309" y="108342"/>
                </a:cubicBezTo>
                <a:cubicBezTo>
                  <a:pt x="547742" y="111017"/>
                  <a:pt x="550542" y="112354"/>
                  <a:pt x="553710" y="112354"/>
                </a:cubicBezTo>
                <a:cubicBezTo>
                  <a:pt x="558010" y="112354"/>
                  <a:pt x="563667" y="109538"/>
                  <a:pt x="570682" y="103906"/>
                </a:cubicBezTo>
                <a:close/>
                <a:moveTo>
                  <a:pt x="630535" y="0"/>
                </a:moveTo>
                <a:lnTo>
                  <a:pt x="630535" y="103030"/>
                </a:lnTo>
                <a:cubicBezTo>
                  <a:pt x="630535" y="107892"/>
                  <a:pt x="630889" y="111115"/>
                  <a:pt x="631596" y="112699"/>
                </a:cubicBezTo>
                <a:cubicBezTo>
                  <a:pt x="632303" y="114281"/>
                  <a:pt x="633392" y="115483"/>
                  <a:pt x="634863" y="116303"/>
                </a:cubicBezTo>
                <a:cubicBezTo>
                  <a:pt x="636334" y="117122"/>
                  <a:pt x="639078" y="117531"/>
                  <a:pt x="643094" y="117531"/>
                </a:cubicBezTo>
                <a:lnTo>
                  <a:pt x="643094" y="120671"/>
                </a:lnTo>
                <a:lnTo>
                  <a:pt x="604992" y="120671"/>
                </a:lnTo>
                <a:lnTo>
                  <a:pt x="604992" y="117531"/>
                </a:lnTo>
                <a:cubicBezTo>
                  <a:pt x="608556" y="117531"/>
                  <a:pt x="610989" y="117164"/>
                  <a:pt x="612290" y="116430"/>
                </a:cubicBezTo>
                <a:cubicBezTo>
                  <a:pt x="613591" y="115695"/>
                  <a:pt x="614610" y="114479"/>
                  <a:pt x="615345" y="112784"/>
                </a:cubicBezTo>
                <a:cubicBezTo>
                  <a:pt x="616081" y="111087"/>
                  <a:pt x="616448" y="107836"/>
                  <a:pt x="616448" y="103030"/>
                </a:cubicBezTo>
                <a:lnTo>
                  <a:pt x="616448" y="32477"/>
                </a:lnTo>
                <a:cubicBezTo>
                  <a:pt x="616448" y="23716"/>
                  <a:pt x="616250" y="18331"/>
                  <a:pt x="615854" y="16325"/>
                </a:cubicBezTo>
                <a:cubicBezTo>
                  <a:pt x="615458" y="14317"/>
                  <a:pt x="614822" y="12946"/>
                  <a:pt x="613945" y="12212"/>
                </a:cubicBezTo>
                <a:cubicBezTo>
                  <a:pt x="613068" y="11476"/>
                  <a:pt x="611951" y="11109"/>
                  <a:pt x="610593" y="11109"/>
                </a:cubicBezTo>
                <a:cubicBezTo>
                  <a:pt x="609122" y="11109"/>
                  <a:pt x="607255" y="11561"/>
                  <a:pt x="604992" y="12466"/>
                </a:cubicBezTo>
                <a:lnTo>
                  <a:pt x="603550" y="9496"/>
                </a:lnTo>
                <a:lnTo>
                  <a:pt x="626716" y="0"/>
                </a:lnTo>
                <a:lnTo>
                  <a:pt x="630535" y="0"/>
                </a:lnTo>
                <a:close/>
                <a:moveTo>
                  <a:pt x="671891" y="0"/>
                </a:moveTo>
                <a:cubicBezTo>
                  <a:pt x="674267" y="0"/>
                  <a:pt x="676290" y="839"/>
                  <a:pt x="677958" y="2517"/>
                </a:cubicBezTo>
                <a:cubicBezTo>
                  <a:pt x="679627" y="4193"/>
                  <a:pt x="680462" y="6225"/>
                  <a:pt x="680462" y="8613"/>
                </a:cubicBezTo>
                <a:cubicBezTo>
                  <a:pt x="680462" y="11002"/>
                  <a:pt x="679627" y="13049"/>
                  <a:pt x="677958" y="14755"/>
                </a:cubicBezTo>
                <a:cubicBezTo>
                  <a:pt x="676290" y="16459"/>
                  <a:pt x="674267" y="17311"/>
                  <a:pt x="671891" y="17311"/>
                </a:cubicBezTo>
                <a:cubicBezTo>
                  <a:pt x="669515" y="17311"/>
                  <a:pt x="667478" y="16459"/>
                  <a:pt x="665781" y="14755"/>
                </a:cubicBezTo>
                <a:cubicBezTo>
                  <a:pt x="664084" y="13049"/>
                  <a:pt x="663235" y="11002"/>
                  <a:pt x="663235" y="8613"/>
                </a:cubicBezTo>
                <a:cubicBezTo>
                  <a:pt x="663235" y="6225"/>
                  <a:pt x="664070" y="4193"/>
                  <a:pt x="665739" y="2517"/>
                </a:cubicBezTo>
                <a:cubicBezTo>
                  <a:pt x="667408" y="839"/>
                  <a:pt x="669458" y="0"/>
                  <a:pt x="671891" y="0"/>
                </a:cubicBezTo>
                <a:moveTo>
                  <a:pt x="678934" y="40733"/>
                </a:moveTo>
                <a:lnTo>
                  <a:pt x="678934" y="103052"/>
                </a:lnTo>
                <a:cubicBezTo>
                  <a:pt x="678934" y="107906"/>
                  <a:pt x="679288" y="111138"/>
                  <a:pt x="679995" y="112747"/>
                </a:cubicBezTo>
                <a:cubicBezTo>
                  <a:pt x="680702" y="114356"/>
                  <a:pt x="681749" y="115555"/>
                  <a:pt x="683135" y="116345"/>
                </a:cubicBezTo>
                <a:cubicBezTo>
                  <a:pt x="684521" y="117136"/>
                  <a:pt x="687053" y="117531"/>
                  <a:pt x="690730" y="117531"/>
                </a:cubicBezTo>
                <a:lnTo>
                  <a:pt x="690730" y="120671"/>
                </a:lnTo>
                <a:lnTo>
                  <a:pt x="652967" y="120671"/>
                </a:lnTo>
                <a:lnTo>
                  <a:pt x="652967" y="117531"/>
                </a:lnTo>
                <a:cubicBezTo>
                  <a:pt x="656758" y="117531"/>
                  <a:pt x="659303" y="117164"/>
                  <a:pt x="660605" y="116430"/>
                </a:cubicBezTo>
                <a:cubicBezTo>
                  <a:pt x="661906" y="115697"/>
                  <a:pt x="662938" y="114483"/>
                  <a:pt x="663702" y="112789"/>
                </a:cubicBezTo>
                <a:cubicBezTo>
                  <a:pt x="664466" y="111096"/>
                  <a:pt x="664848" y="107850"/>
                  <a:pt x="664848" y="103052"/>
                </a:cubicBezTo>
                <a:lnTo>
                  <a:pt x="664848" y="73162"/>
                </a:lnTo>
                <a:cubicBezTo>
                  <a:pt x="664848" y="64751"/>
                  <a:pt x="664593" y="59304"/>
                  <a:pt x="664084" y="56822"/>
                </a:cubicBezTo>
                <a:cubicBezTo>
                  <a:pt x="663688" y="55015"/>
                  <a:pt x="663066" y="53759"/>
                  <a:pt x="662217" y="53053"/>
                </a:cubicBezTo>
                <a:cubicBezTo>
                  <a:pt x="661368" y="52348"/>
                  <a:pt x="660209" y="51995"/>
                  <a:pt x="658738" y="51995"/>
                </a:cubicBezTo>
                <a:cubicBezTo>
                  <a:pt x="657154" y="51995"/>
                  <a:pt x="655230" y="52419"/>
                  <a:pt x="652967" y="53265"/>
                </a:cubicBezTo>
                <a:lnTo>
                  <a:pt x="651779" y="50216"/>
                </a:lnTo>
                <a:lnTo>
                  <a:pt x="675201" y="40733"/>
                </a:lnTo>
                <a:lnTo>
                  <a:pt x="678934" y="40733"/>
                </a:lnTo>
                <a:close/>
                <a:moveTo>
                  <a:pt x="723006" y="17311"/>
                </a:moveTo>
                <a:lnTo>
                  <a:pt x="723006" y="42939"/>
                </a:lnTo>
                <a:lnTo>
                  <a:pt x="741166" y="42939"/>
                </a:lnTo>
                <a:lnTo>
                  <a:pt x="741166" y="48879"/>
                </a:lnTo>
                <a:lnTo>
                  <a:pt x="723006" y="48879"/>
                </a:lnTo>
                <a:lnTo>
                  <a:pt x="723006" y="99217"/>
                </a:lnTo>
                <a:cubicBezTo>
                  <a:pt x="723006" y="104247"/>
                  <a:pt x="723727" y="107638"/>
                  <a:pt x="725170" y="109390"/>
                </a:cubicBezTo>
                <a:cubicBezTo>
                  <a:pt x="726612" y="111140"/>
                  <a:pt x="728465" y="112015"/>
                  <a:pt x="730728" y="112015"/>
                </a:cubicBezTo>
                <a:cubicBezTo>
                  <a:pt x="732595" y="112015"/>
                  <a:pt x="734405" y="111435"/>
                  <a:pt x="736159" y="110275"/>
                </a:cubicBezTo>
                <a:cubicBezTo>
                  <a:pt x="737913" y="109116"/>
                  <a:pt x="739271" y="107404"/>
                  <a:pt x="740232" y="105141"/>
                </a:cubicBezTo>
                <a:lnTo>
                  <a:pt x="743542" y="105141"/>
                </a:lnTo>
                <a:cubicBezTo>
                  <a:pt x="741562" y="110701"/>
                  <a:pt x="738761" y="114906"/>
                  <a:pt x="735141" y="117756"/>
                </a:cubicBezTo>
                <a:cubicBezTo>
                  <a:pt x="731520" y="120604"/>
                  <a:pt x="727786" y="122028"/>
                  <a:pt x="723939" y="122028"/>
                </a:cubicBezTo>
                <a:cubicBezTo>
                  <a:pt x="721337" y="122028"/>
                  <a:pt x="718791" y="121306"/>
                  <a:pt x="716302" y="119862"/>
                </a:cubicBezTo>
                <a:cubicBezTo>
                  <a:pt x="713813" y="118417"/>
                  <a:pt x="711974" y="116351"/>
                  <a:pt x="710786" y="113662"/>
                </a:cubicBezTo>
                <a:cubicBezTo>
                  <a:pt x="709598" y="110971"/>
                  <a:pt x="709004" y="106822"/>
                  <a:pt x="709004" y="101214"/>
                </a:cubicBezTo>
                <a:lnTo>
                  <a:pt x="709004" y="48879"/>
                </a:lnTo>
                <a:lnTo>
                  <a:pt x="696699" y="48879"/>
                </a:lnTo>
                <a:lnTo>
                  <a:pt x="696699" y="46079"/>
                </a:lnTo>
                <a:cubicBezTo>
                  <a:pt x="699811" y="44831"/>
                  <a:pt x="702993" y="42717"/>
                  <a:pt x="706246" y="39738"/>
                </a:cubicBezTo>
                <a:cubicBezTo>
                  <a:pt x="709499" y="36759"/>
                  <a:pt x="712398" y="33227"/>
                  <a:pt x="714944" y="29141"/>
                </a:cubicBezTo>
                <a:cubicBezTo>
                  <a:pt x="716245" y="26986"/>
                  <a:pt x="718056" y="23043"/>
                  <a:pt x="720375" y="17311"/>
                </a:cubicBezTo>
                <a:lnTo>
                  <a:pt x="723006" y="17311"/>
                </a:lnTo>
                <a:close/>
                <a:moveTo>
                  <a:pt x="744334" y="42939"/>
                </a:moveTo>
                <a:lnTo>
                  <a:pt x="780570" y="42939"/>
                </a:lnTo>
                <a:lnTo>
                  <a:pt x="780570" y="46079"/>
                </a:lnTo>
                <a:lnTo>
                  <a:pt x="778787" y="46079"/>
                </a:lnTo>
                <a:cubicBezTo>
                  <a:pt x="776242" y="46079"/>
                  <a:pt x="774332" y="46630"/>
                  <a:pt x="773059" y="47734"/>
                </a:cubicBezTo>
                <a:cubicBezTo>
                  <a:pt x="771787" y="48837"/>
                  <a:pt x="771150" y="50209"/>
                  <a:pt x="771150" y="51849"/>
                </a:cubicBezTo>
                <a:cubicBezTo>
                  <a:pt x="771150" y="54056"/>
                  <a:pt x="772084" y="57111"/>
                  <a:pt x="773950" y="61014"/>
                </a:cubicBezTo>
                <a:lnTo>
                  <a:pt x="792874" y="100219"/>
                </a:lnTo>
                <a:lnTo>
                  <a:pt x="810270" y="57280"/>
                </a:lnTo>
                <a:cubicBezTo>
                  <a:pt x="811232" y="54961"/>
                  <a:pt x="811713" y="52670"/>
                  <a:pt x="811713" y="50407"/>
                </a:cubicBezTo>
                <a:cubicBezTo>
                  <a:pt x="811713" y="49388"/>
                  <a:pt x="811515" y="48625"/>
                  <a:pt x="811119" y="48116"/>
                </a:cubicBezTo>
                <a:cubicBezTo>
                  <a:pt x="810666" y="47493"/>
                  <a:pt x="809959" y="46998"/>
                  <a:pt x="808998" y="46630"/>
                </a:cubicBezTo>
                <a:cubicBezTo>
                  <a:pt x="808036" y="46263"/>
                  <a:pt x="806339" y="46079"/>
                  <a:pt x="803906" y="46079"/>
                </a:cubicBezTo>
                <a:lnTo>
                  <a:pt x="803906" y="42939"/>
                </a:lnTo>
                <a:lnTo>
                  <a:pt x="829194" y="42939"/>
                </a:lnTo>
                <a:lnTo>
                  <a:pt x="829194" y="46079"/>
                </a:lnTo>
                <a:cubicBezTo>
                  <a:pt x="827101" y="46305"/>
                  <a:pt x="825489" y="46758"/>
                  <a:pt x="824357" y="47437"/>
                </a:cubicBezTo>
                <a:cubicBezTo>
                  <a:pt x="823226" y="48116"/>
                  <a:pt x="821981" y="49388"/>
                  <a:pt x="820623" y="51255"/>
                </a:cubicBezTo>
                <a:cubicBezTo>
                  <a:pt x="820114" y="52047"/>
                  <a:pt x="819152" y="54225"/>
                  <a:pt x="817738" y="57790"/>
                </a:cubicBezTo>
                <a:lnTo>
                  <a:pt x="786085" y="135351"/>
                </a:lnTo>
                <a:cubicBezTo>
                  <a:pt x="783030" y="142876"/>
                  <a:pt x="779028" y="148561"/>
                  <a:pt x="774078" y="152408"/>
                </a:cubicBezTo>
                <a:cubicBezTo>
                  <a:pt x="769128" y="156255"/>
                  <a:pt x="764361" y="158179"/>
                  <a:pt x="759779" y="158179"/>
                </a:cubicBezTo>
                <a:cubicBezTo>
                  <a:pt x="756441" y="158179"/>
                  <a:pt x="753697" y="157228"/>
                  <a:pt x="751547" y="155328"/>
                </a:cubicBezTo>
                <a:cubicBezTo>
                  <a:pt x="749398" y="153427"/>
                  <a:pt x="748323" y="151248"/>
                  <a:pt x="748323" y="148788"/>
                </a:cubicBezTo>
                <a:cubicBezTo>
                  <a:pt x="748323" y="146441"/>
                  <a:pt x="749101" y="144547"/>
                  <a:pt x="750656" y="143108"/>
                </a:cubicBezTo>
                <a:cubicBezTo>
                  <a:pt x="752212" y="141671"/>
                  <a:pt x="754348" y="140952"/>
                  <a:pt x="757063" y="140952"/>
                </a:cubicBezTo>
                <a:cubicBezTo>
                  <a:pt x="758930" y="140952"/>
                  <a:pt x="761476" y="141574"/>
                  <a:pt x="764701" y="142819"/>
                </a:cubicBezTo>
                <a:cubicBezTo>
                  <a:pt x="766964" y="143668"/>
                  <a:pt x="768378" y="144092"/>
                  <a:pt x="768944" y="144092"/>
                </a:cubicBezTo>
                <a:cubicBezTo>
                  <a:pt x="770641" y="144092"/>
                  <a:pt x="772494" y="143209"/>
                  <a:pt x="774502" y="141443"/>
                </a:cubicBezTo>
                <a:cubicBezTo>
                  <a:pt x="776510" y="139678"/>
                  <a:pt x="778533" y="136263"/>
                  <a:pt x="780570" y="131196"/>
                </a:cubicBezTo>
                <a:lnTo>
                  <a:pt x="786085" y="117616"/>
                </a:lnTo>
                <a:lnTo>
                  <a:pt x="758167" y="58978"/>
                </a:lnTo>
                <a:cubicBezTo>
                  <a:pt x="757318" y="57224"/>
                  <a:pt x="755960" y="55046"/>
                  <a:pt x="754093" y="52443"/>
                </a:cubicBezTo>
                <a:cubicBezTo>
                  <a:pt x="752679" y="50463"/>
                  <a:pt x="751519" y="49134"/>
                  <a:pt x="750614" y="48455"/>
                </a:cubicBezTo>
                <a:cubicBezTo>
                  <a:pt x="749313" y="47550"/>
                  <a:pt x="747220" y="46758"/>
                  <a:pt x="744334" y="46079"/>
                </a:cubicBezTo>
                <a:lnTo>
                  <a:pt x="744334" y="42939"/>
                </a:lnTo>
                <a:close/>
                <a:moveTo>
                  <a:pt x="917109" y="40733"/>
                </a:moveTo>
                <a:cubicBezTo>
                  <a:pt x="928876" y="40733"/>
                  <a:pt x="938324" y="45198"/>
                  <a:pt x="945452" y="54127"/>
                </a:cubicBezTo>
                <a:cubicBezTo>
                  <a:pt x="951506" y="61756"/>
                  <a:pt x="954532" y="70516"/>
                  <a:pt x="954532" y="80407"/>
                </a:cubicBezTo>
                <a:cubicBezTo>
                  <a:pt x="954532" y="87359"/>
                  <a:pt x="952863" y="94395"/>
                  <a:pt x="949526" y="101516"/>
                </a:cubicBezTo>
                <a:cubicBezTo>
                  <a:pt x="946188" y="108636"/>
                  <a:pt x="941591" y="114004"/>
                  <a:pt x="935736" y="117621"/>
                </a:cubicBezTo>
                <a:cubicBezTo>
                  <a:pt x="929880" y="121238"/>
                  <a:pt x="923360" y="123047"/>
                  <a:pt x="916176" y="123047"/>
                </a:cubicBezTo>
                <a:cubicBezTo>
                  <a:pt x="904465" y="123047"/>
                  <a:pt x="895159" y="118384"/>
                  <a:pt x="888257" y="109058"/>
                </a:cubicBezTo>
                <a:cubicBezTo>
                  <a:pt x="882430" y="101203"/>
                  <a:pt x="879516" y="92388"/>
                  <a:pt x="879516" y="82611"/>
                </a:cubicBezTo>
                <a:cubicBezTo>
                  <a:pt x="879516" y="75490"/>
                  <a:pt x="881284" y="68411"/>
                  <a:pt x="884820" y="61375"/>
                </a:cubicBezTo>
                <a:cubicBezTo>
                  <a:pt x="888356" y="54339"/>
                  <a:pt x="893009" y="49139"/>
                  <a:pt x="898779" y="45777"/>
                </a:cubicBezTo>
                <a:cubicBezTo>
                  <a:pt x="904550" y="42414"/>
                  <a:pt x="910660" y="40733"/>
                  <a:pt x="917109" y="40733"/>
                </a:cubicBezTo>
                <a:moveTo>
                  <a:pt x="914478" y="46333"/>
                </a:moveTo>
                <a:cubicBezTo>
                  <a:pt x="911480" y="46333"/>
                  <a:pt x="908468" y="47224"/>
                  <a:pt x="905441" y="49004"/>
                </a:cubicBezTo>
                <a:cubicBezTo>
                  <a:pt x="902414" y="50784"/>
                  <a:pt x="899967" y="53906"/>
                  <a:pt x="898100" y="58370"/>
                </a:cubicBezTo>
                <a:cubicBezTo>
                  <a:pt x="896234" y="62834"/>
                  <a:pt x="895300" y="68569"/>
                  <a:pt x="895300" y="75576"/>
                </a:cubicBezTo>
                <a:cubicBezTo>
                  <a:pt x="895300" y="86876"/>
                  <a:pt x="897549" y="96624"/>
                  <a:pt x="902046" y="104818"/>
                </a:cubicBezTo>
                <a:cubicBezTo>
                  <a:pt x="906544" y="113010"/>
                  <a:pt x="912470" y="117107"/>
                  <a:pt x="919825" y="117107"/>
                </a:cubicBezTo>
                <a:cubicBezTo>
                  <a:pt x="925312" y="117107"/>
                  <a:pt x="929838" y="114846"/>
                  <a:pt x="933402" y="110326"/>
                </a:cubicBezTo>
                <a:cubicBezTo>
                  <a:pt x="936966" y="105805"/>
                  <a:pt x="938748" y="98036"/>
                  <a:pt x="938748" y="87018"/>
                </a:cubicBezTo>
                <a:cubicBezTo>
                  <a:pt x="938748" y="73230"/>
                  <a:pt x="935778" y="62381"/>
                  <a:pt x="929838" y="54469"/>
                </a:cubicBezTo>
                <a:cubicBezTo>
                  <a:pt x="925821" y="49045"/>
                  <a:pt x="920701" y="46333"/>
                  <a:pt x="914478" y="46333"/>
                </a:cubicBezTo>
                <a:close/>
                <a:moveTo>
                  <a:pt x="996368" y="48879"/>
                </a:moveTo>
                <a:lnTo>
                  <a:pt x="996368" y="100029"/>
                </a:lnTo>
                <a:cubicBezTo>
                  <a:pt x="996368" y="107279"/>
                  <a:pt x="997160" y="111866"/>
                  <a:pt x="998744" y="113792"/>
                </a:cubicBezTo>
                <a:cubicBezTo>
                  <a:pt x="1000838" y="116284"/>
                  <a:pt x="1003638" y="117531"/>
                  <a:pt x="1007145" y="117531"/>
                </a:cubicBezTo>
                <a:lnTo>
                  <a:pt x="1014189" y="117531"/>
                </a:lnTo>
                <a:lnTo>
                  <a:pt x="1014189" y="120671"/>
                </a:lnTo>
                <a:lnTo>
                  <a:pt x="967771" y="120671"/>
                </a:lnTo>
                <a:lnTo>
                  <a:pt x="967771" y="117531"/>
                </a:lnTo>
                <a:lnTo>
                  <a:pt x="971250" y="117531"/>
                </a:lnTo>
                <a:cubicBezTo>
                  <a:pt x="973513" y="117531"/>
                  <a:pt x="975578" y="116964"/>
                  <a:pt x="977445" y="115831"/>
                </a:cubicBezTo>
                <a:cubicBezTo>
                  <a:pt x="979311" y="114698"/>
                  <a:pt x="980599" y="113169"/>
                  <a:pt x="981306" y="111243"/>
                </a:cubicBezTo>
                <a:cubicBezTo>
                  <a:pt x="982013" y="109318"/>
                  <a:pt x="982366" y="105580"/>
                  <a:pt x="982366" y="100029"/>
                </a:cubicBezTo>
                <a:lnTo>
                  <a:pt x="982366" y="48879"/>
                </a:lnTo>
                <a:lnTo>
                  <a:pt x="967261" y="48879"/>
                </a:lnTo>
                <a:lnTo>
                  <a:pt x="967261" y="42939"/>
                </a:lnTo>
                <a:lnTo>
                  <a:pt x="982366" y="42939"/>
                </a:lnTo>
                <a:lnTo>
                  <a:pt x="982366" y="37826"/>
                </a:lnTo>
                <a:cubicBezTo>
                  <a:pt x="982366" y="30046"/>
                  <a:pt x="983611" y="23458"/>
                  <a:pt x="986100" y="18062"/>
                </a:cubicBezTo>
                <a:cubicBezTo>
                  <a:pt x="988589" y="12666"/>
                  <a:pt x="992394" y="8307"/>
                  <a:pt x="997514" y="4986"/>
                </a:cubicBezTo>
                <a:cubicBezTo>
                  <a:pt x="1002634" y="1662"/>
                  <a:pt x="1008390" y="0"/>
                  <a:pt x="1014783" y="0"/>
                </a:cubicBezTo>
                <a:cubicBezTo>
                  <a:pt x="1020723" y="0"/>
                  <a:pt x="1026182" y="1923"/>
                  <a:pt x="1031161" y="5770"/>
                </a:cubicBezTo>
                <a:cubicBezTo>
                  <a:pt x="1034442" y="8316"/>
                  <a:pt x="1036083" y="11173"/>
                  <a:pt x="1036083" y="14341"/>
                </a:cubicBezTo>
                <a:cubicBezTo>
                  <a:pt x="1036083" y="16039"/>
                  <a:pt x="1035347" y="17637"/>
                  <a:pt x="1033876" y="19136"/>
                </a:cubicBezTo>
                <a:cubicBezTo>
                  <a:pt x="1032405" y="20635"/>
                  <a:pt x="1030821" y="21385"/>
                  <a:pt x="1029124" y="21385"/>
                </a:cubicBezTo>
                <a:cubicBezTo>
                  <a:pt x="1027823" y="21385"/>
                  <a:pt x="1026451" y="20913"/>
                  <a:pt x="1025008" y="19969"/>
                </a:cubicBezTo>
                <a:cubicBezTo>
                  <a:pt x="1023566" y="19025"/>
                  <a:pt x="1021798" y="16994"/>
                  <a:pt x="1019705" y="13877"/>
                </a:cubicBezTo>
                <a:cubicBezTo>
                  <a:pt x="1017612" y="10760"/>
                  <a:pt x="1015688" y="8658"/>
                  <a:pt x="1013934" y="7571"/>
                </a:cubicBezTo>
                <a:cubicBezTo>
                  <a:pt x="1012180" y="6484"/>
                  <a:pt x="1010229" y="5940"/>
                  <a:pt x="1008079" y="5940"/>
                </a:cubicBezTo>
                <a:cubicBezTo>
                  <a:pt x="1005477" y="5940"/>
                  <a:pt x="1003270" y="6640"/>
                  <a:pt x="1001460" y="8040"/>
                </a:cubicBezTo>
                <a:cubicBezTo>
                  <a:pt x="999650" y="9439"/>
                  <a:pt x="998348" y="11608"/>
                  <a:pt x="997556" y="14548"/>
                </a:cubicBezTo>
                <a:cubicBezTo>
                  <a:pt x="996764" y="17488"/>
                  <a:pt x="996368" y="25067"/>
                  <a:pt x="996368" y="37285"/>
                </a:cubicBezTo>
                <a:lnTo>
                  <a:pt x="996368" y="42939"/>
                </a:lnTo>
                <a:lnTo>
                  <a:pt x="1016395" y="42939"/>
                </a:lnTo>
                <a:lnTo>
                  <a:pt x="1016395" y="48879"/>
                </a:lnTo>
                <a:lnTo>
                  <a:pt x="996368" y="48879"/>
                </a:lnTo>
                <a:close/>
                <a:moveTo>
                  <a:pt x="1133331" y="91139"/>
                </a:moveTo>
                <a:cubicBezTo>
                  <a:pt x="1131237" y="101379"/>
                  <a:pt x="1127136" y="109257"/>
                  <a:pt x="1121026" y="114773"/>
                </a:cubicBezTo>
                <a:cubicBezTo>
                  <a:pt x="1114916" y="120289"/>
                  <a:pt x="1108156" y="123047"/>
                  <a:pt x="1100745" y="123047"/>
                </a:cubicBezTo>
                <a:cubicBezTo>
                  <a:pt x="1091919" y="123047"/>
                  <a:pt x="1084225" y="119346"/>
                  <a:pt x="1077663" y="111943"/>
                </a:cubicBezTo>
                <a:cubicBezTo>
                  <a:pt x="1071100" y="104539"/>
                  <a:pt x="1067819" y="94536"/>
                  <a:pt x="1067819" y="81932"/>
                </a:cubicBezTo>
                <a:cubicBezTo>
                  <a:pt x="1067819" y="69725"/>
                  <a:pt x="1071454" y="59807"/>
                  <a:pt x="1078723" y="52178"/>
                </a:cubicBezTo>
                <a:cubicBezTo>
                  <a:pt x="1085993" y="44548"/>
                  <a:pt x="1094719" y="40733"/>
                  <a:pt x="1104903" y="40733"/>
                </a:cubicBezTo>
                <a:cubicBezTo>
                  <a:pt x="1112540" y="40733"/>
                  <a:pt x="1118820" y="42749"/>
                  <a:pt x="1123742" y="46782"/>
                </a:cubicBezTo>
                <a:cubicBezTo>
                  <a:pt x="1128663" y="50812"/>
                  <a:pt x="1131124" y="54999"/>
                  <a:pt x="1131124" y="59341"/>
                </a:cubicBezTo>
                <a:cubicBezTo>
                  <a:pt x="1131124" y="61484"/>
                  <a:pt x="1130431" y="63218"/>
                  <a:pt x="1129045" y="64544"/>
                </a:cubicBezTo>
                <a:cubicBezTo>
                  <a:pt x="1127659" y="65868"/>
                  <a:pt x="1125722" y="66530"/>
                  <a:pt x="1123232" y="66530"/>
                </a:cubicBezTo>
                <a:cubicBezTo>
                  <a:pt x="1119895" y="66530"/>
                  <a:pt x="1117377" y="65455"/>
                  <a:pt x="1115680" y="63305"/>
                </a:cubicBezTo>
                <a:cubicBezTo>
                  <a:pt x="1114718" y="62117"/>
                  <a:pt x="1114082" y="59854"/>
                  <a:pt x="1113771" y="56517"/>
                </a:cubicBezTo>
                <a:cubicBezTo>
                  <a:pt x="1113459" y="53179"/>
                  <a:pt x="1112314" y="50633"/>
                  <a:pt x="1110334" y="48879"/>
                </a:cubicBezTo>
                <a:cubicBezTo>
                  <a:pt x="1108354" y="47182"/>
                  <a:pt x="1105610" y="46333"/>
                  <a:pt x="1102102" y="46333"/>
                </a:cubicBezTo>
                <a:cubicBezTo>
                  <a:pt x="1096445" y="46333"/>
                  <a:pt x="1091891" y="48427"/>
                  <a:pt x="1088440" y="52613"/>
                </a:cubicBezTo>
                <a:cubicBezTo>
                  <a:pt x="1083857" y="58157"/>
                  <a:pt x="1081566" y="65483"/>
                  <a:pt x="1081566" y="74592"/>
                </a:cubicBezTo>
                <a:cubicBezTo>
                  <a:pt x="1081566" y="83870"/>
                  <a:pt x="1083843" y="92059"/>
                  <a:pt x="1088397" y="99159"/>
                </a:cubicBezTo>
                <a:cubicBezTo>
                  <a:pt x="1092952" y="106259"/>
                  <a:pt x="1099104" y="109809"/>
                  <a:pt x="1106854" y="109809"/>
                </a:cubicBezTo>
                <a:cubicBezTo>
                  <a:pt x="1112399" y="109809"/>
                  <a:pt x="1117377" y="107913"/>
                  <a:pt x="1121790" y="104123"/>
                </a:cubicBezTo>
                <a:cubicBezTo>
                  <a:pt x="1124901" y="101521"/>
                  <a:pt x="1127928" y="96797"/>
                  <a:pt x="1130870" y="89951"/>
                </a:cubicBezTo>
                <a:lnTo>
                  <a:pt x="1133331" y="91139"/>
                </a:lnTo>
                <a:close/>
                <a:moveTo>
                  <a:pt x="1182491" y="40733"/>
                </a:moveTo>
                <a:cubicBezTo>
                  <a:pt x="1194258" y="40733"/>
                  <a:pt x="1203706" y="45198"/>
                  <a:pt x="1210834" y="54127"/>
                </a:cubicBezTo>
                <a:cubicBezTo>
                  <a:pt x="1216888" y="61756"/>
                  <a:pt x="1219914" y="70516"/>
                  <a:pt x="1219914" y="80407"/>
                </a:cubicBezTo>
                <a:cubicBezTo>
                  <a:pt x="1219914" y="87359"/>
                  <a:pt x="1218245" y="94395"/>
                  <a:pt x="1214908" y="101516"/>
                </a:cubicBezTo>
                <a:cubicBezTo>
                  <a:pt x="1211570" y="108636"/>
                  <a:pt x="1206973" y="114004"/>
                  <a:pt x="1201118" y="117621"/>
                </a:cubicBezTo>
                <a:cubicBezTo>
                  <a:pt x="1195263" y="121238"/>
                  <a:pt x="1188743" y="123047"/>
                  <a:pt x="1181558" y="123047"/>
                </a:cubicBezTo>
                <a:cubicBezTo>
                  <a:pt x="1169847" y="123047"/>
                  <a:pt x="1160541" y="118384"/>
                  <a:pt x="1153639" y="109058"/>
                </a:cubicBezTo>
                <a:cubicBezTo>
                  <a:pt x="1147812" y="101203"/>
                  <a:pt x="1144898" y="92388"/>
                  <a:pt x="1144898" y="82611"/>
                </a:cubicBezTo>
                <a:cubicBezTo>
                  <a:pt x="1144898" y="75490"/>
                  <a:pt x="1146666" y="68411"/>
                  <a:pt x="1150202" y="61375"/>
                </a:cubicBezTo>
                <a:cubicBezTo>
                  <a:pt x="1153738" y="54339"/>
                  <a:pt x="1158391" y="49139"/>
                  <a:pt x="1164161" y="45777"/>
                </a:cubicBezTo>
                <a:cubicBezTo>
                  <a:pt x="1169932" y="42414"/>
                  <a:pt x="1176042" y="40733"/>
                  <a:pt x="1182491" y="40733"/>
                </a:cubicBezTo>
                <a:moveTo>
                  <a:pt x="1179861" y="46333"/>
                </a:moveTo>
                <a:cubicBezTo>
                  <a:pt x="1176862" y="46333"/>
                  <a:pt x="1173850" y="47224"/>
                  <a:pt x="1170823" y="49004"/>
                </a:cubicBezTo>
                <a:cubicBezTo>
                  <a:pt x="1167796" y="50784"/>
                  <a:pt x="1165349" y="53906"/>
                  <a:pt x="1163483" y="58370"/>
                </a:cubicBezTo>
                <a:cubicBezTo>
                  <a:pt x="1161616" y="62834"/>
                  <a:pt x="1160682" y="68569"/>
                  <a:pt x="1160682" y="75576"/>
                </a:cubicBezTo>
                <a:cubicBezTo>
                  <a:pt x="1160682" y="86876"/>
                  <a:pt x="1162931" y="96624"/>
                  <a:pt x="1167429" y="104818"/>
                </a:cubicBezTo>
                <a:cubicBezTo>
                  <a:pt x="1171926" y="113010"/>
                  <a:pt x="1177852" y="117107"/>
                  <a:pt x="1185207" y="117107"/>
                </a:cubicBezTo>
                <a:cubicBezTo>
                  <a:pt x="1190694" y="117107"/>
                  <a:pt x="1195220" y="114846"/>
                  <a:pt x="1198784" y="110326"/>
                </a:cubicBezTo>
                <a:cubicBezTo>
                  <a:pt x="1202348" y="105805"/>
                  <a:pt x="1204130" y="98036"/>
                  <a:pt x="1204130" y="87018"/>
                </a:cubicBezTo>
                <a:cubicBezTo>
                  <a:pt x="1204130" y="73230"/>
                  <a:pt x="1201160" y="62381"/>
                  <a:pt x="1195220" y="54469"/>
                </a:cubicBezTo>
                <a:cubicBezTo>
                  <a:pt x="1191203" y="49045"/>
                  <a:pt x="1186084" y="46333"/>
                  <a:pt x="1179861" y="46333"/>
                </a:cubicBezTo>
                <a:close/>
                <a:moveTo>
                  <a:pt x="1286275" y="111930"/>
                </a:moveTo>
                <a:cubicBezTo>
                  <a:pt x="1282484" y="115890"/>
                  <a:pt x="1278779" y="118733"/>
                  <a:pt x="1275158" y="120459"/>
                </a:cubicBezTo>
                <a:cubicBezTo>
                  <a:pt x="1271537" y="122184"/>
                  <a:pt x="1267634" y="123047"/>
                  <a:pt x="1263447" y="123047"/>
                </a:cubicBezTo>
                <a:cubicBezTo>
                  <a:pt x="1254961" y="123047"/>
                  <a:pt x="1247550" y="119505"/>
                  <a:pt x="1241214" y="112421"/>
                </a:cubicBezTo>
                <a:cubicBezTo>
                  <a:pt x="1234878" y="105335"/>
                  <a:pt x="1231710" y="96230"/>
                  <a:pt x="1231710" y="85106"/>
                </a:cubicBezTo>
                <a:cubicBezTo>
                  <a:pt x="1231710" y="73984"/>
                  <a:pt x="1235217" y="63808"/>
                  <a:pt x="1242232" y="54578"/>
                </a:cubicBezTo>
                <a:cubicBezTo>
                  <a:pt x="1249247" y="45348"/>
                  <a:pt x="1258271" y="40733"/>
                  <a:pt x="1269303" y="40733"/>
                </a:cubicBezTo>
                <a:cubicBezTo>
                  <a:pt x="1276148" y="40733"/>
                  <a:pt x="1281805" y="42911"/>
                  <a:pt x="1286275" y="47267"/>
                </a:cubicBezTo>
                <a:lnTo>
                  <a:pt x="1286275" y="32894"/>
                </a:lnTo>
                <a:cubicBezTo>
                  <a:pt x="1286275" y="23975"/>
                  <a:pt x="1286062" y="18492"/>
                  <a:pt x="1285638" y="16447"/>
                </a:cubicBezTo>
                <a:cubicBezTo>
                  <a:pt x="1285214" y="14401"/>
                  <a:pt x="1284549" y="13010"/>
                  <a:pt x="1283644" y="12273"/>
                </a:cubicBezTo>
                <a:cubicBezTo>
                  <a:pt x="1282739" y="11534"/>
                  <a:pt x="1281607" y="11164"/>
                  <a:pt x="1280249" y="11164"/>
                </a:cubicBezTo>
                <a:cubicBezTo>
                  <a:pt x="1278779" y="11164"/>
                  <a:pt x="1276827" y="11619"/>
                  <a:pt x="1274394" y="12527"/>
                </a:cubicBezTo>
                <a:lnTo>
                  <a:pt x="1273291" y="9544"/>
                </a:lnTo>
                <a:lnTo>
                  <a:pt x="1296458" y="0"/>
                </a:lnTo>
                <a:lnTo>
                  <a:pt x="1300276" y="0"/>
                </a:lnTo>
                <a:lnTo>
                  <a:pt x="1300276" y="89867"/>
                </a:lnTo>
                <a:cubicBezTo>
                  <a:pt x="1300276" y="98975"/>
                  <a:pt x="1300489" y="104533"/>
                  <a:pt x="1300913" y="106541"/>
                </a:cubicBezTo>
                <a:cubicBezTo>
                  <a:pt x="1301337" y="108550"/>
                  <a:pt x="1302016" y="109950"/>
                  <a:pt x="1302949" y="110742"/>
                </a:cubicBezTo>
                <a:cubicBezTo>
                  <a:pt x="1303883" y="111534"/>
                  <a:pt x="1304972" y="111930"/>
                  <a:pt x="1306217" y="111930"/>
                </a:cubicBezTo>
                <a:cubicBezTo>
                  <a:pt x="1307744" y="111930"/>
                  <a:pt x="1309781" y="111449"/>
                  <a:pt x="1312326" y="110487"/>
                </a:cubicBezTo>
                <a:lnTo>
                  <a:pt x="1313260" y="113458"/>
                </a:lnTo>
                <a:lnTo>
                  <a:pt x="1290178" y="123047"/>
                </a:lnTo>
                <a:lnTo>
                  <a:pt x="1286275" y="123047"/>
                </a:lnTo>
                <a:lnTo>
                  <a:pt x="1286275" y="111930"/>
                </a:lnTo>
                <a:moveTo>
                  <a:pt x="1286275" y="106008"/>
                </a:moveTo>
                <a:lnTo>
                  <a:pt x="1286275" y="66055"/>
                </a:lnTo>
                <a:cubicBezTo>
                  <a:pt x="1285935" y="62217"/>
                  <a:pt x="1284917" y="58719"/>
                  <a:pt x="1283220" y="55559"/>
                </a:cubicBezTo>
                <a:cubicBezTo>
                  <a:pt x="1281522" y="52398"/>
                  <a:pt x="1279274" y="50014"/>
                  <a:pt x="1276473" y="48407"/>
                </a:cubicBezTo>
                <a:cubicBezTo>
                  <a:pt x="1273673" y="46798"/>
                  <a:pt x="1270943" y="45994"/>
                  <a:pt x="1268284" y="45994"/>
                </a:cubicBezTo>
                <a:cubicBezTo>
                  <a:pt x="1263306" y="45994"/>
                  <a:pt x="1258865" y="48223"/>
                  <a:pt x="1254961" y="52682"/>
                </a:cubicBezTo>
                <a:cubicBezTo>
                  <a:pt x="1249813" y="58550"/>
                  <a:pt x="1247239" y="67127"/>
                  <a:pt x="1247239" y="78413"/>
                </a:cubicBezTo>
                <a:cubicBezTo>
                  <a:pt x="1247239" y="89813"/>
                  <a:pt x="1249728" y="98546"/>
                  <a:pt x="1254707" y="104614"/>
                </a:cubicBezTo>
                <a:cubicBezTo>
                  <a:pt x="1259685" y="110679"/>
                  <a:pt x="1265229" y="113712"/>
                  <a:pt x="1271339" y="113712"/>
                </a:cubicBezTo>
                <a:cubicBezTo>
                  <a:pt x="1276487" y="113712"/>
                  <a:pt x="1281466" y="111144"/>
                  <a:pt x="1286275" y="106008"/>
                </a:cubicBezTo>
                <a:close/>
                <a:moveTo>
                  <a:pt x="1331335" y="72301"/>
                </a:moveTo>
                <a:cubicBezTo>
                  <a:pt x="1331279" y="83815"/>
                  <a:pt x="1334079" y="92846"/>
                  <a:pt x="1339736" y="99395"/>
                </a:cubicBezTo>
                <a:cubicBezTo>
                  <a:pt x="1345394" y="105941"/>
                  <a:pt x="1352041" y="109215"/>
                  <a:pt x="1359678" y="109215"/>
                </a:cubicBezTo>
                <a:cubicBezTo>
                  <a:pt x="1364770" y="109215"/>
                  <a:pt x="1369197" y="107814"/>
                  <a:pt x="1372959" y="105014"/>
                </a:cubicBezTo>
                <a:cubicBezTo>
                  <a:pt x="1376721" y="102214"/>
                  <a:pt x="1379875" y="97419"/>
                  <a:pt x="1382421" y="90630"/>
                </a:cubicBezTo>
                <a:lnTo>
                  <a:pt x="1385051" y="92327"/>
                </a:lnTo>
                <a:cubicBezTo>
                  <a:pt x="1383863" y="100078"/>
                  <a:pt x="1380412" y="107136"/>
                  <a:pt x="1374699" y="113500"/>
                </a:cubicBezTo>
                <a:cubicBezTo>
                  <a:pt x="1368985" y="119864"/>
                  <a:pt x="1361828" y="123047"/>
                  <a:pt x="1353229" y="123047"/>
                </a:cubicBezTo>
                <a:cubicBezTo>
                  <a:pt x="1343894" y="123047"/>
                  <a:pt x="1335904" y="119420"/>
                  <a:pt x="1329256" y="112166"/>
                </a:cubicBezTo>
                <a:cubicBezTo>
                  <a:pt x="1322609" y="104911"/>
                  <a:pt x="1319285" y="95157"/>
                  <a:pt x="1319285" y="82905"/>
                </a:cubicBezTo>
                <a:cubicBezTo>
                  <a:pt x="1319285" y="69639"/>
                  <a:pt x="1322694" y="59294"/>
                  <a:pt x="1329511" y="51871"/>
                </a:cubicBezTo>
                <a:cubicBezTo>
                  <a:pt x="1336328" y="44445"/>
                  <a:pt x="1344885" y="40733"/>
                  <a:pt x="1355181" y="40733"/>
                </a:cubicBezTo>
                <a:cubicBezTo>
                  <a:pt x="1363893" y="40733"/>
                  <a:pt x="1371050" y="43597"/>
                  <a:pt x="1376650" y="49325"/>
                </a:cubicBezTo>
                <a:cubicBezTo>
                  <a:pt x="1382251" y="55051"/>
                  <a:pt x="1385051" y="62710"/>
                  <a:pt x="1385051" y="72301"/>
                </a:cubicBezTo>
                <a:lnTo>
                  <a:pt x="1331335" y="72301"/>
                </a:lnTo>
                <a:moveTo>
                  <a:pt x="1331335" y="67379"/>
                </a:moveTo>
                <a:lnTo>
                  <a:pt x="1367316" y="67379"/>
                </a:lnTo>
                <a:cubicBezTo>
                  <a:pt x="1367033" y="62400"/>
                  <a:pt x="1366439" y="58893"/>
                  <a:pt x="1365534" y="56856"/>
                </a:cubicBezTo>
                <a:cubicBezTo>
                  <a:pt x="1364119" y="53688"/>
                  <a:pt x="1362012" y="51199"/>
                  <a:pt x="1359212" y="49388"/>
                </a:cubicBezTo>
                <a:cubicBezTo>
                  <a:pt x="1356411" y="47578"/>
                  <a:pt x="1353484" y="46673"/>
                  <a:pt x="1350429" y="46673"/>
                </a:cubicBezTo>
                <a:cubicBezTo>
                  <a:pt x="1345733" y="46673"/>
                  <a:pt x="1341533" y="48497"/>
                  <a:pt x="1337827" y="52146"/>
                </a:cubicBezTo>
                <a:cubicBezTo>
                  <a:pt x="1334121" y="55795"/>
                  <a:pt x="1331958" y="60873"/>
                  <a:pt x="1331335" y="67379"/>
                </a:cubicBezTo>
                <a:close/>
                <a:moveTo>
                  <a:pt x="1399334" y="149693"/>
                </a:moveTo>
                <a:lnTo>
                  <a:pt x="1399334" y="145959"/>
                </a:lnTo>
                <a:cubicBezTo>
                  <a:pt x="1405161" y="144028"/>
                  <a:pt x="1409673" y="141033"/>
                  <a:pt x="1412869" y="136972"/>
                </a:cubicBezTo>
                <a:cubicBezTo>
                  <a:pt x="1416066" y="132913"/>
                  <a:pt x="1417664" y="128611"/>
                  <a:pt x="1417664" y="124068"/>
                </a:cubicBezTo>
                <a:cubicBezTo>
                  <a:pt x="1417664" y="122991"/>
                  <a:pt x="1417409" y="122085"/>
                  <a:pt x="1416900" y="121350"/>
                </a:cubicBezTo>
                <a:cubicBezTo>
                  <a:pt x="1416504" y="120840"/>
                  <a:pt x="1416108" y="120586"/>
                  <a:pt x="1415712" y="120586"/>
                </a:cubicBezTo>
                <a:cubicBezTo>
                  <a:pt x="1415090" y="120586"/>
                  <a:pt x="1413732" y="121152"/>
                  <a:pt x="1411639" y="122283"/>
                </a:cubicBezTo>
                <a:cubicBezTo>
                  <a:pt x="1410621" y="122792"/>
                  <a:pt x="1409546" y="123047"/>
                  <a:pt x="1408414" y="123047"/>
                </a:cubicBezTo>
                <a:cubicBezTo>
                  <a:pt x="1405642" y="123047"/>
                  <a:pt x="1403436" y="122226"/>
                  <a:pt x="1401795" y="120586"/>
                </a:cubicBezTo>
                <a:cubicBezTo>
                  <a:pt x="1400155" y="118945"/>
                  <a:pt x="1399334" y="116682"/>
                  <a:pt x="1399334" y="113797"/>
                </a:cubicBezTo>
                <a:cubicBezTo>
                  <a:pt x="1399334" y="111025"/>
                  <a:pt x="1400395" y="108649"/>
                  <a:pt x="1402517" y="106669"/>
                </a:cubicBezTo>
                <a:cubicBezTo>
                  <a:pt x="1404638" y="104689"/>
                  <a:pt x="1407226" y="103699"/>
                  <a:pt x="1410281" y="103699"/>
                </a:cubicBezTo>
                <a:cubicBezTo>
                  <a:pt x="1414015" y="103699"/>
                  <a:pt x="1417339" y="105329"/>
                  <a:pt x="1420252" y="108589"/>
                </a:cubicBezTo>
                <a:cubicBezTo>
                  <a:pt x="1423166" y="111847"/>
                  <a:pt x="1424623" y="116168"/>
                  <a:pt x="1424623" y="121551"/>
                </a:cubicBezTo>
                <a:cubicBezTo>
                  <a:pt x="1424623" y="127390"/>
                  <a:pt x="1422600" y="132818"/>
                  <a:pt x="1418555" y="137834"/>
                </a:cubicBezTo>
                <a:cubicBezTo>
                  <a:pt x="1414510" y="142849"/>
                  <a:pt x="1408103" y="146802"/>
                  <a:pt x="1399334" y="149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commands,etc">
            <a:extLst xmlns:a="http://schemas.openxmlformats.org/drawingml/2006/main">
              <a:ext uri="{FF2B5EF4-FFF2-40B4-BE49-F238E27FC236}">
                <a16:creationId xmlns:a16="http://schemas.microsoft.com/office/drawing/2014/main" id="{19A84A62-8147-4A3D-99F5-9609A5AF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402" y="952029"/>
            <a:ext cx="1030932" cy="149693"/>
          </a:xfrm>
          <a:custGeom xmlns:a="http://schemas.openxmlformats.org/drawingml/2006/main">
            <a:pathLst>
              <a:path w="1030932" h="149693">
                <a:moveTo>
                  <a:pt x="65512" y="91139"/>
                </a:moveTo>
                <a:cubicBezTo>
                  <a:pt x="63419" y="101379"/>
                  <a:pt x="59317" y="109257"/>
                  <a:pt x="53207" y="114773"/>
                </a:cubicBezTo>
                <a:cubicBezTo>
                  <a:pt x="47097" y="120289"/>
                  <a:pt x="40337" y="123047"/>
                  <a:pt x="32926" y="123047"/>
                </a:cubicBezTo>
                <a:cubicBezTo>
                  <a:pt x="24100" y="123047"/>
                  <a:pt x="16406" y="119346"/>
                  <a:pt x="9844" y="111943"/>
                </a:cubicBezTo>
                <a:cubicBezTo>
                  <a:pt x="3281" y="104539"/>
                  <a:pt x="0" y="94536"/>
                  <a:pt x="0" y="81932"/>
                </a:cubicBezTo>
                <a:cubicBezTo>
                  <a:pt x="0" y="69725"/>
                  <a:pt x="3635" y="59807"/>
                  <a:pt x="10904" y="52178"/>
                </a:cubicBezTo>
                <a:cubicBezTo>
                  <a:pt x="18174" y="44548"/>
                  <a:pt x="26901" y="40733"/>
                  <a:pt x="37084" y="40733"/>
                </a:cubicBezTo>
                <a:cubicBezTo>
                  <a:pt x="44721" y="40733"/>
                  <a:pt x="51001" y="42749"/>
                  <a:pt x="55923" y="46782"/>
                </a:cubicBezTo>
                <a:cubicBezTo>
                  <a:pt x="60844" y="50812"/>
                  <a:pt x="63305" y="54999"/>
                  <a:pt x="63305" y="59341"/>
                </a:cubicBezTo>
                <a:cubicBezTo>
                  <a:pt x="63305" y="61484"/>
                  <a:pt x="62612" y="63218"/>
                  <a:pt x="61226" y="64544"/>
                </a:cubicBezTo>
                <a:cubicBezTo>
                  <a:pt x="59840" y="65868"/>
                  <a:pt x="57903" y="66530"/>
                  <a:pt x="55413" y="66530"/>
                </a:cubicBezTo>
                <a:cubicBezTo>
                  <a:pt x="52076" y="66530"/>
                  <a:pt x="49558" y="65455"/>
                  <a:pt x="47861" y="63305"/>
                </a:cubicBezTo>
                <a:cubicBezTo>
                  <a:pt x="46899" y="62117"/>
                  <a:pt x="46263" y="59854"/>
                  <a:pt x="45952" y="56517"/>
                </a:cubicBezTo>
                <a:cubicBezTo>
                  <a:pt x="45640" y="53179"/>
                  <a:pt x="44495" y="50633"/>
                  <a:pt x="42515" y="48879"/>
                </a:cubicBezTo>
                <a:cubicBezTo>
                  <a:pt x="40535" y="47182"/>
                  <a:pt x="37791" y="46333"/>
                  <a:pt x="34283" y="46333"/>
                </a:cubicBezTo>
                <a:cubicBezTo>
                  <a:pt x="28626" y="46333"/>
                  <a:pt x="24072" y="48427"/>
                  <a:pt x="20621" y="52613"/>
                </a:cubicBezTo>
                <a:cubicBezTo>
                  <a:pt x="16039" y="58157"/>
                  <a:pt x="13747" y="65483"/>
                  <a:pt x="13747" y="74592"/>
                </a:cubicBezTo>
                <a:cubicBezTo>
                  <a:pt x="13747" y="83870"/>
                  <a:pt x="16024" y="92059"/>
                  <a:pt x="20579" y="99159"/>
                </a:cubicBezTo>
                <a:cubicBezTo>
                  <a:pt x="25133" y="106259"/>
                  <a:pt x="31285" y="109809"/>
                  <a:pt x="39036" y="109809"/>
                </a:cubicBezTo>
                <a:cubicBezTo>
                  <a:pt x="44580" y="109809"/>
                  <a:pt x="49558" y="107913"/>
                  <a:pt x="53971" y="104123"/>
                </a:cubicBezTo>
                <a:cubicBezTo>
                  <a:pt x="57082" y="101521"/>
                  <a:pt x="60109" y="96797"/>
                  <a:pt x="63051" y="89951"/>
                </a:cubicBezTo>
                <a:lnTo>
                  <a:pt x="65512" y="91139"/>
                </a:lnTo>
                <a:close/>
                <a:moveTo>
                  <a:pt x="114672" y="40733"/>
                </a:moveTo>
                <a:cubicBezTo>
                  <a:pt x="126439" y="40733"/>
                  <a:pt x="135887" y="45198"/>
                  <a:pt x="143015" y="54127"/>
                </a:cubicBezTo>
                <a:cubicBezTo>
                  <a:pt x="149069" y="61756"/>
                  <a:pt x="152095" y="70516"/>
                  <a:pt x="152095" y="80407"/>
                </a:cubicBezTo>
                <a:cubicBezTo>
                  <a:pt x="152095" y="87359"/>
                  <a:pt x="150427" y="94395"/>
                  <a:pt x="147089" y="101516"/>
                </a:cubicBezTo>
                <a:cubicBezTo>
                  <a:pt x="143751" y="108636"/>
                  <a:pt x="139154" y="114004"/>
                  <a:pt x="133299" y="117621"/>
                </a:cubicBezTo>
                <a:cubicBezTo>
                  <a:pt x="127444" y="121238"/>
                  <a:pt x="120924" y="123047"/>
                  <a:pt x="113739" y="123047"/>
                </a:cubicBezTo>
                <a:cubicBezTo>
                  <a:pt x="102028" y="123047"/>
                  <a:pt x="92722" y="118384"/>
                  <a:pt x="85820" y="109058"/>
                </a:cubicBezTo>
                <a:cubicBezTo>
                  <a:pt x="79993" y="101203"/>
                  <a:pt x="77079" y="92388"/>
                  <a:pt x="77079" y="82611"/>
                </a:cubicBezTo>
                <a:cubicBezTo>
                  <a:pt x="77079" y="75490"/>
                  <a:pt x="78847" y="68411"/>
                  <a:pt x="82383" y="61375"/>
                </a:cubicBezTo>
                <a:cubicBezTo>
                  <a:pt x="85919" y="54339"/>
                  <a:pt x="90572" y="49139"/>
                  <a:pt x="96343" y="45777"/>
                </a:cubicBezTo>
                <a:cubicBezTo>
                  <a:pt x="102113" y="42414"/>
                  <a:pt x="108223" y="40733"/>
                  <a:pt x="114672" y="40733"/>
                </a:cubicBezTo>
                <a:moveTo>
                  <a:pt x="112042" y="46333"/>
                </a:moveTo>
                <a:cubicBezTo>
                  <a:pt x="109043" y="46333"/>
                  <a:pt x="106031" y="47224"/>
                  <a:pt x="103004" y="49004"/>
                </a:cubicBezTo>
                <a:cubicBezTo>
                  <a:pt x="99977" y="50784"/>
                  <a:pt x="97531" y="53906"/>
                  <a:pt x="95664" y="58370"/>
                </a:cubicBezTo>
                <a:cubicBezTo>
                  <a:pt x="93797" y="62834"/>
                  <a:pt x="92863" y="68569"/>
                  <a:pt x="92863" y="75576"/>
                </a:cubicBezTo>
                <a:cubicBezTo>
                  <a:pt x="92863" y="86876"/>
                  <a:pt x="95112" y="96624"/>
                  <a:pt x="99610" y="104818"/>
                </a:cubicBezTo>
                <a:cubicBezTo>
                  <a:pt x="104107" y="113010"/>
                  <a:pt x="110033" y="117107"/>
                  <a:pt x="117388" y="117107"/>
                </a:cubicBezTo>
                <a:cubicBezTo>
                  <a:pt x="122875" y="117107"/>
                  <a:pt x="127401" y="114846"/>
                  <a:pt x="130965" y="110326"/>
                </a:cubicBezTo>
                <a:cubicBezTo>
                  <a:pt x="134529" y="105805"/>
                  <a:pt x="136312" y="98036"/>
                  <a:pt x="136312" y="87018"/>
                </a:cubicBezTo>
                <a:cubicBezTo>
                  <a:pt x="136312" y="73230"/>
                  <a:pt x="133341" y="62381"/>
                  <a:pt x="127401" y="54469"/>
                </a:cubicBezTo>
                <a:cubicBezTo>
                  <a:pt x="123385" y="49045"/>
                  <a:pt x="118265" y="46333"/>
                  <a:pt x="112042" y="46333"/>
                </a:cubicBezTo>
                <a:close/>
                <a:moveTo>
                  <a:pt x="186633" y="57280"/>
                </a:moveTo>
                <a:cubicBezTo>
                  <a:pt x="192291" y="51623"/>
                  <a:pt x="195629" y="48370"/>
                  <a:pt x="196647" y="47521"/>
                </a:cubicBezTo>
                <a:cubicBezTo>
                  <a:pt x="199193" y="45372"/>
                  <a:pt x="201937" y="43703"/>
                  <a:pt x="204878" y="42515"/>
                </a:cubicBezTo>
                <a:cubicBezTo>
                  <a:pt x="207820" y="41327"/>
                  <a:pt x="210734" y="40733"/>
                  <a:pt x="213619" y="40733"/>
                </a:cubicBezTo>
                <a:cubicBezTo>
                  <a:pt x="218484" y="40733"/>
                  <a:pt x="222671" y="42147"/>
                  <a:pt x="226178" y="44976"/>
                </a:cubicBezTo>
                <a:cubicBezTo>
                  <a:pt x="229686" y="47804"/>
                  <a:pt x="232033" y="51906"/>
                  <a:pt x="233222" y="57280"/>
                </a:cubicBezTo>
                <a:cubicBezTo>
                  <a:pt x="239049" y="50492"/>
                  <a:pt x="243970" y="46036"/>
                  <a:pt x="247987" y="43915"/>
                </a:cubicBezTo>
                <a:cubicBezTo>
                  <a:pt x="252004" y="41793"/>
                  <a:pt x="256134" y="40733"/>
                  <a:pt x="260377" y="40733"/>
                </a:cubicBezTo>
                <a:cubicBezTo>
                  <a:pt x="264507" y="40733"/>
                  <a:pt x="268170" y="41792"/>
                  <a:pt x="271366" y="43910"/>
                </a:cubicBezTo>
                <a:cubicBezTo>
                  <a:pt x="274562" y="46026"/>
                  <a:pt x="277094" y="49483"/>
                  <a:pt x="278961" y="54281"/>
                </a:cubicBezTo>
                <a:cubicBezTo>
                  <a:pt x="280206" y="57555"/>
                  <a:pt x="280828" y="62692"/>
                  <a:pt x="280828" y="69691"/>
                </a:cubicBezTo>
                <a:lnTo>
                  <a:pt x="280828" y="103052"/>
                </a:lnTo>
                <a:cubicBezTo>
                  <a:pt x="280828" y="107906"/>
                  <a:pt x="281196" y="111237"/>
                  <a:pt x="281931" y="113044"/>
                </a:cubicBezTo>
                <a:cubicBezTo>
                  <a:pt x="282497" y="114285"/>
                  <a:pt x="283543" y="115343"/>
                  <a:pt x="285071" y="116218"/>
                </a:cubicBezTo>
                <a:cubicBezTo>
                  <a:pt x="286598" y="117093"/>
                  <a:pt x="289088" y="117531"/>
                  <a:pt x="292539" y="117531"/>
                </a:cubicBezTo>
                <a:lnTo>
                  <a:pt x="292539" y="120671"/>
                </a:lnTo>
                <a:lnTo>
                  <a:pt x="254182" y="120671"/>
                </a:lnTo>
                <a:lnTo>
                  <a:pt x="254182" y="117531"/>
                </a:lnTo>
                <a:lnTo>
                  <a:pt x="255794" y="117531"/>
                </a:lnTo>
                <a:cubicBezTo>
                  <a:pt x="259132" y="117531"/>
                  <a:pt x="261734" y="116884"/>
                  <a:pt x="263601" y="115590"/>
                </a:cubicBezTo>
                <a:cubicBezTo>
                  <a:pt x="264903" y="114688"/>
                  <a:pt x="265836" y="113252"/>
                  <a:pt x="266402" y="111283"/>
                </a:cubicBezTo>
                <a:cubicBezTo>
                  <a:pt x="266628" y="110327"/>
                  <a:pt x="266741" y="107597"/>
                  <a:pt x="266741" y="103094"/>
                </a:cubicBezTo>
                <a:lnTo>
                  <a:pt x="266741" y="69829"/>
                </a:lnTo>
                <a:cubicBezTo>
                  <a:pt x="266741" y="63525"/>
                  <a:pt x="265977" y="59078"/>
                  <a:pt x="264450" y="56490"/>
                </a:cubicBezTo>
                <a:cubicBezTo>
                  <a:pt x="262244" y="52887"/>
                  <a:pt x="258708" y="51086"/>
                  <a:pt x="253842" y="51086"/>
                </a:cubicBezTo>
                <a:cubicBezTo>
                  <a:pt x="250844" y="51086"/>
                  <a:pt x="247832" y="51832"/>
                  <a:pt x="244805" y="53324"/>
                </a:cubicBezTo>
                <a:cubicBezTo>
                  <a:pt x="241778" y="54814"/>
                  <a:pt x="238115" y="57586"/>
                  <a:pt x="233816" y="61640"/>
                </a:cubicBezTo>
                <a:lnTo>
                  <a:pt x="233646" y="62568"/>
                </a:lnTo>
                <a:lnTo>
                  <a:pt x="233816" y="66199"/>
                </a:lnTo>
                <a:lnTo>
                  <a:pt x="233816" y="103094"/>
                </a:lnTo>
                <a:cubicBezTo>
                  <a:pt x="233816" y="108385"/>
                  <a:pt x="234113" y="111678"/>
                  <a:pt x="234707" y="112972"/>
                </a:cubicBezTo>
                <a:cubicBezTo>
                  <a:pt x="235301" y="114266"/>
                  <a:pt x="236418" y="115350"/>
                  <a:pt x="238059" y="116223"/>
                </a:cubicBezTo>
                <a:cubicBezTo>
                  <a:pt x="239699" y="117095"/>
                  <a:pt x="242500" y="117531"/>
                  <a:pt x="246460" y="117531"/>
                </a:cubicBezTo>
                <a:lnTo>
                  <a:pt x="246460" y="120671"/>
                </a:lnTo>
                <a:lnTo>
                  <a:pt x="207170" y="120671"/>
                </a:lnTo>
                <a:lnTo>
                  <a:pt x="207170" y="117531"/>
                </a:lnTo>
                <a:cubicBezTo>
                  <a:pt x="211469" y="117531"/>
                  <a:pt x="214425" y="117024"/>
                  <a:pt x="216037" y="116011"/>
                </a:cubicBezTo>
                <a:cubicBezTo>
                  <a:pt x="217650" y="114998"/>
                  <a:pt x="218767" y="113479"/>
                  <a:pt x="219389" y="111453"/>
                </a:cubicBezTo>
                <a:cubicBezTo>
                  <a:pt x="219672" y="110495"/>
                  <a:pt x="219814" y="107708"/>
                  <a:pt x="219814" y="103094"/>
                </a:cubicBezTo>
                <a:lnTo>
                  <a:pt x="219814" y="69829"/>
                </a:lnTo>
                <a:cubicBezTo>
                  <a:pt x="219814" y="63525"/>
                  <a:pt x="218880" y="58993"/>
                  <a:pt x="217013" y="56236"/>
                </a:cubicBezTo>
                <a:cubicBezTo>
                  <a:pt x="214524" y="52633"/>
                  <a:pt x="211045" y="50831"/>
                  <a:pt x="206576" y="50831"/>
                </a:cubicBezTo>
                <a:cubicBezTo>
                  <a:pt x="203521" y="50831"/>
                  <a:pt x="200494" y="51647"/>
                  <a:pt x="197496" y="53279"/>
                </a:cubicBezTo>
                <a:cubicBezTo>
                  <a:pt x="192800" y="55756"/>
                  <a:pt x="189179" y="58542"/>
                  <a:pt x="186633" y="61637"/>
                </a:cubicBezTo>
                <a:lnTo>
                  <a:pt x="186633" y="103094"/>
                </a:lnTo>
                <a:cubicBezTo>
                  <a:pt x="186633" y="108159"/>
                  <a:pt x="186987" y="111452"/>
                  <a:pt x="187694" y="112972"/>
                </a:cubicBezTo>
                <a:cubicBezTo>
                  <a:pt x="188401" y="114491"/>
                  <a:pt x="189448" y="115630"/>
                  <a:pt x="190834" y="116391"/>
                </a:cubicBezTo>
                <a:cubicBezTo>
                  <a:pt x="192220" y="117151"/>
                  <a:pt x="195035" y="117531"/>
                  <a:pt x="199278" y="117531"/>
                </a:cubicBezTo>
                <a:lnTo>
                  <a:pt x="199278" y="120671"/>
                </a:lnTo>
                <a:lnTo>
                  <a:pt x="160836" y="120671"/>
                </a:lnTo>
                <a:lnTo>
                  <a:pt x="160836" y="117531"/>
                </a:lnTo>
                <a:cubicBezTo>
                  <a:pt x="164400" y="117531"/>
                  <a:pt x="166889" y="117150"/>
                  <a:pt x="168304" y="116388"/>
                </a:cubicBezTo>
                <a:cubicBezTo>
                  <a:pt x="169718" y="115626"/>
                  <a:pt x="170793" y="114412"/>
                  <a:pt x="171528" y="112747"/>
                </a:cubicBezTo>
                <a:cubicBezTo>
                  <a:pt x="172264" y="111081"/>
                  <a:pt x="172632" y="107850"/>
                  <a:pt x="172632" y="103052"/>
                </a:cubicBezTo>
                <a:lnTo>
                  <a:pt x="172632" y="73417"/>
                </a:lnTo>
                <a:cubicBezTo>
                  <a:pt x="172632" y="64892"/>
                  <a:pt x="172377" y="59389"/>
                  <a:pt x="171868" y="56906"/>
                </a:cubicBezTo>
                <a:cubicBezTo>
                  <a:pt x="171472" y="55043"/>
                  <a:pt x="170850" y="53759"/>
                  <a:pt x="170001" y="53053"/>
                </a:cubicBezTo>
                <a:cubicBezTo>
                  <a:pt x="169152" y="52348"/>
                  <a:pt x="167993" y="51995"/>
                  <a:pt x="166522" y="51995"/>
                </a:cubicBezTo>
                <a:cubicBezTo>
                  <a:pt x="164938" y="51995"/>
                  <a:pt x="163042" y="52419"/>
                  <a:pt x="160836" y="53265"/>
                </a:cubicBezTo>
                <a:lnTo>
                  <a:pt x="159563" y="50216"/>
                </a:lnTo>
                <a:lnTo>
                  <a:pt x="182985" y="40733"/>
                </a:lnTo>
                <a:lnTo>
                  <a:pt x="186633" y="40733"/>
                </a:lnTo>
                <a:lnTo>
                  <a:pt x="186633" y="57280"/>
                </a:lnTo>
                <a:close/>
                <a:moveTo>
                  <a:pt x="321844" y="57280"/>
                </a:moveTo>
                <a:cubicBezTo>
                  <a:pt x="327501" y="51623"/>
                  <a:pt x="330839" y="48370"/>
                  <a:pt x="331858" y="47521"/>
                </a:cubicBezTo>
                <a:cubicBezTo>
                  <a:pt x="334403" y="45372"/>
                  <a:pt x="337147" y="43703"/>
                  <a:pt x="340089" y="42515"/>
                </a:cubicBezTo>
                <a:cubicBezTo>
                  <a:pt x="343031" y="41327"/>
                  <a:pt x="345944" y="40733"/>
                  <a:pt x="348830" y="40733"/>
                </a:cubicBezTo>
                <a:cubicBezTo>
                  <a:pt x="353695" y="40733"/>
                  <a:pt x="357881" y="42147"/>
                  <a:pt x="361389" y="44976"/>
                </a:cubicBezTo>
                <a:cubicBezTo>
                  <a:pt x="364896" y="47804"/>
                  <a:pt x="367244" y="51906"/>
                  <a:pt x="368432" y="57280"/>
                </a:cubicBezTo>
                <a:cubicBezTo>
                  <a:pt x="374259" y="50492"/>
                  <a:pt x="379181" y="46036"/>
                  <a:pt x="383198" y="43915"/>
                </a:cubicBezTo>
                <a:cubicBezTo>
                  <a:pt x="387214" y="41793"/>
                  <a:pt x="391344" y="40733"/>
                  <a:pt x="395587" y="40733"/>
                </a:cubicBezTo>
                <a:cubicBezTo>
                  <a:pt x="399717" y="40733"/>
                  <a:pt x="403380" y="41792"/>
                  <a:pt x="406577" y="43910"/>
                </a:cubicBezTo>
                <a:cubicBezTo>
                  <a:pt x="409773" y="46026"/>
                  <a:pt x="412305" y="49483"/>
                  <a:pt x="414172" y="54281"/>
                </a:cubicBezTo>
                <a:cubicBezTo>
                  <a:pt x="415416" y="57555"/>
                  <a:pt x="416039" y="62692"/>
                  <a:pt x="416039" y="69691"/>
                </a:cubicBezTo>
                <a:lnTo>
                  <a:pt x="416039" y="103052"/>
                </a:lnTo>
                <a:cubicBezTo>
                  <a:pt x="416039" y="107906"/>
                  <a:pt x="416406" y="111237"/>
                  <a:pt x="417142" y="113044"/>
                </a:cubicBezTo>
                <a:cubicBezTo>
                  <a:pt x="417707" y="114285"/>
                  <a:pt x="418754" y="115343"/>
                  <a:pt x="420281" y="116218"/>
                </a:cubicBezTo>
                <a:cubicBezTo>
                  <a:pt x="421809" y="117093"/>
                  <a:pt x="424298" y="117531"/>
                  <a:pt x="427749" y="117531"/>
                </a:cubicBezTo>
                <a:lnTo>
                  <a:pt x="427749" y="120671"/>
                </a:lnTo>
                <a:lnTo>
                  <a:pt x="389393" y="120671"/>
                </a:lnTo>
                <a:lnTo>
                  <a:pt x="389393" y="117531"/>
                </a:lnTo>
                <a:lnTo>
                  <a:pt x="391005" y="117531"/>
                </a:lnTo>
                <a:cubicBezTo>
                  <a:pt x="394343" y="117531"/>
                  <a:pt x="396945" y="116884"/>
                  <a:pt x="398812" y="115590"/>
                </a:cubicBezTo>
                <a:cubicBezTo>
                  <a:pt x="400113" y="114688"/>
                  <a:pt x="401047" y="113252"/>
                  <a:pt x="401612" y="111283"/>
                </a:cubicBezTo>
                <a:cubicBezTo>
                  <a:pt x="401839" y="110327"/>
                  <a:pt x="401952" y="107597"/>
                  <a:pt x="401952" y="103094"/>
                </a:cubicBezTo>
                <a:lnTo>
                  <a:pt x="401952" y="69829"/>
                </a:lnTo>
                <a:cubicBezTo>
                  <a:pt x="401952" y="63525"/>
                  <a:pt x="401188" y="59078"/>
                  <a:pt x="399661" y="56490"/>
                </a:cubicBezTo>
                <a:cubicBezTo>
                  <a:pt x="397454" y="52887"/>
                  <a:pt x="393918" y="51086"/>
                  <a:pt x="389053" y="51086"/>
                </a:cubicBezTo>
                <a:cubicBezTo>
                  <a:pt x="386055" y="51086"/>
                  <a:pt x="383042" y="51832"/>
                  <a:pt x="380016" y="53324"/>
                </a:cubicBezTo>
                <a:cubicBezTo>
                  <a:pt x="376989" y="54814"/>
                  <a:pt x="373326" y="57586"/>
                  <a:pt x="369026" y="61640"/>
                </a:cubicBezTo>
                <a:lnTo>
                  <a:pt x="368856" y="62568"/>
                </a:lnTo>
                <a:lnTo>
                  <a:pt x="369026" y="66199"/>
                </a:lnTo>
                <a:lnTo>
                  <a:pt x="369026" y="103094"/>
                </a:lnTo>
                <a:cubicBezTo>
                  <a:pt x="369026" y="108385"/>
                  <a:pt x="369323" y="111678"/>
                  <a:pt x="369917" y="112972"/>
                </a:cubicBezTo>
                <a:cubicBezTo>
                  <a:pt x="370511" y="114266"/>
                  <a:pt x="371629" y="115350"/>
                  <a:pt x="373269" y="116223"/>
                </a:cubicBezTo>
                <a:cubicBezTo>
                  <a:pt x="374910" y="117095"/>
                  <a:pt x="377710" y="117531"/>
                  <a:pt x="381670" y="117531"/>
                </a:cubicBezTo>
                <a:lnTo>
                  <a:pt x="381670" y="120671"/>
                </a:lnTo>
                <a:lnTo>
                  <a:pt x="342380" y="120671"/>
                </a:lnTo>
                <a:lnTo>
                  <a:pt x="342380" y="117531"/>
                </a:lnTo>
                <a:cubicBezTo>
                  <a:pt x="346680" y="117531"/>
                  <a:pt x="349636" y="117024"/>
                  <a:pt x="351248" y="116011"/>
                </a:cubicBezTo>
                <a:cubicBezTo>
                  <a:pt x="352860" y="114998"/>
                  <a:pt x="353978" y="113479"/>
                  <a:pt x="354600" y="111453"/>
                </a:cubicBezTo>
                <a:cubicBezTo>
                  <a:pt x="354883" y="110495"/>
                  <a:pt x="355024" y="107708"/>
                  <a:pt x="355024" y="103094"/>
                </a:cubicBezTo>
                <a:lnTo>
                  <a:pt x="355024" y="69829"/>
                </a:lnTo>
                <a:cubicBezTo>
                  <a:pt x="355024" y="63525"/>
                  <a:pt x="354091" y="58993"/>
                  <a:pt x="352224" y="56236"/>
                </a:cubicBezTo>
                <a:cubicBezTo>
                  <a:pt x="349735" y="52633"/>
                  <a:pt x="346255" y="50831"/>
                  <a:pt x="341786" y="50831"/>
                </a:cubicBezTo>
                <a:cubicBezTo>
                  <a:pt x="338731" y="50831"/>
                  <a:pt x="335705" y="51647"/>
                  <a:pt x="332706" y="53279"/>
                </a:cubicBezTo>
                <a:cubicBezTo>
                  <a:pt x="328011" y="55756"/>
                  <a:pt x="324390" y="58542"/>
                  <a:pt x="321844" y="61637"/>
                </a:cubicBezTo>
                <a:lnTo>
                  <a:pt x="321844" y="103094"/>
                </a:lnTo>
                <a:cubicBezTo>
                  <a:pt x="321844" y="108159"/>
                  <a:pt x="322198" y="111452"/>
                  <a:pt x="322905" y="112972"/>
                </a:cubicBezTo>
                <a:cubicBezTo>
                  <a:pt x="323612" y="114491"/>
                  <a:pt x="324659" y="115630"/>
                  <a:pt x="326045" y="116391"/>
                </a:cubicBezTo>
                <a:cubicBezTo>
                  <a:pt x="327431" y="117151"/>
                  <a:pt x="330245" y="117531"/>
                  <a:pt x="334488" y="117531"/>
                </a:cubicBezTo>
                <a:lnTo>
                  <a:pt x="334488" y="120671"/>
                </a:lnTo>
                <a:lnTo>
                  <a:pt x="296047" y="120671"/>
                </a:lnTo>
                <a:lnTo>
                  <a:pt x="296047" y="117531"/>
                </a:lnTo>
                <a:cubicBezTo>
                  <a:pt x="299611" y="117531"/>
                  <a:pt x="302100" y="117150"/>
                  <a:pt x="303514" y="116388"/>
                </a:cubicBezTo>
                <a:cubicBezTo>
                  <a:pt x="304929" y="115626"/>
                  <a:pt x="306004" y="114412"/>
                  <a:pt x="306739" y="112747"/>
                </a:cubicBezTo>
                <a:cubicBezTo>
                  <a:pt x="307475" y="111081"/>
                  <a:pt x="307842" y="107850"/>
                  <a:pt x="307842" y="103052"/>
                </a:cubicBezTo>
                <a:lnTo>
                  <a:pt x="307842" y="73417"/>
                </a:lnTo>
                <a:cubicBezTo>
                  <a:pt x="307842" y="64892"/>
                  <a:pt x="307588" y="59389"/>
                  <a:pt x="307079" y="56906"/>
                </a:cubicBezTo>
                <a:cubicBezTo>
                  <a:pt x="306682" y="55043"/>
                  <a:pt x="306060" y="53759"/>
                  <a:pt x="305212" y="53053"/>
                </a:cubicBezTo>
                <a:cubicBezTo>
                  <a:pt x="304363" y="52348"/>
                  <a:pt x="303203" y="51995"/>
                  <a:pt x="301732" y="51995"/>
                </a:cubicBezTo>
                <a:cubicBezTo>
                  <a:pt x="300148" y="51995"/>
                  <a:pt x="298253" y="52419"/>
                  <a:pt x="296047" y="53265"/>
                </a:cubicBezTo>
                <a:lnTo>
                  <a:pt x="294774" y="50216"/>
                </a:lnTo>
                <a:lnTo>
                  <a:pt x="318195" y="40733"/>
                </a:lnTo>
                <a:lnTo>
                  <a:pt x="321844" y="40733"/>
                </a:lnTo>
                <a:lnTo>
                  <a:pt x="321844" y="57280"/>
                </a:lnTo>
                <a:close/>
                <a:moveTo>
                  <a:pt x="478016" y="109469"/>
                </a:moveTo>
                <a:cubicBezTo>
                  <a:pt x="470039" y="115636"/>
                  <a:pt x="465032" y="119200"/>
                  <a:pt x="462995" y="120161"/>
                </a:cubicBezTo>
                <a:cubicBezTo>
                  <a:pt x="459940" y="121632"/>
                  <a:pt x="456688" y="122368"/>
                  <a:pt x="453237" y="122368"/>
                </a:cubicBezTo>
                <a:cubicBezTo>
                  <a:pt x="447862" y="122368"/>
                  <a:pt x="443435" y="120529"/>
                  <a:pt x="439956" y="116852"/>
                </a:cubicBezTo>
                <a:cubicBezTo>
                  <a:pt x="436477" y="113175"/>
                  <a:pt x="434737" y="108338"/>
                  <a:pt x="434737" y="102341"/>
                </a:cubicBezTo>
                <a:cubicBezTo>
                  <a:pt x="434737" y="98551"/>
                  <a:pt x="435586" y="95269"/>
                  <a:pt x="437283" y="92497"/>
                </a:cubicBezTo>
                <a:cubicBezTo>
                  <a:pt x="439602" y="88650"/>
                  <a:pt x="443633" y="85030"/>
                  <a:pt x="449375" y="81635"/>
                </a:cubicBezTo>
                <a:cubicBezTo>
                  <a:pt x="455118" y="78241"/>
                  <a:pt x="464664" y="74111"/>
                  <a:pt x="478016" y="69246"/>
                </a:cubicBezTo>
                <a:lnTo>
                  <a:pt x="478016" y="66191"/>
                </a:lnTo>
                <a:cubicBezTo>
                  <a:pt x="478016" y="58440"/>
                  <a:pt x="476785" y="53122"/>
                  <a:pt x="474324" y="50237"/>
                </a:cubicBezTo>
                <a:cubicBezTo>
                  <a:pt x="471863" y="47352"/>
                  <a:pt x="468285" y="45909"/>
                  <a:pt x="463589" y="45909"/>
                </a:cubicBezTo>
                <a:cubicBezTo>
                  <a:pt x="460025" y="45909"/>
                  <a:pt x="457197" y="46867"/>
                  <a:pt x="455103" y="48784"/>
                </a:cubicBezTo>
                <a:cubicBezTo>
                  <a:pt x="452954" y="50700"/>
                  <a:pt x="451879" y="52899"/>
                  <a:pt x="451879" y="55379"/>
                </a:cubicBezTo>
                <a:lnTo>
                  <a:pt x="452049" y="60282"/>
                </a:lnTo>
                <a:cubicBezTo>
                  <a:pt x="452049" y="62874"/>
                  <a:pt x="451384" y="64874"/>
                  <a:pt x="450054" y="66283"/>
                </a:cubicBezTo>
                <a:cubicBezTo>
                  <a:pt x="448725" y="67692"/>
                  <a:pt x="446985" y="68397"/>
                  <a:pt x="444835" y="68397"/>
                </a:cubicBezTo>
                <a:cubicBezTo>
                  <a:pt x="442742" y="68397"/>
                  <a:pt x="441031" y="67664"/>
                  <a:pt x="439701" y="66199"/>
                </a:cubicBezTo>
                <a:cubicBezTo>
                  <a:pt x="438372" y="64731"/>
                  <a:pt x="437707" y="62728"/>
                  <a:pt x="437707" y="60189"/>
                </a:cubicBezTo>
                <a:cubicBezTo>
                  <a:pt x="437707" y="55340"/>
                  <a:pt x="440196" y="50885"/>
                  <a:pt x="445175" y="46824"/>
                </a:cubicBezTo>
                <a:cubicBezTo>
                  <a:pt x="450153" y="42763"/>
                  <a:pt x="457140" y="40733"/>
                  <a:pt x="466135" y="40733"/>
                </a:cubicBezTo>
                <a:cubicBezTo>
                  <a:pt x="473037" y="40733"/>
                  <a:pt x="478694" y="41891"/>
                  <a:pt x="483107" y="44207"/>
                </a:cubicBezTo>
                <a:cubicBezTo>
                  <a:pt x="486445" y="45959"/>
                  <a:pt x="488906" y="48700"/>
                  <a:pt x="490490" y="52430"/>
                </a:cubicBezTo>
                <a:cubicBezTo>
                  <a:pt x="491508" y="54859"/>
                  <a:pt x="492017" y="59831"/>
                  <a:pt x="492017" y="67347"/>
                </a:cubicBezTo>
                <a:lnTo>
                  <a:pt x="492017" y="93706"/>
                </a:lnTo>
                <a:cubicBezTo>
                  <a:pt x="492017" y="101109"/>
                  <a:pt x="492159" y="105643"/>
                  <a:pt x="492442" y="107311"/>
                </a:cubicBezTo>
                <a:cubicBezTo>
                  <a:pt x="492725" y="108978"/>
                  <a:pt x="493191" y="110094"/>
                  <a:pt x="493842" y="110660"/>
                </a:cubicBezTo>
                <a:cubicBezTo>
                  <a:pt x="494493" y="111224"/>
                  <a:pt x="495242" y="111506"/>
                  <a:pt x="496091" y="111506"/>
                </a:cubicBezTo>
                <a:cubicBezTo>
                  <a:pt x="496996" y="111506"/>
                  <a:pt x="497788" y="111308"/>
                  <a:pt x="498467" y="110912"/>
                </a:cubicBezTo>
                <a:cubicBezTo>
                  <a:pt x="499655" y="110176"/>
                  <a:pt x="501946" y="108111"/>
                  <a:pt x="505340" y="104717"/>
                </a:cubicBezTo>
                <a:lnTo>
                  <a:pt x="505340" y="109469"/>
                </a:lnTo>
                <a:cubicBezTo>
                  <a:pt x="499004" y="117955"/>
                  <a:pt x="492951" y="122198"/>
                  <a:pt x="487180" y="122198"/>
                </a:cubicBezTo>
                <a:cubicBezTo>
                  <a:pt x="484408" y="122198"/>
                  <a:pt x="482202" y="121236"/>
                  <a:pt x="480561" y="119313"/>
                </a:cubicBezTo>
                <a:cubicBezTo>
                  <a:pt x="478921" y="117389"/>
                  <a:pt x="478072" y="114108"/>
                  <a:pt x="478016" y="109469"/>
                </a:cubicBezTo>
                <a:moveTo>
                  <a:pt x="478016" y="103906"/>
                </a:moveTo>
                <a:lnTo>
                  <a:pt x="478016" y="74422"/>
                </a:lnTo>
                <a:cubicBezTo>
                  <a:pt x="469473" y="77801"/>
                  <a:pt x="463957" y="80194"/>
                  <a:pt x="461468" y="81603"/>
                </a:cubicBezTo>
                <a:cubicBezTo>
                  <a:pt x="456999" y="84082"/>
                  <a:pt x="453802" y="86673"/>
                  <a:pt x="451879" y="89376"/>
                </a:cubicBezTo>
                <a:cubicBezTo>
                  <a:pt x="449955" y="92079"/>
                  <a:pt x="448994" y="95036"/>
                  <a:pt x="448994" y="98246"/>
                </a:cubicBezTo>
                <a:cubicBezTo>
                  <a:pt x="448994" y="102302"/>
                  <a:pt x="450210" y="105667"/>
                  <a:pt x="452643" y="108342"/>
                </a:cubicBezTo>
                <a:cubicBezTo>
                  <a:pt x="455075" y="111017"/>
                  <a:pt x="457876" y="112354"/>
                  <a:pt x="461044" y="112354"/>
                </a:cubicBezTo>
                <a:cubicBezTo>
                  <a:pt x="465343" y="112354"/>
                  <a:pt x="471001" y="109538"/>
                  <a:pt x="478016" y="103906"/>
                </a:cubicBezTo>
                <a:close/>
                <a:moveTo>
                  <a:pt x="533795" y="57196"/>
                </a:moveTo>
                <a:cubicBezTo>
                  <a:pt x="542903" y="46220"/>
                  <a:pt x="551587" y="40733"/>
                  <a:pt x="559847" y="40733"/>
                </a:cubicBezTo>
                <a:cubicBezTo>
                  <a:pt x="564090" y="40733"/>
                  <a:pt x="567739" y="41792"/>
                  <a:pt x="570794" y="43910"/>
                </a:cubicBezTo>
                <a:cubicBezTo>
                  <a:pt x="573848" y="46026"/>
                  <a:pt x="576281" y="49511"/>
                  <a:pt x="578091" y="54366"/>
                </a:cubicBezTo>
                <a:cubicBezTo>
                  <a:pt x="579336" y="57752"/>
                  <a:pt x="579958" y="62945"/>
                  <a:pt x="579958" y="69946"/>
                </a:cubicBezTo>
                <a:lnTo>
                  <a:pt x="579958" y="103052"/>
                </a:lnTo>
                <a:cubicBezTo>
                  <a:pt x="579958" y="107963"/>
                  <a:pt x="580354" y="111294"/>
                  <a:pt x="581146" y="113044"/>
                </a:cubicBezTo>
                <a:cubicBezTo>
                  <a:pt x="581769" y="114455"/>
                  <a:pt x="582773" y="115555"/>
                  <a:pt x="584159" y="116345"/>
                </a:cubicBezTo>
                <a:cubicBezTo>
                  <a:pt x="585545" y="117136"/>
                  <a:pt x="588105" y="117531"/>
                  <a:pt x="591839" y="117531"/>
                </a:cubicBezTo>
                <a:lnTo>
                  <a:pt x="591839" y="120671"/>
                </a:lnTo>
                <a:lnTo>
                  <a:pt x="553397" y="120671"/>
                </a:lnTo>
                <a:lnTo>
                  <a:pt x="553397" y="117531"/>
                </a:lnTo>
                <a:lnTo>
                  <a:pt x="555010" y="117531"/>
                </a:lnTo>
                <a:cubicBezTo>
                  <a:pt x="558630" y="117531"/>
                  <a:pt x="561162" y="116982"/>
                  <a:pt x="562605" y="115884"/>
                </a:cubicBezTo>
                <a:cubicBezTo>
                  <a:pt x="564047" y="114786"/>
                  <a:pt x="565051" y="113169"/>
                  <a:pt x="565617" y="111031"/>
                </a:cubicBezTo>
                <a:cubicBezTo>
                  <a:pt x="565843" y="110186"/>
                  <a:pt x="565957" y="107540"/>
                  <a:pt x="565957" y="103094"/>
                </a:cubicBezTo>
                <a:lnTo>
                  <a:pt x="565957" y="71433"/>
                </a:lnTo>
                <a:cubicBezTo>
                  <a:pt x="565957" y="64399"/>
                  <a:pt x="565037" y="59291"/>
                  <a:pt x="563199" y="56111"/>
                </a:cubicBezTo>
                <a:cubicBezTo>
                  <a:pt x="561360" y="52930"/>
                  <a:pt x="558263" y="51340"/>
                  <a:pt x="553906" y="51340"/>
                </a:cubicBezTo>
                <a:cubicBezTo>
                  <a:pt x="547174" y="51340"/>
                  <a:pt x="540470" y="54999"/>
                  <a:pt x="533795" y="62316"/>
                </a:cubicBezTo>
                <a:lnTo>
                  <a:pt x="533795" y="103094"/>
                </a:lnTo>
                <a:cubicBezTo>
                  <a:pt x="533795" y="108329"/>
                  <a:pt x="534106" y="111565"/>
                  <a:pt x="534728" y="112803"/>
                </a:cubicBezTo>
                <a:cubicBezTo>
                  <a:pt x="535520" y="114434"/>
                  <a:pt x="536609" y="115630"/>
                  <a:pt x="537995" y="116391"/>
                </a:cubicBezTo>
                <a:cubicBezTo>
                  <a:pt x="539381" y="117151"/>
                  <a:pt x="542196" y="117531"/>
                  <a:pt x="546439" y="117531"/>
                </a:cubicBezTo>
                <a:lnTo>
                  <a:pt x="546439" y="120671"/>
                </a:lnTo>
                <a:lnTo>
                  <a:pt x="507997" y="120671"/>
                </a:lnTo>
                <a:lnTo>
                  <a:pt x="507997" y="117531"/>
                </a:lnTo>
                <a:lnTo>
                  <a:pt x="509694" y="117531"/>
                </a:lnTo>
                <a:cubicBezTo>
                  <a:pt x="513655" y="117531"/>
                  <a:pt x="516328" y="116529"/>
                  <a:pt x="517714" y="114526"/>
                </a:cubicBezTo>
                <a:cubicBezTo>
                  <a:pt x="519100" y="112521"/>
                  <a:pt x="519793" y="108697"/>
                  <a:pt x="519793" y="103052"/>
                </a:cubicBezTo>
                <a:lnTo>
                  <a:pt x="519793" y="74263"/>
                </a:lnTo>
                <a:cubicBezTo>
                  <a:pt x="519793" y="64950"/>
                  <a:pt x="519581" y="59277"/>
                  <a:pt x="519156" y="57246"/>
                </a:cubicBezTo>
                <a:cubicBezTo>
                  <a:pt x="518732" y="55213"/>
                  <a:pt x="518081" y="53829"/>
                  <a:pt x="517205" y="53096"/>
                </a:cubicBezTo>
                <a:cubicBezTo>
                  <a:pt x="516328" y="52362"/>
                  <a:pt x="515154" y="51995"/>
                  <a:pt x="513683" y="51995"/>
                </a:cubicBezTo>
                <a:cubicBezTo>
                  <a:pt x="512099" y="51995"/>
                  <a:pt x="510204" y="52419"/>
                  <a:pt x="507997" y="53265"/>
                </a:cubicBezTo>
                <a:lnTo>
                  <a:pt x="506724" y="50216"/>
                </a:lnTo>
                <a:lnTo>
                  <a:pt x="530146" y="40733"/>
                </a:lnTo>
                <a:lnTo>
                  <a:pt x="533795" y="40733"/>
                </a:lnTo>
                <a:lnTo>
                  <a:pt x="533795" y="57196"/>
                </a:lnTo>
                <a:close/>
                <a:moveTo>
                  <a:pt x="652938" y="111930"/>
                </a:moveTo>
                <a:cubicBezTo>
                  <a:pt x="649148" y="115890"/>
                  <a:pt x="645442" y="118733"/>
                  <a:pt x="641821" y="120459"/>
                </a:cubicBezTo>
                <a:cubicBezTo>
                  <a:pt x="638201" y="122184"/>
                  <a:pt x="634297" y="123047"/>
                  <a:pt x="630111" y="123047"/>
                </a:cubicBezTo>
                <a:cubicBezTo>
                  <a:pt x="621625" y="123047"/>
                  <a:pt x="614214" y="119505"/>
                  <a:pt x="607877" y="112421"/>
                </a:cubicBezTo>
                <a:cubicBezTo>
                  <a:pt x="601541" y="105335"/>
                  <a:pt x="598373" y="96230"/>
                  <a:pt x="598373" y="85106"/>
                </a:cubicBezTo>
                <a:cubicBezTo>
                  <a:pt x="598373" y="73984"/>
                  <a:pt x="601881" y="63808"/>
                  <a:pt x="608896" y="54578"/>
                </a:cubicBezTo>
                <a:cubicBezTo>
                  <a:pt x="615911" y="45348"/>
                  <a:pt x="624934" y="40733"/>
                  <a:pt x="635966" y="40733"/>
                </a:cubicBezTo>
                <a:cubicBezTo>
                  <a:pt x="642811" y="40733"/>
                  <a:pt x="648469" y="42911"/>
                  <a:pt x="652938" y="47267"/>
                </a:cubicBezTo>
                <a:lnTo>
                  <a:pt x="652938" y="32894"/>
                </a:lnTo>
                <a:cubicBezTo>
                  <a:pt x="652938" y="23975"/>
                  <a:pt x="652726" y="18492"/>
                  <a:pt x="652301" y="16447"/>
                </a:cubicBezTo>
                <a:cubicBezTo>
                  <a:pt x="651877" y="14401"/>
                  <a:pt x="651212" y="13010"/>
                  <a:pt x="650307" y="12273"/>
                </a:cubicBezTo>
                <a:cubicBezTo>
                  <a:pt x="649402" y="11534"/>
                  <a:pt x="648271" y="11164"/>
                  <a:pt x="646913" y="11164"/>
                </a:cubicBezTo>
                <a:cubicBezTo>
                  <a:pt x="645442" y="11164"/>
                  <a:pt x="643490" y="11619"/>
                  <a:pt x="641058" y="12527"/>
                </a:cubicBezTo>
                <a:lnTo>
                  <a:pt x="639954" y="9544"/>
                </a:lnTo>
                <a:lnTo>
                  <a:pt x="663121" y="0"/>
                </a:lnTo>
                <a:lnTo>
                  <a:pt x="666940" y="0"/>
                </a:lnTo>
                <a:lnTo>
                  <a:pt x="666940" y="89867"/>
                </a:lnTo>
                <a:cubicBezTo>
                  <a:pt x="666940" y="98975"/>
                  <a:pt x="667152" y="104533"/>
                  <a:pt x="667576" y="106541"/>
                </a:cubicBezTo>
                <a:cubicBezTo>
                  <a:pt x="668001" y="108550"/>
                  <a:pt x="668679" y="109950"/>
                  <a:pt x="669613" y="110742"/>
                </a:cubicBezTo>
                <a:cubicBezTo>
                  <a:pt x="670546" y="111534"/>
                  <a:pt x="671635" y="111930"/>
                  <a:pt x="672880" y="111930"/>
                </a:cubicBezTo>
                <a:cubicBezTo>
                  <a:pt x="674407" y="111930"/>
                  <a:pt x="676444" y="111449"/>
                  <a:pt x="678990" y="110487"/>
                </a:cubicBezTo>
                <a:lnTo>
                  <a:pt x="679923" y="113458"/>
                </a:lnTo>
                <a:lnTo>
                  <a:pt x="656841" y="123047"/>
                </a:lnTo>
                <a:lnTo>
                  <a:pt x="652938" y="123047"/>
                </a:lnTo>
                <a:lnTo>
                  <a:pt x="652938" y="111930"/>
                </a:lnTo>
                <a:moveTo>
                  <a:pt x="652938" y="106008"/>
                </a:moveTo>
                <a:lnTo>
                  <a:pt x="652938" y="66055"/>
                </a:lnTo>
                <a:cubicBezTo>
                  <a:pt x="652599" y="62217"/>
                  <a:pt x="651580" y="58719"/>
                  <a:pt x="649883" y="55559"/>
                </a:cubicBezTo>
                <a:cubicBezTo>
                  <a:pt x="648186" y="52398"/>
                  <a:pt x="645937" y="50014"/>
                  <a:pt x="643137" y="48407"/>
                </a:cubicBezTo>
                <a:cubicBezTo>
                  <a:pt x="640336" y="46798"/>
                  <a:pt x="637607" y="45994"/>
                  <a:pt x="634948" y="45994"/>
                </a:cubicBezTo>
                <a:cubicBezTo>
                  <a:pt x="629969" y="45994"/>
                  <a:pt x="625528" y="48223"/>
                  <a:pt x="621625" y="52682"/>
                </a:cubicBezTo>
                <a:cubicBezTo>
                  <a:pt x="616477" y="58550"/>
                  <a:pt x="613902" y="67127"/>
                  <a:pt x="613902" y="78413"/>
                </a:cubicBezTo>
                <a:cubicBezTo>
                  <a:pt x="613902" y="89813"/>
                  <a:pt x="616392" y="98546"/>
                  <a:pt x="621370" y="104614"/>
                </a:cubicBezTo>
                <a:cubicBezTo>
                  <a:pt x="626349" y="110679"/>
                  <a:pt x="631893" y="113712"/>
                  <a:pt x="638003" y="113712"/>
                </a:cubicBezTo>
                <a:cubicBezTo>
                  <a:pt x="643151" y="113712"/>
                  <a:pt x="648129" y="111144"/>
                  <a:pt x="652938" y="106008"/>
                </a:cubicBezTo>
                <a:close/>
                <a:moveTo>
                  <a:pt x="735167" y="40733"/>
                </a:moveTo>
                <a:lnTo>
                  <a:pt x="735167" y="67039"/>
                </a:lnTo>
                <a:lnTo>
                  <a:pt x="732367" y="67039"/>
                </a:lnTo>
                <a:cubicBezTo>
                  <a:pt x="730217" y="58788"/>
                  <a:pt x="727459" y="53176"/>
                  <a:pt x="724093" y="50203"/>
                </a:cubicBezTo>
                <a:cubicBezTo>
                  <a:pt x="720727" y="47227"/>
                  <a:pt x="716442" y="45739"/>
                  <a:pt x="711237" y="45739"/>
                </a:cubicBezTo>
                <a:cubicBezTo>
                  <a:pt x="707277" y="45739"/>
                  <a:pt x="704080" y="46785"/>
                  <a:pt x="701648" y="48877"/>
                </a:cubicBezTo>
                <a:cubicBezTo>
                  <a:pt x="699215" y="50966"/>
                  <a:pt x="697999" y="53283"/>
                  <a:pt x="697999" y="55827"/>
                </a:cubicBezTo>
                <a:cubicBezTo>
                  <a:pt x="697999" y="58992"/>
                  <a:pt x="698904" y="61704"/>
                  <a:pt x="700714" y="63963"/>
                </a:cubicBezTo>
                <a:cubicBezTo>
                  <a:pt x="702468" y="66281"/>
                  <a:pt x="706032" y="68739"/>
                  <a:pt x="711406" y="71338"/>
                </a:cubicBezTo>
                <a:lnTo>
                  <a:pt x="723796" y="77358"/>
                </a:lnTo>
                <a:cubicBezTo>
                  <a:pt x="735280" y="82951"/>
                  <a:pt x="741023" y="90326"/>
                  <a:pt x="741023" y="99482"/>
                </a:cubicBezTo>
                <a:cubicBezTo>
                  <a:pt x="741023" y="106545"/>
                  <a:pt x="738349" y="112239"/>
                  <a:pt x="733003" y="116563"/>
                </a:cubicBezTo>
                <a:cubicBezTo>
                  <a:pt x="727657" y="120885"/>
                  <a:pt x="721675" y="123047"/>
                  <a:pt x="715055" y="123047"/>
                </a:cubicBezTo>
                <a:cubicBezTo>
                  <a:pt x="710303" y="123047"/>
                  <a:pt x="704872" y="122198"/>
                  <a:pt x="698762" y="120501"/>
                </a:cubicBezTo>
                <a:cubicBezTo>
                  <a:pt x="696895" y="119935"/>
                  <a:pt x="695368" y="119652"/>
                  <a:pt x="694180" y="119652"/>
                </a:cubicBezTo>
                <a:cubicBezTo>
                  <a:pt x="692879" y="119652"/>
                  <a:pt x="691860" y="120388"/>
                  <a:pt x="691125" y="121859"/>
                </a:cubicBezTo>
                <a:lnTo>
                  <a:pt x="688325" y="121859"/>
                </a:lnTo>
                <a:lnTo>
                  <a:pt x="688325" y="94025"/>
                </a:lnTo>
                <a:lnTo>
                  <a:pt x="691125" y="94025"/>
                </a:lnTo>
                <a:cubicBezTo>
                  <a:pt x="692709" y="101973"/>
                  <a:pt x="695736" y="107963"/>
                  <a:pt x="700205" y="111994"/>
                </a:cubicBezTo>
                <a:cubicBezTo>
                  <a:pt x="704674" y="116025"/>
                  <a:pt x="709681" y="118040"/>
                  <a:pt x="715225" y="118040"/>
                </a:cubicBezTo>
                <a:cubicBezTo>
                  <a:pt x="719129" y="118040"/>
                  <a:pt x="722311" y="116896"/>
                  <a:pt x="724772" y="114608"/>
                </a:cubicBezTo>
                <a:cubicBezTo>
                  <a:pt x="727233" y="112319"/>
                  <a:pt x="728463" y="109564"/>
                  <a:pt x="728463" y="106343"/>
                </a:cubicBezTo>
                <a:cubicBezTo>
                  <a:pt x="728463" y="102443"/>
                  <a:pt x="727091" y="99165"/>
                  <a:pt x="724348" y="96509"/>
                </a:cubicBezTo>
                <a:cubicBezTo>
                  <a:pt x="721604" y="93854"/>
                  <a:pt x="716130" y="90492"/>
                  <a:pt x="707927" y="86424"/>
                </a:cubicBezTo>
                <a:cubicBezTo>
                  <a:pt x="699724" y="82355"/>
                  <a:pt x="694350" y="78681"/>
                  <a:pt x="691804" y="75403"/>
                </a:cubicBezTo>
                <a:cubicBezTo>
                  <a:pt x="689258" y="72182"/>
                  <a:pt x="687985" y="68113"/>
                  <a:pt x="687985" y="63197"/>
                </a:cubicBezTo>
                <a:cubicBezTo>
                  <a:pt x="687985" y="56811"/>
                  <a:pt x="690177" y="51471"/>
                  <a:pt x="694562" y="47177"/>
                </a:cubicBezTo>
                <a:cubicBezTo>
                  <a:pt x="698946" y="42881"/>
                  <a:pt x="704618" y="40733"/>
                  <a:pt x="711576" y="40733"/>
                </a:cubicBezTo>
                <a:cubicBezTo>
                  <a:pt x="714631" y="40733"/>
                  <a:pt x="718337" y="41383"/>
                  <a:pt x="722693" y="42684"/>
                </a:cubicBezTo>
                <a:cubicBezTo>
                  <a:pt x="725578" y="43533"/>
                  <a:pt x="727502" y="43957"/>
                  <a:pt x="728463" y="43957"/>
                </a:cubicBezTo>
                <a:cubicBezTo>
                  <a:pt x="729368" y="43957"/>
                  <a:pt x="730076" y="43759"/>
                  <a:pt x="730585" y="43363"/>
                </a:cubicBezTo>
                <a:cubicBezTo>
                  <a:pt x="731094" y="42967"/>
                  <a:pt x="731688" y="42090"/>
                  <a:pt x="732367" y="40733"/>
                </a:cubicBezTo>
                <a:lnTo>
                  <a:pt x="735167" y="40733"/>
                </a:lnTo>
                <a:close/>
                <a:moveTo>
                  <a:pt x="756439" y="149693"/>
                </a:moveTo>
                <a:lnTo>
                  <a:pt x="756439" y="145959"/>
                </a:lnTo>
                <a:cubicBezTo>
                  <a:pt x="762266" y="144028"/>
                  <a:pt x="766778" y="141033"/>
                  <a:pt x="769974" y="136972"/>
                </a:cubicBezTo>
                <a:cubicBezTo>
                  <a:pt x="773171" y="132913"/>
                  <a:pt x="774769" y="128611"/>
                  <a:pt x="774769" y="124068"/>
                </a:cubicBezTo>
                <a:cubicBezTo>
                  <a:pt x="774769" y="122991"/>
                  <a:pt x="774514" y="122085"/>
                  <a:pt x="774005" y="121350"/>
                </a:cubicBezTo>
                <a:cubicBezTo>
                  <a:pt x="773609" y="120840"/>
                  <a:pt x="773213" y="120586"/>
                  <a:pt x="772817" y="120586"/>
                </a:cubicBezTo>
                <a:cubicBezTo>
                  <a:pt x="772195" y="120586"/>
                  <a:pt x="770837" y="121152"/>
                  <a:pt x="768744" y="122283"/>
                </a:cubicBezTo>
                <a:cubicBezTo>
                  <a:pt x="767725" y="122792"/>
                  <a:pt x="766651" y="123047"/>
                  <a:pt x="765519" y="123047"/>
                </a:cubicBezTo>
                <a:cubicBezTo>
                  <a:pt x="762747" y="123047"/>
                  <a:pt x="760541" y="122226"/>
                  <a:pt x="758900" y="120586"/>
                </a:cubicBezTo>
                <a:cubicBezTo>
                  <a:pt x="757259" y="118945"/>
                  <a:pt x="756439" y="116682"/>
                  <a:pt x="756439" y="113797"/>
                </a:cubicBezTo>
                <a:cubicBezTo>
                  <a:pt x="756439" y="111025"/>
                  <a:pt x="757500" y="108649"/>
                  <a:pt x="759621" y="106669"/>
                </a:cubicBezTo>
                <a:cubicBezTo>
                  <a:pt x="761743" y="104689"/>
                  <a:pt x="764331" y="103699"/>
                  <a:pt x="767386" y="103699"/>
                </a:cubicBezTo>
                <a:cubicBezTo>
                  <a:pt x="771120" y="103699"/>
                  <a:pt x="774444" y="105329"/>
                  <a:pt x="777357" y="108589"/>
                </a:cubicBezTo>
                <a:cubicBezTo>
                  <a:pt x="780271" y="111847"/>
                  <a:pt x="781727" y="116168"/>
                  <a:pt x="781727" y="121551"/>
                </a:cubicBezTo>
                <a:cubicBezTo>
                  <a:pt x="781727" y="127390"/>
                  <a:pt x="779705" y="132818"/>
                  <a:pt x="775660" y="137834"/>
                </a:cubicBezTo>
                <a:cubicBezTo>
                  <a:pt x="771615" y="142849"/>
                  <a:pt x="765208" y="146802"/>
                  <a:pt x="756439" y="149693"/>
                </a:cubicBezTo>
                <a:close/>
                <a:moveTo>
                  <a:pt x="852501" y="72301"/>
                </a:moveTo>
                <a:cubicBezTo>
                  <a:pt x="852444" y="83815"/>
                  <a:pt x="855244" y="92846"/>
                  <a:pt x="860902" y="99395"/>
                </a:cubicBezTo>
                <a:cubicBezTo>
                  <a:pt x="866559" y="105941"/>
                  <a:pt x="873206" y="109215"/>
                  <a:pt x="880844" y="109215"/>
                </a:cubicBezTo>
                <a:cubicBezTo>
                  <a:pt x="885935" y="109215"/>
                  <a:pt x="890362" y="107814"/>
                  <a:pt x="894124" y="105014"/>
                </a:cubicBezTo>
                <a:cubicBezTo>
                  <a:pt x="897886" y="102214"/>
                  <a:pt x="901040" y="97419"/>
                  <a:pt x="903586" y="90630"/>
                </a:cubicBezTo>
                <a:lnTo>
                  <a:pt x="906217" y="92327"/>
                </a:lnTo>
                <a:cubicBezTo>
                  <a:pt x="905029" y="100078"/>
                  <a:pt x="901578" y="107136"/>
                  <a:pt x="895864" y="113500"/>
                </a:cubicBezTo>
                <a:cubicBezTo>
                  <a:pt x="890150" y="119864"/>
                  <a:pt x="882993" y="123047"/>
                  <a:pt x="874394" y="123047"/>
                </a:cubicBezTo>
                <a:cubicBezTo>
                  <a:pt x="865060" y="123047"/>
                  <a:pt x="857069" y="119420"/>
                  <a:pt x="850421" y="112166"/>
                </a:cubicBezTo>
                <a:cubicBezTo>
                  <a:pt x="843774" y="104911"/>
                  <a:pt x="840450" y="95157"/>
                  <a:pt x="840450" y="82905"/>
                </a:cubicBezTo>
                <a:cubicBezTo>
                  <a:pt x="840450" y="69639"/>
                  <a:pt x="843859" y="59294"/>
                  <a:pt x="850676" y="51871"/>
                </a:cubicBezTo>
                <a:cubicBezTo>
                  <a:pt x="857493" y="44445"/>
                  <a:pt x="866050" y="40733"/>
                  <a:pt x="876346" y="40733"/>
                </a:cubicBezTo>
                <a:cubicBezTo>
                  <a:pt x="885058" y="40733"/>
                  <a:pt x="892215" y="43597"/>
                  <a:pt x="897816" y="49325"/>
                </a:cubicBezTo>
                <a:cubicBezTo>
                  <a:pt x="903416" y="55051"/>
                  <a:pt x="906217" y="62710"/>
                  <a:pt x="906217" y="72301"/>
                </a:cubicBezTo>
                <a:lnTo>
                  <a:pt x="852501" y="72301"/>
                </a:lnTo>
                <a:moveTo>
                  <a:pt x="852501" y="67379"/>
                </a:moveTo>
                <a:lnTo>
                  <a:pt x="888481" y="67379"/>
                </a:lnTo>
                <a:cubicBezTo>
                  <a:pt x="888198" y="62400"/>
                  <a:pt x="887604" y="58893"/>
                  <a:pt x="886699" y="56856"/>
                </a:cubicBezTo>
                <a:cubicBezTo>
                  <a:pt x="885285" y="53688"/>
                  <a:pt x="883177" y="51199"/>
                  <a:pt x="880377" y="49388"/>
                </a:cubicBezTo>
                <a:cubicBezTo>
                  <a:pt x="877577" y="47578"/>
                  <a:pt x="874649" y="46673"/>
                  <a:pt x="871594" y="46673"/>
                </a:cubicBezTo>
                <a:cubicBezTo>
                  <a:pt x="866898" y="46673"/>
                  <a:pt x="862698" y="48497"/>
                  <a:pt x="858992" y="52146"/>
                </a:cubicBezTo>
                <a:cubicBezTo>
                  <a:pt x="855287" y="55795"/>
                  <a:pt x="853123" y="60873"/>
                  <a:pt x="852501" y="67379"/>
                </a:cubicBezTo>
                <a:close/>
                <a:moveTo>
                  <a:pt x="939169" y="17311"/>
                </a:moveTo>
                <a:lnTo>
                  <a:pt x="939169" y="42939"/>
                </a:lnTo>
                <a:lnTo>
                  <a:pt x="957329" y="42939"/>
                </a:lnTo>
                <a:lnTo>
                  <a:pt x="957329" y="48879"/>
                </a:lnTo>
                <a:lnTo>
                  <a:pt x="939169" y="48879"/>
                </a:lnTo>
                <a:lnTo>
                  <a:pt x="939169" y="99217"/>
                </a:lnTo>
                <a:cubicBezTo>
                  <a:pt x="939169" y="104247"/>
                  <a:pt x="939890" y="107638"/>
                  <a:pt x="941333" y="109390"/>
                </a:cubicBezTo>
                <a:cubicBezTo>
                  <a:pt x="942776" y="111140"/>
                  <a:pt x="944628" y="112015"/>
                  <a:pt x="946891" y="112015"/>
                </a:cubicBezTo>
                <a:cubicBezTo>
                  <a:pt x="948758" y="112015"/>
                  <a:pt x="950569" y="111435"/>
                  <a:pt x="952322" y="110275"/>
                </a:cubicBezTo>
                <a:cubicBezTo>
                  <a:pt x="954076" y="109116"/>
                  <a:pt x="955434" y="107404"/>
                  <a:pt x="956396" y="105141"/>
                </a:cubicBezTo>
                <a:lnTo>
                  <a:pt x="959705" y="105141"/>
                </a:lnTo>
                <a:cubicBezTo>
                  <a:pt x="957725" y="110701"/>
                  <a:pt x="954925" y="114906"/>
                  <a:pt x="951304" y="117756"/>
                </a:cubicBezTo>
                <a:cubicBezTo>
                  <a:pt x="947683" y="120604"/>
                  <a:pt x="943949" y="122028"/>
                  <a:pt x="940102" y="122028"/>
                </a:cubicBezTo>
                <a:cubicBezTo>
                  <a:pt x="937500" y="122028"/>
                  <a:pt x="934954" y="121306"/>
                  <a:pt x="932465" y="119862"/>
                </a:cubicBezTo>
                <a:cubicBezTo>
                  <a:pt x="929976" y="118417"/>
                  <a:pt x="928137" y="116351"/>
                  <a:pt x="926949" y="113662"/>
                </a:cubicBezTo>
                <a:cubicBezTo>
                  <a:pt x="925761" y="110971"/>
                  <a:pt x="925167" y="106822"/>
                  <a:pt x="925167" y="101214"/>
                </a:cubicBezTo>
                <a:lnTo>
                  <a:pt x="925167" y="48879"/>
                </a:lnTo>
                <a:lnTo>
                  <a:pt x="912862" y="48879"/>
                </a:lnTo>
                <a:lnTo>
                  <a:pt x="912862" y="46079"/>
                </a:lnTo>
                <a:cubicBezTo>
                  <a:pt x="915974" y="44831"/>
                  <a:pt x="919156" y="42717"/>
                  <a:pt x="922409" y="39738"/>
                </a:cubicBezTo>
                <a:cubicBezTo>
                  <a:pt x="925662" y="36759"/>
                  <a:pt x="928562" y="33227"/>
                  <a:pt x="931107" y="29141"/>
                </a:cubicBezTo>
                <a:cubicBezTo>
                  <a:pt x="932409" y="26986"/>
                  <a:pt x="934219" y="23043"/>
                  <a:pt x="936538" y="17311"/>
                </a:cubicBezTo>
                <a:lnTo>
                  <a:pt x="939169" y="17311"/>
                </a:lnTo>
                <a:close/>
                <a:moveTo>
                  <a:pt x="1030932" y="91139"/>
                </a:moveTo>
                <a:cubicBezTo>
                  <a:pt x="1028839" y="101379"/>
                  <a:pt x="1024737" y="109257"/>
                  <a:pt x="1018627" y="114773"/>
                </a:cubicBezTo>
                <a:cubicBezTo>
                  <a:pt x="1012517" y="120289"/>
                  <a:pt x="1005757" y="123047"/>
                  <a:pt x="998346" y="123047"/>
                </a:cubicBezTo>
                <a:cubicBezTo>
                  <a:pt x="989520" y="123047"/>
                  <a:pt x="981826" y="119346"/>
                  <a:pt x="975264" y="111943"/>
                </a:cubicBezTo>
                <a:cubicBezTo>
                  <a:pt x="968701" y="104539"/>
                  <a:pt x="965420" y="94536"/>
                  <a:pt x="965420" y="81932"/>
                </a:cubicBezTo>
                <a:cubicBezTo>
                  <a:pt x="965420" y="69725"/>
                  <a:pt x="969055" y="59807"/>
                  <a:pt x="976325" y="52178"/>
                </a:cubicBezTo>
                <a:cubicBezTo>
                  <a:pt x="983594" y="44548"/>
                  <a:pt x="992321" y="40733"/>
                  <a:pt x="1002504" y="40733"/>
                </a:cubicBezTo>
                <a:cubicBezTo>
                  <a:pt x="1010141" y="40733"/>
                  <a:pt x="1016421" y="42749"/>
                  <a:pt x="1021343" y="46782"/>
                </a:cubicBezTo>
                <a:cubicBezTo>
                  <a:pt x="1026265" y="50812"/>
                  <a:pt x="1028725" y="54999"/>
                  <a:pt x="1028725" y="59341"/>
                </a:cubicBezTo>
                <a:cubicBezTo>
                  <a:pt x="1028725" y="61484"/>
                  <a:pt x="1028032" y="63218"/>
                  <a:pt x="1026646" y="64544"/>
                </a:cubicBezTo>
                <a:cubicBezTo>
                  <a:pt x="1025260" y="65868"/>
                  <a:pt x="1023323" y="66530"/>
                  <a:pt x="1020833" y="66530"/>
                </a:cubicBezTo>
                <a:cubicBezTo>
                  <a:pt x="1017496" y="66530"/>
                  <a:pt x="1014978" y="65455"/>
                  <a:pt x="1013281" y="63305"/>
                </a:cubicBezTo>
                <a:cubicBezTo>
                  <a:pt x="1012319" y="62117"/>
                  <a:pt x="1011683" y="59854"/>
                  <a:pt x="1011372" y="56517"/>
                </a:cubicBezTo>
                <a:cubicBezTo>
                  <a:pt x="1011060" y="53179"/>
                  <a:pt x="1009915" y="50633"/>
                  <a:pt x="1007935" y="48879"/>
                </a:cubicBezTo>
                <a:cubicBezTo>
                  <a:pt x="1005955" y="47182"/>
                  <a:pt x="1003211" y="46333"/>
                  <a:pt x="999703" y="46333"/>
                </a:cubicBezTo>
                <a:cubicBezTo>
                  <a:pt x="994046" y="46333"/>
                  <a:pt x="989492" y="48427"/>
                  <a:pt x="986041" y="52613"/>
                </a:cubicBezTo>
                <a:cubicBezTo>
                  <a:pt x="981459" y="58157"/>
                  <a:pt x="979167" y="65483"/>
                  <a:pt x="979167" y="74592"/>
                </a:cubicBezTo>
                <a:cubicBezTo>
                  <a:pt x="979167" y="83870"/>
                  <a:pt x="981444" y="92059"/>
                  <a:pt x="985999" y="99159"/>
                </a:cubicBezTo>
                <a:cubicBezTo>
                  <a:pt x="990553" y="106259"/>
                  <a:pt x="996705" y="109809"/>
                  <a:pt x="1004456" y="109809"/>
                </a:cubicBezTo>
                <a:cubicBezTo>
                  <a:pt x="1010000" y="109809"/>
                  <a:pt x="1014978" y="107913"/>
                  <a:pt x="1019391" y="104123"/>
                </a:cubicBezTo>
                <a:cubicBezTo>
                  <a:pt x="1022502" y="101521"/>
                  <a:pt x="1025529" y="96797"/>
                  <a:pt x="1028471" y="89951"/>
                </a:cubicBezTo>
                <a:lnTo>
                  <a:pt x="1030932" y="91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15F58-4766-4E6A-9E0E-A93CA21C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273921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C5064D-A306-4860-B144-E2C92843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273921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6" name="Text Whatdoes[x]do">
            <a:extLst xmlns:a="http://schemas.openxmlformats.org/drawingml/2006/main">
              <a:ext uri="{FF2B5EF4-FFF2-40B4-BE49-F238E27FC236}">
                <a16:creationId xmlns:a16="http://schemas.microsoft.com/office/drawing/2014/main" id="{007BA2EB-67F4-43BF-9551-02775B2F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260" y="350438"/>
            <a:ext cx="1193462" cy="155124"/>
          </a:xfrm>
          <a:custGeom xmlns:a="http://schemas.openxmlformats.org/drawingml/2006/main">
            <a:pathLst>
              <a:path w="1193462" h="155124">
                <a:moveTo>
                  <a:pt x="160385" y="5601"/>
                </a:moveTo>
                <a:lnTo>
                  <a:pt x="160385" y="8741"/>
                </a:lnTo>
                <a:cubicBezTo>
                  <a:pt x="157387" y="8741"/>
                  <a:pt x="154954" y="9278"/>
                  <a:pt x="153087" y="10353"/>
                </a:cubicBezTo>
                <a:cubicBezTo>
                  <a:pt x="151220" y="11426"/>
                  <a:pt x="149438" y="13433"/>
                  <a:pt x="147741" y="16373"/>
                </a:cubicBezTo>
                <a:cubicBezTo>
                  <a:pt x="146609" y="18351"/>
                  <a:pt x="144827" y="23071"/>
                  <a:pt x="142395" y="30534"/>
                </a:cubicBezTo>
                <a:lnTo>
                  <a:pt x="110318" y="123216"/>
                </a:lnTo>
                <a:lnTo>
                  <a:pt x="106923" y="123216"/>
                </a:lnTo>
                <a:lnTo>
                  <a:pt x="80702" y="49696"/>
                </a:lnTo>
                <a:lnTo>
                  <a:pt x="54650" y="123216"/>
                </a:lnTo>
                <a:lnTo>
                  <a:pt x="51595" y="123216"/>
                </a:lnTo>
                <a:lnTo>
                  <a:pt x="17396" y="27736"/>
                </a:lnTo>
                <a:cubicBezTo>
                  <a:pt x="14850" y="20613"/>
                  <a:pt x="13238" y="16401"/>
                  <a:pt x="12559" y="15100"/>
                </a:cubicBezTo>
                <a:cubicBezTo>
                  <a:pt x="11428" y="12952"/>
                  <a:pt x="9886" y="11355"/>
                  <a:pt x="7934" y="10310"/>
                </a:cubicBezTo>
                <a:cubicBezTo>
                  <a:pt x="5983" y="9264"/>
                  <a:pt x="3338" y="8741"/>
                  <a:pt x="0" y="8741"/>
                </a:cubicBezTo>
                <a:lnTo>
                  <a:pt x="0" y="5601"/>
                </a:lnTo>
                <a:lnTo>
                  <a:pt x="42600" y="5601"/>
                </a:lnTo>
                <a:lnTo>
                  <a:pt x="42600" y="8741"/>
                </a:lnTo>
                <a:lnTo>
                  <a:pt x="40563" y="8741"/>
                </a:lnTo>
                <a:cubicBezTo>
                  <a:pt x="37565" y="8741"/>
                  <a:pt x="35273" y="9419"/>
                  <a:pt x="33689" y="10777"/>
                </a:cubicBezTo>
                <a:cubicBezTo>
                  <a:pt x="32105" y="12133"/>
                  <a:pt x="31313" y="13772"/>
                  <a:pt x="31313" y="15694"/>
                </a:cubicBezTo>
                <a:cubicBezTo>
                  <a:pt x="31313" y="17672"/>
                  <a:pt x="32558" y="22223"/>
                  <a:pt x="35047" y="29346"/>
                </a:cubicBezTo>
                <a:lnTo>
                  <a:pt x="57705" y="93876"/>
                </a:lnTo>
                <a:lnTo>
                  <a:pt x="76798" y="39012"/>
                </a:lnTo>
                <a:lnTo>
                  <a:pt x="73404" y="29346"/>
                </a:lnTo>
                <a:lnTo>
                  <a:pt x="70688" y="21629"/>
                </a:lnTo>
                <a:cubicBezTo>
                  <a:pt x="69500" y="18802"/>
                  <a:pt x="68171" y="16314"/>
                  <a:pt x="66700" y="14166"/>
                </a:cubicBezTo>
                <a:cubicBezTo>
                  <a:pt x="65964" y="13093"/>
                  <a:pt x="65059" y="12189"/>
                  <a:pt x="63984" y="11453"/>
                </a:cubicBezTo>
                <a:cubicBezTo>
                  <a:pt x="62570" y="10437"/>
                  <a:pt x="61156" y="9702"/>
                  <a:pt x="59741" y="9250"/>
                </a:cubicBezTo>
                <a:cubicBezTo>
                  <a:pt x="58666" y="8910"/>
                  <a:pt x="56969" y="8741"/>
                  <a:pt x="54650" y="8741"/>
                </a:cubicBezTo>
                <a:lnTo>
                  <a:pt x="54650" y="5601"/>
                </a:lnTo>
                <a:lnTo>
                  <a:pt x="99456" y="5601"/>
                </a:lnTo>
                <a:lnTo>
                  <a:pt x="99456" y="8741"/>
                </a:lnTo>
                <a:lnTo>
                  <a:pt x="96401" y="8741"/>
                </a:lnTo>
                <a:cubicBezTo>
                  <a:pt x="93233" y="8741"/>
                  <a:pt x="90913" y="9419"/>
                  <a:pt x="89442" y="10777"/>
                </a:cubicBezTo>
                <a:cubicBezTo>
                  <a:pt x="87971" y="12133"/>
                  <a:pt x="87236" y="13970"/>
                  <a:pt x="87236" y="16288"/>
                </a:cubicBezTo>
                <a:cubicBezTo>
                  <a:pt x="87236" y="19171"/>
                  <a:pt x="88509" y="24203"/>
                  <a:pt x="91055" y="31382"/>
                </a:cubicBezTo>
                <a:lnTo>
                  <a:pt x="113118" y="93876"/>
                </a:lnTo>
                <a:lnTo>
                  <a:pt x="135012" y="30534"/>
                </a:lnTo>
                <a:cubicBezTo>
                  <a:pt x="137501" y="23524"/>
                  <a:pt x="138746" y="18662"/>
                  <a:pt x="138746" y="15948"/>
                </a:cubicBezTo>
                <a:cubicBezTo>
                  <a:pt x="138746" y="14649"/>
                  <a:pt x="138336" y="13433"/>
                  <a:pt x="137515" y="12302"/>
                </a:cubicBezTo>
                <a:cubicBezTo>
                  <a:pt x="136695" y="11171"/>
                  <a:pt x="135663" y="10379"/>
                  <a:pt x="134418" y="9929"/>
                </a:cubicBezTo>
                <a:cubicBezTo>
                  <a:pt x="132268" y="9137"/>
                  <a:pt x="129468" y="8741"/>
                  <a:pt x="126017" y="8741"/>
                </a:cubicBezTo>
                <a:lnTo>
                  <a:pt x="126017" y="5601"/>
                </a:lnTo>
                <a:lnTo>
                  <a:pt x="160385" y="5601"/>
                </a:lnTo>
                <a:close/>
                <a:moveTo>
                  <a:pt x="190027" y="0"/>
                </a:moveTo>
                <a:lnTo>
                  <a:pt x="190027" y="56941"/>
                </a:lnTo>
                <a:cubicBezTo>
                  <a:pt x="196307" y="50039"/>
                  <a:pt x="201285" y="45612"/>
                  <a:pt x="204963" y="43660"/>
                </a:cubicBezTo>
                <a:cubicBezTo>
                  <a:pt x="208640" y="41709"/>
                  <a:pt x="212317" y="40733"/>
                  <a:pt x="215994" y="40733"/>
                </a:cubicBezTo>
                <a:cubicBezTo>
                  <a:pt x="220407" y="40733"/>
                  <a:pt x="224198" y="41946"/>
                  <a:pt x="227366" y="44374"/>
                </a:cubicBezTo>
                <a:cubicBezTo>
                  <a:pt x="230534" y="46801"/>
                  <a:pt x="232882" y="50611"/>
                  <a:pt x="234409" y="55803"/>
                </a:cubicBezTo>
                <a:cubicBezTo>
                  <a:pt x="235484" y="59417"/>
                  <a:pt x="236021" y="66022"/>
                  <a:pt x="236021" y="75618"/>
                </a:cubicBezTo>
                <a:lnTo>
                  <a:pt x="236021" y="103052"/>
                </a:lnTo>
                <a:cubicBezTo>
                  <a:pt x="236021" y="107963"/>
                  <a:pt x="236417" y="111322"/>
                  <a:pt x="237209" y="113129"/>
                </a:cubicBezTo>
                <a:cubicBezTo>
                  <a:pt x="237775" y="114483"/>
                  <a:pt x="238737" y="115555"/>
                  <a:pt x="240095" y="116345"/>
                </a:cubicBezTo>
                <a:cubicBezTo>
                  <a:pt x="241452" y="117136"/>
                  <a:pt x="243942" y="117531"/>
                  <a:pt x="247562" y="117531"/>
                </a:cubicBezTo>
                <a:lnTo>
                  <a:pt x="247562" y="120671"/>
                </a:lnTo>
                <a:lnTo>
                  <a:pt x="209375" y="120671"/>
                </a:lnTo>
                <a:lnTo>
                  <a:pt x="209375" y="117531"/>
                </a:lnTo>
                <a:lnTo>
                  <a:pt x="211157" y="117531"/>
                </a:lnTo>
                <a:cubicBezTo>
                  <a:pt x="214778" y="117531"/>
                  <a:pt x="217296" y="116979"/>
                  <a:pt x="218710" y="115876"/>
                </a:cubicBezTo>
                <a:cubicBezTo>
                  <a:pt x="220124" y="114773"/>
                  <a:pt x="221114" y="113146"/>
                  <a:pt x="221680" y="110997"/>
                </a:cubicBezTo>
                <a:cubicBezTo>
                  <a:pt x="221850" y="110091"/>
                  <a:pt x="221935" y="107433"/>
                  <a:pt x="221935" y="103020"/>
                </a:cubicBezTo>
                <a:lnTo>
                  <a:pt x="221935" y="75525"/>
                </a:lnTo>
                <a:cubicBezTo>
                  <a:pt x="221935" y="67039"/>
                  <a:pt x="221496" y="61467"/>
                  <a:pt x="220619" y="58808"/>
                </a:cubicBezTo>
                <a:cubicBezTo>
                  <a:pt x="219742" y="56149"/>
                  <a:pt x="218342" y="54155"/>
                  <a:pt x="216419" y="52825"/>
                </a:cubicBezTo>
                <a:cubicBezTo>
                  <a:pt x="214495" y="51496"/>
                  <a:pt x="212176" y="50831"/>
                  <a:pt x="209460" y="50831"/>
                </a:cubicBezTo>
                <a:cubicBezTo>
                  <a:pt x="206688" y="50831"/>
                  <a:pt x="203803" y="51566"/>
                  <a:pt x="200805" y="53037"/>
                </a:cubicBezTo>
                <a:cubicBezTo>
                  <a:pt x="197806" y="54508"/>
                  <a:pt x="194214" y="57478"/>
                  <a:pt x="190027" y="61948"/>
                </a:cubicBezTo>
                <a:lnTo>
                  <a:pt x="190027" y="103020"/>
                </a:lnTo>
                <a:cubicBezTo>
                  <a:pt x="190027" y="108338"/>
                  <a:pt x="190324" y="111647"/>
                  <a:pt x="190918" y="112948"/>
                </a:cubicBezTo>
                <a:cubicBezTo>
                  <a:pt x="191512" y="114250"/>
                  <a:pt x="192616" y="115339"/>
                  <a:pt x="194228" y="116216"/>
                </a:cubicBezTo>
                <a:cubicBezTo>
                  <a:pt x="195840" y="117092"/>
                  <a:pt x="198626" y="117531"/>
                  <a:pt x="202587" y="117531"/>
                </a:cubicBezTo>
                <a:lnTo>
                  <a:pt x="202587" y="120671"/>
                </a:lnTo>
                <a:lnTo>
                  <a:pt x="164060" y="120671"/>
                </a:lnTo>
                <a:lnTo>
                  <a:pt x="164060" y="117531"/>
                </a:lnTo>
                <a:cubicBezTo>
                  <a:pt x="167511" y="117531"/>
                  <a:pt x="170227" y="116993"/>
                  <a:pt x="172207" y="115919"/>
                </a:cubicBezTo>
                <a:cubicBezTo>
                  <a:pt x="173338" y="115355"/>
                  <a:pt x="174243" y="114281"/>
                  <a:pt x="174922" y="112699"/>
                </a:cubicBezTo>
                <a:cubicBezTo>
                  <a:pt x="175601" y="111115"/>
                  <a:pt x="175941" y="107892"/>
                  <a:pt x="175941" y="103030"/>
                </a:cubicBezTo>
                <a:lnTo>
                  <a:pt x="175941" y="32732"/>
                </a:lnTo>
                <a:cubicBezTo>
                  <a:pt x="175941" y="23857"/>
                  <a:pt x="175728" y="18402"/>
                  <a:pt x="175304" y="16367"/>
                </a:cubicBezTo>
                <a:cubicBezTo>
                  <a:pt x="174880" y="14331"/>
                  <a:pt x="174229" y="12946"/>
                  <a:pt x="173352" y="12212"/>
                </a:cubicBezTo>
                <a:cubicBezTo>
                  <a:pt x="172475" y="11476"/>
                  <a:pt x="171302" y="11109"/>
                  <a:pt x="169831" y="11109"/>
                </a:cubicBezTo>
                <a:cubicBezTo>
                  <a:pt x="168643" y="11109"/>
                  <a:pt x="166719" y="11561"/>
                  <a:pt x="164060" y="12466"/>
                </a:cubicBezTo>
                <a:lnTo>
                  <a:pt x="162872" y="9496"/>
                </a:lnTo>
                <a:lnTo>
                  <a:pt x="186124" y="0"/>
                </a:lnTo>
                <a:lnTo>
                  <a:pt x="190027" y="0"/>
                </a:lnTo>
                <a:close/>
                <a:moveTo>
                  <a:pt x="298139" y="109469"/>
                </a:moveTo>
                <a:cubicBezTo>
                  <a:pt x="290162" y="115636"/>
                  <a:pt x="285155" y="119200"/>
                  <a:pt x="283119" y="120161"/>
                </a:cubicBezTo>
                <a:cubicBezTo>
                  <a:pt x="280064" y="121632"/>
                  <a:pt x="276811" y="122368"/>
                  <a:pt x="273360" y="122368"/>
                </a:cubicBezTo>
                <a:cubicBezTo>
                  <a:pt x="267985" y="122368"/>
                  <a:pt x="263558" y="120529"/>
                  <a:pt x="260079" y="116852"/>
                </a:cubicBezTo>
                <a:cubicBezTo>
                  <a:pt x="256600" y="113175"/>
                  <a:pt x="254860" y="108338"/>
                  <a:pt x="254860" y="102341"/>
                </a:cubicBezTo>
                <a:cubicBezTo>
                  <a:pt x="254860" y="98551"/>
                  <a:pt x="255709" y="95269"/>
                  <a:pt x="257406" y="92497"/>
                </a:cubicBezTo>
                <a:cubicBezTo>
                  <a:pt x="259726" y="88650"/>
                  <a:pt x="263756" y="85030"/>
                  <a:pt x="269499" y="81635"/>
                </a:cubicBezTo>
                <a:cubicBezTo>
                  <a:pt x="275241" y="78241"/>
                  <a:pt x="284788" y="74111"/>
                  <a:pt x="298139" y="69246"/>
                </a:cubicBezTo>
                <a:lnTo>
                  <a:pt x="298139" y="66191"/>
                </a:lnTo>
                <a:cubicBezTo>
                  <a:pt x="298139" y="58440"/>
                  <a:pt x="296908" y="53122"/>
                  <a:pt x="294447" y="50237"/>
                </a:cubicBezTo>
                <a:cubicBezTo>
                  <a:pt x="291987" y="47352"/>
                  <a:pt x="288408" y="45909"/>
                  <a:pt x="283713" y="45909"/>
                </a:cubicBezTo>
                <a:cubicBezTo>
                  <a:pt x="280149" y="45909"/>
                  <a:pt x="277320" y="46867"/>
                  <a:pt x="275227" y="48784"/>
                </a:cubicBezTo>
                <a:cubicBezTo>
                  <a:pt x="273077" y="50700"/>
                  <a:pt x="272002" y="52899"/>
                  <a:pt x="272002" y="55379"/>
                </a:cubicBezTo>
                <a:lnTo>
                  <a:pt x="272172" y="60282"/>
                </a:lnTo>
                <a:cubicBezTo>
                  <a:pt x="272172" y="62874"/>
                  <a:pt x="271507" y="64874"/>
                  <a:pt x="270178" y="66283"/>
                </a:cubicBezTo>
                <a:cubicBezTo>
                  <a:pt x="268848" y="67692"/>
                  <a:pt x="267108" y="68397"/>
                  <a:pt x="264959" y="68397"/>
                </a:cubicBezTo>
                <a:cubicBezTo>
                  <a:pt x="262865" y="68397"/>
                  <a:pt x="261154" y="67664"/>
                  <a:pt x="259825" y="66199"/>
                </a:cubicBezTo>
                <a:cubicBezTo>
                  <a:pt x="258495" y="64731"/>
                  <a:pt x="257830" y="62728"/>
                  <a:pt x="257830" y="60189"/>
                </a:cubicBezTo>
                <a:cubicBezTo>
                  <a:pt x="257830" y="55340"/>
                  <a:pt x="260320" y="50885"/>
                  <a:pt x="265298" y="46824"/>
                </a:cubicBezTo>
                <a:cubicBezTo>
                  <a:pt x="270277" y="42763"/>
                  <a:pt x="277263" y="40733"/>
                  <a:pt x="286258" y="40733"/>
                </a:cubicBezTo>
                <a:cubicBezTo>
                  <a:pt x="293160" y="40733"/>
                  <a:pt x="298818" y="41891"/>
                  <a:pt x="303230" y="44207"/>
                </a:cubicBezTo>
                <a:cubicBezTo>
                  <a:pt x="306568" y="45959"/>
                  <a:pt x="309029" y="48700"/>
                  <a:pt x="310613" y="52430"/>
                </a:cubicBezTo>
                <a:cubicBezTo>
                  <a:pt x="311632" y="54859"/>
                  <a:pt x="312141" y="59831"/>
                  <a:pt x="312141" y="67347"/>
                </a:cubicBezTo>
                <a:lnTo>
                  <a:pt x="312141" y="93706"/>
                </a:lnTo>
                <a:cubicBezTo>
                  <a:pt x="312141" y="101109"/>
                  <a:pt x="312282" y="105643"/>
                  <a:pt x="312565" y="107311"/>
                </a:cubicBezTo>
                <a:cubicBezTo>
                  <a:pt x="312848" y="108978"/>
                  <a:pt x="313315" y="110094"/>
                  <a:pt x="313965" y="110660"/>
                </a:cubicBezTo>
                <a:cubicBezTo>
                  <a:pt x="314616" y="111224"/>
                  <a:pt x="315365" y="111506"/>
                  <a:pt x="316214" y="111506"/>
                </a:cubicBezTo>
                <a:cubicBezTo>
                  <a:pt x="317119" y="111506"/>
                  <a:pt x="317911" y="111308"/>
                  <a:pt x="318590" y="110912"/>
                </a:cubicBezTo>
                <a:cubicBezTo>
                  <a:pt x="319778" y="110176"/>
                  <a:pt x="322069" y="108111"/>
                  <a:pt x="325464" y="104717"/>
                </a:cubicBezTo>
                <a:lnTo>
                  <a:pt x="325464" y="109469"/>
                </a:lnTo>
                <a:cubicBezTo>
                  <a:pt x="319128" y="117955"/>
                  <a:pt x="313074" y="122198"/>
                  <a:pt x="307304" y="122198"/>
                </a:cubicBezTo>
                <a:cubicBezTo>
                  <a:pt x="304532" y="122198"/>
                  <a:pt x="302325" y="121236"/>
                  <a:pt x="300685" y="119313"/>
                </a:cubicBezTo>
                <a:cubicBezTo>
                  <a:pt x="299044" y="117389"/>
                  <a:pt x="298195" y="114108"/>
                  <a:pt x="298139" y="109469"/>
                </a:cubicBezTo>
                <a:moveTo>
                  <a:pt x="298139" y="103906"/>
                </a:moveTo>
                <a:lnTo>
                  <a:pt x="298139" y="74422"/>
                </a:lnTo>
                <a:cubicBezTo>
                  <a:pt x="289596" y="77801"/>
                  <a:pt x="284080" y="80194"/>
                  <a:pt x="281591" y="81603"/>
                </a:cubicBezTo>
                <a:cubicBezTo>
                  <a:pt x="277122" y="84082"/>
                  <a:pt x="273926" y="86673"/>
                  <a:pt x="272002" y="89376"/>
                </a:cubicBezTo>
                <a:cubicBezTo>
                  <a:pt x="270079" y="92079"/>
                  <a:pt x="269117" y="95036"/>
                  <a:pt x="269117" y="98246"/>
                </a:cubicBezTo>
                <a:cubicBezTo>
                  <a:pt x="269117" y="102302"/>
                  <a:pt x="270333" y="105667"/>
                  <a:pt x="272766" y="108342"/>
                </a:cubicBezTo>
                <a:cubicBezTo>
                  <a:pt x="275198" y="111017"/>
                  <a:pt x="277999" y="112354"/>
                  <a:pt x="281167" y="112354"/>
                </a:cubicBezTo>
                <a:cubicBezTo>
                  <a:pt x="285466" y="112354"/>
                  <a:pt x="291124" y="109538"/>
                  <a:pt x="298139" y="103906"/>
                </a:cubicBezTo>
                <a:close/>
                <a:moveTo>
                  <a:pt x="353834" y="17311"/>
                </a:moveTo>
                <a:lnTo>
                  <a:pt x="353834" y="42939"/>
                </a:lnTo>
                <a:lnTo>
                  <a:pt x="371994" y="42939"/>
                </a:lnTo>
                <a:lnTo>
                  <a:pt x="371994" y="48879"/>
                </a:lnTo>
                <a:lnTo>
                  <a:pt x="353834" y="48879"/>
                </a:lnTo>
                <a:lnTo>
                  <a:pt x="353834" y="99217"/>
                </a:lnTo>
                <a:cubicBezTo>
                  <a:pt x="353834" y="104247"/>
                  <a:pt x="354555" y="107638"/>
                  <a:pt x="355997" y="109390"/>
                </a:cubicBezTo>
                <a:cubicBezTo>
                  <a:pt x="357440" y="111140"/>
                  <a:pt x="359293" y="112015"/>
                  <a:pt x="361556" y="112015"/>
                </a:cubicBezTo>
                <a:cubicBezTo>
                  <a:pt x="363423" y="112015"/>
                  <a:pt x="365233" y="111435"/>
                  <a:pt x="366987" y="110275"/>
                </a:cubicBezTo>
                <a:cubicBezTo>
                  <a:pt x="368741" y="109116"/>
                  <a:pt x="370098" y="107404"/>
                  <a:pt x="371060" y="105141"/>
                </a:cubicBezTo>
                <a:lnTo>
                  <a:pt x="374370" y="105141"/>
                </a:lnTo>
                <a:cubicBezTo>
                  <a:pt x="372390" y="110701"/>
                  <a:pt x="369589" y="114906"/>
                  <a:pt x="365968" y="117756"/>
                </a:cubicBezTo>
                <a:cubicBezTo>
                  <a:pt x="362348" y="120604"/>
                  <a:pt x="358614" y="122028"/>
                  <a:pt x="354767" y="122028"/>
                </a:cubicBezTo>
                <a:cubicBezTo>
                  <a:pt x="352165" y="122028"/>
                  <a:pt x="349619" y="121306"/>
                  <a:pt x="347130" y="119862"/>
                </a:cubicBezTo>
                <a:cubicBezTo>
                  <a:pt x="344640" y="118417"/>
                  <a:pt x="342802" y="116351"/>
                  <a:pt x="341614" y="113662"/>
                </a:cubicBezTo>
                <a:cubicBezTo>
                  <a:pt x="340426" y="110971"/>
                  <a:pt x="339832" y="106822"/>
                  <a:pt x="339832" y="101214"/>
                </a:cubicBezTo>
                <a:lnTo>
                  <a:pt x="339832" y="48879"/>
                </a:lnTo>
                <a:lnTo>
                  <a:pt x="327527" y="48879"/>
                </a:lnTo>
                <a:lnTo>
                  <a:pt x="327527" y="46079"/>
                </a:lnTo>
                <a:cubicBezTo>
                  <a:pt x="330639" y="44831"/>
                  <a:pt x="333821" y="42717"/>
                  <a:pt x="337074" y="39738"/>
                </a:cubicBezTo>
                <a:cubicBezTo>
                  <a:pt x="340327" y="36759"/>
                  <a:pt x="343226" y="33227"/>
                  <a:pt x="345772" y="29141"/>
                </a:cubicBezTo>
                <a:cubicBezTo>
                  <a:pt x="347073" y="26986"/>
                  <a:pt x="348883" y="23043"/>
                  <a:pt x="351203" y="17311"/>
                </a:cubicBezTo>
                <a:lnTo>
                  <a:pt x="353834" y="17311"/>
                </a:lnTo>
                <a:close/>
                <a:moveTo>
                  <a:pt x="477928" y="111930"/>
                </a:moveTo>
                <a:cubicBezTo>
                  <a:pt x="474137" y="115890"/>
                  <a:pt x="470432" y="118733"/>
                  <a:pt x="466811" y="120459"/>
                </a:cubicBezTo>
                <a:cubicBezTo>
                  <a:pt x="463190" y="122184"/>
                  <a:pt x="459287" y="123047"/>
                  <a:pt x="455100" y="123047"/>
                </a:cubicBezTo>
                <a:cubicBezTo>
                  <a:pt x="446614" y="123047"/>
                  <a:pt x="439203" y="119505"/>
                  <a:pt x="432867" y="112421"/>
                </a:cubicBezTo>
                <a:cubicBezTo>
                  <a:pt x="426531" y="105335"/>
                  <a:pt x="423363" y="96230"/>
                  <a:pt x="423363" y="85106"/>
                </a:cubicBezTo>
                <a:cubicBezTo>
                  <a:pt x="423363" y="73984"/>
                  <a:pt x="426870" y="63808"/>
                  <a:pt x="433885" y="54578"/>
                </a:cubicBezTo>
                <a:cubicBezTo>
                  <a:pt x="440901" y="45348"/>
                  <a:pt x="449924" y="40733"/>
                  <a:pt x="460956" y="40733"/>
                </a:cubicBezTo>
                <a:cubicBezTo>
                  <a:pt x="467801" y="40733"/>
                  <a:pt x="473458" y="42911"/>
                  <a:pt x="477928" y="47267"/>
                </a:cubicBezTo>
                <a:lnTo>
                  <a:pt x="477928" y="32894"/>
                </a:lnTo>
                <a:cubicBezTo>
                  <a:pt x="477928" y="23975"/>
                  <a:pt x="477716" y="18492"/>
                  <a:pt x="477291" y="16447"/>
                </a:cubicBezTo>
                <a:cubicBezTo>
                  <a:pt x="476867" y="14401"/>
                  <a:pt x="476202" y="13010"/>
                  <a:pt x="475297" y="12273"/>
                </a:cubicBezTo>
                <a:cubicBezTo>
                  <a:pt x="474392" y="11534"/>
                  <a:pt x="473260" y="11164"/>
                  <a:pt x="471903" y="11164"/>
                </a:cubicBezTo>
                <a:cubicBezTo>
                  <a:pt x="470432" y="11164"/>
                  <a:pt x="468480" y="11619"/>
                  <a:pt x="466047" y="12527"/>
                </a:cubicBezTo>
                <a:lnTo>
                  <a:pt x="464944" y="9544"/>
                </a:lnTo>
                <a:lnTo>
                  <a:pt x="488111" y="0"/>
                </a:lnTo>
                <a:lnTo>
                  <a:pt x="491930" y="0"/>
                </a:lnTo>
                <a:lnTo>
                  <a:pt x="491930" y="89867"/>
                </a:lnTo>
                <a:cubicBezTo>
                  <a:pt x="491930" y="98975"/>
                  <a:pt x="492142" y="104533"/>
                  <a:pt x="492566" y="106541"/>
                </a:cubicBezTo>
                <a:cubicBezTo>
                  <a:pt x="492990" y="108550"/>
                  <a:pt x="493669" y="109950"/>
                  <a:pt x="494603" y="110742"/>
                </a:cubicBezTo>
                <a:cubicBezTo>
                  <a:pt x="495536" y="111534"/>
                  <a:pt x="496625" y="111930"/>
                  <a:pt x="497870" y="111930"/>
                </a:cubicBezTo>
                <a:cubicBezTo>
                  <a:pt x="499397" y="111930"/>
                  <a:pt x="501434" y="111449"/>
                  <a:pt x="503980" y="110487"/>
                </a:cubicBezTo>
                <a:lnTo>
                  <a:pt x="504913" y="113458"/>
                </a:lnTo>
                <a:lnTo>
                  <a:pt x="481831" y="123047"/>
                </a:lnTo>
                <a:lnTo>
                  <a:pt x="477928" y="123047"/>
                </a:lnTo>
                <a:lnTo>
                  <a:pt x="477928" y="111930"/>
                </a:lnTo>
                <a:moveTo>
                  <a:pt x="477928" y="106008"/>
                </a:moveTo>
                <a:lnTo>
                  <a:pt x="477928" y="66055"/>
                </a:lnTo>
                <a:cubicBezTo>
                  <a:pt x="477588" y="62217"/>
                  <a:pt x="476570" y="58719"/>
                  <a:pt x="474873" y="55559"/>
                </a:cubicBezTo>
                <a:cubicBezTo>
                  <a:pt x="473176" y="52398"/>
                  <a:pt x="470927" y="50014"/>
                  <a:pt x="468126" y="48407"/>
                </a:cubicBezTo>
                <a:cubicBezTo>
                  <a:pt x="465326" y="46798"/>
                  <a:pt x="462596" y="45994"/>
                  <a:pt x="459937" y="45994"/>
                </a:cubicBezTo>
                <a:cubicBezTo>
                  <a:pt x="454959" y="45994"/>
                  <a:pt x="450518" y="48223"/>
                  <a:pt x="446614" y="52682"/>
                </a:cubicBezTo>
                <a:cubicBezTo>
                  <a:pt x="441466" y="58550"/>
                  <a:pt x="438892" y="67127"/>
                  <a:pt x="438892" y="78413"/>
                </a:cubicBezTo>
                <a:cubicBezTo>
                  <a:pt x="438892" y="89813"/>
                  <a:pt x="441381" y="98546"/>
                  <a:pt x="446360" y="104614"/>
                </a:cubicBezTo>
                <a:cubicBezTo>
                  <a:pt x="451338" y="110679"/>
                  <a:pt x="456882" y="113712"/>
                  <a:pt x="462992" y="113712"/>
                </a:cubicBezTo>
                <a:cubicBezTo>
                  <a:pt x="468141" y="113712"/>
                  <a:pt x="473119" y="111144"/>
                  <a:pt x="477928" y="106008"/>
                </a:cubicBezTo>
                <a:close/>
                <a:moveTo>
                  <a:pt x="547937" y="40733"/>
                </a:moveTo>
                <a:cubicBezTo>
                  <a:pt x="559704" y="40733"/>
                  <a:pt x="569152" y="45198"/>
                  <a:pt x="576280" y="54127"/>
                </a:cubicBezTo>
                <a:cubicBezTo>
                  <a:pt x="582334" y="61756"/>
                  <a:pt x="585360" y="70516"/>
                  <a:pt x="585360" y="80407"/>
                </a:cubicBezTo>
                <a:cubicBezTo>
                  <a:pt x="585360" y="87359"/>
                  <a:pt x="583691" y="94395"/>
                  <a:pt x="580354" y="101516"/>
                </a:cubicBezTo>
                <a:cubicBezTo>
                  <a:pt x="577016" y="108636"/>
                  <a:pt x="572419" y="114004"/>
                  <a:pt x="566564" y="117621"/>
                </a:cubicBezTo>
                <a:cubicBezTo>
                  <a:pt x="560709" y="121238"/>
                  <a:pt x="554189" y="123047"/>
                  <a:pt x="547004" y="123047"/>
                </a:cubicBezTo>
                <a:cubicBezTo>
                  <a:pt x="535293" y="123047"/>
                  <a:pt x="525987" y="118384"/>
                  <a:pt x="519085" y="109058"/>
                </a:cubicBezTo>
                <a:cubicBezTo>
                  <a:pt x="513258" y="101203"/>
                  <a:pt x="510344" y="92388"/>
                  <a:pt x="510344" y="82611"/>
                </a:cubicBezTo>
                <a:cubicBezTo>
                  <a:pt x="510344" y="75490"/>
                  <a:pt x="512112" y="68411"/>
                  <a:pt x="515648" y="61375"/>
                </a:cubicBezTo>
                <a:cubicBezTo>
                  <a:pt x="519184" y="54339"/>
                  <a:pt x="523837" y="49139"/>
                  <a:pt x="529607" y="45777"/>
                </a:cubicBezTo>
                <a:cubicBezTo>
                  <a:pt x="535378" y="42414"/>
                  <a:pt x="541488" y="40733"/>
                  <a:pt x="547937" y="40733"/>
                </a:cubicBezTo>
                <a:moveTo>
                  <a:pt x="545307" y="46333"/>
                </a:moveTo>
                <a:cubicBezTo>
                  <a:pt x="542308" y="46333"/>
                  <a:pt x="539296" y="47224"/>
                  <a:pt x="536269" y="49004"/>
                </a:cubicBezTo>
                <a:cubicBezTo>
                  <a:pt x="533242" y="50784"/>
                  <a:pt x="530796" y="53906"/>
                  <a:pt x="528929" y="58370"/>
                </a:cubicBezTo>
                <a:cubicBezTo>
                  <a:pt x="527062" y="62834"/>
                  <a:pt x="526128" y="68569"/>
                  <a:pt x="526128" y="75576"/>
                </a:cubicBezTo>
                <a:cubicBezTo>
                  <a:pt x="526128" y="86876"/>
                  <a:pt x="528377" y="96624"/>
                  <a:pt x="532875" y="104818"/>
                </a:cubicBezTo>
                <a:cubicBezTo>
                  <a:pt x="537372" y="113010"/>
                  <a:pt x="543298" y="117107"/>
                  <a:pt x="550653" y="117107"/>
                </a:cubicBezTo>
                <a:cubicBezTo>
                  <a:pt x="556140" y="117107"/>
                  <a:pt x="560666" y="114846"/>
                  <a:pt x="564230" y="110326"/>
                </a:cubicBezTo>
                <a:cubicBezTo>
                  <a:pt x="567794" y="105805"/>
                  <a:pt x="569576" y="98036"/>
                  <a:pt x="569576" y="87018"/>
                </a:cubicBezTo>
                <a:cubicBezTo>
                  <a:pt x="569576" y="73230"/>
                  <a:pt x="566606" y="62381"/>
                  <a:pt x="560666" y="54469"/>
                </a:cubicBezTo>
                <a:cubicBezTo>
                  <a:pt x="556649" y="49045"/>
                  <a:pt x="551530" y="46333"/>
                  <a:pt x="545307" y="46333"/>
                </a:cubicBezTo>
                <a:close/>
                <a:moveTo>
                  <a:pt x="609885" y="72301"/>
                </a:moveTo>
                <a:cubicBezTo>
                  <a:pt x="609828" y="83815"/>
                  <a:pt x="612629" y="92846"/>
                  <a:pt x="618286" y="99395"/>
                </a:cubicBezTo>
                <a:cubicBezTo>
                  <a:pt x="623943" y="105941"/>
                  <a:pt x="630591" y="109215"/>
                  <a:pt x="638228" y="109215"/>
                </a:cubicBezTo>
                <a:cubicBezTo>
                  <a:pt x="643320" y="109215"/>
                  <a:pt x="647747" y="107814"/>
                  <a:pt x="651509" y="105014"/>
                </a:cubicBezTo>
                <a:cubicBezTo>
                  <a:pt x="655271" y="102214"/>
                  <a:pt x="658425" y="97419"/>
                  <a:pt x="660971" y="90630"/>
                </a:cubicBezTo>
                <a:lnTo>
                  <a:pt x="663601" y="92327"/>
                </a:lnTo>
                <a:cubicBezTo>
                  <a:pt x="662413" y="100078"/>
                  <a:pt x="658962" y="107136"/>
                  <a:pt x="653248" y="113500"/>
                </a:cubicBezTo>
                <a:cubicBezTo>
                  <a:pt x="647534" y="119864"/>
                  <a:pt x="640378" y="123047"/>
                  <a:pt x="631779" y="123047"/>
                </a:cubicBezTo>
                <a:cubicBezTo>
                  <a:pt x="622444" y="123047"/>
                  <a:pt x="614453" y="119420"/>
                  <a:pt x="607806" y="112166"/>
                </a:cubicBezTo>
                <a:cubicBezTo>
                  <a:pt x="601159" y="104911"/>
                  <a:pt x="597835" y="95157"/>
                  <a:pt x="597835" y="82905"/>
                </a:cubicBezTo>
                <a:cubicBezTo>
                  <a:pt x="597835" y="69639"/>
                  <a:pt x="601243" y="59294"/>
                  <a:pt x="608061" y="51871"/>
                </a:cubicBezTo>
                <a:cubicBezTo>
                  <a:pt x="614878" y="44445"/>
                  <a:pt x="623434" y="40733"/>
                  <a:pt x="633731" y="40733"/>
                </a:cubicBezTo>
                <a:cubicBezTo>
                  <a:pt x="642443" y="40733"/>
                  <a:pt x="649599" y="43597"/>
                  <a:pt x="655200" y="49325"/>
                </a:cubicBezTo>
                <a:cubicBezTo>
                  <a:pt x="660801" y="55051"/>
                  <a:pt x="663601" y="62710"/>
                  <a:pt x="663601" y="72301"/>
                </a:cubicBezTo>
                <a:lnTo>
                  <a:pt x="609885" y="72301"/>
                </a:lnTo>
                <a:moveTo>
                  <a:pt x="609885" y="67379"/>
                </a:moveTo>
                <a:lnTo>
                  <a:pt x="645866" y="67379"/>
                </a:lnTo>
                <a:cubicBezTo>
                  <a:pt x="645583" y="62400"/>
                  <a:pt x="644989" y="58893"/>
                  <a:pt x="644084" y="56856"/>
                </a:cubicBezTo>
                <a:cubicBezTo>
                  <a:pt x="642669" y="53688"/>
                  <a:pt x="640562" y="51199"/>
                  <a:pt x="637761" y="49388"/>
                </a:cubicBezTo>
                <a:cubicBezTo>
                  <a:pt x="634961" y="47578"/>
                  <a:pt x="632033" y="46673"/>
                  <a:pt x="628978" y="46673"/>
                </a:cubicBezTo>
                <a:cubicBezTo>
                  <a:pt x="624283" y="46673"/>
                  <a:pt x="620082" y="48497"/>
                  <a:pt x="616377" y="52146"/>
                </a:cubicBezTo>
                <a:cubicBezTo>
                  <a:pt x="612671" y="55795"/>
                  <a:pt x="610507" y="60873"/>
                  <a:pt x="609885" y="67379"/>
                </a:cubicBezTo>
                <a:close/>
                <a:moveTo>
                  <a:pt x="724218" y="40733"/>
                </a:moveTo>
                <a:lnTo>
                  <a:pt x="724218" y="67039"/>
                </a:lnTo>
                <a:lnTo>
                  <a:pt x="721417" y="67039"/>
                </a:lnTo>
                <a:cubicBezTo>
                  <a:pt x="719267" y="58788"/>
                  <a:pt x="716509" y="53176"/>
                  <a:pt x="713143" y="50203"/>
                </a:cubicBezTo>
                <a:cubicBezTo>
                  <a:pt x="709777" y="47227"/>
                  <a:pt x="705492" y="45739"/>
                  <a:pt x="700287" y="45739"/>
                </a:cubicBezTo>
                <a:cubicBezTo>
                  <a:pt x="696327" y="45739"/>
                  <a:pt x="693131" y="46785"/>
                  <a:pt x="690698" y="48877"/>
                </a:cubicBezTo>
                <a:cubicBezTo>
                  <a:pt x="688265" y="50966"/>
                  <a:pt x="687049" y="53283"/>
                  <a:pt x="687049" y="55827"/>
                </a:cubicBezTo>
                <a:cubicBezTo>
                  <a:pt x="687049" y="58992"/>
                  <a:pt x="687954" y="61704"/>
                  <a:pt x="689764" y="63963"/>
                </a:cubicBezTo>
                <a:cubicBezTo>
                  <a:pt x="691518" y="66281"/>
                  <a:pt x="695082" y="68739"/>
                  <a:pt x="700457" y="71338"/>
                </a:cubicBezTo>
                <a:lnTo>
                  <a:pt x="712846" y="77358"/>
                </a:lnTo>
                <a:cubicBezTo>
                  <a:pt x="724331" y="82951"/>
                  <a:pt x="730073" y="90326"/>
                  <a:pt x="730073" y="99482"/>
                </a:cubicBezTo>
                <a:cubicBezTo>
                  <a:pt x="730073" y="106545"/>
                  <a:pt x="727400" y="112239"/>
                  <a:pt x="722054" y="116563"/>
                </a:cubicBezTo>
                <a:cubicBezTo>
                  <a:pt x="716707" y="120885"/>
                  <a:pt x="710725" y="123047"/>
                  <a:pt x="704106" y="123047"/>
                </a:cubicBezTo>
                <a:cubicBezTo>
                  <a:pt x="699354" y="123047"/>
                  <a:pt x="693923" y="122198"/>
                  <a:pt x="687813" y="120501"/>
                </a:cubicBezTo>
                <a:cubicBezTo>
                  <a:pt x="685946" y="119935"/>
                  <a:pt x="684418" y="119652"/>
                  <a:pt x="683230" y="119652"/>
                </a:cubicBezTo>
                <a:cubicBezTo>
                  <a:pt x="681929" y="119652"/>
                  <a:pt x="680911" y="120388"/>
                  <a:pt x="680175" y="121859"/>
                </a:cubicBezTo>
                <a:lnTo>
                  <a:pt x="677375" y="121859"/>
                </a:lnTo>
                <a:lnTo>
                  <a:pt x="677375" y="94025"/>
                </a:lnTo>
                <a:lnTo>
                  <a:pt x="680175" y="94025"/>
                </a:lnTo>
                <a:cubicBezTo>
                  <a:pt x="681759" y="101973"/>
                  <a:pt x="684786" y="107963"/>
                  <a:pt x="689255" y="111994"/>
                </a:cubicBezTo>
                <a:cubicBezTo>
                  <a:pt x="693725" y="116025"/>
                  <a:pt x="698731" y="118040"/>
                  <a:pt x="704275" y="118040"/>
                </a:cubicBezTo>
                <a:cubicBezTo>
                  <a:pt x="708179" y="118040"/>
                  <a:pt x="711361" y="116896"/>
                  <a:pt x="713822" y="114608"/>
                </a:cubicBezTo>
                <a:cubicBezTo>
                  <a:pt x="716283" y="112319"/>
                  <a:pt x="717514" y="109564"/>
                  <a:pt x="717514" y="106343"/>
                </a:cubicBezTo>
                <a:cubicBezTo>
                  <a:pt x="717514" y="102443"/>
                  <a:pt x="716142" y="99165"/>
                  <a:pt x="713398" y="96509"/>
                </a:cubicBezTo>
                <a:cubicBezTo>
                  <a:pt x="710654" y="93854"/>
                  <a:pt x="705181" y="90492"/>
                  <a:pt x="696978" y="86424"/>
                </a:cubicBezTo>
                <a:cubicBezTo>
                  <a:pt x="688774" y="82355"/>
                  <a:pt x="683400" y="78681"/>
                  <a:pt x="680854" y="75403"/>
                </a:cubicBezTo>
                <a:cubicBezTo>
                  <a:pt x="678308" y="72182"/>
                  <a:pt x="677035" y="68113"/>
                  <a:pt x="677035" y="63197"/>
                </a:cubicBezTo>
                <a:cubicBezTo>
                  <a:pt x="677035" y="56811"/>
                  <a:pt x="679228" y="51471"/>
                  <a:pt x="683612" y="47177"/>
                </a:cubicBezTo>
                <a:cubicBezTo>
                  <a:pt x="687997" y="42881"/>
                  <a:pt x="693668" y="40733"/>
                  <a:pt x="700626" y="40733"/>
                </a:cubicBezTo>
                <a:cubicBezTo>
                  <a:pt x="703681" y="40733"/>
                  <a:pt x="707387" y="41383"/>
                  <a:pt x="711743" y="42684"/>
                </a:cubicBezTo>
                <a:cubicBezTo>
                  <a:pt x="714628" y="43533"/>
                  <a:pt x="716552" y="43957"/>
                  <a:pt x="717514" y="43957"/>
                </a:cubicBezTo>
                <a:cubicBezTo>
                  <a:pt x="718419" y="43957"/>
                  <a:pt x="719126" y="43759"/>
                  <a:pt x="719635" y="43363"/>
                </a:cubicBezTo>
                <a:cubicBezTo>
                  <a:pt x="720144" y="42967"/>
                  <a:pt x="720738" y="42090"/>
                  <a:pt x="721417" y="40733"/>
                </a:cubicBezTo>
                <a:lnTo>
                  <a:pt x="724218" y="40733"/>
                </a:lnTo>
                <a:close/>
                <a:moveTo>
                  <a:pt x="831198" y="155124"/>
                </a:moveTo>
                <a:lnTo>
                  <a:pt x="793860" y="155124"/>
                </a:lnTo>
                <a:lnTo>
                  <a:pt x="793860" y="2885"/>
                </a:lnTo>
                <a:lnTo>
                  <a:pt x="831198" y="2885"/>
                </a:lnTo>
                <a:lnTo>
                  <a:pt x="831198" y="9589"/>
                </a:lnTo>
                <a:lnTo>
                  <a:pt x="806589" y="9589"/>
                </a:lnTo>
                <a:lnTo>
                  <a:pt x="806589" y="148590"/>
                </a:lnTo>
                <a:lnTo>
                  <a:pt x="831198" y="148590"/>
                </a:lnTo>
                <a:lnTo>
                  <a:pt x="831198" y="155124"/>
                </a:lnTo>
                <a:close/>
                <a:moveTo>
                  <a:pt x="839768" y="42939"/>
                </a:moveTo>
                <a:lnTo>
                  <a:pt x="876342" y="42939"/>
                </a:lnTo>
                <a:lnTo>
                  <a:pt x="876342" y="46079"/>
                </a:lnTo>
                <a:cubicBezTo>
                  <a:pt x="874023" y="46079"/>
                  <a:pt x="872396" y="46475"/>
                  <a:pt x="871463" y="47267"/>
                </a:cubicBezTo>
                <a:cubicBezTo>
                  <a:pt x="870529" y="48059"/>
                  <a:pt x="870063" y="49106"/>
                  <a:pt x="870063" y="50407"/>
                </a:cubicBezTo>
                <a:cubicBezTo>
                  <a:pt x="870063" y="51764"/>
                  <a:pt x="871053" y="53858"/>
                  <a:pt x="873033" y="56686"/>
                </a:cubicBezTo>
                <a:cubicBezTo>
                  <a:pt x="873655" y="57592"/>
                  <a:pt x="874589" y="59006"/>
                  <a:pt x="875833" y="60929"/>
                </a:cubicBezTo>
                <a:lnTo>
                  <a:pt x="881349" y="69755"/>
                </a:lnTo>
                <a:lnTo>
                  <a:pt x="887714" y="60929"/>
                </a:lnTo>
                <a:cubicBezTo>
                  <a:pt x="891787" y="55329"/>
                  <a:pt x="893824" y="51793"/>
                  <a:pt x="893824" y="50322"/>
                </a:cubicBezTo>
                <a:cubicBezTo>
                  <a:pt x="893824" y="49134"/>
                  <a:pt x="893343" y="48130"/>
                  <a:pt x="892381" y="47309"/>
                </a:cubicBezTo>
                <a:cubicBezTo>
                  <a:pt x="891419" y="46489"/>
                  <a:pt x="889863" y="46079"/>
                  <a:pt x="887714" y="46079"/>
                </a:cubicBezTo>
                <a:lnTo>
                  <a:pt x="887714" y="42939"/>
                </a:lnTo>
                <a:lnTo>
                  <a:pt x="914020" y="42939"/>
                </a:lnTo>
                <a:lnTo>
                  <a:pt x="914020" y="46079"/>
                </a:lnTo>
                <a:cubicBezTo>
                  <a:pt x="911248" y="46249"/>
                  <a:pt x="908844" y="47012"/>
                  <a:pt x="906807" y="48370"/>
                </a:cubicBezTo>
                <a:cubicBezTo>
                  <a:pt x="904035" y="50294"/>
                  <a:pt x="900245" y="54480"/>
                  <a:pt x="895436" y="60929"/>
                </a:cubicBezTo>
                <a:lnTo>
                  <a:pt x="884828" y="75101"/>
                </a:lnTo>
                <a:lnTo>
                  <a:pt x="904176" y="102879"/>
                </a:lnTo>
                <a:cubicBezTo>
                  <a:pt x="908929" y="109710"/>
                  <a:pt x="912323" y="113818"/>
                  <a:pt x="914360" y="115202"/>
                </a:cubicBezTo>
                <a:cubicBezTo>
                  <a:pt x="916396" y="116585"/>
                  <a:pt x="919027" y="117361"/>
                  <a:pt x="922252" y="117531"/>
                </a:cubicBezTo>
                <a:lnTo>
                  <a:pt x="922252" y="120671"/>
                </a:lnTo>
                <a:lnTo>
                  <a:pt x="885592" y="120671"/>
                </a:lnTo>
                <a:lnTo>
                  <a:pt x="885592" y="117531"/>
                </a:lnTo>
                <a:cubicBezTo>
                  <a:pt x="888138" y="117531"/>
                  <a:pt x="890118" y="116967"/>
                  <a:pt x="891532" y="115839"/>
                </a:cubicBezTo>
                <a:cubicBezTo>
                  <a:pt x="892607" y="115049"/>
                  <a:pt x="893145" y="114005"/>
                  <a:pt x="893145" y="112707"/>
                </a:cubicBezTo>
                <a:cubicBezTo>
                  <a:pt x="893145" y="111409"/>
                  <a:pt x="891334" y="108137"/>
                  <a:pt x="887714" y="102890"/>
                </a:cubicBezTo>
                <a:lnTo>
                  <a:pt x="876342" y="86302"/>
                </a:lnTo>
                <a:lnTo>
                  <a:pt x="863868" y="102890"/>
                </a:lnTo>
                <a:cubicBezTo>
                  <a:pt x="860021" y="108024"/>
                  <a:pt x="858098" y="111071"/>
                  <a:pt x="858098" y="112031"/>
                </a:cubicBezTo>
                <a:cubicBezTo>
                  <a:pt x="858098" y="113385"/>
                  <a:pt x="858734" y="114612"/>
                  <a:pt x="860007" y="115712"/>
                </a:cubicBezTo>
                <a:cubicBezTo>
                  <a:pt x="861280" y="116811"/>
                  <a:pt x="863189" y="117418"/>
                  <a:pt x="865735" y="117531"/>
                </a:cubicBezTo>
                <a:lnTo>
                  <a:pt x="865735" y="120671"/>
                </a:lnTo>
                <a:lnTo>
                  <a:pt x="840362" y="120671"/>
                </a:lnTo>
                <a:lnTo>
                  <a:pt x="840362" y="117531"/>
                </a:lnTo>
                <a:cubicBezTo>
                  <a:pt x="842398" y="117248"/>
                  <a:pt x="844181" y="116543"/>
                  <a:pt x="845708" y="115415"/>
                </a:cubicBezTo>
                <a:cubicBezTo>
                  <a:pt x="847858" y="113778"/>
                  <a:pt x="851478" y="109601"/>
                  <a:pt x="856570" y="102885"/>
                </a:cubicBezTo>
                <a:lnTo>
                  <a:pt x="872863" y="81296"/>
                </a:lnTo>
                <a:lnTo>
                  <a:pt x="858098" y="59911"/>
                </a:lnTo>
                <a:cubicBezTo>
                  <a:pt x="853911" y="53801"/>
                  <a:pt x="850672" y="49968"/>
                  <a:pt x="848381" y="48413"/>
                </a:cubicBezTo>
                <a:cubicBezTo>
                  <a:pt x="846090" y="46857"/>
                  <a:pt x="843219" y="46079"/>
                  <a:pt x="839768" y="46079"/>
                </a:cubicBezTo>
                <a:lnTo>
                  <a:pt x="839768" y="42939"/>
                </a:lnTo>
                <a:close/>
                <a:moveTo>
                  <a:pt x="930737" y="2885"/>
                </a:moveTo>
                <a:lnTo>
                  <a:pt x="968075" y="2885"/>
                </a:lnTo>
                <a:lnTo>
                  <a:pt x="968075" y="155124"/>
                </a:lnTo>
                <a:lnTo>
                  <a:pt x="930737" y="155124"/>
                </a:lnTo>
                <a:lnTo>
                  <a:pt x="930737" y="148420"/>
                </a:lnTo>
                <a:lnTo>
                  <a:pt x="955346" y="148420"/>
                </a:lnTo>
                <a:lnTo>
                  <a:pt x="955346" y="9589"/>
                </a:lnTo>
                <a:lnTo>
                  <a:pt x="930737" y="9589"/>
                </a:lnTo>
                <a:lnTo>
                  <a:pt x="930737" y="2885"/>
                </a:lnTo>
                <a:close/>
                <a:moveTo>
                  <a:pt x="1086029" y="111930"/>
                </a:moveTo>
                <a:cubicBezTo>
                  <a:pt x="1082239" y="115890"/>
                  <a:pt x="1078534" y="118733"/>
                  <a:pt x="1074913" y="120459"/>
                </a:cubicBezTo>
                <a:cubicBezTo>
                  <a:pt x="1071292" y="122184"/>
                  <a:pt x="1067389" y="123047"/>
                  <a:pt x="1063202" y="123047"/>
                </a:cubicBezTo>
                <a:cubicBezTo>
                  <a:pt x="1054716" y="123047"/>
                  <a:pt x="1047305" y="119505"/>
                  <a:pt x="1040969" y="112421"/>
                </a:cubicBezTo>
                <a:cubicBezTo>
                  <a:pt x="1034633" y="105335"/>
                  <a:pt x="1031465" y="96230"/>
                  <a:pt x="1031465" y="85106"/>
                </a:cubicBezTo>
                <a:cubicBezTo>
                  <a:pt x="1031465" y="73984"/>
                  <a:pt x="1034972" y="63808"/>
                  <a:pt x="1041987" y="54578"/>
                </a:cubicBezTo>
                <a:cubicBezTo>
                  <a:pt x="1049002" y="45348"/>
                  <a:pt x="1058026" y="40733"/>
                  <a:pt x="1069057" y="40733"/>
                </a:cubicBezTo>
                <a:cubicBezTo>
                  <a:pt x="1075903" y="40733"/>
                  <a:pt x="1081560" y="42911"/>
                  <a:pt x="1086029" y="47267"/>
                </a:cubicBezTo>
                <a:lnTo>
                  <a:pt x="1086029" y="32894"/>
                </a:lnTo>
                <a:cubicBezTo>
                  <a:pt x="1086029" y="23975"/>
                  <a:pt x="1085817" y="18492"/>
                  <a:pt x="1085393" y="16447"/>
                </a:cubicBezTo>
                <a:cubicBezTo>
                  <a:pt x="1084969" y="14401"/>
                  <a:pt x="1084304" y="13010"/>
                  <a:pt x="1083399" y="12273"/>
                </a:cubicBezTo>
                <a:cubicBezTo>
                  <a:pt x="1082494" y="11534"/>
                  <a:pt x="1081362" y="11164"/>
                  <a:pt x="1080004" y="11164"/>
                </a:cubicBezTo>
                <a:cubicBezTo>
                  <a:pt x="1078534" y="11164"/>
                  <a:pt x="1076582" y="11619"/>
                  <a:pt x="1074149" y="12527"/>
                </a:cubicBezTo>
                <a:lnTo>
                  <a:pt x="1073046" y="9544"/>
                </a:lnTo>
                <a:lnTo>
                  <a:pt x="1096213" y="0"/>
                </a:lnTo>
                <a:lnTo>
                  <a:pt x="1100031" y="0"/>
                </a:lnTo>
                <a:lnTo>
                  <a:pt x="1100031" y="89867"/>
                </a:lnTo>
                <a:cubicBezTo>
                  <a:pt x="1100031" y="98975"/>
                  <a:pt x="1100243" y="104533"/>
                  <a:pt x="1100668" y="106541"/>
                </a:cubicBezTo>
                <a:cubicBezTo>
                  <a:pt x="1101092" y="108550"/>
                  <a:pt x="1101771" y="109950"/>
                  <a:pt x="1102704" y="110742"/>
                </a:cubicBezTo>
                <a:cubicBezTo>
                  <a:pt x="1103638" y="111534"/>
                  <a:pt x="1104727" y="111930"/>
                  <a:pt x="1105972" y="111930"/>
                </a:cubicBezTo>
                <a:cubicBezTo>
                  <a:pt x="1107499" y="111930"/>
                  <a:pt x="1109536" y="111449"/>
                  <a:pt x="1112081" y="110487"/>
                </a:cubicBezTo>
                <a:lnTo>
                  <a:pt x="1113015" y="113458"/>
                </a:lnTo>
                <a:lnTo>
                  <a:pt x="1089933" y="123047"/>
                </a:lnTo>
                <a:lnTo>
                  <a:pt x="1086029" y="123047"/>
                </a:lnTo>
                <a:lnTo>
                  <a:pt x="1086029" y="111930"/>
                </a:lnTo>
                <a:moveTo>
                  <a:pt x="1086029" y="106008"/>
                </a:moveTo>
                <a:lnTo>
                  <a:pt x="1086029" y="66055"/>
                </a:lnTo>
                <a:cubicBezTo>
                  <a:pt x="1085690" y="62217"/>
                  <a:pt x="1084672" y="58719"/>
                  <a:pt x="1082974" y="55559"/>
                </a:cubicBezTo>
                <a:cubicBezTo>
                  <a:pt x="1081277" y="52398"/>
                  <a:pt x="1079029" y="50014"/>
                  <a:pt x="1076228" y="48407"/>
                </a:cubicBezTo>
                <a:cubicBezTo>
                  <a:pt x="1073428" y="46798"/>
                  <a:pt x="1070698" y="45994"/>
                  <a:pt x="1068039" y="45994"/>
                </a:cubicBezTo>
                <a:cubicBezTo>
                  <a:pt x="1063061" y="45994"/>
                  <a:pt x="1058620" y="48223"/>
                  <a:pt x="1054716" y="52682"/>
                </a:cubicBezTo>
                <a:cubicBezTo>
                  <a:pt x="1049568" y="58550"/>
                  <a:pt x="1046994" y="67127"/>
                  <a:pt x="1046994" y="78413"/>
                </a:cubicBezTo>
                <a:cubicBezTo>
                  <a:pt x="1046994" y="89813"/>
                  <a:pt x="1049483" y="98546"/>
                  <a:pt x="1054462" y="104614"/>
                </a:cubicBezTo>
                <a:cubicBezTo>
                  <a:pt x="1059440" y="110679"/>
                  <a:pt x="1064984" y="113712"/>
                  <a:pt x="1071094" y="113712"/>
                </a:cubicBezTo>
                <a:cubicBezTo>
                  <a:pt x="1076242" y="113712"/>
                  <a:pt x="1081221" y="111144"/>
                  <a:pt x="1086029" y="106008"/>
                </a:cubicBezTo>
                <a:close/>
                <a:moveTo>
                  <a:pt x="1156039" y="40733"/>
                </a:moveTo>
                <a:cubicBezTo>
                  <a:pt x="1167806" y="40733"/>
                  <a:pt x="1177254" y="45198"/>
                  <a:pt x="1184382" y="54127"/>
                </a:cubicBezTo>
                <a:cubicBezTo>
                  <a:pt x="1190435" y="61756"/>
                  <a:pt x="1193462" y="70516"/>
                  <a:pt x="1193462" y="80407"/>
                </a:cubicBezTo>
                <a:cubicBezTo>
                  <a:pt x="1193462" y="87359"/>
                  <a:pt x="1191793" y="94395"/>
                  <a:pt x="1188455" y="101516"/>
                </a:cubicBezTo>
                <a:cubicBezTo>
                  <a:pt x="1185118" y="108636"/>
                  <a:pt x="1180521" y="114004"/>
                  <a:pt x="1174666" y="117621"/>
                </a:cubicBezTo>
                <a:cubicBezTo>
                  <a:pt x="1168810" y="121238"/>
                  <a:pt x="1162290" y="123047"/>
                  <a:pt x="1155105" y="123047"/>
                </a:cubicBezTo>
                <a:cubicBezTo>
                  <a:pt x="1143395" y="123047"/>
                  <a:pt x="1134089" y="118384"/>
                  <a:pt x="1127187" y="109058"/>
                </a:cubicBezTo>
                <a:cubicBezTo>
                  <a:pt x="1121360" y="101203"/>
                  <a:pt x="1118446" y="92388"/>
                  <a:pt x="1118446" y="82611"/>
                </a:cubicBezTo>
                <a:cubicBezTo>
                  <a:pt x="1118446" y="75490"/>
                  <a:pt x="1120214" y="68411"/>
                  <a:pt x="1123750" y="61375"/>
                </a:cubicBezTo>
                <a:cubicBezTo>
                  <a:pt x="1127286" y="54339"/>
                  <a:pt x="1131939" y="49139"/>
                  <a:pt x="1137709" y="45777"/>
                </a:cubicBezTo>
                <a:cubicBezTo>
                  <a:pt x="1143480" y="42414"/>
                  <a:pt x="1149590" y="40733"/>
                  <a:pt x="1156039" y="40733"/>
                </a:cubicBezTo>
                <a:moveTo>
                  <a:pt x="1153408" y="46333"/>
                </a:moveTo>
                <a:cubicBezTo>
                  <a:pt x="1150410" y="46333"/>
                  <a:pt x="1147397" y="47224"/>
                  <a:pt x="1144371" y="49004"/>
                </a:cubicBezTo>
                <a:cubicBezTo>
                  <a:pt x="1141344" y="50784"/>
                  <a:pt x="1138897" y="53906"/>
                  <a:pt x="1137030" y="58370"/>
                </a:cubicBezTo>
                <a:cubicBezTo>
                  <a:pt x="1135163" y="62834"/>
                  <a:pt x="1134230" y="68569"/>
                  <a:pt x="1134230" y="75576"/>
                </a:cubicBezTo>
                <a:cubicBezTo>
                  <a:pt x="1134230" y="86876"/>
                  <a:pt x="1136479" y="96624"/>
                  <a:pt x="1140976" y="104818"/>
                </a:cubicBezTo>
                <a:cubicBezTo>
                  <a:pt x="1145474" y="113010"/>
                  <a:pt x="1151400" y="117107"/>
                  <a:pt x="1158754" y="117107"/>
                </a:cubicBezTo>
                <a:cubicBezTo>
                  <a:pt x="1164242" y="117107"/>
                  <a:pt x="1168768" y="114846"/>
                  <a:pt x="1172332" y="110326"/>
                </a:cubicBezTo>
                <a:cubicBezTo>
                  <a:pt x="1175896" y="105805"/>
                  <a:pt x="1177678" y="98036"/>
                  <a:pt x="1177678" y="87018"/>
                </a:cubicBezTo>
                <a:cubicBezTo>
                  <a:pt x="1177678" y="73230"/>
                  <a:pt x="1174708" y="62381"/>
                  <a:pt x="1168768" y="54469"/>
                </a:cubicBezTo>
                <a:cubicBezTo>
                  <a:pt x="1164751" y="49045"/>
                  <a:pt x="1159631" y="46333"/>
                  <a:pt x="1153408" y="463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BFF6D-C53A-4417-A1B4-C01A75EB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571374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0FBAD-7849-4FE1-9CE5-9FBF55D1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571374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9" name="Text Whatis[x]doing">
            <a:extLst xmlns:a="http://schemas.openxmlformats.org/drawingml/2006/main">
              <a:ext uri="{FF2B5EF4-FFF2-40B4-BE49-F238E27FC236}">
                <a16:creationId xmlns:a16="http://schemas.microsoft.com/office/drawing/2014/main" id="{0DADFCC2-2B8A-4D1F-B0C5-2FD26916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260" y="644549"/>
            <a:ext cx="1215813" cy="158179"/>
          </a:xfrm>
          <a:custGeom xmlns:a="http://schemas.openxmlformats.org/drawingml/2006/main">
            <a:pathLst>
              <a:path w="1215813" h="158179">
                <a:moveTo>
                  <a:pt x="160385" y="5601"/>
                </a:moveTo>
                <a:lnTo>
                  <a:pt x="160385" y="8741"/>
                </a:lnTo>
                <a:cubicBezTo>
                  <a:pt x="157387" y="8741"/>
                  <a:pt x="154954" y="9278"/>
                  <a:pt x="153087" y="10353"/>
                </a:cubicBezTo>
                <a:cubicBezTo>
                  <a:pt x="151220" y="11426"/>
                  <a:pt x="149438" y="13433"/>
                  <a:pt x="147741" y="16373"/>
                </a:cubicBezTo>
                <a:cubicBezTo>
                  <a:pt x="146609" y="18351"/>
                  <a:pt x="144827" y="23071"/>
                  <a:pt x="142395" y="30534"/>
                </a:cubicBezTo>
                <a:lnTo>
                  <a:pt x="110318" y="123216"/>
                </a:lnTo>
                <a:lnTo>
                  <a:pt x="106923" y="123216"/>
                </a:lnTo>
                <a:lnTo>
                  <a:pt x="80702" y="49696"/>
                </a:lnTo>
                <a:lnTo>
                  <a:pt x="54650" y="123216"/>
                </a:lnTo>
                <a:lnTo>
                  <a:pt x="51595" y="123216"/>
                </a:lnTo>
                <a:lnTo>
                  <a:pt x="17396" y="27736"/>
                </a:lnTo>
                <a:cubicBezTo>
                  <a:pt x="14850" y="20613"/>
                  <a:pt x="13238" y="16401"/>
                  <a:pt x="12559" y="15100"/>
                </a:cubicBezTo>
                <a:cubicBezTo>
                  <a:pt x="11428" y="12952"/>
                  <a:pt x="9886" y="11355"/>
                  <a:pt x="7934" y="10310"/>
                </a:cubicBezTo>
                <a:cubicBezTo>
                  <a:pt x="5983" y="9264"/>
                  <a:pt x="3338" y="8741"/>
                  <a:pt x="0" y="8741"/>
                </a:cubicBezTo>
                <a:lnTo>
                  <a:pt x="0" y="5601"/>
                </a:lnTo>
                <a:lnTo>
                  <a:pt x="42600" y="5601"/>
                </a:lnTo>
                <a:lnTo>
                  <a:pt x="42600" y="8741"/>
                </a:lnTo>
                <a:lnTo>
                  <a:pt x="40563" y="8741"/>
                </a:lnTo>
                <a:cubicBezTo>
                  <a:pt x="37565" y="8741"/>
                  <a:pt x="35273" y="9419"/>
                  <a:pt x="33689" y="10777"/>
                </a:cubicBezTo>
                <a:cubicBezTo>
                  <a:pt x="32105" y="12133"/>
                  <a:pt x="31313" y="13772"/>
                  <a:pt x="31313" y="15694"/>
                </a:cubicBezTo>
                <a:cubicBezTo>
                  <a:pt x="31313" y="17672"/>
                  <a:pt x="32558" y="22223"/>
                  <a:pt x="35047" y="29346"/>
                </a:cubicBezTo>
                <a:lnTo>
                  <a:pt x="57705" y="93876"/>
                </a:lnTo>
                <a:lnTo>
                  <a:pt x="76798" y="39012"/>
                </a:lnTo>
                <a:lnTo>
                  <a:pt x="73404" y="29346"/>
                </a:lnTo>
                <a:lnTo>
                  <a:pt x="70688" y="21629"/>
                </a:lnTo>
                <a:cubicBezTo>
                  <a:pt x="69500" y="18802"/>
                  <a:pt x="68171" y="16314"/>
                  <a:pt x="66700" y="14166"/>
                </a:cubicBezTo>
                <a:cubicBezTo>
                  <a:pt x="65964" y="13093"/>
                  <a:pt x="65059" y="12189"/>
                  <a:pt x="63984" y="11453"/>
                </a:cubicBezTo>
                <a:cubicBezTo>
                  <a:pt x="62570" y="10437"/>
                  <a:pt x="61156" y="9702"/>
                  <a:pt x="59741" y="9250"/>
                </a:cubicBezTo>
                <a:cubicBezTo>
                  <a:pt x="58666" y="8910"/>
                  <a:pt x="56969" y="8741"/>
                  <a:pt x="54650" y="8741"/>
                </a:cubicBezTo>
                <a:lnTo>
                  <a:pt x="54650" y="5601"/>
                </a:lnTo>
                <a:lnTo>
                  <a:pt x="99456" y="5601"/>
                </a:lnTo>
                <a:lnTo>
                  <a:pt x="99456" y="8741"/>
                </a:lnTo>
                <a:lnTo>
                  <a:pt x="96401" y="8741"/>
                </a:lnTo>
                <a:cubicBezTo>
                  <a:pt x="93233" y="8741"/>
                  <a:pt x="90913" y="9419"/>
                  <a:pt x="89442" y="10777"/>
                </a:cubicBezTo>
                <a:cubicBezTo>
                  <a:pt x="87971" y="12133"/>
                  <a:pt x="87236" y="13970"/>
                  <a:pt x="87236" y="16288"/>
                </a:cubicBezTo>
                <a:cubicBezTo>
                  <a:pt x="87236" y="19171"/>
                  <a:pt x="88509" y="24203"/>
                  <a:pt x="91055" y="31382"/>
                </a:cubicBezTo>
                <a:lnTo>
                  <a:pt x="113118" y="93876"/>
                </a:lnTo>
                <a:lnTo>
                  <a:pt x="135012" y="30534"/>
                </a:lnTo>
                <a:cubicBezTo>
                  <a:pt x="137501" y="23524"/>
                  <a:pt x="138746" y="18662"/>
                  <a:pt x="138746" y="15948"/>
                </a:cubicBezTo>
                <a:cubicBezTo>
                  <a:pt x="138746" y="14649"/>
                  <a:pt x="138336" y="13433"/>
                  <a:pt x="137515" y="12302"/>
                </a:cubicBezTo>
                <a:cubicBezTo>
                  <a:pt x="136695" y="11171"/>
                  <a:pt x="135663" y="10379"/>
                  <a:pt x="134418" y="9929"/>
                </a:cubicBezTo>
                <a:cubicBezTo>
                  <a:pt x="132268" y="9137"/>
                  <a:pt x="129468" y="8741"/>
                  <a:pt x="126017" y="8741"/>
                </a:cubicBezTo>
                <a:lnTo>
                  <a:pt x="126017" y="5601"/>
                </a:lnTo>
                <a:lnTo>
                  <a:pt x="160385" y="5601"/>
                </a:lnTo>
                <a:close/>
                <a:moveTo>
                  <a:pt x="190027" y="0"/>
                </a:moveTo>
                <a:lnTo>
                  <a:pt x="190027" y="56941"/>
                </a:lnTo>
                <a:cubicBezTo>
                  <a:pt x="196307" y="50039"/>
                  <a:pt x="201285" y="45612"/>
                  <a:pt x="204963" y="43660"/>
                </a:cubicBezTo>
                <a:cubicBezTo>
                  <a:pt x="208640" y="41709"/>
                  <a:pt x="212317" y="40733"/>
                  <a:pt x="215994" y="40733"/>
                </a:cubicBezTo>
                <a:cubicBezTo>
                  <a:pt x="220407" y="40733"/>
                  <a:pt x="224198" y="41946"/>
                  <a:pt x="227366" y="44374"/>
                </a:cubicBezTo>
                <a:cubicBezTo>
                  <a:pt x="230534" y="46801"/>
                  <a:pt x="232882" y="50611"/>
                  <a:pt x="234409" y="55803"/>
                </a:cubicBezTo>
                <a:cubicBezTo>
                  <a:pt x="235484" y="59417"/>
                  <a:pt x="236021" y="66022"/>
                  <a:pt x="236021" y="75618"/>
                </a:cubicBezTo>
                <a:lnTo>
                  <a:pt x="236021" y="103052"/>
                </a:lnTo>
                <a:cubicBezTo>
                  <a:pt x="236021" y="107963"/>
                  <a:pt x="236417" y="111322"/>
                  <a:pt x="237209" y="113129"/>
                </a:cubicBezTo>
                <a:cubicBezTo>
                  <a:pt x="237775" y="114483"/>
                  <a:pt x="238737" y="115555"/>
                  <a:pt x="240095" y="116345"/>
                </a:cubicBezTo>
                <a:cubicBezTo>
                  <a:pt x="241452" y="117136"/>
                  <a:pt x="243942" y="117531"/>
                  <a:pt x="247562" y="117531"/>
                </a:cubicBezTo>
                <a:lnTo>
                  <a:pt x="247562" y="120671"/>
                </a:lnTo>
                <a:lnTo>
                  <a:pt x="209375" y="120671"/>
                </a:lnTo>
                <a:lnTo>
                  <a:pt x="209375" y="117531"/>
                </a:lnTo>
                <a:lnTo>
                  <a:pt x="211157" y="117531"/>
                </a:lnTo>
                <a:cubicBezTo>
                  <a:pt x="214778" y="117531"/>
                  <a:pt x="217296" y="116979"/>
                  <a:pt x="218710" y="115876"/>
                </a:cubicBezTo>
                <a:cubicBezTo>
                  <a:pt x="220124" y="114773"/>
                  <a:pt x="221114" y="113146"/>
                  <a:pt x="221680" y="110997"/>
                </a:cubicBezTo>
                <a:cubicBezTo>
                  <a:pt x="221850" y="110091"/>
                  <a:pt x="221935" y="107433"/>
                  <a:pt x="221935" y="103020"/>
                </a:cubicBezTo>
                <a:lnTo>
                  <a:pt x="221935" y="75525"/>
                </a:lnTo>
                <a:cubicBezTo>
                  <a:pt x="221935" y="67039"/>
                  <a:pt x="221496" y="61467"/>
                  <a:pt x="220619" y="58808"/>
                </a:cubicBezTo>
                <a:cubicBezTo>
                  <a:pt x="219742" y="56149"/>
                  <a:pt x="218342" y="54155"/>
                  <a:pt x="216419" y="52825"/>
                </a:cubicBezTo>
                <a:cubicBezTo>
                  <a:pt x="214495" y="51496"/>
                  <a:pt x="212176" y="50831"/>
                  <a:pt x="209460" y="50831"/>
                </a:cubicBezTo>
                <a:cubicBezTo>
                  <a:pt x="206688" y="50831"/>
                  <a:pt x="203803" y="51566"/>
                  <a:pt x="200805" y="53037"/>
                </a:cubicBezTo>
                <a:cubicBezTo>
                  <a:pt x="197806" y="54508"/>
                  <a:pt x="194214" y="57478"/>
                  <a:pt x="190027" y="61948"/>
                </a:cubicBezTo>
                <a:lnTo>
                  <a:pt x="190027" y="103020"/>
                </a:lnTo>
                <a:cubicBezTo>
                  <a:pt x="190027" y="108338"/>
                  <a:pt x="190324" y="111647"/>
                  <a:pt x="190918" y="112948"/>
                </a:cubicBezTo>
                <a:cubicBezTo>
                  <a:pt x="191512" y="114250"/>
                  <a:pt x="192616" y="115339"/>
                  <a:pt x="194228" y="116216"/>
                </a:cubicBezTo>
                <a:cubicBezTo>
                  <a:pt x="195840" y="117092"/>
                  <a:pt x="198626" y="117531"/>
                  <a:pt x="202587" y="117531"/>
                </a:cubicBezTo>
                <a:lnTo>
                  <a:pt x="202587" y="120671"/>
                </a:lnTo>
                <a:lnTo>
                  <a:pt x="164060" y="120671"/>
                </a:lnTo>
                <a:lnTo>
                  <a:pt x="164060" y="117531"/>
                </a:lnTo>
                <a:cubicBezTo>
                  <a:pt x="167511" y="117531"/>
                  <a:pt x="170227" y="116993"/>
                  <a:pt x="172207" y="115919"/>
                </a:cubicBezTo>
                <a:cubicBezTo>
                  <a:pt x="173338" y="115355"/>
                  <a:pt x="174243" y="114281"/>
                  <a:pt x="174922" y="112699"/>
                </a:cubicBezTo>
                <a:cubicBezTo>
                  <a:pt x="175601" y="111115"/>
                  <a:pt x="175941" y="107892"/>
                  <a:pt x="175941" y="103030"/>
                </a:cubicBezTo>
                <a:lnTo>
                  <a:pt x="175941" y="32732"/>
                </a:lnTo>
                <a:cubicBezTo>
                  <a:pt x="175941" y="23857"/>
                  <a:pt x="175728" y="18402"/>
                  <a:pt x="175304" y="16367"/>
                </a:cubicBezTo>
                <a:cubicBezTo>
                  <a:pt x="174880" y="14331"/>
                  <a:pt x="174229" y="12946"/>
                  <a:pt x="173352" y="12212"/>
                </a:cubicBezTo>
                <a:cubicBezTo>
                  <a:pt x="172475" y="11476"/>
                  <a:pt x="171302" y="11109"/>
                  <a:pt x="169831" y="11109"/>
                </a:cubicBezTo>
                <a:cubicBezTo>
                  <a:pt x="168643" y="11109"/>
                  <a:pt x="166719" y="11561"/>
                  <a:pt x="164060" y="12466"/>
                </a:cubicBezTo>
                <a:lnTo>
                  <a:pt x="162872" y="9496"/>
                </a:lnTo>
                <a:lnTo>
                  <a:pt x="186124" y="0"/>
                </a:lnTo>
                <a:lnTo>
                  <a:pt x="190027" y="0"/>
                </a:lnTo>
                <a:close/>
                <a:moveTo>
                  <a:pt x="298139" y="109469"/>
                </a:moveTo>
                <a:cubicBezTo>
                  <a:pt x="290162" y="115636"/>
                  <a:pt x="285155" y="119200"/>
                  <a:pt x="283119" y="120161"/>
                </a:cubicBezTo>
                <a:cubicBezTo>
                  <a:pt x="280064" y="121632"/>
                  <a:pt x="276811" y="122368"/>
                  <a:pt x="273360" y="122368"/>
                </a:cubicBezTo>
                <a:cubicBezTo>
                  <a:pt x="267985" y="122368"/>
                  <a:pt x="263558" y="120529"/>
                  <a:pt x="260079" y="116852"/>
                </a:cubicBezTo>
                <a:cubicBezTo>
                  <a:pt x="256600" y="113175"/>
                  <a:pt x="254860" y="108338"/>
                  <a:pt x="254860" y="102341"/>
                </a:cubicBezTo>
                <a:cubicBezTo>
                  <a:pt x="254860" y="98551"/>
                  <a:pt x="255709" y="95269"/>
                  <a:pt x="257406" y="92497"/>
                </a:cubicBezTo>
                <a:cubicBezTo>
                  <a:pt x="259726" y="88650"/>
                  <a:pt x="263756" y="85030"/>
                  <a:pt x="269499" y="81635"/>
                </a:cubicBezTo>
                <a:cubicBezTo>
                  <a:pt x="275241" y="78241"/>
                  <a:pt x="284788" y="74111"/>
                  <a:pt x="298139" y="69246"/>
                </a:cubicBezTo>
                <a:lnTo>
                  <a:pt x="298139" y="66191"/>
                </a:lnTo>
                <a:cubicBezTo>
                  <a:pt x="298139" y="58440"/>
                  <a:pt x="296908" y="53122"/>
                  <a:pt x="294447" y="50237"/>
                </a:cubicBezTo>
                <a:cubicBezTo>
                  <a:pt x="291987" y="47352"/>
                  <a:pt x="288408" y="45909"/>
                  <a:pt x="283713" y="45909"/>
                </a:cubicBezTo>
                <a:cubicBezTo>
                  <a:pt x="280149" y="45909"/>
                  <a:pt x="277320" y="46867"/>
                  <a:pt x="275227" y="48784"/>
                </a:cubicBezTo>
                <a:cubicBezTo>
                  <a:pt x="273077" y="50700"/>
                  <a:pt x="272002" y="52899"/>
                  <a:pt x="272002" y="55379"/>
                </a:cubicBezTo>
                <a:lnTo>
                  <a:pt x="272172" y="60282"/>
                </a:lnTo>
                <a:cubicBezTo>
                  <a:pt x="272172" y="62874"/>
                  <a:pt x="271507" y="64874"/>
                  <a:pt x="270178" y="66283"/>
                </a:cubicBezTo>
                <a:cubicBezTo>
                  <a:pt x="268848" y="67692"/>
                  <a:pt x="267108" y="68397"/>
                  <a:pt x="264959" y="68397"/>
                </a:cubicBezTo>
                <a:cubicBezTo>
                  <a:pt x="262865" y="68397"/>
                  <a:pt x="261154" y="67664"/>
                  <a:pt x="259825" y="66199"/>
                </a:cubicBezTo>
                <a:cubicBezTo>
                  <a:pt x="258495" y="64731"/>
                  <a:pt x="257830" y="62728"/>
                  <a:pt x="257830" y="60189"/>
                </a:cubicBezTo>
                <a:cubicBezTo>
                  <a:pt x="257830" y="55340"/>
                  <a:pt x="260320" y="50885"/>
                  <a:pt x="265298" y="46824"/>
                </a:cubicBezTo>
                <a:cubicBezTo>
                  <a:pt x="270277" y="42763"/>
                  <a:pt x="277263" y="40733"/>
                  <a:pt x="286258" y="40733"/>
                </a:cubicBezTo>
                <a:cubicBezTo>
                  <a:pt x="293160" y="40733"/>
                  <a:pt x="298818" y="41891"/>
                  <a:pt x="303230" y="44207"/>
                </a:cubicBezTo>
                <a:cubicBezTo>
                  <a:pt x="306568" y="45959"/>
                  <a:pt x="309029" y="48700"/>
                  <a:pt x="310613" y="52430"/>
                </a:cubicBezTo>
                <a:cubicBezTo>
                  <a:pt x="311632" y="54859"/>
                  <a:pt x="312141" y="59831"/>
                  <a:pt x="312141" y="67347"/>
                </a:cubicBezTo>
                <a:lnTo>
                  <a:pt x="312141" y="93706"/>
                </a:lnTo>
                <a:cubicBezTo>
                  <a:pt x="312141" y="101109"/>
                  <a:pt x="312282" y="105643"/>
                  <a:pt x="312565" y="107311"/>
                </a:cubicBezTo>
                <a:cubicBezTo>
                  <a:pt x="312848" y="108978"/>
                  <a:pt x="313315" y="110094"/>
                  <a:pt x="313965" y="110660"/>
                </a:cubicBezTo>
                <a:cubicBezTo>
                  <a:pt x="314616" y="111224"/>
                  <a:pt x="315365" y="111506"/>
                  <a:pt x="316214" y="111506"/>
                </a:cubicBezTo>
                <a:cubicBezTo>
                  <a:pt x="317119" y="111506"/>
                  <a:pt x="317911" y="111308"/>
                  <a:pt x="318590" y="110912"/>
                </a:cubicBezTo>
                <a:cubicBezTo>
                  <a:pt x="319778" y="110176"/>
                  <a:pt x="322069" y="108111"/>
                  <a:pt x="325464" y="104717"/>
                </a:cubicBezTo>
                <a:lnTo>
                  <a:pt x="325464" y="109469"/>
                </a:lnTo>
                <a:cubicBezTo>
                  <a:pt x="319128" y="117955"/>
                  <a:pt x="313074" y="122198"/>
                  <a:pt x="307304" y="122198"/>
                </a:cubicBezTo>
                <a:cubicBezTo>
                  <a:pt x="304532" y="122198"/>
                  <a:pt x="302325" y="121236"/>
                  <a:pt x="300685" y="119313"/>
                </a:cubicBezTo>
                <a:cubicBezTo>
                  <a:pt x="299044" y="117389"/>
                  <a:pt x="298195" y="114108"/>
                  <a:pt x="298139" y="109469"/>
                </a:cubicBezTo>
                <a:moveTo>
                  <a:pt x="298139" y="103906"/>
                </a:moveTo>
                <a:lnTo>
                  <a:pt x="298139" y="74422"/>
                </a:lnTo>
                <a:cubicBezTo>
                  <a:pt x="289596" y="77801"/>
                  <a:pt x="284080" y="80194"/>
                  <a:pt x="281591" y="81603"/>
                </a:cubicBezTo>
                <a:cubicBezTo>
                  <a:pt x="277122" y="84082"/>
                  <a:pt x="273926" y="86673"/>
                  <a:pt x="272002" y="89376"/>
                </a:cubicBezTo>
                <a:cubicBezTo>
                  <a:pt x="270079" y="92079"/>
                  <a:pt x="269117" y="95036"/>
                  <a:pt x="269117" y="98246"/>
                </a:cubicBezTo>
                <a:cubicBezTo>
                  <a:pt x="269117" y="102302"/>
                  <a:pt x="270333" y="105667"/>
                  <a:pt x="272766" y="108342"/>
                </a:cubicBezTo>
                <a:cubicBezTo>
                  <a:pt x="275198" y="111017"/>
                  <a:pt x="277999" y="112354"/>
                  <a:pt x="281167" y="112354"/>
                </a:cubicBezTo>
                <a:cubicBezTo>
                  <a:pt x="285466" y="112354"/>
                  <a:pt x="291124" y="109538"/>
                  <a:pt x="298139" y="103906"/>
                </a:cubicBezTo>
                <a:close/>
                <a:moveTo>
                  <a:pt x="353834" y="17311"/>
                </a:moveTo>
                <a:lnTo>
                  <a:pt x="353834" y="42939"/>
                </a:lnTo>
                <a:lnTo>
                  <a:pt x="371994" y="42939"/>
                </a:lnTo>
                <a:lnTo>
                  <a:pt x="371994" y="48879"/>
                </a:lnTo>
                <a:lnTo>
                  <a:pt x="353834" y="48879"/>
                </a:lnTo>
                <a:lnTo>
                  <a:pt x="353834" y="99217"/>
                </a:lnTo>
                <a:cubicBezTo>
                  <a:pt x="353834" y="104247"/>
                  <a:pt x="354555" y="107638"/>
                  <a:pt x="355997" y="109390"/>
                </a:cubicBezTo>
                <a:cubicBezTo>
                  <a:pt x="357440" y="111140"/>
                  <a:pt x="359293" y="112015"/>
                  <a:pt x="361556" y="112015"/>
                </a:cubicBezTo>
                <a:cubicBezTo>
                  <a:pt x="363423" y="112015"/>
                  <a:pt x="365233" y="111435"/>
                  <a:pt x="366987" y="110275"/>
                </a:cubicBezTo>
                <a:cubicBezTo>
                  <a:pt x="368741" y="109116"/>
                  <a:pt x="370098" y="107404"/>
                  <a:pt x="371060" y="105141"/>
                </a:cubicBezTo>
                <a:lnTo>
                  <a:pt x="374370" y="105141"/>
                </a:lnTo>
                <a:cubicBezTo>
                  <a:pt x="372390" y="110701"/>
                  <a:pt x="369589" y="114906"/>
                  <a:pt x="365968" y="117756"/>
                </a:cubicBezTo>
                <a:cubicBezTo>
                  <a:pt x="362348" y="120604"/>
                  <a:pt x="358614" y="122028"/>
                  <a:pt x="354767" y="122028"/>
                </a:cubicBezTo>
                <a:cubicBezTo>
                  <a:pt x="352165" y="122028"/>
                  <a:pt x="349619" y="121306"/>
                  <a:pt x="347130" y="119862"/>
                </a:cubicBezTo>
                <a:cubicBezTo>
                  <a:pt x="344640" y="118417"/>
                  <a:pt x="342802" y="116351"/>
                  <a:pt x="341614" y="113662"/>
                </a:cubicBezTo>
                <a:cubicBezTo>
                  <a:pt x="340426" y="110971"/>
                  <a:pt x="339832" y="106822"/>
                  <a:pt x="339832" y="101214"/>
                </a:cubicBezTo>
                <a:lnTo>
                  <a:pt x="339832" y="48879"/>
                </a:lnTo>
                <a:lnTo>
                  <a:pt x="327527" y="48879"/>
                </a:lnTo>
                <a:lnTo>
                  <a:pt x="327527" y="46079"/>
                </a:lnTo>
                <a:cubicBezTo>
                  <a:pt x="330639" y="44831"/>
                  <a:pt x="333821" y="42717"/>
                  <a:pt x="337074" y="39738"/>
                </a:cubicBezTo>
                <a:cubicBezTo>
                  <a:pt x="340327" y="36759"/>
                  <a:pt x="343226" y="33227"/>
                  <a:pt x="345772" y="29141"/>
                </a:cubicBezTo>
                <a:cubicBezTo>
                  <a:pt x="347073" y="26986"/>
                  <a:pt x="348883" y="23043"/>
                  <a:pt x="351203" y="17311"/>
                </a:cubicBezTo>
                <a:lnTo>
                  <a:pt x="353834" y="17311"/>
                </a:lnTo>
                <a:close/>
                <a:moveTo>
                  <a:pt x="442796" y="0"/>
                </a:moveTo>
                <a:cubicBezTo>
                  <a:pt x="445172" y="0"/>
                  <a:pt x="447194" y="839"/>
                  <a:pt x="448863" y="2517"/>
                </a:cubicBezTo>
                <a:cubicBezTo>
                  <a:pt x="450532" y="4193"/>
                  <a:pt x="451367" y="6225"/>
                  <a:pt x="451367" y="8613"/>
                </a:cubicBezTo>
                <a:cubicBezTo>
                  <a:pt x="451367" y="11002"/>
                  <a:pt x="450532" y="13049"/>
                  <a:pt x="448863" y="14755"/>
                </a:cubicBezTo>
                <a:cubicBezTo>
                  <a:pt x="447194" y="16459"/>
                  <a:pt x="445172" y="17311"/>
                  <a:pt x="442796" y="17311"/>
                </a:cubicBezTo>
                <a:cubicBezTo>
                  <a:pt x="440420" y="17311"/>
                  <a:pt x="438383" y="16459"/>
                  <a:pt x="436686" y="14755"/>
                </a:cubicBezTo>
                <a:cubicBezTo>
                  <a:pt x="434989" y="13049"/>
                  <a:pt x="434140" y="11002"/>
                  <a:pt x="434140" y="8613"/>
                </a:cubicBezTo>
                <a:cubicBezTo>
                  <a:pt x="434140" y="6225"/>
                  <a:pt x="434975" y="4193"/>
                  <a:pt x="436643" y="2517"/>
                </a:cubicBezTo>
                <a:cubicBezTo>
                  <a:pt x="438312" y="839"/>
                  <a:pt x="440363" y="0"/>
                  <a:pt x="442796" y="0"/>
                </a:cubicBezTo>
                <a:moveTo>
                  <a:pt x="449839" y="40733"/>
                </a:moveTo>
                <a:lnTo>
                  <a:pt x="449839" y="103052"/>
                </a:lnTo>
                <a:cubicBezTo>
                  <a:pt x="449839" y="107906"/>
                  <a:pt x="450193" y="111138"/>
                  <a:pt x="450900" y="112747"/>
                </a:cubicBezTo>
                <a:cubicBezTo>
                  <a:pt x="451607" y="114356"/>
                  <a:pt x="452654" y="115555"/>
                  <a:pt x="454040" y="116345"/>
                </a:cubicBezTo>
                <a:cubicBezTo>
                  <a:pt x="455426" y="117136"/>
                  <a:pt x="457957" y="117531"/>
                  <a:pt x="461635" y="117531"/>
                </a:cubicBezTo>
                <a:lnTo>
                  <a:pt x="461635" y="120671"/>
                </a:lnTo>
                <a:lnTo>
                  <a:pt x="423872" y="120671"/>
                </a:lnTo>
                <a:lnTo>
                  <a:pt x="423872" y="117531"/>
                </a:lnTo>
                <a:cubicBezTo>
                  <a:pt x="427662" y="117531"/>
                  <a:pt x="430208" y="117164"/>
                  <a:pt x="431509" y="116430"/>
                </a:cubicBezTo>
                <a:cubicBezTo>
                  <a:pt x="432811" y="115697"/>
                  <a:pt x="433843" y="114483"/>
                  <a:pt x="434607" y="112789"/>
                </a:cubicBezTo>
                <a:cubicBezTo>
                  <a:pt x="435371" y="111096"/>
                  <a:pt x="435752" y="107850"/>
                  <a:pt x="435752" y="103052"/>
                </a:cubicBezTo>
                <a:lnTo>
                  <a:pt x="435752" y="73162"/>
                </a:lnTo>
                <a:cubicBezTo>
                  <a:pt x="435752" y="64751"/>
                  <a:pt x="435498" y="59304"/>
                  <a:pt x="434989" y="56822"/>
                </a:cubicBezTo>
                <a:cubicBezTo>
                  <a:pt x="434593" y="55015"/>
                  <a:pt x="433970" y="53759"/>
                  <a:pt x="433122" y="53053"/>
                </a:cubicBezTo>
                <a:cubicBezTo>
                  <a:pt x="432273" y="52348"/>
                  <a:pt x="431113" y="51995"/>
                  <a:pt x="429643" y="51995"/>
                </a:cubicBezTo>
                <a:cubicBezTo>
                  <a:pt x="428058" y="51995"/>
                  <a:pt x="426135" y="52419"/>
                  <a:pt x="423872" y="53265"/>
                </a:cubicBezTo>
                <a:lnTo>
                  <a:pt x="422684" y="50216"/>
                </a:lnTo>
                <a:lnTo>
                  <a:pt x="446105" y="40733"/>
                </a:lnTo>
                <a:lnTo>
                  <a:pt x="449839" y="40733"/>
                </a:lnTo>
                <a:close/>
                <a:moveTo>
                  <a:pt x="521575" y="40733"/>
                </a:moveTo>
                <a:lnTo>
                  <a:pt x="521575" y="67039"/>
                </a:lnTo>
                <a:lnTo>
                  <a:pt x="518775" y="67039"/>
                </a:lnTo>
                <a:cubicBezTo>
                  <a:pt x="516625" y="58788"/>
                  <a:pt x="513867" y="53176"/>
                  <a:pt x="510501" y="50203"/>
                </a:cubicBezTo>
                <a:cubicBezTo>
                  <a:pt x="507135" y="47227"/>
                  <a:pt x="502849" y="45739"/>
                  <a:pt x="497645" y="45739"/>
                </a:cubicBezTo>
                <a:cubicBezTo>
                  <a:pt x="493684" y="45739"/>
                  <a:pt x="490488" y="46785"/>
                  <a:pt x="488055" y="48877"/>
                </a:cubicBezTo>
                <a:cubicBezTo>
                  <a:pt x="485623" y="50966"/>
                  <a:pt x="484406" y="53283"/>
                  <a:pt x="484406" y="55827"/>
                </a:cubicBezTo>
                <a:cubicBezTo>
                  <a:pt x="484406" y="58992"/>
                  <a:pt x="485312" y="61704"/>
                  <a:pt x="487122" y="63963"/>
                </a:cubicBezTo>
                <a:cubicBezTo>
                  <a:pt x="488876" y="66281"/>
                  <a:pt x="492440" y="68739"/>
                  <a:pt x="497814" y="71338"/>
                </a:cubicBezTo>
                <a:lnTo>
                  <a:pt x="510204" y="77358"/>
                </a:lnTo>
                <a:cubicBezTo>
                  <a:pt x="521688" y="82951"/>
                  <a:pt x="527430" y="90326"/>
                  <a:pt x="527430" y="99482"/>
                </a:cubicBezTo>
                <a:cubicBezTo>
                  <a:pt x="527430" y="106545"/>
                  <a:pt x="524757" y="112239"/>
                  <a:pt x="519411" y="116563"/>
                </a:cubicBezTo>
                <a:cubicBezTo>
                  <a:pt x="514065" y="120885"/>
                  <a:pt x="508082" y="123047"/>
                  <a:pt x="501463" y="123047"/>
                </a:cubicBezTo>
                <a:cubicBezTo>
                  <a:pt x="496711" y="123047"/>
                  <a:pt x="491280" y="122198"/>
                  <a:pt x="485170" y="120501"/>
                </a:cubicBezTo>
                <a:cubicBezTo>
                  <a:pt x="483303" y="119935"/>
                  <a:pt x="481776" y="119652"/>
                  <a:pt x="480588" y="119652"/>
                </a:cubicBezTo>
                <a:cubicBezTo>
                  <a:pt x="479287" y="119652"/>
                  <a:pt x="478268" y="120388"/>
                  <a:pt x="477533" y="121859"/>
                </a:cubicBezTo>
                <a:lnTo>
                  <a:pt x="474732" y="121859"/>
                </a:lnTo>
                <a:lnTo>
                  <a:pt x="474732" y="94025"/>
                </a:lnTo>
                <a:lnTo>
                  <a:pt x="477533" y="94025"/>
                </a:lnTo>
                <a:cubicBezTo>
                  <a:pt x="479117" y="101973"/>
                  <a:pt x="482144" y="107963"/>
                  <a:pt x="486613" y="111994"/>
                </a:cubicBezTo>
                <a:cubicBezTo>
                  <a:pt x="491082" y="116025"/>
                  <a:pt x="496089" y="118040"/>
                  <a:pt x="501633" y="118040"/>
                </a:cubicBezTo>
                <a:cubicBezTo>
                  <a:pt x="505537" y="118040"/>
                  <a:pt x="508719" y="116896"/>
                  <a:pt x="511180" y="114608"/>
                </a:cubicBezTo>
                <a:cubicBezTo>
                  <a:pt x="513641" y="112319"/>
                  <a:pt x="514871" y="109564"/>
                  <a:pt x="514871" y="106343"/>
                </a:cubicBezTo>
                <a:cubicBezTo>
                  <a:pt x="514871" y="102443"/>
                  <a:pt x="513499" y="99165"/>
                  <a:pt x="510755" y="96509"/>
                </a:cubicBezTo>
                <a:cubicBezTo>
                  <a:pt x="508012" y="93854"/>
                  <a:pt x="502538" y="90492"/>
                  <a:pt x="494335" y="86424"/>
                </a:cubicBezTo>
                <a:cubicBezTo>
                  <a:pt x="486132" y="82355"/>
                  <a:pt x="480757" y="78681"/>
                  <a:pt x="478212" y="75403"/>
                </a:cubicBezTo>
                <a:cubicBezTo>
                  <a:pt x="475666" y="72182"/>
                  <a:pt x="474393" y="68113"/>
                  <a:pt x="474393" y="63197"/>
                </a:cubicBezTo>
                <a:cubicBezTo>
                  <a:pt x="474393" y="56811"/>
                  <a:pt x="476585" y="51471"/>
                  <a:pt x="480970" y="47177"/>
                </a:cubicBezTo>
                <a:cubicBezTo>
                  <a:pt x="485354" y="42881"/>
                  <a:pt x="491026" y="40733"/>
                  <a:pt x="497984" y="40733"/>
                </a:cubicBezTo>
                <a:cubicBezTo>
                  <a:pt x="501039" y="40733"/>
                  <a:pt x="504745" y="41383"/>
                  <a:pt x="509101" y="42684"/>
                </a:cubicBezTo>
                <a:cubicBezTo>
                  <a:pt x="511986" y="43533"/>
                  <a:pt x="513909" y="43957"/>
                  <a:pt x="514871" y="43957"/>
                </a:cubicBezTo>
                <a:cubicBezTo>
                  <a:pt x="515776" y="43957"/>
                  <a:pt x="516483" y="43759"/>
                  <a:pt x="516993" y="43363"/>
                </a:cubicBezTo>
                <a:cubicBezTo>
                  <a:pt x="517502" y="42967"/>
                  <a:pt x="518096" y="42090"/>
                  <a:pt x="518775" y="40733"/>
                </a:cubicBezTo>
                <a:lnTo>
                  <a:pt x="521575" y="40733"/>
                </a:lnTo>
                <a:close/>
                <a:moveTo>
                  <a:pt x="628556" y="155124"/>
                </a:moveTo>
                <a:lnTo>
                  <a:pt x="591217" y="155124"/>
                </a:lnTo>
                <a:lnTo>
                  <a:pt x="591217" y="2885"/>
                </a:lnTo>
                <a:lnTo>
                  <a:pt x="628556" y="2885"/>
                </a:lnTo>
                <a:lnTo>
                  <a:pt x="628556" y="9589"/>
                </a:lnTo>
                <a:lnTo>
                  <a:pt x="603946" y="9589"/>
                </a:lnTo>
                <a:lnTo>
                  <a:pt x="603946" y="148590"/>
                </a:lnTo>
                <a:lnTo>
                  <a:pt x="628556" y="148590"/>
                </a:lnTo>
                <a:lnTo>
                  <a:pt x="628556" y="155124"/>
                </a:lnTo>
                <a:close/>
                <a:moveTo>
                  <a:pt x="637125" y="42939"/>
                </a:moveTo>
                <a:lnTo>
                  <a:pt x="673700" y="42939"/>
                </a:lnTo>
                <a:lnTo>
                  <a:pt x="673700" y="46079"/>
                </a:lnTo>
                <a:cubicBezTo>
                  <a:pt x="671380" y="46079"/>
                  <a:pt x="669754" y="46475"/>
                  <a:pt x="668820" y="47267"/>
                </a:cubicBezTo>
                <a:cubicBezTo>
                  <a:pt x="667887" y="48059"/>
                  <a:pt x="667420" y="49106"/>
                  <a:pt x="667420" y="50407"/>
                </a:cubicBezTo>
                <a:cubicBezTo>
                  <a:pt x="667420" y="51764"/>
                  <a:pt x="668410" y="53858"/>
                  <a:pt x="670390" y="56686"/>
                </a:cubicBezTo>
                <a:cubicBezTo>
                  <a:pt x="671013" y="57592"/>
                  <a:pt x="671946" y="59006"/>
                  <a:pt x="673191" y="60929"/>
                </a:cubicBezTo>
                <a:lnTo>
                  <a:pt x="678707" y="69755"/>
                </a:lnTo>
                <a:lnTo>
                  <a:pt x="685071" y="60929"/>
                </a:lnTo>
                <a:cubicBezTo>
                  <a:pt x="689144" y="55329"/>
                  <a:pt x="691181" y="51793"/>
                  <a:pt x="691181" y="50322"/>
                </a:cubicBezTo>
                <a:cubicBezTo>
                  <a:pt x="691181" y="49134"/>
                  <a:pt x="690700" y="48130"/>
                  <a:pt x="689738" y="47309"/>
                </a:cubicBezTo>
                <a:cubicBezTo>
                  <a:pt x="688777" y="46489"/>
                  <a:pt x="687221" y="46079"/>
                  <a:pt x="685071" y="46079"/>
                </a:cubicBezTo>
                <a:lnTo>
                  <a:pt x="685071" y="42939"/>
                </a:lnTo>
                <a:lnTo>
                  <a:pt x="711378" y="42939"/>
                </a:lnTo>
                <a:lnTo>
                  <a:pt x="711378" y="46079"/>
                </a:lnTo>
                <a:cubicBezTo>
                  <a:pt x="708606" y="46249"/>
                  <a:pt x="706201" y="47012"/>
                  <a:pt x="704165" y="48370"/>
                </a:cubicBezTo>
                <a:cubicBezTo>
                  <a:pt x="701393" y="50294"/>
                  <a:pt x="697602" y="54480"/>
                  <a:pt x="692793" y="60929"/>
                </a:cubicBezTo>
                <a:lnTo>
                  <a:pt x="682186" y="75101"/>
                </a:lnTo>
                <a:lnTo>
                  <a:pt x="701534" y="102879"/>
                </a:lnTo>
                <a:cubicBezTo>
                  <a:pt x="706286" y="109710"/>
                  <a:pt x="709680" y="113818"/>
                  <a:pt x="711717" y="115202"/>
                </a:cubicBezTo>
                <a:cubicBezTo>
                  <a:pt x="713754" y="116585"/>
                  <a:pt x="716384" y="117361"/>
                  <a:pt x="719609" y="117531"/>
                </a:cubicBezTo>
                <a:lnTo>
                  <a:pt x="719609" y="120671"/>
                </a:lnTo>
                <a:lnTo>
                  <a:pt x="682950" y="120671"/>
                </a:lnTo>
                <a:lnTo>
                  <a:pt x="682950" y="117531"/>
                </a:lnTo>
                <a:cubicBezTo>
                  <a:pt x="685495" y="117531"/>
                  <a:pt x="687475" y="116967"/>
                  <a:pt x="688890" y="115839"/>
                </a:cubicBezTo>
                <a:cubicBezTo>
                  <a:pt x="689965" y="115049"/>
                  <a:pt x="690502" y="114005"/>
                  <a:pt x="690502" y="112707"/>
                </a:cubicBezTo>
                <a:cubicBezTo>
                  <a:pt x="690502" y="111409"/>
                  <a:pt x="688692" y="108137"/>
                  <a:pt x="685071" y="102890"/>
                </a:cubicBezTo>
                <a:lnTo>
                  <a:pt x="673700" y="86302"/>
                </a:lnTo>
                <a:lnTo>
                  <a:pt x="661226" y="102890"/>
                </a:lnTo>
                <a:cubicBezTo>
                  <a:pt x="657379" y="108024"/>
                  <a:pt x="655455" y="111071"/>
                  <a:pt x="655455" y="112031"/>
                </a:cubicBezTo>
                <a:cubicBezTo>
                  <a:pt x="655455" y="113385"/>
                  <a:pt x="656092" y="114612"/>
                  <a:pt x="657364" y="115712"/>
                </a:cubicBezTo>
                <a:cubicBezTo>
                  <a:pt x="658637" y="116811"/>
                  <a:pt x="660547" y="117418"/>
                  <a:pt x="663092" y="117531"/>
                </a:cubicBezTo>
                <a:lnTo>
                  <a:pt x="663092" y="120671"/>
                </a:lnTo>
                <a:lnTo>
                  <a:pt x="637719" y="120671"/>
                </a:lnTo>
                <a:lnTo>
                  <a:pt x="637719" y="117531"/>
                </a:lnTo>
                <a:cubicBezTo>
                  <a:pt x="639756" y="117248"/>
                  <a:pt x="641538" y="116543"/>
                  <a:pt x="643066" y="115415"/>
                </a:cubicBezTo>
                <a:cubicBezTo>
                  <a:pt x="645215" y="113778"/>
                  <a:pt x="648836" y="109601"/>
                  <a:pt x="653928" y="102885"/>
                </a:cubicBezTo>
                <a:lnTo>
                  <a:pt x="670221" y="81296"/>
                </a:lnTo>
                <a:lnTo>
                  <a:pt x="655455" y="59911"/>
                </a:lnTo>
                <a:cubicBezTo>
                  <a:pt x="651269" y="53801"/>
                  <a:pt x="648030" y="49968"/>
                  <a:pt x="645739" y="48413"/>
                </a:cubicBezTo>
                <a:cubicBezTo>
                  <a:pt x="643447" y="46857"/>
                  <a:pt x="640576" y="46079"/>
                  <a:pt x="637125" y="46079"/>
                </a:cubicBezTo>
                <a:lnTo>
                  <a:pt x="637125" y="42939"/>
                </a:lnTo>
                <a:close/>
                <a:moveTo>
                  <a:pt x="728095" y="2885"/>
                </a:moveTo>
                <a:lnTo>
                  <a:pt x="765433" y="2885"/>
                </a:lnTo>
                <a:lnTo>
                  <a:pt x="765433" y="155124"/>
                </a:lnTo>
                <a:lnTo>
                  <a:pt x="728095" y="155124"/>
                </a:lnTo>
                <a:lnTo>
                  <a:pt x="728095" y="148420"/>
                </a:lnTo>
                <a:lnTo>
                  <a:pt x="752704" y="148420"/>
                </a:lnTo>
                <a:lnTo>
                  <a:pt x="752704" y="9589"/>
                </a:lnTo>
                <a:lnTo>
                  <a:pt x="728095" y="9589"/>
                </a:lnTo>
                <a:lnTo>
                  <a:pt x="728095" y="2885"/>
                </a:lnTo>
                <a:close/>
                <a:moveTo>
                  <a:pt x="883387" y="111930"/>
                </a:moveTo>
                <a:cubicBezTo>
                  <a:pt x="879597" y="115890"/>
                  <a:pt x="875891" y="118733"/>
                  <a:pt x="872270" y="120459"/>
                </a:cubicBezTo>
                <a:cubicBezTo>
                  <a:pt x="868650" y="122184"/>
                  <a:pt x="864746" y="123047"/>
                  <a:pt x="860560" y="123047"/>
                </a:cubicBezTo>
                <a:cubicBezTo>
                  <a:pt x="852074" y="123047"/>
                  <a:pt x="844663" y="119505"/>
                  <a:pt x="838326" y="112421"/>
                </a:cubicBezTo>
                <a:cubicBezTo>
                  <a:pt x="831990" y="105335"/>
                  <a:pt x="828822" y="96230"/>
                  <a:pt x="828822" y="85106"/>
                </a:cubicBezTo>
                <a:cubicBezTo>
                  <a:pt x="828822" y="73984"/>
                  <a:pt x="832330" y="63808"/>
                  <a:pt x="839345" y="54578"/>
                </a:cubicBezTo>
                <a:cubicBezTo>
                  <a:pt x="846360" y="45348"/>
                  <a:pt x="855383" y="40733"/>
                  <a:pt x="866415" y="40733"/>
                </a:cubicBezTo>
                <a:cubicBezTo>
                  <a:pt x="873260" y="40733"/>
                  <a:pt x="878918" y="42911"/>
                  <a:pt x="883387" y="47267"/>
                </a:cubicBezTo>
                <a:lnTo>
                  <a:pt x="883387" y="32894"/>
                </a:lnTo>
                <a:cubicBezTo>
                  <a:pt x="883387" y="23975"/>
                  <a:pt x="883175" y="18492"/>
                  <a:pt x="882751" y="16447"/>
                </a:cubicBezTo>
                <a:cubicBezTo>
                  <a:pt x="882326" y="14401"/>
                  <a:pt x="881661" y="13010"/>
                  <a:pt x="880756" y="12273"/>
                </a:cubicBezTo>
                <a:cubicBezTo>
                  <a:pt x="879851" y="11534"/>
                  <a:pt x="878720" y="11164"/>
                  <a:pt x="877362" y="11164"/>
                </a:cubicBezTo>
                <a:cubicBezTo>
                  <a:pt x="875891" y="11164"/>
                  <a:pt x="873939" y="11619"/>
                  <a:pt x="871507" y="12527"/>
                </a:cubicBezTo>
                <a:lnTo>
                  <a:pt x="870403" y="9544"/>
                </a:lnTo>
                <a:lnTo>
                  <a:pt x="893570" y="0"/>
                </a:lnTo>
                <a:lnTo>
                  <a:pt x="897389" y="0"/>
                </a:lnTo>
                <a:lnTo>
                  <a:pt x="897389" y="89867"/>
                </a:lnTo>
                <a:cubicBezTo>
                  <a:pt x="897389" y="98975"/>
                  <a:pt x="897601" y="104533"/>
                  <a:pt x="898025" y="106541"/>
                </a:cubicBezTo>
                <a:cubicBezTo>
                  <a:pt x="898450" y="108550"/>
                  <a:pt x="899128" y="109950"/>
                  <a:pt x="900062" y="110742"/>
                </a:cubicBezTo>
                <a:cubicBezTo>
                  <a:pt x="900995" y="111534"/>
                  <a:pt x="902084" y="111930"/>
                  <a:pt x="903329" y="111930"/>
                </a:cubicBezTo>
                <a:cubicBezTo>
                  <a:pt x="904857" y="111930"/>
                  <a:pt x="906893" y="111449"/>
                  <a:pt x="909439" y="110487"/>
                </a:cubicBezTo>
                <a:lnTo>
                  <a:pt x="910372" y="113458"/>
                </a:lnTo>
                <a:lnTo>
                  <a:pt x="887291" y="123047"/>
                </a:lnTo>
                <a:lnTo>
                  <a:pt x="883387" y="123047"/>
                </a:lnTo>
                <a:lnTo>
                  <a:pt x="883387" y="111930"/>
                </a:lnTo>
                <a:moveTo>
                  <a:pt x="883387" y="106008"/>
                </a:moveTo>
                <a:lnTo>
                  <a:pt x="883387" y="66055"/>
                </a:lnTo>
                <a:cubicBezTo>
                  <a:pt x="883048" y="62217"/>
                  <a:pt x="882029" y="58719"/>
                  <a:pt x="880332" y="55559"/>
                </a:cubicBezTo>
                <a:cubicBezTo>
                  <a:pt x="878635" y="52398"/>
                  <a:pt x="876386" y="50014"/>
                  <a:pt x="873586" y="48407"/>
                </a:cubicBezTo>
                <a:cubicBezTo>
                  <a:pt x="870785" y="46798"/>
                  <a:pt x="868056" y="45994"/>
                  <a:pt x="865397" y="45994"/>
                </a:cubicBezTo>
                <a:cubicBezTo>
                  <a:pt x="860418" y="45994"/>
                  <a:pt x="855977" y="48223"/>
                  <a:pt x="852074" y="52682"/>
                </a:cubicBezTo>
                <a:cubicBezTo>
                  <a:pt x="846926" y="58550"/>
                  <a:pt x="844351" y="67127"/>
                  <a:pt x="844351" y="78413"/>
                </a:cubicBezTo>
                <a:cubicBezTo>
                  <a:pt x="844351" y="89813"/>
                  <a:pt x="846841" y="98546"/>
                  <a:pt x="851819" y="104614"/>
                </a:cubicBezTo>
                <a:cubicBezTo>
                  <a:pt x="856798" y="110679"/>
                  <a:pt x="862342" y="113712"/>
                  <a:pt x="868452" y="113712"/>
                </a:cubicBezTo>
                <a:cubicBezTo>
                  <a:pt x="873600" y="113712"/>
                  <a:pt x="878578" y="111144"/>
                  <a:pt x="883387" y="106008"/>
                </a:cubicBezTo>
                <a:close/>
                <a:moveTo>
                  <a:pt x="953396" y="40733"/>
                </a:moveTo>
                <a:cubicBezTo>
                  <a:pt x="965164" y="40733"/>
                  <a:pt x="974611" y="45198"/>
                  <a:pt x="981740" y="54127"/>
                </a:cubicBezTo>
                <a:cubicBezTo>
                  <a:pt x="987793" y="61756"/>
                  <a:pt x="990820" y="70516"/>
                  <a:pt x="990820" y="80407"/>
                </a:cubicBezTo>
                <a:cubicBezTo>
                  <a:pt x="990820" y="87359"/>
                  <a:pt x="989151" y="94395"/>
                  <a:pt x="985813" y="101516"/>
                </a:cubicBezTo>
                <a:cubicBezTo>
                  <a:pt x="982475" y="108636"/>
                  <a:pt x="977879" y="114004"/>
                  <a:pt x="972023" y="117621"/>
                </a:cubicBezTo>
                <a:cubicBezTo>
                  <a:pt x="966168" y="121238"/>
                  <a:pt x="959648" y="123047"/>
                  <a:pt x="952463" y="123047"/>
                </a:cubicBezTo>
                <a:cubicBezTo>
                  <a:pt x="940752" y="123047"/>
                  <a:pt x="931446" y="118384"/>
                  <a:pt x="924544" y="109058"/>
                </a:cubicBezTo>
                <a:cubicBezTo>
                  <a:pt x="918717" y="101203"/>
                  <a:pt x="915804" y="92388"/>
                  <a:pt x="915804" y="82611"/>
                </a:cubicBezTo>
                <a:cubicBezTo>
                  <a:pt x="915804" y="75490"/>
                  <a:pt x="917571" y="68411"/>
                  <a:pt x="921107" y="61375"/>
                </a:cubicBezTo>
                <a:cubicBezTo>
                  <a:pt x="924643" y="54339"/>
                  <a:pt x="929296" y="49139"/>
                  <a:pt x="935067" y="45777"/>
                </a:cubicBezTo>
                <a:cubicBezTo>
                  <a:pt x="940837" y="42414"/>
                  <a:pt x="946947" y="40733"/>
                  <a:pt x="953396" y="40733"/>
                </a:cubicBezTo>
                <a:moveTo>
                  <a:pt x="950766" y="46333"/>
                </a:moveTo>
                <a:cubicBezTo>
                  <a:pt x="947767" y="46333"/>
                  <a:pt x="944755" y="47224"/>
                  <a:pt x="941728" y="49004"/>
                </a:cubicBezTo>
                <a:cubicBezTo>
                  <a:pt x="938702" y="50784"/>
                  <a:pt x="936255" y="53906"/>
                  <a:pt x="934388" y="58370"/>
                </a:cubicBezTo>
                <a:cubicBezTo>
                  <a:pt x="932521" y="62834"/>
                  <a:pt x="931587" y="68569"/>
                  <a:pt x="931587" y="75576"/>
                </a:cubicBezTo>
                <a:cubicBezTo>
                  <a:pt x="931587" y="86876"/>
                  <a:pt x="933836" y="96624"/>
                  <a:pt x="938334" y="104818"/>
                </a:cubicBezTo>
                <a:cubicBezTo>
                  <a:pt x="942831" y="113010"/>
                  <a:pt x="948757" y="117107"/>
                  <a:pt x="956112" y="117107"/>
                </a:cubicBezTo>
                <a:cubicBezTo>
                  <a:pt x="961600" y="117107"/>
                  <a:pt x="966125" y="114846"/>
                  <a:pt x="969690" y="110326"/>
                </a:cubicBezTo>
                <a:cubicBezTo>
                  <a:pt x="973254" y="105805"/>
                  <a:pt x="975036" y="98036"/>
                  <a:pt x="975036" y="87018"/>
                </a:cubicBezTo>
                <a:cubicBezTo>
                  <a:pt x="975036" y="73230"/>
                  <a:pt x="972066" y="62381"/>
                  <a:pt x="966125" y="54469"/>
                </a:cubicBezTo>
                <a:cubicBezTo>
                  <a:pt x="962109" y="49045"/>
                  <a:pt x="956989" y="46333"/>
                  <a:pt x="950766" y="46333"/>
                </a:cubicBezTo>
                <a:close/>
                <a:moveTo>
                  <a:pt x="1022048" y="0"/>
                </a:moveTo>
                <a:cubicBezTo>
                  <a:pt x="1024424" y="0"/>
                  <a:pt x="1026447" y="839"/>
                  <a:pt x="1028116" y="2517"/>
                </a:cubicBezTo>
                <a:cubicBezTo>
                  <a:pt x="1029785" y="4193"/>
                  <a:pt x="1030619" y="6225"/>
                  <a:pt x="1030619" y="8613"/>
                </a:cubicBezTo>
                <a:cubicBezTo>
                  <a:pt x="1030619" y="11002"/>
                  <a:pt x="1029785" y="13049"/>
                  <a:pt x="1028116" y="14755"/>
                </a:cubicBezTo>
                <a:cubicBezTo>
                  <a:pt x="1026447" y="16459"/>
                  <a:pt x="1024424" y="17311"/>
                  <a:pt x="1022048" y="17311"/>
                </a:cubicBezTo>
                <a:cubicBezTo>
                  <a:pt x="1019672" y="17311"/>
                  <a:pt x="1017635" y="16459"/>
                  <a:pt x="1015938" y="14755"/>
                </a:cubicBezTo>
                <a:cubicBezTo>
                  <a:pt x="1014241" y="13049"/>
                  <a:pt x="1013392" y="11002"/>
                  <a:pt x="1013392" y="8613"/>
                </a:cubicBezTo>
                <a:cubicBezTo>
                  <a:pt x="1013392" y="6225"/>
                  <a:pt x="1014227" y="4193"/>
                  <a:pt x="1015896" y="2517"/>
                </a:cubicBezTo>
                <a:cubicBezTo>
                  <a:pt x="1017565" y="839"/>
                  <a:pt x="1019616" y="0"/>
                  <a:pt x="1022048" y="0"/>
                </a:cubicBezTo>
                <a:moveTo>
                  <a:pt x="1029092" y="40733"/>
                </a:moveTo>
                <a:lnTo>
                  <a:pt x="1029092" y="103052"/>
                </a:lnTo>
                <a:cubicBezTo>
                  <a:pt x="1029092" y="107906"/>
                  <a:pt x="1029445" y="111138"/>
                  <a:pt x="1030152" y="112747"/>
                </a:cubicBezTo>
                <a:cubicBezTo>
                  <a:pt x="1030859" y="114356"/>
                  <a:pt x="1031906" y="115555"/>
                  <a:pt x="1033292" y="116345"/>
                </a:cubicBezTo>
                <a:cubicBezTo>
                  <a:pt x="1034678" y="117136"/>
                  <a:pt x="1037210" y="117531"/>
                  <a:pt x="1040887" y="117531"/>
                </a:cubicBezTo>
                <a:lnTo>
                  <a:pt x="1040887" y="120671"/>
                </a:lnTo>
                <a:lnTo>
                  <a:pt x="1003124" y="120671"/>
                </a:lnTo>
                <a:lnTo>
                  <a:pt x="1003124" y="117531"/>
                </a:lnTo>
                <a:cubicBezTo>
                  <a:pt x="1006915" y="117531"/>
                  <a:pt x="1009461" y="117164"/>
                  <a:pt x="1010762" y="116430"/>
                </a:cubicBezTo>
                <a:cubicBezTo>
                  <a:pt x="1012063" y="115697"/>
                  <a:pt x="1013095" y="114483"/>
                  <a:pt x="1013859" y="112789"/>
                </a:cubicBezTo>
                <a:cubicBezTo>
                  <a:pt x="1014623" y="111096"/>
                  <a:pt x="1015005" y="107850"/>
                  <a:pt x="1015005" y="103052"/>
                </a:cubicBezTo>
                <a:lnTo>
                  <a:pt x="1015005" y="73162"/>
                </a:lnTo>
                <a:cubicBezTo>
                  <a:pt x="1015005" y="64751"/>
                  <a:pt x="1014750" y="59304"/>
                  <a:pt x="1014241" y="56822"/>
                </a:cubicBezTo>
                <a:cubicBezTo>
                  <a:pt x="1013845" y="55015"/>
                  <a:pt x="1013223" y="53759"/>
                  <a:pt x="1012374" y="53053"/>
                </a:cubicBezTo>
                <a:cubicBezTo>
                  <a:pt x="1011526" y="52348"/>
                  <a:pt x="1010366" y="51995"/>
                  <a:pt x="1008895" y="51995"/>
                </a:cubicBezTo>
                <a:cubicBezTo>
                  <a:pt x="1007311" y="51995"/>
                  <a:pt x="1005387" y="52419"/>
                  <a:pt x="1003124" y="53265"/>
                </a:cubicBezTo>
                <a:lnTo>
                  <a:pt x="1001936" y="50216"/>
                </a:lnTo>
                <a:lnTo>
                  <a:pt x="1025358" y="40733"/>
                </a:lnTo>
                <a:lnTo>
                  <a:pt x="1029092" y="40733"/>
                </a:lnTo>
                <a:close/>
                <a:moveTo>
                  <a:pt x="1073248" y="57196"/>
                </a:moveTo>
                <a:cubicBezTo>
                  <a:pt x="1082356" y="46220"/>
                  <a:pt x="1091040" y="40733"/>
                  <a:pt x="1099300" y="40733"/>
                </a:cubicBezTo>
                <a:cubicBezTo>
                  <a:pt x="1103543" y="40733"/>
                  <a:pt x="1107192" y="41792"/>
                  <a:pt x="1110247" y="43910"/>
                </a:cubicBezTo>
                <a:cubicBezTo>
                  <a:pt x="1113302" y="46026"/>
                  <a:pt x="1115734" y="49511"/>
                  <a:pt x="1117545" y="54366"/>
                </a:cubicBezTo>
                <a:cubicBezTo>
                  <a:pt x="1118789" y="57752"/>
                  <a:pt x="1119412" y="62945"/>
                  <a:pt x="1119412" y="69946"/>
                </a:cubicBezTo>
                <a:lnTo>
                  <a:pt x="1119412" y="103052"/>
                </a:lnTo>
                <a:cubicBezTo>
                  <a:pt x="1119412" y="107963"/>
                  <a:pt x="1119808" y="111294"/>
                  <a:pt x="1120600" y="113044"/>
                </a:cubicBezTo>
                <a:cubicBezTo>
                  <a:pt x="1121222" y="114455"/>
                  <a:pt x="1122226" y="115555"/>
                  <a:pt x="1123612" y="116345"/>
                </a:cubicBezTo>
                <a:cubicBezTo>
                  <a:pt x="1124998" y="117136"/>
                  <a:pt x="1127558" y="117531"/>
                  <a:pt x="1131292" y="117531"/>
                </a:cubicBezTo>
                <a:lnTo>
                  <a:pt x="1131292" y="120671"/>
                </a:lnTo>
                <a:lnTo>
                  <a:pt x="1092851" y="120671"/>
                </a:lnTo>
                <a:lnTo>
                  <a:pt x="1092851" y="117531"/>
                </a:lnTo>
                <a:lnTo>
                  <a:pt x="1094463" y="117531"/>
                </a:lnTo>
                <a:cubicBezTo>
                  <a:pt x="1098084" y="117531"/>
                  <a:pt x="1100615" y="116982"/>
                  <a:pt x="1102058" y="115884"/>
                </a:cubicBezTo>
                <a:cubicBezTo>
                  <a:pt x="1103501" y="114786"/>
                  <a:pt x="1104505" y="113169"/>
                  <a:pt x="1105070" y="111031"/>
                </a:cubicBezTo>
                <a:cubicBezTo>
                  <a:pt x="1105297" y="110186"/>
                  <a:pt x="1105410" y="107540"/>
                  <a:pt x="1105410" y="103094"/>
                </a:cubicBezTo>
                <a:lnTo>
                  <a:pt x="1105410" y="71433"/>
                </a:lnTo>
                <a:cubicBezTo>
                  <a:pt x="1105410" y="64399"/>
                  <a:pt x="1104491" y="59291"/>
                  <a:pt x="1102652" y="56111"/>
                </a:cubicBezTo>
                <a:cubicBezTo>
                  <a:pt x="1100813" y="52930"/>
                  <a:pt x="1097716" y="51340"/>
                  <a:pt x="1093360" y="51340"/>
                </a:cubicBezTo>
                <a:cubicBezTo>
                  <a:pt x="1086628" y="51340"/>
                  <a:pt x="1079924" y="54999"/>
                  <a:pt x="1073248" y="62316"/>
                </a:cubicBezTo>
                <a:lnTo>
                  <a:pt x="1073248" y="103094"/>
                </a:lnTo>
                <a:cubicBezTo>
                  <a:pt x="1073248" y="108329"/>
                  <a:pt x="1073559" y="111565"/>
                  <a:pt x="1074181" y="112803"/>
                </a:cubicBezTo>
                <a:cubicBezTo>
                  <a:pt x="1074973" y="114434"/>
                  <a:pt x="1076063" y="115630"/>
                  <a:pt x="1077449" y="116391"/>
                </a:cubicBezTo>
                <a:cubicBezTo>
                  <a:pt x="1078835" y="117151"/>
                  <a:pt x="1081649" y="117531"/>
                  <a:pt x="1085892" y="117531"/>
                </a:cubicBezTo>
                <a:lnTo>
                  <a:pt x="1085892" y="120671"/>
                </a:lnTo>
                <a:lnTo>
                  <a:pt x="1047451" y="120671"/>
                </a:lnTo>
                <a:lnTo>
                  <a:pt x="1047451" y="117531"/>
                </a:lnTo>
                <a:lnTo>
                  <a:pt x="1049148" y="117531"/>
                </a:lnTo>
                <a:cubicBezTo>
                  <a:pt x="1053108" y="117531"/>
                  <a:pt x="1055781" y="116529"/>
                  <a:pt x="1057167" y="114526"/>
                </a:cubicBezTo>
                <a:cubicBezTo>
                  <a:pt x="1058553" y="112521"/>
                  <a:pt x="1059246" y="108697"/>
                  <a:pt x="1059246" y="103052"/>
                </a:cubicBezTo>
                <a:lnTo>
                  <a:pt x="1059246" y="74263"/>
                </a:lnTo>
                <a:cubicBezTo>
                  <a:pt x="1059246" y="64950"/>
                  <a:pt x="1059034" y="59277"/>
                  <a:pt x="1058610" y="57246"/>
                </a:cubicBezTo>
                <a:cubicBezTo>
                  <a:pt x="1058185" y="55213"/>
                  <a:pt x="1057535" y="53829"/>
                  <a:pt x="1056658" y="53096"/>
                </a:cubicBezTo>
                <a:cubicBezTo>
                  <a:pt x="1055781" y="52362"/>
                  <a:pt x="1054607" y="51995"/>
                  <a:pt x="1053136" y="51995"/>
                </a:cubicBezTo>
                <a:cubicBezTo>
                  <a:pt x="1051552" y="51995"/>
                  <a:pt x="1049657" y="52419"/>
                  <a:pt x="1047451" y="53265"/>
                </a:cubicBezTo>
                <a:lnTo>
                  <a:pt x="1046178" y="50216"/>
                </a:lnTo>
                <a:lnTo>
                  <a:pt x="1069599" y="40733"/>
                </a:lnTo>
                <a:lnTo>
                  <a:pt x="1073248" y="40733"/>
                </a:lnTo>
                <a:lnTo>
                  <a:pt x="1073248" y="57196"/>
                </a:lnTo>
                <a:close/>
                <a:moveTo>
                  <a:pt x="1158278" y="92346"/>
                </a:moveTo>
                <a:cubicBezTo>
                  <a:pt x="1153526" y="90030"/>
                  <a:pt x="1149877" y="86796"/>
                  <a:pt x="1147331" y="82643"/>
                </a:cubicBezTo>
                <a:cubicBezTo>
                  <a:pt x="1144785" y="78490"/>
                  <a:pt x="1143512" y="73899"/>
                  <a:pt x="1143512" y="68869"/>
                </a:cubicBezTo>
                <a:cubicBezTo>
                  <a:pt x="1143512" y="61186"/>
                  <a:pt x="1146411" y="54575"/>
                  <a:pt x="1152210" y="49038"/>
                </a:cubicBezTo>
                <a:cubicBezTo>
                  <a:pt x="1158009" y="43501"/>
                  <a:pt x="1165434" y="40733"/>
                  <a:pt x="1174486" y="40733"/>
                </a:cubicBezTo>
                <a:cubicBezTo>
                  <a:pt x="1181897" y="40733"/>
                  <a:pt x="1188318" y="42543"/>
                  <a:pt x="1193749" y="46164"/>
                </a:cubicBezTo>
                <a:lnTo>
                  <a:pt x="1210212" y="46164"/>
                </a:lnTo>
                <a:cubicBezTo>
                  <a:pt x="1212645" y="46164"/>
                  <a:pt x="1214059" y="46234"/>
                  <a:pt x="1214455" y="46373"/>
                </a:cubicBezTo>
                <a:cubicBezTo>
                  <a:pt x="1214851" y="46513"/>
                  <a:pt x="1215134" y="46751"/>
                  <a:pt x="1215303" y="47087"/>
                </a:cubicBezTo>
                <a:cubicBezTo>
                  <a:pt x="1215643" y="47590"/>
                  <a:pt x="1215813" y="48486"/>
                  <a:pt x="1215813" y="49773"/>
                </a:cubicBezTo>
                <a:cubicBezTo>
                  <a:pt x="1215813" y="51226"/>
                  <a:pt x="1215671" y="52233"/>
                  <a:pt x="1215388" y="52793"/>
                </a:cubicBezTo>
                <a:cubicBezTo>
                  <a:pt x="1215219" y="53073"/>
                  <a:pt x="1214922" y="53296"/>
                  <a:pt x="1214497" y="53464"/>
                </a:cubicBezTo>
                <a:cubicBezTo>
                  <a:pt x="1214073" y="53632"/>
                  <a:pt x="1212645" y="53716"/>
                  <a:pt x="1210212" y="53716"/>
                </a:cubicBezTo>
                <a:lnTo>
                  <a:pt x="1200114" y="53716"/>
                </a:lnTo>
                <a:cubicBezTo>
                  <a:pt x="1203282" y="57798"/>
                  <a:pt x="1204866" y="63014"/>
                  <a:pt x="1204866" y="69362"/>
                </a:cubicBezTo>
                <a:cubicBezTo>
                  <a:pt x="1204866" y="76618"/>
                  <a:pt x="1202094" y="82825"/>
                  <a:pt x="1196549" y="87984"/>
                </a:cubicBezTo>
                <a:cubicBezTo>
                  <a:pt x="1191005" y="93142"/>
                  <a:pt x="1183566" y="95722"/>
                  <a:pt x="1174231" y="95722"/>
                </a:cubicBezTo>
                <a:cubicBezTo>
                  <a:pt x="1170384" y="95722"/>
                  <a:pt x="1166452" y="95145"/>
                  <a:pt x="1162436" y="93990"/>
                </a:cubicBezTo>
                <a:cubicBezTo>
                  <a:pt x="1159947" y="96138"/>
                  <a:pt x="1158264" y="98018"/>
                  <a:pt x="1157387" y="99631"/>
                </a:cubicBezTo>
                <a:cubicBezTo>
                  <a:pt x="1156510" y="101241"/>
                  <a:pt x="1156071" y="102611"/>
                  <a:pt x="1156071" y="103741"/>
                </a:cubicBezTo>
                <a:cubicBezTo>
                  <a:pt x="1156071" y="104703"/>
                  <a:pt x="1156538" y="105636"/>
                  <a:pt x="1157472" y="106541"/>
                </a:cubicBezTo>
                <a:cubicBezTo>
                  <a:pt x="1158405" y="107445"/>
                  <a:pt x="1160229" y="108095"/>
                  <a:pt x="1162945" y="108491"/>
                </a:cubicBezTo>
                <a:cubicBezTo>
                  <a:pt x="1164529" y="108717"/>
                  <a:pt x="1168489" y="108915"/>
                  <a:pt x="1174825" y="109085"/>
                </a:cubicBezTo>
                <a:cubicBezTo>
                  <a:pt x="1186479" y="109366"/>
                  <a:pt x="1194032" y="109761"/>
                  <a:pt x="1197483" y="110270"/>
                </a:cubicBezTo>
                <a:cubicBezTo>
                  <a:pt x="1202744" y="111005"/>
                  <a:pt x="1206945" y="112956"/>
                  <a:pt x="1210085" y="116123"/>
                </a:cubicBezTo>
                <a:cubicBezTo>
                  <a:pt x="1213224" y="119287"/>
                  <a:pt x="1214794" y="123187"/>
                  <a:pt x="1214794" y="127823"/>
                </a:cubicBezTo>
                <a:cubicBezTo>
                  <a:pt x="1214794" y="134210"/>
                  <a:pt x="1211796" y="140203"/>
                  <a:pt x="1205799" y="145800"/>
                </a:cubicBezTo>
                <a:cubicBezTo>
                  <a:pt x="1196974" y="154052"/>
                  <a:pt x="1185461" y="158179"/>
                  <a:pt x="1171261" y="158179"/>
                </a:cubicBezTo>
                <a:cubicBezTo>
                  <a:pt x="1160343" y="158179"/>
                  <a:pt x="1151121" y="155721"/>
                  <a:pt x="1143597" y="150806"/>
                </a:cubicBezTo>
                <a:cubicBezTo>
                  <a:pt x="1139354" y="147981"/>
                  <a:pt x="1137232" y="145043"/>
                  <a:pt x="1137232" y="141992"/>
                </a:cubicBezTo>
                <a:cubicBezTo>
                  <a:pt x="1137232" y="140637"/>
                  <a:pt x="1137544" y="139282"/>
                  <a:pt x="1138166" y="137926"/>
                </a:cubicBezTo>
                <a:cubicBezTo>
                  <a:pt x="1139128" y="135835"/>
                  <a:pt x="1141108" y="132925"/>
                  <a:pt x="1144106" y="129196"/>
                </a:cubicBezTo>
                <a:cubicBezTo>
                  <a:pt x="1144502" y="128689"/>
                  <a:pt x="1147387" y="125638"/>
                  <a:pt x="1152762" y="120045"/>
                </a:cubicBezTo>
                <a:cubicBezTo>
                  <a:pt x="1149820" y="118289"/>
                  <a:pt x="1147741" y="116718"/>
                  <a:pt x="1146525" y="115330"/>
                </a:cubicBezTo>
                <a:cubicBezTo>
                  <a:pt x="1145308" y="113942"/>
                  <a:pt x="1144700" y="112370"/>
                  <a:pt x="1144700" y="110615"/>
                </a:cubicBezTo>
                <a:cubicBezTo>
                  <a:pt x="1144700" y="108631"/>
                  <a:pt x="1145506" y="106308"/>
                  <a:pt x="1147119" y="103646"/>
                </a:cubicBezTo>
                <a:cubicBezTo>
                  <a:pt x="1148731" y="100983"/>
                  <a:pt x="1152451" y="97217"/>
                  <a:pt x="1158278" y="92346"/>
                </a:cubicBezTo>
                <a:moveTo>
                  <a:pt x="1173043" y="44976"/>
                </a:moveTo>
                <a:cubicBezTo>
                  <a:pt x="1168857" y="44976"/>
                  <a:pt x="1165349" y="46636"/>
                  <a:pt x="1162521" y="49956"/>
                </a:cubicBezTo>
                <a:cubicBezTo>
                  <a:pt x="1159692" y="53274"/>
                  <a:pt x="1158278" y="58366"/>
                  <a:pt x="1158278" y="65231"/>
                </a:cubicBezTo>
                <a:cubicBezTo>
                  <a:pt x="1158278" y="74122"/>
                  <a:pt x="1160201" y="81014"/>
                  <a:pt x="1164048" y="85907"/>
                </a:cubicBezTo>
                <a:cubicBezTo>
                  <a:pt x="1166990" y="89622"/>
                  <a:pt x="1170724" y="91479"/>
                  <a:pt x="1175250" y="91479"/>
                </a:cubicBezTo>
                <a:cubicBezTo>
                  <a:pt x="1179549" y="91479"/>
                  <a:pt x="1183085" y="89875"/>
                  <a:pt x="1185857" y="86668"/>
                </a:cubicBezTo>
                <a:cubicBezTo>
                  <a:pt x="1188629" y="83461"/>
                  <a:pt x="1190015" y="78425"/>
                  <a:pt x="1190015" y="71561"/>
                </a:cubicBezTo>
                <a:cubicBezTo>
                  <a:pt x="1190015" y="62615"/>
                  <a:pt x="1188063" y="55610"/>
                  <a:pt x="1184160" y="50545"/>
                </a:cubicBezTo>
                <a:cubicBezTo>
                  <a:pt x="1181275" y="46832"/>
                  <a:pt x="1177569" y="44976"/>
                  <a:pt x="1173043" y="44976"/>
                </a:cubicBezTo>
                <a:moveTo>
                  <a:pt x="1157429" y="120721"/>
                </a:moveTo>
                <a:cubicBezTo>
                  <a:pt x="1154770" y="123601"/>
                  <a:pt x="1152762" y="126283"/>
                  <a:pt x="1151404" y="128767"/>
                </a:cubicBezTo>
                <a:cubicBezTo>
                  <a:pt x="1150046" y="131252"/>
                  <a:pt x="1149367" y="133540"/>
                  <a:pt x="1149367" y="135630"/>
                </a:cubicBezTo>
                <a:cubicBezTo>
                  <a:pt x="1149367" y="138340"/>
                  <a:pt x="1151008" y="140712"/>
                  <a:pt x="1154289" y="142745"/>
                </a:cubicBezTo>
                <a:cubicBezTo>
                  <a:pt x="1159947" y="146245"/>
                  <a:pt x="1168121" y="147996"/>
                  <a:pt x="1178814" y="147996"/>
                </a:cubicBezTo>
                <a:cubicBezTo>
                  <a:pt x="1188997" y="147996"/>
                  <a:pt x="1196507" y="146202"/>
                  <a:pt x="1201344" y="142615"/>
                </a:cubicBezTo>
                <a:cubicBezTo>
                  <a:pt x="1206181" y="139030"/>
                  <a:pt x="1208600" y="135205"/>
                  <a:pt x="1208600" y="131140"/>
                </a:cubicBezTo>
                <a:cubicBezTo>
                  <a:pt x="1208600" y="128204"/>
                  <a:pt x="1207157" y="126114"/>
                  <a:pt x="1204272" y="124871"/>
                </a:cubicBezTo>
                <a:cubicBezTo>
                  <a:pt x="1201330" y="123628"/>
                  <a:pt x="1195503" y="122895"/>
                  <a:pt x="1186791" y="122670"/>
                </a:cubicBezTo>
                <a:cubicBezTo>
                  <a:pt x="1174062" y="122331"/>
                  <a:pt x="1164274" y="121681"/>
                  <a:pt x="1157429" y="1207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66E5C-BBA9-4D96-99AD-FCFDA8C9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865485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A9303-55CC-4EA8-B979-DA0EDAA2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865485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2" name="Text Whatisthis[x]doing">
            <a:extLst xmlns:a="http://schemas.openxmlformats.org/drawingml/2006/main">
              <a:ext uri="{FF2B5EF4-FFF2-40B4-BE49-F238E27FC236}">
                <a16:creationId xmlns:a16="http://schemas.microsoft.com/office/drawing/2014/main" id="{7A958BCE-6FB8-4E2C-98C1-B7E1BC18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260" y="938660"/>
            <a:ext cx="1510392" cy="158179"/>
          </a:xfrm>
          <a:custGeom xmlns:a="http://schemas.openxmlformats.org/drawingml/2006/main">
            <a:pathLst>
              <a:path w="1510392" h="158179">
                <a:moveTo>
                  <a:pt x="160385" y="5601"/>
                </a:moveTo>
                <a:lnTo>
                  <a:pt x="160385" y="8741"/>
                </a:lnTo>
                <a:cubicBezTo>
                  <a:pt x="157387" y="8741"/>
                  <a:pt x="154954" y="9278"/>
                  <a:pt x="153087" y="10353"/>
                </a:cubicBezTo>
                <a:cubicBezTo>
                  <a:pt x="151220" y="11426"/>
                  <a:pt x="149438" y="13433"/>
                  <a:pt x="147741" y="16373"/>
                </a:cubicBezTo>
                <a:cubicBezTo>
                  <a:pt x="146609" y="18351"/>
                  <a:pt x="144827" y="23071"/>
                  <a:pt x="142395" y="30534"/>
                </a:cubicBezTo>
                <a:lnTo>
                  <a:pt x="110318" y="123216"/>
                </a:lnTo>
                <a:lnTo>
                  <a:pt x="106923" y="123216"/>
                </a:lnTo>
                <a:lnTo>
                  <a:pt x="80702" y="49696"/>
                </a:lnTo>
                <a:lnTo>
                  <a:pt x="54650" y="123216"/>
                </a:lnTo>
                <a:lnTo>
                  <a:pt x="51595" y="123216"/>
                </a:lnTo>
                <a:lnTo>
                  <a:pt x="17396" y="27736"/>
                </a:lnTo>
                <a:cubicBezTo>
                  <a:pt x="14850" y="20613"/>
                  <a:pt x="13238" y="16401"/>
                  <a:pt x="12559" y="15100"/>
                </a:cubicBezTo>
                <a:cubicBezTo>
                  <a:pt x="11428" y="12952"/>
                  <a:pt x="9886" y="11355"/>
                  <a:pt x="7934" y="10310"/>
                </a:cubicBezTo>
                <a:cubicBezTo>
                  <a:pt x="5983" y="9264"/>
                  <a:pt x="3338" y="8741"/>
                  <a:pt x="0" y="8741"/>
                </a:cubicBezTo>
                <a:lnTo>
                  <a:pt x="0" y="5601"/>
                </a:lnTo>
                <a:lnTo>
                  <a:pt x="42600" y="5601"/>
                </a:lnTo>
                <a:lnTo>
                  <a:pt x="42600" y="8741"/>
                </a:lnTo>
                <a:lnTo>
                  <a:pt x="40563" y="8741"/>
                </a:lnTo>
                <a:cubicBezTo>
                  <a:pt x="37565" y="8741"/>
                  <a:pt x="35273" y="9419"/>
                  <a:pt x="33689" y="10777"/>
                </a:cubicBezTo>
                <a:cubicBezTo>
                  <a:pt x="32105" y="12133"/>
                  <a:pt x="31313" y="13772"/>
                  <a:pt x="31313" y="15694"/>
                </a:cubicBezTo>
                <a:cubicBezTo>
                  <a:pt x="31313" y="17672"/>
                  <a:pt x="32558" y="22223"/>
                  <a:pt x="35047" y="29346"/>
                </a:cubicBezTo>
                <a:lnTo>
                  <a:pt x="57705" y="93876"/>
                </a:lnTo>
                <a:lnTo>
                  <a:pt x="76798" y="39012"/>
                </a:lnTo>
                <a:lnTo>
                  <a:pt x="73404" y="29346"/>
                </a:lnTo>
                <a:lnTo>
                  <a:pt x="70688" y="21629"/>
                </a:lnTo>
                <a:cubicBezTo>
                  <a:pt x="69500" y="18802"/>
                  <a:pt x="68171" y="16314"/>
                  <a:pt x="66700" y="14166"/>
                </a:cubicBezTo>
                <a:cubicBezTo>
                  <a:pt x="65964" y="13093"/>
                  <a:pt x="65059" y="12189"/>
                  <a:pt x="63984" y="11453"/>
                </a:cubicBezTo>
                <a:cubicBezTo>
                  <a:pt x="62570" y="10437"/>
                  <a:pt x="61156" y="9702"/>
                  <a:pt x="59741" y="9250"/>
                </a:cubicBezTo>
                <a:cubicBezTo>
                  <a:pt x="58666" y="8910"/>
                  <a:pt x="56969" y="8741"/>
                  <a:pt x="54650" y="8741"/>
                </a:cubicBezTo>
                <a:lnTo>
                  <a:pt x="54650" y="5601"/>
                </a:lnTo>
                <a:lnTo>
                  <a:pt x="99456" y="5601"/>
                </a:lnTo>
                <a:lnTo>
                  <a:pt x="99456" y="8741"/>
                </a:lnTo>
                <a:lnTo>
                  <a:pt x="96401" y="8741"/>
                </a:lnTo>
                <a:cubicBezTo>
                  <a:pt x="93233" y="8741"/>
                  <a:pt x="90913" y="9419"/>
                  <a:pt x="89442" y="10777"/>
                </a:cubicBezTo>
                <a:cubicBezTo>
                  <a:pt x="87971" y="12133"/>
                  <a:pt x="87236" y="13970"/>
                  <a:pt x="87236" y="16288"/>
                </a:cubicBezTo>
                <a:cubicBezTo>
                  <a:pt x="87236" y="19171"/>
                  <a:pt x="88509" y="24203"/>
                  <a:pt x="91055" y="31382"/>
                </a:cubicBezTo>
                <a:lnTo>
                  <a:pt x="113118" y="93876"/>
                </a:lnTo>
                <a:lnTo>
                  <a:pt x="135012" y="30534"/>
                </a:lnTo>
                <a:cubicBezTo>
                  <a:pt x="137501" y="23524"/>
                  <a:pt x="138746" y="18662"/>
                  <a:pt x="138746" y="15948"/>
                </a:cubicBezTo>
                <a:cubicBezTo>
                  <a:pt x="138746" y="14649"/>
                  <a:pt x="138336" y="13433"/>
                  <a:pt x="137515" y="12302"/>
                </a:cubicBezTo>
                <a:cubicBezTo>
                  <a:pt x="136695" y="11171"/>
                  <a:pt x="135663" y="10379"/>
                  <a:pt x="134418" y="9929"/>
                </a:cubicBezTo>
                <a:cubicBezTo>
                  <a:pt x="132268" y="9137"/>
                  <a:pt x="129468" y="8741"/>
                  <a:pt x="126017" y="8741"/>
                </a:cubicBezTo>
                <a:lnTo>
                  <a:pt x="126017" y="5601"/>
                </a:lnTo>
                <a:lnTo>
                  <a:pt x="160385" y="5601"/>
                </a:lnTo>
                <a:close/>
                <a:moveTo>
                  <a:pt x="190027" y="0"/>
                </a:moveTo>
                <a:lnTo>
                  <a:pt x="190027" y="56941"/>
                </a:lnTo>
                <a:cubicBezTo>
                  <a:pt x="196307" y="50039"/>
                  <a:pt x="201285" y="45612"/>
                  <a:pt x="204963" y="43660"/>
                </a:cubicBezTo>
                <a:cubicBezTo>
                  <a:pt x="208640" y="41709"/>
                  <a:pt x="212317" y="40733"/>
                  <a:pt x="215994" y="40733"/>
                </a:cubicBezTo>
                <a:cubicBezTo>
                  <a:pt x="220407" y="40733"/>
                  <a:pt x="224198" y="41946"/>
                  <a:pt x="227366" y="44374"/>
                </a:cubicBezTo>
                <a:cubicBezTo>
                  <a:pt x="230534" y="46801"/>
                  <a:pt x="232882" y="50611"/>
                  <a:pt x="234409" y="55803"/>
                </a:cubicBezTo>
                <a:cubicBezTo>
                  <a:pt x="235484" y="59417"/>
                  <a:pt x="236021" y="66022"/>
                  <a:pt x="236021" y="75618"/>
                </a:cubicBezTo>
                <a:lnTo>
                  <a:pt x="236021" y="103052"/>
                </a:lnTo>
                <a:cubicBezTo>
                  <a:pt x="236021" y="107963"/>
                  <a:pt x="236417" y="111322"/>
                  <a:pt x="237209" y="113129"/>
                </a:cubicBezTo>
                <a:cubicBezTo>
                  <a:pt x="237775" y="114483"/>
                  <a:pt x="238737" y="115555"/>
                  <a:pt x="240095" y="116345"/>
                </a:cubicBezTo>
                <a:cubicBezTo>
                  <a:pt x="241452" y="117136"/>
                  <a:pt x="243942" y="117531"/>
                  <a:pt x="247562" y="117531"/>
                </a:cubicBezTo>
                <a:lnTo>
                  <a:pt x="247562" y="120671"/>
                </a:lnTo>
                <a:lnTo>
                  <a:pt x="209375" y="120671"/>
                </a:lnTo>
                <a:lnTo>
                  <a:pt x="209375" y="117531"/>
                </a:lnTo>
                <a:lnTo>
                  <a:pt x="211157" y="117531"/>
                </a:lnTo>
                <a:cubicBezTo>
                  <a:pt x="214778" y="117531"/>
                  <a:pt x="217296" y="116979"/>
                  <a:pt x="218710" y="115876"/>
                </a:cubicBezTo>
                <a:cubicBezTo>
                  <a:pt x="220124" y="114773"/>
                  <a:pt x="221114" y="113146"/>
                  <a:pt x="221680" y="110997"/>
                </a:cubicBezTo>
                <a:cubicBezTo>
                  <a:pt x="221850" y="110091"/>
                  <a:pt x="221935" y="107433"/>
                  <a:pt x="221935" y="103020"/>
                </a:cubicBezTo>
                <a:lnTo>
                  <a:pt x="221935" y="75525"/>
                </a:lnTo>
                <a:cubicBezTo>
                  <a:pt x="221935" y="67039"/>
                  <a:pt x="221496" y="61467"/>
                  <a:pt x="220619" y="58808"/>
                </a:cubicBezTo>
                <a:cubicBezTo>
                  <a:pt x="219742" y="56149"/>
                  <a:pt x="218342" y="54155"/>
                  <a:pt x="216419" y="52825"/>
                </a:cubicBezTo>
                <a:cubicBezTo>
                  <a:pt x="214495" y="51496"/>
                  <a:pt x="212176" y="50831"/>
                  <a:pt x="209460" y="50831"/>
                </a:cubicBezTo>
                <a:cubicBezTo>
                  <a:pt x="206688" y="50831"/>
                  <a:pt x="203803" y="51566"/>
                  <a:pt x="200805" y="53037"/>
                </a:cubicBezTo>
                <a:cubicBezTo>
                  <a:pt x="197806" y="54508"/>
                  <a:pt x="194214" y="57478"/>
                  <a:pt x="190027" y="61948"/>
                </a:cubicBezTo>
                <a:lnTo>
                  <a:pt x="190027" y="103020"/>
                </a:lnTo>
                <a:cubicBezTo>
                  <a:pt x="190027" y="108338"/>
                  <a:pt x="190324" y="111647"/>
                  <a:pt x="190918" y="112948"/>
                </a:cubicBezTo>
                <a:cubicBezTo>
                  <a:pt x="191512" y="114250"/>
                  <a:pt x="192616" y="115339"/>
                  <a:pt x="194228" y="116216"/>
                </a:cubicBezTo>
                <a:cubicBezTo>
                  <a:pt x="195840" y="117092"/>
                  <a:pt x="198626" y="117531"/>
                  <a:pt x="202587" y="117531"/>
                </a:cubicBezTo>
                <a:lnTo>
                  <a:pt x="202587" y="120671"/>
                </a:lnTo>
                <a:lnTo>
                  <a:pt x="164060" y="120671"/>
                </a:lnTo>
                <a:lnTo>
                  <a:pt x="164060" y="117531"/>
                </a:lnTo>
                <a:cubicBezTo>
                  <a:pt x="167511" y="117531"/>
                  <a:pt x="170227" y="116993"/>
                  <a:pt x="172207" y="115919"/>
                </a:cubicBezTo>
                <a:cubicBezTo>
                  <a:pt x="173338" y="115355"/>
                  <a:pt x="174243" y="114281"/>
                  <a:pt x="174922" y="112699"/>
                </a:cubicBezTo>
                <a:cubicBezTo>
                  <a:pt x="175601" y="111115"/>
                  <a:pt x="175941" y="107892"/>
                  <a:pt x="175941" y="103030"/>
                </a:cubicBezTo>
                <a:lnTo>
                  <a:pt x="175941" y="32732"/>
                </a:lnTo>
                <a:cubicBezTo>
                  <a:pt x="175941" y="23857"/>
                  <a:pt x="175728" y="18402"/>
                  <a:pt x="175304" y="16367"/>
                </a:cubicBezTo>
                <a:cubicBezTo>
                  <a:pt x="174880" y="14331"/>
                  <a:pt x="174229" y="12946"/>
                  <a:pt x="173352" y="12212"/>
                </a:cubicBezTo>
                <a:cubicBezTo>
                  <a:pt x="172475" y="11476"/>
                  <a:pt x="171302" y="11109"/>
                  <a:pt x="169831" y="11109"/>
                </a:cubicBezTo>
                <a:cubicBezTo>
                  <a:pt x="168643" y="11109"/>
                  <a:pt x="166719" y="11561"/>
                  <a:pt x="164060" y="12466"/>
                </a:cubicBezTo>
                <a:lnTo>
                  <a:pt x="162872" y="9496"/>
                </a:lnTo>
                <a:lnTo>
                  <a:pt x="186124" y="0"/>
                </a:lnTo>
                <a:lnTo>
                  <a:pt x="190027" y="0"/>
                </a:lnTo>
                <a:close/>
                <a:moveTo>
                  <a:pt x="298139" y="109469"/>
                </a:moveTo>
                <a:cubicBezTo>
                  <a:pt x="290162" y="115636"/>
                  <a:pt x="285155" y="119200"/>
                  <a:pt x="283119" y="120161"/>
                </a:cubicBezTo>
                <a:cubicBezTo>
                  <a:pt x="280064" y="121632"/>
                  <a:pt x="276811" y="122368"/>
                  <a:pt x="273360" y="122368"/>
                </a:cubicBezTo>
                <a:cubicBezTo>
                  <a:pt x="267985" y="122368"/>
                  <a:pt x="263558" y="120529"/>
                  <a:pt x="260079" y="116852"/>
                </a:cubicBezTo>
                <a:cubicBezTo>
                  <a:pt x="256600" y="113175"/>
                  <a:pt x="254860" y="108338"/>
                  <a:pt x="254860" y="102341"/>
                </a:cubicBezTo>
                <a:cubicBezTo>
                  <a:pt x="254860" y="98551"/>
                  <a:pt x="255709" y="95269"/>
                  <a:pt x="257406" y="92497"/>
                </a:cubicBezTo>
                <a:cubicBezTo>
                  <a:pt x="259726" y="88650"/>
                  <a:pt x="263756" y="85030"/>
                  <a:pt x="269499" y="81635"/>
                </a:cubicBezTo>
                <a:cubicBezTo>
                  <a:pt x="275241" y="78241"/>
                  <a:pt x="284788" y="74111"/>
                  <a:pt x="298139" y="69246"/>
                </a:cubicBezTo>
                <a:lnTo>
                  <a:pt x="298139" y="66191"/>
                </a:lnTo>
                <a:cubicBezTo>
                  <a:pt x="298139" y="58440"/>
                  <a:pt x="296908" y="53122"/>
                  <a:pt x="294447" y="50237"/>
                </a:cubicBezTo>
                <a:cubicBezTo>
                  <a:pt x="291987" y="47352"/>
                  <a:pt x="288408" y="45909"/>
                  <a:pt x="283713" y="45909"/>
                </a:cubicBezTo>
                <a:cubicBezTo>
                  <a:pt x="280149" y="45909"/>
                  <a:pt x="277320" y="46867"/>
                  <a:pt x="275227" y="48784"/>
                </a:cubicBezTo>
                <a:cubicBezTo>
                  <a:pt x="273077" y="50700"/>
                  <a:pt x="272002" y="52899"/>
                  <a:pt x="272002" y="55379"/>
                </a:cubicBezTo>
                <a:lnTo>
                  <a:pt x="272172" y="60282"/>
                </a:lnTo>
                <a:cubicBezTo>
                  <a:pt x="272172" y="62874"/>
                  <a:pt x="271507" y="64874"/>
                  <a:pt x="270178" y="66283"/>
                </a:cubicBezTo>
                <a:cubicBezTo>
                  <a:pt x="268848" y="67692"/>
                  <a:pt x="267108" y="68397"/>
                  <a:pt x="264959" y="68397"/>
                </a:cubicBezTo>
                <a:cubicBezTo>
                  <a:pt x="262865" y="68397"/>
                  <a:pt x="261154" y="67664"/>
                  <a:pt x="259825" y="66199"/>
                </a:cubicBezTo>
                <a:cubicBezTo>
                  <a:pt x="258495" y="64731"/>
                  <a:pt x="257830" y="62728"/>
                  <a:pt x="257830" y="60189"/>
                </a:cubicBezTo>
                <a:cubicBezTo>
                  <a:pt x="257830" y="55340"/>
                  <a:pt x="260320" y="50885"/>
                  <a:pt x="265298" y="46824"/>
                </a:cubicBezTo>
                <a:cubicBezTo>
                  <a:pt x="270277" y="42763"/>
                  <a:pt x="277263" y="40733"/>
                  <a:pt x="286258" y="40733"/>
                </a:cubicBezTo>
                <a:cubicBezTo>
                  <a:pt x="293160" y="40733"/>
                  <a:pt x="298818" y="41891"/>
                  <a:pt x="303230" y="44207"/>
                </a:cubicBezTo>
                <a:cubicBezTo>
                  <a:pt x="306568" y="45959"/>
                  <a:pt x="309029" y="48700"/>
                  <a:pt x="310613" y="52430"/>
                </a:cubicBezTo>
                <a:cubicBezTo>
                  <a:pt x="311632" y="54859"/>
                  <a:pt x="312141" y="59831"/>
                  <a:pt x="312141" y="67347"/>
                </a:cubicBezTo>
                <a:lnTo>
                  <a:pt x="312141" y="93706"/>
                </a:lnTo>
                <a:cubicBezTo>
                  <a:pt x="312141" y="101109"/>
                  <a:pt x="312282" y="105643"/>
                  <a:pt x="312565" y="107311"/>
                </a:cubicBezTo>
                <a:cubicBezTo>
                  <a:pt x="312848" y="108978"/>
                  <a:pt x="313315" y="110094"/>
                  <a:pt x="313965" y="110660"/>
                </a:cubicBezTo>
                <a:cubicBezTo>
                  <a:pt x="314616" y="111224"/>
                  <a:pt x="315365" y="111506"/>
                  <a:pt x="316214" y="111506"/>
                </a:cubicBezTo>
                <a:cubicBezTo>
                  <a:pt x="317119" y="111506"/>
                  <a:pt x="317911" y="111308"/>
                  <a:pt x="318590" y="110912"/>
                </a:cubicBezTo>
                <a:cubicBezTo>
                  <a:pt x="319778" y="110176"/>
                  <a:pt x="322069" y="108111"/>
                  <a:pt x="325464" y="104717"/>
                </a:cubicBezTo>
                <a:lnTo>
                  <a:pt x="325464" y="109469"/>
                </a:lnTo>
                <a:cubicBezTo>
                  <a:pt x="319128" y="117955"/>
                  <a:pt x="313074" y="122198"/>
                  <a:pt x="307304" y="122198"/>
                </a:cubicBezTo>
                <a:cubicBezTo>
                  <a:pt x="304532" y="122198"/>
                  <a:pt x="302325" y="121236"/>
                  <a:pt x="300685" y="119313"/>
                </a:cubicBezTo>
                <a:cubicBezTo>
                  <a:pt x="299044" y="117389"/>
                  <a:pt x="298195" y="114108"/>
                  <a:pt x="298139" y="109469"/>
                </a:cubicBezTo>
                <a:moveTo>
                  <a:pt x="298139" y="103906"/>
                </a:moveTo>
                <a:lnTo>
                  <a:pt x="298139" y="74422"/>
                </a:lnTo>
                <a:cubicBezTo>
                  <a:pt x="289596" y="77801"/>
                  <a:pt x="284080" y="80194"/>
                  <a:pt x="281591" y="81603"/>
                </a:cubicBezTo>
                <a:cubicBezTo>
                  <a:pt x="277122" y="84082"/>
                  <a:pt x="273926" y="86673"/>
                  <a:pt x="272002" y="89376"/>
                </a:cubicBezTo>
                <a:cubicBezTo>
                  <a:pt x="270079" y="92079"/>
                  <a:pt x="269117" y="95036"/>
                  <a:pt x="269117" y="98246"/>
                </a:cubicBezTo>
                <a:cubicBezTo>
                  <a:pt x="269117" y="102302"/>
                  <a:pt x="270333" y="105667"/>
                  <a:pt x="272766" y="108342"/>
                </a:cubicBezTo>
                <a:cubicBezTo>
                  <a:pt x="275198" y="111017"/>
                  <a:pt x="277999" y="112354"/>
                  <a:pt x="281167" y="112354"/>
                </a:cubicBezTo>
                <a:cubicBezTo>
                  <a:pt x="285466" y="112354"/>
                  <a:pt x="291124" y="109538"/>
                  <a:pt x="298139" y="103906"/>
                </a:cubicBezTo>
                <a:close/>
                <a:moveTo>
                  <a:pt x="353834" y="17311"/>
                </a:moveTo>
                <a:lnTo>
                  <a:pt x="353834" y="42939"/>
                </a:lnTo>
                <a:lnTo>
                  <a:pt x="371994" y="42939"/>
                </a:lnTo>
                <a:lnTo>
                  <a:pt x="371994" y="48879"/>
                </a:lnTo>
                <a:lnTo>
                  <a:pt x="353834" y="48879"/>
                </a:lnTo>
                <a:lnTo>
                  <a:pt x="353834" y="99217"/>
                </a:lnTo>
                <a:cubicBezTo>
                  <a:pt x="353834" y="104247"/>
                  <a:pt x="354555" y="107638"/>
                  <a:pt x="355997" y="109390"/>
                </a:cubicBezTo>
                <a:cubicBezTo>
                  <a:pt x="357440" y="111140"/>
                  <a:pt x="359293" y="112015"/>
                  <a:pt x="361556" y="112015"/>
                </a:cubicBezTo>
                <a:cubicBezTo>
                  <a:pt x="363423" y="112015"/>
                  <a:pt x="365233" y="111435"/>
                  <a:pt x="366987" y="110275"/>
                </a:cubicBezTo>
                <a:cubicBezTo>
                  <a:pt x="368741" y="109116"/>
                  <a:pt x="370098" y="107404"/>
                  <a:pt x="371060" y="105141"/>
                </a:cubicBezTo>
                <a:lnTo>
                  <a:pt x="374370" y="105141"/>
                </a:lnTo>
                <a:cubicBezTo>
                  <a:pt x="372390" y="110701"/>
                  <a:pt x="369589" y="114906"/>
                  <a:pt x="365968" y="117756"/>
                </a:cubicBezTo>
                <a:cubicBezTo>
                  <a:pt x="362348" y="120604"/>
                  <a:pt x="358614" y="122028"/>
                  <a:pt x="354767" y="122028"/>
                </a:cubicBezTo>
                <a:cubicBezTo>
                  <a:pt x="352165" y="122028"/>
                  <a:pt x="349619" y="121306"/>
                  <a:pt x="347130" y="119862"/>
                </a:cubicBezTo>
                <a:cubicBezTo>
                  <a:pt x="344640" y="118417"/>
                  <a:pt x="342802" y="116351"/>
                  <a:pt x="341614" y="113662"/>
                </a:cubicBezTo>
                <a:cubicBezTo>
                  <a:pt x="340426" y="110971"/>
                  <a:pt x="339832" y="106822"/>
                  <a:pt x="339832" y="101214"/>
                </a:cubicBezTo>
                <a:lnTo>
                  <a:pt x="339832" y="48879"/>
                </a:lnTo>
                <a:lnTo>
                  <a:pt x="327527" y="48879"/>
                </a:lnTo>
                <a:lnTo>
                  <a:pt x="327527" y="46079"/>
                </a:lnTo>
                <a:cubicBezTo>
                  <a:pt x="330639" y="44831"/>
                  <a:pt x="333821" y="42717"/>
                  <a:pt x="337074" y="39738"/>
                </a:cubicBezTo>
                <a:cubicBezTo>
                  <a:pt x="340327" y="36759"/>
                  <a:pt x="343226" y="33227"/>
                  <a:pt x="345772" y="29141"/>
                </a:cubicBezTo>
                <a:cubicBezTo>
                  <a:pt x="347073" y="26986"/>
                  <a:pt x="348883" y="23043"/>
                  <a:pt x="351203" y="17311"/>
                </a:cubicBezTo>
                <a:lnTo>
                  <a:pt x="353834" y="17311"/>
                </a:lnTo>
                <a:close/>
                <a:moveTo>
                  <a:pt x="442796" y="0"/>
                </a:moveTo>
                <a:cubicBezTo>
                  <a:pt x="445172" y="0"/>
                  <a:pt x="447194" y="839"/>
                  <a:pt x="448863" y="2517"/>
                </a:cubicBezTo>
                <a:cubicBezTo>
                  <a:pt x="450532" y="4193"/>
                  <a:pt x="451367" y="6225"/>
                  <a:pt x="451367" y="8613"/>
                </a:cubicBezTo>
                <a:cubicBezTo>
                  <a:pt x="451367" y="11002"/>
                  <a:pt x="450532" y="13049"/>
                  <a:pt x="448863" y="14755"/>
                </a:cubicBezTo>
                <a:cubicBezTo>
                  <a:pt x="447194" y="16459"/>
                  <a:pt x="445172" y="17311"/>
                  <a:pt x="442796" y="17311"/>
                </a:cubicBezTo>
                <a:cubicBezTo>
                  <a:pt x="440420" y="17311"/>
                  <a:pt x="438383" y="16459"/>
                  <a:pt x="436686" y="14755"/>
                </a:cubicBezTo>
                <a:cubicBezTo>
                  <a:pt x="434989" y="13049"/>
                  <a:pt x="434140" y="11002"/>
                  <a:pt x="434140" y="8613"/>
                </a:cubicBezTo>
                <a:cubicBezTo>
                  <a:pt x="434140" y="6225"/>
                  <a:pt x="434975" y="4193"/>
                  <a:pt x="436643" y="2517"/>
                </a:cubicBezTo>
                <a:cubicBezTo>
                  <a:pt x="438312" y="839"/>
                  <a:pt x="440363" y="0"/>
                  <a:pt x="442796" y="0"/>
                </a:cubicBezTo>
                <a:moveTo>
                  <a:pt x="449839" y="40733"/>
                </a:moveTo>
                <a:lnTo>
                  <a:pt x="449839" y="103052"/>
                </a:lnTo>
                <a:cubicBezTo>
                  <a:pt x="449839" y="107906"/>
                  <a:pt x="450193" y="111138"/>
                  <a:pt x="450900" y="112747"/>
                </a:cubicBezTo>
                <a:cubicBezTo>
                  <a:pt x="451607" y="114356"/>
                  <a:pt x="452654" y="115555"/>
                  <a:pt x="454040" y="116345"/>
                </a:cubicBezTo>
                <a:cubicBezTo>
                  <a:pt x="455426" y="117136"/>
                  <a:pt x="457957" y="117531"/>
                  <a:pt x="461635" y="117531"/>
                </a:cubicBezTo>
                <a:lnTo>
                  <a:pt x="461635" y="120671"/>
                </a:lnTo>
                <a:lnTo>
                  <a:pt x="423872" y="120671"/>
                </a:lnTo>
                <a:lnTo>
                  <a:pt x="423872" y="117531"/>
                </a:lnTo>
                <a:cubicBezTo>
                  <a:pt x="427662" y="117531"/>
                  <a:pt x="430208" y="117164"/>
                  <a:pt x="431509" y="116430"/>
                </a:cubicBezTo>
                <a:cubicBezTo>
                  <a:pt x="432811" y="115697"/>
                  <a:pt x="433843" y="114483"/>
                  <a:pt x="434607" y="112789"/>
                </a:cubicBezTo>
                <a:cubicBezTo>
                  <a:pt x="435371" y="111096"/>
                  <a:pt x="435752" y="107850"/>
                  <a:pt x="435752" y="103052"/>
                </a:cubicBezTo>
                <a:lnTo>
                  <a:pt x="435752" y="73162"/>
                </a:lnTo>
                <a:cubicBezTo>
                  <a:pt x="435752" y="64751"/>
                  <a:pt x="435498" y="59304"/>
                  <a:pt x="434989" y="56822"/>
                </a:cubicBezTo>
                <a:cubicBezTo>
                  <a:pt x="434593" y="55015"/>
                  <a:pt x="433970" y="53759"/>
                  <a:pt x="433122" y="53053"/>
                </a:cubicBezTo>
                <a:cubicBezTo>
                  <a:pt x="432273" y="52348"/>
                  <a:pt x="431113" y="51995"/>
                  <a:pt x="429643" y="51995"/>
                </a:cubicBezTo>
                <a:cubicBezTo>
                  <a:pt x="428058" y="51995"/>
                  <a:pt x="426135" y="52419"/>
                  <a:pt x="423872" y="53265"/>
                </a:cubicBezTo>
                <a:lnTo>
                  <a:pt x="422684" y="50216"/>
                </a:lnTo>
                <a:lnTo>
                  <a:pt x="446105" y="40733"/>
                </a:lnTo>
                <a:lnTo>
                  <a:pt x="449839" y="40733"/>
                </a:lnTo>
                <a:close/>
                <a:moveTo>
                  <a:pt x="521575" y="40733"/>
                </a:moveTo>
                <a:lnTo>
                  <a:pt x="521575" y="67039"/>
                </a:lnTo>
                <a:lnTo>
                  <a:pt x="518775" y="67039"/>
                </a:lnTo>
                <a:cubicBezTo>
                  <a:pt x="516625" y="58788"/>
                  <a:pt x="513867" y="53176"/>
                  <a:pt x="510501" y="50203"/>
                </a:cubicBezTo>
                <a:cubicBezTo>
                  <a:pt x="507135" y="47227"/>
                  <a:pt x="502849" y="45739"/>
                  <a:pt x="497645" y="45739"/>
                </a:cubicBezTo>
                <a:cubicBezTo>
                  <a:pt x="493684" y="45739"/>
                  <a:pt x="490488" y="46785"/>
                  <a:pt x="488055" y="48877"/>
                </a:cubicBezTo>
                <a:cubicBezTo>
                  <a:pt x="485623" y="50966"/>
                  <a:pt x="484406" y="53283"/>
                  <a:pt x="484406" y="55827"/>
                </a:cubicBezTo>
                <a:cubicBezTo>
                  <a:pt x="484406" y="58992"/>
                  <a:pt x="485312" y="61704"/>
                  <a:pt x="487122" y="63963"/>
                </a:cubicBezTo>
                <a:cubicBezTo>
                  <a:pt x="488876" y="66281"/>
                  <a:pt x="492440" y="68739"/>
                  <a:pt x="497814" y="71338"/>
                </a:cubicBezTo>
                <a:lnTo>
                  <a:pt x="510204" y="77358"/>
                </a:lnTo>
                <a:cubicBezTo>
                  <a:pt x="521688" y="82951"/>
                  <a:pt x="527430" y="90326"/>
                  <a:pt x="527430" y="99482"/>
                </a:cubicBezTo>
                <a:cubicBezTo>
                  <a:pt x="527430" y="106545"/>
                  <a:pt x="524757" y="112239"/>
                  <a:pt x="519411" y="116563"/>
                </a:cubicBezTo>
                <a:cubicBezTo>
                  <a:pt x="514065" y="120885"/>
                  <a:pt x="508082" y="123047"/>
                  <a:pt x="501463" y="123047"/>
                </a:cubicBezTo>
                <a:cubicBezTo>
                  <a:pt x="496711" y="123047"/>
                  <a:pt x="491280" y="122198"/>
                  <a:pt x="485170" y="120501"/>
                </a:cubicBezTo>
                <a:cubicBezTo>
                  <a:pt x="483303" y="119935"/>
                  <a:pt x="481776" y="119652"/>
                  <a:pt x="480588" y="119652"/>
                </a:cubicBezTo>
                <a:cubicBezTo>
                  <a:pt x="479287" y="119652"/>
                  <a:pt x="478268" y="120388"/>
                  <a:pt x="477533" y="121859"/>
                </a:cubicBezTo>
                <a:lnTo>
                  <a:pt x="474732" y="121859"/>
                </a:lnTo>
                <a:lnTo>
                  <a:pt x="474732" y="94025"/>
                </a:lnTo>
                <a:lnTo>
                  <a:pt x="477533" y="94025"/>
                </a:lnTo>
                <a:cubicBezTo>
                  <a:pt x="479117" y="101973"/>
                  <a:pt x="482144" y="107963"/>
                  <a:pt x="486613" y="111994"/>
                </a:cubicBezTo>
                <a:cubicBezTo>
                  <a:pt x="491082" y="116025"/>
                  <a:pt x="496089" y="118040"/>
                  <a:pt x="501633" y="118040"/>
                </a:cubicBezTo>
                <a:cubicBezTo>
                  <a:pt x="505537" y="118040"/>
                  <a:pt x="508719" y="116896"/>
                  <a:pt x="511180" y="114608"/>
                </a:cubicBezTo>
                <a:cubicBezTo>
                  <a:pt x="513641" y="112319"/>
                  <a:pt x="514871" y="109564"/>
                  <a:pt x="514871" y="106343"/>
                </a:cubicBezTo>
                <a:cubicBezTo>
                  <a:pt x="514871" y="102443"/>
                  <a:pt x="513499" y="99165"/>
                  <a:pt x="510755" y="96509"/>
                </a:cubicBezTo>
                <a:cubicBezTo>
                  <a:pt x="508012" y="93854"/>
                  <a:pt x="502538" y="90492"/>
                  <a:pt x="494335" y="86424"/>
                </a:cubicBezTo>
                <a:cubicBezTo>
                  <a:pt x="486132" y="82355"/>
                  <a:pt x="480757" y="78681"/>
                  <a:pt x="478212" y="75403"/>
                </a:cubicBezTo>
                <a:cubicBezTo>
                  <a:pt x="475666" y="72182"/>
                  <a:pt x="474393" y="68113"/>
                  <a:pt x="474393" y="63197"/>
                </a:cubicBezTo>
                <a:cubicBezTo>
                  <a:pt x="474393" y="56811"/>
                  <a:pt x="476585" y="51471"/>
                  <a:pt x="480970" y="47177"/>
                </a:cubicBezTo>
                <a:cubicBezTo>
                  <a:pt x="485354" y="42881"/>
                  <a:pt x="491026" y="40733"/>
                  <a:pt x="497984" y="40733"/>
                </a:cubicBezTo>
                <a:cubicBezTo>
                  <a:pt x="501039" y="40733"/>
                  <a:pt x="504745" y="41383"/>
                  <a:pt x="509101" y="42684"/>
                </a:cubicBezTo>
                <a:cubicBezTo>
                  <a:pt x="511986" y="43533"/>
                  <a:pt x="513909" y="43957"/>
                  <a:pt x="514871" y="43957"/>
                </a:cubicBezTo>
                <a:cubicBezTo>
                  <a:pt x="515776" y="43957"/>
                  <a:pt x="516483" y="43759"/>
                  <a:pt x="516993" y="43363"/>
                </a:cubicBezTo>
                <a:cubicBezTo>
                  <a:pt x="517502" y="42967"/>
                  <a:pt x="518096" y="42090"/>
                  <a:pt x="518775" y="40733"/>
                </a:cubicBezTo>
                <a:lnTo>
                  <a:pt x="521575" y="40733"/>
                </a:lnTo>
                <a:close/>
                <a:moveTo>
                  <a:pt x="604965" y="17311"/>
                </a:moveTo>
                <a:lnTo>
                  <a:pt x="604965" y="42939"/>
                </a:lnTo>
                <a:lnTo>
                  <a:pt x="623125" y="42939"/>
                </a:lnTo>
                <a:lnTo>
                  <a:pt x="623125" y="48879"/>
                </a:lnTo>
                <a:lnTo>
                  <a:pt x="604965" y="48879"/>
                </a:lnTo>
                <a:lnTo>
                  <a:pt x="604965" y="99217"/>
                </a:lnTo>
                <a:cubicBezTo>
                  <a:pt x="604965" y="104247"/>
                  <a:pt x="605686" y="107638"/>
                  <a:pt x="607129" y="109390"/>
                </a:cubicBezTo>
                <a:cubicBezTo>
                  <a:pt x="608571" y="111140"/>
                  <a:pt x="610424" y="112015"/>
                  <a:pt x="612687" y="112015"/>
                </a:cubicBezTo>
                <a:cubicBezTo>
                  <a:pt x="614554" y="112015"/>
                  <a:pt x="616364" y="111435"/>
                  <a:pt x="618118" y="110275"/>
                </a:cubicBezTo>
                <a:cubicBezTo>
                  <a:pt x="619872" y="109116"/>
                  <a:pt x="621229" y="107404"/>
                  <a:pt x="622191" y="105141"/>
                </a:cubicBezTo>
                <a:lnTo>
                  <a:pt x="625501" y="105141"/>
                </a:lnTo>
                <a:cubicBezTo>
                  <a:pt x="623521" y="110701"/>
                  <a:pt x="620720" y="114906"/>
                  <a:pt x="617100" y="117756"/>
                </a:cubicBezTo>
                <a:cubicBezTo>
                  <a:pt x="613479" y="120604"/>
                  <a:pt x="609745" y="122028"/>
                  <a:pt x="605898" y="122028"/>
                </a:cubicBezTo>
                <a:cubicBezTo>
                  <a:pt x="603296" y="122028"/>
                  <a:pt x="600750" y="121306"/>
                  <a:pt x="598261" y="119862"/>
                </a:cubicBezTo>
                <a:cubicBezTo>
                  <a:pt x="595771" y="118417"/>
                  <a:pt x="593933" y="116351"/>
                  <a:pt x="592745" y="113662"/>
                </a:cubicBezTo>
                <a:cubicBezTo>
                  <a:pt x="591557" y="110971"/>
                  <a:pt x="590963" y="106822"/>
                  <a:pt x="590963" y="101214"/>
                </a:cubicBezTo>
                <a:lnTo>
                  <a:pt x="590963" y="48879"/>
                </a:lnTo>
                <a:lnTo>
                  <a:pt x="578658" y="48879"/>
                </a:lnTo>
                <a:lnTo>
                  <a:pt x="578658" y="46079"/>
                </a:lnTo>
                <a:cubicBezTo>
                  <a:pt x="581770" y="44831"/>
                  <a:pt x="584952" y="42717"/>
                  <a:pt x="588205" y="39738"/>
                </a:cubicBezTo>
                <a:cubicBezTo>
                  <a:pt x="591458" y="36759"/>
                  <a:pt x="594357" y="33227"/>
                  <a:pt x="596903" y="29141"/>
                </a:cubicBezTo>
                <a:cubicBezTo>
                  <a:pt x="598204" y="26986"/>
                  <a:pt x="600014" y="23043"/>
                  <a:pt x="602334" y="17311"/>
                </a:cubicBezTo>
                <a:lnTo>
                  <a:pt x="604965" y="17311"/>
                </a:lnTo>
                <a:close/>
                <a:moveTo>
                  <a:pt x="653534" y="0"/>
                </a:moveTo>
                <a:lnTo>
                  <a:pt x="653534" y="56941"/>
                </a:lnTo>
                <a:cubicBezTo>
                  <a:pt x="659814" y="50039"/>
                  <a:pt x="664792" y="45612"/>
                  <a:pt x="668469" y="43660"/>
                </a:cubicBezTo>
                <a:cubicBezTo>
                  <a:pt x="672147" y="41709"/>
                  <a:pt x="675824" y="40733"/>
                  <a:pt x="679501" y="40733"/>
                </a:cubicBezTo>
                <a:cubicBezTo>
                  <a:pt x="683914" y="40733"/>
                  <a:pt x="687704" y="41946"/>
                  <a:pt x="690872" y="44374"/>
                </a:cubicBezTo>
                <a:cubicBezTo>
                  <a:pt x="694041" y="46801"/>
                  <a:pt x="696388" y="50611"/>
                  <a:pt x="697916" y="55803"/>
                </a:cubicBezTo>
                <a:cubicBezTo>
                  <a:pt x="698991" y="59417"/>
                  <a:pt x="699528" y="66022"/>
                  <a:pt x="699528" y="75618"/>
                </a:cubicBezTo>
                <a:lnTo>
                  <a:pt x="699528" y="103052"/>
                </a:lnTo>
                <a:cubicBezTo>
                  <a:pt x="699528" y="107963"/>
                  <a:pt x="699924" y="111322"/>
                  <a:pt x="700716" y="113129"/>
                </a:cubicBezTo>
                <a:cubicBezTo>
                  <a:pt x="701282" y="114483"/>
                  <a:pt x="702244" y="115555"/>
                  <a:pt x="703601" y="116345"/>
                </a:cubicBezTo>
                <a:cubicBezTo>
                  <a:pt x="704959" y="117136"/>
                  <a:pt x="707448" y="117531"/>
                  <a:pt x="711069" y="117531"/>
                </a:cubicBezTo>
                <a:lnTo>
                  <a:pt x="711069" y="120671"/>
                </a:lnTo>
                <a:lnTo>
                  <a:pt x="672882" y="120671"/>
                </a:lnTo>
                <a:lnTo>
                  <a:pt x="672882" y="117531"/>
                </a:lnTo>
                <a:lnTo>
                  <a:pt x="674664" y="117531"/>
                </a:lnTo>
                <a:cubicBezTo>
                  <a:pt x="678285" y="117531"/>
                  <a:pt x="680802" y="116979"/>
                  <a:pt x="682217" y="115876"/>
                </a:cubicBezTo>
                <a:cubicBezTo>
                  <a:pt x="683631" y="114773"/>
                  <a:pt x="684621" y="113146"/>
                  <a:pt x="685187" y="110997"/>
                </a:cubicBezTo>
                <a:cubicBezTo>
                  <a:pt x="685357" y="110091"/>
                  <a:pt x="685441" y="107433"/>
                  <a:pt x="685441" y="103020"/>
                </a:cubicBezTo>
                <a:lnTo>
                  <a:pt x="685441" y="75525"/>
                </a:lnTo>
                <a:cubicBezTo>
                  <a:pt x="685441" y="67039"/>
                  <a:pt x="685003" y="61467"/>
                  <a:pt x="684126" y="58808"/>
                </a:cubicBezTo>
                <a:cubicBezTo>
                  <a:pt x="683249" y="56149"/>
                  <a:pt x="681849" y="54155"/>
                  <a:pt x="679926" y="52825"/>
                </a:cubicBezTo>
                <a:cubicBezTo>
                  <a:pt x="678002" y="51496"/>
                  <a:pt x="675683" y="50831"/>
                  <a:pt x="672967" y="50831"/>
                </a:cubicBezTo>
                <a:cubicBezTo>
                  <a:pt x="670195" y="50831"/>
                  <a:pt x="667310" y="51566"/>
                  <a:pt x="664311" y="53037"/>
                </a:cubicBezTo>
                <a:cubicBezTo>
                  <a:pt x="661313" y="54508"/>
                  <a:pt x="657721" y="57478"/>
                  <a:pt x="653534" y="61948"/>
                </a:cubicBezTo>
                <a:lnTo>
                  <a:pt x="653534" y="103020"/>
                </a:lnTo>
                <a:cubicBezTo>
                  <a:pt x="653534" y="108338"/>
                  <a:pt x="653831" y="111647"/>
                  <a:pt x="654425" y="112948"/>
                </a:cubicBezTo>
                <a:cubicBezTo>
                  <a:pt x="655019" y="114250"/>
                  <a:pt x="656122" y="115339"/>
                  <a:pt x="657735" y="116216"/>
                </a:cubicBezTo>
                <a:cubicBezTo>
                  <a:pt x="659347" y="117092"/>
                  <a:pt x="662133" y="117531"/>
                  <a:pt x="666093" y="117531"/>
                </a:cubicBezTo>
                <a:lnTo>
                  <a:pt x="666093" y="120671"/>
                </a:lnTo>
                <a:lnTo>
                  <a:pt x="627567" y="120671"/>
                </a:lnTo>
                <a:lnTo>
                  <a:pt x="627567" y="117531"/>
                </a:lnTo>
                <a:cubicBezTo>
                  <a:pt x="631018" y="117531"/>
                  <a:pt x="633733" y="116993"/>
                  <a:pt x="635714" y="115919"/>
                </a:cubicBezTo>
                <a:cubicBezTo>
                  <a:pt x="636845" y="115355"/>
                  <a:pt x="637750" y="114281"/>
                  <a:pt x="638429" y="112699"/>
                </a:cubicBezTo>
                <a:cubicBezTo>
                  <a:pt x="639108" y="111115"/>
                  <a:pt x="639447" y="107892"/>
                  <a:pt x="639447" y="103030"/>
                </a:cubicBezTo>
                <a:lnTo>
                  <a:pt x="639447" y="32732"/>
                </a:lnTo>
                <a:cubicBezTo>
                  <a:pt x="639447" y="23857"/>
                  <a:pt x="639235" y="18402"/>
                  <a:pt x="638811" y="16367"/>
                </a:cubicBezTo>
                <a:cubicBezTo>
                  <a:pt x="638387" y="14331"/>
                  <a:pt x="637736" y="12946"/>
                  <a:pt x="636859" y="12212"/>
                </a:cubicBezTo>
                <a:cubicBezTo>
                  <a:pt x="635982" y="11476"/>
                  <a:pt x="634808" y="11109"/>
                  <a:pt x="633337" y="11109"/>
                </a:cubicBezTo>
                <a:cubicBezTo>
                  <a:pt x="632149" y="11109"/>
                  <a:pt x="630226" y="11561"/>
                  <a:pt x="627567" y="12466"/>
                </a:cubicBezTo>
                <a:lnTo>
                  <a:pt x="626379" y="9496"/>
                </a:lnTo>
                <a:lnTo>
                  <a:pt x="649631" y="0"/>
                </a:lnTo>
                <a:lnTo>
                  <a:pt x="653534" y="0"/>
                </a:lnTo>
                <a:close/>
                <a:moveTo>
                  <a:pt x="737375" y="0"/>
                </a:moveTo>
                <a:cubicBezTo>
                  <a:pt x="739751" y="0"/>
                  <a:pt x="741774" y="839"/>
                  <a:pt x="743443" y="2517"/>
                </a:cubicBezTo>
                <a:cubicBezTo>
                  <a:pt x="745112" y="4193"/>
                  <a:pt x="745946" y="6225"/>
                  <a:pt x="745946" y="8613"/>
                </a:cubicBezTo>
                <a:cubicBezTo>
                  <a:pt x="745946" y="11002"/>
                  <a:pt x="745112" y="13049"/>
                  <a:pt x="743443" y="14755"/>
                </a:cubicBezTo>
                <a:cubicBezTo>
                  <a:pt x="741774" y="16459"/>
                  <a:pt x="739751" y="17311"/>
                  <a:pt x="737375" y="17311"/>
                </a:cubicBezTo>
                <a:cubicBezTo>
                  <a:pt x="734999" y="17311"/>
                  <a:pt x="732962" y="16459"/>
                  <a:pt x="731265" y="14755"/>
                </a:cubicBezTo>
                <a:cubicBezTo>
                  <a:pt x="729568" y="13049"/>
                  <a:pt x="728719" y="11002"/>
                  <a:pt x="728719" y="8613"/>
                </a:cubicBezTo>
                <a:cubicBezTo>
                  <a:pt x="728719" y="6225"/>
                  <a:pt x="729554" y="4193"/>
                  <a:pt x="731223" y="2517"/>
                </a:cubicBezTo>
                <a:cubicBezTo>
                  <a:pt x="732892" y="839"/>
                  <a:pt x="734943" y="0"/>
                  <a:pt x="737375" y="0"/>
                </a:cubicBezTo>
                <a:moveTo>
                  <a:pt x="744419" y="40733"/>
                </a:moveTo>
                <a:lnTo>
                  <a:pt x="744419" y="103052"/>
                </a:lnTo>
                <a:cubicBezTo>
                  <a:pt x="744419" y="107906"/>
                  <a:pt x="744772" y="111138"/>
                  <a:pt x="745479" y="112747"/>
                </a:cubicBezTo>
                <a:cubicBezTo>
                  <a:pt x="746186" y="114356"/>
                  <a:pt x="747233" y="115555"/>
                  <a:pt x="748619" y="116345"/>
                </a:cubicBezTo>
                <a:cubicBezTo>
                  <a:pt x="750005" y="117136"/>
                  <a:pt x="752537" y="117531"/>
                  <a:pt x="756214" y="117531"/>
                </a:cubicBezTo>
                <a:lnTo>
                  <a:pt x="756214" y="120671"/>
                </a:lnTo>
                <a:lnTo>
                  <a:pt x="718451" y="120671"/>
                </a:lnTo>
                <a:lnTo>
                  <a:pt x="718451" y="117531"/>
                </a:lnTo>
                <a:cubicBezTo>
                  <a:pt x="722242" y="117531"/>
                  <a:pt x="724788" y="117164"/>
                  <a:pt x="726089" y="116430"/>
                </a:cubicBezTo>
                <a:cubicBezTo>
                  <a:pt x="727390" y="115697"/>
                  <a:pt x="728422" y="114483"/>
                  <a:pt x="729186" y="112789"/>
                </a:cubicBezTo>
                <a:cubicBezTo>
                  <a:pt x="729950" y="111096"/>
                  <a:pt x="730332" y="107850"/>
                  <a:pt x="730332" y="103052"/>
                </a:cubicBezTo>
                <a:lnTo>
                  <a:pt x="730332" y="73162"/>
                </a:lnTo>
                <a:cubicBezTo>
                  <a:pt x="730332" y="64751"/>
                  <a:pt x="730077" y="59304"/>
                  <a:pt x="729568" y="56822"/>
                </a:cubicBezTo>
                <a:cubicBezTo>
                  <a:pt x="729172" y="55015"/>
                  <a:pt x="728550" y="53759"/>
                  <a:pt x="727701" y="53053"/>
                </a:cubicBezTo>
                <a:cubicBezTo>
                  <a:pt x="726853" y="52348"/>
                  <a:pt x="725693" y="51995"/>
                  <a:pt x="724222" y="51995"/>
                </a:cubicBezTo>
                <a:cubicBezTo>
                  <a:pt x="722638" y="51995"/>
                  <a:pt x="720714" y="52419"/>
                  <a:pt x="718451" y="53265"/>
                </a:cubicBezTo>
                <a:lnTo>
                  <a:pt x="717263" y="50216"/>
                </a:lnTo>
                <a:lnTo>
                  <a:pt x="740685" y="40733"/>
                </a:lnTo>
                <a:lnTo>
                  <a:pt x="744419" y="40733"/>
                </a:lnTo>
                <a:close/>
                <a:moveTo>
                  <a:pt x="816154" y="40733"/>
                </a:moveTo>
                <a:lnTo>
                  <a:pt x="816154" y="67039"/>
                </a:lnTo>
                <a:lnTo>
                  <a:pt x="813354" y="67039"/>
                </a:lnTo>
                <a:cubicBezTo>
                  <a:pt x="811204" y="58788"/>
                  <a:pt x="808446" y="53176"/>
                  <a:pt x="805080" y="50203"/>
                </a:cubicBezTo>
                <a:cubicBezTo>
                  <a:pt x="801714" y="47227"/>
                  <a:pt x="797429" y="45739"/>
                  <a:pt x="792224" y="45739"/>
                </a:cubicBezTo>
                <a:cubicBezTo>
                  <a:pt x="788264" y="45739"/>
                  <a:pt x="785067" y="46785"/>
                  <a:pt x="782635" y="48877"/>
                </a:cubicBezTo>
                <a:cubicBezTo>
                  <a:pt x="780202" y="50966"/>
                  <a:pt x="778986" y="53283"/>
                  <a:pt x="778986" y="55827"/>
                </a:cubicBezTo>
                <a:cubicBezTo>
                  <a:pt x="778986" y="58992"/>
                  <a:pt x="779891" y="61704"/>
                  <a:pt x="781701" y="63963"/>
                </a:cubicBezTo>
                <a:cubicBezTo>
                  <a:pt x="783455" y="66281"/>
                  <a:pt x="787019" y="68739"/>
                  <a:pt x="792394" y="71338"/>
                </a:cubicBezTo>
                <a:lnTo>
                  <a:pt x="804783" y="77358"/>
                </a:lnTo>
                <a:cubicBezTo>
                  <a:pt x="816268" y="82951"/>
                  <a:pt x="822010" y="90326"/>
                  <a:pt x="822010" y="99482"/>
                </a:cubicBezTo>
                <a:cubicBezTo>
                  <a:pt x="822010" y="106545"/>
                  <a:pt x="819337" y="112239"/>
                  <a:pt x="813991" y="116563"/>
                </a:cubicBezTo>
                <a:cubicBezTo>
                  <a:pt x="808644" y="120885"/>
                  <a:pt x="802662" y="123047"/>
                  <a:pt x="796043" y="123047"/>
                </a:cubicBezTo>
                <a:cubicBezTo>
                  <a:pt x="791291" y="123047"/>
                  <a:pt x="785859" y="122198"/>
                  <a:pt x="779750" y="120501"/>
                </a:cubicBezTo>
                <a:cubicBezTo>
                  <a:pt x="777883" y="119935"/>
                  <a:pt x="776355" y="119652"/>
                  <a:pt x="775167" y="119652"/>
                </a:cubicBezTo>
                <a:cubicBezTo>
                  <a:pt x="773866" y="119652"/>
                  <a:pt x="772848" y="120388"/>
                  <a:pt x="772112" y="121859"/>
                </a:cubicBezTo>
                <a:lnTo>
                  <a:pt x="769312" y="121859"/>
                </a:lnTo>
                <a:lnTo>
                  <a:pt x="769312" y="94025"/>
                </a:lnTo>
                <a:lnTo>
                  <a:pt x="772112" y="94025"/>
                </a:lnTo>
                <a:cubicBezTo>
                  <a:pt x="773696" y="101973"/>
                  <a:pt x="776723" y="107963"/>
                  <a:pt x="781192" y="111994"/>
                </a:cubicBezTo>
                <a:cubicBezTo>
                  <a:pt x="785661" y="116025"/>
                  <a:pt x="790668" y="118040"/>
                  <a:pt x="796212" y="118040"/>
                </a:cubicBezTo>
                <a:cubicBezTo>
                  <a:pt x="800116" y="118040"/>
                  <a:pt x="803298" y="116896"/>
                  <a:pt x="805759" y="114608"/>
                </a:cubicBezTo>
                <a:cubicBezTo>
                  <a:pt x="808220" y="112319"/>
                  <a:pt x="809451" y="109564"/>
                  <a:pt x="809451" y="106343"/>
                </a:cubicBezTo>
                <a:cubicBezTo>
                  <a:pt x="809451" y="102443"/>
                  <a:pt x="808079" y="99165"/>
                  <a:pt x="805335" y="96509"/>
                </a:cubicBezTo>
                <a:cubicBezTo>
                  <a:pt x="802591" y="93854"/>
                  <a:pt x="797118" y="90492"/>
                  <a:pt x="788914" y="86424"/>
                </a:cubicBezTo>
                <a:cubicBezTo>
                  <a:pt x="780711" y="82355"/>
                  <a:pt x="775337" y="78681"/>
                  <a:pt x="772791" y="75403"/>
                </a:cubicBezTo>
                <a:cubicBezTo>
                  <a:pt x="770245" y="72182"/>
                  <a:pt x="768972" y="68113"/>
                  <a:pt x="768972" y="63197"/>
                </a:cubicBezTo>
                <a:cubicBezTo>
                  <a:pt x="768972" y="56811"/>
                  <a:pt x="771165" y="51471"/>
                  <a:pt x="775549" y="47177"/>
                </a:cubicBezTo>
                <a:cubicBezTo>
                  <a:pt x="779933" y="42881"/>
                  <a:pt x="785605" y="40733"/>
                  <a:pt x="792563" y="40733"/>
                </a:cubicBezTo>
                <a:cubicBezTo>
                  <a:pt x="795618" y="40733"/>
                  <a:pt x="799324" y="41383"/>
                  <a:pt x="803680" y="42684"/>
                </a:cubicBezTo>
                <a:cubicBezTo>
                  <a:pt x="806565" y="43533"/>
                  <a:pt x="808489" y="43957"/>
                  <a:pt x="809451" y="43957"/>
                </a:cubicBezTo>
                <a:cubicBezTo>
                  <a:pt x="810356" y="43957"/>
                  <a:pt x="811063" y="43759"/>
                  <a:pt x="811572" y="43363"/>
                </a:cubicBezTo>
                <a:cubicBezTo>
                  <a:pt x="812081" y="42967"/>
                  <a:pt x="812675" y="42090"/>
                  <a:pt x="813354" y="40733"/>
                </a:cubicBezTo>
                <a:lnTo>
                  <a:pt x="816154" y="40733"/>
                </a:lnTo>
                <a:close/>
                <a:moveTo>
                  <a:pt x="923135" y="155124"/>
                </a:moveTo>
                <a:lnTo>
                  <a:pt x="885797" y="155124"/>
                </a:lnTo>
                <a:lnTo>
                  <a:pt x="885797" y="2885"/>
                </a:lnTo>
                <a:lnTo>
                  <a:pt x="923135" y="2885"/>
                </a:lnTo>
                <a:lnTo>
                  <a:pt x="923135" y="9589"/>
                </a:lnTo>
                <a:lnTo>
                  <a:pt x="898526" y="9589"/>
                </a:lnTo>
                <a:lnTo>
                  <a:pt x="898526" y="148590"/>
                </a:lnTo>
                <a:lnTo>
                  <a:pt x="923135" y="148590"/>
                </a:lnTo>
                <a:lnTo>
                  <a:pt x="923135" y="155124"/>
                </a:lnTo>
                <a:close/>
                <a:moveTo>
                  <a:pt x="931705" y="42939"/>
                </a:moveTo>
                <a:lnTo>
                  <a:pt x="968279" y="42939"/>
                </a:lnTo>
                <a:lnTo>
                  <a:pt x="968279" y="46079"/>
                </a:lnTo>
                <a:cubicBezTo>
                  <a:pt x="965960" y="46079"/>
                  <a:pt x="964333" y="46475"/>
                  <a:pt x="963400" y="47267"/>
                </a:cubicBezTo>
                <a:cubicBezTo>
                  <a:pt x="962466" y="48059"/>
                  <a:pt x="962000" y="49106"/>
                  <a:pt x="962000" y="50407"/>
                </a:cubicBezTo>
                <a:cubicBezTo>
                  <a:pt x="962000" y="51764"/>
                  <a:pt x="962990" y="53858"/>
                  <a:pt x="964970" y="56686"/>
                </a:cubicBezTo>
                <a:cubicBezTo>
                  <a:pt x="965592" y="57592"/>
                  <a:pt x="966526" y="59006"/>
                  <a:pt x="967770" y="60929"/>
                </a:cubicBezTo>
                <a:lnTo>
                  <a:pt x="973286" y="69755"/>
                </a:lnTo>
                <a:lnTo>
                  <a:pt x="979651" y="60929"/>
                </a:lnTo>
                <a:cubicBezTo>
                  <a:pt x="983724" y="55329"/>
                  <a:pt x="985760" y="51793"/>
                  <a:pt x="985760" y="50322"/>
                </a:cubicBezTo>
                <a:cubicBezTo>
                  <a:pt x="985760" y="49134"/>
                  <a:pt x="985280" y="48130"/>
                  <a:pt x="984318" y="47309"/>
                </a:cubicBezTo>
                <a:cubicBezTo>
                  <a:pt x="983356" y="46489"/>
                  <a:pt x="981800" y="46079"/>
                  <a:pt x="979651" y="46079"/>
                </a:cubicBezTo>
                <a:lnTo>
                  <a:pt x="979651" y="42939"/>
                </a:lnTo>
                <a:lnTo>
                  <a:pt x="1005957" y="42939"/>
                </a:lnTo>
                <a:lnTo>
                  <a:pt x="1005957" y="46079"/>
                </a:lnTo>
                <a:cubicBezTo>
                  <a:pt x="1003185" y="46249"/>
                  <a:pt x="1000781" y="47012"/>
                  <a:pt x="998744" y="48370"/>
                </a:cubicBezTo>
                <a:cubicBezTo>
                  <a:pt x="995972" y="50294"/>
                  <a:pt x="992181" y="54480"/>
                  <a:pt x="987373" y="60929"/>
                </a:cubicBezTo>
                <a:lnTo>
                  <a:pt x="976765" y="75101"/>
                </a:lnTo>
                <a:lnTo>
                  <a:pt x="996113" y="102879"/>
                </a:lnTo>
                <a:cubicBezTo>
                  <a:pt x="1000865" y="109710"/>
                  <a:pt x="1004260" y="113818"/>
                  <a:pt x="1006297" y="115202"/>
                </a:cubicBezTo>
                <a:cubicBezTo>
                  <a:pt x="1008333" y="116585"/>
                  <a:pt x="1010964" y="117361"/>
                  <a:pt x="1014188" y="117531"/>
                </a:cubicBezTo>
                <a:lnTo>
                  <a:pt x="1014188" y="120671"/>
                </a:lnTo>
                <a:lnTo>
                  <a:pt x="977529" y="120671"/>
                </a:lnTo>
                <a:lnTo>
                  <a:pt x="977529" y="117531"/>
                </a:lnTo>
                <a:cubicBezTo>
                  <a:pt x="980075" y="117531"/>
                  <a:pt x="982055" y="116967"/>
                  <a:pt x="983469" y="115839"/>
                </a:cubicBezTo>
                <a:cubicBezTo>
                  <a:pt x="984544" y="115049"/>
                  <a:pt x="985082" y="114005"/>
                  <a:pt x="985082" y="112707"/>
                </a:cubicBezTo>
                <a:cubicBezTo>
                  <a:pt x="985082" y="111409"/>
                  <a:pt x="983271" y="108137"/>
                  <a:pt x="979651" y="102890"/>
                </a:cubicBezTo>
                <a:lnTo>
                  <a:pt x="968279" y="86302"/>
                </a:lnTo>
                <a:lnTo>
                  <a:pt x="955805" y="102890"/>
                </a:lnTo>
                <a:cubicBezTo>
                  <a:pt x="951958" y="108024"/>
                  <a:pt x="950034" y="111071"/>
                  <a:pt x="950034" y="112031"/>
                </a:cubicBezTo>
                <a:cubicBezTo>
                  <a:pt x="950034" y="113385"/>
                  <a:pt x="950671" y="114612"/>
                  <a:pt x="951944" y="115712"/>
                </a:cubicBezTo>
                <a:cubicBezTo>
                  <a:pt x="953217" y="116811"/>
                  <a:pt x="955126" y="117418"/>
                  <a:pt x="957672" y="117531"/>
                </a:cubicBezTo>
                <a:lnTo>
                  <a:pt x="957672" y="120671"/>
                </a:lnTo>
                <a:lnTo>
                  <a:pt x="932299" y="120671"/>
                </a:lnTo>
                <a:lnTo>
                  <a:pt x="932299" y="117531"/>
                </a:lnTo>
                <a:cubicBezTo>
                  <a:pt x="934335" y="117248"/>
                  <a:pt x="936117" y="116543"/>
                  <a:pt x="937645" y="115415"/>
                </a:cubicBezTo>
                <a:cubicBezTo>
                  <a:pt x="939795" y="113778"/>
                  <a:pt x="943415" y="109601"/>
                  <a:pt x="948507" y="102885"/>
                </a:cubicBezTo>
                <a:lnTo>
                  <a:pt x="964800" y="81296"/>
                </a:lnTo>
                <a:lnTo>
                  <a:pt x="950034" y="59911"/>
                </a:lnTo>
                <a:cubicBezTo>
                  <a:pt x="945848" y="53801"/>
                  <a:pt x="942609" y="49968"/>
                  <a:pt x="940318" y="48413"/>
                </a:cubicBezTo>
                <a:cubicBezTo>
                  <a:pt x="938027" y="46857"/>
                  <a:pt x="935156" y="46079"/>
                  <a:pt x="931705" y="46079"/>
                </a:cubicBezTo>
                <a:lnTo>
                  <a:pt x="931705" y="42939"/>
                </a:lnTo>
                <a:close/>
                <a:moveTo>
                  <a:pt x="1022674" y="2885"/>
                </a:moveTo>
                <a:lnTo>
                  <a:pt x="1060013" y="2885"/>
                </a:lnTo>
                <a:lnTo>
                  <a:pt x="1060013" y="155124"/>
                </a:lnTo>
                <a:lnTo>
                  <a:pt x="1022674" y="155124"/>
                </a:lnTo>
                <a:lnTo>
                  <a:pt x="1022674" y="148420"/>
                </a:lnTo>
                <a:lnTo>
                  <a:pt x="1047284" y="148420"/>
                </a:lnTo>
                <a:lnTo>
                  <a:pt x="1047284" y="9589"/>
                </a:lnTo>
                <a:lnTo>
                  <a:pt x="1022674" y="9589"/>
                </a:lnTo>
                <a:lnTo>
                  <a:pt x="1022674" y="2885"/>
                </a:lnTo>
                <a:close/>
                <a:moveTo>
                  <a:pt x="1177966" y="111930"/>
                </a:moveTo>
                <a:cubicBezTo>
                  <a:pt x="1174176" y="115890"/>
                  <a:pt x="1170470" y="118733"/>
                  <a:pt x="1166850" y="120459"/>
                </a:cubicBezTo>
                <a:cubicBezTo>
                  <a:pt x="1163229" y="122184"/>
                  <a:pt x="1159325" y="123047"/>
                  <a:pt x="1155139" y="123047"/>
                </a:cubicBezTo>
                <a:cubicBezTo>
                  <a:pt x="1146653" y="123047"/>
                  <a:pt x="1139242" y="119505"/>
                  <a:pt x="1132906" y="112421"/>
                </a:cubicBezTo>
                <a:cubicBezTo>
                  <a:pt x="1126570" y="105335"/>
                  <a:pt x="1123402" y="96230"/>
                  <a:pt x="1123402" y="85106"/>
                </a:cubicBezTo>
                <a:cubicBezTo>
                  <a:pt x="1123402" y="73984"/>
                  <a:pt x="1126909" y="63808"/>
                  <a:pt x="1133924" y="54578"/>
                </a:cubicBezTo>
                <a:cubicBezTo>
                  <a:pt x="1140939" y="45348"/>
                  <a:pt x="1149963" y="40733"/>
                  <a:pt x="1160994" y="40733"/>
                </a:cubicBezTo>
                <a:cubicBezTo>
                  <a:pt x="1167840" y="40733"/>
                  <a:pt x="1173497" y="42911"/>
                  <a:pt x="1177966" y="47267"/>
                </a:cubicBezTo>
                <a:lnTo>
                  <a:pt x="1177966" y="32894"/>
                </a:lnTo>
                <a:cubicBezTo>
                  <a:pt x="1177966" y="23975"/>
                  <a:pt x="1177754" y="18492"/>
                  <a:pt x="1177330" y="16447"/>
                </a:cubicBezTo>
                <a:cubicBezTo>
                  <a:pt x="1176906" y="14401"/>
                  <a:pt x="1176241" y="13010"/>
                  <a:pt x="1175336" y="12273"/>
                </a:cubicBezTo>
                <a:cubicBezTo>
                  <a:pt x="1174431" y="11534"/>
                  <a:pt x="1173299" y="11164"/>
                  <a:pt x="1171941" y="11164"/>
                </a:cubicBezTo>
                <a:cubicBezTo>
                  <a:pt x="1170470" y="11164"/>
                  <a:pt x="1168519" y="11619"/>
                  <a:pt x="1166086" y="12527"/>
                </a:cubicBezTo>
                <a:lnTo>
                  <a:pt x="1164983" y="9544"/>
                </a:lnTo>
                <a:lnTo>
                  <a:pt x="1188150" y="0"/>
                </a:lnTo>
                <a:lnTo>
                  <a:pt x="1191968" y="0"/>
                </a:lnTo>
                <a:lnTo>
                  <a:pt x="1191968" y="89867"/>
                </a:lnTo>
                <a:cubicBezTo>
                  <a:pt x="1191968" y="98975"/>
                  <a:pt x="1192180" y="104533"/>
                  <a:pt x="1192605" y="106541"/>
                </a:cubicBezTo>
                <a:cubicBezTo>
                  <a:pt x="1193029" y="108550"/>
                  <a:pt x="1193708" y="109950"/>
                  <a:pt x="1194641" y="110742"/>
                </a:cubicBezTo>
                <a:cubicBezTo>
                  <a:pt x="1195575" y="111534"/>
                  <a:pt x="1196664" y="111930"/>
                  <a:pt x="1197908" y="111930"/>
                </a:cubicBezTo>
                <a:cubicBezTo>
                  <a:pt x="1199436" y="111930"/>
                  <a:pt x="1201473" y="111449"/>
                  <a:pt x="1204018" y="110487"/>
                </a:cubicBezTo>
                <a:lnTo>
                  <a:pt x="1204952" y="113458"/>
                </a:lnTo>
                <a:lnTo>
                  <a:pt x="1181870" y="123047"/>
                </a:lnTo>
                <a:lnTo>
                  <a:pt x="1177966" y="123047"/>
                </a:lnTo>
                <a:lnTo>
                  <a:pt x="1177966" y="111930"/>
                </a:lnTo>
                <a:moveTo>
                  <a:pt x="1177966" y="106008"/>
                </a:moveTo>
                <a:lnTo>
                  <a:pt x="1177966" y="66055"/>
                </a:lnTo>
                <a:cubicBezTo>
                  <a:pt x="1177627" y="62217"/>
                  <a:pt x="1176609" y="58719"/>
                  <a:pt x="1174911" y="55559"/>
                </a:cubicBezTo>
                <a:cubicBezTo>
                  <a:pt x="1173214" y="52398"/>
                  <a:pt x="1170965" y="50014"/>
                  <a:pt x="1168165" y="48407"/>
                </a:cubicBezTo>
                <a:cubicBezTo>
                  <a:pt x="1165365" y="46798"/>
                  <a:pt x="1162635" y="45994"/>
                  <a:pt x="1159976" y="45994"/>
                </a:cubicBezTo>
                <a:cubicBezTo>
                  <a:pt x="1154998" y="45994"/>
                  <a:pt x="1150557" y="48223"/>
                  <a:pt x="1146653" y="52682"/>
                </a:cubicBezTo>
                <a:cubicBezTo>
                  <a:pt x="1141505" y="58550"/>
                  <a:pt x="1138931" y="67127"/>
                  <a:pt x="1138931" y="78413"/>
                </a:cubicBezTo>
                <a:cubicBezTo>
                  <a:pt x="1138931" y="89813"/>
                  <a:pt x="1141420" y="98546"/>
                  <a:pt x="1146399" y="104614"/>
                </a:cubicBezTo>
                <a:cubicBezTo>
                  <a:pt x="1151377" y="110679"/>
                  <a:pt x="1156921" y="113712"/>
                  <a:pt x="1163031" y="113712"/>
                </a:cubicBezTo>
                <a:cubicBezTo>
                  <a:pt x="1168179" y="113712"/>
                  <a:pt x="1173158" y="111144"/>
                  <a:pt x="1177966" y="106008"/>
                </a:cubicBezTo>
                <a:close/>
                <a:moveTo>
                  <a:pt x="1247976" y="40733"/>
                </a:moveTo>
                <a:cubicBezTo>
                  <a:pt x="1259743" y="40733"/>
                  <a:pt x="1269191" y="45198"/>
                  <a:pt x="1276319" y="54127"/>
                </a:cubicBezTo>
                <a:cubicBezTo>
                  <a:pt x="1282372" y="61756"/>
                  <a:pt x="1285399" y="70516"/>
                  <a:pt x="1285399" y="80407"/>
                </a:cubicBezTo>
                <a:cubicBezTo>
                  <a:pt x="1285399" y="87359"/>
                  <a:pt x="1283730" y="94395"/>
                  <a:pt x="1280392" y="101516"/>
                </a:cubicBezTo>
                <a:cubicBezTo>
                  <a:pt x="1277054" y="108636"/>
                  <a:pt x="1272458" y="114004"/>
                  <a:pt x="1266603" y="117621"/>
                </a:cubicBezTo>
                <a:cubicBezTo>
                  <a:pt x="1260747" y="121238"/>
                  <a:pt x="1254227" y="123047"/>
                  <a:pt x="1247042" y="123047"/>
                </a:cubicBezTo>
                <a:cubicBezTo>
                  <a:pt x="1235332" y="123047"/>
                  <a:pt x="1226025" y="118384"/>
                  <a:pt x="1219124" y="109058"/>
                </a:cubicBezTo>
                <a:cubicBezTo>
                  <a:pt x="1213296" y="101203"/>
                  <a:pt x="1210383" y="92388"/>
                  <a:pt x="1210383" y="82611"/>
                </a:cubicBezTo>
                <a:cubicBezTo>
                  <a:pt x="1210383" y="75490"/>
                  <a:pt x="1212151" y="68411"/>
                  <a:pt x="1215687" y="61375"/>
                </a:cubicBezTo>
                <a:cubicBezTo>
                  <a:pt x="1219223" y="54339"/>
                  <a:pt x="1223876" y="49139"/>
                  <a:pt x="1229646" y="45777"/>
                </a:cubicBezTo>
                <a:cubicBezTo>
                  <a:pt x="1235417" y="42414"/>
                  <a:pt x="1241526" y="40733"/>
                  <a:pt x="1247976" y="40733"/>
                </a:cubicBezTo>
                <a:moveTo>
                  <a:pt x="1245345" y="46333"/>
                </a:moveTo>
                <a:cubicBezTo>
                  <a:pt x="1242347" y="46333"/>
                  <a:pt x="1239334" y="47224"/>
                  <a:pt x="1236308" y="49004"/>
                </a:cubicBezTo>
                <a:cubicBezTo>
                  <a:pt x="1233281" y="50784"/>
                  <a:pt x="1230834" y="53906"/>
                  <a:pt x="1228967" y="58370"/>
                </a:cubicBezTo>
                <a:cubicBezTo>
                  <a:pt x="1227100" y="62834"/>
                  <a:pt x="1226167" y="68569"/>
                  <a:pt x="1226167" y="75576"/>
                </a:cubicBezTo>
                <a:cubicBezTo>
                  <a:pt x="1226167" y="86876"/>
                  <a:pt x="1228416" y="96624"/>
                  <a:pt x="1232913" y="104818"/>
                </a:cubicBezTo>
                <a:cubicBezTo>
                  <a:pt x="1237411" y="113010"/>
                  <a:pt x="1243337" y="117107"/>
                  <a:pt x="1250691" y="117107"/>
                </a:cubicBezTo>
                <a:cubicBezTo>
                  <a:pt x="1256179" y="117107"/>
                  <a:pt x="1260705" y="114846"/>
                  <a:pt x="1264269" y="110326"/>
                </a:cubicBezTo>
                <a:cubicBezTo>
                  <a:pt x="1267833" y="105805"/>
                  <a:pt x="1269615" y="98036"/>
                  <a:pt x="1269615" y="87018"/>
                </a:cubicBezTo>
                <a:cubicBezTo>
                  <a:pt x="1269615" y="73230"/>
                  <a:pt x="1266645" y="62381"/>
                  <a:pt x="1260705" y="54469"/>
                </a:cubicBezTo>
                <a:cubicBezTo>
                  <a:pt x="1256688" y="49045"/>
                  <a:pt x="1251568" y="46333"/>
                  <a:pt x="1245345" y="46333"/>
                </a:cubicBezTo>
                <a:close/>
                <a:moveTo>
                  <a:pt x="1316628" y="0"/>
                </a:moveTo>
                <a:cubicBezTo>
                  <a:pt x="1319004" y="0"/>
                  <a:pt x="1321026" y="839"/>
                  <a:pt x="1322695" y="2517"/>
                </a:cubicBezTo>
                <a:cubicBezTo>
                  <a:pt x="1324364" y="4193"/>
                  <a:pt x="1325198" y="6225"/>
                  <a:pt x="1325198" y="8613"/>
                </a:cubicBezTo>
                <a:cubicBezTo>
                  <a:pt x="1325198" y="11002"/>
                  <a:pt x="1324364" y="13049"/>
                  <a:pt x="1322695" y="14755"/>
                </a:cubicBezTo>
                <a:cubicBezTo>
                  <a:pt x="1321026" y="16459"/>
                  <a:pt x="1319004" y="17311"/>
                  <a:pt x="1316628" y="17311"/>
                </a:cubicBezTo>
                <a:cubicBezTo>
                  <a:pt x="1314251" y="17311"/>
                  <a:pt x="1312215" y="16459"/>
                  <a:pt x="1310518" y="14755"/>
                </a:cubicBezTo>
                <a:cubicBezTo>
                  <a:pt x="1308820" y="13049"/>
                  <a:pt x="1307972" y="11002"/>
                  <a:pt x="1307972" y="8613"/>
                </a:cubicBezTo>
                <a:cubicBezTo>
                  <a:pt x="1307972" y="6225"/>
                  <a:pt x="1308806" y="4193"/>
                  <a:pt x="1310475" y="2517"/>
                </a:cubicBezTo>
                <a:cubicBezTo>
                  <a:pt x="1312144" y="839"/>
                  <a:pt x="1314195" y="0"/>
                  <a:pt x="1316628" y="0"/>
                </a:cubicBezTo>
                <a:moveTo>
                  <a:pt x="1323671" y="40733"/>
                </a:moveTo>
                <a:lnTo>
                  <a:pt x="1323671" y="103052"/>
                </a:lnTo>
                <a:cubicBezTo>
                  <a:pt x="1323671" y="107906"/>
                  <a:pt x="1324025" y="111138"/>
                  <a:pt x="1324732" y="112747"/>
                </a:cubicBezTo>
                <a:cubicBezTo>
                  <a:pt x="1325439" y="114356"/>
                  <a:pt x="1326485" y="115555"/>
                  <a:pt x="1327871" y="116345"/>
                </a:cubicBezTo>
                <a:cubicBezTo>
                  <a:pt x="1329258" y="117136"/>
                  <a:pt x="1331789" y="117531"/>
                  <a:pt x="1335466" y="117531"/>
                </a:cubicBezTo>
                <a:lnTo>
                  <a:pt x="1335466" y="120671"/>
                </a:lnTo>
                <a:lnTo>
                  <a:pt x="1297704" y="120671"/>
                </a:lnTo>
                <a:lnTo>
                  <a:pt x="1297704" y="117531"/>
                </a:lnTo>
                <a:cubicBezTo>
                  <a:pt x="1301494" y="117531"/>
                  <a:pt x="1304040" y="117164"/>
                  <a:pt x="1305341" y="116430"/>
                </a:cubicBezTo>
                <a:cubicBezTo>
                  <a:pt x="1306642" y="115697"/>
                  <a:pt x="1307675" y="114483"/>
                  <a:pt x="1308439" y="112789"/>
                </a:cubicBezTo>
                <a:cubicBezTo>
                  <a:pt x="1309202" y="111096"/>
                  <a:pt x="1309584" y="107850"/>
                  <a:pt x="1309584" y="103052"/>
                </a:cubicBezTo>
                <a:lnTo>
                  <a:pt x="1309584" y="73162"/>
                </a:lnTo>
                <a:cubicBezTo>
                  <a:pt x="1309584" y="64751"/>
                  <a:pt x="1309330" y="59304"/>
                  <a:pt x="1308820" y="56822"/>
                </a:cubicBezTo>
                <a:cubicBezTo>
                  <a:pt x="1308424" y="55015"/>
                  <a:pt x="1307802" y="53759"/>
                  <a:pt x="1306954" y="53053"/>
                </a:cubicBezTo>
                <a:cubicBezTo>
                  <a:pt x="1306105" y="52348"/>
                  <a:pt x="1304945" y="51995"/>
                  <a:pt x="1303474" y="51995"/>
                </a:cubicBezTo>
                <a:cubicBezTo>
                  <a:pt x="1301890" y="51995"/>
                  <a:pt x="1299967" y="52419"/>
                  <a:pt x="1297704" y="53265"/>
                </a:cubicBezTo>
                <a:lnTo>
                  <a:pt x="1296516" y="50216"/>
                </a:lnTo>
                <a:lnTo>
                  <a:pt x="1319937" y="40733"/>
                </a:lnTo>
                <a:lnTo>
                  <a:pt x="1323671" y="40733"/>
                </a:lnTo>
                <a:close/>
                <a:moveTo>
                  <a:pt x="1367827" y="57196"/>
                </a:moveTo>
                <a:cubicBezTo>
                  <a:pt x="1376936" y="46220"/>
                  <a:pt x="1385620" y="40733"/>
                  <a:pt x="1393879" y="40733"/>
                </a:cubicBezTo>
                <a:cubicBezTo>
                  <a:pt x="1398122" y="40733"/>
                  <a:pt x="1401771" y="41792"/>
                  <a:pt x="1404826" y="43910"/>
                </a:cubicBezTo>
                <a:cubicBezTo>
                  <a:pt x="1407881" y="46026"/>
                  <a:pt x="1410314" y="49511"/>
                  <a:pt x="1412124" y="54366"/>
                </a:cubicBezTo>
                <a:cubicBezTo>
                  <a:pt x="1413369" y="57752"/>
                  <a:pt x="1413991" y="62945"/>
                  <a:pt x="1413991" y="69946"/>
                </a:cubicBezTo>
                <a:lnTo>
                  <a:pt x="1413991" y="103052"/>
                </a:lnTo>
                <a:cubicBezTo>
                  <a:pt x="1413991" y="107963"/>
                  <a:pt x="1414387" y="111294"/>
                  <a:pt x="1415179" y="113044"/>
                </a:cubicBezTo>
                <a:cubicBezTo>
                  <a:pt x="1415801" y="114455"/>
                  <a:pt x="1416806" y="115555"/>
                  <a:pt x="1418192" y="116345"/>
                </a:cubicBezTo>
                <a:cubicBezTo>
                  <a:pt x="1419578" y="117136"/>
                  <a:pt x="1422138" y="117531"/>
                  <a:pt x="1425872" y="117531"/>
                </a:cubicBezTo>
                <a:lnTo>
                  <a:pt x="1425872" y="120671"/>
                </a:lnTo>
                <a:lnTo>
                  <a:pt x="1387430" y="120671"/>
                </a:lnTo>
                <a:lnTo>
                  <a:pt x="1387430" y="117531"/>
                </a:lnTo>
                <a:lnTo>
                  <a:pt x="1389042" y="117531"/>
                </a:lnTo>
                <a:cubicBezTo>
                  <a:pt x="1392663" y="117531"/>
                  <a:pt x="1395195" y="116982"/>
                  <a:pt x="1396637" y="115884"/>
                </a:cubicBezTo>
                <a:cubicBezTo>
                  <a:pt x="1398080" y="114786"/>
                  <a:pt x="1399084" y="113169"/>
                  <a:pt x="1399650" y="111031"/>
                </a:cubicBezTo>
                <a:cubicBezTo>
                  <a:pt x="1399876" y="110186"/>
                  <a:pt x="1399989" y="107540"/>
                  <a:pt x="1399989" y="103094"/>
                </a:cubicBezTo>
                <a:lnTo>
                  <a:pt x="1399989" y="71433"/>
                </a:lnTo>
                <a:cubicBezTo>
                  <a:pt x="1399989" y="64399"/>
                  <a:pt x="1399070" y="59291"/>
                  <a:pt x="1397231" y="56111"/>
                </a:cubicBezTo>
                <a:cubicBezTo>
                  <a:pt x="1395393" y="52930"/>
                  <a:pt x="1392295" y="51340"/>
                  <a:pt x="1387939" y="51340"/>
                </a:cubicBezTo>
                <a:cubicBezTo>
                  <a:pt x="1381207" y="51340"/>
                  <a:pt x="1374503" y="54999"/>
                  <a:pt x="1367827" y="62316"/>
                </a:cubicBezTo>
                <a:lnTo>
                  <a:pt x="1367827" y="103094"/>
                </a:lnTo>
                <a:cubicBezTo>
                  <a:pt x="1367827" y="108329"/>
                  <a:pt x="1368139" y="111565"/>
                  <a:pt x="1368761" y="112803"/>
                </a:cubicBezTo>
                <a:cubicBezTo>
                  <a:pt x="1369553" y="114434"/>
                  <a:pt x="1370642" y="115630"/>
                  <a:pt x="1372028" y="116391"/>
                </a:cubicBezTo>
                <a:cubicBezTo>
                  <a:pt x="1373414" y="117151"/>
                  <a:pt x="1376229" y="117531"/>
                  <a:pt x="1380472" y="117531"/>
                </a:cubicBezTo>
                <a:lnTo>
                  <a:pt x="1380472" y="120671"/>
                </a:lnTo>
                <a:lnTo>
                  <a:pt x="1342030" y="120671"/>
                </a:lnTo>
                <a:lnTo>
                  <a:pt x="1342030" y="117531"/>
                </a:lnTo>
                <a:lnTo>
                  <a:pt x="1343727" y="117531"/>
                </a:lnTo>
                <a:cubicBezTo>
                  <a:pt x="1347687" y="117531"/>
                  <a:pt x="1350360" y="116529"/>
                  <a:pt x="1351746" y="114526"/>
                </a:cubicBezTo>
                <a:cubicBezTo>
                  <a:pt x="1353133" y="112521"/>
                  <a:pt x="1353826" y="108697"/>
                  <a:pt x="1353826" y="103052"/>
                </a:cubicBezTo>
                <a:lnTo>
                  <a:pt x="1353826" y="74263"/>
                </a:lnTo>
                <a:cubicBezTo>
                  <a:pt x="1353826" y="64950"/>
                  <a:pt x="1353613" y="59277"/>
                  <a:pt x="1353189" y="57246"/>
                </a:cubicBezTo>
                <a:cubicBezTo>
                  <a:pt x="1352765" y="55213"/>
                  <a:pt x="1352114" y="53829"/>
                  <a:pt x="1351237" y="53096"/>
                </a:cubicBezTo>
                <a:cubicBezTo>
                  <a:pt x="1350360" y="52362"/>
                  <a:pt x="1349187" y="51995"/>
                  <a:pt x="1347716" y="51995"/>
                </a:cubicBezTo>
                <a:cubicBezTo>
                  <a:pt x="1346132" y="51995"/>
                  <a:pt x="1344236" y="52419"/>
                  <a:pt x="1342030" y="53265"/>
                </a:cubicBezTo>
                <a:lnTo>
                  <a:pt x="1340757" y="50216"/>
                </a:lnTo>
                <a:lnTo>
                  <a:pt x="1364178" y="40733"/>
                </a:lnTo>
                <a:lnTo>
                  <a:pt x="1367827" y="40733"/>
                </a:lnTo>
                <a:lnTo>
                  <a:pt x="1367827" y="57196"/>
                </a:lnTo>
                <a:close/>
                <a:moveTo>
                  <a:pt x="1452857" y="92346"/>
                </a:moveTo>
                <a:cubicBezTo>
                  <a:pt x="1448105" y="90030"/>
                  <a:pt x="1444456" y="86796"/>
                  <a:pt x="1441910" y="82643"/>
                </a:cubicBezTo>
                <a:cubicBezTo>
                  <a:pt x="1439364" y="78490"/>
                  <a:pt x="1438091" y="73899"/>
                  <a:pt x="1438091" y="68869"/>
                </a:cubicBezTo>
                <a:cubicBezTo>
                  <a:pt x="1438091" y="61186"/>
                  <a:pt x="1440991" y="54575"/>
                  <a:pt x="1446790" y="49038"/>
                </a:cubicBezTo>
                <a:cubicBezTo>
                  <a:pt x="1452588" y="43501"/>
                  <a:pt x="1460014" y="40733"/>
                  <a:pt x="1469065" y="40733"/>
                </a:cubicBezTo>
                <a:cubicBezTo>
                  <a:pt x="1476476" y="40733"/>
                  <a:pt x="1482897" y="42543"/>
                  <a:pt x="1488328" y="46164"/>
                </a:cubicBezTo>
                <a:lnTo>
                  <a:pt x="1504791" y="46164"/>
                </a:lnTo>
                <a:cubicBezTo>
                  <a:pt x="1507224" y="46164"/>
                  <a:pt x="1508638" y="46234"/>
                  <a:pt x="1509034" y="46373"/>
                </a:cubicBezTo>
                <a:cubicBezTo>
                  <a:pt x="1509430" y="46513"/>
                  <a:pt x="1509713" y="46751"/>
                  <a:pt x="1509883" y="47087"/>
                </a:cubicBezTo>
                <a:cubicBezTo>
                  <a:pt x="1510222" y="47590"/>
                  <a:pt x="1510392" y="48486"/>
                  <a:pt x="1510392" y="49773"/>
                </a:cubicBezTo>
                <a:cubicBezTo>
                  <a:pt x="1510392" y="51226"/>
                  <a:pt x="1510251" y="52233"/>
                  <a:pt x="1509968" y="52793"/>
                </a:cubicBezTo>
                <a:cubicBezTo>
                  <a:pt x="1509798" y="53073"/>
                  <a:pt x="1509501" y="53296"/>
                  <a:pt x="1509077" y="53464"/>
                </a:cubicBezTo>
                <a:cubicBezTo>
                  <a:pt x="1508652" y="53632"/>
                  <a:pt x="1507224" y="53716"/>
                  <a:pt x="1504791" y="53716"/>
                </a:cubicBezTo>
                <a:lnTo>
                  <a:pt x="1494693" y="53716"/>
                </a:lnTo>
                <a:cubicBezTo>
                  <a:pt x="1497861" y="57798"/>
                  <a:pt x="1499445" y="63014"/>
                  <a:pt x="1499445" y="69362"/>
                </a:cubicBezTo>
                <a:cubicBezTo>
                  <a:pt x="1499445" y="76618"/>
                  <a:pt x="1496673" y="82825"/>
                  <a:pt x="1491129" y="87984"/>
                </a:cubicBezTo>
                <a:cubicBezTo>
                  <a:pt x="1485585" y="93142"/>
                  <a:pt x="1478145" y="95722"/>
                  <a:pt x="1468811" y="95722"/>
                </a:cubicBezTo>
                <a:cubicBezTo>
                  <a:pt x="1464964" y="95722"/>
                  <a:pt x="1461032" y="95145"/>
                  <a:pt x="1457015" y="93990"/>
                </a:cubicBezTo>
                <a:cubicBezTo>
                  <a:pt x="1454526" y="96138"/>
                  <a:pt x="1452843" y="98018"/>
                  <a:pt x="1451966" y="99631"/>
                </a:cubicBezTo>
                <a:cubicBezTo>
                  <a:pt x="1451089" y="101241"/>
                  <a:pt x="1450651" y="102611"/>
                  <a:pt x="1450651" y="103741"/>
                </a:cubicBezTo>
                <a:cubicBezTo>
                  <a:pt x="1450651" y="104703"/>
                  <a:pt x="1451117" y="105636"/>
                  <a:pt x="1452051" y="106541"/>
                </a:cubicBezTo>
                <a:cubicBezTo>
                  <a:pt x="1452984" y="107445"/>
                  <a:pt x="1454809" y="108095"/>
                  <a:pt x="1457524" y="108491"/>
                </a:cubicBezTo>
                <a:cubicBezTo>
                  <a:pt x="1459108" y="108717"/>
                  <a:pt x="1463069" y="108915"/>
                  <a:pt x="1469405" y="109085"/>
                </a:cubicBezTo>
                <a:cubicBezTo>
                  <a:pt x="1481059" y="109366"/>
                  <a:pt x="1488611" y="109761"/>
                  <a:pt x="1492062" y="110270"/>
                </a:cubicBezTo>
                <a:cubicBezTo>
                  <a:pt x="1497324" y="111005"/>
                  <a:pt x="1501524" y="112956"/>
                  <a:pt x="1504664" y="116123"/>
                </a:cubicBezTo>
                <a:cubicBezTo>
                  <a:pt x="1507804" y="119287"/>
                  <a:pt x="1509374" y="123187"/>
                  <a:pt x="1509374" y="127823"/>
                </a:cubicBezTo>
                <a:cubicBezTo>
                  <a:pt x="1509374" y="134210"/>
                  <a:pt x="1506375" y="140203"/>
                  <a:pt x="1500379" y="145800"/>
                </a:cubicBezTo>
                <a:cubicBezTo>
                  <a:pt x="1491553" y="154052"/>
                  <a:pt x="1480040" y="158179"/>
                  <a:pt x="1465841" y="158179"/>
                </a:cubicBezTo>
                <a:cubicBezTo>
                  <a:pt x="1454922" y="158179"/>
                  <a:pt x="1445701" y="155721"/>
                  <a:pt x="1438176" y="150806"/>
                </a:cubicBezTo>
                <a:cubicBezTo>
                  <a:pt x="1433933" y="147981"/>
                  <a:pt x="1431812" y="145043"/>
                  <a:pt x="1431812" y="141992"/>
                </a:cubicBezTo>
                <a:cubicBezTo>
                  <a:pt x="1431812" y="140637"/>
                  <a:pt x="1432123" y="139282"/>
                  <a:pt x="1432745" y="137926"/>
                </a:cubicBezTo>
                <a:cubicBezTo>
                  <a:pt x="1433707" y="135835"/>
                  <a:pt x="1435687" y="132925"/>
                  <a:pt x="1438685" y="129196"/>
                </a:cubicBezTo>
                <a:cubicBezTo>
                  <a:pt x="1439081" y="128689"/>
                  <a:pt x="1441967" y="125638"/>
                  <a:pt x="1447341" y="120045"/>
                </a:cubicBezTo>
                <a:cubicBezTo>
                  <a:pt x="1444399" y="118289"/>
                  <a:pt x="1442320" y="116718"/>
                  <a:pt x="1441104" y="115330"/>
                </a:cubicBezTo>
                <a:cubicBezTo>
                  <a:pt x="1439888" y="113942"/>
                  <a:pt x="1439279" y="112370"/>
                  <a:pt x="1439279" y="110615"/>
                </a:cubicBezTo>
                <a:cubicBezTo>
                  <a:pt x="1439279" y="108631"/>
                  <a:pt x="1440086" y="106308"/>
                  <a:pt x="1441698" y="103646"/>
                </a:cubicBezTo>
                <a:cubicBezTo>
                  <a:pt x="1443310" y="100983"/>
                  <a:pt x="1447030" y="97217"/>
                  <a:pt x="1452857" y="92346"/>
                </a:cubicBezTo>
                <a:moveTo>
                  <a:pt x="1467623" y="44976"/>
                </a:moveTo>
                <a:cubicBezTo>
                  <a:pt x="1463436" y="44976"/>
                  <a:pt x="1459929" y="46636"/>
                  <a:pt x="1457100" y="49956"/>
                </a:cubicBezTo>
                <a:cubicBezTo>
                  <a:pt x="1454271" y="53274"/>
                  <a:pt x="1452857" y="58366"/>
                  <a:pt x="1452857" y="65231"/>
                </a:cubicBezTo>
                <a:cubicBezTo>
                  <a:pt x="1452857" y="74122"/>
                  <a:pt x="1454781" y="81014"/>
                  <a:pt x="1458628" y="85907"/>
                </a:cubicBezTo>
                <a:cubicBezTo>
                  <a:pt x="1461569" y="89622"/>
                  <a:pt x="1465303" y="91479"/>
                  <a:pt x="1469829" y="91479"/>
                </a:cubicBezTo>
                <a:cubicBezTo>
                  <a:pt x="1474129" y="91479"/>
                  <a:pt x="1477664" y="89875"/>
                  <a:pt x="1480436" y="86668"/>
                </a:cubicBezTo>
                <a:cubicBezTo>
                  <a:pt x="1483209" y="83461"/>
                  <a:pt x="1484595" y="78425"/>
                  <a:pt x="1484595" y="71561"/>
                </a:cubicBezTo>
                <a:cubicBezTo>
                  <a:pt x="1484595" y="62615"/>
                  <a:pt x="1482643" y="55610"/>
                  <a:pt x="1478739" y="50545"/>
                </a:cubicBezTo>
                <a:cubicBezTo>
                  <a:pt x="1475854" y="46832"/>
                  <a:pt x="1472149" y="44976"/>
                  <a:pt x="1467623" y="44976"/>
                </a:cubicBezTo>
                <a:moveTo>
                  <a:pt x="1452008" y="120721"/>
                </a:moveTo>
                <a:cubicBezTo>
                  <a:pt x="1449350" y="123601"/>
                  <a:pt x="1447341" y="126283"/>
                  <a:pt x="1445983" y="128767"/>
                </a:cubicBezTo>
                <a:cubicBezTo>
                  <a:pt x="1444626" y="131252"/>
                  <a:pt x="1443947" y="133540"/>
                  <a:pt x="1443947" y="135630"/>
                </a:cubicBezTo>
                <a:cubicBezTo>
                  <a:pt x="1443947" y="138340"/>
                  <a:pt x="1445587" y="140712"/>
                  <a:pt x="1448869" y="142745"/>
                </a:cubicBezTo>
                <a:cubicBezTo>
                  <a:pt x="1454526" y="146245"/>
                  <a:pt x="1462701" y="147996"/>
                  <a:pt x="1473393" y="147996"/>
                </a:cubicBezTo>
                <a:cubicBezTo>
                  <a:pt x="1483576" y="147996"/>
                  <a:pt x="1491086" y="146202"/>
                  <a:pt x="1495923" y="142615"/>
                </a:cubicBezTo>
                <a:cubicBezTo>
                  <a:pt x="1500760" y="139030"/>
                  <a:pt x="1503179" y="135205"/>
                  <a:pt x="1503179" y="131140"/>
                </a:cubicBezTo>
                <a:cubicBezTo>
                  <a:pt x="1503179" y="128204"/>
                  <a:pt x="1501736" y="126114"/>
                  <a:pt x="1498851" y="124871"/>
                </a:cubicBezTo>
                <a:cubicBezTo>
                  <a:pt x="1495909" y="123628"/>
                  <a:pt x="1490082" y="122895"/>
                  <a:pt x="1481370" y="122670"/>
                </a:cubicBezTo>
                <a:cubicBezTo>
                  <a:pt x="1468641" y="122331"/>
                  <a:pt x="1458854" y="121681"/>
                  <a:pt x="1452008" y="1207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116F6-9B52-4B7E-A45B-26FBB2EA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714" y="701718"/>
            <a:ext cx="75266" cy="10"/>
          </a:xfrm>
          <a:custGeom xmlns:a="http://schemas.openxmlformats.org/drawingml/2006/main">
            <a:pathLst>
              <a:path w="75266" h="1" fill="none">
                <a:moveTo>
                  <a:pt x="0" y="0"/>
                </a:moveTo>
                <a:lnTo>
                  <a:pt x="752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E516F-0AE8-4126-B922-98FFA6C1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654928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235617-3CAB-4506-92E1-D29CDD19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654928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15AEF9-B6F7-4800-A189-5D448441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273921"/>
            <a:ext cx="1898353" cy="855596"/>
          </a:xfrm>
          <a:custGeom xmlns:a="http://schemas.openxmlformats.org/drawingml/2006/main">
            <a:pathLst>
              <a:path w="1898353" h="855596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C2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2D7745-42D4-4ACA-8809-667A6088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273921"/>
            <a:ext cx="1898353" cy="855596"/>
          </a:xfrm>
          <a:custGeom xmlns:a="http://schemas.openxmlformats.org/drawingml/2006/main">
            <a:pathLst>
              <a:path w="1898353" h="855596" fill="none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8" name="Text Functional">
            <a:extLst xmlns:a="http://schemas.openxmlformats.org/drawingml/2006/main">
              <a:ext uri="{FF2B5EF4-FFF2-40B4-BE49-F238E27FC236}">
                <a16:creationId xmlns:a16="http://schemas.microsoft.com/office/drawing/2014/main" id="{9B892834-4FBA-44B9-A5FA-CCE9F31B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7" y="406968"/>
            <a:ext cx="795818" cy="119992"/>
          </a:xfrm>
          <a:custGeom xmlns:a="http://schemas.openxmlformats.org/drawingml/2006/main">
            <a:pathLst>
              <a:path w="795818" h="119992">
                <a:moveTo>
                  <a:pt x="43873" y="9165"/>
                </a:moveTo>
                <a:lnTo>
                  <a:pt x="43873" y="56347"/>
                </a:lnTo>
                <a:lnTo>
                  <a:pt x="47182" y="56347"/>
                </a:lnTo>
                <a:cubicBezTo>
                  <a:pt x="52274" y="56347"/>
                  <a:pt x="56432" y="55581"/>
                  <a:pt x="59656" y="54048"/>
                </a:cubicBezTo>
                <a:cubicBezTo>
                  <a:pt x="62881" y="52515"/>
                  <a:pt x="65611" y="49932"/>
                  <a:pt x="67845" y="46299"/>
                </a:cubicBezTo>
                <a:cubicBezTo>
                  <a:pt x="70080" y="42666"/>
                  <a:pt x="71537" y="37756"/>
                  <a:pt x="72216" y="31568"/>
                </a:cubicBezTo>
                <a:lnTo>
                  <a:pt x="75186" y="31568"/>
                </a:lnTo>
                <a:lnTo>
                  <a:pt x="75186" y="89442"/>
                </a:lnTo>
                <a:lnTo>
                  <a:pt x="72216" y="89442"/>
                </a:lnTo>
                <a:cubicBezTo>
                  <a:pt x="71141" y="78524"/>
                  <a:pt x="68213" y="71325"/>
                  <a:pt x="63433" y="67845"/>
                </a:cubicBezTo>
                <a:cubicBezTo>
                  <a:pt x="58652" y="64366"/>
                  <a:pt x="53235" y="62627"/>
                  <a:pt x="47182" y="62627"/>
                </a:cubicBezTo>
                <a:lnTo>
                  <a:pt x="43873" y="62627"/>
                </a:lnTo>
                <a:lnTo>
                  <a:pt x="43873" y="97928"/>
                </a:lnTo>
                <a:cubicBezTo>
                  <a:pt x="43873" y="103842"/>
                  <a:pt x="44198" y="107539"/>
                  <a:pt x="44848" y="109018"/>
                </a:cubicBezTo>
                <a:cubicBezTo>
                  <a:pt x="45499" y="110496"/>
                  <a:pt x="46772" y="111790"/>
                  <a:pt x="48667" y="112898"/>
                </a:cubicBezTo>
                <a:cubicBezTo>
                  <a:pt x="50562" y="114007"/>
                  <a:pt x="53122" y="114561"/>
                  <a:pt x="56347" y="114561"/>
                </a:cubicBezTo>
                <a:lnTo>
                  <a:pt x="60166" y="114561"/>
                </a:lnTo>
                <a:lnTo>
                  <a:pt x="60166" y="117616"/>
                </a:lnTo>
                <a:lnTo>
                  <a:pt x="0" y="117616"/>
                </a:lnTo>
                <a:lnTo>
                  <a:pt x="0" y="114561"/>
                </a:lnTo>
                <a:lnTo>
                  <a:pt x="3819" y="114561"/>
                </a:lnTo>
                <a:cubicBezTo>
                  <a:pt x="7157" y="114561"/>
                  <a:pt x="9844" y="113964"/>
                  <a:pt x="11880" y="112771"/>
                </a:cubicBezTo>
                <a:cubicBezTo>
                  <a:pt x="13351" y="111973"/>
                  <a:pt x="14483" y="110609"/>
                  <a:pt x="15275" y="108676"/>
                </a:cubicBezTo>
                <a:cubicBezTo>
                  <a:pt x="15897" y="107311"/>
                  <a:pt x="16208" y="103729"/>
                  <a:pt x="16208" y="97928"/>
                </a:cubicBezTo>
                <a:lnTo>
                  <a:pt x="16208" y="22233"/>
                </a:lnTo>
                <a:cubicBezTo>
                  <a:pt x="16208" y="16320"/>
                  <a:pt x="15897" y="12624"/>
                  <a:pt x="15275" y="11146"/>
                </a:cubicBezTo>
                <a:cubicBezTo>
                  <a:pt x="14652" y="9666"/>
                  <a:pt x="13394" y="8372"/>
                  <a:pt x="11499" y="7263"/>
                </a:cubicBezTo>
                <a:cubicBezTo>
                  <a:pt x="9603" y="6155"/>
                  <a:pt x="7043" y="5601"/>
                  <a:pt x="3819" y="5601"/>
                </a:cubicBezTo>
                <a:lnTo>
                  <a:pt x="0" y="5601"/>
                </a:lnTo>
                <a:lnTo>
                  <a:pt x="0" y="2546"/>
                </a:lnTo>
                <a:lnTo>
                  <a:pt x="97080" y="2546"/>
                </a:lnTo>
                <a:lnTo>
                  <a:pt x="97080" y="35641"/>
                </a:lnTo>
                <a:lnTo>
                  <a:pt x="93600" y="35641"/>
                </a:lnTo>
                <a:cubicBezTo>
                  <a:pt x="92808" y="27866"/>
                  <a:pt x="90786" y="22105"/>
                  <a:pt x="87533" y="18359"/>
                </a:cubicBezTo>
                <a:cubicBezTo>
                  <a:pt x="84280" y="14613"/>
                  <a:pt x="79570" y="11974"/>
                  <a:pt x="73404" y="10443"/>
                </a:cubicBezTo>
                <a:cubicBezTo>
                  <a:pt x="70009" y="9591"/>
                  <a:pt x="63730" y="9165"/>
                  <a:pt x="54565" y="9165"/>
                </a:cubicBezTo>
                <a:lnTo>
                  <a:pt x="43873" y="9165"/>
                </a:lnTo>
                <a:close/>
                <a:moveTo>
                  <a:pt x="184768" y="38187"/>
                </a:moveTo>
                <a:lnTo>
                  <a:pt x="184768" y="100304"/>
                </a:lnTo>
                <a:cubicBezTo>
                  <a:pt x="184768" y="106395"/>
                  <a:pt x="185333" y="110194"/>
                  <a:pt x="186465" y="111702"/>
                </a:cubicBezTo>
                <a:cubicBezTo>
                  <a:pt x="187596" y="113210"/>
                  <a:pt x="189888" y="114163"/>
                  <a:pt x="193338" y="114561"/>
                </a:cubicBezTo>
                <a:lnTo>
                  <a:pt x="193338" y="117616"/>
                </a:lnTo>
                <a:lnTo>
                  <a:pt x="161007" y="117616"/>
                </a:lnTo>
                <a:lnTo>
                  <a:pt x="161007" y="107008"/>
                </a:lnTo>
                <a:cubicBezTo>
                  <a:pt x="157216" y="111534"/>
                  <a:pt x="153426" y="114829"/>
                  <a:pt x="149636" y="116894"/>
                </a:cubicBezTo>
                <a:cubicBezTo>
                  <a:pt x="145845" y="118959"/>
                  <a:pt x="141602" y="119992"/>
                  <a:pt x="136907" y="119992"/>
                </a:cubicBezTo>
                <a:cubicBezTo>
                  <a:pt x="132437" y="119992"/>
                  <a:pt x="128463" y="118620"/>
                  <a:pt x="124984" y="115876"/>
                </a:cubicBezTo>
                <a:cubicBezTo>
                  <a:pt x="121505" y="113132"/>
                  <a:pt x="119171" y="109922"/>
                  <a:pt x="117983" y="106244"/>
                </a:cubicBezTo>
                <a:cubicBezTo>
                  <a:pt x="116795" y="102567"/>
                  <a:pt x="116201" y="96146"/>
                  <a:pt x="116201" y="86981"/>
                </a:cubicBezTo>
                <a:lnTo>
                  <a:pt x="116201" y="55498"/>
                </a:lnTo>
                <a:cubicBezTo>
                  <a:pt x="116201" y="49429"/>
                  <a:pt x="115649" y="45650"/>
                  <a:pt x="114546" y="44162"/>
                </a:cubicBezTo>
                <a:cubicBezTo>
                  <a:pt x="113443" y="42673"/>
                  <a:pt x="111138" y="41700"/>
                  <a:pt x="107630" y="41242"/>
                </a:cubicBezTo>
                <a:lnTo>
                  <a:pt x="107630" y="38187"/>
                </a:lnTo>
                <a:lnTo>
                  <a:pt x="139962" y="38187"/>
                </a:lnTo>
                <a:lnTo>
                  <a:pt x="139962" y="92479"/>
                </a:lnTo>
                <a:cubicBezTo>
                  <a:pt x="139962" y="98143"/>
                  <a:pt x="140230" y="101796"/>
                  <a:pt x="140768" y="103439"/>
                </a:cubicBezTo>
                <a:cubicBezTo>
                  <a:pt x="141305" y="105081"/>
                  <a:pt x="142154" y="106328"/>
                  <a:pt x="143314" y="107178"/>
                </a:cubicBezTo>
                <a:cubicBezTo>
                  <a:pt x="144473" y="108027"/>
                  <a:pt x="145817" y="108451"/>
                  <a:pt x="147344" y="108451"/>
                </a:cubicBezTo>
                <a:cubicBezTo>
                  <a:pt x="149381" y="108451"/>
                  <a:pt x="151220" y="107913"/>
                  <a:pt x="152860" y="106838"/>
                </a:cubicBezTo>
                <a:cubicBezTo>
                  <a:pt x="155123" y="105368"/>
                  <a:pt x="157839" y="102398"/>
                  <a:pt x="161007" y="97928"/>
                </a:cubicBezTo>
                <a:lnTo>
                  <a:pt x="161007" y="55498"/>
                </a:lnTo>
                <a:cubicBezTo>
                  <a:pt x="161007" y="49429"/>
                  <a:pt x="160455" y="45650"/>
                  <a:pt x="159352" y="44162"/>
                </a:cubicBezTo>
                <a:cubicBezTo>
                  <a:pt x="158249" y="42673"/>
                  <a:pt x="155944" y="41700"/>
                  <a:pt x="152436" y="41242"/>
                </a:cubicBezTo>
                <a:lnTo>
                  <a:pt x="152436" y="38187"/>
                </a:lnTo>
                <a:lnTo>
                  <a:pt x="184768" y="38187"/>
                </a:lnTo>
                <a:close/>
                <a:moveTo>
                  <a:pt x="237185" y="38187"/>
                </a:moveTo>
                <a:lnTo>
                  <a:pt x="237185" y="48540"/>
                </a:lnTo>
                <a:cubicBezTo>
                  <a:pt x="241258" y="44097"/>
                  <a:pt x="245161" y="40865"/>
                  <a:pt x="248895" y="38845"/>
                </a:cubicBezTo>
                <a:cubicBezTo>
                  <a:pt x="252629" y="36822"/>
                  <a:pt x="256646" y="35811"/>
                  <a:pt x="260945" y="35811"/>
                </a:cubicBezTo>
                <a:cubicBezTo>
                  <a:pt x="266093" y="35811"/>
                  <a:pt x="270365" y="37241"/>
                  <a:pt x="273759" y="40102"/>
                </a:cubicBezTo>
                <a:cubicBezTo>
                  <a:pt x="277154" y="42962"/>
                  <a:pt x="279416" y="46516"/>
                  <a:pt x="280548" y="50765"/>
                </a:cubicBezTo>
                <a:cubicBezTo>
                  <a:pt x="281453" y="53995"/>
                  <a:pt x="281906" y="60198"/>
                  <a:pt x="281906" y="69376"/>
                </a:cubicBezTo>
                <a:lnTo>
                  <a:pt x="281906" y="100304"/>
                </a:lnTo>
                <a:cubicBezTo>
                  <a:pt x="281906" y="106414"/>
                  <a:pt x="282457" y="110219"/>
                  <a:pt x="283560" y="111718"/>
                </a:cubicBezTo>
                <a:cubicBezTo>
                  <a:pt x="284664" y="113217"/>
                  <a:pt x="286969" y="114165"/>
                  <a:pt x="290476" y="114561"/>
                </a:cubicBezTo>
                <a:lnTo>
                  <a:pt x="290476" y="117616"/>
                </a:lnTo>
                <a:lnTo>
                  <a:pt x="250338" y="117616"/>
                </a:lnTo>
                <a:lnTo>
                  <a:pt x="250338" y="114561"/>
                </a:lnTo>
                <a:cubicBezTo>
                  <a:pt x="253336" y="114165"/>
                  <a:pt x="255486" y="112920"/>
                  <a:pt x="256787" y="110827"/>
                </a:cubicBezTo>
                <a:cubicBezTo>
                  <a:pt x="257692" y="109413"/>
                  <a:pt x="258145" y="105905"/>
                  <a:pt x="258145" y="100304"/>
                </a:cubicBezTo>
                <a:lnTo>
                  <a:pt x="258145" y="65003"/>
                </a:lnTo>
                <a:cubicBezTo>
                  <a:pt x="258145" y="58497"/>
                  <a:pt x="257890" y="54395"/>
                  <a:pt x="257381" y="52698"/>
                </a:cubicBezTo>
                <a:cubicBezTo>
                  <a:pt x="256872" y="51001"/>
                  <a:pt x="256009" y="49685"/>
                  <a:pt x="254793" y="48752"/>
                </a:cubicBezTo>
                <a:cubicBezTo>
                  <a:pt x="253577" y="47818"/>
                  <a:pt x="252233" y="47352"/>
                  <a:pt x="250762" y="47352"/>
                </a:cubicBezTo>
                <a:cubicBezTo>
                  <a:pt x="245897" y="47352"/>
                  <a:pt x="241371" y="50859"/>
                  <a:pt x="237185" y="57874"/>
                </a:cubicBezTo>
                <a:lnTo>
                  <a:pt x="237185" y="100304"/>
                </a:lnTo>
                <a:cubicBezTo>
                  <a:pt x="237185" y="106244"/>
                  <a:pt x="237736" y="110007"/>
                  <a:pt x="238839" y="111591"/>
                </a:cubicBezTo>
                <a:cubicBezTo>
                  <a:pt x="239942" y="113175"/>
                  <a:pt x="241993" y="114165"/>
                  <a:pt x="244992" y="114561"/>
                </a:cubicBezTo>
                <a:lnTo>
                  <a:pt x="244992" y="117616"/>
                </a:lnTo>
                <a:lnTo>
                  <a:pt x="204853" y="117616"/>
                </a:lnTo>
                <a:lnTo>
                  <a:pt x="204853" y="114561"/>
                </a:lnTo>
                <a:cubicBezTo>
                  <a:pt x="208191" y="114221"/>
                  <a:pt x="210567" y="113146"/>
                  <a:pt x="211981" y="111336"/>
                </a:cubicBezTo>
                <a:cubicBezTo>
                  <a:pt x="212943" y="110091"/>
                  <a:pt x="213424" y="106414"/>
                  <a:pt x="213424" y="100304"/>
                </a:cubicBezTo>
                <a:lnTo>
                  <a:pt x="213424" y="55498"/>
                </a:lnTo>
                <a:cubicBezTo>
                  <a:pt x="213424" y="49429"/>
                  <a:pt x="212872" y="45650"/>
                  <a:pt x="211769" y="44162"/>
                </a:cubicBezTo>
                <a:cubicBezTo>
                  <a:pt x="210666" y="42673"/>
                  <a:pt x="208360" y="41700"/>
                  <a:pt x="204853" y="41242"/>
                </a:cubicBezTo>
                <a:lnTo>
                  <a:pt x="204853" y="38187"/>
                </a:lnTo>
                <a:lnTo>
                  <a:pt x="237185" y="38187"/>
                </a:lnTo>
                <a:close/>
                <a:moveTo>
                  <a:pt x="366145" y="97098"/>
                </a:moveTo>
                <a:lnTo>
                  <a:pt x="368776" y="99132"/>
                </a:lnTo>
                <a:cubicBezTo>
                  <a:pt x="365042" y="106170"/>
                  <a:pt x="360389" y="111407"/>
                  <a:pt x="354816" y="114842"/>
                </a:cubicBezTo>
                <a:cubicBezTo>
                  <a:pt x="349244" y="118275"/>
                  <a:pt x="343318" y="119992"/>
                  <a:pt x="337038" y="119992"/>
                </a:cubicBezTo>
                <a:cubicBezTo>
                  <a:pt x="326459" y="119992"/>
                  <a:pt x="318001" y="116000"/>
                  <a:pt x="311665" y="108016"/>
                </a:cubicBezTo>
                <a:cubicBezTo>
                  <a:pt x="305329" y="100030"/>
                  <a:pt x="302161" y="90431"/>
                  <a:pt x="302161" y="79219"/>
                </a:cubicBezTo>
                <a:cubicBezTo>
                  <a:pt x="302161" y="68401"/>
                  <a:pt x="305046" y="58887"/>
                  <a:pt x="310816" y="50677"/>
                </a:cubicBezTo>
                <a:cubicBezTo>
                  <a:pt x="317775" y="40766"/>
                  <a:pt x="327364" y="35811"/>
                  <a:pt x="339584" y="35811"/>
                </a:cubicBezTo>
                <a:cubicBezTo>
                  <a:pt x="347787" y="35811"/>
                  <a:pt x="354307" y="37882"/>
                  <a:pt x="359144" y="42024"/>
                </a:cubicBezTo>
                <a:cubicBezTo>
                  <a:pt x="363981" y="46165"/>
                  <a:pt x="366400" y="50788"/>
                  <a:pt x="366400" y="55893"/>
                </a:cubicBezTo>
                <a:cubicBezTo>
                  <a:pt x="366400" y="59127"/>
                  <a:pt x="365424" y="61708"/>
                  <a:pt x="363472" y="63637"/>
                </a:cubicBezTo>
                <a:cubicBezTo>
                  <a:pt x="361520" y="65566"/>
                  <a:pt x="358960" y="66530"/>
                  <a:pt x="355792" y="66530"/>
                </a:cubicBezTo>
                <a:cubicBezTo>
                  <a:pt x="352454" y="66530"/>
                  <a:pt x="349696" y="65423"/>
                  <a:pt x="347518" y="63210"/>
                </a:cubicBezTo>
                <a:cubicBezTo>
                  <a:pt x="345340" y="60995"/>
                  <a:pt x="343997" y="57049"/>
                  <a:pt x="343487" y="51372"/>
                </a:cubicBezTo>
                <a:cubicBezTo>
                  <a:pt x="343148" y="47796"/>
                  <a:pt x="342328" y="45297"/>
                  <a:pt x="341026" y="43878"/>
                </a:cubicBezTo>
                <a:cubicBezTo>
                  <a:pt x="339725" y="42460"/>
                  <a:pt x="338198" y="41751"/>
                  <a:pt x="336444" y="41751"/>
                </a:cubicBezTo>
                <a:cubicBezTo>
                  <a:pt x="333729" y="41751"/>
                  <a:pt x="331409" y="43194"/>
                  <a:pt x="329486" y="46079"/>
                </a:cubicBezTo>
                <a:cubicBezTo>
                  <a:pt x="326544" y="50435"/>
                  <a:pt x="325073" y="57111"/>
                  <a:pt x="325073" y="66106"/>
                </a:cubicBezTo>
                <a:cubicBezTo>
                  <a:pt x="325073" y="73573"/>
                  <a:pt x="326261" y="80716"/>
                  <a:pt x="328637" y="87533"/>
                </a:cubicBezTo>
                <a:cubicBezTo>
                  <a:pt x="331013" y="94350"/>
                  <a:pt x="334266" y="99427"/>
                  <a:pt x="338396" y="102765"/>
                </a:cubicBezTo>
                <a:cubicBezTo>
                  <a:pt x="341507" y="105198"/>
                  <a:pt x="345185" y="106414"/>
                  <a:pt x="349428" y="106414"/>
                </a:cubicBezTo>
                <a:cubicBezTo>
                  <a:pt x="352200" y="106414"/>
                  <a:pt x="354830" y="105765"/>
                  <a:pt x="357320" y="104468"/>
                </a:cubicBezTo>
                <a:cubicBezTo>
                  <a:pt x="359809" y="103168"/>
                  <a:pt x="362751" y="100712"/>
                  <a:pt x="366145" y="97098"/>
                </a:cubicBezTo>
                <a:close/>
                <a:moveTo>
                  <a:pt x="410044" y="8995"/>
                </a:moveTo>
                <a:lnTo>
                  <a:pt x="410044" y="38187"/>
                </a:lnTo>
                <a:lnTo>
                  <a:pt x="428883" y="38187"/>
                </a:lnTo>
                <a:lnTo>
                  <a:pt x="428883" y="46503"/>
                </a:lnTo>
                <a:lnTo>
                  <a:pt x="410044" y="46503"/>
                </a:lnTo>
                <a:lnTo>
                  <a:pt x="410044" y="95600"/>
                </a:lnTo>
                <a:cubicBezTo>
                  <a:pt x="410044" y="100195"/>
                  <a:pt x="410256" y="103159"/>
                  <a:pt x="410680" y="104492"/>
                </a:cubicBezTo>
                <a:cubicBezTo>
                  <a:pt x="411105" y="105825"/>
                  <a:pt x="411854" y="106903"/>
                  <a:pt x="412929" y="107727"/>
                </a:cubicBezTo>
                <a:cubicBezTo>
                  <a:pt x="414004" y="108549"/>
                  <a:pt x="414994" y="108960"/>
                  <a:pt x="415899" y="108960"/>
                </a:cubicBezTo>
                <a:cubicBezTo>
                  <a:pt x="419577" y="108960"/>
                  <a:pt x="423056" y="106131"/>
                  <a:pt x="426337" y="100474"/>
                </a:cubicBezTo>
                <a:lnTo>
                  <a:pt x="428883" y="102359"/>
                </a:lnTo>
                <a:cubicBezTo>
                  <a:pt x="424300" y="113322"/>
                  <a:pt x="416861" y="118804"/>
                  <a:pt x="406565" y="118804"/>
                </a:cubicBezTo>
                <a:cubicBezTo>
                  <a:pt x="401530" y="118804"/>
                  <a:pt x="397273" y="117399"/>
                  <a:pt x="393793" y="114590"/>
                </a:cubicBezTo>
                <a:cubicBezTo>
                  <a:pt x="390314" y="111779"/>
                  <a:pt x="388094" y="108642"/>
                  <a:pt x="387132" y="105178"/>
                </a:cubicBezTo>
                <a:cubicBezTo>
                  <a:pt x="386566" y="103248"/>
                  <a:pt x="386283" y="98025"/>
                  <a:pt x="386283" y="89509"/>
                </a:cubicBezTo>
                <a:lnTo>
                  <a:pt x="386283" y="46503"/>
                </a:lnTo>
                <a:lnTo>
                  <a:pt x="375930" y="46503"/>
                </a:lnTo>
                <a:lnTo>
                  <a:pt x="375930" y="43525"/>
                </a:lnTo>
                <a:cubicBezTo>
                  <a:pt x="383059" y="38480"/>
                  <a:pt x="389126" y="33178"/>
                  <a:pt x="394133" y="27622"/>
                </a:cubicBezTo>
                <a:cubicBezTo>
                  <a:pt x="399140" y="22065"/>
                  <a:pt x="403510" y="15856"/>
                  <a:pt x="407244" y="8995"/>
                </a:cubicBezTo>
                <a:lnTo>
                  <a:pt x="410044" y="8995"/>
                </a:lnTo>
                <a:close/>
                <a:moveTo>
                  <a:pt x="455527" y="0"/>
                </a:moveTo>
                <a:cubicBezTo>
                  <a:pt x="459205" y="0"/>
                  <a:pt x="462316" y="1291"/>
                  <a:pt x="464862" y="3874"/>
                </a:cubicBezTo>
                <a:cubicBezTo>
                  <a:pt x="467408" y="6456"/>
                  <a:pt x="468681" y="9563"/>
                  <a:pt x="468681" y="13196"/>
                </a:cubicBezTo>
                <a:cubicBezTo>
                  <a:pt x="468681" y="16829"/>
                  <a:pt x="467394" y="19923"/>
                  <a:pt x="464820" y="22477"/>
                </a:cubicBezTo>
                <a:cubicBezTo>
                  <a:pt x="462246" y="25030"/>
                  <a:pt x="459148" y="26307"/>
                  <a:pt x="455527" y="26307"/>
                </a:cubicBezTo>
                <a:cubicBezTo>
                  <a:pt x="451907" y="26307"/>
                  <a:pt x="448824" y="25030"/>
                  <a:pt x="446278" y="22477"/>
                </a:cubicBezTo>
                <a:cubicBezTo>
                  <a:pt x="443732" y="19923"/>
                  <a:pt x="442459" y="16829"/>
                  <a:pt x="442459" y="13196"/>
                </a:cubicBezTo>
                <a:cubicBezTo>
                  <a:pt x="442459" y="9563"/>
                  <a:pt x="443732" y="6456"/>
                  <a:pt x="446278" y="3874"/>
                </a:cubicBezTo>
                <a:cubicBezTo>
                  <a:pt x="448824" y="1291"/>
                  <a:pt x="451907" y="0"/>
                  <a:pt x="455527" y="0"/>
                </a:cubicBezTo>
                <a:moveTo>
                  <a:pt x="467408" y="38187"/>
                </a:moveTo>
                <a:lnTo>
                  <a:pt x="467408" y="101153"/>
                </a:lnTo>
                <a:cubicBezTo>
                  <a:pt x="467408" y="106754"/>
                  <a:pt x="468058" y="110332"/>
                  <a:pt x="469360" y="111888"/>
                </a:cubicBezTo>
                <a:cubicBezTo>
                  <a:pt x="470661" y="113443"/>
                  <a:pt x="473207" y="114334"/>
                  <a:pt x="476997" y="114561"/>
                </a:cubicBezTo>
                <a:lnTo>
                  <a:pt x="476997" y="117616"/>
                </a:lnTo>
                <a:lnTo>
                  <a:pt x="434143" y="117616"/>
                </a:lnTo>
                <a:lnTo>
                  <a:pt x="434143" y="114561"/>
                </a:lnTo>
                <a:cubicBezTo>
                  <a:pt x="437650" y="114448"/>
                  <a:pt x="440253" y="113429"/>
                  <a:pt x="441950" y="111506"/>
                </a:cubicBezTo>
                <a:cubicBezTo>
                  <a:pt x="443081" y="110205"/>
                  <a:pt x="443647" y="106754"/>
                  <a:pt x="443647" y="101153"/>
                </a:cubicBezTo>
                <a:lnTo>
                  <a:pt x="443647" y="54819"/>
                </a:lnTo>
                <a:cubicBezTo>
                  <a:pt x="443647" y="49148"/>
                  <a:pt x="442996" y="45525"/>
                  <a:pt x="441695" y="43949"/>
                </a:cubicBezTo>
                <a:cubicBezTo>
                  <a:pt x="440394" y="42374"/>
                  <a:pt x="437877" y="41472"/>
                  <a:pt x="434143" y="41242"/>
                </a:cubicBezTo>
                <a:lnTo>
                  <a:pt x="434143" y="38187"/>
                </a:lnTo>
                <a:lnTo>
                  <a:pt x="467408" y="38187"/>
                </a:lnTo>
                <a:close/>
                <a:moveTo>
                  <a:pt x="522172" y="35811"/>
                </a:moveTo>
                <a:cubicBezTo>
                  <a:pt x="529074" y="35811"/>
                  <a:pt x="535495" y="37595"/>
                  <a:pt x="541435" y="41162"/>
                </a:cubicBezTo>
                <a:cubicBezTo>
                  <a:pt x="547375" y="44730"/>
                  <a:pt x="551887" y="49799"/>
                  <a:pt x="554970" y="56368"/>
                </a:cubicBezTo>
                <a:cubicBezTo>
                  <a:pt x="558053" y="62938"/>
                  <a:pt x="559595" y="70130"/>
                  <a:pt x="559595" y="77944"/>
                </a:cubicBezTo>
                <a:cubicBezTo>
                  <a:pt x="559595" y="89212"/>
                  <a:pt x="556738" y="98642"/>
                  <a:pt x="551024" y="106231"/>
                </a:cubicBezTo>
                <a:cubicBezTo>
                  <a:pt x="544122" y="115405"/>
                  <a:pt x="534589" y="119992"/>
                  <a:pt x="522426" y="119992"/>
                </a:cubicBezTo>
                <a:cubicBezTo>
                  <a:pt x="510489" y="119992"/>
                  <a:pt x="501296" y="115801"/>
                  <a:pt x="494847" y="107419"/>
                </a:cubicBezTo>
                <a:cubicBezTo>
                  <a:pt x="488397" y="99038"/>
                  <a:pt x="485173" y="89326"/>
                  <a:pt x="485173" y="78283"/>
                </a:cubicBezTo>
                <a:cubicBezTo>
                  <a:pt x="485173" y="66901"/>
                  <a:pt x="488468" y="56977"/>
                  <a:pt x="495059" y="48511"/>
                </a:cubicBezTo>
                <a:cubicBezTo>
                  <a:pt x="501650" y="40044"/>
                  <a:pt x="510687" y="35811"/>
                  <a:pt x="522172" y="35811"/>
                </a:cubicBezTo>
                <a:moveTo>
                  <a:pt x="522511" y="41751"/>
                </a:moveTo>
                <a:cubicBezTo>
                  <a:pt x="519626" y="41751"/>
                  <a:pt x="517151" y="42842"/>
                  <a:pt x="515086" y="45023"/>
                </a:cubicBezTo>
                <a:cubicBezTo>
                  <a:pt x="513021" y="47203"/>
                  <a:pt x="511663" y="51507"/>
                  <a:pt x="511013" y="57935"/>
                </a:cubicBezTo>
                <a:cubicBezTo>
                  <a:pt x="510362" y="64364"/>
                  <a:pt x="510037" y="73299"/>
                  <a:pt x="510037" y="84740"/>
                </a:cubicBezTo>
                <a:cubicBezTo>
                  <a:pt x="510037" y="90801"/>
                  <a:pt x="510433" y="96465"/>
                  <a:pt x="511225" y="101734"/>
                </a:cubicBezTo>
                <a:cubicBezTo>
                  <a:pt x="511847" y="105754"/>
                  <a:pt x="513176" y="108812"/>
                  <a:pt x="515213" y="110909"/>
                </a:cubicBezTo>
                <a:cubicBezTo>
                  <a:pt x="517250" y="113004"/>
                  <a:pt x="519569" y="114052"/>
                  <a:pt x="522172" y="114052"/>
                </a:cubicBezTo>
                <a:cubicBezTo>
                  <a:pt x="524717" y="114052"/>
                  <a:pt x="526839" y="113344"/>
                  <a:pt x="528536" y="111927"/>
                </a:cubicBezTo>
                <a:cubicBezTo>
                  <a:pt x="530742" y="110002"/>
                  <a:pt x="532213" y="107311"/>
                  <a:pt x="532949" y="103855"/>
                </a:cubicBezTo>
                <a:cubicBezTo>
                  <a:pt x="534080" y="98475"/>
                  <a:pt x="534646" y="87601"/>
                  <a:pt x="534646" y="71232"/>
                </a:cubicBezTo>
                <a:cubicBezTo>
                  <a:pt x="534646" y="61604"/>
                  <a:pt x="534109" y="54992"/>
                  <a:pt x="533034" y="51396"/>
                </a:cubicBezTo>
                <a:cubicBezTo>
                  <a:pt x="531959" y="47798"/>
                  <a:pt x="530375" y="45178"/>
                  <a:pt x="528282" y="43536"/>
                </a:cubicBezTo>
                <a:cubicBezTo>
                  <a:pt x="526811" y="42346"/>
                  <a:pt x="524887" y="41751"/>
                  <a:pt x="522511" y="41751"/>
                </a:cubicBezTo>
                <a:close/>
                <a:moveTo>
                  <a:pt x="604061" y="38187"/>
                </a:moveTo>
                <a:lnTo>
                  <a:pt x="604061" y="48540"/>
                </a:lnTo>
                <a:cubicBezTo>
                  <a:pt x="608135" y="44097"/>
                  <a:pt x="612038" y="40865"/>
                  <a:pt x="615772" y="38845"/>
                </a:cubicBezTo>
                <a:cubicBezTo>
                  <a:pt x="619506" y="36822"/>
                  <a:pt x="623522" y="35811"/>
                  <a:pt x="627822" y="35811"/>
                </a:cubicBezTo>
                <a:cubicBezTo>
                  <a:pt x="632970" y="35811"/>
                  <a:pt x="637241" y="37241"/>
                  <a:pt x="640636" y="40102"/>
                </a:cubicBezTo>
                <a:cubicBezTo>
                  <a:pt x="644030" y="42962"/>
                  <a:pt x="646293" y="46516"/>
                  <a:pt x="647425" y="50765"/>
                </a:cubicBezTo>
                <a:cubicBezTo>
                  <a:pt x="648330" y="53995"/>
                  <a:pt x="648782" y="60198"/>
                  <a:pt x="648782" y="69376"/>
                </a:cubicBezTo>
                <a:lnTo>
                  <a:pt x="648782" y="100304"/>
                </a:lnTo>
                <a:cubicBezTo>
                  <a:pt x="648782" y="106414"/>
                  <a:pt x="649334" y="110219"/>
                  <a:pt x="650437" y="111718"/>
                </a:cubicBezTo>
                <a:cubicBezTo>
                  <a:pt x="651540" y="113217"/>
                  <a:pt x="653846" y="114165"/>
                  <a:pt x="657353" y="114561"/>
                </a:cubicBezTo>
                <a:lnTo>
                  <a:pt x="657353" y="117616"/>
                </a:lnTo>
                <a:lnTo>
                  <a:pt x="617215" y="117616"/>
                </a:lnTo>
                <a:lnTo>
                  <a:pt x="617215" y="114561"/>
                </a:lnTo>
                <a:cubicBezTo>
                  <a:pt x="620213" y="114165"/>
                  <a:pt x="622363" y="112920"/>
                  <a:pt x="623664" y="110827"/>
                </a:cubicBezTo>
                <a:cubicBezTo>
                  <a:pt x="624569" y="109413"/>
                  <a:pt x="625022" y="105905"/>
                  <a:pt x="625022" y="100304"/>
                </a:cubicBezTo>
                <a:lnTo>
                  <a:pt x="625022" y="65003"/>
                </a:lnTo>
                <a:cubicBezTo>
                  <a:pt x="625022" y="58497"/>
                  <a:pt x="624767" y="54395"/>
                  <a:pt x="624258" y="52698"/>
                </a:cubicBezTo>
                <a:cubicBezTo>
                  <a:pt x="623749" y="51001"/>
                  <a:pt x="622886" y="49685"/>
                  <a:pt x="621670" y="48752"/>
                </a:cubicBezTo>
                <a:cubicBezTo>
                  <a:pt x="620453" y="47818"/>
                  <a:pt x="619110" y="47352"/>
                  <a:pt x="617639" y="47352"/>
                </a:cubicBezTo>
                <a:cubicBezTo>
                  <a:pt x="612774" y="47352"/>
                  <a:pt x="608248" y="50859"/>
                  <a:pt x="604061" y="57874"/>
                </a:cubicBezTo>
                <a:lnTo>
                  <a:pt x="604061" y="100304"/>
                </a:lnTo>
                <a:cubicBezTo>
                  <a:pt x="604061" y="106244"/>
                  <a:pt x="604613" y="110007"/>
                  <a:pt x="605716" y="111591"/>
                </a:cubicBezTo>
                <a:cubicBezTo>
                  <a:pt x="606819" y="113175"/>
                  <a:pt x="608870" y="114165"/>
                  <a:pt x="611868" y="114561"/>
                </a:cubicBezTo>
                <a:lnTo>
                  <a:pt x="611868" y="117616"/>
                </a:lnTo>
                <a:lnTo>
                  <a:pt x="571730" y="117616"/>
                </a:lnTo>
                <a:lnTo>
                  <a:pt x="571730" y="114561"/>
                </a:lnTo>
                <a:cubicBezTo>
                  <a:pt x="575068" y="114221"/>
                  <a:pt x="577444" y="113146"/>
                  <a:pt x="578858" y="111336"/>
                </a:cubicBezTo>
                <a:cubicBezTo>
                  <a:pt x="579820" y="110091"/>
                  <a:pt x="580301" y="106414"/>
                  <a:pt x="580301" y="100304"/>
                </a:cubicBezTo>
                <a:lnTo>
                  <a:pt x="580301" y="55498"/>
                </a:lnTo>
                <a:cubicBezTo>
                  <a:pt x="580301" y="49429"/>
                  <a:pt x="579749" y="45650"/>
                  <a:pt x="578646" y="44162"/>
                </a:cubicBezTo>
                <a:cubicBezTo>
                  <a:pt x="577543" y="42673"/>
                  <a:pt x="575237" y="41700"/>
                  <a:pt x="571730" y="41242"/>
                </a:cubicBezTo>
                <a:lnTo>
                  <a:pt x="571730" y="38187"/>
                </a:lnTo>
                <a:lnTo>
                  <a:pt x="604061" y="38187"/>
                </a:lnTo>
                <a:close/>
                <a:moveTo>
                  <a:pt x="712061" y="105905"/>
                </a:moveTo>
                <a:cubicBezTo>
                  <a:pt x="702387" y="114504"/>
                  <a:pt x="693703" y="118804"/>
                  <a:pt x="686009" y="118804"/>
                </a:cubicBezTo>
                <a:cubicBezTo>
                  <a:pt x="681484" y="118804"/>
                  <a:pt x="677721" y="117314"/>
                  <a:pt x="674723" y="114335"/>
                </a:cubicBezTo>
                <a:cubicBezTo>
                  <a:pt x="671725" y="111355"/>
                  <a:pt x="670225" y="107623"/>
                  <a:pt x="670225" y="103139"/>
                </a:cubicBezTo>
                <a:cubicBezTo>
                  <a:pt x="670225" y="97065"/>
                  <a:pt x="672828" y="91601"/>
                  <a:pt x="678033" y="86748"/>
                </a:cubicBezTo>
                <a:cubicBezTo>
                  <a:pt x="683237" y="81895"/>
                  <a:pt x="694580" y="75439"/>
                  <a:pt x="712061" y="67379"/>
                </a:cubicBezTo>
                <a:lnTo>
                  <a:pt x="712061" y="59402"/>
                </a:lnTo>
                <a:cubicBezTo>
                  <a:pt x="712061" y="53405"/>
                  <a:pt x="711736" y="49629"/>
                  <a:pt x="711085" y="48073"/>
                </a:cubicBezTo>
                <a:cubicBezTo>
                  <a:pt x="710435" y="46517"/>
                  <a:pt x="709204" y="45160"/>
                  <a:pt x="707394" y="44000"/>
                </a:cubicBezTo>
                <a:cubicBezTo>
                  <a:pt x="705584" y="42840"/>
                  <a:pt x="703547" y="42260"/>
                  <a:pt x="701284" y="42260"/>
                </a:cubicBezTo>
                <a:cubicBezTo>
                  <a:pt x="697607" y="42260"/>
                  <a:pt x="694580" y="43080"/>
                  <a:pt x="692204" y="44721"/>
                </a:cubicBezTo>
                <a:cubicBezTo>
                  <a:pt x="690733" y="45739"/>
                  <a:pt x="689998" y="46927"/>
                  <a:pt x="689998" y="48285"/>
                </a:cubicBezTo>
                <a:cubicBezTo>
                  <a:pt x="689998" y="49473"/>
                  <a:pt x="690790" y="50944"/>
                  <a:pt x="692374" y="52698"/>
                </a:cubicBezTo>
                <a:cubicBezTo>
                  <a:pt x="694524" y="55131"/>
                  <a:pt x="695599" y="57478"/>
                  <a:pt x="695599" y="59741"/>
                </a:cubicBezTo>
                <a:cubicBezTo>
                  <a:pt x="695599" y="62513"/>
                  <a:pt x="694566" y="64875"/>
                  <a:pt x="692501" y="66827"/>
                </a:cubicBezTo>
                <a:cubicBezTo>
                  <a:pt x="690436" y="68779"/>
                  <a:pt x="687735" y="69755"/>
                  <a:pt x="684397" y="69755"/>
                </a:cubicBezTo>
                <a:cubicBezTo>
                  <a:pt x="680833" y="69755"/>
                  <a:pt x="677849" y="68680"/>
                  <a:pt x="675444" y="66530"/>
                </a:cubicBezTo>
                <a:cubicBezTo>
                  <a:pt x="673040" y="64380"/>
                  <a:pt x="671838" y="61863"/>
                  <a:pt x="671838" y="58978"/>
                </a:cubicBezTo>
                <a:cubicBezTo>
                  <a:pt x="671838" y="54904"/>
                  <a:pt x="673450" y="51015"/>
                  <a:pt x="676675" y="47309"/>
                </a:cubicBezTo>
                <a:cubicBezTo>
                  <a:pt x="679899" y="43604"/>
                  <a:pt x="684397" y="40761"/>
                  <a:pt x="690168" y="38781"/>
                </a:cubicBezTo>
                <a:cubicBezTo>
                  <a:pt x="695938" y="36801"/>
                  <a:pt x="701935" y="35811"/>
                  <a:pt x="708158" y="35811"/>
                </a:cubicBezTo>
                <a:cubicBezTo>
                  <a:pt x="715682" y="35811"/>
                  <a:pt x="721636" y="37413"/>
                  <a:pt x="726021" y="40619"/>
                </a:cubicBezTo>
                <a:cubicBezTo>
                  <a:pt x="730405" y="43822"/>
                  <a:pt x="733248" y="47295"/>
                  <a:pt x="734549" y="51038"/>
                </a:cubicBezTo>
                <a:cubicBezTo>
                  <a:pt x="735341" y="53419"/>
                  <a:pt x="735737" y="58891"/>
                  <a:pt x="735737" y="67453"/>
                </a:cubicBezTo>
                <a:lnTo>
                  <a:pt x="735737" y="98329"/>
                </a:lnTo>
                <a:cubicBezTo>
                  <a:pt x="735737" y="101958"/>
                  <a:pt x="735879" y="104241"/>
                  <a:pt x="736162" y="105178"/>
                </a:cubicBezTo>
                <a:cubicBezTo>
                  <a:pt x="736444" y="106114"/>
                  <a:pt x="736869" y="106808"/>
                  <a:pt x="737434" y="107263"/>
                </a:cubicBezTo>
                <a:cubicBezTo>
                  <a:pt x="738000" y="107715"/>
                  <a:pt x="738651" y="107942"/>
                  <a:pt x="739386" y="107942"/>
                </a:cubicBezTo>
                <a:cubicBezTo>
                  <a:pt x="740857" y="107942"/>
                  <a:pt x="742356" y="106895"/>
                  <a:pt x="743884" y="104802"/>
                </a:cubicBezTo>
                <a:lnTo>
                  <a:pt x="746430" y="106838"/>
                </a:lnTo>
                <a:cubicBezTo>
                  <a:pt x="743601" y="111025"/>
                  <a:pt x="740673" y="114066"/>
                  <a:pt x="737647" y="115961"/>
                </a:cubicBezTo>
                <a:cubicBezTo>
                  <a:pt x="734620" y="117856"/>
                  <a:pt x="731183" y="118804"/>
                  <a:pt x="727336" y="118804"/>
                </a:cubicBezTo>
                <a:cubicBezTo>
                  <a:pt x="722810" y="118804"/>
                  <a:pt x="719274" y="117736"/>
                  <a:pt x="716729" y="115600"/>
                </a:cubicBezTo>
                <a:cubicBezTo>
                  <a:pt x="714183" y="113465"/>
                  <a:pt x="712627" y="110233"/>
                  <a:pt x="712061" y="105905"/>
                </a:cubicBezTo>
                <a:moveTo>
                  <a:pt x="712061" y="99625"/>
                </a:moveTo>
                <a:lnTo>
                  <a:pt x="712061" y="73080"/>
                </a:lnTo>
                <a:cubicBezTo>
                  <a:pt x="705216" y="77116"/>
                  <a:pt x="700124" y="81437"/>
                  <a:pt x="696787" y="86043"/>
                </a:cubicBezTo>
                <a:cubicBezTo>
                  <a:pt x="694580" y="89112"/>
                  <a:pt x="693477" y="92210"/>
                  <a:pt x="693477" y="95337"/>
                </a:cubicBezTo>
                <a:cubicBezTo>
                  <a:pt x="693477" y="97952"/>
                  <a:pt x="694411" y="100255"/>
                  <a:pt x="696277" y="102245"/>
                </a:cubicBezTo>
                <a:cubicBezTo>
                  <a:pt x="697692" y="103780"/>
                  <a:pt x="699672" y="104547"/>
                  <a:pt x="702218" y="104547"/>
                </a:cubicBezTo>
                <a:cubicBezTo>
                  <a:pt x="705046" y="104547"/>
                  <a:pt x="708328" y="102907"/>
                  <a:pt x="712061" y="99625"/>
                </a:cubicBezTo>
                <a:close/>
                <a:moveTo>
                  <a:pt x="786229" y="2546"/>
                </a:moveTo>
                <a:lnTo>
                  <a:pt x="786229" y="101153"/>
                </a:lnTo>
                <a:cubicBezTo>
                  <a:pt x="786229" y="106754"/>
                  <a:pt x="786879" y="110332"/>
                  <a:pt x="788181" y="111888"/>
                </a:cubicBezTo>
                <a:cubicBezTo>
                  <a:pt x="789482" y="113443"/>
                  <a:pt x="792028" y="114334"/>
                  <a:pt x="795818" y="114561"/>
                </a:cubicBezTo>
                <a:lnTo>
                  <a:pt x="795818" y="117616"/>
                </a:lnTo>
                <a:lnTo>
                  <a:pt x="752964" y="117616"/>
                </a:lnTo>
                <a:lnTo>
                  <a:pt x="752964" y="114561"/>
                </a:lnTo>
                <a:cubicBezTo>
                  <a:pt x="756471" y="114448"/>
                  <a:pt x="759074" y="113429"/>
                  <a:pt x="760771" y="111506"/>
                </a:cubicBezTo>
                <a:cubicBezTo>
                  <a:pt x="761902" y="110205"/>
                  <a:pt x="762468" y="106754"/>
                  <a:pt x="762468" y="101153"/>
                </a:cubicBezTo>
                <a:lnTo>
                  <a:pt x="762468" y="19009"/>
                </a:lnTo>
                <a:cubicBezTo>
                  <a:pt x="762468" y="13429"/>
                  <a:pt x="761817" y="9857"/>
                  <a:pt x="760516" y="8292"/>
                </a:cubicBezTo>
                <a:cubicBezTo>
                  <a:pt x="759215" y="6726"/>
                  <a:pt x="756698" y="5829"/>
                  <a:pt x="752964" y="5601"/>
                </a:cubicBezTo>
                <a:lnTo>
                  <a:pt x="752964" y="2546"/>
                </a:lnTo>
                <a:lnTo>
                  <a:pt x="786229" y="25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Understanding">
            <a:extLst xmlns:a="http://schemas.openxmlformats.org/drawingml/2006/main">
              <a:ext uri="{FF2B5EF4-FFF2-40B4-BE49-F238E27FC236}">
                <a16:creationId xmlns:a16="http://schemas.microsoft.com/office/drawing/2014/main" id="{DE38C1E7-F59A-4A63-A163-01A78709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6" y="620867"/>
            <a:ext cx="1103323" cy="155124"/>
          </a:xfrm>
          <a:custGeom xmlns:a="http://schemas.openxmlformats.org/drawingml/2006/main">
            <a:pathLst>
              <a:path w="1103323" h="155124">
                <a:moveTo>
                  <a:pt x="0" y="2546"/>
                </a:moveTo>
                <a:lnTo>
                  <a:pt x="59402" y="2546"/>
                </a:lnTo>
                <a:lnTo>
                  <a:pt x="59402" y="5601"/>
                </a:lnTo>
                <a:lnTo>
                  <a:pt x="56432" y="5601"/>
                </a:lnTo>
                <a:cubicBezTo>
                  <a:pt x="51962" y="5601"/>
                  <a:pt x="48893" y="6070"/>
                  <a:pt x="47224" y="7009"/>
                </a:cubicBezTo>
                <a:cubicBezTo>
                  <a:pt x="45556" y="7946"/>
                  <a:pt x="44368" y="9239"/>
                  <a:pt x="43660" y="10889"/>
                </a:cubicBezTo>
                <a:cubicBezTo>
                  <a:pt x="42953" y="12536"/>
                  <a:pt x="42600" y="16657"/>
                  <a:pt x="42600" y="23252"/>
                </a:cubicBezTo>
                <a:lnTo>
                  <a:pt x="42600" y="79490"/>
                </a:lnTo>
                <a:cubicBezTo>
                  <a:pt x="42600" y="89767"/>
                  <a:pt x="43378" y="96571"/>
                  <a:pt x="44933" y="99904"/>
                </a:cubicBezTo>
                <a:cubicBezTo>
                  <a:pt x="46489" y="103235"/>
                  <a:pt x="49049" y="106001"/>
                  <a:pt x="52613" y="108204"/>
                </a:cubicBezTo>
                <a:cubicBezTo>
                  <a:pt x="56177" y="110405"/>
                  <a:pt x="60675" y="111506"/>
                  <a:pt x="66106" y="111506"/>
                </a:cubicBezTo>
                <a:cubicBezTo>
                  <a:pt x="72329" y="111506"/>
                  <a:pt x="77633" y="110108"/>
                  <a:pt x="82017" y="107313"/>
                </a:cubicBezTo>
                <a:cubicBezTo>
                  <a:pt x="86401" y="104518"/>
                  <a:pt x="89683" y="100665"/>
                  <a:pt x="91861" y="95754"/>
                </a:cubicBezTo>
                <a:cubicBezTo>
                  <a:pt x="94039" y="90841"/>
                  <a:pt x="95128" y="82286"/>
                  <a:pt x="95128" y="70089"/>
                </a:cubicBezTo>
                <a:lnTo>
                  <a:pt x="95128" y="23252"/>
                </a:lnTo>
                <a:cubicBezTo>
                  <a:pt x="95128" y="18079"/>
                  <a:pt x="94590" y="14384"/>
                  <a:pt x="93516" y="12167"/>
                </a:cubicBezTo>
                <a:cubicBezTo>
                  <a:pt x="92441" y="9950"/>
                  <a:pt x="91083" y="8415"/>
                  <a:pt x="89442" y="7563"/>
                </a:cubicBezTo>
                <a:cubicBezTo>
                  <a:pt x="86896" y="6255"/>
                  <a:pt x="83304" y="5601"/>
                  <a:pt x="78665" y="5601"/>
                </a:cubicBezTo>
                <a:lnTo>
                  <a:pt x="78665" y="2546"/>
                </a:lnTo>
                <a:lnTo>
                  <a:pt x="118464" y="2546"/>
                </a:lnTo>
                <a:lnTo>
                  <a:pt x="118464" y="5601"/>
                </a:lnTo>
                <a:lnTo>
                  <a:pt x="116088" y="5601"/>
                </a:lnTo>
                <a:cubicBezTo>
                  <a:pt x="112864" y="5601"/>
                  <a:pt x="110176" y="6255"/>
                  <a:pt x="108027" y="7563"/>
                </a:cubicBezTo>
                <a:cubicBezTo>
                  <a:pt x="105877" y="8870"/>
                  <a:pt x="104321" y="10830"/>
                  <a:pt x="103359" y="13445"/>
                </a:cubicBezTo>
                <a:cubicBezTo>
                  <a:pt x="102624" y="15264"/>
                  <a:pt x="102256" y="18533"/>
                  <a:pt x="102256" y="23252"/>
                </a:cubicBezTo>
                <a:lnTo>
                  <a:pt x="102256" y="66877"/>
                </a:lnTo>
                <a:cubicBezTo>
                  <a:pt x="102256" y="80375"/>
                  <a:pt x="101365" y="90118"/>
                  <a:pt x="99583" y="96104"/>
                </a:cubicBezTo>
                <a:cubicBezTo>
                  <a:pt x="97801" y="102090"/>
                  <a:pt x="93459" y="107596"/>
                  <a:pt x="86557" y="112622"/>
                </a:cubicBezTo>
                <a:cubicBezTo>
                  <a:pt x="79655" y="117648"/>
                  <a:pt x="70236" y="120161"/>
                  <a:pt x="58299" y="120161"/>
                </a:cubicBezTo>
                <a:cubicBezTo>
                  <a:pt x="48342" y="120161"/>
                  <a:pt x="40648" y="118835"/>
                  <a:pt x="35217" y="116181"/>
                </a:cubicBezTo>
                <a:cubicBezTo>
                  <a:pt x="27806" y="112566"/>
                  <a:pt x="22573" y="107935"/>
                  <a:pt x="19518" y="102288"/>
                </a:cubicBezTo>
                <a:cubicBezTo>
                  <a:pt x="16463" y="96639"/>
                  <a:pt x="14935" y="89044"/>
                  <a:pt x="14935" y="79500"/>
                </a:cubicBezTo>
                <a:lnTo>
                  <a:pt x="14935" y="23252"/>
                </a:lnTo>
                <a:cubicBezTo>
                  <a:pt x="14935" y="16601"/>
                  <a:pt x="14568" y="12466"/>
                  <a:pt x="13832" y="10846"/>
                </a:cubicBezTo>
                <a:cubicBezTo>
                  <a:pt x="13097" y="9225"/>
                  <a:pt x="11824" y="7932"/>
                  <a:pt x="10013" y="6966"/>
                </a:cubicBezTo>
                <a:cubicBezTo>
                  <a:pt x="8203" y="5999"/>
                  <a:pt x="4865" y="5544"/>
                  <a:pt x="0" y="5601"/>
                </a:cubicBezTo>
                <a:lnTo>
                  <a:pt x="0" y="2546"/>
                </a:lnTo>
                <a:close/>
                <a:moveTo>
                  <a:pt x="159677" y="38187"/>
                </a:moveTo>
                <a:lnTo>
                  <a:pt x="159677" y="48540"/>
                </a:lnTo>
                <a:cubicBezTo>
                  <a:pt x="163750" y="44097"/>
                  <a:pt x="167654" y="40865"/>
                  <a:pt x="171388" y="38845"/>
                </a:cubicBezTo>
                <a:cubicBezTo>
                  <a:pt x="175121" y="36822"/>
                  <a:pt x="179138" y="35811"/>
                  <a:pt x="183438" y="35811"/>
                </a:cubicBezTo>
                <a:cubicBezTo>
                  <a:pt x="188586" y="35811"/>
                  <a:pt x="192857" y="37241"/>
                  <a:pt x="196252" y="40102"/>
                </a:cubicBezTo>
                <a:cubicBezTo>
                  <a:pt x="199646" y="42962"/>
                  <a:pt x="201909" y="46516"/>
                  <a:pt x="203040" y="50765"/>
                </a:cubicBezTo>
                <a:cubicBezTo>
                  <a:pt x="203946" y="53995"/>
                  <a:pt x="204398" y="60198"/>
                  <a:pt x="204398" y="69376"/>
                </a:cubicBezTo>
                <a:lnTo>
                  <a:pt x="204398" y="100304"/>
                </a:lnTo>
                <a:cubicBezTo>
                  <a:pt x="204398" y="106414"/>
                  <a:pt x="204950" y="110219"/>
                  <a:pt x="206053" y="111718"/>
                </a:cubicBezTo>
                <a:cubicBezTo>
                  <a:pt x="207156" y="113217"/>
                  <a:pt x="209461" y="114165"/>
                  <a:pt x="212969" y="114561"/>
                </a:cubicBezTo>
                <a:lnTo>
                  <a:pt x="212969" y="117616"/>
                </a:lnTo>
                <a:lnTo>
                  <a:pt x="172830" y="117616"/>
                </a:lnTo>
                <a:lnTo>
                  <a:pt x="172830" y="114561"/>
                </a:lnTo>
                <a:cubicBezTo>
                  <a:pt x="175829" y="114165"/>
                  <a:pt x="177978" y="112920"/>
                  <a:pt x="179280" y="110827"/>
                </a:cubicBezTo>
                <a:cubicBezTo>
                  <a:pt x="180185" y="109413"/>
                  <a:pt x="180637" y="105905"/>
                  <a:pt x="180637" y="100304"/>
                </a:cubicBezTo>
                <a:lnTo>
                  <a:pt x="180637" y="65003"/>
                </a:lnTo>
                <a:cubicBezTo>
                  <a:pt x="180637" y="58497"/>
                  <a:pt x="180383" y="54395"/>
                  <a:pt x="179874" y="52698"/>
                </a:cubicBezTo>
                <a:cubicBezTo>
                  <a:pt x="179364" y="51001"/>
                  <a:pt x="178502" y="49685"/>
                  <a:pt x="177285" y="48752"/>
                </a:cubicBezTo>
                <a:cubicBezTo>
                  <a:pt x="176069" y="47818"/>
                  <a:pt x="174725" y="47352"/>
                  <a:pt x="173255" y="47352"/>
                </a:cubicBezTo>
                <a:cubicBezTo>
                  <a:pt x="168389" y="47352"/>
                  <a:pt x="163863" y="50859"/>
                  <a:pt x="159677" y="57874"/>
                </a:cubicBezTo>
                <a:lnTo>
                  <a:pt x="159677" y="100304"/>
                </a:lnTo>
                <a:cubicBezTo>
                  <a:pt x="159677" y="106244"/>
                  <a:pt x="160229" y="110007"/>
                  <a:pt x="161332" y="111591"/>
                </a:cubicBezTo>
                <a:cubicBezTo>
                  <a:pt x="162435" y="113175"/>
                  <a:pt x="164486" y="114165"/>
                  <a:pt x="167484" y="114561"/>
                </a:cubicBezTo>
                <a:lnTo>
                  <a:pt x="167484" y="117616"/>
                </a:lnTo>
                <a:lnTo>
                  <a:pt x="127345" y="117616"/>
                </a:lnTo>
                <a:lnTo>
                  <a:pt x="127345" y="114561"/>
                </a:lnTo>
                <a:cubicBezTo>
                  <a:pt x="130683" y="114221"/>
                  <a:pt x="133059" y="113146"/>
                  <a:pt x="134474" y="111336"/>
                </a:cubicBezTo>
                <a:cubicBezTo>
                  <a:pt x="135435" y="110091"/>
                  <a:pt x="135916" y="106414"/>
                  <a:pt x="135916" y="100304"/>
                </a:cubicBezTo>
                <a:lnTo>
                  <a:pt x="135916" y="55498"/>
                </a:lnTo>
                <a:cubicBezTo>
                  <a:pt x="135916" y="49429"/>
                  <a:pt x="135365" y="45650"/>
                  <a:pt x="134261" y="44162"/>
                </a:cubicBezTo>
                <a:cubicBezTo>
                  <a:pt x="133158" y="42673"/>
                  <a:pt x="130853" y="41700"/>
                  <a:pt x="127345" y="41242"/>
                </a:cubicBezTo>
                <a:lnTo>
                  <a:pt x="127345" y="38187"/>
                </a:lnTo>
                <a:lnTo>
                  <a:pt x="159677" y="38187"/>
                </a:lnTo>
                <a:close/>
                <a:moveTo>
                  <a:pt x="301027" y="2546"/>
                </a:moveTo>
                <a:lnTo>
                  <a:pt x="301027" y="93855"/>
                </a:lnTo>
                <a:cubicBezTo>
                  <a:pt x="301027" y="99960"/>
                  <a:pt x="301197" y="103571"/>
                  <a:pt x="301536" y="104690"/>
                </a:cubicBezTo>
                <a:cubicBezTo>
                  <a:pt x="301989" y="106540"/>
                  <a:pt x="302851" y="107913"/>
                  <a:pt x="304124" y="108809"/>
                </a:cubicBezTo>
                <a:cubicBezTo>
                  <a:pt x="305397" y="109703"/>
                  <a:pt x="307618" y="110263"/>
                  <a:pt x="310786" y="110487"/>
                </a:cubicBezTo>
                <a:lnTo>
                  <a:pt x="310786" y="113542"/>
                </a:lnTo>
                <a:lnTo>
                  <a:pt x="277266" y="119992"/>
                </a:lnTo>
                <a:lnTo>
                  <a:pt x="277266" y="107433"/>
                </a:lnTo>
                <a:cubicBezTo>
                  <a:pt x="273250" y="112298"/>
                  <a:pt x="269671" y="115607"/>
                  <a:pt x="266531" y="117361"/>
                </a:cubicBezTo>
                <a:cubicBezTo>
                  <a:pt x="263392" y="119115"/>
                  <a:pt x="259842" y="119992"/>
                  <a:pt x="255882" y="119992"/>
                </a:cubicBezTo>
                <a:cubicBezTo>
                  <a:pt x="245755" y="119992"/>
                  <a:pt x="237750" y="115461"/>
                  <a:pt x="231866" y="106401"/>
                </a:cubicBezTo>
                <a:cubicBezTo>
                  <a:pt x="227114" y="99039"/>
                  <a:pt x="224738" y="90007"/>
                  <a:pt x="224738" y="79304"/>
                </a:cubicBezTo>
                <a:cubicBezTo>
                  <a:pt x="224738" y="70753"/>
                  <a:pt x="226209" y="63093"/>
                  <a:pt x="229151" y="56326"/>
                </a:cubicBezTo>
                <a:cubicBezTo>
                  <a:pt x="232092" y="49558"/>
                  <a:pt x="236123" y="44447"/>
                  <a:pt x="241243" y="40993"/>
                </a:cubicBezTo>
                <a:cubicBezTo>
                  <a:pt x="246363" y="37538"/>
                  <a:pt x="251865" y="35811"/>
                  <a:pt x="257748" y="35811"/>
                </a:cubicBezTo>
                <a:cubicBezTo>
                  <a:pt x="261539" y="35811"/>
                  <a:pt x="264905" y="36552"/>
                  <a:pt x="267847" y="38036"/>
                </a:cubicBezTo>
                <a:cubicBezTo>
                  <a:pt x="270789" y="39519"/>
                  <a:pt x="273928" y="42115"/>
                  <a:pt x="277266" y="45824"/>
                </a:cubicBezTo>
                <a:lnTo>
                  <a:pt x="277266" y="21894"/>
                </a:lnTo>
                <a:cubicBezTo>
                  <a:pt x="277266" y="15840"/>
                  <a:pt x="277012" y="12192"/>
                  <a:pt x="276502" y="10947"/>
                </a:cubicBezTo>
                <a:cubicBezTo>
                  <a:pt x="275824" y="9306"/>
                  <a:pt x="274805" y="8090"/>
                  <a:pt x="273448" y="7298"/>
                </a:cubicBezTo>
                <a:cubicBezTo>
                  <a:pt x="272090" y="6506"/>
                  <a:pt x="269544" y="6110"/>
                  <a:pt x="265810" y="6110"/>
                </a:cubicBezTo>
                <a:lnTo>
                  <a:pt x="265810" y="2546"/>
                </a:lnTo>
                <a:lnTo>
                  <a:pt x="301027" y="2546"/>
                </a:lnTo>
                <a:moveTo>
                  <a:pt x="277266" y="56177"/>
                </a:moveTo>
                <a:cubicBezTo>
                  <a:pt x="273080" y="48257"/>
                  <a:pt x="267960" y="44297"/>
                  <a:pt x="261907" y="44297"/>
                </a:cubicBezTo>
                <a:cubicBezTo>
                  <a:pt x="259813" y="44297"/>
                  <a:pt x="258088" y="44863"/>
                  <a:pt x="256730" y="45994"/>
                </a:cubicBezTo>
                <a:cubicBezTo>
                  <a:pt x="254637" y="47748"/>
                  <a:pt x="252926" y="50831"/>
                  <a:pt x="251596" y="55244"/>
                </a:cubicBezTo>
                <a:cubicBezTo>
                  <a:pt x="250267" y="59656"/>
                  <a:pt x="249602" y="66417"/>
                  <a:pt x="249602" y="75525"/>
                </a:cubicBezTo>
                <a:cubicBezTo>
                  <a:pt x="249602" y="85539"/>
                  <a:pt x="250337" y="92950"/>
                  <a:pt x="251808" y="97758"/>
                </a:cubicBezTo>
                <a:cubicBezTo>
                  <a:pt x="253279" y="102567"/>
                  <a:pt x="255288" y="106046"/>
                  <a:pt x="257833" y="108196"/>
                </a:cubicBezTo>
                <a:cubicBezTo>
                  <a:pt x="259134" y="109271"/>
                  <a:pt x="260917" y="109809"/>
                  <a:pt x="263179" y="109809"/>
                </a:cubicBezTo>
                <a:cubicBezTo>
                  <a:pt x="268158" y="109809"/>
                  <a:pt x="272853" y="105893"/>
                  <a:pt x="277266" y="98061"/>
                </a:cubicBezTo>
                <a:lnTo>
                  <a:pt x="277266" y="56177"/>
                </a:lnTo>
                <a:close/>
                <a:moveTo>
                  <a:pt x="387727" y="75016"/>
                </a:moveTo>
                <a:lnTo>
                  <a:pt x="344194" y="75016"/>
                </a:lnTo>
                <a:cubicBezTo>
                  <a:pt x="344703" y="85567"/>
                  <a:pt x="347504" y="93905"/>
                  <a:pt x="352595" y="100031"/>
                </a:cubicBezTo>
                <a:cubicBezTo>
                  <a:pt x="356499" y="104739"/>
                  <a:pt x="361194" y="107093"/>
                  <a:pt x="366682" y="107093"/>
                </a:cubicBezTo>
                <a:cubicBezTo>
                  <a:pt x="370076" y="107093"/>
                  <a:pt x="373160" y="106145"/>
                  <a:pt x="375932" y="104250"/>
                </a:cubicBezTo>
                <a:cubicBezTo>
                  <a:pt x="378704" y="102355"/>
                  <a:pt x="381674" y="98947"/>
                  <a:pt x="384842" y="94025"/>
                </a:cubicBezTo>
                <a:lnTo>
                  <a:pt x="387727" y="95892"/>
                </a:lnTo>
                <a:cubicBezTo>
                  <a:pt x="383428" y="104660"/>
                  <a:pt x="378675" y="110869"/>
                  <a:pt x="373471" y="114518"/>
                </a:cubicBezTo>
                <a:cubicBezTo>
                  <a:pt x="368266" y="118167"/>
                  <a:pt x="362241" y="119992"/>
                  <a:pt x="355396" y="119992"/>
                </a:cubicBezTo>
                <a:cubicBezTo>
                  <a:pt x="343628" y="119992"/>
                  <a:pt x="334718" y="115461"/>
                  <a:pt x="328665" y="106401"/>
                </a:cubicBezTo>
                <a:cubicBezTo>
                  <a:pt x="323799" y="99096"/>
                  <a:pt x="321367" y="90035"/>
                  <a:pt x="321367" y="79219"/>
                </a:cubicBezTo>
                <a:cubicBezTo>
                  <a:pt x="321367" y="65967"/>
                  <a:pt x="324945" y="55420"/>
                  <a:pt x="332102" y="47577"/>
                </a:cubicBezTo>
                <a:cubicBezTo>
                  <a:pt x="339258" y="39733"/>
                  <a:pt x="347645" y="35811"/>
                  <a:pt x="357263" y="35811"/>
                </a:cubicBezTo>
                <a:cubicBezTo>
                  <a:pt x="365296" y="35811"/>
                  <a:pt x="372269" y="39106"/>
                  <a:pt x="378180" y="45697"/>
                </a:cubicBezTo>
                <a:cubicBezTo>
                  <a:pt x="384092" y="52288"/>
                  <a:pt x="387275" y="62061"/>
                  <a:pt x="387727" y="75016"/>
                </a:cubicBezTo>
                <a:moveTo>
                  <a:pt x="366852" y="69415"/>
                </a:moveTo>
                <a:cubicBezTo>
                  <a:pt x="366852" y="60307"/>
                  <a:pt x="366357" y="54056"/>
                  <a:pt x="365367" y="50661"/>
                </a:cubicBezTo>
                <a:cubicBezTo>
                  <a:pt x="364377" y="47267"/>
                  <a:pt x="362835" y="44693"/>
                  <a:pt x="360742" y="42939"/>
                </a:cubicBezTo>
                <a:cubicBezTo>
                  <a:pt x="359554" y="41921"/>
                  <a:pt x="357970" y="41412"/>
                  <a:pt x="355990" y="41412"/>
                </a:cubicBezTo>
                <a:cubicBezTo>
                  <a:pt x="353048" y="41412"/>
                  <a:pt x="350643" y="42854"/>
                  <a:pt x="348777" y="45739"/>
                </a:cubicBezTo>
                <a:cubicBezTo>
                  <a:pt x="345439" y="50774"/>
                  <a:pt x="343770" y="57676"/>
                  <a:pt x="343770" y="66445"/>
                </a:cubicBezTo>
                <a:lnTo>
                  <a:pt x="343770" y="69415"/>
                </a:lnTo>
                <a:lnTo>
                  <a:pt x="366852" y="69415"/>
                </a:lnTo>
                <a:close/>
                <a:moveTo>
                  <a:pt x="430608" y="38187"/>
                </a:moveTo>
                <a:lnTo>
                  <a:pt x="430608" y="56177"/>
                </a:lnTo>
                <a:cubicBezTo>
                  <a:pt x="435869" y="47974"/>
                  <a:pt x="440480" y="42529"/>
                  <a:pt x="444440" y="39842"/>
                </a:cubicBezTo>
                <a:cubicBezTo>
                  <a:pt x="448400" y="37154"/>
                  <a:pt x="452219" y="35811"/>
                  <a:pt x="455896" y="35811"/>
                </a:cubicBezTo>
                <a:cubicBezTo>
                  <a:pt x="459064" y="35811"/>
                  <a:pt x="461596" y="36790"/>
                  <a:pt x="463491" y="38749"/>
                </a:cubicBezTo>
                <a:cubicBezTo>
                  <a:pt x="465386" y="40708"/>
                  <a:pt x="466334" y="43476"/>
                  <a:pt x="466334" y="47052"/>
                </a:cubicBezTo>
                <a:cubicBezTo>
                  <a:pt x="466334" y="50857"/>
                  <a:pt x="465415" y="53810"/>
                  <a:pt x="463576" y="55912"/>
                </a:cubicBezTo>
                <a:cubicBezTo>
                  <a:pt x="461737" y="58012"/>
                  <a:pt x="459517" y="59062"/>
                  <a:pt x="456914" y="59062"/>
                </a:cubicBezTo>
                <a:cubicBezTo>
                  <a:pt x="453916" y="59062"/>
                  <a:pt x="451314" y="58101"/>
                  <a:pt x="449107" y="56177"/>
                </a:cubicBezTo>
                <a:cubicBezTo>
                  <a:pt x="446901" y="54254"/>
                  <a:pt x="445600" y="53179"/>
                  <a:pt x="445204" y="52953"/>
                </a:cubicBezTo>
                <a:cubicBezTo>
                  <a:pt x="444638" y="52613"/>
                  <a:pt x="443987" y="52443"/>
                  <a:pt x="443252" y="52443"/>
                </a:cubicBezTo>
                <a:cubicBezTo>
                  <a:pt x="441611" y="52443"/>
                  <a:pt x="440056" y="53066"/>
                  <a:pt x="438585" y="54310"/>
                </a:cubicBezTo>
                <a:cubicBezTo>
                  <a:pt x="436265" y="56234"/>
                  <a:pt x="434511" y="58978"/>
                  <a:pt x="433323" y="62542"/>
                </a:cubicBezTo>
                <a:cubicBezTo>
                  <a:pt x="431513" y="68029"/>
                  <a:pt x="430608" y="74083"/>
                  <a:pt x="430608" y="80702"/>
                </a:cubicBezTo>
                <a:lnTo>
                  <a:pt x="430608" y="98947"/>
                </a:lnTo>
                <a:lnTo>
                  <a:pt x="430693" y="103699"/>
                </a:lnTo>
                <a:cubicBezTo>
                  <a:pt x="430693" y="106923"/>
                  <a:pt x="430891" y="108988"/>
                  <a:pt x="431287" y="109893"/>
                </a:cubicBezTo>
                <a:cubicBezTo>
                  <a:pt x="431966" y="111421"/>
                  <a:pt x="432970" y="112538"/>
                  <a:pt x="434299" y="113245"/>
                </a:cubicBezTo>
                <a:cubicBezTo>
                  <a:pt x="435629" y="113953"/>
                  <a:pt x="437878" y="114391"/>
                  <a:pt x="441046" y="114561"/>
                </a:cubicBezTo>
                <a:lnTo>
                  <a:pt x="441046" y="117616"/>
                </a:lnTo>
                <a:lnTo>
                  <a:pt x="398191" y="117616"/>
                </a:lnTo>
                <a:lnTo>
                  <a:pt x="398191" y="114561"/>
                </a:lnTo>
                <a:cubicBezTo>
                  <a:pt x="401642" y="114278"/>
                  <a:pt x="403976" y="113330"/>
                  <a:pt x="405192" y="111718"/>
                </a:cubicBezTo>
                <a:cubicBezTo>
                  <a:pt x="406409" y="110106"/>
                  <a:pt x="407017" y="105848"/>
                  <a:pt x="407017" y="98947"/>
                </a:cubicBezTo>
                <a:lnTo>
                  <a:pt x="407017" y="54989"/>
                </a:lnTo>
                <a:cubicBezTo>
                  <a:pt x="407017" y="50435"/>
                  <a:pt x="406791" y="47532"/>
                  <a:pt x="406338" y="46280"/>
                </a:cubicBezTo>
                <a:cubicBezTo>
                  <a:pt x="405772" y="44686"/>
                  <a:pt x="404952" y="43519"/>
                  <a:pt x="403877" y="42780"/>
                </a:cubicBezTo>
                <a:cubicBezTo>
                  <a:pt x="402802" y="42039"/>
                  <a:pt x="400907" y="41526"/>
                  <a:pt x="398191" y="41242"/>
                </a:cubicBezTo>
                <a:lnTo>
                  <a:pt x="398191" y="38187"/>
                </a:lnTo>
                <a:lnTo>
                  <a:pt x="430608" y="38187"/>
                </a:lnTo>
                <a:close/>
                <a:moveTo>
                  <a:pt x="524998" y="36150"/>
                </a:moveTo>
                <a:lnTo>
                  <a:pt x="526271" y="63305"/>
                </a:lnTo>
                <a:lnTo>
                  <a:pt x="523386" y="63305"/>
                </a:lnTo>
                <a:cubicBezTo>
                  <a:pt x="519935" y="55207"/>
                  <a:pt x="516357" y="49675"/>
                  <a:pt x="512651" y="46710"/>
                </a:cubicBezTo>
                <a:cubicBezTo>
                  <a:pt x="508946" y="43743"/>
                  <a:pt x="505254" y="42260"/>
                  <a:pt x="501577" y="42260"/>
                </a:cubicBezTo>
                <a:cubicBezTo>
                  <a:pt x="499258" y="42260"/>
                  <a:pt x="497278" y="43038"/>
                  <a:pt x="495637" y="44594"/>
                </a:cubicBezTo>
                <a:cubicBezTo>
                  <a:pt x="493996" y="46150"/>
                  <a:pt x="493176" y="47946"/>
                  <a:pt x="493176" y="49982"/>
                </a:cubicBezTo>
                <a:cubicBezTo>
                  <a:pt x="493176" y="51510"/>
                  <a:pt x="493742" y="52981"/>
                  <a:pt x="494873" y="54395"/>
                </a:cubicBezTo>
                <a:cubicBezTo>
                  <a:pt x="496684" y="56715"/>
                  <a:pt x="501747" y="60689"/>
                  <a:pt x="510063" y="66318"/>
                </a:cubicBezTo>
                <a:cubicBezTo>
                  <a:pt x="518379" y="71947"/>
                  <a:pt x="523853" y="76727"/>
                  <a:pt x="526483" y="80659"/>
                </a:cubicBezTo>
                <a:cubicBezTo>
                  <a:pt x="529114" y="84591"/>
                  <a:pt x="530429" y="88990"/>
                  <a:pt x="530429" y="93855"/>
                </a:cubicBezTo>
                <a:cubicBezTo>
                  <a:pt x="530429" y="98268"/>
                  <a:pt x="529326" y="102596"/>
                  <a:pt x="527120" y="106838"/>
                </a:cubicBezTo>
                <a:cubicBezTo>
                  <a:pt x="524914" y="111081"/>
                  <a:pt x="521802" y="114334"/>
                  <a:pt x="517785" y="116597"/>
                </a:cubicBezTo>
                <a:cubicBezTo>
                  <a:pt x="513769" y="118860"/>
                  <a:pt x="509328" y="119992"/>
                  <a:pt x="504462" y="119992"/>
                </a:cubicBezTo>
                <a:cubicBezTo>
                  <a:pt x="500672" y="119992"/>
                  <a:pt x="495609" y="118782"/>
                  <a:pt x="489272" y="116361"/>
                </a:cubicBezTo>
                <a:cubicBezTo>
                  <a:pt x="487575" y="115727"/>
                  <a:pt x="486416" y="115409"/>
                  <a:pt x="485793" y="115409"/>
                </a:cubicBezTo>
                <a:cubicBezTo>
                  <a:pt x="483926" y="115409"/>
                  <a:pt x="482371" y="116824"/>
                  <a:pt x="481126" y="119652"/>
                </a:cubicBezTo>
                <a:lnTo>
                  <a:pt x="478326" y="119652"/>
                </a:lnTo>
                <a:lnTo>
                  <a:pt x="476968" y="91139"/>
                </a:lnTo>
                <a:lnTo>
                  <a:pt x="479853" y="91139"/>
                </a:lnTo>
                <a:cubicBezTo>
                  <a:pt x="482399" y="98607"/>
                  <a:pt x="485892" y="104208"/>
                  <a:pt x="490333" y="107942"/>
                </a:cubicBezTo>
                <a:cubicBezTo>
                  <a:pt x="494774" y="111676"/>
                  <a:pt x="498975" y="113542"/>
                  <a:pt x="502935" y="113542"/>
                </a:cubicBezTo>
                <a:cubicBezTo>
                  <a:pt x="505650" y="113542"/>
                  <a:pt x="507871" y="112708"/>
                  <a:pt x="509596" y="111039"/>
                </a:cubicBezTo>
                <a:cubicBezTo>
                  <a:pt x="511322" y="109370"/>
                  <a:pt x="512185" y="107348"/>
                  <a:pt x="512185" y="104972"/>
                </a:cubicBezTo>
                <a:cubicBezTo>
                  <a:pt x="512185" y="102256"/>
                  <a:pt x="511336" y="99908"/>
                  <a:pt x="509639" y="97928"/>
                </a:cubicBezTo>
                <a:cubicBezTo>
                  <a:pt x="507942" y="95948"/>
                  <a:pt x="504151" y="92950"/>
                  <a:pt x="498268" y="88933"/>
                </a:cubicBezTo>
                <a:cubicBezTo>
                  <a:pt x="489612" y="82936"/>
                  <a:pt x="484011" y="78354"/>
                  <a:pt x="481465" y="75186"/>
                </a:cubicBezTo>
                <a:cubicBezTo>
                  <a:pt x="477732" y="70547"/>
                  <a:pt x="475865" y="65427"/>
                  <a:pt x="475865" y="59826"/>
                </a:cubicBezTo>
                <a:cubicBezTo>
                  <a:pt x="475865" y="53716"/>
                  <a:pt x="477972" y="48186"/>
                  <a:pt x="482187" y="43236"/>
                </a:cubicBezTo>
                <a:cubicBezTo>
                  <a:pt x="486401" y="38286"/>
                  <a:pt x="492497" y="35811"/>
                  <a:pt x="500474" y="35811"/>
                </a:cubicBezTo>
                <a:cubicBezTo>
                  <a:pt x="504774" y="35811"/>
                  <a:pt x="508932" y="36898"/>
                  <a:pt x="512948" y="39073"/>
                </a:cubicBezTo>
                <a:cubicBezTo>
                  <a:pt x="514476" y="39953"/>
                  <a:pt x="515720" y="40393"/>
                  <a:pt x="516682" y="40393"/>
                </a:cubicBezTo>
                <a:cubicBezTo>
                  <a:pt x="517700" y="40393"/>
                  <a:pt x="518521" y="40181"/>
                  <a:pt x="519143" y="39757"/>
                </a:cubicBezTo>
                <a:cubicBezTo>
                  <a:pt x="519765" y="39333"/>
                  <a:pt x="520755" y="38130"/>
                  <a:pt x="522113" y="36150"/>
                </a:cubicBezTo>
                <a:lnTo>
                  <a:pt x="524998" y="36150"/>
                </a:lnTo>
                <a:close/>
                <a:moveTo>
                  <a:pt x="573935" y="8995"/>
                </a:moveTo>
                <a:lnTo>
                  <a:pt x="573935" y="38187"/>
                </a:lnTo>
                <a:lnTo>
                  <a:pt x="592774" y="38187"/>
                </a:lnTo>
                <a:lnTo>
                  <a:pt x="592774" y="46503"/>
                </a:lnTo>
                <a:lnTo>
                  <a:pt x="573935" y="46503"/>
                </a:lnTo>
                <a:lnTo>
                  <a:pt x="573935" y="95600"/>
                </a:lnTo>
                <a:cubicBezTo>
                  <a:pt x="573935" y="100195"/>
                  <a:pt x="574147" y="103159"/>
                  <a:pt x="574571" y="104492"/>
                </a:cubicBezTo>
                <a:cubicBezTo>
                  <a:pt x="574995" y="105825"/>
                  <a:pt x="575745" y="106903"/>
                  <a:pt x="576820" y="107727"/>
                </a:cubicBezTo>
                <a:cubicBezTo>
                  <a:pt x="577895" y="108549"/>
                  <a:pt x="578885" y="108960"/>
                  <a:pt x="579790" y="108960"/>
                </a:cubicBezTo>
                <a:cubicBezTo>
                  <a:pt x="583467" y="108960"/>
                  <a:pt x="586947" y="106131"/>
                  <a:pt x="590228" y="100474"/>
                </a:cubicBezTo>
                <a:lnTo>
                  <a:pt x="592774" y="102359"/>
                </a:lnTo>
                <a:cubicBezTo>
                  <a:pt x="588191" y="113322"/>
                  <a:pt x="580752" y="118804"/>
                  <a:pt x="570455" y="118804"/>
                </a:cubicBezTo>
                <a:cubicBezTo>
                  <a:pt x="565420" y="118804"/>
                  <a:pt x="561163" y="117399"/>
                  <a:pt x="557684" y="114590"/>
                </a:cubicBezTo>
                <a:cubicBezTo>
                  <a:pt x="554205" y="111779"/>
                  <a:pt x="551984" y="108642"/>
                  <a:pt x="551023" y="105178"/>
                </a:cubicBezTo>
                <a:cubicBezTo>
                  <a:pt x="550457" y="103248"/>
                  <a:pt x="550174" y="98025"/>
                  <a:pt x="550174" y="89509"/>
                </a:cubicBezTo>
                <a:lnTo>
                  <a:pt x="550174" y="46503"/>
                </a:lnTo>
                <a:lnTo>
                  <a:pt x="539821" y="46503"/>
                </a:lnTo>
                <a:lnTo>
                  <a:pt x="539821" y="43525"/>
                </a:lnTo>
                <a:cubicBezTo>
                  <a:pt x="546949" y="38480"/>
                  <a:pt x="553017" y="33178"/>
                  <a:pt x="558024" y="27622"/>
                </a:cubicBezTo>
                <a:cubicBezTo>
                  <a:pt x="563030" y="22065"/>
                  <a:pt x="567401" y="15856"/>
                  <a:pt x="571134" y="8995"/>
                </a:cubicBezTo>
                <a:lnTo>
                  <a:pt x="573935" y="8995"/>
                </a:lnTo>
                <a:close/>
                <a:moveTo>
                  <a:pt x="644112" y="105905"/>
                </a:moveTo>
                <a:cubicBezTo>
                  <a:pt x="634438" y="114504"/>
                  <a:pt x="625754" y="118804"/>
                  <a:pt x="618060" y="118804"/>
                </a:cubicBezTo>
                <a:cubicBezTo>
                  <a:pt x="613535" y="118804"/>
                  <a:pt x="609772" y="117314"/>
                  <a:pt x="606774" y="114335"/>
                </a:cubicBezTo>
                <a:cubicBezTo>
                  <a:pt x="603776" y="111355"/>
                  <a:pt x="602277" y="107623"/>
                  <a:pt x="602277" y="103139"/>
                </a:cubicBezTo>
                <a:cubicBezTo>
                  <a:pt x="602277" y="97065"/>
                  <a:pt x="604879" y="91601"/>
                  <a:pt x="610084" y="86748"/>
                </a:cubicBezTo>
                <a:cubicBezTo>
                  <a:pt x="615288" y="81895"/>
                  <a:pt x="626631" y="75439"/>
                  <a:pt x="644112" y="67379"/>
                </a:cubicBezTo>
                <a:lnTo>
                  <a:pt x="644112" y="59402"/>
                </a:lnTo>
                <a:cubicBezTo>
                  <a:pt x="644112" y="53405"/>
                  <a:pt x="643787" y="49629"/>
                  <a:pt x="643137" y="48073"/>
                </a:cubicBezTo>
                <a:cubicBezTo>
                  <a:pt x="642486" y="46517"/>
                  <a:pt x="641255" y="45160"/>
                  <a:pt x="639445" y="44000"/>
                </a:cubicBezTo>
                <a:cubicBezTo>
                  <a:pt x="637635" y="42840"/>
                  <a:pt x="635598" y="42260"/>
                  <a:pt x="633335" y="42260"/>
                </a:cubicBezTo>
                <a:cubicBezTo>
                  <a:pt x="629658" y="42260"/>
                  <a:pt x="626631" y="43080"/>
                  <a:pt x="624255" y="44721"/>
                </a:cubicBezTo>
                <a:cubicBezTo>
                  <a:pt x="622784" y="45739"/>
                  <a:pt x="622049" y="46927"/>
                  <a:pt x="622049" y="48285"/>
                </a:cubicBezTo>
                <a:cubicBezTo>
                  <a:pt x="622049" y="49473"/>
                  <a:pt x="622841" y="50944"/>
                  <a:pt x="624425" y="52698"/>
                </a:cubicBezTo>
                <a:cubicBezTo>
                  <a:pt x="626575" y="55131"/>
                  <a:pt x="627650" y="57478"/>
                  <a:pt x="627650" y="59741"/>
                </a:cubicBezTo>
                <a:cubicBezTo>
                  <a:pt x="627650" y="62513"/>
                  <a:pt x="626617" y="64875"/>
                  <a:pt x="624552" y="66827"/>
                </a:cubicBezTo>
                <a:cubicBezTo>
                  <a:pt x="622487" y="68779"/>
                  <a:pt x="619786" y="69755"/>
                  <a:pt x="616448" y="69755"/>
                </a:cubicBezTo>
                <a:cubicBezTo>
                  <a:pt x="612884" y="69755"/>
                  <a:pt x="609900" y="68680"/>
                  <a:pt x="607495" y="66530"/>
                </a:cubicBezTo>
                <a:cubicBezTo>
                  <a:pt x="605091" y="64380"/>
                  <a:pt x="603889" y="61863"/>
                  <a:pt x="603889" y="58978"/>
                </a:cubicBezTo>
                <a:cubicBezTo>
                  <a:pt x="603889" y="54904"/>
                  <a:pt x="605501" y="51015"/>
                  <a:pt x="608726" y="47309"/>
                </a:cubicBezTo>
                <a:cubicBezTo>
                  <a:pt x="611951" y="43604"/>
                  <a:pt x="616448" y="40761"/>
                  <a:pt x="622219" y="38781"/>
                </a:cubicBezTo>
                <a:cubicBezTo>
                  <a:pt x="627989" y="36801"/>
                  <a:pt x="633986" y="35811"/>
                  <a:pt x="640209" y="35811"/>
                </a:cubicBezTo>
                <a:cubicBezTo>
                  <a:pt x="647733" y="35811"/>
                  <a:pt x="653687" y="37413"/>
                  <a:pt x="658072" y="40619"/>
                </a:cubicBezTo>
                <a:cubicBezTo>
                  <a:pt x="662456" y="43822"/>
                  <a:pt x="665299" y="47295"/>
                  <a:pt x="666600" y="51038"/>
                </a:cubicBezTo>
                <a:cubicBezTo>
                  <a:pt x="667392" y="53419"/>
                  <a:pt x="667788" y="58891"/>
                  <a:pt x="667788" y="67453"/>
                </a:cubicBezTo>
                <a:lnTo>
                  <a:pt x="667788" y="98329"/>
                </a:lnTo>
                <a:cubicBezTo>
                  <a:pt x="667788" y="101958"/>
                  <a:pt x="667930" y="104241"/>
                  <a:pt x="668213" y="105178"/>
                </a:cubicBezTo>
                <a:cubicBezTo>
                  <a:pt x="668495" y="106114"/>
                  <a:pt x="668920" y="106808"/>
                  <a:pt x="669486" y="107263"/>
                </a:cubicBezTo>
                <a:cubicBezTo>
                  <a:pt x="670051" y="107715"/>
                  <a:pt x="670702" y="107942"/>
                  <a:pt x="671437" y="107942"/>
                </a:cubicBezTo>
                <a:cubicBezTo>
                  <a:pt x="672908" y="107942"/>
                  <a:pt x="674407" y="106895"/>
                  <a:pt x="675935" y="104802"/>
                </a:cubicBezTo>
                <a:lnTo>
                  <a:pt x="678481" y="106838"/>
                </a:lnTo>
                <a:cubicBezTo>
                  <a:pt x="675652" y="111025"/>
                  <a:pt x="672724" y="114066"/>
                  <a:pt x="669698" y="115961"/>
                </a:cubicBezTo>
                <a:cubicBezTo>
                  <a:pt x="666671" y="117856"/>
                  <a:pt x="663234" y="118804"/>
                  <a:pt x="659387" y="118804"/>
                </a:cubicBezTo>
                <a:cubicBezTo>
                  <a:pt x="654861" y="118804"/>
                  <a:pt x="651326" y="117736"/>
                  <a:pt x="648780" y="115600"/>
                </a:cubicBezTo>
                <a:cubicBezTo>
                  <a:pt x="646234" y="113465"/>
                  <a:pt x="644678" y="110233"/>
                  <a:pt x="644112" y="105905"/>
                </a:cubicBezTo>
                <a:moveTo>
                  <a:pt x="644112" y="99625"/>
                </a:moveTo>
                <a:lnTo>
                  <a:pt x="644112" y="73080"/>
                </a:lnTo>
                <a:cubicBezTo>
                  <a:pt x="637267" y="77116"/>
                  <a:pt x="632175" y="81437"/>
                  <a:pt x="628838" y="86043"/>
                </a:cubicBezTo>
                <a:cubicBezTo>
                  <a:pt x="626631" y="89112"/>
                  <a:pt x="625528" y="92210"/>
                  <a:pt x="625528" y="95337"/>
                </a:cubicBezTo>
                <a:cubicBezTo>
                  <a:pt x="625528" y="97952"/>
                  <a:pt x="626462" y="100255"/>
                  <a:pt x="628329" y="102245"/>
                </a:cubicBezTo>
                <a:cubicBezTo>
                  <a:pt x="629743" y="103780"/>
                  <a:pt x="631723" y="104547"/>
                  <a:pt x="634269" y="104547"/>
                </a:cubicBezTo>
                <a:cubicBezTo>
                  <a:pt x="637097" y="104547"/>
                  <a:pt x="640379" y="102907"/>
                  <a:pt x="644112" y="99625"/>
                </a:cubicBezTo>
                <a:close/>
                <a:moveTo>
                  <a:pt x="719638" y="38187"/>
                </a:moveTo>
                <a:lnTo>
                  <a:pt x="719638" y="48540"/>
                </a:lnTo>
                <a:cubicBezTo>
                  <a:pt x="723711" y="44097"/>
                  <a:pt x="727615" y="40865"/>
                  <a:pt x="731348" y="38845"/>
                </a:cubicBezTo>
                <a:cubicBezTo>
                  <a:pt x="735082" y="36822"/>
                  <a:pt x="739099" y="35811"/>
                  <a:pt x="743398" y="35811"/>
                </a:cubicBezTo>
                <a:cubicBezTo>
                  <a:pt x="748547" y="35811"/>
                  <a:pt x="752818" y="37241"/>
                  <a:pt x="756212" y="40102"/>
                </a:cubicBezTo>
                <a:cubicBezTo>
                  <a:pt x="759607" y="42962"/>
                  <a:pt x="761870" y="46516"/>
                  <a:pt x="763001" y="50765"/>
                </a:cubicBezTo>
                <a:cubicBezTo>
                  <a:pt x="763906" y="53995"/>
                  <a:pt x="764359" y="60198"/>
                  <a:pt x="764359" y="69376"/>
                </a:cubicBezTo>
                <a:lnTo>
                  <a:pt x="764359" y="100304"/>
                </a:lnTo>
                <a:cubicBezTo>
                  <a:pt x="764359" y="106414"/>
                  <a:pt x="764910" y="110219"/>
                  <a:pt x="766014" y="111718"/>
                </a:cubicBezTo>
                <a:cubicBezTo>
                  <a:pt x="767117" y="113217"/>
                  <a:pt x="769422" y="114165"/>
                  <a:pt x="772930" y="114561"/>
                </a:cubicBezTo>
                <a:lnTo>
                  <a:pt x="772930" y="117616"/>
                </a:lnTo>
                <a:lnTo>
                  <a:pt x="732791" y="117616"/>
                </a:lnTo>
                <a:lnTo>
                  <a:pt x="732791" y="114561"/>
                </a:lnTo>
                <a:cubicBezTo>
                  <a:pt x="735789" y="114165"/>
                  <a:pt x="737939" y="112920"/>
                  <a:pt x="739240" y="110827"/>
                </a:cubicBezTo>
                <a:cubicBezTo>
                  <a:pt x="740145" y="109413"/>
                  <a:pt x="740598" y="105905"/>
                  <a:pt x="740598" y="100304"/>
                </a:cubicBezTo>
                <a:lnTo>
                  <a:pt x="740598" y="65003"/>
                </a:lnTo>
                <a:cubicBezTo>
                  <a:pt x="740598" y="58497"/>
                  <a:pt x="740343" y="54395"/>
                  <a:pt x="739834" y="52698"/>
                </a:cubicBezTo>
                <a:cubicBezTo>
                  <a:pt x="739325" y="51001"/>
                  <a:pt x="738462" y="49685"/>
                  <a:pt x="737246" y="48752"/>
                </a:cubicBezTo>
                <a:cubicBezTo>
                  <a:pt x="736030" y="47818"/>
                  <a:pt x="734686" y="47352"/>
                  <a:pt x="733215" y="47352"/>
                </a:cubicBezTo>
                <a:cubicBezTo>
                  <a:pt x="728350" y="47352"/>
                  <a:pt x="723824" y="50859"/>
                  <a:pt x="719638" y="57874"/>
                </a:cubicBezTo>
                <a:lnTo>
                  <a:pt x="719638" y="100304"/>
                </a:lnTo>
                <a:cubicBezTo>
                  <a:pt x="719638" y="106244"/>
                  <a:pt x="720189" y="110007"/>
                  <a:pt x="721292" y="111591"/>
                </a:cubicBezTo>
                <a:cubicBezTo>
                  <a:pt x="722396" y="113175"/>
                  <a:pt x="724446" y="114165"/>
                  <a:pt x="727445" y="114561"/>
                </a:cubicBezTo>
                <a:lnTo>
                  <a:pt x="727445" y="117616"/>
                </a:lnTo>
                <a:lnTo>
                  <a:pt x="687306" y="117616"/>
                </a:lnTo>
                <a:lnTo>
                  <a:pt x="687306" y="114561"/>
                </a:lnTo>
                <a:cubicBezTo>
                  <a:pt x="690644" y="114221"/>
                  <a:pt x="693020" y="113146"/>
                  <a:pt x="694434" y="111336"/>
                </a:cubicBezTo>
                <a:cubicBezTo>
                  <a:pt x="695396" y="110091"/>
                  <a:pt x="695877" y="106414"/>
                  <a:pt x="695877" y="100304"/>
                </a:cubicBezTo>
                <a:lnTo>
                  <a:pt x="695877" y="55498"/>
                </a:lnTo>
                <a:cubicBezTo>
                  <a:pt x="695877" y="49429"/>
                  <a:pt x="695325" y="45650"/>
                  <a:pt x="694222" y="44162"/>
                </a:cubicBezTo>
                <a:cubicBezTo>
                  <a:pt x="693119" y="42673"/>
                  <a:pt x="690814" y="41700"/>
                  <a:pt x="687306" y="41242"/>
                </a:cubicBezTo>
                <a:lnTo>
                  <a:pt x="687306" y="38187"/>
                </a:lnTo>
                <a:lnTo>
                  <a:pt x="719638" y="38187"/>
                </a:lnTo>
                <a:close/>
                <a:moveTo>
                  <a:pt x="860988" y="2546"/>
                </a:moveTo>
                <a:lnTo>
                  <a:pt x="860988" y="93855"/>
                </a:lnTo>
                <a:cubicBezTo>
                  <a:pt x="860988" y="99960"/>
                  <a:pt x="861157" y="103571"/>
                  <a:pt x="861497" y="104690"/>
                </a:cubicBezTo>
                <a:cubicBezTo>
                  <a:pt x="861949" y="106540"/>
                  <a:pt x="862812" y="107913"/>
                  <a:pt x="864085" y="108809"/>
                </a:cubicBezTo>
                <a:cubicBezTo>
                  <a:pt x="865358" y="109703"/>
                  <a:pt x="867578" y="110263"/>
                  <a:pt x="870746" y="110487"/>
                </a:cubicBezTo>
                <a:lnTo>
                  <a:pt x="870746" y="113542"/>
                </a:lnTo>
                <a:lnTo>
                  <a:pt x="837227" y="119992"/>
                </a:lnTo>
                <a:lnTo>
                  <a:pt x="837227" y="107433"/>
                </a:lnTo>
                <a:cubicBezTo>
                  <a:pt x="833210" y="112298"/>
                  <a:pt x="829632" y="115607"/>
                  <a:pt x="826492" y="117361"/>
                </a:cubicBezTo>
                <a:cubicBezTo>
                  <a:pt x="823352" y="119115"/>
                  <a:pt x="819802" y="119992"/>
                  <a:pt x="815842" y="119992"/>
                </a:cubicBezTo>
                <a:cubicBezTo>
                  <a:pt x="805716" y="119992"/>
                  <a:pt x="797710" y="115461"/>
                  <a:pt x="791827" y="106401"/>
                </a:cubicBezTo>
                <a:cubicBezTo>
                  <a:pt x="787075" y="99039"/>
                  <a:pt x="784699" y="90007"/>
                  <a:pt x="784699" y="79304"/>
                </a:cubicBezTo>
                <a:cubicBezTo>
                  <a:pt x="784699" y="70753"/>
                  <a:pt x="786169" y="63093"/>
                  <a:pt x="789111" y="56326"/>
                </a:cubicBezTo>
                <a:cubicBezTo>
                  <a:pt x="792053" y="49558"/>
                  <a:pt x="796084" y="44447"/>
                  <a:pt x="801204" y="40993"/>
                </a:cubicBezTo>
                <a:cubicBezTo>
                  <a:pt x="806324" y="37538"/>
                  <a:pt x="811825" y="35811"/>
                  <a:pt x="817709" y="35811"/>
                </a:cubicBezTo>
                <a:cubicBezTo>
                  <a:pt x="821499" y="35811"/>
                  <a:pt x="824866" y="36552"/>
                  <a:pt x="827807" y="38036"/>
                </a:cubicBezTo>
                <a:cubicBezTo>
                  <a:pt x="830749" y="39519"/>
                  <a:pt x="833889" y="42115"/>
                  <a:pt x="837227" y="45824"/>
                </a:cubicBezTo>
                <a:lnTo>
                  <a:pt x="837227" y="21894"/>
                </a:lnTo>
                <a:cubicBezTo>
                  <a:pt x="837227" y="15840"/>
                  <a:pt x="836972" y="12192"/>
                  <a:pt x="836463" y="10947"/>
                </a:cubicBezTo>
                <a:cubicBezTo>
                  <a:pt x="835784" y="9306"/>
                  <a:pt x="834766" y="8090"/>
                  <a:pt x="833408" y="7298"/>
                </a:cubicBezTo>
                <a:cubicBezTo>
                  <a:pt x="832050" y="6506"/>
                  <a:pt x="829505" y="6110"/>
                  <a:pt x="825771" y="6110"/>
                </a:cubicBezTo>
                <a:lnTo>
                  <a:pt x="825771" y="2546"/>
                </a:lnTo>
                <a:lnTo>
                  <a:pt x="860988" y="2546"/>
                </a:lnTo>
                <a:moveTo>
                  <a:pt x="837227" y="56177"/>
                </a:moveTo>
                <a:cubicBezTo>
                  <a:pt x="833040" y="48257"/>
                  <a:pt x="827921" y="44297"/>
                  <a:pt x="821867" y="44297"/>
                </a:cubicBezTo>
                <a:cubicBezTo>
                  <a:pt x="819774" y="44297"/>
                  <a:pt x="818048" y="44863"/>
                  <a:pt x="816691" y="45994"/>
                </a:cubicBezTo>
                <a:cubicBezTo>
                  <a:pt x="814598" y="47748"/>
                  <a:pt x="812886" y="50831"/>
                  <a:pt x="811557" y="55244"/>
                </a:cubicBezTo>
                <a:cubicBezTo>
                  <a:pt x="810227" y="59656"/>
                  <a:pt x="809563" y="66417"/>
                  <a:pt x="809563" y="75525"/>
                </a:cubicBezTo>
                <a:cubicBezTo>
                  <a:pt x="809563" y="85539"/>
                  <a:pt x="810298" y="92950"/>
                  <a:pt x="811769" y="97758"/>
                </a:cubicBezTo>
                <a:cubicBezTo>
                  <a:pt x="813240" y="102567"/>
                  <a:pt x="815248" y="106046"/>
                  <a:pt x="817794" y="108196"/>
                </a:cubicBezTo>
                <a:cubicBezTo>
                  <a:pt x="819095" y="109271"/>
                  <a:pt x="820877" y="109809"/>
                  <a:pt x="823140" y="109809"/>
                </a:cubicBezTo>
                <a:cubicBezTo>
                  <a:pt x="828119" y="109809"/>
                  <a:pt x="832814" y="105893"/>
                  <a:pt x="837227" y="98061"/>
                </a:cubicBezTo>
                <a:lnTo>
                  <a:pt x="837227" y="56177"/>
                </a:lnTo>
                <a:close/>
                <a:moveTo>
                  <a:pt x="899572" y="0"/>
                </a:moveTo>
                <a:cubicBezTo>
                  <a:pt x="903250" y="0"/>
                  <a:pt x="906361" y="1291"/>
                  <a:pt x="908907" y="3874"/>
                </a:cubicBezTo>
                <a:cubicBezTo>
                  <a:pt x="911453" y="6456"/>
                  <a:pt x="912726" y="9563"/>
                  <a:pt x="912726" y="13196"/>
                </a:cubicBezTo>
                <a:cubicBezTo>
                  <a:pt x="912726" y="16829"/>
                  <a:pt x="911439" y="19923"/>
                  <a:pt x="908864" y="22477"/>
                </a:cubicBezTo>
                <a:cubicBezTo>
                  <a:pt x="906290" y="25030"/>
                  <a:pt x="903193" y="26307"/>
                  <a:pt x="899572" y="26307"/>
                </a:cubicBezTo>
                <a:cubicBezTo>
                  <a:pt x="895952" y="26307"/>
                  <a:pt x="892868" y="25030"/>
                  <a:pt x="890323" y="22477"/>
                </a:cubicBezTo>
                <a:cubicBezTo>
                  <a:pt x="887777" y="19923"/>
                  <a:pt x="886504" y="16829"/>
                  <a:pt x="886504" y="13196"/>
                </a:cubicBezTo>
                <a:cubicBezTo>
                  <a:pt x="886504" y="9563"/>
                  <a:pt x="887777" y="6456"/>
                  <a:pt x="890323" y="3874"/>
                </a:cubicBezTo>
                <a:cubicBezTo>
                  <a:pt x="892868" y="1291"/>
                  <a:pt x="895952" y="0"/>
                  <a:pt x="899572" y="0"/>
                </a:cubicBezTo>
                <a:moveTo>
                  <a:pt x="911453" y="38187"/>
                </a:moveTo>
                <a:lnTo>
                  <a:pt x="911453" y="101153"/>
                </a:lnTo>
                <a:cubicBezTo>
                  <a:pt x="911453" y="106754"/>
                  <a:pt x="912103" y="110332"/>
                  <a:pt x="913404" y="111888"/>
                </a:cubicBezTo>
                <a:cubicBezTo>
                  <a:pt x="914706" y="113443"/>
                  <a:pt x="917251" y="114334"/>
                  <a:pt x="921042" y="114561"/>
                </a:cubicBezTo>
                <a:lnTo>
                  <a:pt x="921042" y="117616"/>
                </a:lnTo>
                <a:lnTo>
                  <a:pt x="878188" y="117616"/>
                </a:lnTo>
                <a:lnTo>
                  <a:pt x="878188" y="114561"/>
                </a:lnTo>
                <a:cubicBezTo>
                  <a:pt x="881695" y="114448"/>
                  <a:pt x="884298" y="113429"/>
                  <a:pt x="885995" y="111506"/>
                </a:cubicBezTo>
                <a:cubicBezTo>
                  <a:pt x="887126" y="110205"/>
                  <a:pt x="887692" y="106754"/>
                  <a:pt x="887692" y="101153"/>
                </a:cubicBezTo>
                <a:lnTo>
                  <a:pt x="887692" y="54819"/>
                </a:lnTo>
                <a:cubicBezTo>
                  <a:pt x="887692" y="49148"/>
                  <a:pt x="887041" y="45525"/>
                  <a:pt x="885740" y="43949"/>
                </a:cubicBezTo>
                <a:cubicBezTo>
                  <a:pt x="884439" y="42374"/>
                  <a:pt x="881921" y="41472"/>
                  <a:pt x="878188" y="41242"/>
                </a:cubicBezTo>
                <a:lnTo>
                  <a:pt x="878188" y="38187"/>
                </a:lnTo>
                <a:lnTo>
                  <a:pt x="911453" y="38187"/>
                </a:lnTo>
                <a:close/>
                <a:moveTo>
                  <a:pt x="961210" y="38187"/>
                </a:moveTo>
                <a:lnTo>
                  <a:pt x="961210" y="48540"/>
                </a:lnTo>
                <a:cubicBezTo>
                  <a:pt x="965283" y="44097"/>
                  <a:pt x="969187" y="40865"/>
                  <a:pt x="972920" y="38845"/>
                </a:cubicBezTo>
                <a:cubicBezTo>
                  <a:pt x="976654" y="36822"/>
                  <a:pt x="980671" y="35811"/>
                  <a:pt x="984970" y="35811"/>
                </a:cubicBezTo>
                <a:cubicBezTo>
                  <a:pt x="990119" y="35811"/>
                  <a:pt x="994390" y="37241"/>
                  <a:pt x="997784" y="40102"/>
                </a:cubicBezTo>
                <a:cubicBezTo>
                  <a:pt x="1001179" y="42962"/>
                  <a:pt x="1003442" y="46516"/>
                  <a:pt x="1004573" y="50765"/>
                </a:cubicBezTo>
                <a:cubicBezTo>
                  <a:pt x="1005478" y="53995"/>
                  <a:pt x="1005931" y="60198"/>
                  <a:pt x="1005931" y="69376"/>
                </a:cubicBezTo>
                <a:lnTo>
                  <a:pt x="1005931" y="100304"/>
                </a:lnTo>
                <a:cubicBezTo>
                  <a:pt x="1005931" y="106414"/>
                  <a:pt x="1006482" y="110219"/>
                  <a:pt x="1007586" y="111718"/>
                </a:cubicBezTo>
                <a:cubicBezTo>
                  <a:pt x="1008689" y="113217"/>
                  <a:pt x="1010994" y="114165"/>
                  <a:pt x="1014502" y="114561"/>
                </a:cubicBezTo>
                <a:lnTo>
                  <a:pt x="1014502" y="117616"/>
                </a:lnTo>
                <a:lnTo>
                  <a:pt x="974363" y="117616"/>
                </a:lnTo>
                <a:lnTo>
                  <a:pt x="974363" y="114561"/>
                </a:lnTo>
                <a:cubicBezTo>
                  <a:pt x="977361" y="114165"/>
                  <a:pt x="979511" y="112920"/>
                  <a:pt x="980812" y="110827"/>
                </a:cubicBezTo>
                <a:cubicBezTo>
                  <a:pt x="981718" y="109413"/>
                  <a:pt x="982170" y="105905"/>
                  <a:pt x="982170" y="100304"/>
                </a:cubicBezTo>
                <a:lnTo>
                  <a:pt x="982170" y="65003"/>
                </a:lnTo>
                <a:cubicBezTo>
                  <a:pt x="982170" y="58497"/>
                  <a:pt x="981916" y="54395"/>
                  <a:pt x="981406" y="52698"/>
                </a:cubicBezTo>
                <a:cubicBezTo>
                  <a:pt x="980897" y="51001"/>
                  <a:pt x="980034" y="49685"/>
                  <a:pt x="978818" y="48752"/>
                </a:cubicBezTo>
                <a:cubicBezTo>
                  <a:pt x="977602" y="47818"/>
                  <a:pt x="976258" y="47352"/>
                  <a:pt x="974787" y="47352"/>
                </a:cubicBezTo>
                <a:cubicBezTo>
                  <a:pt x="969922" y="47352"/>
                  <a:pt x="965396" y="50859"/>
                  <a:pt x="961210" y="57874"/>
                </a:cubicBezTo>
                <a:lnTo>
                  <a:pt x="961210" y="100304"/>
                </a:lnTo>
                <a:cubicBezTo>
                  <a:pt x="961210" y="106244"/>
                  <a:pt x="961761" y="110007"/>
                  <a:pt x="962864" y="111591"/>
                </a:cubicBezTo>
                <a:cubicBezTo>
                  <a:pt x="963968" y="113175"/>
                  <a:pt x="966018" y="114165"/>
                  <a:pt x="969017" y="114561"/>
                </a:cubicBezTo>
                <a:lnTo>
                  <a:pt x="969017" y="117616"/>
                </a:lnTo>
                <a:lnTo>
                  <a:pt x="928878" y="117616"/>
                </a:lnTo>
                <a:lnTo>
                  <a:pt x="928878" y="114561"/>
                </a:lnTo>
                <a:cubicBezTo>
                  <a:pt x="932216" y="114221"/>
                  <a:pt x="934592" y="113146"/>
                  <a:pt x="936006" y="111336"/>
                </a:cubicBezTo>
                <a:cubicBezTo>
                  <a:pt x="936968" y="110091"/>
                  <a:pt x="937449" y="106414"/>
                  <a:pt x="937449" y="100304"/>
                </a:cubicBezTo>
                <a:lnTo>
                  <a:pt x="937449" y="55498"/>
                </a:lnTo>
                <a:cubicBezTo>
                  <a:pt x="937449" y="49429"/>
                  <a:pt x="936897" y="45650"/>
                  <a:pt x="935794" y="44162"/>
                </a:cubicBezTo>
                <a:cubicBezTo>
                  <a:pt x="934691" y="42673"/>
                  <a:pt x="932386" y="41700"/>
                  <a:pt x="928878" y="41242"/>
                </a:cubicBezTo>
                <a:lnTo>
                  <a:pt x="928878" y="38187"/>
                </a:lnTo>
                <a:lnTo>
                  <a:pt x="961210" y="38187"/>
                </a:lnTo>
                <a:close/>
                <a:moveTo>
                  <a:pt x="1076338" y="39205"/>
                </a:moveTo>
                <a:lnTo>
                  <a:pt x="1103069" y="39205"/>
                </a:lnTo>
                <a:lnTo>
                  <a:pt x="1103069" y="48540"/>
                </a:lnTo>
                <a:lnTo>
                  <a:pt x="1087879" y="48540"/>
                </a:lnTo>
                <a:cubicBezTo>
                  <a:pt x="1090651" y="51312"/>
                  <a:pt x="1092574" y="53829"/>
                  <a:pt x="1093649" y="56092"/>
                </a:cubicBezTo>
                <a:cubicBezTo>
                  <a:pt x="1095007" y="59147"/>
                  <a:pt x="1095686" y="62344"/>
                  <a:pt x="1095686" y="65681"/>
                </a:cubicBezTo>
                <a:cubicBezTo>
                  <a:pt x="1095686" y="71339"/>
                  <a:pt x="1094116" y="76247"/>
                  <a:pt x="1090976" y="80405"/>
                </a:cubicBezTo>
                <a:cubicBezTo>
                  <a:pt x="1087836" y="84563"/>
                  <a:pt x="1083565" y="87816"/>
                  <a:pt x="1078162" y="90164"/>
                </a:cubicBezTo>
                <a:cubicBezTo>
                  <a:pt x="1072760" y="92511"/>
                  <a:pt x="1067965" y="93685"/>
                  <a:pt x="1063779" y="93685"/>
                </a:cubicBezTo>
                <a:cubicBezTo>
                  <a:pt x="1063439" y="93685"/>
                  <a:pt x="1060045" y="93544"/>
                  <a:pt x="1053596" y="93261"/>
                </a:cubicBezTo>
                <a:cubicBezTo>
                  <a:pt x="1051050" y="93261"/>
                  <a:pt x="1048914" y="94091"/>
                  <a:pt x="1047189" y="95751"/>
                </a:cubicBezTo>
                <a:cubicBezTo>
                  <a:pt x="1045463" y="97411"/>
                  <a:pt x="1044600" y="99394"/>
                  <a:pt x="1044600" y="101699"/>
                </a:cubicBezTo>
                <a:cubicBezTo>
                  <a:pt x="1044600" y="103725"/>
                  <a:pt x="1045378" y="105385"/>
                  <a:pt x="1046934" y="106679"/>
                </a:cubicBezTo>
                <a:cubicBezTo>
                  <a:pt x="1048490" y="107973"/>
                  <a:pt x="1051021" y="108621"/>
                  <a:pt x="1054529" y="108621"/>
                </a:cubicBezTo>
                <a:lnTo>
                  <a:pt x="1069210" y="108451"/>
                </a:lnTo>
                <a:cubicBezTo>
                  <a:pt x="1081090" y="108451"/>
                  <a:pt x="1089265" y="109755"/>
                  <a:pt x="1093734" y="112362"/>
                </a:cubicBezTo>
                <a:cubicBezTo>
                  <a:pt x="1100127" y="115988"/>
                  <a:pt x="1103323" y="121571"/>
                  <a:pt x="1103323" y="129109"/>
                </a:cubicBezTo>
                <a:cubicBezTo>
                  <a:pt x="1103323" y="133926"/>
                  <a:pt x="1101852" y="138305"/>
                  <a:pt x="1098911" y="142244"/>
                </a:cubicBezTo>
                <a:cubicBezTo>
                  <a:pt x="1095969" y="146183"/>
                  <a:pt x="1092094" y="149087"/>
                  <a:pt x="1087285" y="150958"/>
                </a:cubicBezTo>
                <a:cubicBezTo>
                  <a:pt x="1079987" y="153735"/>
                  <a:pt x="1071586" y="155124"/>
                  <a:pt x="1062081" y="155124"/>
                </a:cubicBezTo>
                <a:cubicBezTo>
                  <a:pt x="1054953" y="155124"/>
                  <a:pt x="1048447" y="154431"/>
                  <a:pt x="1042564" y="153045"/>
                </a:cubicBezTo>
                <a:cubicBezTo>
                  <a:pt x="1036680" y="151659"/>
                  <a:pt x="1032465" y="149734"/>
                  <a:pt x="1029920" y="147272"/>
                </a:cubicBezTo>
                <a:cubicBezTo>
                  <a:pt x="1027374" y="144811"/>
                  <a:pt x="1026101" y="142222"/>
                  <a:pt x="1026101" y="139504"/>
                </a:cubicBezTo>
                <a:cubicBezTo>
                  <a:pt x="1026101" y="136902"/>
                  <a:pt x="1027077" y="134567"/>
                  <a:pt x="1029029" y="132501"/>
                </a:cubicBezTo>
                <a:cubicBezTo>
                  <a:pt x="1030980" y="130436"/>
                  <a:pt x="1034615" y="128696"/>
                  <a:pt x="1039933" y="127282"/>
                </a:cubicBezTo>
                <a:cubicBezTo>
                  <a:pt x="1032579" y="123661"/>
                  <a:pt x="1028901" y="118627"/>
                  <a:pt x="1028901" y="112179"/>
                </a:cubicBezTo>
                <a:cubicBezTo>
                  <a:pt x="1028901" y="108276"/>
                  <a:pt x="1030400" y="104486"/>
                  <a:pt x="1033399" y="100811"/>
                </a:cubicBezTo>
                <a:cubicBezTo>
                  <a:pt x="1036397" y="97134"/>
                  <a:pt x="1041149" y="93937"/>
                  <a:pt x="1047655" y="91222"/>
                </a:cubicBezTo>
                <a:cubicBezTo>
                  <a:pt x="1040075" y="88446"/>
                  <a:pt x="1034587" y="84792"/>
                  <a:pt x="1031193" y="80259"/>
                </a:cubicBezTo>
                <a:cubicBezTo>
                  <a:pt x="1027798" y="75726"/>
                  <a:pt x="1026101" y="70485"/>
                  <a:pt x="1026101" y="64536"/>
                </a:cubicBezTo>
                <a:cubicBezTo>
                  <a:pt x="1026101" y="56775"/>
                  <a:pt x="1029269" y="50047"/>
                  <a:pt x="1035605" y="44353"/>
                </a:cubicBezTo>
                <a:cubicBezTo>
                  <a:pt x="1041941" y="38658"/>
                  <a:pt x="1050088" y="35811"/>
                  <a:pt x="1060045" y="35811"/>
                </a:cubicBezTo>
                <a:cubicBezTo>
                  <a:pt x="1065306" y="35811"/>
                  <a:pt x="1070737" y="36942"/>
                  <a:pt x="1076338" y="39205"/>
                </a:cubicBezTo>
                <a:moveTo>
                  <a:pt x="1061657" y="41242"/>
                </a:moveTo>
                <a:cubicBezTo>
                  <a:pt x="1058376" y="41242"/>
                  <a:pt x="1055604" y="42894"/>
                  <a:pt x="1053341" y="46198"/>
                </a:cubicBezTo>
                <a:cubicBezTo>
                  <a:pt x="1051078" y="49501"/>
                  <a:pt x="1049947" y="56348"/>
                  <a:pt x="1049947" y="66740"/>
                </a:cubicBezTo>
                <a:cubicBezTo>
                  <a:pt x="1049947" y="75153"/>
                  <a:pt x="1051064" y="80927"/>
                  <a:pt x="1053298" y="84062"/>
                </a:cubicBezTo>
                <a:cubicBezTo>
                  <a:pt x="1055533" y="87196"/>
                  <a:pt x="1058178" y="88763"/>
                  <a:pt x="1061233" y="88763"/>
                </a:cubicBezTo>
                <a:cubicBezTo>
                  <a:pt x="1064627" y="88763"/>
                  <a:pt x="1067456" y="87210"/>
                  <a:pt x="1069719" y="84104"/>
                </a:cubicBezTo>
                <a:cubicBezTo>
                  <a:pt x="1071982" y="80998"/>
                  <a:pt x="1073113" y="74955"/>
                  <a:pt x="1073113" y="65976"/>
                </a:cubicBezTo>
                <a:cubicBezTo>
                  <a:pt x="1073113" y="55869"/>
                  <a:pt x="1071840" y="48979"/>
                  <a:pt x="1069295" y="45307"/>
                </a:cubicBezTo>
                <a:cubicBezTo>
                  <a:pt x="1067484" y="42597"/>
                  <a:pt x="1064938" y="41242"/>
                  <a:pt x="1061657" y="41242"/>
                </a:cubicBezTo>
                <a:moveTo>
                  <a:pt x="1056650" y="129326"/>
                </a:moveTo>
                <a:cubicBezTo>
                  <a:pt x="1050880" y="129326"/>
                  <a:pt x="1047061" y="129805"/>
                  <a:pt x="1045194" y="130764"/>
                </a:cubicBezTo>
                <a:cubicBezTo>
                  <a:pt x="1041970" y="132509"/>
                  <a:pt x="1040357" y="134874"/>
                  <a:pt x="1040357" y="137860"/>
                </a:cubicBezTo>
                <a:cubicBezTo>
                  <a:pt x="1040357" y="140733"/>
                  <a:pt x="1042026" y="143338"/>
                  <a:pt x="1045364" y="145675"/>
                </a:cubicBezTo>
                <a:cubicBezTo>
                  <a:pt x="1048702" y="148014"/>
                  <a:pt x="1054982" y="149184"/>
                  <a:pt x="1064203" y="149184"/>
                </a:cubicBezTo>
                <a:cubicBezTo>
                  <a:pt x="1072067" y="149184"/>
                  <a:pt x="1078247" y="148141"/>
                  <a:pt x="1082745" y="146057"/>
                </a:cubicBezTo>
                <a:cubicBezTo>
                  <a:pt x="1087242" y="143973"/>
                  <a:pt x="1089491" y="141043"/>
                  <a:pt x="1089491" y="137269"/>
                </a:cubicBezTo>
                <a:cubicBezTo>
                  <a:pt x="1089491" y="135861"/>
                  <a:pt x="1089067" y="134679"/>
                  <a:pt x="1088218" y="133720"/>
                </a:cubicBezTo>
                <a:cubicBezTo>
                  <a:pt x="1086691" y="132030"/>
                  <a:pt x="1084385" y="130875"/>
                  <a:pt x="1081302" y="130255"/>
                </a:cubicBezTo>
                <a:cubicBezTo>
                  <a:pt x="1078219" y="129636"/>
                  <a:pt x="1070002" y="129326"/>
                  <a:pt x="1056650" y="1293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284F9-D9BB-4B17-8E3A-20345C68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1333389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294111"/>
                </a:moveTo>
                <a:cubicBezTo>
                  <a:pt x="89125" y="294111"/>
                  <a:pt x="133687" y="245092"/>
                  <a:pt x="133687" y="147056"/>
                </a:cubicBezTo>
                <a:cubicBezTo>
                  <a:pt x="133687" y="49019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3567B-3E4B-4DD3-8D25-801CC4F6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1286598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8EDF6-9C30-4777-857B-189EF48C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1286598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DBF76-3C95-4D5D-AD40-BFC0924C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1627500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0"/>
                </a:moveTo>
                <a:cubicBezTo>
                  <a:pt x="89125" y="0"/>
                  <a:pt x="133687" y="49019"/>
                  <a:pt x="133687" y="147056"/>
                </a:cubicBezTo>
                <a:cubicBezTo>
                  <a:pt x="133687" y="245092"/>
                  <a:pt x="149863" y="294111"/>
                  <a:pt x="182215" y="29411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06A2B-1E8E-4183-8226-7719CBF1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1874820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B9ACE-1DB5-411C-8BD1-9DCEFCB5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1874820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2E9CE-B3FD-4781-B78C-AE12109F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1627500"/>
            <a:ext cx="182215" cy="10"/>
          </a:xfrm>
          <a:custGeom xmlns:a="http://schemas.openxmlformats.org/drawingml/2006/main">
            <a:pathLst>
              <a:path w="182215" h="1" fill="none">
                <a:moveTo>
                  <a:pt x="0" y="0"/>
                </a:moveTo>
                <a:cubicBezTo>
                  <a:pt x="89125" y="0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1A864B-C16D-445C-A8F1-D120FAB4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1580709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86905-2F41-46A9-BEC3-360BABD6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1580709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E1BAC8-67BD-49C0-9C4B-405BFD4D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1199702"/>
            <a:ext cx="1804772" cy="855596"/>
          </a:xfrm>
          <a:custGeom xmlns:a="http://schemas.openxmlformats.org/drawingml/2006/main">
            <a:pathLst>
              <a:path w="1804772" h="855596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7"/>
                  <a:pt x="1804772" y="17112"/>
                </a:cubicBezTo>
                <a:lnTo>
                  <a:pt x="1804772" y="838484"/>
                </a:lnTo>
                <a:cubicBezTo>
                  <a:pt x="1804772" y="843209"/>
                  <a:pt x="1803101" y="847242"/>
                  <a:pt x="1799760" y="850584"/>
                </a:cubicBezTo>
                <a:cubicBezTo>
                  <a:pt x="1796419" y="853925"/>
                  <a:pt x="1792386" y="855596"/>
                  <a:pt x="1787661" y="855596"/>
                </a:cubicBezTo>
                <a:lnTo>
                  <a:pt x="17112" y="855596"/>
                </a:lnTo>
                <a:cubicBezTo>
                  <a:pt x="12387" y="855596"/>
                  <a:pt x="8353" y="853925"/>
                  <a:pt x="5012" y="850584"/>
                </a:cubicBezTo>
                <a:cubicBezTo>
                  <a:pt x="1671" y="847242"/>
                  <a:pt x="0" y="843209"/>
                  <a:pt x="0" y="838484"/>
                </a:cubicBezTo>
                <a:lnTo>
                  <a:pt x="0" y="17112"/>
                </a:lnTo>
                <a:cubicBezTo>
                  <a:pt x="0" y="12387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solidFill xmlns:a="http://schemas.openxmlformats.org/drawingml/2006/main">
            <a:srgbClr val="B8F5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0DFFD-9F01-480D-B1F2-5BE7B845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1199702"/>
            <a:ext cx="1804772" cy="855596"/>
          </a:xfrm>
          <a:custGeom xmlns:a="http://schemas.openxmlformats.org/drawingml/2006/main">
            <a:pathLst>
              <a:path w="1804772" h="855596" fill="none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7"/>
                  <a:pt x="1804772" y="17112"/>
                </a:cubicBezTo>
                <a:lnTo>
                  <a:pt x="1804772" y="838484"/>
                </a:lnTo>
                <a:cubicBezTo>
                  <a:pt x="1804772" y="843209"/>
                  <a:pt x="1803101" y="847242"/>
                  <a:pt x="1799760" y="850584"/>
                </a:cubicBezTo>
                <a:cubicBezTo>
                  <a:pt x="1796419" y="853925"/>
                  <a:pt x="1792386" y="855596"/>
                  <a:pt x="1787661" y="855596"/>
                </a:cubicBezTo>
                <a:lnTo>
                  <a:pt x="17112" y="855596"/>
                </a:lnTo>
                <a:cubicBezTo>
                  <a:pt x="12387" y="855596"/>
                  <a:pt x="8353" y="853925"/>
                  <a:pt x="5012" y="850584"/>
                </a:cubicBezTo>
                <a:cubicBezTo>
                  <a:pt x="1671" y="847242"/>
                  <a:pt x="0" y="843209"/>
                  <a:pt x="0" y="838484"/>
                </a:cubicBezTo>
                <a:lnTo>
                  <a:pt x="0" y="17112"/>
                </a:lnTo>
                <a:cubicBezTo>
                  <a:pt x="0" y="12387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51" name="Text PromptsasktheLLMto">
            <a:extLst xmlns:a="http://schemas.openxmlformats.org/drawingml/2006/main">
              <a:ext uri="{FF2B5EF4-FFF2-40B4-BE49-F238E27FC236}">
                <a16:creationId xmlns:a16="http://schemas.microsoft.com/office/drawing/2014/main" id="{E9D6CC4D-6259-4E4A-BB2C-4C720A11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1979" y="1353089"/>
            <a:ext cx="1690437" cy="157839"/>
          </a:xfrm>
          <a:custGeom xmlns:a="http://schemas.openxmlformats.org/drawingml/2006/main">
            <a:pathLst>
              <a:path w="1690437" h="157839">
                <a:moveTo>
                  <a:pt x="32756" y="66700"/>
                </a:moveTo>
                <a:lnTo>
                  <a:pt x="32756" y="100275"/>
                </a:lnTo>
                <a:cubicBezTo>
                  <a:pt x="32756" y="107529"/>
                  <a:pt x="33548" y="112034"/>
                  <a:pt x="35132" y="113792"/>
                </a:cubicBezTo>
                <a:cubicBezTo>
                  <a:pt x="37282" y="116284"/>
                  <a:pt x="40535" y="117531"/>
                  <a:pt x="44891" y="117531"/>
                </a:cubicBezTo>
                <a:lnTo>
                  <a:pt x="49304" y="117531"/>
                </a:lnTo>
                <a:lnTo>
                  <a:pt x="49304" y="120671"/>
                </a:lnTo>
                <a:lnTo>
                  <a:pt x="0" y="120671"/>
                </a:lnTo>
                <a:lnTo>
                  <a:pt x="0" y="117531"/>
                </a:lnTo>
                <a:lnTo>
                  <a:pt x="4328" y="117531"/>
                </a:lnTo>
                <a:cubicBezTo>
                  <a:pt x="9193" y="117531"/>
                  <a:pt x="12672" y="115947"/>
                  <a:pt x="14766" y="112779"/>
                </a:cubicBezTo>
                <a:cubicBezTo>
                  <a:pt x="15897" y="111025"/>
                  <a:pt x="16463" y="106867"/>
                  <a:pt x="16463" y="100304"/>
                </a:cubicBezTo>
                <a:lnTo>
                  <a:pt x="16463" y="25967"/>
                </a:lnTo>
                <a:cubicBezTo>
                  <a:pt x="16463" y="18726"/>
                  <a:pt x="15699" y="14228"/>
                  <a:pt x="14172" y="12474"/>
                </a:cubicBezTo>
                <a:cubicBezTo>
                  <a:pt x="11965" y="9985"/>
                  <a:pt x="8684" y="8741"/>
                  <a:pt x="4328" y="8741"/>
                </a:cubicBezTo>
                <a:lnTo>
                  <a:pt x="0" y="8741"/>
                </a:lnTo>
                <a:lnTo>
                  <a:pt x="0" y="5601"/>
                </a:lnTo>
                <a:lnTo>
                  <a:pt x="42175" y="5601"/>
                </a:lnTo>
                <a:cubicBezTo>
                  <a:pt x="52472" y="5601"/>
                  <a:pt x="60590" y="6661"/>
                  <a:pt x="66530" y="8780"/>
                </a:cubicBezTo>
                <a:cubicBezTo>
                  <a:pt x="72470" y="10898"/>
                  <a:pt x="77477" y="14471"/>
                  <a:pt x="81550" y="19499"/>
                </a:cubicBezTo>
                <a:cubicBezTo>
                  <a:pt x="85624" y="24527"/>
                  <a:pt x="87660" y="30488"/>
                  <a:pt x="87660" y="37381"/>
                </a:cubicBezTo>
                <a:cubicBezTo>
                  <a:pt x="87660" y="46760"/>
                  <a:pt x="84563" y="54387"/>
                  <a:pt x="78368" y="60264"/>
                </a:cubicBezTo>
                <a:cubicBezTo>
                  <a:pt x="72173" y="66139"/>
                  <a:pt x="63419" y="69076"/>
                  <a:pt x="52104" y="69076"/>
                </a:cubicBezTo>
                <a:cubicBezTo>
                  <a:pt x="49332" y="69076"/>
                  <a:pt x="46333" y="68878"/>
                  <a:pt x="43109" y="68482"/>
                </a:cubicBezTo>
                <a:cubicBezTo>
                  <a:pt x="39884" y="68086"/>
                  <a:pt x="36433" y="67492"/>
                  <a:pt x="32756" y="66700"/>
                </a:cubicBezTo>
                <a:moveTo>
                  <a:pt x="32756" y="61778"/>
                </a:moveTo>
                <a:cubicBezTo>
                  <a:pt x="35754" y="62344"/>
                  <a:pt x="38413" y="62768"/>
                  <a:pt x="40733" y="63051"/>
                </a:cubicBezTo>
                <a:cubicBezTo>
                  <a:pt x="43052" y="63334"/>
                  <a:pt x="45032" y="63475"/>
                  <a:pt x="46673" y="63475"/>
                </a:cubicBezTo>
                <a:cubicBezTo>
                  <a:pt x="52557" y="63475"/>
                  <a:pt x="57634" y="61198"/>
                  <a:pt x="61905" y="56644"/>
                </a:cubicBezTo>
                <a:cubicBezTo>
                  <a:pt x="66177" y="52090"/>
                  <a:pt x="68312" y="46192"/>
                  <a:pt x="68312" y="38951"/>
                </a:cubicBezTo>
                <a:cubicBezTo>
                  <a:pt x="68312" y="33972"/>
                  <a:pt x="67294" y="29347"/>
                  <a:pt x="65257" y="25076"/>
                </a:cubicBezTo>
                <a:cubicBezTo>
                  <a:pt x="63221" y="20805"/>
                  <a:pt x="60335" y="17608"/>
                  <a:pt x="56601" y="15487"/>
                </a:cubicBezTo>
                <a:cubicBezTo>
                  <a:pt x="52868" y="13365"/>
                  <a:pt x="48625" y="12305"/>
                  <a:pt x="43873" y="12305"/>
                </a:cubicBezTo>
                <a:cubicBezTo>
                  <a:pt x="40987" y="12305"/>
                  <a:pt x="37282" y="12842"/>
                  <a:pt x="32756" y="13917"/>
                </a:cubicBezTo>
                <a:lnTo>
                  <a:pt x="32756" y="61778"/>
                </a:lnTo>
                <a:close/>
                <a:moveTo>
                  <a:pt x="121917" y="40733"/>
                </a:moveTo>
                <a:lnTo>
                  <a:pt x="121917" y="58214"/>
                </a:lnTo>
                <a:cubicBezTo>
                  <a:pt x="128423" y="46560"/>
                  <a:pt x="135099" y="40733"/>
                  <a:pt x="141944" y="40733"/>
                </a:cubicBezTo>
                <a:cubicBezTo>
                  <a:pt x="145056" y="40733"/>
                  <a:pt x="147630" y="41680"/>
                  <a:pt x="149667" y="43576"/>
                </a:cubicBezTo>
                <a:cubicBezTo>
                  <a:pt x="151703" y="45471"/>
                  <a:pt x="152721" y="47663"/>
                  <a:pt x="152721" y="50152"/>
                </a:cubicBezTo>
                <a:cubicBezTo>
                  <a:pt x="152721" y="52359"/>
                  <a:pt x="151986" y="54225"/>
                  <a:pt x="150515" y="55753"/>
                </a:cubicBezTo>
                <a:cubicBezTo>
                  <a:pt x="149044" y="57280"/>
                  <a:pt x="147290" y="58044"/>
                  <a:pt x="145254" y="58044"/>
                </a:cubicBezTo>
                <a:cubicBezTo>
                  <a:pt x="143274" y="58044"/>
                  <a:pt x="141053" y="57068"/>
                  <a:pt x="138592" y="55116"/>
                </a:cubicBezTo>
                <a:cubicBezTo>
                  <a:pt x="136131" y="53165"/>
                  <a:pt x="134307" y="52189"/>
                  <a:pt x="133119" y="52189"/>
                </a:cubicBezTo>
                <a:cubicBezTo>
                  <a:pt x="132101" y="52189"/>
                  <a:pt x="130997" y="52753"/>
                  <a:pt x="129809" y="53881"/>
                </a:cubicBezTo>
                <a:cubicBezTo>
                  <a:pt x="127264" y="56195"/>
                  <a:pt x="124633" y="60004"/>
                  <a:pt x="121917" y="65308"/>
                </a:cubicBezTo>
                <a:lnTo>
                  <a:pt x="121917" y="102466"/>
                </a:lnTo>
                <a:cubicBezTo>
                  <a:pt x="121917" y="106753"/>
                  <a:pt x="122455" y="109997"/>
                  <a:pt x="123530" y="112198"/>
                </a:cubicBezTo>
                <a:cubicBezTo>
                  <a:pt x="124265" y="113722"/>
                  <a:pt x="125566" y="114992"/>
                  <a:pt x="127433" y="116009"/>
                </a:cubicBezTo>
                <a:cubicBezTo>
                  <a:pt x="129300" y="117023"/>
                  <a:pt x="131987" y="117531"/>
                  <a:pt x="135495" y="117531"/>
                </a:cubicBezTo>
                <a:lnTo>
                  <a:pt x="135495" y="120671"/>
                </a:lnTo>
                <a:lnTo>
                  <a:pt x="95696" y="120671"/>
                </a:lnTo>
                <a:lnTo>
                  <a:pt x="95696" y="117531"/>
                </a:lnTo>
                <a:cubicBezTo>
                  <a:pt x="99656" y="117531"/>
                  <a:pt x="102598" y="116910"/>
                  <a:pt x="104521" y="115669"/>
                </a:cubicBezTo>
                <a:cubicBezTo>
                  <a:pt x="105935" y="114766"/>
                  <a:pt x="106925" y="113326"/>
                  <a:pt x="107491" y="111349"/>
                </a:cubicBezTo>
                <a:cubicBezTo>
                  <a:pt x="107774" y="110389"/>
                  <a:pt x="107916" y="107652"/>
                  <a:pt x="107916" y="103136"/>
                </a:cubicBezTo>
                <a:lnTo>
                  <a:pt x="107916" y="73078"/>
                </a:lnTo>
                <a:cubicBezTo>
                  <a:pt x="107916" y="64045"/>
                  <a:pt x="107732" y="58669"/>
                  <a:pt x="107364" y="56949"/>
                </a:cubicBezTo>
                <a:cubicBezTo>
                  <a:pt x="106996" y="55227"/>
                  <a:pt x="106317" y="53971"/>
                  <a:pt x="105327" y="53181"/>
                </a:cubicBezTo>
                <a:cubicBezTo>
                  <a:pt x="104337" y="52390"/>
                  <a:pt x="103107" y="51995"/>
                  <a:pt x="101636" y="51995"/>
                </a:cubicBezTo>
                <a:cubicBezTo>
                  <a:pt x="99882" y="51995"/>
                  <a:pt x="97902" y="52419"/>
                  <a:pt x="95696" y="53265"/>
                </a:cubicBezTo>
                <a:lnTo>
                  <a:pt x="94847" y="50216"/>
                </a:lnTo>
                <a:lnTo>
                  <a:pt x="118353" y="40733"/>
                </a:lnTo>
                <a:lnTo>
                  <a:pt x="121917" y="40733"/>
                </a:lnTo>
                <a:close/>
                <a:moveTo>
                  <a:pt x="195065" y="40733"/>
                </a:moveTo>
                <a:cubicBezTo>
                  <a:pt x="206832" y="40733"/>
                  <a:pt x="216280" y="45198"/>
                  <a:pt x="223408" y="54127"/>
                </a:cubicBezTo>
                <a:cubicBezTo>
                  <a:pt x="229461" y="61756"/>
                  <a:pt x="232488" y="70516"/>
                  <a:pt x="232488" y="80407"/>
                </a:cubicBezTo>
                <a:cubicBezTo>
                  <a:pt x="232488" y="87359"/>
                  <a:pt x="230819" y="94395"/>
                  <a:pt x="227481" y="101516"/>
                </a:cubicBezTo>
                <a:cubicBezTo>
                  <a:pt x="224144" y="108636"/>
                  <a:pt x="219547" y="114004"/>
                  <a:pt x="213692" y="117621"/>
                </a:cubicBezTo>
                <a:cubicBezTo>
                  <a:pt x="207836" y="121238"/>
                  <a:pt x="201316" y="123047"/>
                  <a:pt x="194131" y="123047"/>
                </a:cubicBezTo>
                <a:cubicBezTo>
                  <a:pt x="182421" y="123047"/>
                  <a:pt x="173114" y="118384"/>
                  <a:pt x="166213" y="109058"/>
                </a:cubicBezTo>
                <a:cubicBezTo>
                  <a:pt x="160385" y="101203"/>
                  <a:pt x="157472" y="92388"/>
                  <a:pt x="157472" y="82611"/>
                </a:cubicBezTo>
                <a:cubicBezTo>
                  <a:pt x="157472" y="75490"/>
                  <a:pt x="159240" y="68411"/>
                  <a:pt x="162776" y="61375"/>
                </a:cubicBezTo>
                <a:cubicBezTo>
                  <a:pt x="166312" y="54339"/>
                  <a:pt x="170965" y="49139"/>
                  <a:pt x="176735" y="45777"/>
                </a:cubicBezTo>
                <a:cubicBezTo>
                  <a:pt x="182506" y="42414"/>
                  <a:pt x="188616" y="40733"/>
                  <a:pt x="195065" y="40733"/>
                </a:cubicBezTo>
                <a:moveTo>
                  <a:pt x="192434" y="46333"/>
                </a:moveTo>
                <a:cubicBezTo>
                  <a:pt x="189436" y="46333"/>
                  <a:pt x="186423" y="47224"/>
                  <a:pt x="183397" y="49004"/>
                </a:cubicBezTo>
                <a:cubicBezTo>
                  <a:pt x="180370" y="50784"/>
                  <a:pt x="177923" y="53906"/>
                  <a:pt x="176056" y="58370"/>
                </a:cubicBezTo>
                <a:cubicBezTo>
                  <a:pt x="174189" y="62834"/>
                  <a:pt x="173256" y="68569"/>
                  <a:pt x="173256" y="75576"/>
                </a:cubicBezTo>
                <a:cubicBezTo>
                  <a:pt x="173256" y="86876"/>
                  <a:pt x="175505" y="96624"/>
                  <a:pt x="180002" y="104818"/>
                </a:cubicBezTo>
                <a:cubicBezTo>
                  <a:pt x="184500" y="113010"/>
                  <a:pt x="190426" y="117107"/>
                  <a:pt x="197780" y="117107"/>
                </a:cubicBezTo>
                <a:cubicBezTo>
                  <a:pt x="203268" y="117107"/>
                  <a:pt x="207794" y="114846"/>
                  <a:pt x="211358" y="110326"/>
                </a:cubicBezTo>
                <a:cubicBezTo>
                  <a:pt x="214922" y="105805"/>
                  <a:pt x="216704" y="98036"/>
                  <a:pt x="216704" y="87018"/>
                </a:cubicBezTo>
                <a:cubicBezTo>
                  <a:pt x="216704" y="73230"/>
                  <a:pt x="213734" y="62381"/>
                  <a:pt x="207794" y="54469"/>
                </a:cubicBezTo>
                <a:cubicBezTo>
                  <a:pt x="203777" y="49045"/>
                  <a:pt x="198657" y="46333"/>
                  <a:pt x="192434" y="46333"/>
                </a:cubicBezTo>
                <a:close/>
                <a:moveTo>
                  <a:pt x="267026" y="57280"/>
                </a:moveTo>
                <a:cubicBezTo>
                  <a:pt x="272684" y="51623"/>
                  <a:pt x="276021" y="48370"/>
                  <a:pt x="277040" y="47521"/>
                </a:cubicBezTo>
                <a:cubicBezTo>
                  <a:pt x="279586" y="45372"/>
                  <a:pt x="282329" y="43703"/>
                  <a:pt x="285271" y="42515"/>
                </a:cubicBezTo>
                <a:cubicBezTo>
                  <a:pt x="288213" y="41327"/>
                  <a:pt x="291127" y="40733"/>
                  <a:pt x="294012" y="40733"/>
                </a:cubicBezTo>
                <a:cubicBezTo>
                  <a:pt x="298877" y="40733"/>
                  <a:pt x="303063" y="42147"/>
                  <a:pt x="306571" y="44976"/>
                </a:cubicBezTo>
                <a:cubicBezTo>
                  <a:pt x="310079" y="47804"/>
                  <a:pt x="312426" y="51906"/>
                  <a:pt x="313614" y="57280"/>
                </a:cubicBezTo>
                <a:cubicBezTo>
                  <a:pt x="319441" y="50492"/>
                  <a:pt x="324363" y="46036"/>
                  <a:pt x="328380" y="43915"/>
                </a:cubicBezTo>
                <a:cubicBezTo>
                  <a:pt x="332397" y="41793"/>
                  <a:pt x="336527" y="40733"/>
                  <a:pt x="340769" y="40733"/>
                </a:cubicBezTo>
                <a:cubicBezTo>
                  <a:pt x="344899" y="40733"/>
                  <a:pt x="348562" y="41792"/>
                  <a:pt x="351759" y="43910"/>
                </a:cubicBezTo>
                <a:cubicBezTo>
                  <a:pt x="354955" y="46026"/>
                  <a:pt x="357487" y="49483"/>
                  <a:pt x="359354" y="54281"/>
                </a:cubicBezTo>
                <a:cubicBezTo>
                  <a:pt x="360598" y="57555"/>
                  <a:pt x="361221" y="62692"/>
                  <a:pt x="361221" y="69691"/>
                </a:cubicBezTo>
                <a:lnTo>
                  <a:pt x="361221" y="103052"/>
                </a:lnTo>
                <a:cubicBezTo>
                  <a:pt x="361221" y="107906"/>
                  <a:pt x="361588" y="111237"/>
                  <a:pt x="362324" y="113044"/>
                </a:cubicBezTo>
                <a:cubicBezTo>
                  <a:pt x="362890" y="114285"/>
                  <a:pt x="363936" y="115343"/>
                  <a:pt x="365464" y="116218"/>
                </a:cubicBezTo>
                <a:cubicBezTo>
                  <a:pt x="366991" y="117093"/>
                  <a:pt x="369480" y="117531"/>
                  <a:pt x="372931" y="117531"/>
                </a:cubicBezTo>
                <a:lnTo>
                  <a:pt x="372931" y="120671"/>
                </a:lnTo>
                <a:lnTo>
                  <a:pt x="334575" y="120671"/>
                </a:lnTo>
                <a:lnTo>
                  <a:pt x="334575" y="117531"/>
                </a:lnTo>
                <a:lnTo>
                  <a:pt x="336187" y="117531"/>
                </a:lnTo>
                <a:cubicBezTo>
                  <a:pt x="339525" y="117531"/>
                  <a:pt x="342127" y="116884"/>
                  <a:pt x="343994" y="115590"/>
                </a:cubicBezTo>
                <a:cubicBezTo>
                  <a:pt x="345295" y="114688"/>
                  <a:pt x="346229" y="113252"/>
                  <a:pt x="346795" y="111283"/>
                </a:cubicBezTo>
                <a:cubicBezTo>
                  <a:pt x="347021" y="110327"/>
                  <a:pt x="347134" y="107597"/>
                  <a:pt x="347134" y="103094"/>
                </a:cubicBezTo>
                <a:lnTo>
                  <a:pt x="347134" y="69829"/>
                </a:lnTo>
                <a:cubicBezTo>
                  <a:pt x="347134" y="63525"/>
                  <a:pt x="346370" y="59078"/>
                  <a:pt x="344843" y="56490"/>
                </a:cubicBezTo>
                <a:cubicBezTo>
                  <a:pt x="342636" y="52887"/>
                  <a:pt x="339101" y="51086"/>
                  <a:pt x="334235" y="51086"/>
                </a:cubicBezTo>
                <a:cubicBezTo>
                  <a:pt x="331237" y="51086"/>
                  <a:pt x="328224" y="51832"/>
                  <a:pt x="325198" y="53324"/>
                </a:cubicBezTo>
                <a:cubicBezTo>
                  <a:pt x="322171" y="54814"/>
                  <a:pt x="318508" y="57586"/>
                  <a:pt x="314208" y="61640"/>
                </a:cubicBezTo>
                <a:lnTo>
                  <a:pt x="314039" y="62568"/>
                </a:lnTo>
                <a:lnTo>
                  <a:pt x="314208" y="66199"/>
                </a:lnTo>
                <a:lnTo>
                  <a:pt x="314208" y="103094"/>
                </a:lnTo>
                <a:cubicBezTo>
                  <a:pt x="314208" y="108385"/>
                  <a:pt x="314505" y="111678"/>
                  <a:pt x="315099" y="112972"/>
                </a:cubicBezTo>
                <a:cubicBezTo>
                  <a:pt x="315693" y="114266"/>
                  <a:pt x="316811" y="115350"/>
                  <a:pt x="318451" y="116223"/>
                </a:cubicBezTo>
                <a:cubicBezTo>
                  <a:pt x="320092" y="117095"/>
                  <a:pt x="322892" y="117531"/>
                  <a:pt x="326852" y="117531"/>
                </a:cubicBezTo>
                <a:lnTo>
                  <a:pt x="326852" y="120671"/>
                </a:lnTo>
                <a:lnTo>
                  <a:pt x="287562" y="120671"/>
                </a:lnTo>
                <a:lnTo>
                  <a:pt x="287562" y="117531"/>
                </a:lnTo>
                <a:cubicBezTo>
                  <a:pt x="291862" y="117531"/>
                  <a:pt x="294818" y="117024"/>
                  <a:pt x="296430" y="116011"/>
                </a:cubicBezTo>
                <a:cubicBezTo>
                  <a:pt x="298043" y="114998"/>
                  <a:pt x="299160" y="113479"/>
                  <a:pt x="299782" y="111453"/>
                </a:cubicBezTo>
                <a:cubicBezTo>
                  <a:pt x="300065" y="110495"/>
                  <a:pt x="300207" y="107708"/>
                  <a:pt x="300207" y="103094"/>
                </a:cubicBezTo>
                <a:lnTo>
                  <a:pt x="300207" y="69829"/>
                </a:lnTo>
                <a:cubicBezTo>
                  <a:pt x="300207" y="63525"/>
                  <a:pt x="299273" y="58993"/>
                  <a:pt x="297406" y="56236"/>
                </a:cubicBezTo>
                <a:cubicBezTo>
                  <a:pt x="294917" y="52633"/>
                  <a:pt x="291438" y="50831"/>
                  <a:pt x="286968" y="50831"/>
                </a:cubicBezTo>
                <a:cubicBezTo>
                  <a:pt x="283913" y="50831"/>
                  <a:pt x="280887" y="51647"/>
                  <a:pt x="277888" y="53279"/>
                </a:cubicBezTo>
                <a:cubicBezTo>
                  <a:pt x="273193" y="55756"/>
                  <a:pt x="269572" y="58542"/>
                  <a:pt x="267026" y="61637"/>
                </a:cubicBezTo>
                <a:lnTo>
                  <a:pt x="267026" y="103094"/>
                </a:lnTo>
                <a:cubicBezTo>
                  <a:pt x="267026" y="108159"/>
                  <a:pt x="267380" y="111452"/>
                  <a:pt x="268087" y="112972"/>
                </a:cubicBezTo>
                <a:cubicBezTo>
                  <a:pt x="268794" y="114491"/>
                  <a:pt x="269841" y="115630"/>
                  <a:pt x="271227" y="116391"/>
                </a:cubicBezTo>
                <a:cubicBezTo>
                  <a:pt x="272613" y="117151"/>
                  <a:pt x="275427" y="117531"/>
                  <a:pt x="279670" y="117531"/>
                </a:cubicBezTo>
                <a:lnTo>
                  <a:pt x="279670" y="120671"/>
                </a:lnTo>
                <a:lnTo>
                  <a:pt x="241229" y="120671"/>
                </a:lnTo>
                <a:lnTo>
                  <a:pt x="241229" y="117531"/>
                </a:lnTo>
                <a:cubicBezTo>
                  <a:pt x="244793" y="117531"/>
                  <a:pt x="247282" y="117150"/>
                  <a:pt x="248697" y="116388"/>
                </a:cubicBezTo>
                <a:cubicBezTo>
                  <a:pt x="250111" y="115626"/>
                  <a:pt x="251186" y="114412"/>
                  <a:pt x="251921" y="112747"/>
                </a:cubicBezTo>
                <a:cubicBezTo>
                  <a:pt x="252657" y="111081"/>
                  <a:pt x="253024" y="107850"/>
                  <a:pt x="253024" y="103052"/>
                </a:cubicBezTo>
                <a:lnTo>
                  <a:pt x="253024" y="73417"/>
                </a:lnTo>
                <a:cubicBezTo>
                  <a:pt x="253024" y="64892"/>
                  <a:pt x="252770" y="59389"/>
                  <a:pt x="252261" y="56906"/>
                </a:cubicBezTo>
                <a:cubicBezTo>
                  <a:pt x="251865" y="55043"/>
                  <a:pt x="251242" y="53759"/>
                  <a:pt x="250394" y="53053"/>
                </a:cubicBezTo>
                <a:cubicBezTo>
                  <a:pt x="249545" y="52348"/>
                  <a:pt x="248385" y="51995"/>
                  <a:pt x="246915" y="51995"/>
                </a:cubicBezTo>
                <a:cubicBezTo>
                  <a:pt x="245330" y="51995"/>
                  <a:pt x="243435" y="52419"/>
                  <a:pt x="241229" y="53265"/>
                </a:cubicBezTo>
                <a:lnTo>
                  <a:pt x="239956" y="50216"/>
                </a:lnTo>
                <a:lnTo>
                  <a:pt x="263377" y="40733"/>
                </a:lnTo>
                <a:lnTo>
                  <a:pt x="267026" y="40733"/>
                </a:lnTo>
                <a:lnTo>
                  <a:pt x="267026" y="57280"/>
                </a:lnTo>
                <a:close/>
                <a:moveTo>
                  <a:pt x="373554" y="50584"/>
                </a:moveTo>
                <a:lnTo>
                  <a:pt x="397485" y="40902"/>
                </a:lnTo>
                <a:lnTo>
                  <a:pt x="400709" y="40902"/>
                </a:lnTo>
                <a:lnTo>
                  <a:pt x="400709" y="59062"/>
                </a:lnTo>
                <a:cubicBezTo>
                  <a:pt x="404726" y="52217"/>
                  <a:pt x="408757" y="47451"/>
                  <a:pt x="412802" y="44764"/>
                </a:cubicBezTo>
                <a:cubicBezTo>
                  <a:pt x="416847" y="42076"/>
                  <a:pt x="421104" y="40733"/>
                  <a:pt x="425573" y="40733"/>
                </a:cubicBezTo>
                <a:cubicBezTo>
                  <a:pt x="433381" y="40733"/>
                  <a:pt x="439886" y="43784"/>
                  <a:pt x="445091" y="49887"/>
                </a:cubicBezTo>
                <a:cubicBezTo>
                  <a:pt x="451484" y="57348"/>
                  <a:pt x="454680" y="67068"/>
                  <a:pt x="454680" y="79050"/>
                </a:cubicBezTo>
                <a:cubicBezTo>
                  <a:pt x="454680" y="92443"/>
                  <a:pt x="450833" y="103520"/>
                  <a:pt x="443139" y="112280"/>
                </a:cubicBezTo>
                <a:cubicBezTo>
                  <a:pt x="436803" y="119458"/>
                  <a:pt x="428826" y="123047"/>
                  <a:pt x="419209" y="123047"/>
                </a:cubicBezTo>
                <a:cubicBezTo>
                  <a:pt x="415023" y="123047"/>
                  <a:pt x="411402" y="122453"/>
                  <a:pt x="408347" y="121265"/>
                </a:cubicBezTo>
                <a:cubicBezTo>
                  <a:pt x="406084" y="120416"/>
                  <a:pt x="403538" y="118719"/>
                  <a:pt x="400709" y="116173"/>
                </a:cubicBezTo>
                <a:lnTo>
                  <a:pt x="400709" y="139849"/>
                </a:lnTo>
                <a:cubicBezTo>
                  <a:pt x="400709" y="145167"/>
                  <a:pt x="401035" y="148547"/>
                  <a:pt x="401685" y="149990"/>
                </a:cubicBezTo>
                <a:cubicBezTo>
                  <a:pt x="402336" y="151432"/>
                  <a:pt x="403467" y="152578"/>
                  <a:pt x="405080" y="153427"/>
                </a:cubicBezTo>
                <a:cubicBezTo>
                  <a:pt x="406692" y="154275"/>
                  <a:pt x="409620" y="154699"/>
                  <a:pt x="413863" y="154699"/>
                </a:cubicBezTo>
                <a:lnTo>
                  <a:pt x="413863" y="157839"/>
                </a:lnTo>
                <a:lnTo>
                  <a:pt x="373130" y="157839"/>
                </a:lnTo>
                <a:lnTo>
                  <a:pt x="373130" y="154699"/>
                </a:lnTo>
                <a:lnTo>
                  <a:pt x="375252" y="154699"/>
                </a:lnTo>
                <a:cubicBezTo>
                  <a:pt x="378363" y="154756"/>
                  <a:pt x="381022" y="154161"/>
                  <a:pt x="383228" y="152915"/>
                </a:cubicBezTo>
                <a:cubicBezTo>
                  <a:pt x="384303" y="152292"/>
                  <a:pt x="385138" y="151287"/>
                  <a:pt x="385732" y="149900"/>
                </a:cubicBezTo>
                <a:cubicBezTo>
                  <a:pt x="386326" y="148514"/>
                  <a:pt x="386623" y="144990"/>
                  <a:pt x="386623" y="139329"/>
                </a:cubicBezTo>
                <a:lnTo>
                  <a:pt x="386623" y="65785"/>
                </a:lnTo>
                <a:cubicBezTo>
                  <a:pt x="386623" y="60746"/>
                  <a:pt x="386396" y="57548"/>
                  <a:pt x="385944" y="56190"/>
                </a:cubicBezTo>
                <a:cubicBezTo>
                  <a:pt x="385491" y="54831"/>
                  <a:pt x="384770" y="53812"/>
                  <a:pt x="383780" y="53133"/>
                </a:cubicBezTo>
                <a:cubicBezTo>
                  <a:pt x="382790" y="52452"/>
                  <a:pt x="381446" y="52112"/>
                  <a:pt x="379749" y="52112"/>
                </a:cubicBezTo>
                <a:cubicBezTo>
                  <a:pt x="378391" y="52112"/>
                  <a:pt x="376666" y="52508"/>
                  <a:pt x="374573" y="53300"/>
                </a:cubicBezTo>
                <a:lnTo>
                  <a:pt x="373554" y="50584"/>
                </a:lnTo>
                <a:moveTo>
                  <a:pt x="400709" y="64223"/>
                </a:moveTo>
                <a:lnTo>
                  <a:pt x="400709" y="93208"/>
                </a:lnTo>
                <a:cubicBezTo>
                  <a:pt x="400709" y="99480"/>
                  <a:pt x="400964" y="103605"/>
                  <a:pt x="401473" y="105582"/>
                </a:cubicBezTo>
                <a:cubicBezTo>
                  <a:pt x="402265" y="108859"/>
                  <a:pt x="404203" y="111741"/>
                  <a:pt x="407286" y="114227"/>
                </a:cubicBezTo>
                <a:cubicBezTo>
                  <a:pt x="410369" y="116712"/>
                  <a:pt x="414259" y="117955"/>
                  <a:pt x="418954" y="117955"/>
                </a:cubicBezTo>
                <a:cubicBezTo>
                  <a:pt x="424612" y="117955"/>
                  <a:pt x="429194" y="115751"/>
                  <a:pt x="432702" y="111344"/>
                </a:cubicBezTo>
                <a:cubicBezTo>
                  <a:pt x="437284" y="105582"/>
                  <a:pt x="439575" y="97475"/>
                  <a:pt x="439575" y="87021"/>
                </a:cubicBezTo>
                <a:cubicBezTo>
                  <a:pt x="439575" y="75157"/>
                  <a:pt x="436973" y="66032"/>
                  <a:pt x="431768" y="59648"/>
                </a:cubicBezTo>
                <a:cubicBezTo>
                  <a:pt x="428147" y="55241"/>
                  <a:pt x="423848" y="53037"/>
                  <a:pt x="418869" y="53037"/>
                </a:cubicBezTo>
                <a:cubicBezTo>
                  <a:pt x="416154" y="53037"/>
                  <a:pt x="413467" y="53715"/>
                  <a:pt x="410808" y="55071"/>
                </a:cubicBezTo>
                <a:cubicBezTo>
                  <a:pt x="408771" y="56088"/>
                  <a:pt x="405405" y="59138"/>
                  <a:pt x="400709" y="64223"/>
                </a:cubicBezTo>
                <a:close/>
                <a:moveTo>
                  <a:pt x="488624" y="17311"/>
                </a:moveTo>
                <a:lnTo>
                  <a:pt x="488624" y="42939"/>
                </a:lnTo>
                <a:lnTo>
                  <a:pt x="506784" y="42939"/>
                </a:lnTo>
                <a:lnTo>
                  <a:pt x="506784" y="48879"/>
                </a:lnTo>
                <a:lnTo>
                  <a:pt x="488624" y="48879"/>
                </a:lnTo>
                <a:lnTo>
                  <a:pt x="488624" y="99217"/>
                </a:lnTo>
                <a:cubicBezTo>
                  <a:pt x="488624" y="104247"/>
                  <a:pt x="489346" y="107638"/>
                  <a:pt x="490788" y="109390"/>
                </a:cubicBezTo>
                <a:cubicBezTo>
                  <a:pt x="492231" y="111140"/>
                  <a:pt x="494084" y="112015"/>
                  <a:pt x="496347" y="112015"/>
                </a:cubicBezTo>
                <a:cubicBezTo>
                  <a:pt x="498214" y="112015"/>
                  <a:pt x="500024" y="111435"/>
                  <a:pt x="501778" y="110275"/>
                </a:cubicBezTo>
                <a:cubicBezTo>
                  <a:pt x="503531" y="109116"/>
                  <a:pt x="504889" y="107404"/>
                  <a:pt x="505851" y="105141"/>
                </a:cubicBezTo>
                <a:lnTo>
                  <a:pt x="509160" y="105141"/>
                </a:lnTo>
                <a:cubicBezTo>
                  <a:pt x="507180" y="110701"/>
                  <a:pt x="504380" y="114906"/>
                  <a:pt x="500759" y="117756"/>
                </a:cubicBezTo>
                <a:cubicBezTo>
                  <a:pt x="497139" y="120604"/>
                  <a:pt x="493405" y="122028"/>
                  <a:pt x="489558" y="122028"/>
                </a:cubicBezTo>
                <a:cubicBezTo>
                  <a:pt x="486955" y="122028"/>
                  <a:pt x="484410" y="121306"/>
                  <a:pt x="481920" y="119862"/>
                </a:cubicBezTo>
                <a:cubicBezTo>
                  <a:pt x="479431" y="118417"/>
                  <a:pt x="477593" y="116351"/>
                  <a:pt x="476405" y="113662"/>
                </a:cubicBezTo>
                <a:cubicBezTo>
                  <a:pt x="475217" y="110971"/>
                  <a:pt x="474623" y="106822"/>
                  <a:pt x="474623" y="101214"/>
                </a:cubicBezTo>
                <a:lnTo>
                  <a:pt x="474623" y="48879"/>
                </a:lnTo>
                <a:lnTo>
                  <a:pt x="462318" y="48879"/>
                </a:lnTo>
                <a:lnTo>
                  <a:pt x="462318" y="46079"/>
                </a:lnTo>
                <a:cubicBezTo>
                  <a:pt x="465429" y="44831"/>
                  <a:pt x="468612" y="42717"/>
                  <a:pt x="471865" y="39738"/>
                </a:cubicBezTo>
                <a:cubicBezTo>
                  <a:pt x="475118" y="36759"/>
                  <a:pt x="478017" y="33227"/>
                  <a:pt x="480563" y="29141"/>
                </a:cubicBezTo>
                <a:cubicBezTo>
                  <a:pt x="481864" y="26986"/>
                  <a:pt x="483674" y="23043"/>
                  <a:pt x="485994" y="17311"/>
                </a:cubicBezTo>
                <a:lnTo>
                  <a:pt x="488624" y="17311"/>
                </a:lnTo>
                <a:close/>
                <a:moveTo>
                  <a:pt x="564603" y="40733"/>
                </a:moveTo>
                <a:lnTo>
                  <a:pt x="564603" y="67039"/>
                </a:lnTo>
                <a:lnTo>
                  <a:pt x="561803" y="67039"/>
                </a:lnTo>
                <a:cubicBezTo>
                  <a:pt x="559653" y="58788"/>
                  <a:pt x="556895" y="53176"/>
                  <a:pt x="553529" y="50203"/>
                </a:cubicBezTo>
                <a:cubicBezTo>
                  <a:pt x="550163" y="47227"/>
                  <a:pt x="545877" y="45739"/>
                  <a:pt x="540673" y="45739"/>
                </a:cubicBezTo>
                <a:cubicBezTo>
                  <a:pt x="536712" y="45739"/>
                  <a:pt x="533516" y="46785"/>
                  <a:pt x="531083" y="48877"/>
                </a:cubicBezTo>
                <a:cubicBezTo>
                  <a:pt x="528651" y="50966"/>
                  <a:pt x="527434" y="53283"/>
                  <a:pt x="527434" y="55827"/>
                </a:cubicBezTo>
                <a:cubicBezTo>
                  <a:pt x="527434" y="58992"/>
                  <a:pt x="528340" y="61704"/>
                  <a:pt x="530150" y="63963"/>
                </a:cubicBezTo>
                <a:cubicBezTo>
                  <a:pt x="531904" y="66281"/>
                  <a:pt x="535468" y="68739"/>
                  <a:pt x="540842" y="71338"/>
                </a:cubicBezTo>
                <a:lnTo>
                  <a:pt x="553232" y="77358"/>
                </a:lnTo>
                <a:cubicBezTo>
                  <a:pt x="564716" y="82951"/>
                  <a:pt x="570458" y="90326"/>
                  <a:pt x="570458" y="99482"/>
                </a:cubicBezTo>
                <a:cubicBezTo>
                  <a:pt x="570458" y="106545"/>
                  <a:pt x="567785" y="112239"/>
                  <a:pt x="562439" y="116563"/>
                </a:cubicBezTo>
                <a:cubicBezTo>
                  <a:pt x="557093" y="120885"/>
                  <a:pt x="551110" y="123047"/>
                  <a:pt x="544491" y="123047"/>
                </a:cubicBezTo>
                <a:cubicBezTo>
                  <a:pt x="539739" y="123047"/>
                  <a:pt x="534308" y="122198"/>
                  <a:pt x="528198" y="120501"/>
                </a:cubicBezTo>
                <a:cubicBezTo>
                  <a:pt x="526331" y="119935"/>
                  <a:pt x="524804" y="119652"/>
                  <a:pt x="523616" y="119652"/>
                </a:cubicBezTo>
                <a:cubicBezTo>
                  <a:pt x="522315" y="119652"/>
                  <a:pt x="521296" y="120388"/>
                  <a:pt x="520561" y="121859"/>
                </a:cubicBezTo>
                <a:lnTo>
                  <a:pt x="517760" y="121859"/>
                </a:lnTo>
                <a:lnTo>
                  <a:pt x="517760" y="94025"/>
                </a:lnTo>
                <a:lnTo>
                  <a:pt x="520561" y="94025"/>
                </a:lnTo>
                <a:cubicBezTo>
                  <a:pt x="522145" y="101973"/>
                  <a:pt x="525172" y="107963"/>
                  <a:pt x="529641" y="111994"/>
                </a:cubicBezTo>
                <a:cubicBezTo>
                  <a:pt x="534110" y="116025"/>
                  <a:pt x="539117" y="118040"/>
                  <a:pt x="544661" y="118040"/>
                </a:cubicBezTo>
                <a:cubicBezTo>
                  <a:pt x="548565" y="118040"/>
                  <a:pt x="551747" y="116896"/>
                  <a:pt x="554208" y="114608"/>
                </a:cubicBezTo>
                <a:cubicBezTo>
                  <a:pt x="556669" y="112319"/>
                  <a:pt x="557899" y="109564"/>
                  <a:pt x="557899" y="106343"/>
                </a:cubicBezTo>
                <a:cubicBezTo>
                  <a:pt x="557899" y="102443"/>
                  <a:pt x="556527" y="99165"/>
                  <a:pt x="553783" y="96509"/>
                </a:cubicBezTo>
                <a:cubicBezTo>
                  <a:pt x="551040" y="93854"/>
                  <a:pt x="545566" y="90492"/>
                  <a:pt x="537363" y="86424"/>
                </a:cubicBezTo>
                <a:cubicBezTo>
                  <a:pt x="529160" y="82355"/>
                  <a:pt x="523785" y="78681"/>
                  <a:pt x="521240" y="75403"/>
                </a:cubicBezTo>
                <a:cubicBezTo>
                  <a:pt x="518694" y="72182"/>
                  <a:pt x="517421" y="68113"/>
                  <a:pt x="517421" y="63197"/>
                </a:cubicBezTo>
                <a:cubicBezTo>
                  <a:pt x="517421" y="56811"/>
                  <a:pt x="519613" y="51471"/>
                  <a:pt x="523998" y="47177"/>
                </a:cubicBezTo>
                <a:cubicBezTo>
                  <a:pt x="528382" y="42881"/>
                  <a:pt x="534054" y="40733"/>
                  <a:pt x="541012" y="40733"/>
                </a:cubicBezTo>
                <a:cubicBezTo>
                  <a:pt x="544067" y="40733"/>
                  <a:pt x="547773" y="41383"/>
                  <a:pt x="552129" y="42684"/>
                </a:cubicBezTo>
                <a:cubicBezTo>
                  <a:pt x="555014" y="43533"/>
                  <a:pt x="556937" y="43957"/>
                  <a:pt x="557899" y="43957"/>
                </a:cubicBezTo>
                <a:cubicBezTo>
                  <a:pt x="558804" y="43957"/>
                  <a:pt x="559511" y="43759"/>
                  <a:pt x="560021" y="43363"/>
                </a:cubicBezTo>
                <a:cubicBezTo>
                  <a:pt x="560530" y="42967"/>
                  <a:pt x="561124" y="42090"/>
                  <a:pt x="561803" y="40733"/>
                </a:cubicBezTo>
                <a:lnTo>
                  <a:pt x="564603" y="40733"/>
                </a:lnTo>
                <a:close/>
                <a:moveTo>
                  <a:pt x="669462" y="109469"/>
                </a:moveTo>
                <a:cubicBezTo>
                  <a:pt x="661485" y="115636"/>
                  <a:pt x="656478" y="119200"/>
                  <a:pt x="654442" y="120161"/>
                </a:cubicBezTo>
                <a:cubicBezTo>
                  <a:pt x="651387" y="121632"/>
                  <a:pt x="648134" y="122368"/>
                  <a:pt x="644683" y="122368"/>
                </a:cubicBezTo>
                <a:cubicBezTo>
                  <a:pt x="639308" y="122368"/>
                  <a:pt x="634881" y="120529"/>
                  <a:pt x="631402" y="116852"/>
                </a:cubicBezTo>
                <a:cubicBezTo>
                  <a:pt x="627923" y="113175"/>
                  <a:pt x="626183" y="108338"/>
                  <a:pt x="626183" y="102341"/>
                </a:cubicBezTo>
                <a:cubicBezTo>
                  <a:pt x="626183" y="98551"/>
                  <a:pt x="627032" y="95269"/>
                  <a:pt x="628729" y="92497"/>
                </a:cubicBezTo>
                <a:cubicBezTo>
                  <a:pt x="631049" y="88650"/>
                  <a:pt x="635079" y="85030"/>
                  <a:pt x="640822" y="81635"/>
                </a:cubicBezTo>
                <a:cubicBezTo>
                  <a:pt x="646564" y="78241"/>
                  <a:pt x="656111" y="74111"/>
                  <a:pt x="669462" y="69246"/>
                </a:cubicBezTo>
                <a:lnTo>
                  <a:pt x="669462" y="66191"/>
                </a:lnTo>
                <a:cubicBezTo>
                  <a:pt x="669462" y="58440"/>
                  <a:pt x="668231" y="53122"/>
                  <a:pt x="665770" y="50237"/>
                </a:cubicBezTo>
                <a:cubicBezTo>
                  <a:pt x="663309" y="47352"/>
                  <a:pt x="659731" y="45909"/>
                  <a:pt x="655036" y="45909"/>
                </a:cubicBezTo>
                <a:cubicBezTo>
                  <a:pt x="651472" y="45909"/>
                  <a:pt x="648643" y="46867"/>
                  <a:pt x="646550" y="48784"/>
                </a:cubicBezTo>
                <a:cubicBezTo>
                  <a:pt x="644400" y="50700"/>
                  <a:pt x="643325" y="52899"/>
                  <a:pt x="643325" y="55379"/>
                </a:cubicBezTo>
                <a:lnTo>
                  <a:pt x="643495" y="60282"/>
                </a:lnTo>
                <a:cubicBezTo>
                  <a:pt x="643495" y="62874"/>
                  <a:pt x="642830" y="64874"/>
                  <a:pt x="641501" y="66283"/>
                </a:cubicBezTo>
                <a:cubicBezTo>
                  <a:pt x="640171" y="67692"/>
                  <a:pt x="638431" y="68397"/>
                  <a:pt x="636282" y="68397"/>
                </a:cubicBezTo>
                <a:cubicBezTo>
                  <a:pt x="634188" y="68397"/>
                  <a:pt x="632477" y="67664"/>
                  <a:pt x="631148" y="66199"/>
                </a:cubicBezTo>
                <a:cubicBezTo>
                  <a:pt x="629818" y="64731"/>
                  <a:pt x="629153" y="62728"/>
                  <a:pt x="629153" y="60189"/>
                </a:cubicBezTo>
                <a:cubicBezTo>
                  <a:pt x="629153" y="55340"/>
                  <a:pt x="631643" y="50885"/>
                  <a:pt x="636621" y="46824"/>
                </a:cubicBezTo>
                <a:cubicBezTo>
                  <a:pt x="641600" y="42763"/>
                  <a:pt x="648586" y="40733"/>
                  <a:pt x="657581" y="40733"/>
                </a:cubicBezTo>
                <a:cubicBezTo>
                  <a:pt x="664483" y="40733"/>
                  <a:pt x="670141" y="41891"/>
                  <a:pt x="674553" y="44207"/>
                </a:cubicBezTo>
                <a:cubicBezTo>
                  <a:pt x="677891" y="45959"/>
                  <a:pt x="680352" y="48700"/>
                  <a:pt x="681936" y="52430"/>
                </a:cubicBezTo>
                <a:cubicBezTo>
                  <a:pt x="682955" y="54859"/>
                  <a:pt x="683464" y="59831"/>
                  <a:pt x="683464" y="67347"/>
                </a:cubicBezTo>
                <a:lnTo>
                  <a:pt x="683464" y="93706"/>
                </a:lnTo>
                <a:cubicBezTo>
                  <a:pt x="683464" y="101109"/>
                  <a:pt x="683605" y="105643"/>
                  <a:pt x="683888" y="107311"/>
                </a:cubicBezTo>
                <a:cubicBezTo>
                  <a:pt x="684171" y="108978"/>
                  <a:pt x="684638" y="110094"/>
                  <a:pt x="685288" y="110660"/>
                </a:cubicBezTo>
                <a:cubicBezTo>
                  <a:pt x="685939" y="111224"/>
                  <a:pt x="686688" y="111506"/>
                  <a:pt x="687537" y="111506"/>
                </a:cubicBezTo>
                <a:cubicBezTo>
                  <a:pt x="688442" y="111506"/>
                  <a:pt x="689234" y="111308"/>
                  <a:pt x="689913" y="110912"/>
                </a:cubicBezTo>
                <a:cubicBezTo>
                  <a:pt x="691101" y="110176"/>
                  <a:pt x="693392" y="108111"/>
                  <a:pt x="696787" y="104717"/>
                </a:cubicBezTo>
                <a:lnTo>
                  <a:pt x="696787" y="109469"/>
                </a:lnTo>
                <a:cubicBezTo>
                  <a:pt x="690450" y="117955"/>
                  <a:pt x="684397" y="122198"/>
                  <a:pt x="678627" y="122198"/>
                </a:cubicBezTo>
                <a:cubicBezTo>
                  <a:pt x="675855" y="122198"/>
                  <a:pt x="673648" y="121236"/>
                  <a:pt x="672008" y="119313"/>
                </a:cubicBezTo>
                <a:cubicBezTo>
                  <a:pt x="670367" y="117389"/>
                  <a:pt x="669518" y="114108"/>
                  <a:pt x="669462" y="109469"/>
                </a:cubicBezTo>
                <a:moveTo>
                  <a:pt x="669462" y="103906"/>
                </a:moveTo>
                <a:lnTo>
                  <a:pt x="669462" y="74422"/>
                </a:lnTo>
                <a:cubicBezTo>
                  <a:pt x="660919" y="77801"/>
                  <a:pt x="655403" y="80194"/>
                  <a:pt x="652914" y="81603"/>
                </a:cubicBezTo>
                <a:cubicBezTo>
                  <a:pt x="648445" y="84082"/>
                  <a:pt x="645248" y="86673"/>
                  <a:pt x="643325" y="89376"/>
                </a:cubicBezTo>
                <a:cubicBezTo>
                  <a:pt x="641402" y="92079"/>
                  <a:pt x="640440" y="95036"/>
                  <a:pt x="640440" y="98246"/>
                </a:cubicBezTo>
                <a:cubicBezTo>
                  <a:pt x="640440" y="102302"/>
                  <a:pt x="641656" y="105667"/>
                  <a:pt x="644089" y="108342"/>
                </a:cubicBezTo>
                <a:cubicBezTo>
                  <a:pt x="646521" y="111017"/>
                  <a:pt x="649322" y="112354"/>
                  <a:pt x="652490" y="112354"/>
                </a:cubicBezTo>
                <a:cubicBezTo>
                  <a:pt x="656789" y="112354"/>
                  <a:pt x="662447" y="109538"/>
                  <a:pt x="669462" y="103906"/>
                </a:cubicBezTo>
                <a:close/>
                <a:moveTo>
                  <a:pt x="752821" y="40733"/>
                </a:moveTo>
                <a:lnTo>
                  <a:pt x="752821" y="67039"/>
                </a:lnTo>
                <a:lnTo>
                  <a:pt x="750020" y="67039"/>
                </a:lnTo>
                <a:cubicBezTo>
                  <a:pt x="747870" y="58788"/>
                  <a:pt x="745112" y="53176"/>
                  <a:pt x="741746" y="50203"/>
                </a:cubicBezTo>
                <a:cubicBezTo>
                  <a:pt x="738380" y="47227"/>
                  <a:pt x="734095" y="45739"/>
                  <a:pt x="728890" y="45739"/>
                </a:cubicBezTo>
                <a:cubicBezTo>
                  <a:pt x="724930" y="45739"/>
                  <a:pt x="721734" y="46785"/>
                  <a:pt x="719301" y="48877"/>
                </a:cubicBezTo>
                <a:cubicBezTo>
                  <a:pt x="716868" y="50966"/>
                  <a:pt x="715652" y="53283"/>
                  <a:pt x="715652" y="55827"/>
                </a:cubicBezTo>
                <a:cubicBezTo>
                  <a:pt x="715652" y="58992"/>
                  <a:pt x="716557" y="61704"/>
                  <a:pt x="718367" y="63963"/>
                </a:cubicBezTo>
                <a:cubicBezTo>
                  <a:pt x="720121" y="66281"/>
                  <a:pt x="723685" y="68739"/>
                  <a:pt x="729060" y="71338"/>
                </a:cubicBezTo>
                <a:lnTo>
                  <a:pt x="741449" y="77358"/>
                </a:lnTo>
                <a:cubicBezTo>
                  <a:pt x="752934" y="82951"/>
                  <a:pt x="758676" y="90326"/>
                  <a:pt x="758676" y="99482"/>
                </a:cubicBezTo>
                <a:cubicBezTo>
                  <a:pt x="758676" y="106545"/>
                  <a:pt x="756003" y="112239"/>
                  <a:pt x="750657" y="116563"/>
                </a:cubicBezTo>
                <a:cubicBezTo>
                  <a:pt x="745310" y="120885"/>
                  <a:pt x="739328" y="123047"/>
                  <a:pt x="732709" y="123047"/>
                </a:cubicBezTo>
                <a:cubicBezTo>
                  <a:pt x="727957" y="123047"/>
                  <a:pt x="722526" y="122198"/>
                  <a:pt x="716416" y="120501"/>
                </a:cubicBezTo>
                <a:cubicBezTo>
                  <a:pt x="714549" y="119935"/>
                  <a:pt x="713021" y="119652"/>
                  <a:pt x="711833" y="119652"/>
                </a:cubicBezTo>
                <a:cubicBezTo>
                  <a:pt x="710532" y="119652"/>
                  <a:pt x="709514" y="120388"/>
                  <a:pt x="708778" y="121859"/>
                </a:cubicBezTo>
                <a:lnTo>
                  <a:pt x="705978" y="121859"/>
                </a:lnTo>
                <a:lnTo>
                  <a:pt x="705978" y="94025"/>
                </a:lnTo>
                <a:lnTo>
                  <a:pt x="708778" y="94025"/>
                </a:lnTo>
                <a:cubicBezTo>
                  <a:pt x="710362" y="101973"/>
                  <a:pt x="713389" y="107963"/>
                  <a:pt x="717858" y="111994"/>
                </a:cubicBezTo>
                <a:cubicBezTo>
                  <a:pt x="722328" y="116025"/>
                  <a:pt x="727334" y="118040"/>
                  <a:pt x="732879" y="118040"/>
                </a:cubicBezTo>
                <a:cubicBezTo>
                  <a:pt x="736782" y="118040"/>
                  <a:pt x="739964" y="116896"/>
                  <a:pt x="742425" y="114608"/>
                </a:cubicBezTo>
                <a:cubicBezTo>
                  <a:pt x="744886" y="112319"/>
                  <a:pt x="746117" y="109564"/>
                  <a:pt x="746117" y="106343"/>
                </a:cubicBezTo>
                <a:cubicBezTo>
                  <a:pt x="746117" y="102443"/>
                  <a:pt x="744745" y="99165"/>
                  <a:pt x="742001" y="96509"/>
                </a:cubicBezTo>
                <a:cubicBezTo>
                  <a:pt x="739257" y="93854"/>
                  <a:pt x="733784" y="90492"/>
                  <a:pt x="725581" y="86424"/>
                </a:cubicBezTo>
                <a:cubicBezTo>
                  <a:pt x="717377" y="82355"/>
                  <a:pt x="712003" y="78681"/>
                  <a:pt x="709457" y="75403"/>
                </a:cubicBezTo>
                <a:cubicBezTo>
                  <a:pt x="706911" y="72182"/>
                  <a:pt x="705639" y="68113"/>
                  <a:pt x="705639" y="63197"/>
                </a:cubicBezTo>
                <a:cubicBezTo>
                  <a:pt x="705639" y="56811"/>
                  <a:pt x="707831" y="51471"/>
                  <a:pt x="712215" y="47177"/>
                </a:cubicBezTo>
                <a:cubicBezTo>
                  <a:pt x="716600" y="42881"/>
                  <a:pt x="722271" y="40733"/>
                  <a:pt x="729230" y="40733"/>
                </a:cubicBezTo>
                <a:cubicBezTo>
                  <a:pt x="732285" y="40733"/>
                  <a:pt x="735990" y="41383"/>
                  <a:pt x="740346" y="42684"/>
                </a:cubicBezTo>
                <a:cubicBezTo>
                  <a:pt x="743231" y="43533"/>
                  <a:pt x="745155" y="43957"/>
                  <a:pt x="746117" y="43957"/>
                </a:cubicBezTo>
                <a:cubicBezTo>
                  <a:pt x="747022" y="43957"/>
                  <a:pt x="747729" y="43759"/>
                  <a:pt x="748238" y="43363"/>
                </a:cubicBezTo>
                <a:cubicBezTo>
                  <a:pt x="748747" y="42967"/>
                  <a:pt x="749341" y="42090"/>
                  <a:pt x="750020" y="40733"/>
                </a:cubicBezTo>
                <a:lnTo>
                  <a:pt x="752821" y="40733"/>
                </a:lnTo>
                <a:close/>
                <a:moveTo>
                  <a:pt x="793186" y="0"/>
                </a:moveTo>
                <a:lnTo>
                  <a:pt x="793186" y="77307"/>
                </a:lnTo>
                <a:lnTo>
                  <a:pt x="812959" y="59317"/>
                </a:lnTo>
                <a:cubicBezTo>
                  <a:pt x="817145" y="55470"/>
                  <a:pt x="819578" y="53037"/>
                  <a:pt x="820257" y="52019"/>
                </a:cubicBezTo>
                <a:cubicBezTo>
                  <a:pt x="820709" y="51340"/>
                  <a:pt x="820936" y="50661"/>
                  <a:pt x="820936" y="49982"/>
                </a:cubicBezTo>
                <a:cubicBezTo>
                  <a:pt x="820936" y="48851"/>
                  <a:pt x="820469" y="47875"/>
                  <a:pt x="819535" y="47055"/>
                </a:cubicBezTo>
                <a:cubicBezTo>
                  <a:pt x="818602" y="46234"/>
                  <a:pt x="817060" y="45768"/>
                  <a:pt x="814911" y="45655"/>
                </a:cubicBezTo>
                <a:lnTo>
                  <a:pt x="814911" y="42939"/>
                </a:lnTo>
                <a:lnTo>
                  <a:pt x="848685" y="42939"/>
                </a:lnTo>
                <a:lnTo>
                  <a:pt x="848685" y="45655"/>
                </a:lnTo>
                <a:cubicBezTo>
                  <a:pt x="844046" y="45768"/>
                  <a:pt x="840185" y="46475"/>
                  <a:pt x="837101" y="47776"/>
                </a:cubicBezTo>
                <a:cubicBezTo>
                  <a:pt x="834018" y="49077"/>
                  <a:pt x="830638" y="51397"/>
                  <a:pt x="826961" y="54735"/>
                </a:cubicBezTo>
                <a:lnTo>
                  <a:pt x="807019" y="73149"/>
                </a:lnTo>
                <a:lnTo>
                  <a:pt x="826961" y="98305"/>
                </a:lnTo>
                <a:cubicBezTo>
                  <a:pt x="832505" y="105249"/>
                  <a:pt x="836239" y="109653"/>
                  <a:pt x="838162" y="111516"/>
                </a:cubicBezTo>
                <a:cubicBezTo>
                  <a:pt x="840878" y="114170"/>
                  <a:pt x="843254" y="115893"/>
                  <a:pt x="845290" y="116685"/>
                </a:cubicBezTo>
                <a:cubicBezTo>
                  <a:pt x="846705" y="117249"/>
                  <a:pt x="849166" y="117531"/>
                  <a:pt x="852673" y="117531"/>
                </a:cubicBezTo>
                <a:lnTo>
                  <a:pt x="852673" y="120671"/>
                </a:lnTo>
                <a:lnTo>
                  <a:pt x="814911" y="120671"/>
                </a:lnTo>
                <a:lnTo>
                  <a:pt x="814911" y="117531"/>
                </a:lnTo>
                <a:cubicBezTo>
                  <a:pt x="817060" y="117474"/>
                  <a:pt x="818517" y="117150"/>
                  <a:pt x="819281" y="116558"/>
                </a:cubicBezTo>
                <a:cubicBezTo>
                  <a:pt x="820045" y="115964"/>
                  <a:pt x="820426" y="115131"/>
                  <a:pt x="820426" y="114060"/>
                </a:cubicBezTo>
                <a:cubicBezTo>
                  <a:pt x="820426" y="112760"/>
                  <a:pt x="819295" y="110671"/>
                  <a:pt x="817032" y="107793"/>
                </a:cubicBezTo>
                <a:lnTo>
                  <a:pt x="793186" y="77392"/>
                </a:lnTo>
                <a:lnTo>
                  <a:pt x="793186" y="103134"/>
                </a:lnTo>
                <a:cubicBezTo>
                  <a:pt x="793186" y="108158"/>
                  <a:pt x="793540" y="111462"/>
                  <a:pt x="794247" y="113044"/>
                </a:cubicBezTo>
                <a:cubicBezTo>
                  <a:pt x="794954" y="114624"/>
                  <a:pt x="795959" y="115753"/>
                  <a:pt x="797260" y="116430"/>
                </a:cubicBezTo>
                <a:cubicBezTo>
                  <a:pt x="798561" y="117107"/>
                  <a:pt x="801390" y="117474"/>
                  <a:pt x="805746" y="117531"/>
                </a:cubicBezTo>
                <a:lnTo>
                  <a:pt x="805746" y="120671"/>
                </a:lnTo>
                <a:lnTo>
                  <a:pt x="766201" y="120671"/>
                </a:lnTo>
                <a:lnTo>
                  <a:pt x="766201" y="117531"/>
                </a:lnTo>
                <a:cubicBezTo>
                  <a:pt x="770161" y="117531"/>
                  <a:pt x="773131" y="117050"/>
                  <a:pt x="775111" y="116088"/>
                </a:cubicBezTo>
                <a:cubicBezTo>
                  <a:pt x="776299" y="115468"/>
                  <a:pt x="777205" y="114507"/>
                  <a:pt x="777827" y="113206"/>
                </a:cubicBezTo>
                <a:cubicBezTo>
                  <a:pt x="778675" y="111340"/>
                  <a:pt x="779100" y="108118"/>
                  <a:pt x="779100" y="103540"/>
                </a:cubicBezTo>
                <a:lnTo>
                  <a:pt x="779100" y="32817"/>
                </a:lnTo>
                <a:cubicBezTo>
                  <a:pt x="779100" y="23829"/>
                  <a:pt x="778902" y="18331"/>
                  <a:pt x="778506" y="16325"/>
                </a:cubicBezTo>
                <a:cubicBezTo>
                  <a:pt x="778110" y="14317"/>
                  <a:pt x="777459" y="12931"/>
                  <a:pt x="776554" y="12169"/>
                </a:cubicBezTo>
                <a:cubicBezTo>
                  <a:pt x="775649" y="11406"/>
                  <a:pt x="774461" y="11024"/>
                  <a:pt x="772990" y="11024"/>
                </a:cubicBezTo>
                <a:cubicBezTo>
                  <a:pt x="771802" y="11024"/>
                  <a:pt x="770020" y="11505"/>
                  <a:pt x="767644" y="12466"/>
                </a:cubicBezTo>
                <a:lnTo>
                  <a:pt x="766201" y="9496"/>
                </a:lnTo>
                <a:lnTo>
                  <a:pt x="789283" y="0"/>
                </a:lnTo>
                <a:lnTo>
                  <a:pt x="793186" y="0"/>
                </a:lnTo>
                <a:close/>
                <a:moveTo>
                  <a:pt x="923107" y="17311"/>
                </a:moveTo>
                <a:lnTo>
                  <a:pt x="923107" y="42939"/>
                </a:lnTo>
                <a:lnTo>
                  <a:pt x="941267" y="42939"/>
                </a:lnTo>
                <a:lnTo>
                  <a:pt x="941267" y="48879"/>
                </a:lnTo>
                <a:lnTo>
                  <a:pt x="923107" y="48879"/>
                </a:lnTo>
                <a:lnTo>
                  <a:pt x="923107" y="99217"/>
                </a:lnTo>
                <a:cubicBezTo>
                  <a:pt x="923107" y="104247"/>
                  <a:pt x="923828" y="107638"/>
                  <a:pt x="925271" y="109390"/>
                </a:cubicBezTo>
                <a:cubicBezTo>
                  <a:pt x="926713" y="111140"/>
                  <a:pt x="928566" y="112015"/>
                  <a:pt x="930829" y="112015"/>
                </a:cubicBezTo>
                <a:cubicBezTo>
                  <a:pt x="932696" y="112015"/>
                  <a:pt x="934506" y="111435"/>
                  <a:pt x="936260" y="110275"/>
                </a:cubicBezTo>
                <a:cubicBezTo>
                  <a:pt x="938014" y="109116"/>
                  <a:pt x="939372" y="107404"/>
                  <a:pt x="940333" y="105141"/>
                </a:cubicBezTo>
                <a:lnTo>
                  <a:pt x="943643" y="105141"/>
                </a:lnTo>
                <a:cubicBezTo>
                  <a:pt x="941663" y="110701"/>
                  <a:pt x="938862" y="114906"/>
                  <a:pt x="935242" y="117756"/>
                </a:cubicBezTo>
                <a:cubicBezTo>
                  <a:pt x="931621" y="120604"/>
                  <a:pt x="927887" y="122028"/>
                  <a:pt x="924040" y="122028"/>
                </a:cubicBezTo>
                <a:cubicBezTo>
                  <a:pt x="921438" y="122028"/>
                  <a:pt x="918892" y="121306"/>
                  <a:pt x="916403" y="119862"/>
                </a:cubicBezTo>
                <a:cubicBezTo>
                  <a:pt x="913914" y="118417"/>
                  <a:pt x="912075" y="116351"/>
                  <a:pt x="910887" y="113662"/>
                </a:cubicBezTo>
                <a:cubicBezTo>
                  <a:pt x="909699" y="110971"/>
                  <a:pt x="909105" y="106822"/>
                  <a:pt x="909105" y="101214"/>
                </a:cubicBezTo>
                <a:lnTo>
                  <a:pt x="909105" y="48879"/>
                </a:lnTo>
                <a:lnTo>
                  <a:pt x="896800" y="48879"/>
                </a:lnTo>
                <a:lnTo>
                  <a:pt x="896800" y="46079"/>
                </a:lnTo>
                <a:cubicBezTo>
                  <a:pt x="899912" y="44831"/>
                  <a:pt x="903094" y="42717"/>
                  <a:pt x="906347" y="39738"/>
                </a:cubicBezTo>
                <a:cubicBezTo>
                  <a:pt x="909600" y="36759"/>
                  <a:pt x="912499" y="33227"/>
                  <a:pt x="915045" y="29141"/>
                </a:cubicBezTo>
                <a:cubicBezTo>
                  <a:pt x="916346" y="26986"/>
                  <a:pt x="918157" y="23043"/>
                  <a:pt x="920476" y="17311"/>
                </a:cubicBezTo>
                <a:lnTo>
                  <a:pt x="923107" y="17311"/>
                </a:lnTo>
                <a:close/>
                <a:moveTo>
                  <a:pt x="971676" y="0"/>
                </a:moveTo>
                <a:lnTo>
                  <a:pt x="971676" y="56941"/>
                </a:lnTo>
                <a:cubicBezTo>
                  <a:pt x="977956" y="50039"/>
                  <a:pt x="982934" y="45612"/>
                  <a:pt x="986611" y="43660"/>
                </a:cubicBezTo>
                <a:cubicBezTo>
                  <a:pt x="990289" y="41709"/>
                  <a:pt x="993966" y="40733"/>
                  <a:pt x="997643" y="40733"/>
                </a:cubicBezTo>
                <a:cubicBezTo>
                  <a:pt x="1002056" y="40733"/>
                  <a:pt x="1005846" y="41946"/>
                  <a:pt x="1009014" y="44374"/>
                </a:cubicBezTo>
                <a:cubicBezTo>
                  <a:pt x="1012182" y="46801"/>
                  <a:pt x="1014530" y="50611"/>
                  <a:pt x="1016058" y="55803"/>
                </a:cubicBezTo>
                <a:cubicBezTo>
                  <a:pt x="1017133" y="59417"/>
                  <a:pt x="1017670" y="66022"/>
                  <a:pt x="1017670" y="75618"/>
                </a:cubicBezTo>
                <a:lnTo>
                  <a:pt x="1017670" y="103052"/>
                </a:lnTo>
                <a:cubicBezTo>
                  <a:pt x="1017670" y="107963"/>
                  <a:pt x="1018066" y="111322"/>
                  <a:pt x="1018858" y="113129"/>
                </a:cubicBezTo>
                <a:cubicBezTo>
                  <a:pt x="1019424" y="114483"/>
                  <a:pt x="1020385" y="115555"/>
                  <a:pt x="1021743" y="116345"/>
                </a:cubicBezTo>
                <a:cubicBezTo>
                  <a:pt x="1023101" y="117136"/>
                  <a:pt x="1025590" y="117531"/>
                  <a:pt x="1029211" y="117531"/>
                </a:cubicBezTo>
                <a:lnTo>
                  <a:pt x="1029211" y="120671"/>
                </a:lnTo>
                <a:lnTo>
                  <a:pt x="991024" y="120671"/>
                </a:lnTo>
                <a:lnTo>
                  <a:pt x="991024" y="117531"/>
                </a:lnTo>
                <a:lnTo>
                  <a:pt x="992806" y="117531"/>
                </a:lnTo>
                <a:cubicBezTo>
                  <a:pt x="996427" y="117531"/>
                  <a:pt x="998944" y="116979"/>
                  <a:pt x="1000359" y="115876"/>
                </a:cubicBezTo>
                <a:cubicBezTo>
                  <a:pt x="1001773" y="114773"/>
                  <a:pt x="1002763" y="113146"/>
                  <a:pt x="1003329" y="110997"/>
                </a:cubicBezTo>
                <a:cubicBezTo>
                  <a:pt x="1003498" y="110091"/>
                  <a:pt x="1003583" y="107433"/>
                  <a:pt x="1003583" y="103020"/>
                </a:cubicBezTo>
                <a:lnTo>
                  <a:pt x="1003583" y="75525"/>
                </a:lnTo>
                <a:cubicBezTo>
                  <a:pt x="1003583" y="67039"/>
                  <a:pt x="1003145" y="61467"/>
                  <a:pt x="1002268" y="58808"/>
                </a:cubicBezTo>
                <a:cubicBezTo>
                  <a:pt x="1001391" y="56149"/>
                  <a:pt x="999991" y="54155"/>
                  <a:pt x="998067" y="52825"/>
                </a:cubicBezTo>
                <a:cubicBezTo>
                  <a:pt x="996144" y="51496"/>
                  <a:pt x="993824" y="50831"/>
                  <a:pt x="991109" y="50831"/>
                </a:cubicBezTo>
                <a:cubicBezTo>
                  <a:pt x="988337" y="50831"/>
                  <a:pt x="985452" y="51566"/>
                  <a:pt x="982453" y="53037"/>
                </a:cubicBezTo>
                <a:cubicBezTo>
                  <a:pt x="979455" y="54508"/>
                  <a:pt x="975862" y="57478"/>
                  <a:pt x="971676" y="61948"/>
                </a:cubicBezTo>
                <a:lnTo>
                  <a:pt x="971676" y="103020"/>
                </a:lnTo>
                <a:cubicBezTo>
                  <a:pt x="971676" y="108338"/>
                  <a:pt x="971973" y="111647"/>
                  <a:pt x="972567" y="112948"/>
                </a:cubicBezTo>
                <a:cubicBezTo>
                  <a:pt x="973161" y="114250"/>
                  <a:pt x="974264" y="115339"/>
                  <a:pt x="975876" y="116216"/>
                </a:cubicBezTo>
                <a:cubicBezTo>
                  <a:pt x="977489" y="117092"/>
                  <a:pt x="980275" y="117531"/>
                  <a:pt x="984235" y="117531"/>
                </a:cubicBezTo>
                <a:lnTo>
                  <a:pt x="984235" y="120671"/>
                </a:lnTo>
                <a:lnTo>
                  <a:pt x="945709" y="120671"/>
                </a:lnTo>
                <a:lnTo>
                  <a:pt x="945709" y="117531"/>
                </a:lnTo>
                <a:cubicBezTo>
                  <a:pt x="949160" y="117531"/>
                  <a:pt x="951875" y="116993"/>
                  <a:pt x="953855" y="115919"/>
                </a:cubicBezTo>
                <a:cubicBezTo>
                  <a:pt x="954987" y="115355"/>
                  <a:pt x="955892" y="114281"/>
                  <a:pt x="956571" y="112699"/>
                </a:cubicBezTo>
                <a:cubicBezTo>
                  <a:pt x="957250" y="111115"/>
                  <a:pt x="957589" y="107892"/>
                  <a:pt x="957589" y="103030"/>
                </a:cubicBezTo>
                <a:lnTo>
                  <a:pt x="957589" y="32732"/>
                </a:lnTo>
                <a:cubicBezTo>
                  <a:pt x="957589" y="23857"/>
                  <a:pt x="957377" y="18402"/>
                  <a:pt x="956953" y="16367"/>
                </a:cubicBezTo>
                <a:cubicBezTo>
                  <a:pt x="956528" y="14331"/>
                  <a:pt x="955878" y="12946"/>
                  <a:pt x="955001" y="12212"/>
                </a:cubicBezTo>
                <a:cubicBezTo>
                  <a:pt x="954124" y="11476"/>
                  <a:pt x="952950" y="11109"/>
                  <a:pt x="951479" y="11109"/>
                </a:cubicBezTo>
                <a:cubicBezTo>
                  <a:pt x="950291" y="11109"/>
                  <a:pt x="948368" y="11561"/>
                  <a:pt x="945709" y="12466"/>
                </a:cubicBezTo>
                <a:lnTo>
                  <a:pt x="944521" y="9496"/>
                </a:lnTo>
                <a:lnTo>
                  <a:pt x="967772" y="0"/>
                </a:lnTo>
                <a:lnTo>
                  <a:pt x="971676" y="0"/>
                </a:lnTo>
                <a:close/>
                <a:moveTo>
                  <a:pt x="1048813" y="72301"/>
                </a:moveTo>
                <a:cubicBezTo>
                  <a:pt x="1048756" y="83815"/>
                  <a:pt x="1051557" y="92846"/>
                  <a:pt x="1057214" y="99395"/>
                </a:cubicBezTo>
                <a:cubicBezTo>
                  <a:pt x="1062871" y="105941"/>
                  <a:pt x="1069519" y="109215"/>
                  <a:pt x="1077156" y="109215"/>
                </a:cubicBezTo>
                <a:cubicBezTo>
                  <a:pt x="1082248" y="109215"/>
                  <a:pt x="1086675" y="107814"/>
                  <a:pt x="1090437" y="105014"/>
                </a:cubicBezTo>
                <a:cubicBezTo>
                  <a:pt x="1094199" y="102214"/>
                  <a:pt x="1097353" y="97419"/>
                  <a:pt x="1099899" y="90630"/>
                </a:cubicBezTo>
                <a:lnTo>
                  <a:pt x="1102529" y="92327"/>
                </a:lnTo>
                <a:cubicBezTo>
                  <a:pt x="1101341" y="100078"/>
                  <a:pt x="1097890" y="107136"/>
                  <a:pt x="1092176" y="113500"/>
                </a:cubicBezTo>
                <a:cubicBezTo>
                  <a:pt x="1086463" y="119864"/>
                  <a:pt x="1079306" y="123047"/>
                  <a:pt x="1070707" y="123047"/>
                </a:cubicBezTo>
                <a:cubicBezTo>
                  <a:pt x="1061372" y="123047"/>
                  <a:pt x="1053381" y="119420"/>
                  <a:pt x="1046734" y="112166"/>
                </a:cubicBezTo>
                <a:cubicBezTo>
                  <a:pt x="1040087" y="104911"/>
                  <a:pt x="1036763" y="95157"/>
                  <a:pt x="1036763" y="82905"/>
                </a:cubicBezTo>
                <a:cubicBezTo>
                  <a:pt x="1036763" y="69639"/>
                  <a:pt x="1040171" y="59294"/>
                  <a:pt x="1046989" y="51871"/>
                </a:cubicBezTo>
                <a:cubicBezTo>
                  <a:pt x="1053806" y="44445"/>
                  <a:pt x="1062362" y="40733"/>
                  <a:pt x="1072659" y="40733"/>
                </a:cubicBezTo>
                <a:cubicBezTo>
                  <a:pt x="1081371" y="40733"/>
                  <a:pt x="1088527" y="43597"/>
                  <a:pt x="1094128" y="49325"/>
                </a:cubicBezTo>
                <a:cubicBezTo>
                  <a:pt x="1099729" y="55051"/>
                  <a:pt x="1102529" y="62710"/>
                  <a:pt x="1102529" y="72301"/>
                </a:cubicBezTo>
                <a:lnTo>
                  <a:pt x="1048813" y="72301"/>
                </a:lnTo>
                <a:moveTo>
                  <a:pt x="1048813" y="67379"/>
                </a:moveTo>
                <a:lnTo>
                  <a:pt x="1084794" y="67379"/>
                </a:lnTo>
                <a:cubicBezTo>
                  <a:pt x="1084511" y="62400"/>
                  <a:pt x="1083917" y="58893"/>
                  <a:pt x="1083012" y="56856"/>
                </a:cubicBezTo>
                <a:cubicBezTo>
                  <a:pt x="1081597" y="53688"/>
                  <a:pt x="1079490" y="51199"/>
                  <a:pt x="1076689" y="49388"/>
                </a:cubicBezTo>
                <a:cubicBezTo>
                  <a:pt x="1073889" y="47578"/>
                  <a:pt x="1070961" y="46673"/>
                  <a:pt x="1067907" y="46673"/>
                </a:cubicBezTo>
                <a:cubicBezTo>
                  <a:pt x="1063211" y="46673"/>
                  <a:pt x="1059010" y="48497"/>
                  <a:pt x="1055305" y="52146"/>
                </a:cubicBezTo>
                <a:cubicBezTo>
                  <a:pt x="1051599" y="55795"/>
                  <a:pt x="1049435" y="60873"/>
                  <a:pt x="1048813" y="67379"/>
                </a:cubicBezTo>
                <a:close/>
                <a:moveTo>
                  <a:pt x="1250551" y="88763"/>
                </a:moveTo>
                <a:lnTo>
                  <a:pt x="1253352" y="89360"/>
                </a:lnTo>
                <a:lnTo>
                  <a:pt x="1243508" y="120671"/>
                </a:lnTo>
                <a:lnTo>
                  <a:pt x="1154405" y="120671"/>
                </a:lnTo>
                <a:lnTo>
                  <a:pt x="1154405" y="117531"/>
                </a:lnTo>
                <a:lnTo>
                  <a:pt x="1158733" y="117531"/>
                </a:lnTo>
                <a:cubicBezTo>
                  <a:pt x="1163598" y="117531"/>
                  <a:pt x="1167078" y="115947"/>
                  <a:pt x="1169171" y="112779"/>
                </a:cubicBezTo>
                <a:cubicBezTo>
                  <a:pt x="1170359" y="110968"/>
                  <a:pt x="1170953" y="106782"/>
                  <a:pt x="1170953" y="100219"/>
                </a:cubicBezTo>
                <a:lnTo>
                  <a:pt x="1170953" y="25967"/>
                </a:lnTo>
                <a:cubicBezTo>
                  <a:pt x="1170953" y="18782"/>
                  <a:pt x="1170161" y="14285"/>
                  <a:pt x="1168577" y="12474"/>
                </a:cubicBezTo>
                <a:cubicBezTo>
                  <a:pt x="1166371" y="9985"/>
                  <a:pt x="1163089" y="8741"/>
                  <a:pt x="1158733" y="8741"/>
                </a:cubicBezTo>
                <a:lnTo>
                  <a:pt x="1154405" y="8741"/>
                </a:lnTo>
                <a:lnTo>
                  <a:pt x="1154405" y="5601"/>
                </a:lnTo>
                <a:lnTo>
                  <a:pt x="1206509" y="5601"/>
                </a:lnTo>
                <a:lnTo>
                  <a:pt x="1206509" y="8741"/>
                </a:lnTo>
                <a:cubicBezTo>
                  <a:pt x="1200399" y="8684"/>
                  <a:pt x="1196114" y="9251"/>
                  <a:pt x="1193653" y="10440"/>
                </a:cubicBezTo>
                <a:cubicBezTo>
                  <a:pt x="1191192" y="11628"/>
                  <a:pt x="1189509" y="13129"/>
                  <a:pt x="1188604" y="14941"/>
                </a:cubicBezTo>
                <a:cubicBezTo>
                  <a:pt x="1187699" y="16753"/>
                  <a:pt x="1187246" y="21084"/>
                  <a:pt x="1187246" y="27935"/>
                </a:cubicBezTo>
                <a:lnTo>
                  <a:pt x="1187246" y="100294"/>
                </a:lnTo>
                <a:cubicBezTo>
                  <a:pt x="1187246" y="104993"/>
                  <a:pt x="1187699" y="108220"/>
                  <a:pt x="1188604" y="109976"/>
                </a:cubicBezTo>
                <a:cubicBezTo>
                  <a:pt x="1189283" y="111164"/>
                  <a:pt x="1190329" y="112041"/>
                  <a:pt x="1191744" y="112609"/>
                </a:cubicBezTo>
                <a:cubicBezTo>
                  <a:pt x="1193158" y="113175"/>
                  <a:pt x="1197571" y="113458"/>
                  <a:pt x="1204982" y="113458"/>
                </a:cubicBezTo>
                <a:lnTo>
                  <a:pt x="1213383" y="113458"/>
                </a:lnTo>
                <a:cubicBezTo>
                  <a:pt x="1222208" y="113458"/>
                  <a:pt x="1228403" y="112803"/>
                  <a:pt x="1231967" y="111493"/>
                </a:cubicBezTo>
                <a:cubicBezTo>
                  <a:pt x="1235531" y="110183"/>
                  <a:pt x="1238784" y="107861"/>
                  <a:pt x="1241726" y="104529"/>
                </a:cubicBezTo>
                <a:cubicBezTo>
                  <a:pt x="1244668" y="101196"/>
                  <a:pt x="1247610" y="95941"/>
                  <a:pt x="1250551" y="88763"/>
                </a:cubicBezTo>
                <a:close/>
                <a:moveTo>
                  <a:pt x="1356739" y="88763"/>
                </a:moveTo>
                <a:lnTo>
                  <a:pt x="1359539" y="89360"/>
                </a:lnTo>
                <a:lnTo>
                  <a:pt x="1349695" y="120671"/>
                </a:lnTo>
                <a:lnTo>
                  <a:pt x="1260593" y="120671"/>
                </a:lnTo>
                <a:lnTo>
                  <a:pt x="1260593" y="117531"/>
                </a:lnTo>
                <a:lnTo>
                  <a:pt x="1264920" y="117531"/>
                </a:lnTo>
                <a:cubicBezTo>
                  <a:pt x="1269786" y="117531"/>
                  <a:pt x="1273265" y="115947"/>
                  <a:pt x="1275358" y="112779"/>
                </a:cubicBezTo>
                <a:cubicBezTo>
                  <a:pt x="1276546" y="110968"/>
                  <a:pt x="1277140" y="106782"/>
                  <a:pt x="1277140" y="100219"/>
                </a:cubicBezTo>
                <a:lnTo>
                  <a:pt x="1277140" y="25967"/>
                </a:lnTo>
                <a:cubicBezTo>
                  <a:pt x="1277140" y="18782"/>
                  <a:pt x="1276348" y="14285"/>
                  <a:pt x="1274764" y="12474"/>
                </a:cubicBezTo>
                <a:cubicBezTo>
                  <a:pt x="1272558" y="9985"/>
                  <a:pt x="1269277" y="8741"/>
                  <a:pt x="1264920" y="8741"/>
                </a:cubicBezTo>
                <a:lnTo>
                  <a:pt x="1260593" y="8741"/>
                </a:lnTo>
                <a:lnTo>
                  <a:pt x="1260593" y="5601"/>
                </a:lnTo>
                <a:lnTo>
                  <a:pt x="1312697" y="5601"/>
                </a:lnTo>
                <a:lnTo>
                  <a:pt x="1312697" y="8741"/>
                </a:lnTo>
                <a:cubicBezTo>
                  <a:pt x="1306587" y="8684"/>
                  <a:pt x="1302301" y="9251"/>
                  <a:pt x="1299840" y="10440"/>
                </a:cubicBezTo>
                <a:cubicBezTo>
                  <a:pt x="1297379" y="11628"/>
                  <a:pt x="1295696" y="13129"/>
                  <a:pt x="1294791" y="14941"/>
                </a:cubicBezTo>
                <a:cubicBezTo>
                  <a:pt x="1293886" y="16753"/>
                  <a:pt x="1293433" y="21084"/>
                  <a:pt x="1293433" y="27935"/>
                </a:cubicBezTo>
                <a:lnTo>
                  <a:pt x="1293433" y="100294"/>
                </a:lnTo>
                <a:cubicBezTo>
                  <a:pt x="1293433" y="104993"/>
                  <a:pt x="1293886" y="108220"/>
                  <a:pt x="1294791" y="109976"/>
                </a:cubicBezTo>
                <a:cubicBezTo>
                  <a:pt x="1295470" y="111164"/>
                  <a:pt x="1296517" y="112041"/>
                  <a:pt x="1297931" y="112609"/>
                </a:cubicBezTo>
                <a:cubicBezTo>
                  <a:pt x="1299345" y="113175"/>
                  <a:pt x="1303758" y="113458"/>
                  <a:pt x="1311169" y="113458"/>
                </a:cubicBezTo>
                <a:lnTo>
                  <a:pt x="1319570" y="113458"/>
                </a:lnTo>
                <a:cubicBezTo>
                  <a:pt x="1328396" y="113458"/>
                  <a:pt x="1334590" y="112803"/>
                  <a:pt x="1338155" y="111493"/>
                </a:cubicBezTo>
                <a:cubicBezTo>
                  <a:pt x="1341719" y="110183"/>
                  <a:pt x="1344972" y="107861"/>
                  <a:pt x="1347913" y="104529"/>
                </a:cubicBezTo>
                <a:cubicBezTo>
                  <a:pt x="1350855" y="101196"/>
                  <a:pt x="1353797" y="95941"/>
                  <a:pt x="1356739" y="88763"/>
                </a:cubicBezTo>
                <a:close/>
                <a:moveTo>
                  <a:pt x="1434413" y="120671"/>
                </a:moveTo>
                <a:lnTo>
                  <a:pt x="1389947" y="23846"/>
                </a:lnTo>
                <a:lnTo>
                  <a:pt x="1389947" y="100729"/>
                </a:lnTo>
                <a:cubicBezTo>
                  <a:pt x="1389947" y="107800"/>
                  <a:pt x="1390711" y="112213"/>
                  <a:pt x="1392238" y="113967"/>
                </a:cubicBezTo>
                <a:cubicBezTo>
                  <a:pt x="1394331" y="116343"/>
                  <a:pt x="1397641" y="117531"/>
                  <a:pt x="1402167" y="117531"/>
                </a:cubicBezTo>
                <a:lnTo>
                  <a:pt x="1406240" y="117531"/>
                </a:lnTo>
                <a:lnTo>
                  <a:pt x="1406240" y="120671"/>
                </a:lnTo>
                <a:lnTo>
                  <a:pt x="1366186" y="120671"/>
                </a:lnTo>
                <a:lnTo>
                  <a:pt x="1366186" y="117531"/>
                </a:lnTo>
                <a:lnTo>
                  <a:pt x="1370259" y="117531"/>
                </a:lnTo>
                <a:cubicBezTo>
                  <a:pt x="1375125" y="117531"/>
                  <a:pt x="1378576" y="116060"/>
                  <a:pt x="1380612" y="113118"/>
                </a:cubicBezTo>
                <a:cubicBezTo>
                  <a:pt x="1381857" y="111308"/>
                  <a:pt x="1382479" y="107178"/>
                  <a:pt x="1382479" y="100729"/>
                </a:cubicBezTo>
                <a:lnTo>
                  <a:pt x="1382479" y="25543"/>
                </a:lnTo>
                <a:cubicBezTo>
                  <a:pt x="1382479" y="20451"/>
                  <a:pt x="1381913" y="16774"/>
                  <a:pt x="1380782" y="14511"/>
                </a:cubicBezTo>
                <a:cubicBezTo>
                  <a:pt x="1379990" y="12870"/>
                  <a:pt x="1378533" y="11499"/>
                  <a:pt x="1376412" y="10395"/>
                </a:cubicBezTo>
                <a:cubicBezTo>
                  <a:pt x="1374290" y="9292"/>
                  <a:pt x="1370882" y="8741"/>
                  <a:pt x="1366186" y="8741"/>
                </a:cubicBezTo>
                <a:lnTo>
                  <a:pt x="1366186" y="5601"/>
                </a:lnTo>
                <a:lnTo>
                  <a:pt x="1398772" y="5601"/>
                </a:lnTo>
                <a:lnTo>
                  <a:pt x="1440523" y="95637"/>
                </a:lnTo>
                <a:lnTo>
                  <a:pt x="1481595" y="5601"/>
                </a:lnTo>
                <a:lnTo>
                  <a:pt x="1514182" y="5601"/>
                </a:lnTo>
                <a:lnTo>
                  <a:pt x="1514182" y="8741"/>
                </a:lnTo>
                <a:lnTo>
                  <a:pt x="1510193" y="8741"/>
                </a:lnTo>
                <a:cubicBezTo>
                  <a:pt x="1505271" y="8741"/>
                  <a:pt x="1501792" y="10211"/>
                  <a:pt x="1499755" y="13153"/>
                </a:cubicBezTo>
                <a:cubicBezTo>
                  <a:pt x="1498511" y="14964"/>
                  <a:pt x="1497889" y="19093"/>
                  <a:pt x="1497889" y="25543"/>
                </a:cubicBezTo>
                <a:lnTo>
                  <a:pt x="1497889" y="100729"/>
                </a:lnTo>
                <a:cubicBezTo>
                  <a:pt x="1497889" y="107800"/>
                  <a:pt x="1498681" y="112213"/>
                  <a:pt x="1500265" y="113967"/>
                </a:cubicBezTo>
                <a:cubicBezTo>
                  <a:pt x="1502358" y="116343"/>
                  <a:pt x="1505667" y="117531"/>
                  <a:pt x="1510193" y="117531"/>
                </a:cubicBezTo>
                <a:lnTo>
                  <a:pt x="1514182" y="117531"/>
                </a:lnTo>
                <a:lnTo>
                  <a:pt x="1514182" y="120671"/>
                </a:lnTo>
                <a:lnTo>
                  <a:pt x="1465302" y="120671"/>
                </a:lnTo>
                <a:lnTo>
                  <a:pt x="1465302" y="117531"/>
                </a:lnTo>
                <a:lnTo>
                  <a:pt x="1469376" y="117531"/>
                </a:lnTo>
                <a:cubicBezTo>
                  <a:pt x="1474298" y="117531"/>
                  <a:pt x="1477748" y="116060"/>
                  <a:pt x="1479729" y="113118"/>
                </a:cubicBezTo>
                <a:cubicBezTo>
                  <a:pt x="1480973" y="111308"/>
                  <a:pt x="1481595" y="107178"/>
                  <a:pt x="1481595" y="100729"/>
                </a:cubicBezTo>
                <a:lnTo>
                  <a:pt x="1481595" y="23846"/>
                </a:lnTo>
                <a:lnTo>
                  <a:pt x="1437214" y="120671"/>
                </a:lnTo>
                <a:lnTo>
                  <a:pt x="1434413" y="120671"/>
                </a:lnTo>
                <a:close/>
                <a:moveTo>
                  <a:pt x="1589255" y="17311"/>
                </a:moveTo>
                <a:lnTo>
                  <a:pt x="1589255" y="42939"/>
                </a:lnTo>
                <a:lnTo>
                  <a:pt x="1607415" y="42939"/>
                </a:lnTo>
                <a:lnTo>
                  <a:pt x="1607415" y="48879"/>
                </a:lnTo>
                <a:lnTo>
                  <a:pt x="1589255" y="48879"/>
                </a:lnTo>
                <a:lnTo>
                  <a:pt x="1589255" y="99217"/>
                </a:lnTo>
                <a:cubicBezTo>
                  <a:pt x="1589255" y="104247"/>
                  <a:pt x="1589976" y="107638"/>
                  <a:pt x="1591418" y="109390"/>
                </a:cubicBezTo>
                <a:cubicBezTo>
                  <a:pt x="1592861" y="111140"/>
                  <a:pt x="1594714" y="112015"/>
                  <a:pt x="1596977" y="112015"/>
                </a:cubicBezTo>
                <a:cubicBezTo>
                  <a:pt x="1598844" y="112015"/>
                  <a:pt x="1600654" y="111435"/>
                  <a:pt x="1602408" y="110275"/>
                </a:cubicBezTo>
                <a:cubicBezTo>
                  <a:pt x="1604162" y="109116"/>
                  <a:pt x="1605519" y="107404"/>
                  <a:pt x="1606481" y="105141"/>
                </a:cubicBezTo>
                <a:lnTo>
                  <a:pt x="1609791" y="105141"/>
                </a:lnTo>
                <a:cubicBezTo>
                  <a:pt x="1607811" y="110701"/>
                  <a:pt x="1605010" y="114906"/>
                  <a:pt x="1601390" y="117756"/>
                </a:cubicBezTo>
                <a:cubicBezTo>
                  <a:pt x="1597769" y="120604"/>
                  <a:pt x="1594035" y="122028"/>
                  <a:pt x="1590188" y="122028"/>
                </a:cubicBezTo>
                <a:cubicBezTo>
                  <a:pt x="1587586" y="122028"/>
                  <a:pt x="1585040" y="121306"/>
                  <a:pt x="1582551" y="119862"/>
                </a:cubicBezTo>
                <a:cubicBezTo>
                  <a:pt x="1580061" y="118417"/>
                  <a:pt x="1578223" y="116351"/>
                  <a:pt x="1577035" y="113662"/>
                </a:cubicBezTo>
                <a:cubicBezTo>
                  <a:pt x="1575847" y="110971"/>
                  <a:pt x="1575253" y="106822"/>
                  <a:pt x="1575253" y="101214"/>
                </a:cubicBezTo>
                <a:lnTo>
                  <a:pt x="1575253" y="48879"/>
                </a:lnTo>
                <a:lnTo>
                  <a:pt x="1562948" y="48879"/>
                </a:lnTo>
                <a:lnTo>
                  <a:pt x="1562948" y="46079"/>
                </a:lnTo>
                <a:cubicBezTo>
                  <a:pt x="1566060" y="44831"/>
                  <a:pt x="1569242" y="42717"/>
                  <a:pt x="1572495" y="39738"/>
                </a:cubicBezTo>
                <a:cubicBezTo>
                  <a:pt x="1575748" y="36759"/>
                  <a:pt x="1578647" y="33227"/>
                  <a:pt x="1581193" y="29141"/>
                </a:cubicBezTo>
                <a:cubicBezTo>
                  <a:pt x="1582494" y="26986"/>
                  <a:pt x="1584304" y="23043"/>
                  <a:pt x="1586624" y="17311"/>
                </a:cubicBezTo>
                <a:lnTo>
                  <a:pt x="1589255" y="17311"/>
                </a:lnTo>
                <a:close/>
                <a:moveTo>
                  <a:pt x="1653014" y="40733"/>
                </a:moveTo>
                <a:cubicBezTo>
                  <a:pt x="1664781" y="40733"/>
                  <a:pt x="1674229" y="45198"/>
                  <a:pt x="1681357" y="54127"/>
                </a:cubicBezTo>
                <a:cubicBezTo>
                  <a:pt x="1687410" y="61756"/>
                  <a:pt x="1690437" y="70516"/>
                  <a:pt x="1690437" y="80407"/>
                </a:cubicBezTo>
                <a:cubicBezTo>
                  <a:pt x="1690437" y="87359"/>
                  <a:pt x="1688768" y="94395"/>
                  <a:pt x="1685430" y="101516"/>
                </a:cubicBezTo>
                <a:cubicBezTo>
                  <a:pt x="1682093" y="108636"/>
                  <a:pt x="1677496" y="114004"/>
                  <a:pt x="1671641" y="117621"/>
                </a:cubicBezTo>
                <a:cubicBezTo>
                  <a:pt x="1665785" y="121238"/>
                  <a:pt x="1659265" y="123047"/>
                  <a:pt x="1652080" y="123047"/>
                </a:cubicBezTo>
                <a:cubicBezTo>
                  <a:pt x="1640370" y="123047"/>
                  <a:pt x="1631064" y="118384"/>
                  <a:pt x="1624162" y="109058"/>
                </a:cubicBezTo>
                <a:cubicBezTo>
                  <a:pt x="1618335" y="101203"/>
                  <a:pt x="1615421" y="92388"/>
                  <a:pt x="1615421" y="82611"/>
                </a:cubicBezTo>
                <a:cubicBezTo>
                  <a:pt x="1615421" y="75490"/>
                  <a:pt x="1617189" y="68411"/>
                  <a:pt x="1620725" y="61375"/>
                </a:cubicBezTo>
                <a:cubicBezTo>
                  <a:pt x="1624261" y="54339"/>
                  <a:pt x="1628914" y="49139"/>
                  <a:pt x="1634684" y="45777"/>
                </a:cubicBezTo>
                <a:cubicBezTo>
                  <a:pt x="1640455" y="42414"/>
                  <a:pt x="1646565" y="40733"/>
                  <a:pt x="1653014" y="40733"/>
                </a:cubicBezTo>
                <a:moveTo>
                  <a:pt x="1650383" y="46333"/>
                </a:moveTo>
                <a:cubicBezTo>
                  <a:pt x="1647385" y="46333"/>
                  <a:pt x="1644372" y="47224"/>
                  <a:pt x="1641346" y="49004"/>
                </a:cubicBezTo>
                <a:cubicBezTo>
                  <a:pt x="1638319" y="50784"/>
                  <a:pt x="1635872" y="53906"/>
                  <a:pt x="1634005" y="58370"/>
                </a:cubicBezTo>
                <a:cubicBezTo>
                  <a:pt x="1632138" y="62834"/>
                  <a:pt x="1631205" y="68569"/>
                  <a:pt x="1631205" y="75576"/>
                </a:cubicBezTo>
                <a:cubicBezTo>
                  <a:pt x="1631205" y="86876"/>
                  <a:pt x="1633454" y="96624"/>
                  <a:pt x="1637951" y="104818"/>
                </a:cubicBezTo>
                <a:cubicBezTo>
                  <a:pt x="1642449" y="113010"/>
                  <a:pt x="1648375" y="117107"/>
                  <a:pt x="1655729" y="117107"/>
                </a:cubicBezTo>
                <a:cubicBezTo>
                  <a:pt x="1661217" y="117107"/>
                  <a:pt x="1665743" y="114846"/>
                  <a:pt x="1669307" y="110326"/>
                </a:cubicBezTo>
                <a:cubicBezTo>
                  <a:pt x="1672871" y="105805"/>
                  <a:pt x="1674653" y="98036"/>
                  <a:pt x="1674653" y="87018"/>
                </a:cubicBezTo>
                <a:cubicBezTo>
                  <a:pt x="1674653" y="73230"/>
                  <a:pt x="1671683" y="62381"/>
                  <a:pt x="1665743" y="54469"/>
                </a:cubicBezTo>
                <a:cubicBezTo>
                  <a:pt x="1661726" y="49045"/>
                  <a:pt x="1656606" y="46333"/>
                  <a:pt x="1650383" y="463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improve,rephrase,or">
            <a:extLst xmlns:a="http://schemas.openxmlformats.org/drawingml/2006/main">
              <a:ext uri="{FF2B5EF4-FFF2-40B4-BE49-F238E27FC236}">
                <a16:creationId xmlns:a16="http://schemas.microsoft.com/office/drawing/2014/main" id="{9AF4FC4F-636F-484E-89E1-C92C9E4D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717" y="1566988"/>
            <a:ext cx="1482463" cy="157839"/>
          </a:xfrm>
          <a:custGeom xmlns:a="http://schemas.openxmlformats.org/drawingml/2006/main">
            <a:pathLst>
              <a:path w="1482463" h="157839">
                <a:moveTo>
                  <a:pt x="20112" y="0"/>
                </a:moveTo>
                <a:cubicBezTo>
                  <a:pt x="22488" y="0"/>
                  <a:pt x="24510" y="839"/>
                  <a:pt x="26179" y="2517"/>
                </a:cubicBezTo>
                <a:cubicBezTo>
                  <a:pt x="27848" y="4193"/>
                  <a:pt x="28683" y="6225"/>
                  <a:pt x="28683" y="8613"/>
                </a:cubicBezTo>
                <a:cubicBezTo>
                  <a:pt x="28683" y="11002"/>
                  <a:pt x="27848" y="13049"/>
                  <a:pt x="26179" y="14755"/>
                </a:cubicBezTo>
                <a:cubicBezTo>
                  <a:pt x="24510" y="16459"/>
                  <a:pt x="22488" y="17311"/>
                  <a:pt x="20112" y="17311"/>
                </a:cubicBezTo>
                <a:cubicBezTo>
                  <a:pt x="17736" y="17311"/>
                  <a:pt x="15699" y="16459"/>
                  <a:pt x="14002" y="14755"/>
                </a:cubicBezTo>
                <a:cubicBezTo>
                  <a:pt x="12305" y="13049"/>
                  <a:pt x="11456" y="11002"/>
                  <a:pt x="11456" y="8613"/>
                </a:cubicBezTo>
                <a:cubicBezTo>
                  <a:pt x="11456" y="6225"/>
                  <a:pt x="12291" y="4193"/>
                  <a:pt x="13959" y="2517"/>
                </a:cubicBezTo>
                <a:cubicBezTo>
                  <a:pt x="15628" y="839"/>
                  <a:pt x="17679" y="0"/>
                  <a:pt x="20112" y="0"/>
                </a:cubicBezTo>
                <a:moveTo>
                  <a:pt x="27155" y="40733"/>
                </a:moveTo>
                <a:lnTo>
                  <a:pt x="27155" y="103052"/>
                </a:lnTo>
                <a:cubicBezTo>
                  <a:pt x="27155" y="107906"/>
                  <a:pt x="27509" y="111138"/>
                  <a:pt x="28216" y="112747"/>
                </a:cubicBezTo>
                <a:cubicBezTo>
                  <a:pt x="28923" y="114356"/>
                  <a:pt x="29970" y="115555"/>
                  <a:pt x="31356" y="116345"/>
                </a:cubicBezTo>
                <a:cubicBezTo>
                  <a:pt x="32742" y="117136"/>
                  <a:pt x="35273" y="117531"/>
                  <a:pt x="38951" y="117531"/>
                </a:cubicBezTo>
                <a:lnTo>
                  <a:pt x="38951" y="120671"/>
                </a:lnTo>
                <a:lnTo>
                  <a:pt x="1188" y="120671"/>
                </a:lnTo>
                <a:lnTo>
                  <a:pt x="1188" y="117531"/>
                </a:lnTo>
                <a:cubicBezTo>
                  <a:pt x="4978" y="117531"/>
                  <a:pt x="7524" y="117164"/>
                  <a:pt x="8825" y="116430"/>
                </a:cubicBezTo>
                <a:cubicBezTo>
                  <a:pt x="10127" y="115697"/>
                  <a:pt x="11159" y="114483"/>
                  <a:pt x="11923" y="112789"/>
                </a:cubicBezTo>
                <a:cubicBezTo>
                  <a:pt x="12687" y="111096"/>
                  <a:pt x="13068" y="107850"/>
                  <a:pt x="13068" y="103052"/>
                </a:cubicBezTo>
                <a:lnTo>
                  <a:pt x="13068" y="73162"/>
                </a:lnTo>
                <a:cubicBezTo>
                  <a:pt x="13068" y="64751"/>
                  <a:pt x="12814" y="59304"/>
                  <a:pt x="12305" y="56822"/>
                </a:cubicBezTo>
                <a:cubicBezTo>
                  <a:pt x="11909" y="55015"/>
                  <a:pt x="11286" y="53759"/>
                  <a:pt x="10438" y="53053"/>
                </a:cubicBezTo>
                <a:cubicBezTo>
                  <a:pt x="9589" y="52348"/>
                  <a:pt x="8429" y="51995"/>
                  <a:pt x="6959" y="51995"/>
                </a:cubicBezTo>
                <a:cubicBezTo>
                  <a:pt x="5374" y="51995"/>
                  <a:pt x="3451" y="52419"/>
                  <a:pt x="1188" y="53265"/>
                </a:cubicBezTo>
                <a:lnTo>
                  <a:pt x="0" y="50216"/>
                </a:lnTo>
                <a:lnTo>
                  <a:pt x="23421" y="40733"/>
                </a:lnTo>
                <a:lnTo>
                  <a:pt x="27155" y="40733"/>
                </a:lnTo>
                <a:close/>
                <a:moveTo>
                  <a:pt x="71736" y="57280"/>
                </a:moveTo>
                <a:cubicBezTo>
                  <a:pt x="77393" y="51623"/>
                  <a:pt x="80731" y="48370"/>
                  <a:pt x="81749" y="47521"/>
                </a:cubicBezTo>
                <a:cubicBezTo>
                  <a:pt x="84295" y="45372"/>
                  <a:pt x="87039" y="43703"/>
                  <a:pt x="89981" y="42515"/>
                </a:cubicBezTo>
                <a:cubicBezTo>
                  <a:pt x="92923" y="41327"/>
                  <a:pt x="95836" y="40733"/>
                  <a:pt x="98721" y="40733"/>
                </a:cubicBezTo>
                <a:cubicBezTo>
                  <a:pt x="103587" y="40733"/>
                  <a:pt x="107773" y="42147"/>
                  <a:pt x="111281" y="44976"/>
                </a:cubicBezTo>
                <a:cubicBezTo>
                  <a:pt x="114788" y="47804"/>
                  <a:pt x="117136" y="51906"/>
                  <a:pt x="118324" y="57280"/>
                </a:cubicBezTo>
                <a:cubicBezTo>
                  <a:pt x="124151" y="50492"/>
                  <a:pt x="129073" y="46036"/>
                  <a:pt x="133090" y="43915"/>
                </a:cubicBezTo>
                <a:cubicBezTo>
                  <a:pt x="137106" y="41793"/>
                  <a:pt x="141236" y="40733"/>
                  <a:pt x="145479" y="40733"/>
                </a:cubicBezTo>
                <a:cubicBezTo>
                  <a:pt x="149609" y="40733"/>
                  <a:pt x="153272" y="41792"/>
                  <a:pt x="156468" y="43910"/>
                </a:cubicBezTo>
                <a:cubicBezTo>
                  <a:pt x="159665" y="46026"/>
                  <a:pt x="162196" y="49483"/>
                  <a:pt x="164063" y="54281"/>
                </a:cubicBezTo>
                <a:cubicBezTo>
                  <a:pt x="165308" y="57555"/>
                  <a:pt x="165930" y="62692"/>
                  <a:pt x="165930" y="69691"/>
                </a:cubicBezTo>
                <a:lnTo>
                  <a:pt x="165930" y="103052"/>
                </a:lnTo>
                <a:cubicBezTo>
                  <a:pt x="165930" y="107906"/>
                  <a:pt x="166298" y="111237"/>
                  <a:pt x="167033" y="113044"/>
                </a:cubicBezTo>
                <a:cubicBezTo>
                  <a:pt x="167599" y="114285"/>
                  <a:pt x="168646" y="115343"/>
                  <a:pt x="170173" y="116218"/>
                </a:cubicBezTo>
                <a:cubicBezTo>
                  <a:pt x="171701" y="117093"/>
                  <a:pt x="174190" y="117531"/>
                  <a:pt x="177641" y="117531"/>
                </a:cubicBezTo>
                <a:lnTo>
                  <a:pt x="177641" y="120671"/>
                </a:lnTo>
                <a:lnTo>
                  <a:pt x="139284" y="120671"/>
                </a:lnTo>
                <a:lnTo>
                  <a:pt x="139284" y="117531"/>
                </a:lnTo>
                <a:lnTo>
                  <a:pt x="140897" y="117531"/>
                </a:lnTo>
                <a:cubicBezTo>
                  <a:pt x="144234" y="117531"/>
                  <a:pt x="146837" y="116884"/>
                  <a:pt x="148704" y="115590"/>
                </a:cubicBezTo>
                <a:cubicBezTo>
                  <a:pt x="150005" y="114688"/>
                  <a:pt x="150938" y="113252"/>
                  <a:pt x="151504" y="111283"/>
                </a:cubicBezTo>
                <a:cubicBezTo>
                  <a:pt x="151730" y="110327"/>
                  <a:pt x="151844" y="107597"/>
                  <a:pt x="151844" y="103094"/>
                </a:cubicBezTo>
                <a:lnTo>
                  <a:pt x="151844" y="69829"/>
                </a:lnTo>
                <a:cubicBezTo>
                  <a:pt x="151844" y="63525"/>
                  <a:pt x="151080" y="59078"/>
                  <a:pt x="149552" y="56490"/>
                </a:cubicBezTo>
                <a:cubicBezTo>
                  <a:pt x="147346" y="52887"/>
                  <a:pt x="143810" y="51086"/>
                  <a:pt x="138945" y="51086"/>
                </a:cubicBezTo>
                <a:cubicBezTo>
                  <a:pt x="135946" y="51086"/>
                  <a:pt x="132934" y="51832"/>
                  <a:pt x="129907" y="53324"/>
                </a:cubicBezTo>
                <a:cubicBezTo>
                  <a:pt x="126881" y="54814"/>
                  <a:pt x="123218" y="57586"/>
                  <a:pt x="118918" y="61640"/>
                </a:cubicBezTo>
                <a:lnTo>
                  <a:pt x="118748" y="62568"/>
                </a:lnTo>
                <a:lnTo>
                  <a:pt x="118918" y="66199"/>
                </a:lnTo>
                <a:lnTo>
                  <a:pt x="118918" y="103094"/>
                </a:lnTo>
                <a:cubicBezTo>
                  <a:pt x="118918" y="108385"/>
                  <a:pt x="119215" y="111678"/>
                  <a:pt x="119809" y="112972"/>
                </a:cubicBezTo>
                <a:cubicBezTo>
                  <a:pt x="120403" y="114266"/>
                  <a:pt x="121520" y="115350"/>
                  <a:pt x="123161" y="116223"/>
                </a:cubicBezTo>
                <a:cubicBezTo>
                  <a:pt x="124802" y="117095"/>
                  <a:pt x="127602" y="117531"/>
                  <a:pt x="131562" y="117531"/>
                </a:cubicBezTo>
                <a:lnTo>
                  <a:pt x="131562" y="120671"/>
                </a:lnTo>
                <a:lnTo>
                  <a:pt x="92272" y="120671"/>
                </a:lnTo>
                <a:lnTo>
                  <a:pt x="92272" y="117531"/>
                </a:lnTo>
                <a:cubicBezTo>
                  <a:pt x="96572" y="117531"/>
                  <a:pt x="99528" y="117024"/>
                  <a:pt x="101140" y="116011"/>
                </a:cubicBezTo>
                <a:cubicBezTo>
                  <a:pt x="102752" y="114998"/>
                  <a:pt x="103870" y="113479"/>
                  <a:pt x="104492" y="111453"/>
                </a:cubicBezTo>
                <a:cubicBezTo>
                  <a:pt x="104775" y="110495"/>
                  <a:pt x="104916" y="107708"/>
                  <a:pt x="104916" y="103094"/>
                </a:cubicBezTo>
                <a:lnTo>
                  <a:pt x="104916" y="69829"/>
                </a:lnTo>
                <a:cubicBezTo>
                  <a:pt x="104916" y="63525"/>
                  <a:pt x="103983" y="58993"/>
                  <a:pt x="102116" y="56236"/>
                </a:cubicBezTo>
                <a:cubicBezTo>
                  <a:pt x="99627" y="52633"/>
                  <a:pt x="96147" y="50831"/>
                  <a:pt x="91678" y="50831"/>
                </a:cubicBezTo>
                <a:cubicBezTo>
                  <a:pt x="88623" y="50831"/>
                  <a:pt x="85596" y="51647"/>
                  <a:pt x="82598" y="53279"/>
                </a:cubicBezTo>
                <a:cubicBezTo>
                  <a:pt x="77902" y="55756"/>
                  <a:pt x="74282" y="58542"/>
                  <a:pt x="71736" y="61637"/>
                </a:cubicBezTo>
                <a:lnTo>
                  <a:pt x="71736" y="103094"/>
                </a:lnTo>
                <a:cubicBezTo>
                  <a:pt x="71736" y="108159"/>
                  <a:pt x="72089" y="111452"/>
                  <a:pt x="72797" y="112972"/>
                </a:cubicBezTo>
                <a:cubicBezTo>
                  <a:pt x="73504" y="114491"/>
                  <a:pt x="74550" y="115630"/>
                  <a:pt x="75936" y="116391"/>
                </a:cubicBezTo>
                <a:cubicBezTo>
                  <a:pt x="77323" y="117151"/>
                  <a:pt x="80137" y="117531"/>
                  <a:pt x="84380" y="117531"/>
                </a:cubicBezTo>
                <a:lnTo>
                  <a:pt x="84380" y="120671"/>
                </a:lnTo>
                <a:lnTo>
                  <a:pt x="45939" y="120671"/>
                </a:lnTo>
                <a:lnTo>
                  <a:pt x="45939" y="117531"/>
                </a:lnTo>
                <a:cubicBezTo>
                  <a:pt x="49503" y="117531"/>
                  <a:pt x="51992" y="117150"/>
                  <a:pt x="53406" y="116388"/>
                </a:cubicBezTo>
                <a:cubicBezTo>
                  <a:pt x="54821" y="115626"/>
                  <a:pt x="55895" y="114412"/>
                  <a:pt x="56631" y="112747"/>
                </a:cubicBezTo>
                <a:cubicBezTo>
                  <a:pt x="57366" y="111081"/>
                  <a:pt x="57734" y="107850"/>
                  <a:pt x="57734" y="103052"/>
                </a:cubicBezTo>
                <a:lnTo>
                  <a:pt x="57734" y="73417"/>
                </a:lnTo>
                <a:cubicBezTo>
                  <a:pt x="57734" y="64892"/>
                  <a:pt x="57479" y="59389"/>
                  <a:pt x="56970" y="56906"/>
                </a:cubicBezTo>
                <a:cubicBezTo>
                  <a:pt x="56574" y="55043"/>
                  <a:pt x="55952" y="53759"/>
                  <a:pt x="55103" y="53053"/>
                </a:cubicBezTo>
                <a:cubicBezTo>
                  <a:pt x="54255" y="52348"/>
                  <a:pt x="53095" y="51995"/>
                  <a:pt x="51624" y="51995"/>
                </a:cubicBezTo>
                <a:cubicBezTo>
                  <a:pt x="50040" y="51995"/>
                  <a:pt x="48145" y="52419"/>
                  <a:pt x="45939" y="53265"/>
                </a:cubicBezTo>
                <a:lnTo>
                  <a:pt x="44666" y="50216"/>
                </a:lnTo>
                <a:lnTo>
                  <a:pt x="68087" y="40733"/>
                </a:lnTo>
                <a:lnTo>
                  <a:pt x="71736" y="40733"/>
                </a:lnTo>
                <a:lnTo>
                  <a:pt x="71736" y="57280"/>
                </a:lnTo>
                <a:close/>
                <a:moveTo>
                  <a:pt x="178264" y="50584"/>
                </a:moveTo>
                <a:lnTo>
                  <a:pt x="202194" y="40902"/>
                </a:lnTo>
                <a:lnTo>
                  <a:pt x="205419" y="40902"/>
                </a:lnTo>
                <a:lnTo>
                  <a:pt x="205419" y="59062"/>
                </a:lnTo>
                <a:cubicBezTo>
                  <a:pt x="209436" y="52217"/>
                  <a:pt x="213467" y="47451"/>
                  <a:pt x="217512" y="44764"/>
                </a:cubicBezTo>
                <a:cubicBezTo>
                  <a:pt x="221557" y="42076"/>
                  <a:pt x="225814" y="40733"/>
                  <a:pt x="230283" y="40733"/>
                </a:cubicBezTo>
                <a:cubicBezTo>
                  <a:pt x="238090" y="40733"/>
                  <a:pt x="244596" y="43784"/>
                  <a:pt x="249801" y="49887"/>
                </a:cubicBezTo>
                <a:cubicBezTo>
                  <a:pt x="256194" y="57348"/>
                  <a:pt x="259390" y="67068"/>
                  <a:pt x="259390" y="79050"/>
                </a:cubicBezTo>
                <a:cubicBezTo>
                  <a:pt x="259390" y="92443"/>
                  <a:pt x="255543" y="103520"/>
                  <a:pt x="247849" y="112280"/>
                </a:cubicBezTo>
                <a:cubicBezTo>
                  <a:pt x="241513" y="119458"/>
                  <a:pt x="233536" y="123047"/>
                  <a:pt x="223918" y="123047"/>
                </a:cubicBezTo>
                <a:cubicBezTo>
                  <a:pt x="219732" y="123047"/>
                  <a:pt x="216111" y="122453"/>
                  <a:pt x="213056" y="121265"/>
                </a:cubicBezTo>
                <a:cubicBezTo>
                  <a:pt x="210794" y="120416"/>
                  <a:pt x="208248" y="118719"/>
                  <a:pt x="205419" y="116173"/>
                </a:cubicBezTo>
                <a:lnTo>
                  <a:pt x="205419" y="139849"/>
                </a:lnTo>
                <a:cubicBezTo>
                  <a:pt x="205419" y="145167"/>
                  <a:pt x="205744" y="148547"/>
                  <a:pt x="206395" y="149990"/>
                </a:cubicBezTo>
                <a:cubicBezTo>
                  <a:pt x="207046" y="151432"/>
                  <a:pt x="208177" y="152578"/>
                  <a:pt x="209789" y="153427"/>
                </a:cubicBezTo>
                <a:cubicBezTo>
                  <a:pt x="211402" y="154275"/>
                  <a:pt x="214329" y="154699"/>
                  <a:pt x="218572" y="154699"/>
                </a:cubicBezTo>
                <a:lnTo>
                  <a:pt x="218572" y="157839"/>
                </a:lnTo>
                <a:lnTo>
                  <a:pt x="177840" y="157839"/>
                </a:lnTo>
                <a:lnTo>
                  <a:pt x="177840" y="154699"/>
                </a:lnTo>
                <a:lnTo>
                  <a:pt x="179961" y="154699"/>
                </a:lnTo>
                <a:cubicBezTo>
                  <a:pt x="183073" y="154756"/>
                  <a:pt x="185732" y="154161"/>
                  <a:pt x="187938" y="152915"/>
                </a:cubicBezTo>
                <a:cubicBezTo>
                  <a:pt x="189013" y="152292"/>
                  <a:pt x="189847" y="151287"/>
                  <a:pt x="190441" y="149900"/>
                </a:cubicBezTo>
                <a:cubicBezTo>
                  <a:pt x="191035" y="148514"/>
                  <a:pt x="191332" y="144990"/>
                  <a:pt x="191332" y="139329"/>
                </a:cubicBezTo>
                <a:lnTo>
                  <a:pt x="191332" y="65785"/>
                </a:lnTo>
                <a:cubicBezTo>
                  <a:pt x="191332" y="60746"/>
                  <a:pt x="191106" y="57548"/>
                  <a:pt x="190653" y="56190"/>
                </a:cubicBezTo>
                <a:cubicBezTo>
                  <a:pt x="190201" y="54831"/>
                  <a:pt x="189480" y="53812"/>
                  <a:pt x="188490" y="53133"/>
                </a:cubicBezTo>
                <a:cubicBezTo>
                  <a:pt x="187499" y="52452"/>
                  <a:pt x="186156" y="52112"/>
                  <a:pt x="184459" y="52112"/>
                </a:cubicBezTo>
                <a:cubicBezTo>
                  <a:pt x="183101" y="52112"/>
                  <a:pt x="181375" y="52508"/>
                  <a:pt x="179282" y="53300"/>
                </a:cubicBezTo>
                <a:lnTo>
                  <a:pt x="178264" y="50584"/>
                </a:lnTo>
                <a:moveTo>
                  <a:pt x="205419" y="64223"/>
                </a:moveTo>
                <a:lnTo>
                  <a:pt x="205419" y="93208"/>
                </a:lnTo>
                <a:cubicBezTo>
                  <a:pt x="205419" y="99480"/>
                  <a:pt x="205674" y="103605"/>
                  <a:pt x="206183" y="105582"/>
                </a:cubicBezTo>
                <a:cubicBezTo>
                  <a:pt x="206975" y="108859"/>
                  <a:pt x="208912" y="111741"/>
                  <a:pt x="211996" y="114227"/>
                </a:cubicBezTo>
                <a:cubicBezTo>
                  <a:pt x="215079" y="116712"/>
                  <a:pt x="218968" y="117955"/>
                  <a:pt x="223664" y="117955"/>
                </a:cubicBezTo>
                <a:cubicBezTo>
                  <a:pt x="229321" y="117955"/>
                  <a:pt x="233904" y="115751"/>
                  <a:pt x="237411" y="111344"/>
                </a:cubicBezTo>
                <a:cubicBezTo>
                  <a:pt x="241994" y="105582"/>
                  <a:pt x="244285" y="97475"/>
                  <a:pt x="244285" y="87021"/>
                </a:cubicBezTo>
                <a:cubicBezTo>
                  <a:pt x="244285" y="75157"/>
                  <a:pt x="241682" y="66032"/>
                  <a:pt x="236478" y="59648"/>
                </a:cubicBezTo>
                <a:cubicBezTo>
                  <a:pt x="232857" y="55241"/>
                  <a:pt x="228557" y="53037"/>
                  <a:pt x="223579" y="53037"/>
                </a:cubicBezTo>
                <a:cubicBezTo>
                  <a:pt x="220864" y="53037"/>
                  <a:pt x="218176" y="53715"/>
                  <a:pt x="215517" y="55071"/>
                </a:cubicBezTo>
                <a:cubicBezTo>
                  <a:pt x="213481" y="56088"/>
                  <a:pt x="210115" y="59138"/>
                  <a:pt x="205419" y="64223"/>
                </a:cubicBezTo>
                <a:close/>
                <a:moveTo>
                  <a:pt x="293504" y="40733"/>
                </a:moveTo>
                <a:lnTo>
                  <a:pt x="293504" y="58214"/>
                </a:lnTo>
                <a:cubicBezTo>
                  <a:pt x="300010" y="46560"/>
                  <a:pt x="306685" y="40733"/>
                  <a:pt x="313531" y="40733"/>
                </a:cubicBezTo>
                <a:cubicBezTo>
                  <a:pt x="316642" y="40733"/>
                  <a:pt x="319216" y="41680"/>
                  <a:pt x="321253" y="43576"/>
                </a:cubicBezTo>
                <a:cubicBezTo>
                  <a:pt x="323289" y="45471"/>
                  <a:pt x="324308" y="47663"/>
                  <a:pt x="324308" y="50152"/>
                </a:cubicBezTo>
                <a:cubicBezTo>
                  <a:pt x="324308" y="52359"/>
                  <a:pt x="323572" y="54225"/>
                  <a:pt x="322101" y="55753"/>
                </a:cubicBezTo>
                <a:cubicBezTo>
                  <a:pt x="320631" y="57280"/>
                  <a:pt x="318877" y="58044"/>
                  <a:pt x="316840" y="58044"/>
                </a:cubicBezTo>
                <a:cubicBezTo>
                  <a:pt x="314860" y="58044"/>
                  <a:pt x="312640" y="57068"/>
                  <a:pt x="310179" y="55116"/>
                </a:cubicBezTo>
                <a:cubicBezTo>
                  <a:pt x="307718" y="53165"/>
                  <a:pt x="305893" y="52189"/>
                  <a:pt x="304705" y="52189"/>
                </a:cubicBezTo>
                <a:cubicBezTo>
                  <a:pt x="303687" y="52189"/>
                  <a:pt x="302584" y="52753"/>
                  <a:pt x="301396" y="53881"/>
                </a:cubicBezTo>
                <a:cubicBezTo>
                  <a:pt x="298850" y="56195"/>
                  <a:pt x="296219" y="60004"/>
                  <a:pt x="293504" y="65308"/>
                </a:cubicBezTo>
                <a:lnTo>
                  <a:pt x="293504" y="102466"/>
                </a:lnTo>
                <a:cubicBezTo>
                  <a:pt x="293504" y="106753"/>
                  <a:pt x="294041" y="109997"/>
                  <a:pt x="295116" y="112198"/>
                </a:cubicBezTo>
                <a:cubicBezTo>
                  <a:pt x="295851" y="113722"/>
                  <a:pt x="297153" y="114992"/>
                  <a:pt x="299020" y="116009"/>
                </a:cubicBezTo>
                <a:cubicBezTo>
                  <a:pt x="300886" y="117023"/>
                  <a:pt x="303574" y="117531"/>
                  <a:pt x="307081" y="117531"/>
                </a:cubicBezTo>
                <a:lnTo>
                  <a:pt x="307081" y="120671"/>
                </a:lnTo>
                <a:lnTo>
                  <a:pt x="267282" y="120671"/>
                </a:lnTo>
                <a:lnTo>
                  <a:pt x="267282" y="117531"/>
                </a:lnTo>
                <a:cubicBezTo>
                  <a:pt x="271242" y="117531"/>
                  <a:pt x="274184" y="116910"/>
                  <a:pt x="276107" y="115669"/>
                </a:cubicBezTo>
                <a:cubicBezTo>
                  <a:pt x="277522" y="114766"/>
                  <a:pt x="278512" y="113326"/>
                  <a:pt x="279077" y="111349"/>
                </a:cubicBezTo>
                <a:cubicBezTo>
                  <a:pt x="279360" y="110389"/>
                  <a:pt x="279502" y="107652"/>
                  <a:pt x="279502" y="103136"/>
                </a:cubicBezTo>
                <a:lnTo>
                  <a:pt x="279502" y="73078"/>
                </a:lnTo>
                <a:cubicBezTo>
                  <a:pt x="279502" y="64045"/>
                  <a:pt x="279318" y="58669"/>
                  <a:pt x="278950" y="56949"/>
                </a:cubicBezTo>
                <a:cubicBezTo>
                  <a:pt x="278582" y="55227"/>
                  <a:pt x="277904" y="53971"/>
                  <a:pt x="276914" y="53181"/>
                </a:cubicBezTo>
                <a:cubicBezTo>
                  <a:pt x="275924" y="52390"/>
                  <a:pt x="274693" y="51995"/>
                  <a:pt x="273222" y="51995"/>
                </a:cubicBezTo>
                <a:cubicBezTo>
                  <a:pt x="271468" y="51995"/>
                  <a:pt x="269488" y="52419"/>
                  <a:pt x="267282" y="53265"/>
                </a:cubicBezTo>
                <a:lnTo>
                  <a:pt x="266433" y="50216"/>
                </a:lnTo>
                <a:lnTo>
                  <a:pt x="289940" y="40733"/>
                </a:lnTo>
                <a:lnTo>
                  <a:pt x="293504" y="40733"/>
                </a:lnTo>
                <a:close/>
                <a:moveTo>
                  <a:pt x="366651" y="40733"/>
                </a:moveTo>
                <a:cubicBezTo>
                  <a:pt x="378419" y="40733"/>
                  <a:pt x="387866" y="45198"/>
                  <a:pt x="394995" y="54127"/>
                </a:cubicBezTo>
                <a:cubicBezTo>
                  <a:pt x="401048" y="61756"/>
                  <a:pt x="404075" y="70516"/>
                  <a:pt x="404075" y="80407"/>
                </a:cubicBezTo>
                <a:cubicBezTo>
                  <a:pt x="404075" y="87359"/>
                  <a:pt x="402406" y="94395"/>
                  <a:pt x="399068" y="101516"/>
                </a:cubicBezTo>
                <a:cubicBezTo>
                  <a:pt x="395730" y="108636"/>
                  <a:pt x="391133" y="114004"/>
                  <a:pt x="385278" y="117621"/>
                </a:cubicBezTo>
                <a:cubicBezTo>
                  <a:pt x="379423" y="121238"/>
                  <a:pt x="372903" y="123047"/>
                  <a:pt x="365718" y="123047"/>
                </a:cubicBezTo>
                <a:cubicBezTo>
                  <a:pt x="354007" y="123047"/>
                  <a:pt x="344701" y="118384"/>
                  <a:pt x="337799" y="109058"/>
                </a:cubicBezTo>
                <a:cubicBezTo>
                  <a:pt x="331972" y="101203"/>
                  <a:pt x="329058" y="92388"/>
                  <a:pt x="329058" y="82611"/>
                </a:cubicBezTo>
                <a:cubicBezTo>
                  <a:pt x="329058" y="75490"/>
                  <a:pt x="330826" y="68411"/>
                  <a:pt x="334362" y="61375"/>
                </a:cubicBezTo>
                <a:cubicBezTo>
                  <a:pt x="337898" y="54339"/>
                  <a:pt x="342551" y="49139"/>
                  <a:pt x="348322" y="45777"/>
                </a:cubicBezTo>
                <a:cubicBezTo>
                  <a:pt x="354092" y="42414"/>
                  <a:pt x="360202" y="40733"/>
                  <a:pt x="366651" y="40733"/>
                </a:cubicBezTo>
                <a:moveTo>
                  <a:pt x="364021" y="46333"/>
                </a:moveTo>
                <a:cubicBezTo>
                  <a:pt x="361022" y="46333"/>
                  <a:pt x="358010" y="47224"/>
                  <a:pt x="354983" y="49004"/>
                </a:cubicBezTo>
                <a:cubicBezTo>
                  <a:pt x="351956" y="50784"/>
                  <a:pt x="349510" y="53906"/>
                  <a:pt x="347643" y="58370"/>
                </a:cubicBezTo>
                <a:cubicBezTo>
                  <a:pt x="345776" y="62834"/>
                  <a:pt x="344842" y="68569"/>
                  <a:pt x="344842" y="75576"/>
                </a:cubicBezTo>
                <a:cubicBezTo>
                  <a:pt x="344842" y="86876"/>
                  <a:pt x="347091" y="96624"/>
                  <a:pt x="351589" y="104818"/>
                </a:cubicBezTo>
                <a:cubicBezTo>
                  <a:pt x="356086" y="113010"/>
                  <a:pt x="362012" y="117107"/>
                  <a:pt x="369367" y="117107"/>
                </a:cubicBezTo>
                <a:cubicBezTo>
                  <a:pt x="374854" y="117107"/>
                  <a:pt x="379380" y="114846"/>
                  <a:pt x="382944" y="110326"/>
                </a:cubicBezTo>
                <a:cubicBezTo>
                  <a:pt x="386509" y="105805"/>
                  <a:pt x="388291" y="98036"/>
                  <a:pt x="388291" y="87018"/>
                </a:cubicBezTo>
                <a:cubicBezTo>
                  <a:pt x="388291" y="73230"/>
                  <a:pt x="385321" y="62381"/>
                  <a:pt x="379380" y="54469"/>
                </a:cubicBezTo>
                <a:cubicBezTo>
                  <a:pt x="375364" y="49045"/>
                  <a:pt x="370244" y="46333"/>
                  <a:pt x="364021" y="46333"/>
                </a:cubicBezTo>
                <a:close/>
                <a:moveTo>
                  <a:pt x="411542" y="42939"/>
                </a:moveTo>
                <a:lnTo>
                  <a:pt x="448117" y="42939"/>
                </a:lnTo>
                <a:lnTo>
                  <a:pt x="448117" y="46079"/>
                </a:lnTo>
                <a:lnTo>
                  <a:pt x="445741" y="46079"/>
                </a:lnTo>
                <a:cubicBezTo>
                  <a:pt x="443534" y="46079"/>
                  <a:pt x="441851" y="46616"/>
                  <a:pt x="440692" y="47691"/>
                </a:cubicBezTo>
                <a:cubicBezTo>
                  <a:pt x="439532" y="48766"/>
                  <a:pt x="438952" y="50209"/>
                  <a:pt x="438952" y="52019"/>
                </a:cubicBezTo>
                <a:cubicBezTo>
                  <a:pt x="438952" y="53999"/>
                  <a:pt x="439546" y="56347"/>
                  <a:pt x="440734" y="59062"/>
                </a:cubicBezTo>
                <a:lnTo>
                  <a:pt x="458809" y="102001"/>
                </a:lnTo>
                <a:lnTo>
                  <a:pt x="476969" y="57450"/>
                </a:lnTo>
                <a:cubicBezTo>
                  <a:pt x="478270" y="54282"/>
                  <a:pt x="478921" y="51878"/>
                  <a:pt x="478921" y="50237"/>
                </a:cubicBezTo>
                <a:cubicBezTo>
                  <a:pt x="478921" y="49445"/>
                  <a:pt x="478695" y="48794"/>
                  <a:pt x="478242" y="48285"/>
                </a:cubicBezTo>
                <a:cubicBezTo>
                  <a:pt x="477620" y="47437"/>
                  <a:pt x="476828" y="46857"/>
                  <a:pt x="475866" y="46546"/>
                </a:cubicBezTo>
                <a:cubicBezTo>
                  <a:pt x="474904" y="46234"/>
                  <a:pt x="472953" y="46079"/>
                  <a:pt x="470011" y="46079"/>
                </a:cubicBezTo>
                <a:lnTo>
                  <a:pt x="470011" y="42939"/>
                </a:lnTo>
                <a:lnTo>
                  <a:pt x="495384" y="42939"/>
                </a:lnTo>
                <a:lnTo>
                  <a:pt x="495384" y="46079"/>
                </a:lnTo>
                <a:cubicBezTo>
                  <a:pt x="492442" y="46305"/>
                  <a:pt x="490405" y="46899"/>
                  <a:pt x="489274" y="47861"/>
                </a:cubicBezTo>
                <a:cubicBezTo>
                  <a:pt x="487294" y="49558"/>
                  <a:pt x="485512" y="52387"/>
                  <a:pt x="483928" y="56347"/>
                </a:cubicBezTo>
                <a:lnTo>
                  <a:pt x="456348" y="123047"/>
                </a:lnTo>
                <a:lnTo>
                  <a:pt x="452869" y="123047"/>
                </a:lnTo>
                <a:lnTo>
                  <a:pt x="425120" y="57450"/>
                </a:lnTo>
                <a:cubicBezTo>
                  <a:pt x="423875" y="54395"/>
                  <a:pt x="422687" y="52203"/>
                  <a:pt x="421556" y="50873"/>
                </a:cubicBezTo>
                <a:cubicBezTo>
                  <a:pt x="420424" y="49544"/>
                  <a:pt x="418982" y="48427"/>
                  <a:pt x="417228" y="47521"/>
                </a:cubicBezTo>
                <a:cubicBezTo>
                  <a:pt x="416266" y="47012"/>
                  <a:pt x="414371" y="46531"/>
                  <a:pt x="411542" y="46079"/>
                </a:cubicBezTo>
                <a:lnTo>
                  <a:pt x="411542" y="42939"/>
                </a:lnTo>
                <a:close/>
                <a:moveTo>
                  <a:pt x="515495" y="72301"/>
                </a:moveTo>
                <a:cubicBezTo>
                  <a:pt x="515439" y="83815"/>
                  <a:pt x="518239" y="92846"/>
                  <a:pt x="523896" y="99395"/>
                </a:cubicBezTo>
                <a:cubicBezTo>
                  <a:pt x="529554" y="105941"/>
                  <a:pt x="536201" y="109215"/>
                  <a:pt x="543839" y="109215"/>
                </a:cubicBezTo>
                <a:cubicBezTo>
                  <a:pt x="548930" y="109215"/>
                  <a:pt x="553357" y="107814"/>
                  <a:pt x="557119" y="105014"/>
                </a:cubicBezTo>
                <a:cubicBezTo>
                  <a:pt x="560881" y="102214"/>
                  <a:pt x="564035" y="97419"/>
                  <a:pt x="566581" y="90630"/>
                </a:cubicBezTo>
                <a:lnTo>
                  <a:pt x="569212" y="92327"/>
                </a:lnTo>
                <a:cubicBezTo>
                  <a:pt x="568024" y="100078"/>
                  <a:pt x="564573" y="107136"/>
                  <a:pt x="558859" y="113500"/>
                </a:cubicBezTo>
                <a:cubicBezTo>
                  <a:pt x="553145" y="119864"/>
                  <a:pt x="545988" y="123047"/>
                  <a:pt x="537389" y="123047"/>
                </a:cubicBezTo>
                <a:cubicBezTo>
                  <a:pt x="528055" y="123047"/>
                  <a:pt x="520064" y="119420"/>
                  <a:pt x="513416" y="112166"/>
                </a:cubicBezTo>
                <a:cubicBezTo>
                  <a:pt x="506769" y="104911"/>
                  <a:pt x="503445" y="95157"/>
                  <a:pt x="503445" y="82905"/>
                </a:cubicBezTo>
                <a:cubicBezTo>
                  <a:pt x="503445" y="69639"/>
                  <a:pt x="506854" y="59294"/>
                  <a:pt x="513671" y="51871"/>
                </a:cubicBezTo>
                <a:cubicBezTo>
                  <a:pt x="520488" y="44445"/>
                  <a:pt x="529045" y="40733"/>
                  <a:pt x="539341" y="40733"/>
                </a:cubicBezTo>
                <a:cubicBezTo>
                  <a:pt x="548053" y="40733"/>
                  <a:pt x="555210" y="43597"/>
                  <a:pt x="560811" y="49325"/>
                </a:cubicBezTo>
                <a:cubicBezTo>
                  <a:pt x="566411" y="55051"/>
                  <a:pt x="569212" y="62710"/>
                  <a:pt x="569212" y="72301"/>
                </a:cubicBezTo>
                <a:lnTo>
                  <a:pt x="515495" y="72301"/>
                </a:lnTo>
                <a:moveTo>
                  <a:pt x="515495" y="67379"/>
                </a:moveTo>
                <a:lnTo>
                  <a:pt x="551476" y="67379"/>
                </a:lnTo>
                <a:cubicBezTo>
                  <a:pt x="551193" y="62400"/>
                  <a:pt x="550599" y="58893"/>
                  <a:pt x="549694" y="56856"/>
                </a:cubicBezTo>
                <a:cubicBezTo>
                  <a:pt x="548280" y="53688"/>
                  <a:pt x="546172" y="51199"/>
                  <a:pt x="543372" y="49388"/>
                </a:cubicBezTo>
                <a:cubicBezTo>
                  <a:pt x="540571" y="47578"/>
                  <a:pt x="537644" y="46673"/>
                  <a:pt x="534589" y="46673"/>
                </a:cubicBezTo>
                <a:cubicBezTo>
                  <a:pt x="529893" y="46673"/>
                  <a:pt x="525693" y="48497"/>
                  <a:pt x="521987" y="52146"/>
                </a:cubicBezTo>
                <a:cubicBezTo>
                  <a:pt x="518282" y="55795"/>
                  <a:pt x="516118" y="60873"/>
                  <a:pt x="515495" y="67379"/>
                </a:cubicBezTo>
                <a:close/>
                <a:moveTo>
                  <a:pt x="583495" y="149693"/>
                </a:moveTo>
                <a:lnTo>
                  <a:pt x="583495" y="145959"/>
                </a:lnTo>
                <a:cubicBezTo>
                  <a:pt x="589322" y="144028"/>
                  <a:pt x="593833" y="141033"/>
                  <a:pt x="597030" y="136972"/>
                </a:cubicBezTo>
                <a:cubicBezTo>
                  <a:pt x="600226" y="132913"/>
                  <a:pt x="601824" y="128611"/>
                  <a:pt x="601824" y="124068"/>
                </a:cubicBezTo>
                <a:cubicBezTo>
                  <a:pt x="601824" y="122991"/>
                  <a:pt x="601570" y="122085"/>
                  <a:pt x="601061" y="121350"/>
                </a:cubicBezTo>
                <a:cubicBezTo>
                  <a:pt x="600665" y="120840"/>
                  <a:pt x="600268" y="120586"/>
                  <a:pt x="599872" y="120586"/>
                </a:cubicBezTo>
                <a:cubicBezTo>
                  <a:pt x="599250" y="120586"/>
                  <a:pt x="597892" y="121152"/>
                  <a:pt x="595799" y="122283"/>
                </a:cubicBezTo>
                <a:cubicBezTo>
                  <a:pt x="594781" y="122792"/>
                  <a:pt x="593706" y="123047"/>
                  <a:pt x="592575" y="123047"/>
                </a:cubicBezTo>
                <a:cubicBezTo>
                  <a:pt x="589802" y="123047"/>
                  <a:pt x="587596" y="122226"/>
                  <a:pt x="585955" y="120586"/>
                </a:cubicBezTo>
                <a:cubicBezTo>
                  <a:pt x="584315" y="118945"/>
                  <a:pt x="583495" y="116682"/>
                  <a:pt x="583495" y="113797"/>
                </a:cubicBezTo>
                <a:cubicBezTo>
                  <a:pt x="583495" y="111025"/>
                  <a:pt x="584555" y="108649"/>
                  <a:pt x="586677" y="106669"/>
                </a:cubicBezTo>
                <a:cubicBezTo>
                  <a:pt x="588798" y="104689"/>
                  <a:pt x="591386" y="103699"/>
                  <a:pt x="594441" y="103699"/>
                </a:cubicBezTo>
                <a:cubicBezTo>
                  <a:pt x="598175" y="103699"/>
                  <a:pt x="601499" y="105329"/>
                  <a:pt x="604412" y="108589"/>
                </a:cubicBezTo>
                <a:cubicBezTo>
                  <a:pt x="607326" y="111847"/>
                  <a:pt x="608783" y="116168"/>
                  <a:pt x="608783" y="121551"/>
                </a:cubicBezTo>
                <a:cubicBezTo>
                  <a:pt x="608783" y="127390"/>
                  <a:pt x="606760" y="132818"/>
                  <a:pt x="602715" y="137834"/>
                </a:cubicBezTo>
                <a:cubicBezTo>
                  <a:pt x="598670" y="142849"/>
                  <a:pt x="592263" y="146802"/>
                  <a:pt x="583495" y="149693"/>
                </a:cubicBezTo>
                <a:close/>
                <a:moveTo>
                  <a:pt x="689230" y="40733"/>
                </a:moveTo>
                <a:lnTo>
                  <a:pt x="689230" y="58214"/>
                </a:lnTo>
                <a:cubicBezTo>
                  <a:pt x="695736" y="46560"/>
                  <a:pt x="702412" y="40733"/>
                  <a:pt x="709257" y="40733"/>
                </a:cubicBezTo>
                <a:cubicBezTo>
                  <a:pt x="712368" y="40733"/>
                  <a:pt x="714943" y="41680"/>
                  <a:pt x="716979" y="43576"/>
                </a:cubicBezTo>
                <a:cubicBezTo>
                  <a:pt x="719016" y="45471"/>
                  <a:pt x="720034" y="47663"/>
                  <a:pt x="720034" y="50152"/>
                </a:cubicBezTo>
                <a:cubicBezTo>
                  <a:pt x="720034" y="52359"/>
                  <a:pt x="719299" y="54225"/>
                  <a:pt x="717828" y="55753"/>
                </a:cubicBezTo>
                <a:cubicBezTo>
                  <a:pt x="716357" y="57280"/>
                  <a:pt x="714603" y="58044"/>
                  <a:pt x="712566" y="58044"/>
                </a:cubicBezTo>
                <a:cubicBezTo>
                  <a:pt x="710586" y="58044"/>
                  <a:pt x="708366" y="57068"/>
                  <a:pt x="705905" y="55116"/>
                </a:cubicBezTo>
                <a:cubicBezTo>
                  <a:pt x="703444" y="53165"/>
                  <a:pt x="701620" y="52189"/>
                  <a:pt x="700431" y="52189"/>
                </a:cubicBezTo>
                <a:cubicBezTo>
                  <a:pt x="699413" y="52189"/>
                  <a:pt x="698310" y="52753"/>
                  <a:pt x="697122" y="53881"/>
                </a:cubicBezTo>
                <a:cubicBezTo>
                  <a:pt x="694576" y="56195"/>
                  <a:pt x="691945" y="60004"/>
                  <a:pt x="689230" y="65308"/>
                </a:cubicBezTo>
                <a:lnTo>
                  <a:pt x="689230" y="102466"/>
                </a:lnTo>
                <a:cubicBezTo>
                  <a:pt x="689230" y="106753"/>
                  <a:pt x="689767" y="109997"/>
                  <a:pt x="690842" y="112198"/>
                </a:cubicBezTo>
                <a:cubicBezTo>
                  <a:pt x="691578" y="113722"/>
                  <a:pt x="692879" y="114992"/>
                  <a:pt x="694746" y="116009"/>
                </a:cubicBezTo>
                <a:cubicBezTo>
                  <a:pt x="696613" y="117023"/>
                  <a:pt x="699300" y="117531"/>
                  <a:pt x="702808" y="117531"/>
                </a:cubicBezTo>
                <a:lnTo>
                  <a:pt x="702808" y="120671"/>
                </a:lnTo>
                <a:lnTo>
                  <a:pt x="663008" y="120671"/>
                </a:lnTo>
                <a:lnTo>
                  <a:pt x="663008" y="117531"/>
                </a:lnTo>
                <a:cubicBezTo>
                  <a:pt x="666968" y="117531"/>
                  <a:pt x="669910" y="116910"/>
                  <a:pt x="671834" y="115669"/>
                </a:cubicBezTo>
                <a:cubicBezTo>
                  <a:pt x="673248" y="114766"/>
                  <a:pt x="674238" y="113326"/>
                  <a:pt x="674804" y="111349"/>
                </a:cubicBezTo>
                <a:cubicBezTo>
                  <a:pt x="675087" y="110389"/>
                  <a:pt x="675228" y="107652"/>
                  <a:pt x="675228" y="103136"/>
                </a:cubicBezTo>
                <a:lnTo>
                  <a:pt x="675228" y="73078"/>
                </a:lnTo>
                <a:cubicBezTo>
                  <a:pt x="675228" y="64045"/>
                  <a:pt x="675044" y="58669"/>
                  <a:pt x="674677" y="56949"/>
                </a:cubicBezTo>
                <a:cubicBezTo>
                  <a:pt x="674309" y="55227"/>
                  <a:pt x="673630" y="53971"/>
                  <a:pt x="672640" y="53181"/>
                </a:cubicBezTo>
                <a:cubicBezTo>
                  <a:pt x="671650" y="52390"/>
                  <a:pt x="670419" y="51995"/>
                  <a:pt x="668948" y="51995"/>
                </a:cubicBezTo>
                <a:cubicBezTo>
                  <a:pt x="667195" y="51995"/>
                  <a:pt x="665215" y="52419"/>
                  <a:pt x="663008" y="53265"/>
                </a:cubicBezTo>
                <a:lnTo>
                  <a:pt x="662160" y="50216"/>
                </a:lnTo>
                <a:lnTo>
                  <a:pt x="685666" y="40733"/>
                </a:lnTo>
                <a:lnTo>
                  <a:pt x="689230" y="40733"/>
                </a:lnTo>
                <a:close/>
                <a:moveTo>
                  <a:pt x="737429" y="72301"/>
                </a:moveTo>
                <a:cubicBezTo>
                  <a:pt x="737372" y="83815"/>
                  <a:pt x="740173" y="92846"/>
                  <a:pt x="745830" y="99395"/>
                </a:cubicBezTo>
                <a:cubicBezTo>
                  <a:pt x="751487" y="105941"/>
                  <a:pt x="758135" y="109215"/>
                  <a:pt x="765772" y="109215"/>
                </a:cubicBezTo>
                <a:cubicBezTo>
                  <a:pt x="770864" y="109215"/>
                  <a:pt x="775291" y="107814"/>
                  <a:pt x="779053" y="105014"/>
                </a:cubicBezTo>
                <a:cubicBezTo>
                  <a:pt x="782815" y="102214"/>
                  <a:pt x="785969" y="97419"/>
                  <a:pt x="788515" y="90630"/>
                </a:cubicBezTo>
                <a:lnTo>
                  <a:pt x="791145" y="92327"/>
                </a:lnTo>
                <a:cubicBezTo>
                  <a:pt x="789957" y="100078"/>
                  <a:pt x="786506" y="107136"/>
                  <a:pt x="780792" y="113500"/>
                </a:cubicBezTo>
                <a:cubicBezTo>
                  <a:pt x="775078" y="119864"/>
                  <a:pt x="767922" y="123047"/>
                  <a:pt x="759323" y="123047"/>
                </a:cubicBezTo>
                <a:cubicBezTo>
                  <a:pt x="749988" y="123047"/>
                  <a:pt x="741997" y="119420"/>
                  <a:pt x="735350" y="112166"/>
                </a:cubicBezTo>
                <a:cubicBezTo>
                  <a:pt x="728702" y="104911"/>
                  <a:pt x="725379" y="95157"/>
                  <a:pt x="725379" y="82905"/>
                </a:cubicBezTo>
                <a:cubicBezTo>
                  <a:pt x="725379" y="69639"/>
                  <a:pt x="728787" y="59294"/>
                  <a:pt x="735604" y="51871"/>
                </a:cubicBezTo>
                <a:cubicBezTo>
                  <a:pt x="742421" y="44445"/>
                  <a:pt x="750978" y="40733"/>
                  <a:pt x="761275" y="40733"/>
                </a:cubicBezTo>
                <a:cubicBezTo>
                  <a:pt x="769987" y="40733"/>
                  <a:pt x="777143" y="43597"/>
                  <a:pt x="782744" y="49325"/>
                </a:cubicBezTo>
                <a:cubicBezTo>
                  <a:pt x="788345" y="55051"/>
                  <a:pt x="791145" y="62710"/>
                  <a:pt x="791145" y="72301"/>
                </a:cubicBezTo>
                <a:lnTo>
                  <a:pt x="737429" y="72301"/>
                </a:lnTo>
                <a:moveTo>
                  <a:pt x="737429" y="67379"/>
                </a:moveTo>
                <a:lnTo>
                  <a:pt x="773409" y="67379"/>
                </a:lnTo>
                <a:cubicBezTo>
                  <a:pt x="773127" y="62400"/>
                  <a:pt x="772533" y="58893"/>
                  <a:pt x="771627" y="56856"/>
                </a:cubicBezTo>
                <a:cubicBezTo>
                  <a:pt x="770213" y="53688"/>
                  <a:pt x="768106" y="51199"/>
                  <a:pt x="765305" y="49388"/>
                </a:cubicBezTo>
                <a:cubicBezTo>
                  <a:pt x="762505" y="47578"/>
                  <a:pt x="759577" y="46673"/>
                  <a:pt x="756522" y="46673"/>
                </a:cubicBezTo>
                <a:cubicBezTo>
                  <a:pt x="751827" y="46673"/>
                  <a:pt x="747626" y="48497"/>
                  <a:pt x="743921" y="52146"/>
                </a:cubicBezTo>
                <a:cubicBezTo>
                  <a:pt x="740215" y="55795"/>
                  <a:pt x="738051" y="60873"/>
                  <a:pt x="737429" y="67379"/>
                </a:cubicBezTo>
                <a:close/>
                <a:moveTo>
                  <a:pt x="795924" y="50584"/>
                </a:moveTo>
                <a:lnTo>
                  <a:pt x="819854" y="40902"/>
                </a:lnTo>
                <a:lnTo>
                  <a:pt x="823079" y="40902"/>
                </a:lnTo>
                <a:lnTo>
                  <a:pt x="823079" y="59062"/>
                </a:lnTo>
                <a:cubicBezTo>
                  <a:pt x="827096" y="52217"/>
                  <a:pt x="831127" y="47451"/>
                  <a:pt x="835172" y="44764"/>
                </a:cubicBezTo>
                <a:cubicBezTo>
                  <a:pt x="839217" y="42076"/>
                  <a:pt x="843474" y="40733"/>
                  <a:pt x="847943" y="40733"/>
                </a:cubicBezTo>
                <a:cubicBezTo>
                  <a:pt x="855750" y="40733"/>
                  <a:pt x="862256" y="43784"/>
                  <a:pt x="867461" y="49887"/>
                </a:cubicBezTo>
                <a:cubicBezTo>
                  <a:pt x="873854" y="57348"/>
                  <a:pt x="877050" y="67068"/>
                  <a:pt x="877050" y="79050"/>
                </a:cubicBezTo>
                <a:cubicBezTo>
                  <a:pt x="877050" y="92443"/>
                  <a:pt x="873203" y="103520"/>
                  <a:pt x="865509" y="112280"/>
                </a:cubicBezTo>
                <a:cubicBezTo>
                  <a:pt x="859173" y="119458"/>
                  <a:pt x="851196" y="123047"/>
                  <a:pt x="841579" y="123047"/>
                </a:cubicBezTo>
                <a:cubicBezTo>
                  <a:pt x="837392" y="123047"/>
                  <a:pt x="833771" y="122453"/>
                  <a:pt x="830716" y="121265"/>
                </a:cubicBezTo>
                <a:cubicBezTo>
                  <a:pt x="828454" y="120416"/>
                  <a:pt x="825908" y="118719"/>
                  <a:pt x="823079" y="116173"/>
                </a:cubicBezTo>
                <a:lnTo>
                  <a:pt x="823079" y="139849"/>
                </a:lnTo>
                <a:cubicBezTo>
                  <a:pt x="823079" y="145167"/>
                  <a:pt x="823404" y="148547"/>
                  <a:pt x="824055" y="149990"/>
                </a:cubicBezTo>
                <a:cubicBezTo>
                  <a:pt x="824706" y="151432"/>
                  <a:pt x="825837" y="152578"/>
                  <a:pt x="827449" y="153427"/>
                </a:cubicBezTo>
                <a:cubicBezTo>
                  <a:pt x="829062" y="154275"/>
                  <a:pt x="831989" y="154699"/>
                  <a:pt x="836232" y="154699"/>
                </a:cubicBezTo>
                <a:lnTo>
                  <a:pt x="836232" y="157839"/>
                </a:lnTo>
                <a:lnTo>
                  <a:pt x="795500" y="157839"/>
                </a:lnTo>
                <a:lnTo>
                  <a:pt x="795500" y="154699"/>
                </a:lnTo>
                <a:lnTo>
                  <a:pt x="797621" y="154699"/>
                </a:lnTo>
                <a:cubicBezTo>
                  <a:pt x="800733" y="154756"/>
                  <a:pt x="803392" y="154161"/>
                  <a:pt x="805598" y="152915"/>
                </a:cubicBezTo>
                <a:cubicBezTo>
                  <a:pt x="806673" y="152292"/>
                  <a:pt x="807507" y="151287"/>
                  <a:pt x="808101" y="149900"/>
                </a:cubicBezTo>
                <a:cubicBezTo>
                  <a:pt x="808695" y="148514"/>
                  <a:pt x="808992" y="144990"/>
                  <a:pt x="808992" y="139329"/>
                </a:cubicBezTo>
                <a:lnTo>
                  <a:pt x="808992" y="65785"/>
                </a:lnTo>
                <a:cubicBezTo>
                  <a:pt x="808992" y="60746"/>
                  <a:pt x="808766" y="57548"/>
                  <a:pt x="808314" y="56190"/>
                </a:cubicBezTo>
                <a:cubicBezTo>
                  <a:pt x="807861" y="54831"/>
                  <a:pt x="807140" y="53812"/>
                  <a:pt x="806150" y="53133"/>
                </a:cubicBezTo>
                <a:cubicBezTo>
                  <a:pt x="805160" y="52452"/>
                  <a:pt x="803816" y="52112"/>
                  <a:pt x="802119" y="52112"/>
                </a:cubicBezTo>
                <a:cubicBezTo>
                  <a:pt x="800761" y="52112"/>
                  <a:pt x="799035" y="52508"/>
                  <a:pt x="796942" y="53300"/>
                </a:cubicBezTo>
                <a:lnTo>
                  <a:pt x="795924" y="50584"/>
                </a:lnTo>
                <a:moveTo>
                  <a:pt x="823079" y="64223"/>
                </a:moveTo>
                <a:lnTo>
                  <a:pt x="823079" y="93208"/>
                </a:lnTo>
                <a:cubicBezTo>
                  <a:pt x="823079" y="99480"/>
                  <a:pt x="823334" y="103605"/>
                  <a:pt x="823843" y="105582"/>
                </a:cubicBezTo>
                <a:cubicBezTo>
                  <a:pt x="824635" y="108859"/>
                  <a:pt x="826573" y="111741"/>
                  <a:pt x="829656" y="114227"/>
                </a:cubicBezTo>
                <a:cubicBezTo>
                  <a:pt x="832739" y="116712"/>
                  <a:pt x="836628" y="117955"/>
                  <a:pt x="841324" y="117955"/>
                </a:cubicBezTo>
                <a:cubicBezTo>
                  <a:pt x="846981" y="117955"/>
                  <a:pt x="851564" y="115751"/>
                  <a:pt x="855071" y="111344"/>
                </a:cubicBezTo>
                <a:cubicBezTo>
                  <a:pt x="859654" y="105582"/>
                  <a:pt x="861945" y="97475"/>
                  <a:pt x="861945" y="87021"/>
                </a:cubicBezTo>
                <a:cubicBezTo>
                  <a:pt x="861945" y="75157"/>
                  <a:pt x="859343" y="66032"/>
                  <a:pt x="854138" y="59648"/>
                </a:cubicBezTo>
                <a:cubicBezTo>
                  <a:pt x="850517" y="55241"/>
                  <a:pt x="846218" y="53037"/>
                  <a:pt x="841239" y="53037"/>
                </a:cubicBezTo>
                <a:cubicBezTo>
                  <a:pt x="838524" y="53037"/>
                  <a:pt x="835836" y="53715"/>
                  <a:pt x="833177" y="55071"/>
                </a:cubicBezTo>
                <a:cubicBezTo>
                  <a:pt x="831141" y="56088"/>
                  <a:pt x="827775" y="59138"/>
                  <a:pt x="823079" y="64223"/>
                </a:cubicBezTo>
                <a:close/>
                <a:moveTo>
                  <a:pt x="911248" y="0"/>
                </a:moveTo>
                <a:lnTo>
                  <a:pt x="911248" y="56941"/>
                </a:lnTo>
                <a:cubicBezTo>
                  <a:pt x="917528" y="50039"/>
                  <a:pt x="922506" y="45612"/>
                  <a:pt x="926184" y="43660"/>
                </a:cubicBezTo>
                <a:cubicBezTo>
                  <a:pt x="929861" y="41709"/>
                  <a:pt x="933538" y="40733"/>
                  <a:pt x="937215" y="40733"/>
                </a:cubicBezTo>
                <a:cubicBezTo>
                  <a:pt x="941628" y="40733"/>
                  <a:pt x="945419" y="41946"/>
                  <a:pt x="948587" y="44374"/>
                </a:cubicBezTo>
                <a:cubicBezTo>
                  <a:pt x="951755" y="46801"/>
                  <a:pt x="954103" y="50611"/>
                  <a:pt x="955630" y="55803"/>
                </a:cubicBezTo>
                <a:cubicBezTo>
                  <a:pt x="956705" y="59417"/>
                  <a:pt x="957242" y="66022"/>
                  <a:pt x="957242" y="75618"/>
                </a:cubicBezTo>
                <a:lnTo>
                  <a:pt x="957242" y="103052"/>
                </a:lnTo>
                <a:cubicBezTo>
                  <a:pt x="957242" y="107963"/>
                  <a:pt x="957638" y="111322"/>
                  <a:pt x="958430" y="113129"/>
                </a:cubicBezTo>
                <a:cubicBezTo>
                  <a:pt x="958996" y="114483"/>
                  <a:pt x="959958" y="115555"/>
                  <a:pt x="961316" y="116345"/>
                </a:cubicBezTo>
                <a:cubicBezTo>
                  <a:pt x="962673" y="117136"/>
                  <a:pt x="965163" y="117531"/>
                  <a:pt x="968783" y="117531"/>
                </a:cubicBezTo>
                <a:lnTo>
                  <a:pt x="968783" y="120671"/>
                </a:lnTo>
                <a:lnTo>
                  <a:pt x="930596" y="120671"/>
                </a:lnTo>
                <a:lnTo>
                  <a:pt x="930596" y="117531"/>
                </a:lnTo>
                <a:lnTo>
                  <a:pt x="932378" y="117531"/>
                </a:lnTo>
                <a:cubicBezTo>
                  <a:pt x="935999" y="117531"/>
                  <a:pt x="938517" y="116979"/>
                  <a:pt x="939931" y="115876"/>
                </a:cubicBezTo>
                <a:cubicBezTo>
                  <a:pt x="941345" y="114773"/>
                  <a:pt x="942335" y="113146"/>
                  <a:pt x="942901" y="110997"/>
                </a:cubicBezTo>
                <a:cubicBezTo>
                  <a:pt x="943071" y="110091"/>
                  <a:pt x="943156" y="107433"/>
                  <a:pt x="943156" y="103020"/>
                </a:cubicBezTo>
                <a:lnTo>
                  <a:pt x="943156" y="75525"/>
                </a:lnTo>
                <a:cubicBezTo>
                  <a:pt x="943156" y="67039"/>
                  <a:pt x="942717" y="61467"/>
                  <a:pt x="941840" y="58808"/>
                </a:cubicBezTo>
                <a:cubicBezTo>
                  <a:pt x="940963" y="56149"/>
                  <a:pt x="939563" y="54155"/>
                  <a:pt x="937640" y="52825"/>
                </a:cubicBezTo>
                <a:cubicBezTo>
                  <a:pt x="935716" y="51496"/>
                  <a:pt x="933397" y="50831"/>
                  <a:pt x="930681" y="50831"/>
                </a:cubicBezTo>
                <a:cubicBezTo>
                  <a:pt x="927909" y="50831"/>
                  <a:pt x="925024" y="51566"/>
                  <a:pt x="922025" y="53037"/>
                </a:cubicBezTo>
                <a:cubicBezTo>
                  <a:pt x="919027" y="54508"/>
                  <a:pt x="915435" y="57478"/>
                  <a:pt x="911248" y="61948"/>
                </a:cubicBezTo>
                <a:lnTo>
                  <a:pt x="911248" y="103020"/>
                </a:lnTo>
                <a:cubicBezTo>
                  <a:pt x="911248" y="108338"/>
                  <a:pt x="911545" y="111647"/>
                  <a:pt x="912139" y="112948"/>
                </a:cubicBezTo>
                <a:cubicBezTo>
                  <a:pt x="912733" y="114250"/>
                  <a:pt x="913837" y="115339"/>
                  <a:pt x="915449" y="116216"/>
                </a:cubicBezTo>
                <a:cubicBezTo>
                  <a:pt x="917061" y="117092"/>
                  <a:pt x="919847" y="117531"/>
                  <a:pt x="923808" y="117531"/>
                </a:cubicBezTo>
                <a:lnTo>
                  <a:pt x="923808" y="120671"/>
                </a:lnTo>
                <a:lnTo>
                  <a:pt x="885281" y="120671"/>
                </a:lnTo>
                <a:lnTo>
                  <a:pt x="885281" y="117531"/>
                </a:lnTo>
                <a:cubicBezTo>
                  <a:pt x="888732" y="117531"/>
                  <a:pt x="891448" y="116993"/>
                  <a:pt x="893428" y="115919"/>
                </a:cubicBezTo>
                <a:cubicBezTo>
                  <a:pt x="894559" y="115355"/>
                  <a:pt x="895464" y="114281"/>
                  <a:pt x="896143" y="112699"/>
                </a:cubicBezTo>
                <a:cubicBezTo>
                  <a:pt x="896822" y="111115"/>
                  <a:pt x="897162" y="107892"/>
                  <a:pt x="897162" y="103030"/>
                </a:cubicBezTo>
                <a:lnTo>
                  <a:pt x="897162" y="32732"/>
                </a:lnTo>
                <a:cubicBezTo>
                  <a:pt x="897162" y="23857"/>
                  <a:pt x="896949" y="18402"/>
                  <a:pt x="896525" y="16367"/>
                </a:cubicBezTo>
                <a:cubicBezTo>
                  <a:pt x="896101" y="14331"/>
                  <a:pt x="895450" y="12946"/>
                  <a:pt x="894573" y="12212"/>
                </a:cubicBezTo>
                <a:cubicBezTo>
                  <a:pt x="893696" y="11476"/>
                  <a:pt x="892523" y="11109"/>
                  <a:pt x="891052" y="11109"/>
                </a:cubicBezTo>
                <a:cubicBezTo>
                  <a:pt x="889864" y="11109"/>
                  <a:pt x="887940" y="11561"/>
                  <a:pt x="885281" y="12466"/>
                </a:cubicBezTo>
                <a:lnTo>
                  <a:pt x="884093" y="9496"/>
                </a:lnTo>
                <a:lnTo>
                  <a:pt x="907345" y="0"/>
                </a:lnTo>
                <a:lnTo>
                  <a:pt x="911248" y="0"/>
                </a:lnTo>
                <a:close/>
                <a:moveTo>
                  <a:pt x="998060" y="40733"/>
                </a:moveTo>
                <a:lnTo>
                  <a:pt x="998060" y="58214"/>
                </a:lnTo>
                <a:cubicBezTo>
                  <a:pt x="1004566" y="46560"/>
                  <a:pt x="1011242" y="40733"/>
                  <a:pt x="1018087" y="40733"/>
                </a:cubicBezTo>
                <a:cubicBezTo>
                  <a:pt x="1021198" y="40733"/>
                  <a:pt x="1023773" y="41680"/>
                  <a:pt x="1025809" y="43576"/>
                </a:cubicBezTo>
                <a:cubicBezTo>
                  <a:pt x="1027846" y="45471"/>
                  <a:pt x="1028864" y="47663"/>
                  <a:pt x="1028864" y="50152"/>
                </a:cubicBezTo>
                <a:cubicBezTo>
                  <a:pt x="1028864" y="52359"/>
                  <a:pt x="1028129" y="54225"/>
                  <a:pt x="1026658" y="55753"/>
                </a:cubicBezTo>
                <a:cubicBezTo>
                  <a:pt x="1025187" y="57280"/>
                  <a:pt x="1023433" y="58044"/>
                  <a:pt x="1021396" y="58044"/>
                </a:cubicBezTo>
                <a:cubicBezTo>
                  <a:pt x="1019416" y="58044"/>
                  <a:pt x="1017196" y="57068"/>
                  <a:pt x="1014735" y="55116"/>
                </a:cubicBezTo>
                <a:cubicBezTo>
                  <a:pt x="1012274" y="53165"/>
                  <a:pt x="1010450" y="52189"/>
                  <a:pt x="1009262" y="52189"/>
                </a:cubicBezTo>
                <a:cubicBezTo>
                  <a:pt x="1008243" y="52189"/>
                  <a:pt x="1007140" y="52753"/>
                  <a:pt x="1005952" y="53881"/>
                </a:cubicBezTo>
                <a:cubicBezTo>
                  <a:pt x="1003406" y="56195"/>
                  <a:pt x="1000776" y="60004"/>
                  <a:pt x="998060" y="65308"/>
                </a:cubicBezTo>
                <a:lnTo>
                  <a:pt x="998060" y="102466"/>
                </a:lnTo>
                <a:cubicBezTo>
                  <a:pt x="998060" y="106753"/>
                  <a:pt x="998597" y="109997"/>
                  <a:pt x="999672" y="112198"/>
                </a:cubicBezTo>
                <a:cubicBezTo>
                  <a:pt x="1000408" y="113722"/>
                  <a:pt x="1001709" y="114992"/>
                  <a:pt x="1003576" y="116009"/>
                </a:cubicBezTo>
                <a:cubicBezTo>
                  <a:pt x="1005443" y="117023"/>
                  <a:pt x="1008130" y="117531"/>
                  <a:pt x="1011638" y="117531"/>
                </a:cubicBezTo>
                <a:lnTo>
                  <a:pt x="1011638" y="120671"/>
                </a:lnTo>
                <a:lnTo>
                  <a:pt x="971838" y="120671"/>
                </a:lnTo>
                <a:lnTo>
                  <a:pt x="971838" y="117531"/>
                </a:lnTo>
                <a:cubicBezTo>
                  <a:pt x="975798" y="117531"/>
                  <a:pt x="978740" y="116910"/>
                  <a:pt x="980664" y="115669"/>
                </a:cubicBezTo>
                <a:cubicBezTo>
                  <a:pt x="982078" y="114766"/>
                  <a:pt x="983068" y="113326"/>
                  <a:pt x="983634" y="111349"/>
                </a:cubicBezTo>
                <a:cubicBezTo>
                  <a:pt x="983917" y="110389"/>
                  <a:pt x="984058" y="107652"/>
                  <a:pt x="984058" y="103136"/>
                </a:cubicBezTo>
                <a:lnTo>
                  <a:pt x="984058" y="73078"/>
                </a:lnTo>
                <a:cubicBezTo>
                  <a:pt x="984058" y="64045"/>
                  <a:pt x="983874" y="58669"/>
                  <a:pt x="983507" y="56949"/>
                </a:cubicBezTo>
                <a:cubicBezTo>
                  <a:pt x="983139" y="55227"/>
                  <a:pt x="982460" y="53971"/>
                  <a:pt x="981470" y="53181"/>
                </a:cubicBezTo>
                <a:cubicBezTo>
                  <a:pt x="980480" y="52390"/>
                  <a:pt x="979249" y="51995"/>
                  <a:pt x="977779" y="51995"/>
                </a:cubicBezTo>
                <a:cubicBezTo>
                  <a:pt x="976025" y="51995"/>
                  <a:pt x="974045" y="52419"/>
                  <a:pt x="971838" y="53265"/>
                </a:cubicBezTo>
                <a:lnTo>
                  <a:pt x="970990" y="50216"/>
                </a:lnTo>
                <a:lnTo>
                  <a:pt x="994496" y="40733"/>
                </a:lnTo>
                <a:lnTo>
                  <a:pt x="998060" y="40733"/>
                </a:lnTo>
                <a:close/>
                <a:moveTo>
                  <a:pt x="1077233" y="109469"/>
                </a:moveTo>
                <a:cubicBezTo>
                  <a:pt x="1069256" y="115636"/>
                  <a:pt x="1064249" y="119200"/>
                  <a:pt x="1062213" y="120161"/>
                </a:cubicBezTo>
                <a:cubicBezTo>
                  <a:pt x="1059158" y="121632"/>
                  <a:pt x="1055905" y="122368"/>
                  <a:pt x="1052454" y="122368"/>
                </a:cubicBezTo>
                <a:cubicBezTo>
                  <a:pt x="1047079" y="122368"/>
                  <a:pt x="1042652" y="120529"/>
                  <a:pt x="1039173" y="116852"/>
                </a:cubicBezTo>
                <a:cubicBezTo>
                  <a:pt x="1035694" y="113175"/>
                  <a:pt x="1033954" y="108338"/>
                  <a:pt x="1033954" y="102341"/>
                </a:cubicBezTo>
                <a:cubicBezTo>
                  <a:pt x="1033954" y="98551"/>
                  <a:pt x="1034803" y="95269"/>
                  <a:pt x="1036500" y="92497"/>
                </a:cubicBezTo>
                <a:cubicBezTo>
                  <a:pt x="1038820" y="88650"/>
                  <a:pt x="1042850" y="85030"/>
                  <a:pt x="1048593" y="81635"/>
                </a:cubicBezTo>
                <a:cubicBezTo>
                  <a:pt x="1054335" y="78241"/>
                  <a:pt x="1063881" y="74111"/>
                  <a:pt x="1077233" y="69246"/>
                </a:cubicBezTo>
                <a:lnTo>
                  <a:pt x="1077233" y="66191"/>
                </a:lnTo>
                <a:cubicBezTo>
                  <a:pt x="1077233" y="58440"/>
                  <a:pt x="1076002" y="53122"/>
                  <a:pt x="1073541" y="50237"/>
                </a:cubicBezTo>
                <a:cubicBezTo>
                  <a:pt x="1071080" y="47352"/>
                  <a:pt x="1067502" y="45909"/>
                  <a:pt x="1062807" y="45909"/>
                </a:cubicBezTo>
                <a:cubicBezTo>
                  <a:pt x="1059242" y="45909"/>
                  <a:pt x="1056414" y="46867"/>
                  <a:pt x="1054321" y="48784"/>
                </a:cubicBezTo>
                <a:cubicBezTo>
                  <a:pt x="1052171" y="50700"/>
                  <a:pt x="1051096" y="52899"/>
                  <a:pt x="1051096" y="55379"/>
                </a:cubicBezTo>
                <a:lnTo>
                  <a:pt x="1051266" y="60282"/>
                </a:lnTo>
                <a:cubicBezTo>
                  <a:pt x="1051266" y="62874"/>
                  <a:pt x="1050601" y="64874"/>
                  <a:pt x="1049271" y="66283"/>
                </a:cubicBezTo>
                <a:cubicBezTo>
                  <a:pt x="1047942" y="67692"/>
                  <a:pt x="1046202" y="68397"/>
                  <a:pt x="1044053" y="68397"/>
                </a:cubicBezTo>
                <a:cubicBezTo>
                  <a:pt x="1041959" y="68397"/>
                  <a:pt x="1040248" y="67664"/>
                  <a:pt x="1038919" y="66199"/>
                </a:cubicBezTo>
                <a:cubicBezTo>
                  <a:pt x="1037589" y="64731"/>
                  <a:pt x="1036924" y="62728"/>
                  <a:pt x="1036924" y="60189"/>
                </a:cubicBezTo>
                <a:cubicBezTo>
                  <a:pt x="1036924" y="55340"/>
                  <a:pt x="1039414" y="50885"/>
                  <a:pt x="1044392" y="46824"/>
                </a:cubicBezTo>
                <a:cubicBezTo>
                  <a:pt x="1049370" y="42763"/>
                  <a:pt x="1056357" y="40733"/>
                  <a:pt x="1065352" y="40733"/>
                </a:cubicBezTo>
                <a:cubicBezTo>
                  <a:pt x="1072254" y="40733"/>
                  <a:pt x="1077912" y="41891"/>
                  <a:pt x="1082324" y="44207"/>
                </a:cubicBezTo>
                <a:cubicBezTo>
                  <a:pt x="1085662" y="45959"/>
                  <a:pt x="1088123" y="48700"/>
                  <a:pt x="1089707" y="52430"/>
                </a:cubicBezTo>
                <a:cubicBezTo>
                  <a:pt x="1090725" y="54859"/>
                  <a:pt x="1091235" y="59831"/>
                  <a:pt x="1091235" y="67347"/>
                </a:cubicBezTo>
                <a:lnTo>
                  <a:pt x="1091235" y="93706"/>
                </a:lnTo>
                <a:cubicBezTo>
                  <a:pt x="1091235" y="101109"/>
                  <a:pt x="1091376" y="105643"/>
                  <a:pt x="1091659" y="107311"/>
                </a:cubicBezTo>
                <a:cubicBezTo>
                  <a:pt x="1091942" y="108978"/>
                  <a:pt x="1092409" y="110094"/>
                  <a:pt x="1093059" y="110660"/>
                </a:cubicBezTo>
                <a:cubicBezTo>
                  <a:pt x="1093710" y="111224"/>
                  <a:pt x="1094459" y="111506"/>
                  <a:pt x="1095308" y="111506"/>
                </a:cubicBezTo>
                <a:cubicBezTo>
                  <a:pt x="1096213" y="111506"/>
                  <a:pt x="1097005" y="111308"/>
                  <a:pt x="1097684" y="110912"/>
                </a:cubicBezTo>
                <a:cubicBezTo>
                  <a:pt x="1098872" y="110176"/>
                  <a:pt x="1101163" y="108111"/>
                  <a:pt x="1104558" y="104717"/>
                </a:cubicBezTo>
                <a:lnTo>
                  <a:pt x="1104558" y="109469"/>
                </a:lnTo>
                <a:cubicBezTo>
                  <a:pt x="1098221" y="117955"/>
                  <a:pt x="1092168" y="122198"/>
                  <a:pt x="1086398" y="122198"/>
                </a:cubicBezTo>
                <a:cubicBezTo>
                  <a:pt x="1083626" y="122198"/>
                  <a:pt x="1081419" y="121236"/>
                  <a:pt x="1079779" y="119313"/>
                </a:cubicBezTo>
                <a:cubicBezTo>
                  <a:pt x="1078138" y="117389"/>
                  <a:pt x="1077289" y="114108"/>
                  <a:pt x="1077233" y="109469"/>
                </a:cubicBezTo>
                <a:moveTo>
                  <a:pt x="1077233" y="103906"/>
                </a:moveTo>
                <a:lnTo>
                  <a:pt x="1077233" y="74422"/>
                </a:lnTo>
                <a:cubicBezTo>
                  <a:pt x="1068690" y="77801"/>
                  <a:pt x="1063174" y="80194"/>
                  <a:pt x="1060685" y="81603"/>
                </a:cubicBezTo>
                <a:cubicBezTo>
                  <a:pt x="1056216" y="84082"/>
                  <a:pt x="1053019" y="86673"/>
                  <a:pt x="1051096" y="89376"/>
                </a:cubicBezTo>
                <a:cubicBezTo>
                  <a:pt x="1049172" y="92079"/>
                  <a:pt x="1048211" y="95036"/>
                  <a:pt x="1048211" y="98246"/>
                </a:cubicBezTo>
                <a:cubicBezTo>
                  <a:pt x="1048211" y="102302"/>
                  <a:pt x="1049427" y="105667"/>
                  <a:pt x="1051860" y="108342"/>
                </a:cubicBezTo>
                <a:cubicBezTo>
                  <a:pt x="1054292" y="111017"/>
                  <a:pt x="1057093" y="112354"/>
                  <a:pt x="1060261" y="112354"/>
                </a:cubicBezTo>
                <a:cubicBezTo>
                  <a:pt x="1064560" y="112354"/>
                  <a:pt x="1070218" y="109538"/>
                  <a:pt x="1077233" y="103906"/>
                </a:cubicBezTo>
                <a:close/>
                <a:moveTo>
                  <a:pt x="1160591" y="40733"/>
                </a:moveTo>
                <a:lnTo>
                  <a:pt x="1160591" y="67039"/>
                </a:lnTo>
                <a:lnTo>
                  <a:pt x="1157791" y="67039"/>
                </a:lnTo>
                <a:cubicBezTo>
                  <a:pt x="1155641" y="58788"/>
                  <a:pt x="1152883" y="53176"/>
                  <a:pt x="1149517" y="50203"/>
                </a:cubicBezTo>
                <a:cubicBezTo>
                  <a:pt x="1146151" y="47227"/>
                  <a:pt x="1141865" y="45739"/>
                  <a:pt x="1136661" y="45739"/>
                </a:cubicBezTo>
                <a:cubicBezTo>
                  <a:pt x="1132701" y="45739"/>
                  <a:pt x="1129504" y="46785"/>
                  <a:pt x="1127072" y="48877"/>
                </a:cubicBezTo>
                <a:cubicBezTo>
                  <a:pt x="1124639" y="50966"/>
                  <a:pt x="1123423" y="53283"/>
                  <a:pt x="1123423" y="55827"/>
                </a:cubicBezTo>
                <a:cubicBezTo>
                  <a:pt x="1123423" y="58992"/>
                  <a:pt x="1124328" y="61704"/>
                  <a:pt x="1126138" y="63963"/>
                </a:cubicBezTo>
                <a:cubicBezTo>
                  <a:pt x="1127892" y="66281"/>
                  <a:pt x="1131456" y="68739"/>
                  <a:pt x="1136830" y="71338"/>
                </a:cubicBezTo>
                <a:lnTo>
                  <a:pt x="1149220" y="77358"/>
                </a:lnTo>
                <a:cubicBezTo>
                  <a:pt x="1160704" y="82951"/>
                  <a:pt x="1166447" y="90326"/>
                  <a:pt x="1166447" y="99482"/>
                </a:cubicBezTo>
                <a:cubicBezTo>
                  <a:pt x="1166447" y="106545"/>
                  <a:pt x="1163773" y="112239"/>
                  <a:pt x="1158427" y="116563"/>
                </a:cubicBezTo>
                <a:cubicBezTo>
                  <a:pt x="1153081" y="120885"/>
                  <a:pt x="1147098" y="123047"/>
                  <a:pt x="1140479" y="123047"/>
                </a:cubicBezTo>
                <a:cubicBezTo>
                  <a:pt x="1135727" y="123047"/>
                  <a:pt x="1130296" y="122198"/>
                  <a:pt x="1124186" y="120501"/>
                </a:cubicBezTo>
                <a:cubicBezTo>
                  <a:pt x="1122319" y="119935"/>
                  <a:pt x="1120792" y="119652"/>
                  <a:pt x="1119604" y="119652"/>
                </a:cubicBezTo>
                <a:cubicBezTo>
                  <a:pt x="1118303" y="119652"/>
                  <a:pt x="1117284" y="120388"/>
                  <a:pt x="1116549" y="121859"/>
                </a:cubicBezTo>
                <a:lnTo>
                  <a:pt x="1113749" y="121859"/>
                </a:lnTo>
                <a:lnTo>
                  <a:pt x="1113749" y="94025"/>
                </a:lnTo>
                <a:lnTo>
                  <a:pt x="1116549" y="94025"/>
                </a:lnTo>
                <a:cubicBezTo>
                  <a:pt x="1118133" y="101973"/>
                  <a:pt x="1121160" y="107963"/>
                  <a:pt x="1125629" y="111994"/>
                </a:cubicBezTo>
                <a:cubicBezTo>
                  <a:pt x="1130098" y="116025"/>
                  <a:pt x="1135105" y="118040"/>
                  <a:pt x="1140649" y="118040"/>
                </a:cubicBezTo>
                <a:cubicBezTo>
                  <a:pt x="1144553" y="118040"/>
                  <a:pt x="1147735" y="116896"/>
                  <a:pt x="1150196" y="114608"/>
                </a:cubicBezTo>
                <a:cubicBezTo>
                  <a:pt x="1152657" y="112319"/>
                  <a:pt x="1153887" y="109564"/>
                  <a:pt x="1153887" y="106343"/>
                </a:cubicBezTo>
                <a:cubicBezTo>
                  <a:pt x="1153887" y="102443"/>
                  <a:pt x="1152515" y="99165"/>
                  <a:pt x="1149772" y="96509"/>
                </a:cubicBezTo>
                <a:cubicBezTo>
                  <a:pt x="1147028" y="93854"/>
                  <a:pt x="1141554" y="90492"/>
                  <a:pt x="1133351" y="86424"/>
                </a:cubicBezTo>
                <a:cubicBezTo>
                  <a:pt x="1125148" y="82355"/>
                  <a:pt x="1119774" y="78681"/>
                  <a:pt x="1117228" y="75403"/>
                </a:cubicBezTo>
                <a:cubicBezTo>
                  <a:pt x="1114682" y="72182"/>
                  <a:pt x="1113409" y="68113"/>
                  <a:pt x="1113409" y="63197"/>
                </a:cubicBezTo>
                <a:cubicBezTo>
                  <a:pt x="1113409" y="56811"/>
                  <a:pt x="1115601" y="51471"/>
                  <a:pt x="1119986" y="47177"/>
                </a:cubicBezTo>
                <a:cubicBezTo>
                  <a:pt x="1124370" y="42881"/>
                  <a:pt x="1130042" y="40733"/>
                  <a:pt x="1137000" y="40733"/>
                </a:cubicBezTo>
                <a:cubicBezTo>
                  <a:pt x="1140055" y="40733"/>
                  <a:pt x="1143761" y="41383"/>
                  <a:pt x="1148117" y="42684"/>
                </a:cubicBezTo>
                <a:cubicBezTo>
                  <a:pt x="1151002" y="43533"/>
                  <a:pt x="1152926" y="43957"/>
                  <a:pt x="1153887" y="43957"/>
                </a:cubicBezTo>
                <a:cubicBezTo>
                  <a:pt x="1154792" y="43957"/>
                  <a:pt x="1155500" y="43759"/>
                  <a:pt x="1156009" y="43363"/>
                </a:cubicBezTo>
                <a:cubicBezTo>
                  <a:pt x="1156518" y="42967"/>
                  <a:pt x="1157112" y="42090"/>
                  <a:pt x="1157791" y="40733"/>
                </a:cubicBezTo>
                <a:lnTo>
                  <a:pt x="1160591" y="40733"/>
                </a:lnTo>
                <a:close/>
                <a:moveTo>
                  <a:pt x="1191028" y="72301"/>
                </a:moveTo>
                <a:cubicBezTo>
                  <a:pt x="1190972" y="83815"/>
                  <a:pt x="1193772" y="92846"/>
                  <a:pt x="1199430" y="99395"/>
                </a:cubicBezTo>
                <a:cubicBezTo>
                  <a:pt x="1205087" y="105941"/>
                  <a:pt x="1211734" y="109215"/>
                  <a:pt x="1219372" y="109215"/>
                </a:cubicBezTo>
                <a:cubicBezTo>
                  <a:pt x="1224463" y="109215"/>
                  <a:pt x="1228890" y="107814"/>
                  <a:pt x="1232652" y="105014"/>
                </a:cubicBezTo>
                <a:cubicBezTo>
                  <a:pt x="1236414" y="102214"/>
                  <a:pt x="1239568" y="97419"/>
                  <a:pt x="1242114" y="90630"/>
                </a:cubicBezTo>
                <a:lnTo>
                  <a:pt x="1244745" y="92327"/>
                </a:lnTo>
                <a:cubicBezTo>
                  <a:pt x="1243557" y="100078"/>
                  <a:pt x="1240106" y="107136"/>
                  <a:pt x="1234392" y="113500"/>
                </a:cubicBezTo>
                <a:cubicBezTo>
                  <a:pt x="1228678" y="119864"/>
                  <a:pt x="1221521" y="123047"/>
                  <a:pt x="1212922" y="123047"/>
                </a:cubicBezTo>
                <a:cubicBezTo>
                  <a:pt x="1203588" y="123047"/>
                  <a:pt x="1195597" y="119420"/>
                  <a:pt x="1188949" y="112166"/>
                </a:cubicBezTo>
                <a:cubicBezTo>
                  <a:pt x="1182302" y="104911"/>
                  <a:pt x="1178978" y="95157"/>
                  <a:pt x="1178978" y="82905"/>
                </a:cubicBezTo>
                <a:cubicBezTo>
                  <a:pt x="1178978" y="69639"/>
                  <a:pt x="1182387" y="59294"/>
                  <a:pt x="1189204" y="51871"/>
                </a:cubicBezTo>
                <a:cubicBezTo>
                  <a:pt x="1196021" y="44445"/>
                  <a:pt x="1204578" y="40733"/>
                  <a:pt x="1214874" y="40733"/>
                </a:cubicBezTo>
                <a:cubicBezTo>
                  <a:pt x="1223586" y="40733"/>
                  <a:pt x="1230743" y="43597"/>
                  <a:pt x="1236344" y="49325"/>
                </a:cubicBezTo>
                <a:cubicBezTo>
                  <a:pt x="1241944" y="55051"/>
                  <a:pt x="1244745" y="62710"/>
                  <a:pt x="1244745" y="72301"/>
                </a:cubicBezTo>
                <a:lnTo>
                  <a:pt x="1191028" y="72301"/>
                </a:lnTo>
                <a:moveTo>
                  <a:pt x="1191028" y="67379"/>
                </a:moveTo>
                <a:lnTo>
                  <a:pt x="1227009" y="67379"/>
                </a:lnTo>
                <a:cubicBezTo>
                  <a:pt x="1226726" y="62400"/>
                  <a:pt x="1226132" y="58893"/>
                  <a:pt x="1225227" y="56856"/>
                </a:cubicBezTo>
                <a:cubicBezTo>
                  <a:pt x="1223813" y="53688"/>
                  <a:pt x="1221705" y="51199"/>
                  <a:pt x="1218905" y="49388"/>
                </a:cubicBezTo>
                <a:cubicBezTo>
                  <a:pt x="1216104" y="47578"/>
                  <a:pt x="1213177" y="46673"/>
                  <a:pt x="1210122" y="46673"/>
                </a:cubicBezTo>
                <a:cubicBezTo>
                  <a:pt x="1205426" y="46673"/>
                  <a:pt x="1201226" y="48497"/>
                  <a:pt x="1197520" y="52146"/>
                </a:cubicBezTo>
                <a:cubicBezTo>
                  <a:pt x="1193815" y="55795"/>
                  <a:pt x="1191651" y="60873"/>
                  <a:pt x="1191028" y="67379"/>
                </a:cubicBezTo>
                <a:close/>
                <a:moveTo>
                  <a:pt x="1259028" y="149693"/>
                </a:moveTo>
                <a:lnTo>
                  <a:pt x="1259028" y="145959"/>
                </a:lnTo>
                <a:cubicBezTo>
                  <a:pt x="1264855" y="144028"/>
                  <a:pt x="1269366" y="141033"/>
                  <a:pt x="1272563" y="136972"/>
                </a:cubicBezTo>
                <a:cubicBezTo>
                  <a:pt x="1275759" y="132913"/>
                  <a:pt x="1277357" y="128611"/>
                  <a:pt x="1277357" y="124068"/>
                </a:cubicBezTo>
                <a:cubicBezTo>
                  <a:pt x="1277357" y="122991"/>
                  <a:pt x="1277103" y="122085"/>
                  <a:pt x="1276594" y="121350"/>
                </a:cubicBezTo>
                <a:cubicBezTo>
                  <a:pt x="1276198" y="120840"/>
                  <a:pt x="1275802" y="120586"/>
                  <a:pt x="1275406" y="120586"/>
                </a:cubicBezTo>
                <a:cubicBezTo>
                  <a:pt x="1274783" y="120586"/>
                  <a:pt x="1273426" y="121152"/>
                  <a:pt x="1271332" y="122283"/>
                </a:cubicBezTo>
                <a:cubicBezTo>
                  <a:pt x="1270314" y="122792"/>
                  <a:pt x="1269239" y="123047"/>
                  <a:pt x="1268108" y="123047"/>
                </a:cubicBezTo>
                <a:cubicBezTo>
                  <a:pt x="1265336" y="123047"/>
                  <a:pt x="1263129" y="122226"/>
                  <a:pt x="1261489" y="120586"/>
                </a:cubicBezTo>
                <a:cubicBezTo>
                  <a:pt x="1259848" y="118945"/>
                  <a:pt x="1259028" y="116682"/>
                  <a:pt x="1259028" y="113797"/>
                </a:cubicBezTo>
                <a:cubicBezTo>
                  <a:pt x="1259028" y="111025"/>
                  <a:pt x="1260088" y="108649"/>
                  <a:pt x="1262210" y="106669"/>
                </a:cubicBezTo>
                <a:cubicBezTo>
                  <a:pt x="1264331" y="104689"/>
                  <a:pt x="1266920" y="103699"/>
                  <a:pt x="1269975" y="103699"/>
                </a:cubicBezTo>
                <a:cubicBezTo>
                  <a:pt x="1273708" y="103699"/>
                  <a:pt x="1277032" y="105329"/>
                  <a:pt x="1279946" y="108589"/>
                </a:cubicBezTo>
                <a:cubicBezTo>
                  <a:pt x="1282859" y="111847"/>
                  <a:pt x="1284316" y="116168"/>
                  <a:pt x="1284316" y="121551"/>
                </a:cubicBezTo>
                <a:cubicBezTo>
                  <a:pt x="1284316" y="127390"/>
                  <a:pt x="1282293" y="132818"/>
                  <a:pt x="1278248" y="137834"/>
                </a:cubicBezTo>
                <a:cubicBezTo>
                  <a:pt x="1274203" y="142849"/>
                  <a:pt x="1267797" y="146802"/>
                  <a:pt x="1259028" y="149693"/>
                </a:cubicBezTo>
                <a:close/>
                <a:moveTo>
                  <a:pt x="1380037" y="40733"/>
                </a:moveTo>
                <a:cubicBezTo>
                  <a:pt x="1391805" y="40733"/>
                  <a:pt x="1401252" y="45198"/>
                  <a:pt x="1408381" y="54127"/>
                </a:cubicBezTo>
                <a:cubicBezTo>
                  <a:pt x="1414434" y="61756"/>
                  <a:pt x="1417461" y="70516"/>
                  <a:pt x="1417461" y="80407"/>
                </a:cubicBezTo>
                <a:cubicBezTo>
                  <a:pt x="1417461" y="87359"/>
                  <a:pt x="1415792" y="94395"/>
                  <a:pt x="1412454" y="101516"/>
                </a:cubicBezTo>
                <a:cubicBezTo>
                  <a:pt x="1409116" y="108636"/>
                  <a:pt x="1404520" y="114004"/>
                  <a:pt x="1398664" y="117621"/>
                </a:cubicBezTo>
                <a:cubicBezTo>
                  <a:pt x="1392809" y="121238"/>
                  <a:pt x="1386289" y="123047"/>
                  <a:pt x="1379104" y="123047"/>
                </a:cubicBezTo>
                <a:cubicBezTo>
                  <a:pt x="1367393" y="123047"/>
                  <a:pt x="1358087" y="118384"/>
                  <a:pt x="1351185" y="109058"/>
                </a:cubicBezTo>
                <a:cubicBezTo>
                  <a:pt x="1345358" y="101203"/>
                  <a:pt x="1342445" y="92388"/>
                  <a:pt x="1342445" y="82611"/>
                </a:cubicBezTo>
                <a:cubicBezTo>
                  <a:pt x="1342445" y="75490"/>
                  <a:pt x="1344212" y="68411"/>
                  <a:pt x="1347748" y="61375"/>
                </a:cubicBezTo>
                <a:cubicBezTo>
                  <a:pt x="1351284" y="54339"/>
                  <a:pt x="1355937" y="49139"/>
                  <a:pt x="1361708" y="45777"/>
                </a:cubicBezTo>
                <a:cubicBezTo>
                  <a:pt x="1367478" y="42414"/>
                  <a:pt x="1373588" y="40733"/>
                  <a:pt x="1380037" y="40733"/>
                </a:cubicBezTo>
                <a:moveTo>
                  <a:pt x="1377407" y="46333"/>
                </a:moveTo>
                <a:cubicBezTo>
                  <a:pt x="1374408" y="46333"/>
                  <a:pt x="1371396" y="47224"/>
                  <a:pt x="1368369" y="49004"/>
                </a:cubicBezTo>
                <a:cubicBezTo>
                  <a:pt x="1365343" y="50784"/>
                  <a:pt x="1362896" y="53906"/>
                  <a:pt x="1361029" y="58370"/>
                </a:cubicBezTo>
                <a:cubicBezTo>
                  <a:pt x="1359162" y="62834"/>
                  <a:pt x="1358228" y="68569"/>
                  <a:pt x="1358228" y="75576"/>
                </a:cubicBezTo>
                <a:cubicBezTo>
                  <a:pt x="1358228" y="86876"/>
                  <a:pt x="1360477" y="96624"/>
                  <a:pt x="1364975" y="104818"/>
                </a:cubicBezTo>
                <a:cubicBezTo>
                  <a:pt x="1369472" y="113010"/>
                  <a:pt x="1375398" y="117107"/>
                  <a:pt x="1382753" y="117107"/>
                </a:cubicBezTo>
                <a:cubicBezTo>
                  <a:pt x="1388241" y="117107"/>
                  <a:pt x="1392766" y="114846"/>
                  <a:pt x="1396331" y="110326"/>
                </a:cubicBezTo>
                <a:cubicBezTo>
                  <a:pt x="1399895" y="105805"/>
                  <a:pt x="1401677" y="98036"/>
                  <a:pt x="1401677" y="87018"/>
                </a:cubicBezTo>
                <a:cubicBezTo>
                  <a:pt x="1401677" y="73230"/>
                  <a:pt x="1398707" y="62381"/>
                  <a:pt x="1392766" y="54469"/>
                </a:cubicBezTo>
                <a:cubicBezTo>
                  <a:pt x="1388750" y="49045"/>
                  <a:pt x="1383630" y="46333"/>
                  <a:pt x="1377407" y="46333"/>
                </a:cubicBezTo>
                <a:close/>
                <a:moveTo>
                  <a:pt x="1451659" y="40733"/>
                </a:moveTo>
                <a:lnTo>
                  <a:pt x="1451659" y="58214"/>
                </a:lnTo>
                <a:cubicBezTo>
                  <a:pt x="1458165" y="46560"/>
                  <a:pt x="1464841" y="40733"/>
                  <a:pt x="1471686" y="40733"/>
                </a:cubicBezTo>
                <a:cubicBezTo>
                  <a:pt x="1474798" y="40733"/>
                  <a:pt x="1477372" y="41680"/>
                  <a:pt x="1479408" y="43576"/>
                </a:cubicBezTo>
                <a:cubicBezTo>
                  <a:pt x="1481445" y="45471"/>
                  <a:pt x="1482463" y="47663"/>
                  <a:pt x="1482463" y="50152"/>
                </a:cubicBezTo>
                <a:cubicBezTo>
                  <a:pt x="1482463" y="52359"/>
                  <a:pt x="1481728" y="54225"/>
                  <a:pt x="1480257" y="55753"/>
                </a:cubicBezTo>
                <a:cubicBezTo>
                  <a:pt x="1478786" y="57280"/>
                  <a:pt x="1477032" y="58044"/>
                  <a:pt x="1474996" y="58044"/>
                </a:cubicBezTo>
                <a:cubicBezTo>
                  <a:pt x="1473016" y="58044"/>
                  <a:pt x="1470795" y="57068"/>
                  <a:pt x="1468334" y="55116"/>
                </a:cubicBezTo>
                <a:cubicBezTo>
                  <a:pt x="1465873" y="53165"/>
                  <a:pt x="1464049" y="52189"/>
                  <a:pt x="1462861" y="52189"/>
                </a:cubicBezTo>
                <a:cubicBezTo>
                  <a:pt x="1461842" y="52189"/>
                  <a:pt x="1460739" y="52753"/>
                  <a:pt x="1459551" y="53881"/>
                </a:cubicBezTo>
                <a:cubicBezTo>
                  <a:pt x="1457005" y="56195"/>
                  <a:pt x="1454375" y="60004"/>
                  <a:pt x="1451659" y="65308"/>
                </a:cubicBezTo>
                <a:lnTo>
                  <a:pt x="1451659" y="102466"/>
                </a:lnTo>
                <a:cubicBezTo>
                  <a:pt x="1451659" y="106753"/>
                  <a:pt x="1452197" y="109997"/>
                  <a:pt x="1453272" y="112198"/>
                </a:cubicBezTo>
                <a:cubicBezTo>
                  <a:pt x="1454007" y="113722"/>
                  <a:pt x="1455308" y="114992"/>
                  <a:pt x="1457175" y="116009"/>
                </a:cubicBezTo>
                <a:cubicBezTo>
                  <a:pt x="1459042" y="117023"/>
                  <a:pt x="1461729" y="117531"/>
                  <a:pt x="1465237" y="117531"/>
                </a:cubicBezTo>
                <a:lnTo>
                  <a:pt x="1465237" y="120671"/>
                </a:lnTo>
                <a:lnTo>
                  <a:pt x="1425438" y="120671"/>
                </a:lnTo>
                <a:lnTo>
                  <a:pt x="1425438" y="117531"/>
                </a:lnTo>
                <a:cubicBezTo>
                  <a:pt x="1429398" y="117531"/>
                  <a:pt x="1432340" y="116910"/>
                  <a:pt x="1434263" y="115669"/>
                </a:cubicBezTo>
                <a:cubicBezTo>
                  <a:pt x="1435677" y="114766"/>
                  <a:pt x="1436667" y="113326"/>
                  <a:pt x="1437233" y="111349"/>
                </a:cubicBezTo>
                <a:cubicBezTo>
                  <a:pt x="1437516" y="110389"/>
                  <a:pt x="1437657" y="107652"/>
                  <a:pt x="1437657" y="103136"/>
                </a:cubicBezTo>
                <a:lnTo>
                  <a:pt x="1437657" y="73078"/>
                </a:lnTo>
                <a:cubicBezTo>
                  <a:pt x="1437657" y="64045"/>
                  <a:pt x="1437474" y="58669"/>
                  <a:pt x="1437106" y="56949"/>
                </a:cubicBezTo>
                <a:cubicBezTo>
                  <a:pt x="1436738" y="55227"/>
                  <a:pt x="1436059" y="53971"/>
                  <a:pt x="1435069" y="53181"/>
                </a:cubicBezTo>
                <a:cubicBezTo>
                  <a:pt x="1434079" y="52390"/>
                  <a:pt x="1432849" y="51995"/>
                  <a:pt x="1431378" y="51995"/>
                </a:cubicBezTo>
                <a:cubicBezTo>
                  <a:pt x="1429624" y="51995"/>
                  <a:pt x="1427644" y="52419"/>
                  <a:pt x="1425438" y="53265"/>
                </a:cubicBezTo>
                <a:lnTo>
                  <a:pt x="1424589" y="50216"/>
                </a:lnTo>
                <a:lnTo>
                  <a:pt x="1448095" y="40733"/>
                </a:lnTo>
                <a:lnTo>
                  <a:pt x="1451659" y="4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ref">
            <a:extLst xmlns:a="http://schemas.openxmlformats.org/drawingml/2006/main">
              <a:ext uri="{FF2B5EF4-FFF2-40B4-BE49-F238E27FC236}">
                <a16:creationId xmlns:a16="http://schemas.microsoft.com/office/drawing/2014/main" id="{6B256FB6-F89B-41D8-874C-4D55DA53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521" y="1767518"/>
            <a:ext cx="209459" cy="123047"/>
          </a:xfrm>
          <a:custGeom xmlns:a="http://schemas.openxmlformats.org/drawingml/2006/main">
            <a:pathLst>
              <a:path w="209459" h="123047">
                <a:moveTo>
                  <a:pt x="27070" y="40733"/>
                </a:moveTo>
                <a:lnTo>
                  <a:pt x="27070" y="58214"/>
                </a:lnTo>
                <a:cubicBezTo>
                  <a:pt x="33576" y="46560"/>
                  <a:pt x="40252" y="40733"/>
                  <a:pt x="47097" y="40733"/>
                </a:cubicBezTo>
                <a:cubicBezTo>
                  <a:pt x="50209" y="40733"/>
                  <a:pt x="52783" y="41680"/>
                  <a:pt x="54819" y="43576"/>
                </a:cubicBezTo>
                <a:cubicBezTo>
                  <a:pt x="56856" y="45471"/>
                  <a:pt x="57874" y="47663"/>
                  <a:pt x="57874" y="50152"/>
                </a:cubicBezTo>
                <a:cubicBezTo>
                  <a:pt x="57874" y="52359"/>
                  <a:pt x="57139" y="54225"/>
                  <a:pt x="55668" y="55753"/>
                </a:cubicBezTo>
                <a:cubicBezTo>
                  <a:pt x="54197" y="57280"/>
                  <a:pt x="52443" y="58044"/>
                  <a:pt x="50407" y="58044"/>
                </a:cubicBezTo>
                <a:cubicBezTo>
                  <a:pt x="48427" y="58044"/>
                  <a:pt x="46206" y="57068"/>
                  <a:pt x="43745" y="55116"/>
                </a:cubicBezTo>
                <a:cubicBezTo>
                  <a:pt x="41284" y="53165"/>
                  <a:pt x="39460" y="52189"/>
                  <a:pt x="38272" y="52189"/>
                </a:cubicBezTo>
                <a:cubicBezTo>
                  <a:pt x="37253" y="52189"/>
                  <a:pt x="36150" y="52753"/>
                  <a:pt x="34962" y="53881"/>
                </a:cubicBezTo>
                <a:cubicBezTo>
                  <a:pt x="32416" y="56195"/>
                  <a:pt x="29786" y="60004"/>
                  <a:pt x="27070" y="65308"/>
                </a:cubicBezTo>
                <a:lnTo>
                  <a:pt x="27070" y="102466"/>
                </a:lnTo>
                <a:cubicBezTo>
                  <a:pt x="27070" y="106753"/>
                  <a:pt x="27608" y="109997"/>
                  <a:pt x="28683" y="112198"/>
                </a:cubicBezTo>
                <a:cubicBezTo>
                  <a:pt x="29418" y="113722"/>
                  <a:pt x="30719" y="114992"/>
                  <a:pt x="32586" y="116009"/>
                </a:cubicBezTo>
                <a:cubicBezTo>
                  <a:pt x="34453" y="117023"/>
                  <a:pt x="37140" y="117531"/>
                  <a:pt x="40648" y="117531"/>
                </a:cubicBezTo>
                <a:lnTo>
                  <a:pt x="40648" y="120671"/>
                </a:lnTo>
                <a:lnTo>
                  <a:pt x="849" y="120671"/>
                </a:lnTo>
                <a:lnTo>
                  <a:pt x="849" y="117531"/>
                </a:lnTo>
                <a:cubicBezTo>
                  <a:pt x="4809" y="117531"/>
                  <a:pt x="7751" y="116910"/>
                  <a:pt x="9674" y="115669"/>
                </a:cubicBezTo>
                <a:cubicBezTo>
                  <a:pt x="11088" y="114766"/>
                  <a:pt x="12078" y="113326"/>
                  <a:pt x="12644" y="111349"/>
                </a:cubicBezTo>
                <a:cubicBezTo>
                  <a:pt x="12927" y="110389"/>
                  <a:pt x="13068" y="107652"/>
                  <a:pt x="13068" y="103136"/>
                </a:cubicBezTo>
                <a:lnTo>
                  <a:pt x="13068" y="73078"/>
                </a:lnTo>
                <a:cubicBezTo>
                  <a:pt x="13068" y="64045"/>
                  <a:pt x="12885" y="58669"/>
                  <a:pt x="12517" y="56949"/>
                </a:cubicBezTo>
                <a:cubicBezTo>
                  <a:pt x="12149" y="55227"/>
                  <a:pt x="11470" y="53971"/>
                  <a:pt x="10480" y="53181"/>
                </a:cubicBezTo>
                <a:cubicBezTo>
                  <a:pt x="9490" y="52390"/>
                  <a:pt x="8260" y="51995"/>
                  <a:pt x="6789" y="51995"/>
                </a:cubicBezTo>
                <a:cubicBezTo>
                  <a:pt x="5035" y="51995"/>
                  <a:pt x="3055" y="52419"/>
                  <a:pt x="849" y="53265"/>
                </a:cubicBezTo>
                <a:lnTo>
                  <a:pt x="0" y="50216"/>
                </a:lnTo>
                <a:lnTo>
                  <a:pt x="23506" y="40733"/>
                </a:lnTo>
                <a:lnTo>
                  <a:pt x="27070" y="40733"/>
                </a:lnTo>
                <a:close/>
                <a:moveTo>
                  <a:pt x="75269" y="72301"/>
                </a:moveTo>
                <a:cubicBezTo>
                  <a:pt x="75213" y="83815"/>
                  <a:pt x="78013" y="92846"/>
                  <a:pt x="83670" y="99395"/>
                </a:cubicBezTo>
                <a:cubicBezTo>
                  <a:pt x="89328" y="105941"/>
                  <a:pt x="95975" y="109215"/>
                  <a:pt x="103612" y="109215"/>
                </a:cubicBezTo>
                <a:cubicBezTo>
                  <a:pt x="108704" y="109215"/>
                  <a:pt x="113131" y="107814"/>
                  <a:pt x="116893" y="105014"/>
                </a:cubicBezTo>
                <a:cubicBezTo>
                  <a:pt x="120655" y="102214"/>
                  <a:pt x="123809" y="97419"/>
                  <a:pt x="126355" y="90630"/>
                </a:cubicBezTo>
                <a:lnTo>
                  <a:pt x="128985" y="92327"/>
                </a:lnTo>
                <a:cubicBezTo>
                  <a:pt x="127797" y="100078"/>
                  <a:pt x="124346" y="107136"/>
                  <a:pt x="118633" y="113500"/>
                </a:cubicBezTo>
                <a:cubicBezTo>
                  <a:pt x="112919" y="119864"/>
                  <a:pt x="105762" y="123047"/>
                  <a:pt x="97163" y="123047"/>
                </a:cubicBezTo>
                <a:cubicBezTo>
                  <a:pt x="87828" y="123047"/>
                  <a:pt x="79837" y="119420"/>
                  <a:pt x="73190" y="112166"/>
                </a:cubicBezTo>
                <a:cubicBezTo>
                  <a:pt x="66543" y="104911"/>
                  <a:pt x="63219" y="95157"/>
                  <a:pt x="63219" y="82905"/>
                </a:cubicBezTo>
                <a:cubicBezTo>
                  <a:pt x="63219" y="69639"/>
                  <a:pt x="66628" y="59294"/>
                  <a:pt x="73445" y="51871"/>
                </a:cubicBezTo>
                <a:cubicBezTo>
                  <a:pt x="80262" y="44445"/>
                  <a:pt x="88818" y="40733"/>
                  <a:pt x="99115" y="40733"/>
                </a:cubicBezTo>
                <a:cubicBezTo>
                  <a:pt x="107827" y="40733"/>
                  <a:pt x="114984" y="43597"/>
                  <a:pt x="120584" y="49325"/>
                </a:cubicBezTo>
                <a:cubicBezTo>
                  <a:pt x="126185" y="55051"/>
                  <a:pt x="128985" y="62710"/>
                  <a:pt x="128985" y="72301"/>
                </a:cubicBezTo>
                <a:lnTo>
                  <a:pt x="75269" y="72301"/>
                </a:lnTo>
                <a:moveTo>
                  <a:pt x="75269" y="67379"/>
                </a:moveTo>
                <a:lnTo>
                  <a:pt x="111250" y="67379"/>
                </a:lnTo>
                <a:cubicBezTo>
                  <a:pt x="110967" y="62400"/>
                  <a:pt x="110373" y="58893"/>
                  <a:pt x="109468" y="56856"/>
                </a:cubicBezTo>
                <a:cubicBezTo>
                  <a:pt x="108053" y="53688"/>
                  <a:pt x="105946" y="51199"/>
                  <a:pt x="103146" y="49388"/>
                </a:cubicBezTo>
                <a:cubicBezTo>
                  <a:pt x="100345" y="47578"/>
                  <a:pt x="97418" y="46673"/>
                  <a:pt x="94363" y="46673"/>
                </a:cubicBezTo>
                <a:cubicBezTo>
                  <a:pt x="89667" y="46673"/>
                  <a:pt x="85467" y="48497"/>
                  <a:pt x="81761" y="52146"/>
                </a:cubicBezTo>
                <a:cubicBezTo>
                  <a:pt x="78055" y="55795"/>
                  <a:pt x="75892" y="60873"/>
                  <a:pt x="75269" y="67379"/>
                </a:cubicBezTo>
                <a:close/>
                <a:moveTo>
                  <a:pt x="169745" y="48879"/>
                </a:moveTo>
                <a:lnTo>
                  <a:pt x="169745" y="100029"/>
                </a:lnTo>
                <a:cubicBezTo>
                  <a:pt x="169745" y="107279"/>
                  <a:pt x="170537" y="111866"/>
                  <a:pt x="172121" y="113792"/>
                </a:cubicBezTo>
                <a:cubicBezTo>
                  <a:pt x="174214" y="116284"/>
                  <a:pt x="177014" y="117531"/>
                  <a:pt x="180522" y="117531"/>
                </a:cubicBezTo>
                <a:lnTo>
                  <a:pt x="187565" y="117531"/>
                </a:lnTo>
                <a:lnTo>
                  <a:pt x="187565" y="120671"/>
                </a:lnTo>
                <a:lnTo>
                  <a:pt x="141147" y="120671"/>
                </a:lnTo>
                <a:lnTo>
                  <a:pt x="141147" y="117531"/>
                </a:lnTo>
                <a:lnTo>
                  <a:pt x="144626" y="117531"/>
                </a:lnTo>
                <a:cubicBezTo>
                  <a:pt x="146889" y="117531"/>
                  <a:pt x="148954" y="116964"/>
                  <a:pt x="150821" y="115831"/>
                </a:cubicBezTo>
                <a:cubicBezTo>
                  <a:pt x="152688" y="114698"/>
                  <a:pt x="153975" y="113169"/>
                  <a:pt x="154682" y="111243"/>
                </a:cubicBezTo>
                <a:cubicBezTo>
                  <a:pt x="155389" y="109318"/>
                  <a:pt x="155743" y="105580"/>
                  <a:pt x="155743" y="100029"/>
                </a:cubicBezTo>
                <a:lnTo>
                  <a:pt x="155743" y="48879"/>
                </a:lnTo>
                <a:lnTo>
                  <a:pt x="140638" y="48879"/>
                </a:lnTo>
                <a:lnTo>
                  <a:pt x="140638" y="42939"/>
                </a:lnTo>
                <a:lnTo>
                  <a:pt x="155743" y="42939"/>
                </a:lnTo>
                <a:lnTo>
                  <a:pt x="155743" y="37826"/>
                </a:lnTo>
                <a:cubicBezTo>
                  <a:pt x="155743" y="30046"/>
                  <a:pt x="156988" y="23458"/>
                  <a:pt x="159477" y="18062"/>
                </a:cubicBezTo>
                <a:cubicBezTo>
                  <a:pt x="161966" y="12666"/>
                  <a:pt x="165771" y="8307"/>
                  <a:pt x="170890" y="4986"/>
                </a:cubicBezTo>
                <a:cubicBezTo>
                  <a:pt x="176010" y="1662"/>
                  <a:pt x="181767" y="0"/>
                  <a:pt x="188159" y="0"/>
                </a:cubicBezTo>
                <a:cubicBezTo>
                  <a:pt x="194100" y="0"/>
                  <a:pt x="199559" y="1923"/>
                  <a:pt x="204537" y="5770"/>
                </a:cubicBezTo>
                <a:cubicBezTo>
                  <a:pt x="207819" y="8316"/>
                  <a:pt x="209459" y="11173"/>
                  <a:pt x="209459" y="14341"/>
                </a:cubicBezTo>
                <a:cubicBezTo>
                  <a:pt x="209459" y="16039"/>
                  <a:pt x="208724" y="17637"/>
                  <a:pt x="207253" y="19136"/>
                </a:cubicBezTo>
                <a:cubicBezTo>
                  <a:pt x="205782" y="20635"/>
                  <a:pt x="204198" y="21385"/>
                  <a:pt x="202501" y="21385"/>
                </a:cubicBezTo>
                <a:cubicBezTo>
                  <a:pt x="201200" y="21385"/>
                  <a:pt x="199828" y="20913"/>
                  <a:pt x="198385" y="19969"/>
                </a:cubicBezTo>
                <a:cubicBezTo>
                  <a:pt x="196942" y="19025"/>
                  <a:pt x="195174" y="16994"/>
                  <a:pt x="193081" y="13877"/>
                </a:cubicBezTo>
                <a:cubicBezTo>
                  <a:pt x="190988" y="10760"/>
                  <a:pt x="189065" y="8658"/>
                  <a:pt x="187311" y="7571"/>
                </a:cubicBezTo>
                <a:cubicBezTo>
                  <a:pt x="185557" y="6484"/>
                  <a:pt x="183605" y="5940"/>
                  <a:pt x="181455" y="5940"/>
                </a:cubicBezTo>
                <a:cubicBezTo>
                  <a:pt x="178853" y="5940"/>
                  <a:pt x="176647" y="6640"/>
                  <a:pt x="174836" y="8040"/>
                </a:cubicBezTo>
                <a:cubicBezTo>
                  <a:pt x="173026" y="9439"/>
                  <a:pt x="171725" y="11608"/>
                  <a:pt x="170933" y="14548"/>
                </a:cubicBezTo>
                <a:cubicBezTo>
                  <a:pt x="170141" y="17488"/>
                  <a:pt x="169745" y="25067"/>
                  <a:pt x="169745" y="37285"/>
                </a:cubicBezTo>
                <a:lnTo>
                  <a:pt x="169745" y="42939"/>
                </a:lnTo>
                <a:lnTo>
                  <a:pt x="189772" y="42939"/>
                </a:lnTo>
                <a:lnTo>
                  <a:pt x="189772" y="48879"/>
                </a:lnTo>
                <a:lnTo>
                  <a:pt x="169745" y="48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inegiventext">
            <a:extLst xmlns:a="http://schemas.openxmlformats.org/drawingml/2006/main">
              <a:ext uri="{FF2B5EF4-FFF2-40B4-BE49-F238E27FC236}">
                <a16:creationId xmlns:a16="http://schemas.microsoft.com/office/drawing/2014/main" id="{91C58C63-0B07-47B6-925A-2ADFC22D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7420" y="1767518"/>
            <a:ext cx="941262" cy="158179"/>
          </a:xfrm>
          <a:custGeom xmlns:a="http://schemas.openxmlformats.org/drawingml/2006/main">
            <a:pathLst>
              <a:path w="941262" h="158179">
                <a:moveTo>
                  <a:pt x="20112" y="0"/>
                </a:moveTo>
                <a:cubicBezTo>
                  <a:pt x="22488" y="0"/>
                  <a:pt x="24510" y="839"/>
                  <a:pt x="26179" y="2517"/>
                </a:cubicBezTo>
                <a:cubicBezTo>
                  <a:pt x="27848" y="4193"/>
                  <a:pt x="28683" y="6225"/>
                  <a:pt x="28683" y="8613"/>
                </a:cubicBezTo>
                <a:cubicBezTo>
                  <a:pt x="28683" y="11002"/>
                  <a:pt x="27848" y="13049"/>
                  <a:pt x="26179" y="14755"/>
                </a:cubicBezTo>
                <a:cubicBezTo>
                  <a:pt x="24510" y="16459"/>
                  <a:pt x="22488" y="17311"/>
                  <a:pt x="20112" y="17311"/>
                </a:cubicBezTo>
                <a:cubicBezTo>
                  <a:pt x="17736" y="17311"/>
                  <a:pt x="15699" y="16459"/>
                  <a:pt x="14002" y="14755"/>
                </a:cubicBezTo>
                <a:cubicBezTo>
                  <a:pt x="12305" y="13049"/>
                  <a:pt x="11456" y="11002"/>
                  <a:pt x="11456" y="8613"/>
                </a:cubicBezTo>
                <a:cubicBezTo>
                  <a:pt x="11456" y="6225"/>
                  <a:pt x="12291" y="4193"/>
                  <a:pt x="13959" y="2517"/>
                </a:cubicBezTo>
                <a:cubicBezTo>
                  <a:pt x="15628" y="839"/>
                  <a:pt x="17679" y="0"/>
                  <a:pt x="20112" y="0"/>
                </a:cubicBezTo>
                <a:moveTo>
                  <a:pt x="27155" y="40733"/>
                </a:moveTo>
                <a:lnTo>
                  <a:pt x="27155" y="103052"/>
                </a:lnTo>
                <a:cubicBezTo>
                  <a:pt x="27155" y="107906"/>
                  <a:pt x="27509" y="111138"/>
                  <a:pt x="28216" y="112747"/>
                </a:cubicBezTo>
                <a:cubicBezTo>
                  <a:pt x="28923" y="114356"/>
                  <a:pt x="29970" y="115555"/>
                  <a:pt x="31356" y="116345"/>
                </a:cubicBezTo>
                <a:cubicBezTo>
                  <a:pt x="32742" y="117136"/>
                  <a:pt x="35273" y="117531"/>
                  <a:pt x="38951" y="117531"/>
                </a:cubicBezTo>
                <a:lnTo>
                  <a:pt x="38951" y="120671"/>
                </a:lnTo>
                <a:lnTo>
                  <a:pt x="1188" y="120671"/>
                </a:lnTo>
                <a:lnTo>
                  <a:pt x="1188" y="117531"/>
                </a:lnTo>
                <a:cubicBezTo>
                  <a:pt x="4978" y="117531"/>
                  <a:pt x="7524" y="117164"/>
                  <a:pt x="8825" y="116430"/>
                </a:cubicBezTo>
                <a:cubicBezTo>
                  <a:pt x="10127" y="115697"/>
                  <a:pt x="11159" y="114483"/>
                  <a:pt x="11923" y="112789"/>
                </a:cubicBezTo>
                <a:cubicBezTo>
                  <a:pt x="12687" y="111096"/>
                  <a:pt x="13068" y="107850"/>
                  <a:pt x="13068" y="103052"/>
                </a:cubicBezTo>
                <a:lnTo>
                  <a:pt x="13068" y="73162"/>
                </a:lnTo>
                <a:cubicBezTo>
                  <a:pt x="13068" y="64751"/>
                  <a:pt x="12814" y="59304"/>
                  <a:pt x="12305" y="56822"/>
                </a:cubicBezTo>
                <a:cubicBezTo>
                  <a:pt x="11909" y="55015"/>
                  <a:pt x="11286" y="53759"/>
                  <a:pt x="10438" y="53053"/>
                </a:cubicBezTo>
                <a:cubicBezTo>
                  <a:pt x="9589" y="52348"/>
                  <a:pt x="8429" y="51995"/>
                  <a:pt x="6959" y="51995"/>
                </a:cubicBezTo>
                <a:cubicBezTo>
                  <a:pt x="5374" y="51995"/>
                  <a:pt x="3451" y="52419"/>
                  <a:pt x="1188" y="53265"/>
                </a:cubicBezTo>
                <a:lnTo>
                  <a:pt x="0" y="50216"/>
                </a:lnTo>
                <a:lnTo>
                  <a:pt x="23421" y="40733"/>
                </a:lnTo>
                <a:lnTo>
                  <a:pt x="27155" y="40733"/>
                </a:lnTo>
                <a:close/>
                <a:moveTo>
                  <a:pt x="71311" y="57196"/>
                </a:moveTo>
                <a:cubicBezTo>
                  <a:pt x="80420" y="46220"/>
                  <a:pt x="89104" y="40733"/>
                  <a:pt x="97363" y="40733"/>
                </a:cubicBezTo>
                <a:cubicBezTo>
                  <a:pt x="101606" y="40733"/>
                  <a:pt x="105255" y="41792"/>
                  <a:pt x="108310" y="43910"/>
                </a:cubicBezTo>
                <a:cubicBezTo>
                  <a:pt x="111365" y="46026"/>
                  <a:pt x="113798" y="49511"/>
                  <a:pt x="115608" y="54366"/>
                </a:cubicBezTo>
                <a:cubicBezTo>
                  <a:pt x="116853" y="57752"/>
                  <a:pt x="117475" y="62945"/>
                  <a:pt x="117475" y="69946"/>
                </a:cubicBezTo>
                <a:lnTo>
                  <a:pt x="117475" y="103052"/>
                </a:lnTo>
                <a:cubicBezTo>
                  <a:pt x="117475" y="107963"/>
                  <a:pt x="117871" y="111294"/>
                  <a:pt x="118663" y="113044"/>
                </a:cubicBezTo>
                <a:cubicBezTo>
                  <a:pt x="119285" y="114455"/>
                  <a:pt x="120290" y="115555"/>
                  <a:pt x="121676" y="116345"/>
                </a:cubicBezTo>
                <a:cubicBezTo>
                  <a:pt x="123062" y="117136"/>
                  <a:pt x="125622" y="117531"/>
                  <a:pt x="129356" y="117531"/>
                </a:cubicBezTo>
                <a:lnTo>
                  <a:pt x="129356" y="120671"/>
                </a:lnTo>
                <a:lnTo>
                  <a:pt x="90914" y="120671"/>
                </a:lnTo>
                <a:lnTo>
                  <a:pt x="90914" y="117531"/>
                </a:lnTo>
                <a:lnTo>
                  <a:pt x="92526" y="117531"/>
                </a:lnTo>
                <a:cubicBezTo>
                  <a:pt x="96147" y="117531"/>
                  <a:pt x="98679" y="116982"/>
                  <a:pt x="100121" y="115884"/>
                </a:cubicBezTo>
                <a:cubicBezTo>
                  <a:pt x="101564" y="114786"/>
                  <a:pt x="102568" y="113169"/>
                  <a:pt x="103134" y="111031"/>
                </a:cubicBezTo>
                <a:cubicBezTo>
                  <a:pt x="103360" y="110186"/>
                  <a:pt x="103473" y="107540"/>
                  <a:pt x="103473" y="103094"/>
                </a:cubicBezTo>
                <a:lnTo>
                  <a:pt x="103473" y="71433"/>
                </a:lnTo>
                <a:cubicBezTo>
                  <a:pt x="103473" y="64399"/>
                  <a:pt x="102554" y="59291"/>
                  <a:pt x="100715" y="56111"/>
                </a:cubicBezTo>
                <a:cubicBezTo>
                  <a:pt x="98877" y="52930"/>
                  <a:pt x="95779" y="51340"/>
                  <a:pt x="91423" y="51340"/>
                </a:cubicBezTo>
                <a:cubicBezTo>
                  <a:pt x="84691" y="51340"/>
                  <a:pt x="77987" y="54999"/>
                  <a:pt x="71311" y="62316"/>
                </a:cubicBezTo>
                <a:lnTo>
                  <a:pt x="71311" y="103094"/>
                </a:lnTo>
                <a:cubicBezTo>
                  <a:pt x="71311" y="108329"/>
                  <a:pt x="71623" y="111565"/>
                  <a:pt x="72245" y="112803"/>
                </a:cubicBezTo>
                <a:cubicBezTo>
                  <a:pt x="73037" y="114434"/>
                  <a:pt x="74126" y="115630"/>
                  <a:pt x="75512" y="116391"/>
                </a:cubicBezTo>
                <a:cubicBezTo>
                  <a:pt x="76898" y="117151"/>
                  <a:pt x="79713" y="117531"/>
                  <a:pt x="83956" y="117531"/>
                </a:cubicBezTo>
                <a:lnTo>
                  <a:pt x="83956" y="120671"/>
                </a:lnTo>
                <a:lnTo>
                  <a:pt x="45514" y="120671"/>
                </a:lnTo>
                <a:lnTo>
                  <a:pt x="45514" y="117531"/>
                </a:lnTo>
                <a:lnTo>
                  <a:pt x="47211" y="117531"/>
                </a:lnTo>
                <a:cubicBezTo>
                  <a:pt x="51171" y="117531"/>
                  <a:pt x="53844" y="116529"/>
                  <a:pt x="55230" y="114526"/>
                </a:cubicBezTo>
                <a:cubicBezTo>
                  <a:pt x="56616" y="112521"/>
                  <a:pt x="57310" y="108697"/>
                  <a:pt x="57310" y="103052"/>
                </a:cubicBezTo>
                <a:lnTo>
                  <a:pt x="57310" y="74263"/>
                </a:lnTo>
                <a:cubicBezTo>
                  <a:pt x="57310" y="64950"/>
                  <a:pt x="57097" y="59277"/>
                  <a:pt x="56673" y="57246"/>
                </a:cubicBezTo>
                <a:cubicBezTo>
                  <a:pt x="56249" y="55213"/>
                  <a:pt x="55598" y="53829"/>
                  <a:pt x="54721" y="53096"/>
                </a:cubicBezTo>
                <a:cubicBezTo>
                  <a:pt x="53844" y="52362"/>
                  <a:pt x="52671" y="51995"/>
                  <a:pt x="51200" y="51995"/>
                </a:cubicBezTo>
                <a:cubicBezTo>
                  <a:pt x="49616" y="51995"/>
                  <a:pt x="47720" y="52419"/>
                  <a:pt x="45514" y="53265"/>
                </a:cubicBezTo>
                <a:lnTo>
                  <a:pt x="44241" y="50216"/>
                </a:lnTo>
                <a:lnTo>
                  <a:pt x="67662" y="40733"/>
                </a:lnTo>
                <a:lnTo>
                  <a:pt x="71311" y="40733"/>
                </a:lnTo>
                <a:lnTo>
                  <a:pt x="71311" y="57196"/>
                </a:lnTo>
                <a:close/>
                <a:moveTo>
                  <a:pt x="148619" y="72301"/>
                </a:moveTo>
                <a:cubicBezTo>
                  <a:pt x="148562" y="83815"/>
                  <a:pt x="151363" y="92846"/>
                  <a:pt x="157020" y="99395"/>
                </a:cubicBezTo>
                <a:cubicBezTo>
                  <a:pt x="162677" y="105941"/>
                  <a:pt x="169325" y="109215"/>
                  <a:pt x="176962" y="109215"/>
                </a:cubicBezTo>
                <a:cubicBezTo>
                  <a:pt x="182054" y="109215"/>
                  <a:pt x="186480" y="107814"/>
                  <a:pt x="190243" y="105014"/>
                </a:cubicBezTo>
                <a:cubicBezTo>
                  <a:pt x="194005" y="102214"/>
                  <a:pt x="197159" y="97419"/>
                  <a:pt x="199704" y="90630"/>
                </a:cubicBezTo>
                <a:lnTo>
                  <a:pt x="202335" y="92327"/>
                </a:lnTo>
                <a:cubicBezTo>
                  <a:pt x="201147" y="100078"/>
                  <a:pt x="197696" y="107136"/>
                  <a:pt x="191982" y="113500"/>
                </a:cubicBezTo>
                <a:cubicBezTo>
                  <a:pt x="186268" y="119864"/>
                  <a:pt x="179112" y="123047"/>
                  <a:pt x="170513" y="123047"/>
                </a:cubicBezTo>
                <a:cubicBezTo>
                  <a:pt x="161178" y="123047"/>
                  <a:pt x="153187" y="119420"/>
                  <a:pt x="146540" y="112166"/>
                </a:cubicBezTo>
                <a:cubicBezTo>
                  <a:pt x="139892" y="104911"/>
                  <a:pt x="136569" y="95157"/>
                  <a:pt x="136569" y="82905"/>
                </a:cubicBezTo>
                <a:cubicBezTo>
                  <a:pt x="136569" y="69639"/>
                  <a:pt x="139977" y="59294"/>
                  <a:pt x="146794" y="51871"/>
                </a:cubicBezTo>
                <a:cubicBezTo>
                  <a:pt x="153611" y="44445"/>
                  <a:pt x="162168" y="40733"/>
                  <a:pt x="172464" y="40733"/>
                </a:cubicBezTo>
                <a:cubicBezTo>
                  <a:pt x="181177" y="40733"/>
                  <a:pt x="188333" y="43597"/>
                  <a:pt x="193934" y="49325"/>
                </a:cubicBezTo>
                <a:cubicBezTo>
                  <a:pt x="199535" y="55051"/>
                  <a:pt x="202335" y="62710"/>
                  <a:pt x="202335" y="72301"/>
                </a:cubicBezTo>
                <a:lnTo>
                  <a:pt x="148619" y="72301"/>
                </a:lnTo>
                <a:moveTo>
                  <a:pt x="148619" y="67379"/>
                </a:moveTo>
                <a:lnTo>
                  <a:pt x="184599" y="67379"/>
                </a:lnTo>
                <a:cubicBezTo>
                  <a:pt x="184317" y="62400"/>
                  <a:pt x="183722" y="58893"/>
                  <a:pt x="182817" y="56856"/>
                </a:cubicBezTo>
                <a:cubicBezTo>
                  <a:pt x="181403" y="53688"/>
                  <a:pt x="179296" y="51199"/>
                  <a:pt x="176495" y="49388"/>
                </a:cubicBezTo>
                <a:cubicBezTo>
                  <a:pt x="173695" y="47578"/>
                  <a:pt x="170767" y="46673"/>
                  <a:pt x="167712" y="46673"/>
                </a:cubicBezTo>
                <a:cubicBezTo>
                  <a:pt x="163017" y="46673"/>
                  <a:pt x="158816" y="48497"/>
                  <a:pt x="155111" y="52146"/>
                </a:cubicBezTo>
                <a:cubicBezTo>
                  <a:pt x="151405" y="55795"/>
                  <a:pt x="149241" y="60873"/>
                  <a:pt x="148619" y="67379"/>
                </a:cubicBezTo>
                <a:close/>
                <a:moveTo>
                  <a:pt x="276953" y="92346"/>
                </a:moveTo>
                <a:cubicBezTo>
                  <a:pt x="272201" y="90030"/>
                  <a:pt x="268552" y="86796"/>
                  <a:pt x="266006" y="82643"/>
                </a:cubicBezTo>
                <a:cubicBezTo>
                  <a:pt x="263461" y="78490"/>
                  <a:pt x="262188" y="73899"/>
                  <a:pt x="262188" y="68869"/>
                </a:cubicBezTo>
                <a:cubicBezTo>
                  <a:pt x="262188" y="61186"/>
                  <a:pt x="265087" y="54575"/>
                  <a:pt x="270886" y="49038"/>
                </a:cubicBezTo>
                <a:cubicBezTo>
                  <a:pt x="276685" y="43501"/>
                  <a:pt x="284110" y="40733"/>
                  <a:pt x="293161" y="40733"/>
                </a:cubicBezTo>
                <a:cubicBezTo>
                  <a:pt x="300573" y="40733"/>
                  <a:pt x="306994" y="42543"/>
                  <a:pt x="312425" y="46164"/>
                </a:cubicBezTo>
                <a:lnTo>
                  <a:pt x="328887" y="46164"/>
                </a:lnTo>
                <a:cubicBezTo>
                  <a:pt x="331320" y="46164"/>
                  <a:pt x="332734" y="46234"/>
                  <a:pt x="333130" y="46373"/>
                </a:cubicBezTo>
                <a:cubicBezTo>
                  <a:pt x="333526" y="46513"/>
                  <a:pt x="333809" y="46751"/>
                  <a:pt x="333979" y="47087"/>
                </a:cubicBezTo>
                <a:cubicBezTo>
                  <a:pt x="334318" y="47590"/>
                  <a:pt x="334488" y="48486"/>
                  <a:pt x="334488" y="49773"/>
                </a:cubicBezTo>
                <a:cubicBezTo>
                  <a:pt x="334488" y="51226"/>
                  <a:pt x="334347" y="52233"/>
                  <a:pt x="334064" y="52793"/>
                </a:cubicBezTo>
                <a:cubicBezTo>
                  <a:pt x="333894" y="53073"/>
                  <a:pt x="333597" y="53296"/>
                  <a:pt x="333173" y="53464"/>
                </a:cubicBezTo>
                <a:cubicBezTo>
                  <a:pt x="332749" y="53632"/>
                  <a:pt x="331320" y="53716"/>
                  <a:pt x="328887" y="53716"/>
                </a:cubicBezTo>
                <a:lnTo>
                  <a:pt x="318789" y="53716"/>
                </a:lnTo>
                <a:cubicBezTo>
                  <a:pt x="321957" y="57798"/>
                  <a:pt x="323541" y="63014"/>
                  <a:pt x="323541" y="69362"/>
                </a:cubicBezTo>
                <a:cubicBezTo>
                  <a:pt x="323541" y="76618"/>
                  <a:pt x="320769" y="82825"/>
                  <a:pt x="315225" y="87984"/>
                </a:cubicBezTo>
                <a:cubicBezTo>
                  <a:pt x="309681" y="93142"/>
                  <a:pt x="302241" y="95722"/>
                  <a:pt x="292907" y="95722"/>
                </a:cubicBezTo>
                <a:cubicBezTo>
                  <a:pt x="289060" y="95722"/>
                  <a:pt x="285128" y="95145"/>
                  <a:pt x="281111" y="93990"/>
                </a:cubicBezTo>
                <a:cubicBezTo>
                  <a:pt x="278622" y="96138"/>
                  <a:pt x="276939" y="98018"/>
                  <a:pt x="276062" y="99631"/>
                </a:cubicBezTo>
                <a:cubicBezTo>
                  <a:pt x="275185" y="101241"/>
                  <a:pt x="274747" y="102611"/>
                  <a:pt x="274747" y="103741"/>
                </a:cubicBezTo>
                <a:cubicBezTo>
                  <a:pt x="274747" y="104703"/>
                  <a:pt x="275214" y="105636"/>
                  <a:pt x="276147" y="106541"/>
                </a:cubicBezTo>
                <a:cubicBezTo>
                  <a:pt x="277081" y="107445"/>
                  <a:pt x="278905" y="108095"/>
                  <a:pt x="281621" y="108491"/>
                </a:cubicBezTo>
                <a:cubicBezTo>
                  <a:pt x="283205" y="108717"/>
                  <a:pt x="287165" y="108915"/>
                  <a:pt x="293501" y="109085"/>
                </a:cubicBezTo>
                <a:cubicBezTo>
                  <a:pt x="305155" y="109366"/>
                  <a:pt x="312708" y="109761"/>
                  <a:pt x="316158" y="110270"/>
                </a:cubicBezTo>
                <a:cubicBezTo>
                  <a:pt x="321420" y="111005"/>
                  <a:pt x="325620" y="112956"/>
                  <a:pt x="328760" y="116123"/>
                </a:cubicBezTo>
                <a:cubicBezTo>
                  <a:pt x="331900" y="119287"/>
                  <a:pt x="333470" y="123187"/>
                  <a:pt x="333470" y="127823"/>
                </a:cubicBezTo>
                <a:cubicBezTo>
                  <a:pt x="333470" y="134210"/>
                  <a:pt x="330472" y="140203"/>
                  <a:pt x="324475" y="145800"/>
                </a:cubicBezTo>
                <a:cubicBezTo>
                  <a:pt x="315649" y="154052"/>
                  <a:pt x="304137" y="158179"/>
                  <a:pt x="289937" y="158179"/>
                </a:cubicBezTo>
                <a:cubicBezTo>
                  <a:pt x="279018" y="158179"/>
                  <a:pt x="269797" y="155721"/>
                  <a:pt x="262273" y="150806"/>
                </a:cubicBezTo>
                <a:cubicBezTo>
                  <a:pt x="258030" y="147981"/>
                  <a:pt x="255908" y="145043"/>
                  <a:pt x="255908" y="141992"/>
                </a:cubicBezTo>
                <a:cubicBezTo>
                  <a:pt x="255908" y="140637"/>
                  <a:pt x="256219" y="139282"/>
                  <a:pt x="256841" y="137926"/>
                </a:cubicBezTo>
                <a:cubicBezTo>
                  <a:pt x="257803" y="135835"/>
                  <a:pt x="259783" y="132925"/>
                  <a:pt x="262782" y="129196"/>
                </a:cubicBezTo>
                <a:cubicBezTo>
                  <a:pt x="263178" y="128689"/>
                  <a:pt x="266063" y="125638"/>
                  <a:pt x="271437" y="120045"/>
                </a:cubicBezTo>
                <a:cubicBezTo>
                  <a:pt x="268496" y="118289"/>
                  <a:pt x="266417" y="116718"/>
                  <a:pt x="265200" y="115330"/>
                </a:cubicBezTo>
                <a:cubicBezTo>
                  <a:pt x="263984" y="113942"/>
                  <a:pt x="263376" y="112370"/>
                  <a:pt x="263376" y="110615"/>
                </a:cubicBezTo>
                <a:cubicBezTo>
                  <a:pt x="263376" y="108631"/>
                  <a:pt x="264182" y="106308"/>
                  <a:pt x="265794" y="103646"/>
                </a:cubicBezTo>
                <a:cubicBezTo>
                  <a:pt x="267407" y="100983"/>
                  <a:pt x="271126" y="97217"/>
                  <a:pt x="276953" y="92346"/>
                </a:cubicBezTo>
                <a:moveTo>
                  <a:pt x="291719" y="44976"/>
                </a:moveTo>
                <a:cubicBezTo>
                  <a:pt x="287532" y="44976"/>
                  <a:pt x="284025" y="46636"/>
                  <a:pt x="281196" y="49956"/>
                </a:cubicBezTo>
                <a:cubicBezTo>
                  <a:pt x="278368" y="53274"/>
                  <a:pt x="276953" y="58366"/>
                  <a:pt x="276953" y="65231"/>
                </a:cubicBezTo>
                <a:cubicBezTo>
                  <a:pt x="276953" y="74122"/>
                  <a:pt x="278877" y="81014"/>
                  <a:pt x="282724" y="85907"/>
                </a:cubicBezTo>
                <a:cubicBezTo>
                  <a:pt x="285666" y="89622"/>
                  <a:pt x="289399" y="91479"/>
                  <a:pt x="293925" y="91479"/>
                </a:cubicBezTo>
                <a:cubicBezTo>
                  <a:pt x="298225" y="91479"/>
                  <a:pt x="301761" y="89875"/>
                  <a:pt x="304533" y="86668"/>
                </a:cubicBezTo>
                <a:cubicBezTo>
                  <a:pt x="307305" y="83461"/>
                  <a:pt x="308691" y="78425"/>
                  <a:pt x="308691" y="71561"/>
                </a:cubicBezTo>
                <a:cubicBezTo>
                  <a:pt x="308691" y="62615"/>
                  <a:pt x="306739" y="55610"/>
                  <a:pt x="302836" y="50545"/>
                </a:cubicBezTo>
                <a:cubicBezTo>
                  <a:pt x="299950" y="46832"/>
                  <a:pt x="296245" y="44976"/>
                  <a:pt x="291719" y="44976"/>
                </a:cubicBezTo>
                <a:moveTo>
                  <a:pt x="276105" y="120721"/>
                </a:moveTo>
                <a:cubicBezTo>
                  <a:pt x="273446" y="123601"/>
                  <a:pt x="271437" y="126283"/>
                  <a:pt x="270080" y="128767"/>
                </a:cubicBezTo>
                <a:cubicBezTo>
                  <a:pt x="268722" y="131252"/>
                  <a:pt x="268043" y="133540"/>
                  <a:pt x="268043" y="135630"/>
                </a:cubicBezTo>
                <a:cubicBezTo>
                  <a:pt x="268043" y="138340"/>
                  <a:pt x="269684" y="140712"/>
                  <a:pt x="272965" y="142745"/>
                </a:cubicBezTo>
                <a:cubicBezTo>
                  <a:pt x="278622" y="146245"/>
                  <a:pt x="286797" y="147996"/>
                  <a:pt x="297489" y="147996"/>
                </a:cubicBezTo>
                <a:cubicBezTo>
                  <a:pt x="307673" y="147996"/>
                  <a:pt x="315183" y="146202"/>
                  <a:pt x="320020" y="142615"/>
                </a:cubicBezTo>
                <a:cubicBezTo>
                  <a:pt x="324857" y="139030"/>
                  <a:pt x="327275" y="135205"/>
                  <a:pt x="327275" y="131140"/>
                </a:cubicBezTo>
                <a:cubicBezTo>
                  <a:pt x="327275" y="128204"/>
                  <a:pt x="325833" y="126114"/>
                  <a:pt x="322947" y="124871"/>
                </a:cubicBezTo>
                <a:cubicBezTo>
                  <a:pt x="320005" y="123628"/>
                  <a:pt x="314178" y="122895"/>
                  <a:pt x="305466" y="122670"/>
                </a:cubicBezTo>
                <a:cubicBezTo>
                  <a:pt x="292737" y="122331"/>
                  <a:pt x="282950" y="121681"/>
                  <a:pt x="276105" y="120721"/>
                </a:cubicBezTo>
                <a:close/>
                <a:moveTo>
                  <a:pt x="362832" y="0"/>
                </a:moveTo>
                <a:cubicBezTo>
                  <a:pt x="365208" y="0"/>
                  <a:pt x="367230" y="839"/>
                  <a:pt x="368899" y="2517"/>
                </a:cubicBezTo>
                <a:cubicBezTo>
                  <a:pt x="370568" y="4193"/>
                  <a:pt x="371402" y="6225"/>
                  <a:pt x="371402" y="8613"/>
                </a:cubicBezTo>
                <a:cubicBezTo>
                  <a:pt x="371402" y="11002"/>
                  <a:pt x="370568" y="13049"/>
                  <a:pt x="368899" y="14755"/>
                </a:cubicBezTo>
                <a:cubicBezTo>
                  <a:pt x="367230" y="16459"/>
                  <a:pt x="365208" y="17311"/>
                  <a:pt x="362832" y="17311"/>
                </a:cubicBezTo>
                <a:cubicBezTo>
                  <a:pt x="360455" y="17311"/>
                  <a:pt x="358419" y="16459"/>
                  <a:pt x="356722" y="14755"/>
                </a:cubicBezTo>
                <a:cubicBezTo>
                  <a:pt x="355024" y="13049"/>
                  <a:pt x="354176" y="11002"/>
                  <a:pt x="354176" y="8613"/>
                </a:cubicBezTo>
                <a:cubicBezTo>
                  <a:pt x="354176" y="6225"/>
                  <a:pt x="355010" y="4193"/>
                  <a:pt x="356679" y="2517"/>
                </a:cubicBezTo>
                <a:cubicBezTo>
                  <a:pt x="358348" y="839"/>
                  <a:pt x="360399" y="0"/>
                  <a:pt x="362832" y="0"/>
                </a:cubicBezTo>
                <a:moveTo>
                  <a:pt x="369875" y="40733"/>
                </a:moveTo>
                <a:lnTo>
                  <a:pt x="369875" y="103052"/>
                </a:lnTo>
                <a:cubicBezTo>
                  <a:pt x="369875" y="107906"/>
                  <a:pt x="370228" y="111138"/>
                  <a:pt x="370936" y="112747"/>
                </a:cubicBezTo>
                <a:cubicBezTo>
                  <a:pt x="371643" y="114356"/>
                  <a:pt x="372689" y="115555"/>
                  <a:pt x="374075" y="116345"/>
                </a:cubicBezTo>
                <a:cubicBezTo>
                  <a:pt x="375461" y="117136"/>
                  <a:pt x="377993" y="117531"/>
                  <a:pt x="381670" y="117531"/>
                </a:cubicBezTo>
                <a:lnTo>
                  <a:pt x="381670" y="120671"/>
                </a:lnTo>
                <a:lnTo>
                  <a:pt x="343908" y="120671"/>
                </a:lnTo>
                <a:lnTo>
                  <a:pt x="343908" y="117531"/>
                </a:lnTo>
                <a:cubicBezTo>
                  <a:pt x="347698" y="117531"/>
                  <a:pt x="350244" y="117164"/>
                  <a:pt x="351545" y="116430"/>
                </a:cubicBezTo>
                <a:cubicBezTo>
                  <a:pt x="352846" y="115697"/>
                  <a:pt x="353879" y="114483"/>
                  <a:pt x="354643" y="112789"/>
                </a:cubicBezTo>
                <a:cubicBezTo>
                  <a:pt x="355406" y="111096"/>
                  <a:pt x="355788" y="107850"/>
                  <a:pt x="355788" y="103052"/>
                </a:cubicBezTo>
                <a:lnTo>
                  <a:pt x="355788" y="73162"/>
                </a:lnTo>
                <a:cubicBezTo>
                  <a:pt x="355788" y="64751"/>
                  <a:pt x="355534" y="59304"/>
                  <a:pt x="355024" y="56822"/>
                </a:cubicBezTo>
                <a:cubicBezTo>
                  <a:pt x="354628" y="55015"/>
                  <a:pt x="354006" y="53759"/>
                  <a:pt x="353158" y="53053"/>
                </a:cubicBezTo>
                <a:cubicBezTo>
                  <a:pt x="352309" y="52348"/>
                  <a:pt x="351149" y="51995"/>
                  <a:pt x="349678" y="51995"/>
                </a:cubicBezTo>
                <a:cubicBezTo>
                  <a:pt x="348094" y="51995"/>
                  <a:pt x="346171" y="52419"/>
                  <a:pt x="343908" y="53265"/>
                </a:cubicBezTo>
                <a:lnTo>
                  <a:pt x="342720" y="50216"/>
                </a:lnTo>
                <a:lnTo>
                  <a:pt x="366141" y="40733"/>
                </a:lnTo>
                <a:lnTo>
                  <a:pt x="369875" y="40733"/>
                </a:lnTo>
                <a:close/>
                <a:moveTo>
                  <a:pt x="387385" y="42939"/>
                </a:moveTo>
                <a:lnTo>
                  <a:pt x="423959" y="42939"/>
                </a:lnTo>
                <a:lnTo>
                  <a:pt x="423959" y="46079"/>
                </a:lnTo>
                <a:lnTo>
                  <a:pt x="421583" y="46079"/>
                </a:lnTo>
                <a:cubicBezTo>
                  <a:pt x="419377" y="46079"/>
                  <a:pt x="417694" y="46616"/>
                  <a:pt x="416534" y="47691"/>
                </a:cubicBezTo>
                <a:cubicBezTo>
                  <a:pt x="415374" y="48766"/>
                  <a:pt x="414795" y="50209"/>
                  <a:pt x="414795" y="52019"/>
                </a:cubicBezTo>
                <a:cubicBezTo>
                  <a:pt x="414795" y="53999"/>
                  <a:pt x="415389" y="56347"/>
                  <a:pt x="416577" y="59062"/>
                </a:cubicBezTo>
                <a:lnTo>
                  <a:pt x="434652" y="102001"/>
                </a:lnTo>
                <a:lnTo>
                  <a:pt x="452812" y="57450"/>
                </a:lnTo>
                <a:cubicBezTo>
                  <a:pt x="454113" y="54282"/>
                  <a:pt x="454764" y="51878"/>
                  <a:pt x="454764" y="50237"/>
                </a:cubicBezTo>
                <a:cubicBezTo>
                  <a:pt x="454764" y="49445"/>
                  <a:pt x="454537" y="48794"/>
                  <a:pt x="454085" y="48285"/>
                </a:cubicBezTo>
                <a:cubicBezTo>
                  <a:pt x="453462" y="47437"/>
                  <a:pt x="452670" y="46857"/>
                  <a:pt x="451709" y="46546"/>
                </a:cubicBezTo>
                <a:cubicBezTo>
                  <a:pt x="450747" y="46234"/>
                  <a:pt x="448795" y="46079"/>
                  <a:pt x="445853" y="46079"/>
                </a:cubicBezTo>
                <a:lnTo>
                  <a:pt x="445853" y="42939"/>
                </a:lnTo>
                <a:lnTo>
                  <a:pt x="471226" y="42939"/>
                </a:lnTo>
                <a:lnTo>
                  <a:pt x="471226" y="46079"/>
                </a:lnTo>
                <a:cubicBezTo>
                  <a:pt x="468285" y="46305"/>
                  <a:pt x="466248" y="46899"/>
                  <a:pt x="465116" y="47861"/>
                </a:cubicBezTo>
                <a:cubicBezTo>
                  <a:pt x="463136" y="49558"/>
                  <a:pt x="461354" y="52387"/>
                  <a:pt x="459770" y="56347"/>
                </a:cubicBezTo>
                <a:lnTo>
                  <a:pt x="432191" y="123047"/>
                </a:lnTo>
                <a:lnTo>
                  <a:pt x="428712" y="123047"/>
                </a:lnTo>
                <a:lnTo>
                  <a:pt x="400962" y="57450"/>
                </a:lnTo>
                <a:cubicBezTo>
                  <a:pt x="399718" y="54395"/>
                  <a:pt x="398530" y="52203"/>
                  <a:pt x="397398" y="50873"/>
                </a:cubicBezTo>
                <a:cubicBezTo>
                  <a:pt x="396267" y="49544"/>
                  <a:pt x="394824" y="48427"/>
                  <a:pt x="393070" y="47521"/>
                </a:cubicBezTo>
                <a:cubicBezTo>
                  <a:pt x="392109" y="47012"/>
                  <a:pt x="390213" y="46531"/>
                  <a:pt x="387385" y="46079"/>
                </a:cubicBezTo>
                <a:lnTo>
                  <a:pt x="387385" y="42939"/>
                </a:lnTo>
                <a:close/>
                <a:moveTo>
                  <a:pt x="491338" y="72301"/>
                </a:moveTo>
                <a:cubicBezTo>
                  <a:pt x="491282" y="83815"/>
                  <a:pt x="494082" y="92846"/>
                  <a:pt x="499739" y="99395"/>
                </a:cubicBezTo>
                <a:cubicBezTo>
                  <a:pt x="505397" y="105941"/>
                  <a:pt x="512044" y="109215"/>
                  <a:pt x="519681" y="109215"/>
                </a:cubicBezTo>
                <a:cubicBezTo>
                  <a:pt x="524773" y="109215"/>
                  <a:pt x="529200" y="107814"/>
                  <a:pt x="532962" y="105014"/>
                </a:cubicBezTo>
                <a:cubicBezTo>
                  <a:pt x="536724" y="102214"/>
                  <a:pt x="539878" y="97419"/>
                  <a:pt x="542424" y="90630"/>
                </a:cubicBezTo>
                <a:lnTo>
                  <a:pt x="545054" y="92327"/>
                </a:lnTo>
                <a:cubicBezTo>
                  <a:pt x="543866" y="100078"/>
                  <a:pt x="540415" y="107136"/>
                  <a:pt x="534702" y="113500"/>
                </a:cubicBezTo>
                <a:cubicBezTo>
                  <a:pt x="528988" y="119864"/>
                  <a:pt x="521831" y="123047"/>
                  <a:pt x="513232" y="123047"/>
                </a:cubicBezTo>
                <a:cubicBezTo>
                  <a:pt x="503897" y="123047"/>
                  <a:pt x="495907" y="119420"/>
                  <a:pt x="489259" y="112166"/>
                </a:cubicBezTo>
                <a:cubicBezTo>
                  <a:pt x="482612" y="104911"/>
                  <a:pt x="479288" y="95157"/>
                  <a:pt x="479288" y="82905"/>
                </a:cubicBezTo>
                <a:cubicBezTo>
                  <a:pt x="479288" y="69639"/>
                  <a:pt x="482697" y="59294"/>
                  <a:pt x="489514" y="51871"/>
                </a:cubicBezTo>
                <a:cubicBezTo>
                  <a:pt x="496331" y="44445"/>
                  <a:pt x="504887" y="40733"/>
                  <a:pt x="515184" y="40733"/>
                </a:cubicBezTo>
                <a:cubicBezTo>
                  <a:pt x="523896" y="40733"/>
                  <a:pt x="531053" y="43597"/>
                  <a:pt x="536653" y="49325"/>
                </a:cubicBezTo>
                <a:cubicBezTo>
                  <a:pt x="542254" y="55051"/>
                  <a:pt x="545054" y="62710"/>
                  <a:pt x="545054" y="72301"/>
                </a:cubicBezTo>
                <a:lnTo>
                  <a:pt x="491338" y="72301"/>
                </a:lnTo>
                <a:moveTo>
                  <a:pt x="491338" y="67379"/>
                </a:moveTo>
                <a:lnTo>
                  <a:pt x="527319" y="67379"/>
                </a:lnTo>
                <a:cubicBezTo>
                  <a:pt x="527036" y="62400"/>
                  <a:pt x="526442" y="58893"/>
                  <a:pt x="525537" y="56856"/>
                </a:cubicBezTo>
                <a:cubicBezTo>
                  <a:pt x="524122" y="53688"/>
                  <a:pt x="522015" y="51199"/>
                  <a:pt x="519215" y="49388"/>
                </a:cubicBezTo>
                <a:cubicBezTo>
                  <a:pt x="516414" y="47578"/>
                  <a:pt x="513487" y="46673"/>
                  <a:pt x="510432" y="46673"/>
                </a:cubicBezTo>
                <a:cubicBezTo>
                  <a:pt x="505736" y="46673"/>
                  <a:pt x="501536" y="48497"/>
                  <a:pt x="497830" y="52146"/>
                </a:cubicBezTo>
                <a:cubicBezTo>
                  <a:pt x="494124" y="55795"/>
                  <a:pt x="491961" y="60873"/>
                  <a:pt x="491338" y="67379"/>
                </a:cubicBezTo>
                <a:close/>
                <a:moveTo>
                  <a:pt x="578092" y="57196"/>
                </a:moveTo>
                <a:cubicBezTo>
                  <a:pt x="587200" y="46220"/>
                  <a:pt x="595884" y="40733"/>
                  <a:pt x="604144" y="40733"/>
                </a:cubicBezTo>
                <a:cubicBezTo>
                  <a:pt x="608387" y="40733"/>
                  <a:pt x="612036" y="41792"/>
                  <a:pt x="615090" y="43910"/>
                </a:cubicBezTo>
                <a:cubicBezTo>
                  <a:pt x="618145" y="46026"/>
                  <a:pt x="620578" y="49511"/>
                  <a:pt x="622388" y="54366"/>
                </a:cubicBezTo>
                <a:cubicBezTo>
                  <a:pt x="623633" y="57752"/>
                  <a:pt x="624255" y="62945"/>
                  <a:pt x="624255" y="69946"/>
                </a:cubicBezTo>
                <a:lnTo>
                  <a:pt x="624255" y="103052"/>
                </a:lnTo>
                <a:cubicBezTo>
                  <a:pt x="624255" y="107963"/>
                  <a:pt x="624651" y="111294"/>
                  <a:pt x="625443" y="113044"/>
                </a:cubicBezTo>
                <a:cubicBezTo>
                  <a:pt x="626066" y="114455"/>
                  <a:pt x="627070" y="115555"/>
                  <a:pt x="628456" y="116345"/>
                </a:cubicBezTo>
                <a:cubicBezTo>
                  <a:pt x="629842" y="117136"/>
                  <a:pt x="632402" y="117531"/>
                  <a:pt x="636136" y="117531"/>
                </a:cubicBezTo>
                <a:lnTo>
                  <a:pt x="636136" y="120671"/>
                </a:lnTo>
                <a:lnTo>
                  <a:pt x="597694" y="120671"/>
                </a:lnTo>
                <a:lnTo>
                  <a:pt x="597694" y="117531"/>
                </a:lnTo>
                <a:lnTo>
                  <a:pt x="599307" y="117531"/>
                </a:lnTo>
                <a:cubicBezTo>
                  <a:pt x="602927" y="117531"/>
                  <a:pt x="605459" y="116982"/>
                  <a:pt x="606901" y="115884"/>
                </a:cubicBezTo>
                <a:cubicBezTo>
                  <a:pt x="608344" y="114786"/>
                  <a:pt x="609348" y="113169"/>
                  <a:pt x="609914" y="111031"/>
                </a:cubicBezTo>
                <a:cubicBezTo>
                  <a:pt x="610140" y="110186"/>
                  <a:pt x="610253" y="107540"/>
                  <a:pt x="610253" y="103094"/>
                </a:cubicBezTo>
                <a:lnTo>
                  <a:pt x="610253" y="71433"/>
                </a:lnTo>
                <a:cubicBezTo>
                  <a:pt x="610253" y="64399"/>
                  <a:pt x="609334" y="59291"/>
                  <a:pt x="607496" y="56111"/>
                </a:cubicBezTo>
                <a:cubicBezTo>
                  <a:pt x="605657" y="52930"/>
                  <a:pt x="602559" y="51340"/>
                  <a:pt x="598203" y="51340"/>
                </a:cubicBezTo>
                <a:cubicBezTo>
                  <a:pt x="591471" y="51340"/>
                  <a:pt x="584767" y="54999"/>
                  <a:pt x="578092" y="62316"/>
                </a:cubicBezTo>
                <a:lnTo>
                  <a:pt x="578092" y="103094"/>
                </a:lnTo>
                <a:cubicBezTo>
                  <a:pt x="578092" y="108329"/>
                  <a:pt x="578403" y="111565"/>
                  <a:pt x="579025" y="112803"/>
                </a:cubicBezTo>
                <a:cubicBezTo>
                  <a:pt x="579817" y="114434"/>
                  <a:pt x="580906" y="115630"/>
                  <a:pt x="582292" y="116391"/>
                </a:cubicBezTo>
                <a:cubicBezTo>
                  <a:pt x="583678" y="117151"/>
                  <a:pt x="586493" y="117531"/>
                  <a:pt x="590736" y="117531"/>
                </a:cubicBezTo>
                <a:lnTo>
                  <a:pt x="590736" y="120671"/>
                </a:lnTo>
                <a:lnTo>
                  <a:pt x="552294" y="120671"/>
                </a:lnTo>
                <a:lnTo>
                  <a:pt x="552294" y="117531"/>
                </a:lnTo>
                <a:lnTo>
                  <a:pt x="553991" y="117531"/>
                </a:lnTo>
                <a:cubicBezTo>
                  <a:pt x="557952" y="117531"/>
                  <a:pt x="560625" y="116529"/>
                  <a:pt x="562011" y="114526"/>
                </a:cubicBezTo>
                <a:cubicBezTo>
                  <a:pt x="563397" y="112521"/>
                  <a:pt x="564090" y="108697"/>
                  <a:pt x="564090" y="103052"/>
                </a:cubicBezTo>
                <a:lnTo>
                  <a:pt x="564090" y="74263"/>
                </a:lnTo>
                <a:cubicBezTo>
                  <a:pt x="564090" y="64950"/>
                  <a:pt x="563878" y="59277"/>
                  <a:pt x="563453" y="57246"/>
                </a:cubicBezTo>
                <a:cubicBezTo>
                  <a:pt x="563029" y="55213"/>
                  <a:pt x="562378" y="53829"/>
                  <a:pt x="561501" y="53096"/>
                </a:cubicBezTo>
                <a:cubicBezTo>
                  <a:pt x="560625" y="52362"/>
                  <a:pt x="559451" y="51995"/>
                  <a:pt x="557980" y="51995"/>
                </a:cubicBezTo>
                <a:cubicBezTo>
                  <a:pt x="556396" y="51995"/>
                  <a:pt x="554501" y="52419"/>
                  <a:pt x="552294" y="53265"/>
                </a:cubicBezTo>
                <a:lnTo>
                  <a:pt x="551021" y="50216"/>
                </a:lnTo>
                <a:lnTo>
                  <a:pt x="574443" y="40733"/>
                </a:lnTo>
                <a:lnTo>
                  <a:pt x="578092" y="40733"/>
                </a:lnTo>
                <a:lnTo>
                  <a:pt x="578092" y="57196"/>
                </a:lnTo>
                <a:close/>
                <a:moveTo>
                  <a:pt x="708352" y="17311"/>
                </a:moveTo>
                <a:lnTo>
                  <a:pt x="708352" y="42939"/>
                </a:lnTo>
                <a:lnTo>
                  <a:pt x="726512" y="42939"/>
                </a:lnTo>
                <a:lnTo>
                  <a:pt x="726512" y="48879"/>
                </a:lnTo>
                <a:lnTo>
                  <a:pt x="708352" y="48879"/>
                </a:lnTo>
                <a:lnTo>
                  <a:pt x="708352" y="99217"/>
                </a:lnTo>
                <a:cubicBezTo>
                  <a:pt x="708352" y="104247"/>
                  <a:pt x="709073" y="107638"/>
                  <a:pt x="710515" y="109390"/>
                </a:cubicBezTo>
                <a:cubicBezTo>
                  <a:pt x="711958" y="111140"/>
                  <a:pt x="713811" y="112015"/>
                  <a:pt x="716074" y="112015"/>
                </a:cubicBezTo>
                <a:cubicBezTo>
                  <a:pt x="717941" y="112015"/>
                  <a:pt x="719751" y="111435"/>
                  <a:pt x="721505" y="110275"/>
                </a:cubicBezTo>
                <a:cubicBezTo>
                  <a:pt x="723259" y="109116"/>
                  <a:pt x="724616" y="107404"/>
                  <a:pt x="725578" y="105141"/>
                </a:cubicBezTo>
                <a:lnTo>
                  <a:pt x="728888" y="105141"/>
                </a:lnTo>
                <a:cubicBezTo>
                  <a:pt x="726908" y="110701"/>
                  <a:pt x="724107" y="114906"/>
                  <a:pt x="720487" y="117756"/>
                </a:cubicBezTo>
                <a:cubicBezTo>
                  <a:pt x="716866" y="120604"/>
                  <a:pt x="713132" y="122028"/>
                  <a:pt x="709285" y="122028"/>
                </a:cubicBezTo>
                <a:cubicBezTo>
                  <a:pt x="706683" y="122028"/>
                  <a:pt x="704137" y="121306"/>
                  <a:pt x="701648" y="119862"/>
                </a:cubicBezTo>
                <a:cubicBezTo>
                  <a:pt x="699158" y="118417"/>
                  <a:pt x="697320" y="116351"/>
                  <a:pt x="696132" y="113662"/>
                </a:cubicBezTo>
                <a:cubicBezTo>
                  <a:pt x="694944" y="110971"/>
                  <a:pt x="694350" y="106822"/>
                  <a:pt x="694350" y="101214"/>
                </a:cubicBezTo>
                <a:lnTo>
                  <a:pt x="694350" y="48879"/>
                </a:lnTo>
                <a:lnTo>
                  <a:pt x="682045" y="48879"/>
                </a:lnTo>
                <a:lnTo>
                  <a:pt x="682045" y="46079"/>
                </a:lnTo>
                <a:cubicBezTo>
                  <a:pt x="685157" y="44831"/>
                  <a:pt x="688339" y="42717"/>
                  <a:pt x="691592" y="39738"/>
                </a:cubicBezTo>
                <a:cubicBezTo>
                  <a:pt x="694845" y="36759"/>
                  <a:pt x="697744" y="33227"/>
                  <a:pt x="700290" y="29141"/>
                </a:cubicBezTo>
                <a:cubicBezTo>
                  <a:pt x="701591" y="26986"/>
                  <a:pt x="703401" y="23043"/>
                  <a:pt x="705721" y="17311"/>
                </a:cubicBezTo>
                <a:lnTo>
                  <a:pt x="708352" y="17311"/>
                </a:lnTo>
                <a:close/>
                <a:moveTo>
                  <a:pt x="747162" y="72301"/>
                </a:moveTo>
                <a:cubicBezTo>
                  <a:pt x="747105" y="83815"/>
                  <a:pt x="749905" y="92846"/>
                  <a:pt x="755563" y="99395"/>
                </a:cubicBezTo>
                <a:cubicBezTo>
                  <a:pt x="761220" y="105941"/>
                  <a:pt x="767867" y="109215"/>
                  <a:pt x="775505" y="109215"/>
                </a:cubicBezTo>
                <a:cubicBezTo>
                  <a:pt x="780596" y="109215"/>
                  <a:pt x="785023" y="107814"/>
                  <a:pt x="788785" y="105014"/>
                </a:cubicBezTo>
                <a:cubicBezTo>
                  <a:pt x="792547" y="102214"/>
                  <a:pt x="795701" y="97419"/>
                  <a:pt x="798247" y="90630"/>
                </a:cubicBezTo>
                <a:lnTo>
                  <a:pt x="800878" y="92327"/>
                </a:lnTo>
                <a:cubicBezTo>
                  <a:pt x="799690" y="100078"/>
                  <a:pt x="796239" y="107136"/>
                  <a:pt x="790525" y="113500"/>
                </a:cubicBezTo>
                <a:cubicBezTo>
                  <a:pt x="784811" y="119864"/>
                  <a:pt x="777655" y="123047"/>
                  <a:pt x="769055" y="123047"/>
                </a:cubicBezTo>
                <a:cubicBezTo>
                  <a:pt x="759721" y="123047"/>
                  <a:pt x="751730" y="119420"/>
                  <a:pt x="745083" y="112166"/>
                </a:cubicBezTo>
                <a:cubicBezTo>
                  <a:pt x="738435" y="104911"/>
                  <a:pt x="735112" y="95157"/>
                  <a:pt x="735112" y="82905"/>
                </a:cubicBezTo>
                <a:cubicBezTo>
                  <a:pt x="735112" y="69639"/>
                  <a:pt x="738520" y="59294"/>
                  <a:pt x="745337" y="51871"/>
                </a:cubicBezTo>
                <a:cubicBezTo>
                  <a:pt x="752154" y="44445"/>
                  <a:pt x="760711" y="40733"/>
                  <a:pt x="771007" y="40733"/>
                </a:cubicBezTo>
                <a:cubicBezTo>
                  <a:pt x="779719" y="40733"/>
                  <a:pt x="786876" y="43597"/>
                  <a:pt x="792477" y="49325"/>
                </a:cubicBezTo>
                <a:cubicBezTo>
                  <a:pt x="798078" y="55051"/>
                  <a:pt x="800878" y="62710"/>
                  <a:pt x="800878" y="72301"/>
                </a:cubicBezTo>
                <a:lnTo>
                  <a:pt x="747162" y="72301"/>
                </a:lnTo>
                <a:moveTo>
                  <a:pt x="747162" y="67379"/>
                </a:moveTo>
                <a:lnTo>
                  <a:pt x="783142" y="67379"/>
                </a:lnTo>
                <a:cubicBezTo>
                  <a:pt x="782859" y="62400"/>
                  <a:pt x="782265" y="58893"/>
                  <a:pt x="781360" y="56856"/>
                </a:cubicBezTo>
                <a:cubicBezTo>
                  <a:pt x="779946" y="53688"/>
                  <a:pt x="777838" y="51199"/>
                  <a:pt x="775038" y="49388"/>
                </a:cubicBezTo>
                <a:cubicBezTo>
                  <a:pt x="772238" y="47578"/>
                  <a:pt x="769310" y="46673"/>
                  <a:pt x="766255" y="46673"/>
                </a:cubicBezTo>
                <a:cubicBezTo>
                  <a:pt x="761559" y="46673"/>
                  <a:pt x="757359" y="48497"/>
                  <a:pt x="753653" y="52146"/>
                </a:cubicBezTo>
                <a:cubicBezTo>
                  <a:pt x="749948" y="55795"/>
                  <a:pt x="747784" y="60873"/>
                  <a:pt x="747162" y="67379"/>
                </a:cubicBezTo>
                <a:close/>
                <a:moveTo>
                  <a:pt x="808118" y="42939"/>
                </a:moveTo>
                <a:lnTo>
                  <a:pt x="844692" y="42939"/>
                </a:lnTo>
                <a:lnTo>
                  <a:pt x="844692" y="46079"/>
                </a:lnTo>
                <a:cubicBezTo>
                  <a:pt x="842373" y="46079"/>
                  <a:pt x="840746" y="46475"/>
                  <a:pt x="839813" y="47267"/>
                </a:cubicBezTo>
                <a:cubicBezTo>
                  <a:pt x="838879" y="48059"/>
                  <a:pt x="838413" y="49106"/>
                  <a:pt x="838413" y="50407"/>
                </a:cubicBezTo>
                <a:cubicBezTo>
                  <a:pt x="838413" y="51764"/>
                  <a:pt x="839403" y="53858"/>
                  <a:pt x="841383" y="56686"/>
                </a:cubicBezTo>
                <a:cubicBezTo>
                  <a:pt x="842005" y="57592"/>
                  <a:pt x="842938" y="59006"/>
                  <a:pt x="844183" y="60929"/>
                </a:cubicBezTo>
                <a:lnTo>
                  <a:pt x="849699" y="69755"/>
                </a:lnTo>
                <a:lnTo>
                  <a:pt x="856063" y="60929"/>
                </a:lnTo>
                <a:cubicBezTo>
                  <a:pt x="860137" y="55329"/>
                  <a:pt x="862173" y="51793"/>
                  <a:pt x="862173" y="50322"/>
                </a:cubicBezTo>
                <a:cubicBezTo>
                  <a:pt x="862173" y="49134"/>
                  <a:pt x="861692" y="48130"/>
                  <a:pt x="860731" y="47309"/>
                </a:cubicBezTo>
                <a:cubicBezTo>
                  <a:pt x="859769" y="46489"/>
                  <a:pt x="858213" y="46079"/>
                  <a:pt x="856063" y="46079"/>
                </a:cubicBezTo>
                <a:lnTo>
                  <a:pt x="856063" y="42939"/>
                </a:lnTo>
                <a:lnTo>
                  <a:pt x="882370" y="42939"/>
                </a:lnTo>
                <a:lnTo>
                  <a:pt x="882370" y="46079"/>
                </a:lnTo>
                <a:cubicBezTo>
                  <a:pt x="879598" y="46249"/>
                  <a:pt x="877193" y="47012"/>
                  <a:pt x="875157" y="48370"/>
                </a:cubicBezTo>
                <a:cubicBezTo>
                  <a:pt x="872385" y="50294"/>
                  <a:pt x="868594" y="54480"/>
                  <a:pt x="863786" y="60929"/>
                </a:cubicBezTo>
                <a:lnTo>
                  <a:pt x="853178" y="75101"/>
                </a:lnTo>
                <a:lnTo>
                  <a:pt x="872526" y="102879"/>
                </a:lnTo>
                <a:cubicBezTo>
                  <a:pt x="877278" y="109710"/>
                  <a:pt x="880673" y="113818"/>
                  <a:pt x="882709" y="115202"/>
                </a:cubicBezTo>
                <a:cubicBezTo>
                  <a:pt x="884746" y="116585"/>
                  <a:pt x="887377" y="117361"/>
                  <a:pt x="890601" y="117531"/>
                </a:cubicBezTo>
                <a:lnTo>
                  <a:pt x="890601" y="120671"/>
                </a:lnTo>
                <a:lnTo>
                  <a:pt x="853942" y="120671"/>
                </a:lnTo>
                <a:lnTo>
                  <a:pt x="853942" y="117531"/>
                </a:lnTo>
                <a:cubicBezTo>
                  <a:pt x="856488" y="117531"/>
                  <a:pt x="858468" y="116967"/>
                  <a:pt x="859882" y="115839"/>
                </a:cubicBezTo>
                <a:cubicBezTo>
                  <a:pt x="860957" y="115049"/>
                  <a:pt x="861494" y="114005"/>
                  <a:pt x="861494" y="112707"/>
                </a:cubicBezTo>
                <a:cubicBezTo>
                  <a:pt x="861494" y="111409"/>
                  <a:pt x="859684" y="108137"/>
                  <a:pt x="856063" y="102890"/>
                </a:cubicBezTo>
                <a:lnTo>
                  <a:pt x="844692" y="86302"/>
                </a:lnTo>
                <a:lnTo>
                  <a:pt x="832218" y="102890"/>
                </a:lnTo>
                <a:cubicBezTo>
                  <a:pt x="828371" y="108024"/>
                  <a:pt x="826447" y="111071"/>
                  <a:pt x="826447" y="112031"/>
                </a:cubicBezTo>
                <a:cubicBezTo>
                  <a:pt x="826447" y="113385"/>
                  <a:pt x="827084" y="114612"/>
                  <a:pt x="828357" y="115712"/>
                </a:cubicBezTo>
                <a:cubicBezTo>
                  <a:pt x="829630" y="116811"/>
                  <a:pt x="831539" y="117418"/>
                  <a:pt x="834085" y="117531"/>
                </a:cubicBezTo>
                <a:lnTo>
                  <a:pt x="834085" y="120671"/>
                </a:lnTo>
                <a:lnTo>
                  <a:pt x="808712" y="120671"/>
                </a:lnTo>
                <a:lnTo>
                  <a:pt x="808712" y="117531"/>
                </a:lnTo>
                <a:cubicBezTo>
                  <a:pt x="810748" y="117248"/>
                  <a:pt x="812530" y="116543"/>
                  <a:pt x="814058" y="115415"/>
                </a:cubicBezTo>
                <a:cubicBezTo>
                  <a:pt x="816208" y="113778"/>
                  <a:pt x="819828" y="109601"/>
                  <a:pt x="824920" y="102885"/>
                </a:cubicBezTo>
                <a:lnTo>
                  <a:pt x="841213" y="81296"/>
                </a:lnTo>
                <a:lnTo>
                  <a:pt x="826447" y="59911"/>
                </a:lnTo>
                <a:cubicBezTo>
                  <a:pt x="822261" y="53801"/>
                  <a:pt x="819022" y="49968"/>
                  <a:pt x="816731" y="48413"/>
                </a:cubicBezTo>
                <a:cubicBezTo>
                  <a:pt x="814440" y="46857"/>
                  <a:pt x="811569" y="46079"/>
                  <a:pt x="808118" y="46079"/>
                </a:cubicBezTo>
                <a:lnTo>
                  <a:pt x="808118" y="42939"/>
                </a:lnTo>
                <a:close/>
                <a:moveTo>
                  <a:pt x="920726" y="17311"/>
                </a:moveTo>
                <a:lnTo>
                  <a:pt x="920726" y="42939"/>
                </a:lnTo>
                <a:lnTo>
                  <a:pt x="938886" y="42939"/>
                </a:lnTo>
                <a:lnTo>
                  <a:pt x="938886" y="48879"/>
                </a:lnTo>
                <a:lnTo>
                  <a:pt x="920726" y="48879"/>
                </a:lnTo>
                <a:lnTo>
                  <a:pt x="920726" y="99217"/>
                </a:lnTo>
                <a:cubicBezTo>
                  <a:pt x="920726" y="104247"/>
                  <a:pt x="921448" y="107638"/>
                  <a:pt x="922890" y="109390"/>
                </a:cubicBezTo>
                <a:cubicBezTo>
                  <a:pt x="924333" y="111140"/>
                  <a:pt x="926186" y="112015"/>
                  <a:pt x="928449" y="112015"/>
                </a:cubicBezTo>
                <a:cubicBezTo>
                  <a:pt x="930316" y="112015"/>
                  <a:pt x="932126" y="111435"/>
                  <a:pt x="933880" y="110275"/>
                </a:cubicBezTo>
                <a:cubicBezTo>
                  <a:pt x="935633" y="109116"/>
                  <a:pt x="936991" y="107404"/>
                  <a:pt x="937953" y="105141"/>
                </a:cubicBezTo>
                <a:lnTo>
                  <a:pt x="941262" y="105141"/>
                </a:lnTo>
                <a:cubicBezTo>
                  <a:pt x="939282" y="110701"/>
                  <a:pt x="936482" y="114906"/>
                  <a:pt x="932861" y="117756"/>
                </a:cubicBezTo>
                <a:cubicBezTo>
                  <a:pt x="929241" y="120604"/>
                  <a:pt x="925507" y="122028"/>
                  <a:pt x="921660" y="122028"/>
                </a:cubicBezTo>
                <a:cubicBezTo>
                  <a:pt x="919057" y="122028"/>
                  <a:pt x="916512" y="121306"/>
                  <a:pt x="914022" y="119862"/>
                </a:cubicBezTo>
                <a:cubicBezTo>
                  <a:pt x="911533" y="118417"/>
                  <a:pt x="909695" y="116351"/>
                  <a:pt x="908507" y="113662"/>
                </a:cubicBezTo>
                <a:cubicBezTo>
                  <a:pt x="907319" y="110971"/>
                  <a:pt x="906725" y="106822"/>
                  <a:pt x="906725" y="101214"/>
                </a:cubicBezTo>
                <a:lnTo>
                  <a:pt x="906725" y="48879"/>
                </a:lnTo>
                <a:lnTo>
                  <a:pt x="894420" y="48879"/>
                </a:lnTo>
                <a:lnTo>
                  <a:pt x="894420" y="46079"/>
                </a:lnTo>
                <a:cubicBezTo>
                  <a:pt x="897531" y="44831"/>
                  <a:pt x="900714" y="42717"/>
                  <a:pt x="903967" y="39738"/>
                </a:cubicBezTo>
                <a:cubicBezTo>
                  <a:pt x="907220" y="36759"/>
                  <a:pt x="910119" y="33227"/>
                  <a:pt x="912665" y="29141"/>
                </a:cubicBezTo>
                <a:cubicBezTo>
                  <a:pt x="913966" y="26986"/>
                  <a:pt x="915776" y="23043"/>
                  <a:pt x="918096" y="17311"/>
                </a:cubicBezTo>
                <a:lnTo>
                  <a:pt x="920726" y="17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6E462E-CA82-4B97-944A-55290C35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1199702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3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5"/>
                </a:cubicBezTo>
                <a:cubicBezTo>
                  <a:pt x="1566" y="259543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36BFDD-F976-44A4-951A-5B7221D8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1199702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3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5"/>
                </a:cubicBezTo>
                <a:cubicBezTo>
                  <a:pt x="1566" y="259543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57" name="Text Makethisbetter[x]">
            <a:extLst xmlns:a="http://schemas.openxmlformats.org/drawingml/2006/main">
              <a:ext uri="{FF2B5EF4-FFF2-40B4-BE49-F238E27FC236}">
                <a16:creationId xmlns:a16="http://schemas.microsoft.com/office/drawing/2014/main" id="{6D3A4D5F-F20F-453D-9496-A5415F6E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54" y="1272877"/>
            <a:ext cx="1358516" cy="155124"/>
          </a:xfrm>
          <a:custGeom xmlns:a="http://schemas.openxmlformats.org/drawingml/2006/main">
            <a:pathLst>
              <a:path w="1358516" h="155124">
                <a:moveTo>
                  <a:pt x="68227" y="120671"/>
                </a:moveTo>
                <a:lnTo>
                  <a:pt x="23761" y="23846"/>
                </a:lnTo>
                <a:lnTo>
                  <a:pt x="23761" y="100729"/>
                </a:lnTo>
                <a:cubicBezTo>
                  <a:pt x="23761" y="107800"/>
                  <a:pt x="24524" y="112213"/>
                  <a:pt x="26052" y="113967"/>
                </a:cubicBezTo>
                <a:cubicBezTo>
                  <a:pt x="28145" y="116343"/>
                  <a:pt x="31455" y="117531"/>
                  <a:pt x="35981" y="117531"/>
                </a:cubicBezTo>
                <a:lnTo>
                  <a:pt x="40054" y="117531"/>
                </a:lnTo>
                <a:lnTo>
                  <a:pt x="40054" y="120671"/>
                </a:lnTo>
                <a:lnTo>
                  <a:pt x="0" y="120671"/>
                </a:lnTo>
                <a:lnTo>
                  <a:pt x="0" y="117531"/>
                </a:lnTo>
                <a:lnTo>
                  <a:pt x="4073" y="117531"/>
                </a:lnTo>
                <a:cubicBezTo>
                  <a:pt x="8939" y="117531"/>
                  <a:pt x="12390" y="116060"/>
                  <a:pt x="14426" y="113118"/>
                </a:cubicBezTo>
                <a:cubicBezTo>
                  <a:pt x="15671" y="111308"/>
                  <a:pt x="16293" y="107178"/>
                  <a:pt x="16293" y="100729"/>
                </a:cubicBezTo>
                <a:lnTo>
                  <a:pt x="16293" y="25543"/>
                </a:lnTo>
                <a:cubicBezTo>
                  <a:pt x="16293" y="20451"/>
                  <a:pt x="15727" y="16774"/>
                  <a:pt x="14596" y="14511"/>
                </a:cubicBezTo>
                <a:cubicBezTo>
                  <a:pt x="13804" y="12870"/>
                  <a:pt x="12347" y="11499"/>
                  <a:pt x="10226" y="10395"/>
                </a:cubicBezTo>
                <a:cubicBezTo>
                  <a:pt x="8104" y="9292"/>
                  <a:pt x="4696" y="8741"/>
                  <a:pt x="0" y="8741"/>
                </a:cubicBezTo>
                <a:lnTo>
                  <a:pt x="0" y="5601"/>
                </a:lnTo>
                <a:lnTo>
                  <a:pt x="32586" y="5601"/>
                </a:lnTo>
                <a:lnTo>
                  <a:pt x="74337" y="95637"/>
                </a:lnTo>
                <a:lnTo>
                  <a:pt x="115409" y="5601"/>
                </a:lnTo>
                <a:lnTo>
                  <a:pt x="147996" y="5601"/>
                </a:lnTo>
                <a:lnTo>
                  <a:pt x="147996" y="8741"/>
                </a:lnTo>
                <a:lnTo>
                  <a:pt x="144007" y="8741"/>
                </a:lnTo>
                <a:cubicBezTo>
                  <a:pt x="139085" y="8741"/>
                  <a:pt x="135606" y="10211"/>
                  <a:pt x="133569" y="13153"/>
                </a:cubicBezTo>
                <a:cubicBezTo>
                  <a:pt x="132325" y="14964"/>
                  <a:pt x="131702" y="19093"/>
                  <a:pt x="131702" y="25543"/>
                </a:cubicBezTo>
                <a:lnTo>
                  <a:pt x="131702" y="100729"/>
                </a:lnTo>
                <a:cubicBezTo>
                  <a:pt x="131702" y="107800"/>
                  <a:pt x="132494" y="112213"/>
                  <a:pt x="134079" y="113967"/>
                </a:cubicBezTo>
                <a:cubicBezTo>
                  <a:pt x="136172" y="116343"/>
                  <a:pt x="139481" y="117531"/>
                  <a:pt x="144007" y="117531"/>
                </a:cubicBezTo>
                <a:lnTo>
                  <a:pt x="147996" y="117531"/>
                </a:lnTo>
                <a:lnTo>
                  <a:pt x="147996" y="120671"/>
                </a:lnTo>
                <a:lnTo>
                  <a:pt x="99116" y="120671"/>
                </a:lnTo>
                <a:lnTo>
                  <a:pt x="99116" y="117531"/>
                </a:lnTo>
                <a:lnTo>
                  <a:pt x="103190" y="117531"/>
                </a:lnTo>
                <a:cubicBezTo>
                  <a:pt x="108111" y="117531"/>
                  <a:pt x="111562" y="116060"/>
                  <a:pt x="113542" y="113118"/>
                </a:cubicBezTo>
                <a:cubicBezTo>
                  <a:pt x="114787" y="111308"/>
                  <a:pt x="115409" y="107178"/>
                  <a:pt x="115409" y="100729"/>
                </a:cubicBezTo>
                <a:lnTo>
                  <a:pt x="115409" y="23846"/>
                </a:lnTo>
                <a:lnTo>
                  <a:pt x="71028" y="120671"/>
                </a:lnTo>
                <a:lnTo>
                  <a:pt x="68227" y="120671"/>
                </a:lnTo>
                <a:close/>
                <a:moveTo>
                  <a:pt x="201090" y="109469"/>
                </a:moveTo>
                <a:cubicBezTo>
                  <a:pt x="193113" y="115636"/>
                  <a:pt x="188106" y="119200"/>
                  <a:pt x="186070" y="120161"/>
                </a:cubicBezTo>
                <a:cubicBezTo>
                  <a:pt x="183015" y="121632"/>
                  <a:pt x="179762" y="122368"/>
                  <a:pt x="176311" y="122368"/>
                </a:cubicBezTo>
                <a:cubicBezTo>
                  <a:pt x="170936" y="122368"/>
                  <a:pt x="166510" y="120529"/>
                  <a:pt x="163030" y="116852"/>
                </a:cubicBezTo>
                <a:cubicBezTo>
                  <a:pt x="159551" y="113175"/>
                  <a:pt x="157811" y="108338"/>
                  <a:pt x="157811" y="102341"/>
                </a:cubicBezTo>
                <a:cubicBezTo>
                  <a:pt x="157811" y="98551"/>
                  <a:pt x="158660" y="95269"/>
                  <a:pt x="160357" y="92497"/>
                </a:cubicBezTo>
                <a:cubicBezTo>
                  <a:pt x="162677" y="88650"/>
                  <a:pt x="166708" y="85030"/>
                  <a:pt x="172450" y="81635"/>
                </a:cubicBezTo>
                <a:cubicBezTo>
                  <a:pt x="178192" y="78241"/>
                  <a:pt x="187739" y="74111"/>
                  <a:pt x="201090" y="69246"/>
                </a:cubicBezTo>
                <a:lnTo>
                  <a:pt x="201090" y="66191"/>
                </a:lnTo>
                <a:cubicBezTo>
                  <a:pt x="201090" y="58440"/>
                  <a:pt x="199859" y="53122"/>
                  <a:pt x="197399" y="50237"/>
                </a:cubicBezTo>
                <a:cubicBezTo>
                  <a:pt x="194938" y="47352"/>
                  <a:pt x="191359" y="45909"/>
                  <a:pt x="186664" y="45909"/>
                </a:cubicBezTo>
                <a:cubicBezTo>
                  <a:pt x="183100" y="45909"/>
                  <a:pt x="180271" y="46867"/>
                  <a:pt x="178178" y="48784"/>
                </a:cubicBezTo>
                <a:cubicBezTo>
                  <a:pt x="176028" y="50700"/>
                  <a:pt x="174953" y="52899"/>
                  <a:pt x="174953" y="55379"/>
                </a:cubicBezTo>
                <a:lnTo>
                  <a:pt x="175123" y="60282"/>
                </a:lnTo>
                <a:cubicBezTo>
                  <a:pt x="175123" y="62874"/>
                  <a:pt x="174458" y="64874"/>
                  <a:pt x="173129" y="66283"/>
                </a:cubicBezTo>
                <a:cubicBezTo>
                  <a:pt x="171799" y="67692"/>
                  <a:pt x="170060" y="68397"/>
                  <a:pt x="167910" y="68397"/>
                </a:cubicBezTo>
                <a:cubicBezTo>
                  <a:pt x="165817" y="68397"/>
                  <a:pt x="164105" y="67664"/>
                  <a:pt x="162776" y="66199"/>
                </a:cubicBezTo>
                <a:cubicBezTo>
                  <a:pt x="161446" y="64731"/>
                  <a:pt x="160782" y="62728"/>
                  <a:pt x="160782" y="60189"/>
                </a:cubicBezTo>
                <a:cubicBezTo>
                  <a:pt x="160782" y="55340"/>
                  <a:pt x="163271" y="50885"/>
                  <a:pt x="168249" y="46824"/>
                </a:cubicBezTo>
                <a:cubicBezTo>
                  <a:pt x="173228" y="42763"/>
                  <a:pt x="180214" y="40733"/>
                  <a:pt x="189210" y="40733"/>
                </a:cubicBezTo>
                <a:cubicBezTo>
                  <a:pt x="196111" y="40733"/>
                  <a:pt x="201769" y="41891"/>
                  <a:pt x="206182" y="44207"/>
                </a:cubicBezTo>
                <a:cubicBezTo>
                  <a:pt x="209519" y="45959"/>
                  <a:pt x="211980" y="48700"/>
                  <a:pt x="213564" y="52430"/>
                </a:cubicBezTo>
                <a:cubicBezTo>
                  <a:pt x="214583" y="54859"/>
                  <a:pt x="215092" y="59831"/>
                  <a:pt x="215092" y="67347"/>
                </a:cubicBezTo>
                <a:lnTo>
                  <a:pt x="215092" y="93706"/>
                </a:lnTo>
                <a:cubicBezTo>
                  <a:pt x="215092" y="101109"/>
                  <a:pt x="215233" y="105643"/>
                  <a:pt x="215516" y="107311"/>
                </a:cubicBezTo>
                <a:cubicBezTo>
                  <a:pt x="215799" y="108978"/>
                  <a:pt x="216266" y="110094"/>
                  <a:pt x="216916" y="110660"/>
                </a:cubicBezTo>
                <a:cubicBezTo>
                  <a:pt x="217567" y="111224"/>
                  <a:pt x="218316" y="111506"/>
                  <a:pt x="219165" y="111506"/>
                </a:cubicBezTo>
                <a:cubicBezTo>
                  <a:pt x="220070" y="111506"/>
                  <a:pt x="220862" y="111308"/>
                  <a:pt x="221541" y="110912"/>
                </a:cubicBezTo>
                <a:cubicBezTo>
                  <a:pt x="222729" y="110176"/>
                  <a:pt x="225020" y="108111"/>
                  <a:pt x="228415" y="104717"/>
                </a:cubicBezTo>
                <a:lnTo>
                  <a:pt x="228415" y="109469"/>
                </a:lnTo>
                <a:cubicBezTo>
                  <a:pt x="222079" y="117955"/>
                  <a:pt x="216025" y="122198"/>
                  <a:pt x="210255" y="122198"/>
                </a:cubicBezTo>
                <a:cubicBezTo>
                  <a:pt x="207483" y="122198"/>
                  <a:pt x="205276" y="121236"/>
                  <a:pt x="203636" y="119313"/>
                </a:cubicBezTo>
                <a:cubicBezTo>
                  <a:pt x="201995" y="117389"/>
                  <a:pt x="201146" y="114108"/>
                  <a:pt x="201090" y="109469"/>
                </a:cubicBezTo>
                <a:moveTo>
                  <a:pt x="201090" y="103906"/>
                </a:moveTo>
                <a:lnTo>
                  <a:pt x="201090" y="74422"/>
                </a:lnTo>
                <a:cubicBezTo>
                  <a:pt x="192547" y="77801"/>
                  <a:pt x="187031" y="80194"/>
                  <a:pt x="184542" y="81603"/>
                </a:cubicBezTo>
                <a:cubicBezTo>
                  <a:pt x="180073" y="84082"/>
                  <a:pt x="176877" y="86673"/>
                  <a:pt x="174953" y="89376"/>
                </a:cubicBezTo>
                <a:cubicBezTo>
                  <a:pt x="173030" y="92079"/>
                  <a:pt x="172068" y="95036"/>
                  <a:pt x="172068" y="98246"/>
                </a:cubicBezTo>
                <a:cubicBezTo>
                  <a:pt x="172068" y="102302"/>
                  <a:pt x="173284" y="105667"/>
                  <a:pt x="175717" y="108342"/>
                </a:cubicBezTo>
                <a:cubicBezTo>
                  <a:pt x="178149" y="111017"/>
                  <a:pt x="180950" y="112354"/>
                  <a:pt x="184118" y="112354"/>
                </a:cubicBezTo>
                <a:cubicBezTo>
                  <a:pt x="188418" y="112354"/>
                  <a:pt x="194075" y="109538"/>
                  <a:pt x="201090" y="103906"/>
                </a:cubicBezTo>
                <a:close/>
                <a:moveTo>
                  <a:pt x="257209" y="0"/>
                </a:moveTo>
                <a:lnTo>
                  <a:pt x="257209" y="77307"/>
                </a:lnTo>
                <a:lnTo>
                  <a:pt x="276981" y="59317"/>
                </a:lnTo>
                <a:cubicBezTo>
                  <a:pt x="281168" y="55470"/>
                  <a:pt x="283600" y="53037"/>
                  <a:pt x="284279" y="52019"/>
                </a:cubicBezTo>
                <a:cubicBezTo>
                  <a:pt x="284732" y="51340"/>
                  <a:pt x="284958" y="50661"/>
                  <a:pt x="284958" y="49982"/>
                </a:cubicBezTo>
                <a:cubicBezTo>
                  <a:pt x="284958" y="48851"/>
                  <a:pt x="284491" y="47875"/>
                  <a:pt x="283558" y="47055"/>
                </a:cubicBezTo>
                <a:cubicBezTo>
                  <a:pt x="282624" y="46234"/>
                  <a:pt x="281083" y="45768"/>
                  <a:pt x="278933" y="45655"/>
                </a:cubicBezTo>
                <a:lnTo>
                  <a:pt x="278933" y="42939"/>
                </a:lnTo>
                <a:lnTo>
                  <a:pt x="312707" y="42939"/>
                </a:lnTo>
                <a:lnTo>
                  <a:pt x="312707" y="45655"/>
                </a:lnTo>
                <a:cubicBezTo>
                  <a:pt x="308068" y="45768"/>
                  <a:pt x="304207" y="46475"/>
                  <a:pt x="301124" y="47776"/>
                </a:cubicBezTo>
                <a:cubicBezTo>
                  <a:pt x="298041" y="49077"/>
                  <a:pt x="294660" y="51397"/>
                  <a:pt x="290983" y="54735"/>
                </a:cubicBezTo>
                <a:lnTo>
                  <a:pt x="271041" y="73149"/>
                </a:lnTo>
                <a:lnTo>
                  <a:pt x="290983" y="98305"/>
                </a:lnTo>
                <a:cubicBezTo>
                  <a:pt x="296527" y="105249"/>
                  <a:pt x="300261" y="109653"/>
                  <a:pt x="302185" y="111516"/>
                </a:cubicBezTo>
                <a:cubicBezTo>
                  <a:pt x="304900" y="114170"/>
                  <a:pt x="307276" y="115893"/>
                  <a:pt x="309313" y="116685"/>
                </a:cubicBezTo>
                <a:cubicBezTo>
                  <a:pt x="310727" y="117249"/>
                  <a:pt x="313188" y="117531"/>
                  <a:pt x="316696" y="117531"/>
                </a:cubicBezTo>
                <a:lnTo>
                  <a:pt x="316696" y="120671"/>
                </a:lnTo>
                <a:lnTo>
                  <a:pt x="278933" y="120671"/>
                </a:lnTo>
                <a:lnTo>
                  <a:pt x="278933" y="117531"/>
                </a:lnTo>
                <a:cubicBezTo>
                  <a:pt x="281083" y="117474"/>
                  <a:pt x="282540" y="117150"/>
                  <a:pt x="283303" y="116558"/>
                </a:cubicBezTo>
                <a:cubicBezTo>
                  <a:pt x="284067" y="115964"/>
                  <a:pt x="284449" y="115131"/>
                  <a:pt x="284449" y="114060"/>
                </a:cubicBezTo>
                <a:cubicBezTo>
                  <a:pt x="284449" y="112760"/>
                  <a:pt x="283317" y="110671"/>
                  <a:pt x="281055" y="107793"/>
                </a:cubicBezTo>
                <a:lnTo>
                  <a:pt x="257209" y="77392"/>
                </a:lnTo>
                <a:lnTo>
                  <a:pt x="257209" y="103134"/>
                </a:lnTo>
                <a:cubicBezTo>
                  <a:pt x="257209" y="108158"/>
                  <a:pt x="257562" y="111462"/>
                  <a:pt x="258270" y="113044"/>
                </a:cubicBezTo>
                <a:cubicBezTo>
                  <a:pt x="258977" y="114624"/>
                  <a:pt x="259981" y="115753"/>
                  <a:pt x="261282" y="116430"/>
                </a:cubicBezTo>
                <a:cubicBezTo>
                  <a:pt x="262583" y="117107"/>
                  <a:pt x="265412" y="117474"/>
                  <a:pt x="269768" y="117531"/>
                </a:cubicBezTo>
                <a:lnTo>
                  <a:pt x="269768" y="120671"/>
                </a:lnTo>
                <a:lnTo>
                  <a:pt x="230223" y="120671"/>
                </a:lnTo>
                <a:lnTo>
                  <a:pt x="230223" y="117531"/>
                </a:lnTo>
                <a:cubicBezTo>
                  <a:pt x="234184" y="117531"/>
                  <a:pt x="237154" y="117050"/>
                  <a:pt x="239134" y="116088"/>
                </a:cubicBezTo>
                <a:cubicBezTo>
                  <a:pt x="240322" y="115468"/>
                  <a:pt x="241227" y="114507"/>
                  <a:pt x="241849" y="113206"/>
                </a:cubicBezTo>
                <a:cubicBezTo>
                  <a:pt x="242698" y="111340"/>
                  <a:pt x="243122" y="108118"/>
                  <a:pt x="243122" y="103540"/>
                </a:cubicBezTo>
                <a:lnTo>
                  <a:pt x="243122" y="32817"/>
                </a:lnTo>
                <a:cubicBezTo>
                  <a:pt x="243122" y="23829"/>
                  <a:pt x="242924" y="18331"/>
                  <a:pt x="242528" y="16325"/>
                </a:cubicBezTo>
                <a:cubicBezTo>
                  <a:pt x="242132" y="14317"/>
                  <a:pt x="241482" y="12931"/>
                  <a:pt x="240576" y="12169"/>
                </a:cubicBezTo>
                <a:cubicBezTo>
                  <a:pt x="239671" y="11406"/>
                  <a:pt x="238483" y="11024"/>
                  <a:pt x="237012" y="11024"/>
                </a:cubicBezTo>
                <a:cubicBezTo>
                  <a:pt x="235824" y="11024"/>
                  <a:pt x="234042" y="11505"/>
                  <a:pt x="231666" y="12466"/>
                </a:cubicBezTo>
                <a:lnTo>
                  <a:pt x="230223" y="9496"/>
                </a:lnTo>
                <a:lnTo>
                  <a:pt x="253305" y="0"/>
                </a:lnTo>
                <a:lnTo>
                  <a:pt x="257209" y="0"/>
                </a:lnTo>
                <a:close/>
                <a:moveTo>
                  <a:pt x="334176" y="72301"/>
                </a:moveTo>
                <a:cubicBezTo>
                  <a:pt x="334120" y="83815"/>
                  <a:pt x="336920" y="92846"/>
                  <a:pt x="342577" y="99395"/>
                </a:cubicBezTo>
                <a:cubicBezTo>
                  <a:pt x="348235" y="105941"/>
                  <a:pt x="354882" y="109215"/>
                  <a:pt x="362519" y="109215"/>
                </a:cubicBezTo>
                <a:cubicBezTo>
                  <a:pt x="367611" y="109215"/>
                  <a:pt x="372038" y="107814"/>
                  <a:pt x="375800" y="105014"/>
                </a:cubicBezTo>
                <a:cubicBezTo>
                  <a:pt x="379562" y="102214"/>
                  <a:pt x="382716" y="97419"/>
                  <a:pt x="385262" y="90630"/>
                </a:cubicBezTo>
                <a:lnTo>
                  <a:pt x="387893" y="92327"/>
                </a:lnTo>
                <a:cubicBezTo>
                  <a:pt x="386705" y="100078"/>
                  <a:pt x="383254" y="107136"/>
                  <a:pt x="377540" y="113500"/>
                </a:cubicBezTo>
                <a:cubicBezTo>
                  <a:pt x="371826" y="119864"/>
                  <a:pt x="364669" y="123047"/>
                  <a:pt x="356070" y="123047"/>
                </a:cubicBezTo>
                <a:cubicBezTo>
                  <a:pt x="346736" y="123047"/>
                  <a:pt x="338745" y="119420"/>
                  <a:pt x="332097" y="112166"/>
                </a:cubicBezTo>
                <a:cubicBezTo>
                  <a:pt x="325450" y="104911"/>
                  <a:pt x="322126" y="95157"/>
                  <a:pt x="322126" y="82905"/>
                </a:cubicBezTo>
                <a:cubicBezTo>
                  <a:pt x="322126" y="69639"/>
                  <a:pt x="325535" y="59294"/>
                  <a:pt x="332352" y="51871"/>
                </a:cubicBezTo>
                <a:cubicBezTo>
                  <a:pt x="339169" y="44445"/>
                  <a:pt x="347726" y="40733"/>
                  <a:pt x="358022" y="40733"/>
                </a:cubicBezTo>
                <a:cubicBezTo>
                  <a:pt x="366734" y="40733"/>
                  <a:pt x="373891" y="43597"/>
                  <a:pt x="379491" y="49325"/>
                </a:cubicBezTo>
                <a:cubicBezTo>
                  <a:pt x="385092" y="55051"/>
                  <a:pt x="387893" y="62710"/>
                  <a:pt x="387893" y="72301"/>
                </a:cubicBezTo>
                <a:lnTo>
                  <a:pt x="334176" y="72301"/>
                </a:lnTo>
                <a:moveTo>
                  <a:pt x="334176" y="67379"/>
                </a:moveTo>
                <a:lnTo>
                  <a:pt x="370157" y="67379"/>
                </a:lnTo>
                <a:cubicBezTo>
                  <a:pt x="369874" y="62400"/>
                  <a:pt x="369280" y="58893"/>
                  <a:pt x="368375" y="56856"/>
                </a:cubicBezTo>
                <a:cubicBezTo>
                  <a:pt x="366960" y="53688"/>
                  <a:pt x="364853" y="51199"/>
                  <a:pt x="362053" y="49388"/>
                </a:cubicBezTo>
                <a:cubicBezTo>
                  <a:pt x="359252" y="47578"/>
                  <a:pt x="356325" y="46673"/>
                  <a:pt x="353270" y="46673"/>
                </a:cubicBezTo>
                <a:cubicBezTo>
                  <a:pt x="348574" y="46673"/>
                  <a:pt x="344374" y="48497"/>
                  <a:pt x="340668" y="52146"/>
                </a:cubicBezTo>
                <a:cubicBezTo>
                  <a:pt x="336963" y="55795"/>
                  <a:pt x="334799" y="60873"/>
                  <a:pt x="334176" y="67379"/>
                </a:cubicBezTo>
                <a:close/>
                <a:moveTo>
                  <a:pt x="464293" y="17311"/>
                </a:moveTo>
                <a:lnTo>
                  <a:pt x="464293" y="42939"/>
                </a:lnTo>
                <a:lnTo>
                  <a:pt x="482453" y="42939"/>
                </a:lnTo>
                <a:lnTo>
                  <a:pt x="482453" y="48879"/>
                </a:lnTo>
                <a:lnTo>
                  <a:pt x="464293" y="48879"/>
                </a:lnTo>
                <a:lnTo>
                  <a:pt x="464293" y="99217"/>
                </a:lnTo>
                <a:cubicBezTo>
                  <a:pt x="464293" y="104247"/>
                  <a:pt x="465014" y="107638"/>
                  <a:pt x="466457" y="109390"/>
                </a:cubicBezTo>
                <a:cubicBezTo>
                  <a:pt x="467900" y="111140"/>
                  <a:pt x="469752" y="112015"/>
                  <a:pt x="472015" y="112015"/>
                </a:cubicBezTo>
                <a:cubicBezTo>
                  <a:pt x="473882" y="112015"/>
                  <a:pt x="475693" y="111435"/>
                  <a:pt x="477446" y="110275"/>
                </a:cubicBezTo>
                <a:cubicBezTo>
                  <a:pt x="479200" y="109116"/>
                  <a:pt x="480558" y="107404"/>
                  <a:pt x="481520" y="105141"/>
                </a:cubicBezTo>
                <a:lnTo>
                  <a:pt x="484829" y="105141"/>
                </a:lnTo>
                <a:cubicBezTo>
                  <a:pt x="482849" y="110701"/>
                  <a:pt x="480049" y="114906"/>
                  <a:pt x="476428" y="117756"/>
                </a:cubicBezTo>
                <a:cubicBezTo>
                  <a:pt x="472807" y="120604"/>
                  <a:pt x="469074" y="122028"/>
                  <a:pt x="465227" y="122028"/>
                </a:cubicBezTo>
                <a:cubicBezTo>
                  <a:pt x="462624" y="122028"/>
                  <a:pt x="460078" y="121306"/>
                  <a:pt x="457589" y="119862"/>
                </a:cubicBezTo>
                <a:cubicBezTo>
                  <a:pt x="455100" y="118417"/>
                  <a:pt x="453261" y="116351"/>
                  <a:pt x="452073" y="113662"/>
                </a:cubicBezTo>
                <a:cubicBezTo>
                  <a:pt x="450885" y="110971"/>
                  <a:pt x="450291" y="106822"/>
                  <a:pt x="450291" y="101214"/>
                </a:cubicBezTo>
                <a:lnTo>
                  <a:pt x="450291" y="48879"/>
                </a:lnTo>
                <a:lnTo>
                  <a:pt x="437987" y="48879"/>
                </a:lnTo>
                <a:lnTo>
                  <a:pt x="437987" y="46079"/>
                </a:lnTo>
                <a:cubicBezTo>
                  <a:pt x="441098" y="44831"/>
                  <a:pt x="444280" y="42717"/>
                  <a:pt x="447533" y="39738"/>
                </a:cubicBezTo>
                <a:cubicBezTo>
                  <a:pt x="450786" y="36759"/>
                  <a:pt x="453686" y="33227"/>
                  <a:pt x="456231" y="29141"/>
                </a:cubicBezTo>
                <a:cubicBezTo>
                  <a:pt x="457533" y="26986"/>
                  <a:pt x="459343" y="23043"/>
                  <a:pt x="461662" y="17311"/>
                </a:cubicBezTo>
                <a:lnTo>
                  <a:pt x="464293" y="17311"/>
                </a:lnTo>
                <a:close/>
                <a:moveTo>
                  <a:pt x="512863" y="0"/>
                </a:moveTo>
                <a:lnTo>
                  <a:pt x="512863" y="56941"/>
                </a:lnTo>
                <a:cubicBezTo>
                  <a:pt x="519142" y="50039"/>
                  <a:pt x="524121" y="45612"/>
                  <a:pt x="527798" y="43660"/>
                </a:cubicBezTo>
                <a:cubicBezTo>
                  <a:pt x="531475" y="41709"/>
                  <a:pt x="535152" y="40733"/>
                  <a:pt x="538830" y="40733"/>
                </a:cubicBezTo>
                <a:cubicBezTo>
                  <a:pt x="543242" y="40733"/>
                  <a:pt x="547033" y="41946"/>
                  <a:pt x="550201" y="44374"/>
                </a:cubicBezTo>
                <a:cubicBezTo>
                  <a:pt x="553369" y="46801"/>
                  <a:pt x="555717" y="50611"/>
                  <a:pt x="557244" y="55803"/>
                </a:cubicBezTo>
                <a:cubicBezTo>
                  <a:pt x="558319" y="59417"/>
                  <a:pt x="558857" y="66022"/>
                  <a:pt x="558857" y="75618"/>
                </a:cubicBezTo>
                <a:lnTo>
                  <a:pt x="558857" y="103052"/>
                </a:lnTo>
                <a:cubicBezTo>
                  <a:pt x="558857" y="107963"/>
                  <a:pt x="559253" y="111322"/>
                  <a:pt x="560045" y="113129"/>
                </a:cubicBezTo>
                <a:cubicBezTo>
                  <a:pt x="560610" y="114483"/>
                  <a:pt x="561572" y="115555"/>
                  <a:pt x="562930" y="116345"/>
                </a:cubicBezTo>
                <a:cubicBezTo>
                  <a:pt x="564288" y="117136"/>
                  <a:pt x="566777" y="117531"/>
                  <a:pt x="570398" y="117531"/>
                </a:cubicBezTo>
                <a:lnTo>
                  <a:pt x="570398" y="120671"/>
                </a:lnTo>
                <a:lnTo>
                  <a:pt x="532211" y="120671"/>
                </a:lnTo>
                <a:lnTo>
                  <a:pt x="532211" y="117531"/>
                </a:lnTo>
                <a:lnTo>
                  <a:pt x="533993" y="117531"/>
                </a:lnTo>
                <a:cubicBezTo>
                  <a:pt x="537613" y="117531"/>
                  <a:pt x="540131" y="116979"/>
                  <a:pt x="541545" y="115876"/>
                </a:cubicBezTo>
                <a:cubicBezTo>
                  <a:pt x="542960" y="114773"/>
                  <a:pt x="543950" y="113146"/>
                  <a:pt x="544515" y="110997"/>
                </a:cubicBezTo>
                <a:cubicBezTo>
                  <a:pt x="544685" y="110091"/>
                  <a:pt x="544770" y="107433"/>
                  <a:pt x="544770" y="103020"/>
                </a:cubicBezTo>
                <a:lnTo>
                  <a:pt x="544770" y="75525"/>
                </a:lnTo>
                <a:cubicBezTo>
                  <a:pt x="544770" y="67039"/>
                  <a:pt x="544331" y="61467"/>
                  <a:pt x="543455" y="58808"/>
                </a:cubicBezTo>
                <a:cubicBezTo>
                  <a:pt x="542578" y="56149"/>
                  <a:pt x="541177" y="54155"/>
                  <a:pt x="539254" y="52825"/>
                </a:cubicBezTo>
                <a:cubicBezTo>
                  <a:pt x="537330" y="51496"/>
                  <a:pt x="535011" y="50831"/>
                  <a:pt x="532295" y="50831"/>
                </a:cubicBezTo>
                <a:cubicBezTo>
                  <a:pt x="529523" y="50831"/>
                  <a:pt x="526638" y="51566"/>
                  <a:pt x="523640" y="53037"/>
                </a:cubicBezTo>
                <a:cubicBezTo>
                  <a:pt x="520641" y="54508"/>
                  <a:pt x="517049" y="57478"/>
                  <a:pt x="512863" y="61948"/>
                </a:cubicBezTo>
                <a:lnTo>
                  <a:pt x="512863" y="103020"/>
                </a:lnTo>
                <a:cubicBezTo>
                  <a:pt x="512863" y="108338"/>
                  <a:pt x="513160" y="111647"/>
                  <a:pt x="513754" y="112948"/>
                </a:cubicBezTo>
                <a:cubicBezTo>
                  <a:pt x="514348" y="114250"/>
                  <a:pt x="515451" y="115339"/>
                  <a:pt x="517063" y="116216"/>
                </a:cubicBezTo>
                <a:cubicBezTo>
                  <a:pt x="518675" y="117092"/>
                  <a:pt x="521462" y="117531"/>
                  <a:pt x="525422" y="117531"/>
                </a:cubicBezTo>
                <a:lnTo>
                  <a:pt x="525422" y="120671"/>
                </a:lnTo>
                <a:lnTo>
                  <a:pt x="486895" y="120671"/>
                </a:lnTo>
                <a:lnTo>
                  <a:pt x="486895" y="117531"/>
                </a:lnTo>
                <a:cubicBezTo>
                  <a:pt x="490346" y="117531"/>
                  <a:pt x="493062" y="116993"/>
                  <a:pt x="495042" y="115919"/>
                </a:cubicBezTo>
                <a:cubicBezTo>
                  <a:pt x="496173" y="115355"/>
                  <a:pt x="497079" y="114281"/>
                  <a:pt x="497758" y="112699"/>
                </a:cubicBezTo>
                <a:cubicBezTo>
                  <a:pt x="498436" y="111115"/>
                  <a:pt x="498776" y="107892"/>
                  <a:pt x="498776" y="103030"/>
                </a:cubicBezTo>
                <a:lnTo>
                  <a:pt x="498776" y="32732"/>
                </a:lnTo>
                <a:cubicBezTo>
                  <a:pt x="498776" y="23857"/>
                  <a:pt x="498564" y="18402"/>
                  <a:pt x="498139" y="16367"/>
                </a:cubicBezTo>
                <a:cubicBezTo>
                  <a:pt x="497715" y="14331"/>
                  <a:pt x="497065" y="12946"/>
                  <a:pt x="496188" y="12212"/>
                </a:cubicBezTo>
                <a:cubicBezTo>
                  <a:pt x="495311" y="11476"/>
                  <a:pt x="494137" y="11109"/>
                  <a:pt x="492666" y="11109"/>
                </a:cubicBezTo>
                <a:cubicBezTo>
                  <a:pt x="491478" y="11109"/>
                  <a:pt x="489554" y="11561"/>
                  <a:pt x="486895" y="12466"/>
                </a:cubicBezTo>
                <a:lnTo>
                  <a:pt x="485707" y="9496"/>
                </a:lnTo>
                <a:lnTo>
                  <a:pt x="508959" y="0"/>
                </a:lnTo>
                <a:lnTo>
                  <a:pt x="512863" y="0"/>
                </a:lnTo>
                <a:close/>
                <a:moveTo>
                  <a:pt x="596704" y="0"/>
                </a:moveTo>
                <a:cubicBezTo>
                  <a:pt x="599080" y="0"/>
                  <a:pt x="601102" y="839"/>
                  <a:pt x="602771" y="2517"/>
                </a:cubicBezTo>
                <a:cubicBezTo>
                  <a:pt x="604440" y="4193"/>
                  <a:pt x="605274" y="6225"/>
                  <a:pt x="605274" y="8613"/>
                </a:cubicBezTo>
                <a:cubicBezTo>
                  <a:pt x="605274" y="11002"/>
                  <a:pt x="604440" y="13049"/>
                  <a:pt x="602771" y="14755"/>
                </a:cubicBezTo>
                <a:cubicBezTo>
                  <a:pt x="601102" y="16459"/>
                  <a:pt x="599080" y="17311"/>
                  <a:pt x="596704" y="17311"/>
                </a:cubicBezTo>
                <a:cubicBezTo>
                  <a:pt x="594328" y="17311"/>
                  <a:pt x="592291" y="16459"/>
                  <a:pt x="590594" y="14755"/>
                </a:cubicBezTo>
                <a:cubicBezTo>
                  <a:pt x="588897" y="13049"/>
                  <a:pt x="588048" y="11002"/>
                  <a:pt x="588048" y="8613"/>
                </a:cubicBezTo>
                <a:cubicBezTo>
                  <a:pt x="588048" y="6225"/>
                  <a:pt x="588882" y="4193"/>
                  <a:pt x="590551" y="2517"/>
                </a:cubicBezTo>
                <a:cubicBezTo>
                  <a:pt x="592220" y="839"/>
                  <a:pt x="594271" y="0"/>
                  <a:pt x="596704" y="0"/>
                </a:cubicBezTo>
                <a:moveTo>
                  <a:pt x="603747" y="40733"/>
                </a:moveTo>
                <a:lnTo>
                  <a:pt x="603747" y="103052"/>
                </a:lnTo>
                <a:cubicBezTo>
                  <a:pt x="603747" y="107906"/>
                  <a:pt x="604101" y="111138"/>
                  <a:pt x="604808" y="112747"/>
                </a:cubicBezTo>
                <a:cubicBezTo>
                  <a:pt x="605515" y="114356"/>
                  <a:pt x="606562" y="115555"/>
                  <a:pt x="607948" y="116345"/>
                </a:cubicBezTo>
                <a:cubicBezTo>
                  <a:pt x="609334" y="117136"/>
                  <a:pt x="611865" y="117531"/>
                  <a:pt x="615543" y="117531"/>
                </a:cubicBezTo>
                <a:lnTo>
                  <a:pt x="615543" y="120671"/>
                </a:lnTo>
                <a:lnTo>
                  <a:pt x="577780" y="120671"/>
                </a:lnTo>
                <a:lnTo>
                  <a:pt x="577780" y="117531"/>
                </a:lnTo>
                <a:cubicBezTo>
                  <a:pt x="581570" y="117531"/>
                  <a:pt x="584116" y="117164"/>
                  <a:pt x="585417" y="116430"/>
                </a:cubicBezTo>
                <a:cubicBezTo>
                  <a:pt x="586718" y="115697"/>
                  <a:pt x="587751" y="114483"/>
                  <a:pt x="588515" y="112789"/>
                </a:cubicBezTo>
                <a:cubicBezTo>
                  <a:pt x="589278" y="111096"/>
                  <a:pt x="589660" y="107850"/>
                  <a:pt x="589660" y="103052"/>
                </a:cubicBezTo>
                <a:lnTo>
                  <a:pt x="589660" y="73162"/>
                </a:lnTo>
                <a:cubicBezTo>
                  <a:pt x="589660" y="64751"/>
                  <a:pt x="589406" y="59304"/>
                  <a:pt x="588897" y="56822"/>
                </a:cubicBezTo>
                <a:cubicBezTo>
                  <a:pt x="588501" y="55015"/>
                  <a:pt x="587878" y="53759"/>
                  <a:pt x="587030" y="53053"/>
                </a:cubicBezTo>
                <a:cubicBezTo>
                  <a:pt x="586181" y="52348"/>
                  <a:pt x="585021" y="51995"/>
                  <a:pt x="583550" y="51995"/>
                </a:cubicBezTo>
                <a:cubicBezTo>
                  <a:pt x="581966" y="51995"/>
                  <a:pt x="580043" y="52419"/>
                  <a:pt x="577780" y="53265"/>
                </a:cubicBezTo>
                <a:lnTo>
                  <a:pt x="576592" y="50216"/>
                </a:lnTo>
                <a:lnTo>
                  <a:pt x="600013" y="40733"/>
                </a:lnTo>
                <a:lnTo>
                  <a:pt x="603747" y="40733"/>
                </a:lnTo>
                <a:close/>
                <a:moveTo>
                  <a:pt x="675483" y="40733"/>
                </a:moveTo>
                <a:lnTo>
                  <a:pt x="675483" y="67039"/>
                </a:lnTo>
                <a:lnTo>
                  <a:pt x="672683" y="67039"/>
                </a:lnTo>
                <a:cubicBezTo>
                  <a:pt x="670533" y="58788"/>
                  <a:pt x="667775" y="53176"/>
                  <a:pt x="664409" y="50203"/>
                </a:cubicBezTo>
                <a:cubicBezTo>
                  <a:pt x="661043" y="47227"/>
                  <a:pt x="656757" y="45739"/>
                  <a:pt x="651553" y="45739"/>
                </a:cubicBezTo>
                <a:cubicBezTo>
                  <a:pt x="647593" y="45739"/>
                  <a:pt x="644396" y="46785"/>
                  <a:pt x="641964" y="48877"/>
                </a:cubicBezTo>
                <a:cubicBezTo>
                  <a:pt x="639531" y="50966"/>
                  <a:pt x="638315" y="53283"/>
                  <a:pt x="638315" y="55827"/>
                </a:cubicBezTo>
                <a:cubicBezTo>
                  <a:pt x="638315" y="58992"/>
                  <a:pt x="639220" y="61704"/>
                  <a:pt x="641030" y="63963"/>
                </a:cubicBezTo>
                <a:cubicBezTo>
                  <a:pt x="642784" y="66281"/>
                  <a:pt x="646348" y="68739"/>
                  <a:pt x="651722" y="71338"/>
                </a:cubicBezTo>
                <a:lnTo>
                  <a:pt x="664112" y="77358"/>
                </a:lnTo>
                <a:cubicBezTo>
                  <a:pt x="675596" y="82951"/>
                  <a:pt x="681339" y="90326"/>
                  <a:pt x="681339" y="99482"/>
                </a:cubicBezTo>
                <a:cubicBezTo>
                  <a:pt x="681339" y="106545"/>
                  <a:pt x="678665" y="112239"/>
                  <a:pt x="673319" y="116563"/>
                </a:cubicBezTo>
                <a:cubicBezTo>
                  <a:pt x="667973" y="120885"/>
                  <a:pt x="661990" y="123047"/>
                  <a:pt x="655371" y="123047"/>
                </a:cubicBezTo>
                <a:cubicBezTo>
                  <a:pt x="650619" y="123047"/>
                  <a:pt x="645188" y="122198"/>
                  <a:pt x="639078" y="120501"/>
                </a:cubicBezTo>
                <a:cubicBezTo>
                  <a:pt x="637211" y="119935"/>
                  <a:pt x="635684" y="119652"/>
                  <a:pt x="634496" y="119652"/>
                </a:cubicBezTo>
                <a:cubicBezTo>
                  <a:pt x="633195" y="119652"/>
                  <a:pt x="632176" y="120388"/>
                  <a:pt x="631441" y="121859"/>
                </a:cubicBezTo>
                <a:lnTo>
                  <a:pt x="628641" y="121859"/>
                </a:lnTo>
                <a:lnTo>
                  <a:pt x="628641" y="94025"/>
                </a:lnTo>
                <a:lnTo>
                  <a:pt x="631441" y="94025"/>
                </a:lnTo>
                <a:cubicBezTo>
                  <a:pt x="633025" y="101973"/>
                  <a:pt x="636052" y="107963"/>
                  <a:pt x="640521" y="111994"/>
                </a:cubicBezTo>
                <a:cubicBezTo>
                  <a:pt x="644990" y="116025"/>
                  <a:pt x="649997" y="118040"/>
                  <a:pt x="655541" y="118040"/>
                </a:cubicBezTo>
                <a:cubicBezTo>
                  <a:pt x="659445" y="118040"/>
                  <a:pt x="662627" y="116896"/>
                  <a:pt x="665088" y="114608"/>
                </a:cubicBezTo>
                <a:cubicBezTo>
                  <a:pt x="667549" y="112319"/>
                  <a:pt x="668779" y="109564"/>
                  <a:pt x="668779" y="106343"/>
                </a:cubicBezTo>
                <a:cubicBezTo>
                  <a:pt x="668779" y="102443"/>
                  <a:pt x="667407" y="99165"/>
                  <a:pt x="664664" y="96509"/>
                </a:cubicBezTo>
                <a:cubicBezTo>
                  <a:pt x="661920" y="93854"/>
                  <a:pt x="656446" y="90492"/>
                  <a:pt x="648243" y="86424"/>
                </a:cubicBezTo>
                <a:cubicBezTo>
                  <a:pt x="640040" y="82355"/>
                  <a:pt x="634666" y="78681"/>
                  <a:pt x="632120" y="75403"/>
                </a:cubicBezTo>
                <a:cubicBezTo>
                  <a:pt x="629574" y="72182"/>
                  <a:pt x="628301" y="68113"/>
                  <a:pt x="628301" y="63197"/>
                </a:cubicBezTo>
                <a:cubicBezTo>
                  <a:pt x="628301" y="56811"/>
                  <a:pt x="630493" y="51471"/>
                  <a:pt x="634878" y="47177"/>
                </a:cubicBezTo>
                <a:cubicBezTo>
                  <a:pt x="639262" y="42881"/>
                  <a:pt x="644934" y="40733"/>
                  <a:pt x="651892" y="40733"/>
                </a:cubicBezTo>
                <a:cubicBezTo>
                  <a:pt x="654947" y="40733"/>
                  <a:pt x="658653" y="41383"/>
                  <a:pt x="663009" y="42684"/>
                </a:cubicBezTo>
                <a:cubicBezTo>
                  <a:pt x="665894" y="43533"/>
                  <a:pt x="667818" y="43957"/>
                  <a:pt x="668779" y="43957"/>
                </a:cubicBezTo>
                <a:cubicBezTo>
                  <a:pt x="669684" y="43957"/>
                  <a:pt x="670392" y="43759"/>
                  <a:pt x="670901" y="43363"/>
                </a:cubicBezTo>
                <a:cubicBezTo>
                  <a:pt x="671410" y="42967"/>
                  <a:pt x="672004" y="42090"/>
                  <a:pt x="672683" y="40733"/>
                </a:cubicBezTo>
                <a:lnTo>
                  <a:pt x="675483" y="40733"/>
                </a:lnTo>
                <a:close/>
                <a:moveTo>
                  <a:pt x="757600" y="56432"/>
                </a:moveTo>
                <a:cubicBezTo>
                  <a:pt x="765124" y="45966"/>
                  <a:pt x="773242" y="40733"/>
                  <a:pt x="781954" y="40733"/>
                </a:cubicBezTo>
                <a:cubicBezTo>
                  <a:pt x="789931" y="40733"/>
                  <a:pt x="796890" y="44138"/>
                  <a:pt x="802830" y="50948"/>
                </a:cubicBezTo>
                <a:cubicBezTo>
                  <a:pt x="808770" y="57758"/>
                  <a:pt x="811740" y="67068"/>
                  <a:pt x="811740" y="78880"/>
                </a:cubicBezTo>
                <a:cubicBezTo>
                  <a:pt x="811740" y="92670"/>
                  <a:pt x="807158" y="103775"/>
                  <a:pt x="797993" y="112195"/>
                </a:cubicBezTo>
                <a:cubicBezTo>
                  <a:pt x="790129" y="119430"/>
                  <a:pt x="781360" y="123047"/>
                  <a:pt x="771686" y="123047"/>
                </a:cubicBezTo>
                <a:cubicBezTo>
                  <a:pt x="767160" y="123047"/>
                  <a:pt x="762564" y="122226"/>
                  <a:pt x="757897" y="120586"/>
                </a:cubicBezTo>
                <a:cubicBezTo>
                  <a:pt x="753229" y="118945"/>
                  <a:pt x="748463" y="116484"/>
                  <a:pt x="743598" y="113203"/>
                </a:cubicBezTo>
                <a:lnTo>
                  <a:pt x="743598" y="32671"/>
                </a:lnTo>
                <a:cubicBezTo>
                  <a:pt x="743598" y="23846"/>
                  <a:pt x="743386" y="18415"/>
                  <a:pt x="742961" y="16378"/>
                </a:cubicBezTo>
                <a:cubicBezTo>
                  <a:pt x="742537" y="14341"/>
                  <a:pt x="741872" y="12955"/>
                  <a:pt x="740967" y="12220"/>
                </a:cubicBezTo>
                <a:cubicBezTo>
                  <a:pt x="740062" y="11484"/>
                  <a:pt x="738930" y="11117"/>
                  <a:pt x="737573" y="11117"/>
                </a:cubicBezTo>
                <a:cubicBezTo>
                  <a:pt x="735989" y="11117"/>
                  <a:pt x="734009" y="11569"/>
                  <a:pt x="731632" y="12474"/>
                </a:cubicBezTo>
                <a:lnTo>
                  <a:pt x="730444" y="9504"/>
                </a:lnTo>
                <a:lnTo>
                  <a:pt x="753781" y="0"/>
                </a:lnTo>
                <a:lnTo>
                  <a:pt x="757600" y="0"/>
                </a:lnTo>
                <a:lnTo>
                  <a:pt x="757600" y="56432"/>
                </a:lnTo>
                <a:moveTo>
                  <a:pt x="757600" y="61839"/>
                </a:moveTo>
                <a:lnTo>
                  <a:pt x="757600" y="108220"/>
                </a:lnTo>
                <a:cubicBezTo>
                  <a:pt x="760485" y="111040"/>
                  <a:pt x="763469" y="113169"/>
                  <a:pt x="766552" y="114608"/>
                </a:cubicBezTo>
                <a:cubicBezTo>
                  <a:pt x="769636" y="116048"/>
                  <a:pt x="772790" y="116767"/>
                  <a:pt x="776014" y="116767"/>
                </a:cubicBezTo>
                <a:cubicBezTo>
                  <a:pt x="781162" y="116767"/>
                  <a:pt x="785957" y="113946"/>
                  <a:pt x="790398" y="108305"/>
                </a:cubicBezTo>
                <a:cubicBezTo>
                  <a:pt x="794839" y="102662"/>
                  <a:pt x="797059" y="94452"/>
                  <a:pt x="797059" y="83674"/>
                </a:cubicBezTo>
                <a:cubicBezTo>
                  <a:pt x="797059" y="73744"/>
                  <a:pt x="794839" y="66113"/>
                  <a:pt x="790398" y="60781"/>
                </a:cubicBezTo>
                <a:cubicBezTo>
                  <a:pt x="785957" y="55449"/>
                  <a:pt x="780908" y="52783"/>
                  <a:pt x="775250" y="52783"/>
                </a:cubicBezTo>
                <a:cubicBezTo>
                  <a:pt x="772252" y="52783"/>
                  <a:pt x="769254" y="53545"/>
                  <a:pt x="766255" y="55069"/>
                </a:cubicBezTo>
                <a:cubicBezTo>
                  <a:pt x="763992" y="56197"/>
                  <a:pt x="761107" y="58453"/>
                  <a:pt x="757600" y="61839"/>
                </a:cubicBezTo>
                <a:close/>
                <a:moveTo>
                  <a:pt x="836265" y="72301"/>
                </a:moveTo>
                <a:cubicBezTo>
                  <a:pt x="836208" y="83815"/>
                  <a:pt x="839009" y="92846"/>
                  <a:pt x="844666" y="99395"/>
                </a:cubicBezTo>
                <a:cubicBezTo>
                  <a:pt x="850323" y="105941"/>
                  <a:pt x="856971" y="109215"/>
                  <a:pt x="864608" y="109215"/>
                </a:cubicBezTo>
                <a:cubicBezTo>
                  <a:pt x="869700" y="109215"/>
                  <a:pt x="874126" y="107814"/>
                  <a:pt x="877889" y="105014"/>
                </a:cubicBezTo>
                <a:cubicBezTo>
                  <a:pt x="881651" y="102214"/>
                  <a:pt x="884805" y="97419"/>
                  <a:pt x="887350" y="90630"/>
                </a:cubicBezTo>
                <a:lnTo>
                  <a:pt x="889981" y="92327"/>
                </a:lnTo>
                <a:cubicBezTo>
                  <a:pt x="888793" y="100078"/>
                  <a:pt x="885342" y="107136"/>
                  <a:pt x="879628" y="113500"/>
                </a:cubicBezTo>
                <a:cubicBezTo>
                  <a:pt x="873914" y="119864"/>
                  <a:pt x="866758" y="123047"/>
                  <a:pt x="858159" y="123047"/>
                </a:cubicBezTo>
                <a:cubicBezTo>
                  <a:pt x="848824" y="123047"/>
                  <a:pt x="840833" y="119420"/>
                  <a:pt x="834186" y="112166"/>
                </a:cubicBezTo>
                <a:cubicBezTo>
                  <a:pt x="827538" y="104911"/>
                  <a:pt x="824215" y="95157"/>
                  <a:pt x="824215" y="82905"/>
                </a:cubicBezTo>
                <a:cubicBezTo>
                  <a:pt x="824215" y="69639"/>
                  <a:pt x="827623" y="59294"/>
                  <a:pt x="834440" y="51871"/>
                </a:cubicBezTo>
                <a:cubicBezTo>
                  <a:pt x="841257" y="44445"/>
                  <a:pt x="849814" y="40733"/>
                  <a:pt x="860110" y="40733"/>
                </a:cubicBezTo>
                <a:cubicBezTo>
                  <a:pt x="868823" y="40733"/>
                  <a:pt x="875979" y="43597"/>
                  <a:pt x="881580" y="49325"/>
                </a:cubicBezTo>
                <a:cubicBezTo>
                  <a:pt x="887181" y="55051"/>
                  <a:pt x="889981" y="62710"/>
                  <a:pt x="889981" y="72301"/>
                </a:cubicBezTo>
                <a:lnTo>
                  <a:pt x="836265" y="72301"/>
                </a:lnTo>
                <a:moveTo>
                  <a:pt x="836265" y="67379"/>
                </a:moveTo>
                <a:lnTo>
                  <a:pt x="872245" y="67379"/>
                </a:lnTo>
                <a:cubicBezTo>
                  <a:pt x="871962" y="62400"/>
                  <a:pt x="871368" y="58893"/>
                  <a:pt x="870463" y="56856"/>
                </a:cubicBezTo>
                <a:cubicBezTo>
                  <a:pt x="869049" y="53688"/>
                  <a:pt x="866942" y="51199"/>
                  <a:pt x="864141" y="49388"/>
                </a:cubicBezTo>
                <a:cubicBezTo>
                  <a:pt x="861341" y="47578"/>
                  <a:pt x="858413" y="46673"/>
                  <a:pt x="855358" y="46673"/>
                </a:cubicBezTo>
                <a:cubicBezTo>
                  <a:pt x="850663" y="46673"/>
                  <a:pt x="846462" y="48497"/>
                  <a:pt x="842757" y="52146"/>
                </a:cubicBezTo>
                <a:cubicBezTo>
                  <a:pt x="839051" y="55795"/>
                  <a:pt x="836887" y="60873"/>
                  <a:pt x="836265" y="67379"/>
                </a:cubicBezTo>
                <a:close/>
                <a:moveTo>
                  <a:pt x="922933" y="17311"/>
                </a:moveTo>
                <a:lnTo>
                  <a:pt x="922933" y="42939"/>
                </a:lnTo>
                <a:lnTo>
                  <a:pt x="941093" y="42939"/>
                </a:lnTo>
                <a:lnTo>
                  <a:pt x="941093" y="48879"/>
                </a:lnTo>
                <a:lnTo>
                  <a:pt x="922933" y="48879"/>
                </a:lnTo>
                <a:lnTo>
                  <a:pt x="922933" y="99217"/>
                </a:lnTo>
                <a:cubicBezTo>
                  <a:pt x="922933" y="104247"/>
                  <a:pt x="923655" y="107638"/>
                  <a:pt x="925097" y="109390"/>
                </a:cubicBezTo>
                <a:cubicBezTo>
                  <a:pt x="926540" y="111140"/>
                  <a:pt x="928393" y="112015"/>
                  <a:pt x="930656" y="112015"/>
                </a:cubicBezTo>
                <a:cubicBezTo>
                  <a:pt x="932522" y="112015"/>
                  <a:pt x="934333" y="111435"/>
                  <a:pt x="936087" y="110275"/>
                </a:cubicBezTo>
                <a:cubicBezTo>
                  <a:pt x="937840" y="109116"/>
                  <a:pt x="939198" y="107404"/>
                  <a:pt x="940160" y="105141"/>
                </a:cubicBezTo>
                <a:lnTo>
                  <a:pt x="943469" y="105141"/>
                </a:lnTo>
                <a:cubicBezTo>
                  <a:pt x="941489" y="110701"/>
                  <a:pt x="938689" y="114906"/>
                  <a:pt x="935068" y="117756"/>
                </a:cubicBezTo>
                <a:cubicBezTo>
                  <a:pt x="931448" y="120604"/>
                  <a:pt x="927714" y="122028"/>
                  <a:pt x="923867" y="122028"/>
                </a:cubicBezTo>
                <a:cubicBezTo>
                  <a:pt x="921264" y="122028"/>
                  <a:pt x="918719" y="121306"/>
                  <a:pt x="916229" y="119862"/>
                </a:cubicBezTo>
                <a:cubicBezTo>
                  <a:pt x="913740" y="118417"/>
                  <a:pt x="911902" y="116351"/>
                  <a:pt x="910713" y="113662"/>
                </a:cubicBezTo>
                <a:cubicBezTo>
                  <a:pt x="909525" y="110971"/>
                  <a:pt x="908931" y="106822"/>
                  <a:pt x="908931" y="101214"/>
                </a:cubicBezTo>
                <a:lnTo>
                  <a:pt x="908931" y="48879"/>
                </a:lnTo>
                <a:lnTo>
                  <a:pt x="896627" y="48879"/>
                </a:lnTo>
                <a:lnTo>
                  <a:pt x="896627" y="46079"/>
                </a:lnTo>
                <a:cubicBezTo>
                  <a:pt x="899738" y="44831"/>
                  <a:pt x="902921" y="42717"/>
                  <a:pt x="906173" y="39738"/>
                </a:cubicBezTo>
                <a:cubicBezTo>
                  <a:pt x="909426" y="36759"/>
                  <a:pt x="912326" y="33227"/>
                  <a:pt x="914872" y="29141"/>
                </a:cubicBezTo>
                <a:cubicBezTo>
                  <a:pt x="916173" y="26986"/>
                  <a:pt x="917983" y="23043"/>
                  <a:pt x="920303" y="17311"/>
                </a:cubicBezTo>
                <a:lnTo>
                  <a:pt x="922933" y="17311"/>
                </a:lnTo>
                <a:close/>
                <a:moveTo>
                  <a:pt x="971248" y="17311"/>
                </a:moveTo>
                <a:lnTo>
                  <a:pt x="971248" y="42939"/>
                </a:lnTo>
                <a:lnTo>
                  <a:pt x="989408" y="42939"/>
                </a:lnTo>
                <a:lnTo>
                  <a:pt x="989408" y="48879"/>
                </a:lnTo>
                <a:lnTo>
                  <a:pt x="971248" y="48879"/>
                </a:lnTo>
                <a:lnTo>
                  <a:pt x="971248" y="99217"/>
                </a:lnTo>
                <a:cubicBezTo>
                  <a:pt x="971248" y="104247"/>
                  <a:pt x="971969" y="107638"/>
                  <a:pt x="973412" y="109390"/>
                </a:cubicBezTo>
                <a:cubicBezTo>
                  <a:pt x="974854" y="111140"/>
                  <a:pt x="976707" y="112015"/>
                  <a:pt x="978970" y="112015"/>
                </a:cubicBezTo>
                <a:cubicBezTo>
                  <a:pt x="980837" y="112015"/>
                  <a:pt x="982647" y="111435"/>
                  <a:pt x="984401" y="110275"/>
                </a:cubicBezTo>
                <a:cubicBezTo>
                  <a:pt x="986155" y="109116"/>
                  <a:pt x="987512" y="107404"/>
                  <a:pt x="988474" y="105141"/>
                </a:cubicBezTo>
                <a:lnTo>
                  <a:pt x="991784" y="105141"/>
                </a:lnTo>
                <a:cubicBezTo>
                  <a:pt x="989804" y="110701"/>
                  <a:pt x="987003" y="114906"/>
                  <a:pt x="983383" y="117756"/>
                </a:cubicBezTo>
                <a:cubicBezTo>
                  <a:pt x="979762" y="120604"/>
                  <a:pt x="976028" y="122028"/>
                  <a:pt x="972181" y="122028"/>
                </a:cubicBezTo>
                <a:cubicBezTo>
                  <a:pt x="969579" y="122028"/>
                  <a:pt x="967033" y="121306"/>
                  <a:pt x="964544" y="119862"/>
                </a:cubicBezTo>
                <a:cubicBezTo>
                  <a:pt x="962054" y="118417"/>
                  <a:pt x="960216" y="116351"/>
                  <a:pt x="959028" y="113662"/>
                </a:cubicBezTo>
                <a:cubicBezTo>
                  <a:pt x="957840" y="110971"/>
                  <a:pt x="957246" y="106822"/>
                  <a:pt x="957246" y="101214"/>
                </a:cubicBezTo>
                <a:lnTo>
                  <a:pt x="957246" y="48879"/>
                </a:lnTo>
                <a:lnTo>
                  <a:pt x="944941" y="48879"/>
                </a:lnTo>
                <a:lnTo>
                  <a:pt x="944941" y="46079"/>
                </a:lnTo>
                <a:cubicBezTo>
                  <a:pt x="948053" y="44831"/>
                  <a:pt x="951235" y="42717"/>
                  <a:pt x="954488" y="39738"/>
                </a:cubicBezTo>
                <a:cubicBezTo>
                  <a:pt x="957741" y="36759"/>
                  <a:pt x="960640" y="33227"/>
                  <a:pt x="963186" y="29141"/>
                </a:cubicBezTo>
                <a:cubicBezTo>
                  <a:pt x="964487" y="26986"/>
                  <a:pt x="966297" y="23043"/>
                  <a:pt x="968617" y="17311"/>
                </a:cubicBezTo>
                <a:lnTo>
                  <a:pt x="971248" y="17311"/>
                </a:lnTo>
                <a:close/>
                <a:moveTo>
                  <a:pt x="1010058" y="72301"/>
                </a:moveTo>
                <a:cubicBezTo>
                  <a:pt x="1010001" y="83815"/>
                  <a:pt x="1012802" y="92846"/>
                  <a:pt x="1018459" y="99395"/>
                </a:cubicBezTo>
                <a:cubicBezTo>
                  <a:pt x="1024116" y="105941"/>
                  <a:pt x="1030764" y="109215"/>
                  <a:pt x="1038401" y="109215"/>
                </a:cubicBezTo>
                <a:cubicBezTo>
                  <a:pt x="1043493" y="109215"/>
                  <a:pt x="1047920" y="107814"/>
                  <a:pt x="1051682" y="105014"/>
                </a:cubicBezTo>
                <a:cubicBezTo>
                  <a:pt x="1055444" y="102214"/>
                  <a:pt x="1058598" y="97419"/>
                  <a:pt x="1061144" y="90630"/>
                </a:cubicBezTo>
                <a:lnTo>
                  <a:pt x="1063774" y="92327"/>
                </a:lnTo>
                <a:cubicBezTo>
                  <a:pt x="1062586" y="100078"/>
                  <a:pt x="1059135" y="107136"/>
                  <a:pt x="1053421" y="113500"/>
                </a:cubicBezTo>
                <a:cubicBezTo>
                  <a:pt x="1047707" y="119864"/>
                  <a:pt x="1040551" y="123047"/>
                  <a:pt x="1031952" y="123047"/>
                </a:cubicBezTo>
                <a:cubicBezTo>
                  <a:pt x="1022617" y="123047"/>
                  <a:pt x="1014626" y="119420"/>
                  <a:pt x="1007979" y="112166"/>
                </a:cubicBezTo>
                <a:cubicBezTo>
                  <a:pt x="1001332" y="104911"/>
                  <a:pt x="998008" y="95157"/>
                  <a:pt x="998008" y="82905"/>
                </a:cubicBezTo>
                <a:cubicBezTo>
                  <a:pt x="998008" y="69639"/>
                  <a:pt x="1001416" y="59294"/>
                  <a:pt x="1008233" y="51871"/>
                </a:cubicBezTo>
                <a:cubicBezTo>
                  <a:pt x="1015051" y="44445"/>
                  <a:pt x="1023607" y="40733"/>
                  <a:pt x="1033904" y="40733"/>
                </a:cubicBezTo>
                <a:cubicBezTo>
                  <a:pt x="1042616" y="40733"/>
                  <a:pt x="1049772" y="43597"/>
                  <a:pt x="1055373" y="49325"/>
                </a:cubicBezTo>
                <a:cubicBezTo>
                  <a:pt x="1060974" y="55051"/>
                  <a:pt x="1063774" y="62710"/>
                  <a:pt x="1063774" y="72301"/>
                </a:cubicBezTo>
                <a:lnTo>
                  <a:pt x="1010058" y="72301"/>
                </a:lnTo>
                <a:moveTo>
                  <a:pt x="1010058" y="67379"/>
                </a:moveTo>
                <a:lnTo>
                  <a:pt x="1046038" y="67379"/>
                </a:lnTo>
                <a:cubicBezTo>
                  <a:pt x="1045756" y="62400"/>
                  <a:pt x="1045162" y="58893"/>
                  <a:pt x="1044256" y="56856"/>
                </a:cubicBezTo>
                <a:cubicBezTo>
                  <a:pt x="1042842" y="53688"/>
                  <a:pt x="1040735" y="51199"/>
                  <a:pt x="1037934" y="49388"/>
                </a:cubicBezTo>
                <a:cubicBezTo>
                  <a:pt x="1035134" y="47578"/>
                  <a:pt x="1032206" y="46673"/>
                  <a:pt x="1029151" y="46673"/>
                </a:cubicBezTo>
                <a:cubicBezTo>
                  <a:pt x="1024456" y="46673"/>
                  <a:pt x="1020255" y="48497"/>
                  <a:pt x="1016550" y="52146"/>
                </a:cubicBezTo>
                <a:cubicBezTo>
                  <a:pt x="1012844" y="55795"/>
                  <a:pt x="1010680" y="60873"/>
                  <a:pt x="1010058" y="67379"/>
                </a:cubicBezTo>
                <a:close/>
                <a:moveTo>
                  <a:pt x="1096896" y="40733"/>
                </a:moveTo>
                <a:lnTo>
                  <a:pt x="1096896" y="58214"/>
                </a:lnTo>
                <a:cubicBezTo>
                  <a:pt x="1103402" y="46560"/>
                  <a:pt x="1110078" y="40733"/>
                  <a:pt x="1116923" y="40733"/>
                </a:cubicBezTo>
                <a:cubicBezTo>
                  <a:pt x="1120035" y="40733"/>
                  <a:pt x="1122609" y="41680"/>
                  <a:pt x="1124645" y="43576"/>
                </a:cubicBezTo>
                <a:cubicBezTo>
                  <a:pt x="1126682" y="45471"/>
                  <a:pt x="1127700" y="47663"/>
                  <a:pt x="1127700" y="50152"/>
                </a:cubicBezTo>
                <a:cubicBezTo>
                  <a:pt x="1127700" y="52359"/>
                  <a:pt x="1126965" y="54225"/>
                  <a:pt x="1125494" y="55753"/>
                </a:cubicBezTo>
                <a:cubicBezTo>
                  <a:pt x="1124023" y="57280"/>
                  <a:pt x="1122269" y="58044"/>
                  <a:pt x="1120233" y="58044"/>
                </a:cubicBezTo>
                <a:cubicBezTo>
                  <a:pt x="1118253" y="58044"/>
                  <a:pt x="1116032" y="57068"/>
                  <a:pt x="1113571" y="55116"/>
                </a:cubicBezTo>
                <a:cubicBezTo>
                  <a:pt x="1111110" y="53165"/>
                  <a:pt x="1109286" y="52189"/>
                  <a:pt x="1108098" y="52189"/>
                </a:cubicBezTo>
                <a:cubicBezTo>
                  <a:pt x="1107079" y="52189"/>
                  <a:pt x="1105976" y="52753"/>
                  <a:pt x="1104788" y="53881"/>
                </a:cubicBezTo>
                <a:cubicBezTo>
                  <a:pt x="1102242" y="56195"/>
                  <a:pt x="1099612" y="60004"/>
                  <a:pt x="1096896" y="65308"/>
                </a:cubicBezTo>
                <a:lnTo>
                  <a:pt x="1096896" y="102466"/>
                </a:lnTo>
                <a:cubicBezTo>
                  <a:pt x="1096896" y="106753"/>
                  <a:pt x="1097434" y="109997"/>
                  <a:pt x="1098508" y="112198"/>
                </a:cubicBezTo>
                <a:cubicBezTo>
                  <a:pt x="1099244" y="113722"/>
                  <a:pt x="1100545" y="114992"/>
                  <a:pt x="1102412" y="116009"/>
                </a:cubicBezTo>
                <a:cubicBezTo>
                  <a:pt x="1104279" y="117023"/>
                  <a:pt x="1106966" y="117531"/>
                  <a:pt x="1110474" y="117531"/>
                </a:cubicBezTo>
                <a:lnTo>
                  <a:pt x="1110474" y="120671"/>
                </a:lnTo>
                <a:lnTo>
                  <a:pt x="1070674" y="120671"/>
                </a:lnTo>
                <a:lnTo>
                  <a:pt x="1070674" y="117531"/>
                </a:lnTo>
                <a:cubicBezTo>
                  <a:pt x="1074635" y="117531"/>
                  <a:pt x="1077576" y="116910"/>
                  <a:pt x="1079500" y="115669"/>
                </a:cubicBezTo>
                <a:cubicBezTo>
                  <a:pt x="1080914" y="114766"/>
                  <a:pt x="1081904" y="113326"/>
                  <a:pt x="1082470" y="111349"/>
                </a:cubicBezTo>
                <a:cubicBezTo>
                  <a:pt x="1082753" y="110389"/>
                  <a:pt x="1082894" y="107652"/>
                  <a:pt x="1082894" y="103136"/>
                </a:cubicBezTo>
                <a:lnTo>
                  <a:pt x="1082894" y="73078"/>
                </a:lnTo>
                <a:cubicBezTo>
                  <a:pt x="1082894" y="64045"/>
                  <a:pt x="1082710" y="58669"/>
                  <a:pt x="1082343" y="56949"/>
                </a:cubicBezTo>
                <a:cubicBezTo>
                  <a:pt x="1081975" y="55227"/>
                  <a:pt x="1081296" y="53971"/>
                  <a:pt x="1080306" y="53181"/>
                </a:cubicBezTo>
                <a:cubicBezTo>
                  <a:pt x="1079316" y="52390"/>
                  <a:pt x="1078086" y="51995"/>
                  <a:pt x="1076615" y="51995"/>
                </a:cubicBezTo>
                <a:cubicBezTo>
                  <a:pt x="1074861" y="51995"/>
                  <a:pt x="1072881" y="52419"/>
                  <a:pt x="1070674" y="53265"/>
                </a:cubicBezTo>
                <a:lnTo>
                  <a:pt x="1069826" y="50216"/>
                </a:lnTo>
                <a:lnTo>
                  <a:pt x="1093332" y="40733"/>
                </a:lnTo>
                <a:lnTo>
                  <a:pt x="1096896" y="40733"/>
                </a:lnTo>
                <a:close/>
                <a:moveTo>
                  <a:pt x="1221639" y="155124"/>
                </a:moveTo>
                <a:lnTo>
                  <a:pt x="1184300" y="155124"/>
                </a:lnTo>
                <a:lnTo>
                  <a:pt x="1184300" y="2885"/>
                </a:lnTo>
                <a:lnTo>
                  <a:pt x="1221639" y="2885"/>
                </a:lnTo>
                <a:lnTo>
                  <a:pt x="1221639" y="9589"/>
                </a:lnTo>
                <a:lnTo>
                  <a:pt x="1197029" y="9589"/>
                </a:lnTo>
                <a:lnTo>
                  <a:pt x="1197029" y="148590"/>
                </a:lnTo>
                <a:lnTo>
                  <a:pt x="1221639" y="148590"/>
                </a:lnTo>
                <a:lnTo>
                  <a:pt x="1221639" y="155124"/>
                </a:lnTo>
                <a:close/>
                <a:moveTo>
                  <a:pt x="1230209" y="42939"/>
                </a:moveTo>
                <a:lnTo>
                  <a:pt x="1266783" y="42939"/>
                </a:lnTo>
                <a:lnTo>
                  <a:pt x="1266783" y="46079"/>
                </a:lnTo>
                <a:cubicBezTo>
                  <a:pt x="1264464" y="46079"/>
                  <a:pt x="1262837" y="46475"/>
                  <a:pt x="1261904" y="47267"/>
                </a:cubicBezTo>
                <a:cubicBezTo>
                  <a:pt x="1260970" y="48059"/>
                  <a:pt x="1260504" y="49106"/>
                  <a:pt x="1260504" y="50407"/>
                </a:cubicBezTo>
                <a:cubicBezTo>
                  <a:pt x="1260504" y="51764"/>
                  <a:pt x="1261494" y="53858"/>
                  <a:pt x="1263474" y="56686"/>
                </a:cubicBezTo>
                <a:cubicBezTo>
                  <a:pt x="1264096" y="57592"/>
                  <a:pt x="1265029" y="59006"/>
                  <a:pt x="1266274" y="60929"/>
                </a:cubicBezTo>
                <a:lnTo>
                  <a:pt x="1271790" y="69755"/>
                </a:lnTo>
                <a:lnTo>
                  <a:pt x="1278154" y="60929"/>
                </a:lnTo>
                <a:cubicBezTo>
                  <a:pt x="1282228" y="55329"/>
                  <a:pt x="1284264" y="51793"/>
                  <a:pt x="1284264" y="50322"/>
                </a:cubicBezTo>
                <a:cubicBezTo>
                  <a:pt x="1284264" y="49134"/>
                  <a:pt x="1283783" y="48130"/>
                  <a:pt x="1282822" y="47309"/>
                </a:cubicBezTo>
                <a:cubicBezTo>
                  <a:pt x="1281860" y="46489"/>
                  <a:pt x="1280304" y="46079"/>
                  <a:pt x="1278154" y="46079"/>
                </a:cubicBezTo>
                <a:lnTo>
                  <a:pt x="1278154" y="42939"/>
                </a:lnTo>
                <a:lnTo>
                  <a:pt x="1304461" y="42939"/>
                </a:lnTo>
                <a:lnTo>
                  <a:pt x="1304461" y="46079"/>
                </a:lnTo>
                <a:cubicBezTo>
                  <a:pt x="1301689" y="46249"/>
                  <a:pt x="1299285" y="47012"/>
                  <a:pt x="1297248" y="48370"/>
                </a:cubicBezTo>
                <a:cubicBezTo>
                  <a:pt x="1294476" y="50294"/>
                  <a:pt x="1290685" y="54480"/>
                  <a:pt x="1285877" y="60929"/>
                </a:cubicBezTo>
                <a:lnTo>
                  <a:pt x="1275269" y="75101"/>
                </a:lnTo>
                <a:lnTo>
                  <a:pt x="1294617" y="102879"/>
                </a:lnTo>
                <a:cubicBezTo>
                  <a:pt x="1299369" y="109710"/>
                  <a:pt x="1302764" y="113818"/>
                  <a:pt x="1304800" y="115202"/>
                </a:cubicBezTo>
                <a:cubicBezTo>
                  <a:pt x="1306837" y="116585"/>
                  <a:pt x="1309468" y="117361"/>
                  <a:pt x="1312692" y="117531"/>
                </a:cubicBezTo>
                <a:lnTo>
                  <a:pt x="1312692" y="120671"/>
                </a:lnTo>
                <a:lnTo>
                  <a:pt x="1276033" y="120671"/>
                </a:lnTo>
                <a:lnTo>
                  <a:pt x="1276033" y="117531"/>
                </a:lnTo>
                <a:cubicBezTo>
                  <a:pt x="1278579" y="117531"/>
                  <a:pt x="1280559" y="116967"/>
                  <a:pt x="1281973" y="115839"/>
                </a:cubicBezTo>
                <a:cubicBezTo>
                  <a:pt x="1283048" y="115049"/>
                  <a:pt x="1283585" y="114005"/>
                  <a:pt x="1283585" y="112707"/>
                </a:cubicBezTo>
                <a:cubicBezTo>
                  <a:pt x="1283585" y="111409"/>
                  <a:pt x="1281775" y="108137"/>
                  <a:pt x="1278154" y="102890"/>
                </a:cubicBezTo>
                <a:lnTo>
                  <a:pt x="1266783" y="86302"/>
                </a:lnTo>
                <a:lnTo>
                  <a:pt x="1254309" y="102890"/>
                </a:lnTo>
                <a:cubicBezTo>
                  <a:pt x="1250462" y="108024"/>
                  <a:pt x="1248538" y="111071"/>
                  <a:pt x="1248538" y="112031"/>
                </a:cubicBezTo>
                <a:cubicBezTo>
                  <a:pt x="1248538" y="113385"/>
                  <a:pt x="1249175" y="114612"/>
                  <a:pt x="1250448" y="115712"/>
                </a:cubicBezTo>
                <a:cubicBezTo>
                  <a:pt x="1251721" y="116811"/>
                  <a:pt x="1253630" y="117418"/>
                  <a:pt x="1256176" y="117531"/>
                </a:cubicBezTo>
                <a:lnTo>
                  <a:pt x="1256176" y="120671"/>
                </a:lnTo>
                <a:lnTo>
                  <a:pt x="1230803" y="120671"/>
                </a:lnTo>
                <a:lnTo>
                  <a:pt x="1230803" y="117531"/>
                </a:lnTo>
                <a:cubicBezTo>
                  <a:pt x="1232839" y="117248"/>
                  <a:pt x="1234621" y="116543"/>
                  <a:pt x="1236149" y="115415"/>
                </a:cubicBezTo>
                <a:cubicBezTo>
                  <a:pt x="1238299" y="113778"/>
                  <a:pt x="1241919" y="109601"/>
                  <a:pt x="1247011" y="102885"/>
                </a:cubicBezTo>
                <a:lnTo>
                  <a:pt x="1263304" y="81296"/>
                </a:lnTo>
                <a:lnTo>
                  <a:pt x="1248538" y="59911"/>
                </a:lnTo>
                <a:cubicBezTo>
                  <a:pt x="1244352" y="53801"/>
                  <a:pt x="1241113" y="49968"/>
                  <a:pt x="1238822" y="48413"/>
                </a:cubicBezTo>
                <a:cubicBezTo>
                  <a:pt x="1236531" y="46857"/>
                  <a:pt x="1233660" y="46079"/>
                  <a:pt x="1230209" y="46079"/>
                </a:cubicBezTo>
                <a:lnTo>
                  <a:pt x="1230209" y="42939"/>
                </a:lnTo>
                <a:close/>
                <a:moveTo>
                  <a:pt x="1321178" y="2885"/>
                </a:moveTo>
                <a:lnTo>
                  <a:pt x="1358516" y="2885"/>
                </a:lnTo>
                <a:lnTo>
                  <a:pt x="1358516" y="155124"/>
                </a:lnTo>
                <a:lnTo>
                  <a:pt x="1321178" y="155124"/>
                </a:lnTo>
                <a:lnTo>
                  <a:pt x="1321178" y="148420"/>
                </a:lnTo>
                <a:lnTo>
                  <a:pt x="1345787" y="148420"/>
                </a:lnTo>
                <a:lnTo>
                  <a:pt x="1345787" y="9589"/>
                </a:lnTo>
                <a:lnTo>
                  <a:pt x="1321178" y="9589"/>
                </a:lnTo>
                <a:lnTo>
                  <a:pt x="1321178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53A86-E249-4A16-ADC3-F35638B2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1787924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B73F8-F3BE-466B-9458-48091A5B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1787924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60" name="Text Makeitbetter[x]">
            <a:extLst xmlns:a="http://schemas.openxmlformats.org/drawingml/2006/main">
              <a:ext uri="{FF2B5EF4-FFF2-40B4-BE49-F238E27FC236}">
                <a16:creationId xmlns:a16="http://schemas.microsoft.com/office/drawing/2014/main" id="{B47F7A47-AEDB-44A9-944E-CDF94818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854" y="1861099"/>
            <a:ext cx="1204014" cy="155124"/>
          </a:xfrm>
          <a:custGeom xmlns:a="http://schemas.openxmlformats.org/drawingml/2006/main">
            <a:pathLst>
              <a:path w="1204014" h="155124">
                <a:moveTo>
                  <a:pt x="68227" y="120671"/>
                </a:moveTo>
                <a:lnTo>
                  <a:pt x="23761" y="23846"/>
                </a:lnTo>
                <a:lnTo>
                  <a:pt x="23761" y="100729"/>
                </a:lnTo>
                <a:cubicBezTo>
                  <a:pt x="23761" y="107800"/>
                  <a:pt x="24524" y="112213"/>
                  <a:pt x="26052" y="113967"/>
                </a:cubicBezTo>
                <a:cubicBezTo>
                  <a:pt x="28145" y="116343"/>
                  <a:pt x="31455" y="117531"/>
                  <a:pt x="35981" y="117531"/>
                </a:cubicBezTo>
                <a:lnTo>
                  <a:pt x="40054" y="117531"/>
                </a:lnTo>
                <a:lnTo>
                  <a:pt x="40054" y="120671"/>
                </a:lnTo>
                <a:lnTo>
                  <a:pt x="0" y="120671"/>
                </a:lnTo>
                <a:lnTo>
                  <a:pt x="0" y="117531"/>
                </a:lnTo>
                <a:lnTo>
                  <a:pt x="4073" y="117531"/>
                </a:lnTo>
                <a:cubicBezTo>
                  <a:pt x="8939" y="117531"/>
                  <a:pt x="12390" y="116060"/>
                  <a:pt x="14426" y="113118"/>
                </a:cubicBezTo>
                <a:cubicBezTo>
                  <a:pt x="15671" y="111308"/>
                  <a:pt x="16293" y="107178"/>
                  <a:pt x="16293" y="100729"/>
                </a:cubicBezTo>
                <a:lnTo>
                  <a:pt x="16293" y="25543"/>
                </a:lnTo>
                <a:cubicBezTo>
                  <a:pt x="16293" y="20451"/>
                  <a:pt x="15727" y="16774"/>
                  <a:pt x="14596" y="14511"/>
                </a:cubicBezTo>
                <a:cubicBezTo>
                  <a:pt x="13804" y="12870"/>
                  <a:pt x="12347" y="11499"/>
                  <a:pt x="10226" y="10395"/>
                </a:cubicBezTo>
                <a:cubicBezTo>
                  <a:pt x="8104" y="9292"/>
                  <a:pt x="4696" y="8741"/>
                  <a:pt x="0" y="8741"/>
                </a:cubicBezTo>
                <a:lnTo>
                  <a:pt x="0" y="5601"/>
                </a:lnTo>
                <a:lnTo>
                  <a:pt x="32586" y="5601"/>
                </a:lnTo>
                <a:lnTo>
                  <a:pt x="74337" y="95637"/>
                </a:lnTo>
                <a:lnTo>
                  <a:pt x="115409" y="5601"/>
                </a:lnTo>
                <a:lnTo>
                  <a:pt x="147996" y="5601"/>
                </a:lnTo>
                <a:lnTo>
                  <a:pt x="147996" y="8741"/>
                </a:lnTo>
                <a:lnTo>
                  <a:pt x="144007" y="8741"/>
                </a:lnTo>
                <a:cubicBezTo>
                  <a:pt x="139085" y="8741"/>
                  <a:pt x="135606" y="10211"/>
                  <a:pt x="133569" y="13153"/>
                </a:cubicBezTo>
                <a:cubicBezTo>
                  <a:pt x="132325" y="14964"/>
                  <a:pt x="131702" y="19093"/>
                  <a:pt x="131702" y="25543"/>
                </a:cubicBezTo>
                <a:lnTo>
                  <a:pt x="131702" y="100729"/>
                </a:lnTo>
                <a:cubicBezTo>
                  <a:pt x="131702" y="107800"/>
                  <a:pt x="132494" y="112213"/>
                  <a:pt x="134079" y="113967"/>
                </a:cubicBezTo>
                <a:cubicBezTo>
                  <a:pt x="136172" y="116343"/>
                  <a:pt x="139481" y="117531"/>
                  <a:pt x="144007" y="117531"/>
                </a:cubicBezTo>
                <a:lnTo>
                  <a:pt x="147996" y="117531"/>
                </a:lnTo>
                <a:lnTo>
                  <a:pt x="147996" y="120671"/>
                </a:lnTo>
                <a:lnTo>
                  <a:pt x="99116" y="120671"/>
                </a:lnTo>
                <a:lnTo>
                  <a:pt x="99116" y="117531"/>
                </a:lnTo>
                <a:lnTo>
                  <a:pt x="103190" y="117531"/>
                </a:lnTo>
                <a:cubicBezTo>
                  <a:pt x="108111" y="117531"/>
                  <a:pt x="111562" y="116060"/>
                  <a:pt x="113542" y="113118"/>
                </a:cubicBezTo>
                <a:cubicBezTo>
                  <a:pt x="114787" y="111308"/>
                  <a:pt x="115409" y="107178"/>
                  <a:pt x="115409" y="100729"/>
                </a:cubicBezTo>
                <a:lnTo>
                  <a:pt x="115409" y="23846"/>
                </a:lnTo>
                <a:lnTo>
                  <a:pt x="71028" y="120671"/>
                </a:lnTo>
                <a:lnTo>
                  <a:pt x="68227" y="120671"/>
                </a:lnTo>
                <a:close/>
                <a:moveTo>
                  <a:pt x="201090" y="109469"/>
                </a:moveTo>
                <a:cubicBezTo>
                  <a:pt x="193113" y="115636"/>
                  <a:pt x="188106" y="119200"/>
                  <a:pt x="186070" y="120161"/>
                </a:cubicBezTo>
                <a:cubicBezTo>
                  <a:pt x="183015" y="121632"/>
                  <a:pt x="179762" y="122368"/>
                  <a:pt x="176311" y="122368"/>
                </a:cubicBezTo>
                <a:cubicBezTo>
                  <a:pt x="170936" y="122368"/>
                  <a:pt x="166510" y="120529"/>
                  <a:pt x="163030" y="116852"/>
                </a:cubicBezTo>
                <a:cubicBezTo>
                  <a:pt x="159551" y="113175"/>
                  <a:pt x="157811" y="108338"/>
                  <a:pt x="157811" y="102341"/>
                </a:cubicBezTo>
                <a:cubicBezTo>
                  <a:pt x="157811" y="98551"/>
                  <a:pt x="158660" y="95269"/>
                  <a:pt x="160357" y="92497"/>
                </a:cubicBezTo>
                <a:cubicBezTo>
                  <a:pt x="162677" y="88650"/>
                  <a:pt x="166708" y="85030"/>
                  <a:pt x="172450" y="81635"/>
                </a:cubicBezTo>
                <a:cubicBezTo>
                  <a:pt x="178192" y="78241"/>
                  <a:pt x="187739" y="74111"/>
                  <a:pt x="201090" y="69246"/>
                </a:cubicBezTo>
                <a:lnTo>
                  <a:pt x="201090" y="66191"/>
                </a:lnTo>
                <a:cubicBezTo>
                  <a:pt x="201090" y="58440"/>
                  <a:pt x="199859" y="53122"/>
                  <a:pt x="197399" y="50237"/>
                </a:cubicBezTo>
                <a:cubicBezTo>
                  <a:pt x="194938" y="47352"/>
                  <a:pt x="191359" y="45909"/>
                  <a:pt x="186664" y="45909"/>
                </a:cubicBezTo>
                <a:cubicBezTo>
                  <a:pt x="183100" y="45909"/>
                  <a:pt x="180271" y="46867"/>
                  <a:pt x="178178" y="48784"/>
                </a:cubicBezTo>
                <a:cubicBezTo>
                  <a:pt x="176028" y="50700"/>
                  <a:pt x="174953" y="52899"/>
                  <a:pt x="174953" y="55379"/>
                </a:cubicBezTo>
                <a:lnTo>
                  <a:pt x="175123" y="60282"/>
                </a:lnTo>
                <a:cubicBezTo>
                  <a:pt x="175123" y="62874"/>
                  <a:pt x="174458" y="64874"/>
                  <a:pt x="173129" y="66283"/>
                </a:cubicBezTo>
                <a:cubicBezTo>
                  <a:pt x="171799" y="67692"/>
                  <a:pt x="170060" y="68397"/>
                  <a:pt x="167910" y="68397"/>
                </a:cubicBezTo>
                <a:cubicBezTo>
                  <a:pt x="165817" y="68397"/>
                  <a:pt x="164105" y="67664"/>
                  <a:pt x="162776" y="66199"/>
                </a:cubicBezTo>
                <a:cubicBezTo>
                  <a:pt x="161446" y="64731"/>
                  <a:pt x="160782" y="62728"/>
                  <a:pt x="160782" y="60189"/>
                </a:cubicBezTo>
                <a:cubicBezTo>
                  <a:pt x="160782" y="55340"/>
                  <a:pt x="163271" y="50885"/>
                  <a:pt x="168249" y="46824"/>
                </a:cubicBezTo>
                <a:cubicBezTo>
                  <a:pt x="173228" y="42763"/>
                  <a:pt x="180214" y="40733"/>
                  <a:pt x="189210" y="40733"/>
                </a:cubicBezTo>
                <a:cubicBezTo>
                  <a:pt x="196111" y="40733"/>
                  <a:pt x="201769" y="41891"/>
                  <a:pt x="206182" y="44207"/>
                </a:cubicBezTo>
                <a:cubicBezTo>
                  <a:pt x="209519" y="45959"/>
                  <a:pt x="211980" y="48700"/>
                  <a:pt x="213564" y="52430"/>
                </a:cubicBezTo>
                <a:cubicBezTo>
                  <a:pt x="214583" y="54859"/>
                  <a:pt x="215092" y="59831"/>
                  <a:pt x="215092" y="67347"/>
                </a:cubicBezTo>
                <a:lnTo>
                  <a:pt x="215092" y="93706"/>
                </a:lnTo>
                <a:cubicBezTo>
                  <a:pt x="215092" y="101109"/>
                  <a:pt x="215233" y="105643"/>
                  <a:pt x="215516" y="107311"/>
                </a:cubicBezTo>
                <a:cubicBezTo>
                  <a:pt x="215799" y="108978"/>
                  <a:pt x="216266" y="110094"/>
                  <a:pt x="216916" y="110660"/>
                </a:cubicBezTo>
                <a:cubicBezTo>
                  <a:pt x="217567" y="111224"/>
                  <a:pt x="218316" y="111506"/>
                  <a:pt x="219165" y="111506"/>
                </a:cubicBezTo>
                <a:cubicBezTo>
                  <a:pt x="220070" y="111506"/>
                  <a:pt x="220862" y="111308"/>
                  <a:pt x="221541" y="110912"/>
                </a:cubicBezTo>
                <a:cubicBezTo>
                  <a:pt x="222729" y="110176"/>
                  <a:pt x="225020" y="108111"/>
                  <a:pt x="228415" y="104717"/>
                </a:cubicBezTo>
                <a:lnTo>
                  <a:pt x="228415" y="109469"/>
                </a:lnTo>
                <a:cubicBezTo>
                  <a:pt x="222079" y="117955"/>
                  <a:pt x="216025" y="122198"/>
                  <a:pt x="210255" y="122198"/>
                </a:cubicBezTo>
                <a:cubicBezTo>
                  <a:pt x="207483" y="122198"/>
                  <a:pt x="205276" y="121236"/>
                  <a:pt x="203636" y="119313"/>
                </a:cubicBezTo>
                <a:cubicBezTo>
                  <a:pt x="201995" y="117389"/>
                  <a:pt x="201146" y="114108"/>
                  <a:pt x="201090" y="109469"/>
                </a:cubicBezTo>
                <a:moveTo>
                  <a:pt x="201090" y="103906"/>
                </a:moveTo>
                <a:lnTo>
                  <a:pt x="201090" y="74422"/>
                </a:lnTo>
                <a:cubicBezTo>
                  <a:pt x="192547" y="77801"/>
                  <a:pt x="187031" y="80194"/>
                  <a:pt x="184542" y="81603"/>
                </a:cubicBezTo>
                <a:cubicBezTo>
                  <a:pt x="180073" y="84082"/>
                  <a:pt x="176877" y="86673"/>
                  <a:pt x="174953" y="89376"/>
                </a:cubicBezTo>
                <a:cubicBezTo>
                  <a:pt x="173030" y="92079"/>
                  <a:pt x="172068" y="95036"/>
                  <a:pt x="172068" y="98246"/>
                </a:cubicBezTo>
                <a:cubicBezTo>
                  <a:pt x="172068" y="102302"/>
                  <a:pt x="173284" y="105667"/>
                  <a:pt x="175717" y="108342"/>
                </a:cubicBezTo>
                <a:cubicBezTo>
                  <a:pt x="178149" y="111017"/>
                  <a:pt x="180950" y="112354"/>
                  <a:pt x="184118" y="112354"/>
                </a:cubicBezTo>
                <a:cubicBezTo>
                  <a:pt x="188418" y="112354"/>
                  <a:pt x="194075" y="109538"/>
                  <a:pt x="201090" y="103906"/>
                </a:cubicBezTo>
                <a:close/>
                <a:moveTo>
                  <a:pt x="257209" y="0"/>
                </a:moveTo>
                <a:lnTo>
                  <a:pt x="257209" y="77307"/>
                </a:lnTo>
                <a:lnTo>
                  <a:pt x="276981" y="59317"/>
                </a:lnTo>
                <a:cubicBezTo>
                  <a:pt x="281168" y="55470"/>
                  <a:pt x="283600" y="53037"/>
                  <a:pt x="284279" y="52019"/>
                </a:cubicBezTo>
                <a:cubicBezTo>
                  <a:pt x="284732" y="51340"/>
                  <a:pt x="284958" y="50661"/>
                  <a:pt x="284958" y="49982"/>
                </a:cubicBezTo>
                <a:cubicBezTo>
                  <a:pt x="284958" y="48851"/>
                  <a:pt x="284491" y="47875"/>
                  <a:pt x="283558" y="47055"/>
                </a:cubicBezTo>
                <a:cubicBezTo>
                  <a:pt x="282624" y="46234"/>
                  <a:pt x="281083" y="45768"/>
                  <a:pt x="278933" y="45655"/>
                </a:cubicBezTo>
                <a:lnTo>
                  <a:pt x="278933" y="42939"/>
                </a:lnTo>
                <a:lnTo>
                  <a:pt x="312707" y="42939"/>
                </a:lnTo>
                <a:lnTo>
                  <a:pt x="312707" y="45655"/>
                </a:lnTo>
                <a:cubicBezTo>
                  <a:pt x="308068" y="45768"/>
                  <a:pt x="304207" y="46475"/>
                  <a:pt x="301124" y="47776"/>
                </a:cubicBezTo>
                <a:cubicBezTo>
                  <a:pt x="298041" y="49077"/>
                  <a:pt x="294660" y="51397"/>
                  <a:pt x="290983" y="54735"/>
                </a:cubicBezTo>
                <a:lnTo>
                  <a:pt x="271041" y="73149"/>
                </a:lnTo>
                <a:lnTo>
                  <a:pt x="290983" y="98305"/>
                </a:lnTo>
                <a:cubicBezTo>
                  <a:pt x="296527" y="105249"/>
                  <a:pt x="300261" y="109653"/>
                  <a:pt x="302185" y="111516"/>
                </a:cubicBezTo>
                <a:cubicBezTo>
                  <a:pt x="304900" y="114170"/>
                  <a:pt x="307276" y="115893"/>
                  <a:pt x="309313" y="116685"/>
                </a:cubicBezTo>
                <a:cubicBezTo>
                  <a:pt x="310727" y="117249"/>
                  <a:pt x="313188" y="117531"/>
                  <a:pt x="316696" y="117531"/>
                </a:cubicBezTo>
                <a:lnTo>
                  <a:pt x="316696" y="120671"/>
                </a:lnTo>
                <a:lnTo>
                  <a:pt x="278933" y="120671"/>
                </a:lnTo>
                <a:lnTo>
                  <a:pt x="278933" y="117531"/>
                </a:lnTo>
                <a:cubicBezTo>
                  <a:pt x="281083" y="117474"/>
                  <a:pt x="282540" y="117150"/>
                  <a:pt x="283303" y="116558"/>
                </a:cubicBezTo>
                <a:cubicBezTo>
                  <a:pt x="284067" y="115964"/>
                  <a:pt x="284449" y="115131"/>
                  <a:pt x="284449" y="114060"/>
                </a:cubicBezTo>
                <a:cubicBezTo>
                  <a:pt x="284449" y="112760"/>
                  <a:pt x="283317" y="110671"/>
                  <a:pt x="281055" y="107793"/>
                </a:cubicBezTo>
                <a:lnTo>
                  <a:pt x="257209" y="77392"/>
                </a:lnTo>
                <a:lnTo>
                  <a:pt x="257209" y="103134"/>
                </a:lnTo>
                <a:cubicBezTo>
                  <a:pt x="257209" y="108158"/>
                  <a:pt x="257562" y="111462"/>
                  <a:pt x="258270" y="113044"/>
                </a:cubicBezTo>
                <a:cubicBezTo>
                  <a:pt x="258977" y="114624"/>
                  <a:pt x="259981" y="115753"/>
                  <a:pt x="261282" y="116430"/>
                </a:cubicBezTo>
                <a:cubicBezTo>
                  <a:pt x="262583" y="117107"/>
                  <a:pt x="265412" y="117474"/>
                  <a:pt x="269768" y="117531"/>
                </a:cubicBezTo>
                <a:lnTo>
                  <a:pt x="269768" y="120671"/>
                </a:lnTo>
                <a:lnTo>
                  <a:pt x="230223" y="120671"/>
                </a:lnTo>
                <a:lnTo>
                  <a:pt x="230223" y="117531"/>
                </a:lnTo>
                <a:cubicBezTo>
                  <a:pt x="234184" y="117531"/>
                  <a:pt x="237154" y="117050"/>
                  <a:pt x="239134" y="116088"/>
                </a:cubicBezTo>
                <a:cubicBezTo>
                  <a:pt x="240322" y="115468"/>
                  <a:pt x="241227" y="114507"/>
                  <a:pt x="241849" y="113206"/>
                </a:cubicBezTo>
                <a:cubicBezTo>
                  <a:pt x="242698" y="111340"/>
                  <a:pt x="243122" y="108118"/>
                  <a:pt x="243122" y="103540"/>
                </a:cubicBezTo>
                <a:lnTo>
                  <a:pt x="243122" y="32817"/>
                </a:lnTo>
                <a:cubicBezTo>
                  <a:pt x="243122" y="23829"/>
                  <a:pt x="242924" y="18331"/>
                  <a:pt x="242528" y="16325"/>
                </a:cubicBezTo>
                <a:cubicBezTo>
                  <a:pt x="242132" y="14317"/>
                  <a:pt x="241482" y="12931"/>
                  <a:pt x="240576" y="12169"/>
                </a:cubicBezTo>
                <a:cubicBezTo>
                  <a:pt x="239671" y="11406"/>
                  <a:pt x="238483" y="11024"/>
                  <a:pt x="237012" y="11024"/>
                </a:cubicBezTo>
                <a:cubicBezTo>
                  <a:pt x="235824" y="11024"/>
                  <a:pt x="234042" y="11505"/>
                  <a:pt x="231666" y="12466"/>
                </a:cubicBezTo>
                <a:lnTo>
                  <a:pt x="230223" y="9496"/>
                </a:lnTo>
                <a:lnTo>
                  <a:pt x="253305" y="0"/>
                </a:lnTo>
                <a:lnTo>
                  <a:pt x="257209" y="0"/>
                </a:lnTo>
                <a:close/>
                <a:moveTo>
                  <a:pt x="334176" y="72301"/>
                </a:moveTo>
                <a:cubicBezTo>
                  <a:pt x="334120" y="83815"/>
                  <a:pt x="336920" y="92846"/>
                  <a:pt x="342577" y="99395"/>
                </a:cubicBezTo>
                <a:cubicBezTo>
                  <a:pt x="348235" y="105941"/>
                  <a:pt x="354882" y="109215"/>
                  <a:pt x="362519" y="109215"/>
                </a:cubicBezTo>
                <a:cubicBezTo>
                  <a:pt x="367611" y="109215"/>
                  <a:pt x="372038" y="107814"/>
                  <a:pt x="375800" y="105014"/>
                </a:cubicBezTo>
                <a:cubicBezTo>
                  <a:pt x="379562" y="102214"/>
                  <a:pt x="382716" y="97419"/>
                  <a:pt x="385262" y="90630"/>
                </a:cubicBezTo>
                <a:lnTo>
                  <a:pt x="387893" y="92327"/>
                </a:lnTo>
                <a:cubicBezTo>
                  <a:pt x="386705" y="100078"/>
                  <a:pt x="383254" y="107136"/>
                  <a:pt x="377540" y="113500"/>
                </a:cubicBezTo>
                <a:cubicBezTo>
                  <a:pt x="371826" y="119864"/>
                  <a:pt x="364669" y="123047"/>
                  <a:pt x="356070" y="123047"/>
                </a:cubicBezTo>
                <a:cubicBezTo>
                  <a:pt x="346736" y="123047"/>
                  <a:pt x="338745" y="119420"/>
                  <a:pt x="332097" y="112166"/>
                </a:cubicBezTo>
                <a:cubicBezTo>
                  <a:pt x="325450" y="104911"/>
                  <a:pt x="322126" y="95157"/>
                  <a:pt x="322126" y="82905"/>
                </a:cubicBezTo>
                <a:cubicBezTo>
                  <a:pt x="322126" y="69639"/>
                  <a:pt x="325535" y="59294"/>
                  <a:pt x="332352" y="51871"/>
                </a:cubicBezTo>
                <a:cubicBezTo>
                  <a:pt x="339169" y="44445"/>
                  <a:pt x="347726" y="40733"/>
                  <a:pt x="358022" y="40733"/>
                </a:cubicBezTo>
                <a:cubicBezTo>
                  <a:pt x="366734" y="40733"/>
                  <a:pt x="373891" y="43597"/>
                  <a:pt x="379491" y="49325"/>
                </a:cubicBezTo>
                <a:cubicBezTo>
                  <a:pt x="385092" y="55051"/>
                  <a:pt x="387893" y="62710"/>
                  <a:pt x="387893" y="72301"/>
                </a:cubicBezTo>
                <a:lnTo>
                  <a:pt x="334176" y="72301"/>
                </a:lnTo>
                <a:moveTo>
                  <a:pt x="334176" y="67379"/>
                </a:moveTo>
                <a:lnTo>
                  <a:pt x="370157" y="67379"/>
                </a:lnTo>
                <a:cubicBezTo>
                  <a:pt x="369874" y="62400"/>
                  <a:pt x="369280" y="58893"/>
                  <a:pt x="368375" y="56856"/>
                </a:cubicBezTo>
                <a:cubicBezTo>
                  <a:pt x="366960" y="53688"/>
                  <a:pt x="364853" y="51199"/>
                  <a:pt x="362053" y="49388"/>
                </a:cubicBezTo>
                <a:cubicBezTo>
                  <a:pt x="359252" y="47578"/>
                  <a:pt x="356325" y="46673"/>
                  <a:pt x="353270" y="46673"/>
                </a:cubicBezTo>
                <a:cubicBezTo>
                  <a:pt x="348574" y="46673"/>
                  <a:pt x="344374" y="48497"/>
                  <a:pt x="340668" y="52146"/>
                </a:cubicBezTo>
                <a:cubicBezTo>
                  <a:pt x="336963" y="55795"/>
                  <a:pt x="334799" y="60873"/>
                  <a:pt x="334176" y="67379"/>
                </a:cubicBezTo>
                <a:close/>
                <a:moveTo>
                  <a:pt x="461493" y="0"/>
                </a:moveTo>
                <a:cubicBezTo>
                  <a:pt x="463869" y="0"/>
                  <a:pt x="465891" y="839"/>
                  <a:pt x="467560" y="2517"/>
                </a:cubicBezTo>
                <a:cubicBezTo>
                  <a:pt x="469229" y="4193"/>
                  <a:pt x="470064" y="6225"/>
                  <a:pt x="470064" y="8613"/>
                </a:cubicBezTo>
                <a:cubicBezTo>
                  <a:pt x="470064" y="11002"/>
                  <a:pt x="469229" y="13049"/>
                  <a:pt x="467560" y="14755"/>
                </a:cubicBezTo>
                <a:cubicBezTo>
                  <a:pt x="465891" y="16459"/>
                  <a:pt x="463869" y="17311"/>
                  <a:pt x="461493" y="17311"/>
                </a:cubicBezTo>
                <a:cubicBezTo>
                  <a:pt x="459117" y="17311"/>
                  <a:pt x="457080" y="16459"/>
                  <a:pt x="455383" y="14755"/>
                </a:cubicBezTo>
                <a:cubicBezTo>
                  <a:pt x="453686" y="13049"/>
                  <a:pt x="452837" y="11002"/>
                  <a:pt x="452837" y="8613"/>
                </a:cubicBezTo>
                <a:cubicBezTo>
                  <a:pt x="452837" y="6225"/>
                  <a:pt x="453671" y="4193"/>
                  <a:pt x="455340" y="2517"/>
                </a:cubicBezTo>
                <a:cubicBezTo>
                  <a:pt x="457009" y="839"/>
                  <a:pt x="459060" y="0"/>
                  <a:pt x="461493" y="0"/>
                </a:cubicBezTo>
                <a:moveTo>
                  <a:pt x="468536" y="40733"/>
                </a:moveTo>
                <a:lnTo>
                  <a:pt x="468536" y="103052"/>
                </a:lnTo>
                <a:cubicBezTo>
                  <a:pt x="468536" y="107906"/>
                  <a:pt x="468890" y="111138"/>
                  <a:pt x="469597" y="112747"/>
                </a:cubicBezTo>
                <a:cubicBezTo>
                  <a:pt x="470304" y="114356"/>
                  <a:pt x="471351" y="115555"/>
                  <a:pt x="472737" y="116345"/>
                </a:cubicBezTo>
                <a:cubicBezTo>
                  <a:pt x="474123" y="117136"/>
                  <a:pt x="476654" y="117531"/>
                  <a:pt x="480332" y="117531"/>
                </a:cubicBezTo>
                <a:lnTo>
                  <a:pt x="480332" y="120671"/>
                </a:lnTo>
                <a:lnTo>
                  <a:pt x="442569" y="120671"/>
                </a:lnTo>
                <a:lnTo>
                  <a:pt x="442569" y="117531"/>
                </a:lnTo>
                <a:cubicBezTo>
                  <a:pt x="446359" y="117531"/>
                  <a:pt x="448905" y="117164"/>
                  <a:pt x="450206" y="116430"/>
                </a:cubicBezTo>
                <a:cubicBezTo>
                  <a:pt x="451508" y="115697"/>
                  <a:pt x="452540" y="114483"/>
                  <a:pt x="453304" y="112789"/>
                </a:cubicBezTo>
                <a:cubicBezTo>
                  <a:pt x="454068" y="111096"/>
                  <a:pt x="454449" y="107850"/>
                  <a:pt x="454449" y="103052"/>
                </a:cubicBezTo>
                <a:lnTo>
                  <a:pt x="454449" y="73162"/>
                </a:lnTo>
                <a:cubicBezTo>
                  <a:pt x="454449" y="64751"/>
                  <a:pt x="454195" y="59304"/>
                  <a:pt x="453686" y="56822"/>
                </a:cubicBezTo>
                <a:cubicBezTo>
                  <a:pt x="453290" y="55015"/>
                  <a:pt x="452667" y="53759"/>
                  <a:pt x="451819" y="53053"/>
                </a:cubicBezTo>
                <a:cubicBezTo>
                  <a:pt x="450970" y="52348"/>
                  <a:pt x="449810" y="51995"/>
                  <a:pt x="448339" y="51995"/>
                </a:cubicBezTo>
                <a:cubicBezTo>
                  <a:pt x="446755" y="51995"/>
                  <a:pt x="444832" y="52419"/>
                  <a:pt x="442569" y="53265"/>
                </a:cubicBezTo>
                <a:lnTo>
                  <a:pt x="441381" y="50216"/>
                </a:lnTo>
                <a:lnTo>
                  <a:pt x="464802" y="40733"/>
                </a:lnTo>
                <a:lnTo>
                  <a:pt x="468536" y="40733"/>
                </a:lnTo>
                <a:close/>
                <a:moveTo>
                  <a:pt x="512608" y="17311"/>
                </a:moveTo>
                <a:lnTo>
                  <a:pt x="512608" y="42939"/>
                </a:lnTo>
                <a:lnTo>
                  <a:pt x="530768" y="42939"/>
                </a:lnTo>
                <a:lnTo>
                  <a:pt x="530768" y="48879"/>
                </a:lnTo>
                <a:lnTo>
                  <a:pt x="512608" y="48879"/>
                </a:lnTo>
                <a:lnTo>
                  <a:pt x="512608" y="99217"/>
                </a:lnTo>
                <a:cubicBezTo>
                  <a:pt x="512608" y="104247"/>
                  <a:pt x="513329" y="107638"/>
                  <a:pt x="514772" y="109390"/>
                </a:cubicBezTo>
                <a:cubicBezTo>
                  <a:pt x="516215" y="111140"/>
                  <a:pt x="518067" y="112015"/>
                  <a:pt x="520330" y="112015"/>
                </a:cubicBezTo>
                <a:cubicBezTo>
                  <a:pt x="522197" y="112015"/>
                  <a:pt x="524008" y="111435"/>
                  <a:pt x="525761" y="110275"/>
                </a:cubicBezTo>
                <a:cubicBezTo>
                  <a:pt x="527515" y="109116"/>
                  <a:pt x="528873" y="107404"/>
                  <a:pt x="529835" y="105141"/>
                </a:cubicBezTo>
                <a:lnTo>
                  <a:pt x="533144" y="105141"/>
                </a:lnTo>
                <a:cubicBezTo>
                  <a:pt x="531164" y="110701"/>
                  <a:pt x="528364" y="114906"/>
                  <a:pt x="524743" y="117756"/>
                </a:cubicBezTo>
                <a:cubicBezTo>
                  <a:pt x="521122" y="120604"/>
                  <a:pt x="517388" y="122028"/>
                  <a:pt x="513541" y="122028"/>
                </a:cubicBezTo>
                <a:cubicBezTo>
                  <a:pt x="510939" y="122028"/>
                  <a:pt x="508393" y="121306"/>
                  <a:pt x="505904" y="119862"/>
                </a:cubicBezTo>
                <a:cubicBezTo>
                  <a:pt x="503415" y="118417"/>
                  <a:pt x="501576" y="116351"/>
                  <a:pt x="500388" y="113662"/>
                </a:cubicBezTo>
                <a:cubicBezTo>
                  <a:pt x="499200" y="110971"/>
                  <a:pt x="498606" y="106822"/>
                  <a:pt x="498606" y="101214"/>
                </a:cubicBezTo>
                <a:lnTo>
                  <a:pt x="498606" y="48879"/>
                </a:lnTo>
                <a:lnTo>
                  <a:pt x="486301" y="48879"/>
                </a:lnTo>
                <a:lnTo>
                  <a:pt x="486301" y="46079"/>
                </a:lnTo>
                <a:cubicBezTo>
                  <a:pt x="489413" y="44831"/>
                  <a:pt x="492595" y="42717"/>
                  <a:pt x="495848" y="39738"/>
                </a:cubicBezTo>
                <a:cubicBezTo>
                  <a:pt x="499101" y="36759"/>
                  <a:pt x="502001" y="33227"/>
                  <a:pt x="504546" y="29141"/>
                </a:cubicBezTo>
                <a:cubicBezTo>
                  <a:pt x="505848" y="26986"/>
                  <a:pt x="507658" y="23043"/>
                  <a:pt x="509977" y="17311"/>
                </a:cubicBezTo>
                <a:lnTo>
                  <a:pt x="512608" y="17311"/>
                </a:lnTo>
                <a:close/>
                <a:moveTo>
                  <a:pt x="603098" y="56432"/>
                </a:moveTo>
                <a:cubicBezTo>
                  <a:pt x="610622" y="45966"/>
                  <a:pt x="618740" y="40733"/>
                  <a:pt x="627452" y="40733"/>
                </a:cubicBezTo>
                <a:cubicBezTo>
                  <a:pt x="635429" y="40733"/>
                  <a:pt x="642388" y="44138"/>
                  <a:pt x="648328" y="50948"/>
                </a:cubicBezTo>
                <a:cubicBezTo>
                  <a:pt x="654268" y="57758"/>
                  <a:pt x="657238" y="67068"/>
                  <a:pt x="657238" y="78880"/>
                </a:cubicBezTo>
                <a:cubicBezTo>
                  <a:pt x="657238" y="92670"/>
                  <a:pt x="652656" y="103775"/>
                  <a:pt x="643491" y="112195"/>
                </a:cubicBezTo>
                <a:cubicBezTo>
                  <a:pt x="635627" y="119430"/>
                  <a:pt x="626858" y="123047"/>
                  <a:pt x="617184" y="123047"/>
                </a:cubicBezTo>
                <a:cubicBezTo>
                  <a:pt x="612659" y="123047"/>
                  <a:pt x="608062" y="122226"/>
                  <a:pt x="603395" y="120586"/>
                </a:cubicBezTo>
                <a:cubicBezTo>
                  <a:pt x="598727" y="118945"/>
                  <a:pt x="593961" y="116484"/>
                  <a:pt x="589096" y="113203"/>
                </a:cubicBezTo>
                <a:lnTo>
                  <a:pt x="589096" y="32671"/>
                </a:lnTo>
                <a:cubicBezTo>
                  <a:pt x="589096" y="23846"/>
                  <a:pt x="588884" y="18415"/>
                  <a:pt x="588459" y="16378"/>
                </a:cubicBezTo>
                <a:cubicBezTo>
                  <a:pt x="588035" y="14341"/>
                  <a:pt x="587370" y="12955"/>
                  <a:pt x="586465" y="12220"/>
                </a:cubicBezTo>
                <a:cubicBezTo>
                  <a:pt x="585560" y="11484"/>
                  <a:pt x="584429" y="11117"/>
                  <a:pt x="583071" y="11117"/>
                </a:cubicBezTo>
                <a:cubicBezTo>
                  <a:pt x="581487" y="11117"/>
                  <a:pt x="579507" y="11569"/>
                  <a:pt x="577131" y="12474"/>
                </a:cubicBezTo>
                <a:lnTo>
                  <a:pt x="575943" y="9504"/>
                </a:lnTo>
                <a:lnTo>
                  <a:pt x="599279" y="0"/>
                </a:lnTo>
                <a:lnTo>
                  <a:pt x="603098" y="0"/>
                </a:lnTo>
                <a:lnTo>
                  <a:pt x="603098" y="56432"/>
                </a:lnTo>
                <a:moveTo>
                  <a:pt x="603098" y="61839"/>
                </a:moveTo>
                <a:lnTo>
                  <a:pt x="603098" y="108220"/>
                </a:lnTo>
                <a:cubicBezTo>
                  <a:pt x="605983" y="111040"/>
                  <a:pt x="608967" y="113169"/>
                  <a:pt x="612050" y="114608"/>
                </a:cubicBezTo>
                <a:cubicBezTo>
                  <a:pt x="615134" y="116048"/>
                  <a:pt x="618288" y="116767"/>
                  <a:pt x="621512" y="116767"/>
                </a:cubicBezTo>
                <a:cubicBezTo>
                  <a:pt x="626660" y="116767"/>
                  <a:pt x="631455" y="113946"/>
                  <a:pt x="635896" y="108305"/>
                </a:cubicBezTo>
                <a:cubicBezTo>
                  <a:pt x="640337" y="102662"/>
                  <a:pt x="642558" y="94452"/>
                  <a:pt x="642558" y="83674"/>
                </a:cubicBezTo>
                <a:cubicBezTo>
                  <a:pt x="642558" y="73744"/>
                  <a:pt x="640337" y="66113"/>
                  <a:pt x="635896" y="60781"/>
                </a:cubicBezTo>
                <a:cubicBezTo>
                  <a:pt x="631455" y="55449"/>
                  <a:pt x="626406" y="52783"/>
                  <a:pt x="620749" y="52783"/>
                </a:cubicBezTo>
                <a:cubicBezTo>
                  <a:pt x="617750" y="52783"/>
                  <a:pt x="614752" y="53545"/>
                  <a:pt x="611753" y="55069"/>
                </a:cubicBezTo>
                <a:cubicBezTo>
                  <a:pt x="609490" y="56197"/>
                  <a:pt x="606605" y="58453"/>
                  <a:pt x="603098" y="61839"/>
                </a:cubicBezTo>
                <a:close/>
                <a:moveTo>
                  <a:pt x="681763" y="72301"/>
                </a:moveTo>
                <a:cubicBezTo>
                  <a:pt x="681706" y="83815"/>
                  <a:pt x="684507" y="92846"/>
                  <a:pt x="690164" y="99395"/>
                </a:cubicBezTo>
                <a:cubicBezTo>
                  <a:pt x="695821" y="105941"/>
                  <a:pt x="702469" y="109215"/>
                  <a:pt x="710106" y="109215"/>
                </a:cubicBezTo>
                <a:cubicBezTo>
                  <a:pt x="715198" y="109215"/>
                  <a:pt x="719625" y="107814"/>
                  <a:pt x="723387" y="105014"/>
                </a:cubicBezTo>
                <a:cubicBezTo>
                  <a:pt x="727149" y="102214"/>
                  <a:pt x="730303" y="97419"/>
                  <a:pt x="732848" y="90630"/>
                </a:cubicBezTo>
                <a:lnTo>
                  <a:pt x="735479" y="92327"/>
                </a:lnTo>
                <a:cubicBezTo>
                  <a:pt x="734291" y="100078"/>
                  <a:pt x="730840" y="107136"/>
                  <a:pt x="725126" y="113500"/>
                </a:cubicBezTo>
                <a:cubicBezTo>
                  <a:pt x="719412" y="119864"/>
                  <a:pt x="712256" y="123047"/>
                  <a:pt x="703657" y="123047"/>
                </a:cubicBezTo>
                <a:cubicBezTo>
                  <a:pt x="694322" y="123047"/>
                  <a:pt x="686331" y="119420"/>
                  <a:pt x="679684" y="112166"/>
                </a:cubicBezTo>
                <a:cubicBezTo>
                  <a:pt x="673036" y="104911"/>
                  <a:pt x="669713" y="95157"/>
                  <a:pt x="669713" y="82905"/>
                </a:cubicBezTo>
                <a:cubicBezTo>
                  <a:pt x="669713" y="69639"/>
                  <a:pt x="673121" y="59294"/>
                  <a:pt x="679938" y="51871"/>
                </a:cubicBezTo>
                <a:cubicBezTo>
                  <a:pt x="686755" y="44445"/>
                  <a:pt x="695312" y="40733"/>
                  <a:pt x="705608" y="40733"/>
                </a:cubicBezTo>
                <a:cubicBezTo>
                  <a:pt x="714321" y="40733"/>
                  <a:pt x="721477" y="43597"/>
                  <a:pt x="727078" y="49325"/>
                </a:cubicBezTo>
                <a:cubicBezTo>
                  <a:pt x="732679" y="55051"/>
                  <a:pt x="735479" y="62710"/>
                  <a:pt x="735479" y="72301"/>
                </a:cubicBezTo>
                <a:lnTo>
                  <a:pt x="681763" y="72301"/>
                </a:lnTo>
                <a:moveTo>
                  <a:pt x="681763" y="67379"/>
                </a:moveTo>
                <a:lnTo>
                  <a:pt x="717743" y="67379"/>
                </a:lnTo>
                <a:cubicBezTo>
                  <a:pt x="717461" y="62400"/>
                  <a:pt x="716867" y="58893"/>
                  <a:pt x="715961" y="56856"/>
                </a:cubicBezTo>
                <a:cubicBezTo>
                  <a:pt x="714547" y="53688"/>
                  <a:pt x="712440" y="51199"/>
                  <a:pt x="709639" y="49388"/>
                </a:cubicBezTo>
                <a:cubicBezTo>
                  <a:pt x="706839" y="47578"/>
                  <a:pt x="703911" y="46673"/>
                  <a:pt x="700856" y="46673"/>
                </a:cubicBezTo>
                <a:cubicBezTo>
                  <a:pt x="696161" y="46673"/>
                  <a:pt x="691960" y="48497"/>
                  <a:pt x="688255" y="52146"/>
                </a:cubicBezTo>
                <a:cubicBezTo>
                  <a:pt x="684549" y="55795"/>
                  <a:pt x="682385" y="60873"/>
                  <a:pt x="681763" y="67379"/>
                </a:cubicBezTo>
                <a:close/>
                <a:moveTo>
                  <a:pt x="768431" y="17311"/>
                </a:moveTo>
                <a:lnTo>
                  <a:pt x="768431" y="42939"/>
                </a:lnTo>
                <a:lnTo>
                  <a:pt x="786591" y="42939"/>
                </a:lnTo>
                <a:lnTo>
                  <a:pt x="786591" y="48879"/>
                </a:lnTo>
                <a:lnTo>
                  <a:pt x="768431" y="48879"/>
                </a:lnTo>
                <a:lnTo>
                  <a:pt x="768431" y="99217"/>
                </a:lnTo>
                <a:cubicBezTo>
                  <a:pt x="768431" y="104247"/>
                  <a:pt x="769152" y="107638"/>
                  <a:pt x="770595" y="109390"/>
                </a:cubicBezTo>
                <a:cubicBezTo>
                  <a:pt x="772038" y="111140"/>
                  <a:pt x="773890" y="112015"/>
                  <a:pt x="776153" y="112015"/>
                </a:cubicBezTo>
                <a:cubicBezTo>
                  <a:pt x="778020" y="112015"/>
                  <a:pt x="779831" y="111435"/>
                  <a:pt x="781584" y="110275"/>
                </a:cubicBezTo>
                <a:cubicBezTo>
                  <a:pt x="783338" y="109116"/>
                  <a:pt x="784696" y="107404"/>
                  <a:pt x="785658" y="105141"/>
                </a:cubicBezTo>
                <a:lnTo>
                  <a:pt x="788967" y="105141"/>
                </a:lnTo>
                <a:cubicBezTo>
                  <a:pt x="786987" y="110701"/>
                  <a:pt x="784187" y="114906"/>
                  <a:pt x="780566" y="117756"/>
                </a:cubicBezTo>
                <a:cubicBezTo>
                  <a:pt x="776945" y="120604"/>
                  <a:pt x="773212" y="122028"/>
                  <a:pt x="769365" y="122028"/>
                </a:cubicBezTo>
                <a:cubicBezTo>
                  <a:pt x="766762" y="122028"/>
                  <a:pt x="764216" y="121306"/>
                  <a:pt x="761727" y="119862"/>
                </a:cubicBezTo>
                <a:cubicBezTo>
                  <a:pt x="759238" y="118417"/>
                  <a:pt x="757399" y="116351"/>
                  <a:pt x="756211" y="113662"/>
                </a:cubicBezTo>
                <a:cubicBezTo>
                  <a:pt x="755023" y="110971"/>
                  <a:pt x="754429" y="106822"/>
                  <a:pt x="754429" y="101214"/>
                </a:cubicBezTo>
                <a:lnTo>
                  <a:pt x="754429" y="48879"/>
                </a:lnTo>
                <a:lnTo>
                  <a:pt x="742125" y="48879"/>
                </a:lnTo>
                <a:lnTo>
                  <a:pt x="742125" y="46079"/>
                </a:lnTo>
                <a:cubicBezTo>
                  <a:pt x="745236" y="44831"/>
                  <a:pt x="748418" y="42717"/>
                  <a:pt x="751671" y="39738"/>
                </a:cubicBezTo>
                <a:cubicBezTo>
                  <a:pt x="754924" y="36759"/>
                  <a:pt x="757824" y="33227"/>
                  <a:pt x="760369" y="29141"/>
                </a:cubicBezTo>
                <a:cubicBezTo>
                  <a:pt x="761671" y="26986"/>
                  <a:pt x="763481" y="23043"/>
                  <a:pt x="765800" y="17311"/>
                </a:cubicBezTo>
                <a:lnTo>
                  <a:pt x="768431" y="17311"/>
                </a:lnTo>
                <a:close/>
                <a:moveTo>
                  <a:pt x="816746" y="17311"/>
                </a:moveTo>
                <a:lnTo>
                  <a:pt x="816746" y="42939"/>
                </a:lnTo>
                <a:lnTo>
                  <a:pt x="834906" y="42939"/>
                </a:lnTo>
                <a:lnTo>
                  <a:pt x="834906" y="48879"/>
                </a:lnTo>
                <a:lnTo>
                  <a:pt x="816746" y="48879"/>
                </a:lnTo>
                <a:lnTo>
                  <a:pt x="816746" y="99217"/>
                </a:lnTo>
                <a:cubicBezTo>
                  <a:pt x="816746" y="104247"/>
                  <a:pt x="817467" y="107638"/>
                  <a:pt x="818910" y="109390"/>
                </a:cubicBezTo>
                <a:cubicBezTo>
                  <a:pt x="820352" y="111140"/>
                  <a:pt x="822205" y="112015"/>
                  <a:pt x="824468" y="112015"/>
                </a:cubicBezTo>
                <a:cubicBezTo>
                  <a:pt x="826335" y="112015"/>
                  <a:pt x="828145" y="111435"/>
                  <a:pt x="829899" y="110275"/>
                </a:cubicBezTo>
                <a:cubicBezTo>
                  <a:pt x="831653" y="109116"/>
                  <a:pt x="833011" y="107404"/>
                  <a:pt x="833972" y="105141"/>
                </a:cubicBezTo>
                <a:lnTo>
                  <a:pt x="837282" y="105141"/>
                </a:lnTo>
                <a:cubicBezTo>
                  <a:pt x="835302" y="110701"/>
                  <a:pt x="832501" y="114906"/>
                  <a:pt x="828881" y="117756"/>
                </a:cubicBezTo>
                <a:cubicBezTo>
                  <a:pt x="825260" y="120604"/>
                  <a:pt x="821526" y="122028"/>
                  <a:pt x="817679" y="122028"/>
                </a:cubicBezTo>
                <a:cubicBezTo>
                  <a:pt x="815077" y="122028"/>
                  <a:pt x="812531" y="121306"/>
                  <a:pt x="810042" y="119862"/>
                </a:cubicBezTo>
                <a:cubicBezTo>
                  <a:pt x="807553" y="118417"/>
                  <a:pt x="805714" y="116351"/>
                  <a:pt x="804526" y="113662"/>
                </a:cubicBezTo>
                <a:cubicBezTo>
                  <a:pt x="803338" y="110971"/>
                  <a:pt x="802744" y="106822"/>
                  <a:pt x="802744" y="101214"/>
                </a:cubicBezTo>
                <a:lnTo>
                  <a:pt x="802744" y="48879"/>
                </a:lnTo>
                <a:lnTo>
                  <a:pt x="790439" y="48879"/>
                </a:lnTo>
                <a:lnTo>
                  <a:pt x="790439" y="46079"/>
                </a:lnTo>
                <a:cubicBezTo>
                  <a:pt x="793551" y="44831"/>
                  <a:pt x="796733" y="42717"/>
                  <a:pt x="799986" y="39738"/>
                </a:cubicBezTo>
                <a:cubicBezTo>
                  <a:pt x="803239" y="36759"/>
                  <a:pt x="806138" y="33227"/>
                  <a:pt x="808684" y="29141"/>
                </a:cubicBezTo>
                <a:cubicBezTo>
                  <a:pt x="809985" y="26986"/>
                  <a:pt x="811796" y="23043"/>
                  <a:pt x="814115" y="17311"/>
                </a:cubicBezTo>
                <a:lnTo>
                  <a:pt x="816746" y="17311"/>
                </a:lnTo>
                <a:close/>
                <a:moveTo>
                  <a:pt x="855556" y="72301"/>
                </a:moveTo>
                <a:cubicBezTo>
                  <a:pt x="855499" y="83815"/>
                  <a:pt x="858300" y="92846"/>
                  <a:pt x="863957" y="99395"/>
                </a:cubicBezTo>
                <a:cubicBezTo>
                  <a:pt x="869614" y="105941"/>
                  <a:pt x="876262" y="109215"/>
                  <a:pt x="883899" y="109215"/>
                </a:cubicBezTo>
                <a:cubicBezTo>
                  <a:pt x="888991" y="109215"/>
                  <a:pt x="893418" y="107814"/>
                  <a:pt x="897180" y="105014"/>
                </a:cubicBezTo>
                <a:cubicBezTo>
                  <a:pt x="900942" y="102214"/>
                  <a:pt x="904096" y="97419"/>
                  <a:pt x="906642" y="90630"/>
                </a:cubicBezTo>
                <a:lnTo>
                  <a:pt x="909272" y="92327"/>
                </a:lnTo>
                <a:cubicBezTo>
                  <a:pt x="908084" y="100078"/>
                  <a:pt x="904633" y="107136"/>
                  <a:pt x="898919" y="113500"/>
                </a:cubicBezTo>
                <a:cubicBezTo>
                  <a:pt x="893206" y="119864"/>
                  <a:pt x="886049" y="123047"/>
                  <a:pt x="877450" y="123047"/>
                </a:cubicBezTo>
                <a:cubicBezTo>
                  <a:pt x="868115" y="123047"/>
                  <a:pt x="860124" y="119420"/>
                  <a:pt x="853477" y="112166"/>
                </a:cubicBezTo>
                <a:cubicBezTo>
                  <a:pt x="846830" y="104911"/>
                  <a:pt x="843506" y="95157"/>
                  <a:pt x="843506" y="82905"/>
                </a:cubicBezTo>
                <a:cubicBezTo>
                  <a:pt x="843506" y="69639"/>
                  <a:pt x="846914" y="59294"/>
                  <a:pt x="853732" y="51871"/>
                </a:cubicBezTo>
                <a:cubicBezTo>
                  <a:pt x="860549" y="44445"/>
                  <a:pt x="869105" y="40733"/>
                  <a:pt x="879402" y="40733"/>
                </a:cubicBezTo>
                <a:cubicBezTo>
                  <a:pt x="888114" y="40733"/>
                  <a:pt x="895270" y="43597"/>
                  <a:pt x="900871" y="49325"/>
                </a:cubicBezTo>
                <a:cubicBezTo>
                  <a:pt x="906472" y="55051"/>
                  <a:pt x="909272" y="62710"/>
                  <a:pt x="909272" y="72301"/>
                </a:cubicBezTo>
                <a:lnTo>
                  <a:pt x="855556" y="72301"/>
                </a:lnTo>
                <a:moveTo>
                  <a:pt x="855556" y="67379"/>
                </a:moveTo>
                <a:lnTo>
                  <a:pt x="891537" y="67379"/>
                </a:lnTo>
                <a:cubicBezTo>
                  <a:pt x="891254" y="62400"/>
                  <a:pt x="890660" y="58893"/>
                  <a:pt x="889755" y="56856"/>
                </a:cubicBezTo>
                <a:cubicBezTo>
                  <a:pt x="888340" y="53688"/>
                  <a:pt x="886233" y="51199"/>
                  <a:pt x="883432" y="49388"/>
                </a:cubicBezTo>
                <a:cubicBezTo>
                  <a:pt x="880632" y="47578"/>
                  <a:pt x="877704" y="46673"/>
                  <a:pt x="874649" y="46673"/>
                </a:cubicBezTo>
                <a:cubicBezTo>
                  <a:pt x="869954" y="46673"/>
                  <a:pt x="865753" y="48497"/>
                  <a:pt x="862048" y="52146"/>
                </a:cubicBezTo>
                <a:cubicBezTo>
                  <a:pt x="858342" y="55795"/>
                  <a:pt x="856178" y="60873"/>
                  <a:pt x="855556" y="67379"/>
                </a:cubicBezTo>
                <a:close/>
                <a:moveTo>
                  <a:pt x="942394" y="40733"/>
                </a:moveTo>
                <a:lnTo>
                  <a:pt x="942394" y="58214"/>
                </a:lnTo>
                <a:cubicBezTo>
                  <a:pt x="948900" y="46560"/>
                  <a:pt x="955576" y="40733"/>
                  <a:pt x="962421" y="40733"/>
                </a:cubicBezTo>
                <a:cubicBezTo>
                  <a:pt x="965533" y="40733"/>
                  <a:pt x="968107" y="41680"/>
                  <a:pt x="970143" y="43576"/>
                </a:cubicBezTo>
                <a:cubicBezTo>
                  <a:pt x="972180" y="45471"/>
                  <a:pt x="973198" y="47663"/>
                  <a:pt x="973198" y="50152"/>
                </a:cubicBezTo>
                <a:cubicBezTo>
                  <a:pt x="973198" y="52359"/>
                  <a:pt x="972463" y="54225"/>
                  <a:pt x="970992" y="55753"/>
                </a:cubicBezTo>
                <a:cubicBezTo>
                  <a:pt x="969521" y="57280"/>
                  <a:pt x="967767" y="58044"/>
                  <a:pt x="965731" y="58044"/>
                </a:cubicBezTo>
                <a:cubicBezTo>
                  <a:pt x="963751" y="58044"/>
                  <a:pt x="961530" y="57068"/>
                  <a:pt x="959069" y="55116"/>
                </a:cubicBezTo>
                <a:cubicBezTo>
                  <a:pt x="956608" y="53165"/>
                  <a:pt x="954784" y="52189"/>
                  <a:pt x="953596" y="52189"/>
                </a:cubicBezTo>
                <a:cubicBezTo>
                  <a:pt x="952577" y="52189"/>
                  <a:pt x="951474" y="52753"/>
                  <a:pt x="950286" y="53881"/>
                </a:cubicBezTo>
                <a:cubicBezTo>
                  <a:pt x="947740" y="56195"/>
                  <a:pt x="945110" y="60004"/>
                  <a:pt x="942394" y="65308"/>
                </a:cubicBezTo>
                <a:lnTo>
                  <a:pt x="942394" y="102466"/>
                </a:lnTo>
                <a:cubicBezTo>
                  <a:pt x="942394" y="106753"/>
                  <a:pt x="942932" y="109997"/>
                  <a:pt x="944007" y="112198"/>
                </a:cubicBezTo>
                <a:cubicBezTo>
                  <a:pt x="944742" y="113722"/>
                  <a:pt x="946043" y="114992"/>
                  <a:pt x="947910" y="116009"/>
                </a:cubicBezTo>
                <a:cubicBezTo>
                  <a:pt x="949777" y="117023"/>
                  <a:pt x="952464" y="117531"/>
                  <a:pt x="955972" y="117531"/>
                </a:cubicBezTo>
                <a:lnTo>
                  <a:pt x="955972" y="120671"/>
                </a:lnTo>
                <a:lnTo>
                  <a:pt x="916173" y="120671"/>
                </a:lnTo>
                <a:lnTo>
                  <a:pt x="916173" y="117531"/>
                </a:lnTo>
                <a:cubicBezTo>
                  <a:pt x="920133" y="117531"/>
                  <a:pt x="923075" y="116910"/>
                  <a:pt x="924998" y="115669"/>
                </a:cubicBezTo>
                <a:cubicBezTo>
                  <a:pt x="926412" y="114766"/>
                  <a:pt x="927402" y="113326"/>
                  <a:pt x="927968" y="111349"/>
                </a:cubicBezTo>
                <a:cubicBezTo>
                  <a:pt x="928251" y="110389"/>
                  <a:pt x="928392" y="107652"/>
                  <a:pt x="928392" y="103136"/>
                </a:cubicBezTo>
                <a:lnTo>
                  <a:pt x="928392" y="73078"/>
                </a:lnTo>
                <a:cubicBezTo>
                  <a:pt x="928392" y="64045"/>
                  <a:pt x="928209" y="58669"/>
                  <a:pt x="927841" y="56949"/>
                </a:cubicBezTo>
                <a:cubicBezTo>
                  <a:pt x="927473" y="55227"/>
                  <a:pt x="926794" y="53971"/>
                  <a:pt x="925804" y="53181"/>
                </a:cubicBezTo>
                <a:cubicBezTo>
                  <a:pt x="924814" y="52390"/>
                  <a:pt x="923584" y="51995"/>
                  <a:pt x="922113" y="51995"/>
                </a:cubicBezTo>
                <a:cubicBezTo>
                  <a:pt x="920359" y="51995"/>
                  <a:pt x="918379" y="52419"/>
                  <a:pt x="916173" y="53265"/>
                </a:cubicBezTo>
                <a:lnTo>
                  <a:pt x="915324" y="50216"/>
                </a:lnTo>
                <a:lnTo>
                  <a:pt x="938830" y="40733"/>
                </a:lnTo>
                <a:lnTo>
                  <a:pt x="942394" y="40733"/>
                </a:lnTo>
                <a:close/>
                <a:moveTo>
                  <a:pt x="1067137" y="155124"/>
                </a:moveTo>
                <a:lnTo>
                  <a:pt x="1029799" y="155124"/>
                </a:lnTo>
                <a:lnTo>
                  <a:pt x="1029799" y="2885"/>
                </a:lnTo>
                <a:lnTo>
                  <a:pt x="1067137" y="2885"/>
                </a:lnTo>
                <a:lnTo>
                  <a:pt x="1067137" y="9589"/>
                </a:lnTo>
                <a:lnTo>
                  <a:pt x="1042527" y="9589"/>
                </a:lnTo>
                <a:lnTo>
                  <a:pt x="1042527" y="148590"/>
                </a:lnTo>
                <a:lnTo>
                  <a:pt x="1067137" y="148590"/>
                </a:lnTo>
                <a:lnTo>
                  <a:pt x="1067137" y="155124"/>
                </a:lnTo>
                <a:close/>
                <a:moveTo>
                  <a:pt x="1075706" y="42939"/>
                </a:moveTo>
                <a:lnTo>
                  <a:pt x="1112281" y="42939"/>
                </a:lnTo>
                <a:lnTo>
                  <a:pt x="1112281" y="46079"/>
                </a:lnTo>
                <a:cubicBezTo>
                  <a:pt x="1109961" y="46079"/>
                  <a:pt x="1108335" y="46475"/>
                  <a:pt x="1107401" y="47267"/>
                </a:cubicBezTo>
                <a:cubicBezTo>
                  <a:pt x="1106468" y="48059"/>
                  <a:pt x="1106001" y="49106"/>
                  <a:pt x="1106001" y="50407"/>
                </a:cubicBezTo>
                <a:cubicBezTo>
                  <a:pt x="1106001" y="51764"/>
                  <a:pt x="1106991" y="53858"/>
                  <a:pt x="1108971" y="56686"/>
                </a:cubicBezTo>
                <a:cubicBezTo>
                  <a:pt x="1109594" y="57592"/>
                  <a:pt x="1110527" y="59006"/>
                  <a:pt x="1111772" y="60929"/>
                </a:cubicBezTo>
                <a:lnTo>
                  <a:pt x="1117288" y="69755"/>
                </a:lnTo>
                <a:lnTo>
                  <a:pt x="1123652" y="60929"/>
                </a:lnTo>
                <a:cubicBezTo>
                  <a:pt x="1127725" y="55329"/>
                  <a:pt x="1129762" y="51793"/>
                  <a:pt x="1129762" y="50322"/>
                </a:cubicBezTo>
                <a:cubicBezTo>
                  <a:pt x="1129762" y="49134"/>
                  <a:pt x="1129281" y="48130"/>
                  <a:pt x="1128319" y="47309"/>
                </a:cubicBezTo>
                <a:cubicBezTo>
                  <a:pt x="1127358" y="46489"/>
                  <a:pt x="1125802" y="46079"/>
                  <a:pt x="1123652" y="46079"/>
                </a:cubicBezTo>
                <a:lnTo>
                  <a:pt x="1123652" y="42939"/>
                </a:lnTo>
                <a:lnTo>
                  <a:pt x="1149959" y="42939"/>
                </a:lnTo>
                <a:lnTo>
                  <a:pt x="1149959" y="46079"/>
                </a:lnTo>
                <a:cubicBezTo>
                  <a:pt x="1147186" y="46249"/>
                  <a:pt x="1144782" y="47012"/>
                  <a:pt x="1142745" y="48370"/>
                </a:cubicBezTo>
                <a:cubicBezTo>
                  <a:pt x="1139973" y="50294"/>
                  <a:pt x="1136183" y="54480"/>
                  <a:pt x="1131374" y="60929"/>
                </a:cubicBezTo>
                <a:lnTo>
                  <a:pt x="1120767" y="75101"/>
                </a:lnTo>
                <a:lnTo>
                  <a:pt x="1140115" y="102879"/>
                </a:lnTo>
                <a:cubicBezTo>
                  <a:pt x="1144867" y="109710"/>
                  <a:pt x="1148261" y="113818"/>
                  <a:pt x="1150298" y="115202"/>
                </a:cubicBezTo>
                <a:cubicBezTo>
                  <a:pt x="1152335" y="116585"/>
                  <a:pt x="1154965" y="117361"/>
                  <a:pt x="1158190" y="117531"/>
                </a:cubicBezTo>
                <a:lnTo>
                  <a:pt x="1158190" y="120671"/>
                </a:lnTo>
                <a:lnTo>
                  <a:pt x="1121531" y="120671"/>
                </a:lnTo>
                <a:lnTo>
                  <a:pt x="1121531" y="117531"/>
                </a:lnTo>
                <a:cubicBezTo>
                  <a:pt x="1124076" y="117531"/>
                  <a:pt x="1126056" y="116967"/>
                  <a:pt x="1127471" y="115839"/>
                </a:cubicBezTo>
                <a:cubicBezTo>
                  <a:pt x="1128546" y="115049"/>
                  <a:pt x="1129083" y="114005"/>
                  <a:pt x="1129083" y="112707"/>
                </a:cubicBezTo>
                <a:cubicBezTo>
                  <a:pt x="1129083" y="111409"/>
                  <a:pt x="1127273" y="108137"/>
                  <a:pt x="1123652" y="102890"/>
                </a:cubicBezTo>
                <a:lnTo>
                  <a:pt x="1112281" y="86302"/>
                </a:lnTo>
                <a:lnTo>
                  <a:pt x="1099806" y="102890"/>
                </a:lnTo>
                <a:cubicBezTo>
                  <a:pt x="1095959" y="108024"/>
                  <a:pt x="1094036" y="111071"/>
                  <a:pt x="1094036" y="112031"/>
                </a:cubicBezTo>
                <a:cubicBezTo>
                  <a:pt x="1094036" y="113385"/>
                  <a:pt x="1094672" y="114612"/>
                  <a:pt x="1095945" y="115712"/>
                </a:cubicBezTo>
                <a:cubicBezTo>
                  <a:pt x="1097218" y="116811"/>
                  <a:pt x="1099128" y="117418"/>
                  <a:pt x="1101673" y="117531"/>
                </a:cubicBezTo>
                <a:lnTo>
                  <a:pt x="1101673" y="120671"/>
                </a:lnTo>
                <a:lnTo>
                  <a:pt x="1076300" y="120671"/>
                </a:lnTo>
                <a:lnTo>
                  <a:pt x="1076300" y="117531"/>
                </a:lnTo>
                <a:cubicBezTo>
                  <a:pt x="1078337" y="117248"/>
                  <a:pt x="1080119" y="116543"/>
                  <a:pt x="1081646" y="115415"/>
                </a:cubicBezTo>
                <a:cubicBezTo>
                  <a:pt x="1083796" y="113778"/>
                  <a:pt x="1087417" y="109601"/>
                  <a:pt x="1092508" y="102885"/>
                </a:cubicBezTo>
                <a:lnTo>
                  <a:pt x="1108802" y="81296"/>
                </a:lnTo>
                <a:lnTo>
                  <a:pt x="1094036" y="59911"/>
                </a:lnTo>
                <a:cubicBezTo>
                  <a:pt x="1089850" y="53801"/>
                  <a:pt x="1086611" y="49968"/>
                  <a:pt x="1084319" y="48413"/>
                </a:cubicBezTo>
                <a:cubicBezTo>
                  <a:pt x="1082028" y="46857"/>
                  <a:pt x="1079157" y="46079"/>
                  <a:pt x="1075706" y="46079"/>
                </a:cubicBezTo>
                <a:lnTo>
                  <a:pt x="1075706" y="42939"/>
                </a:lnTo>
                <a:close/>
                <a:moveTo>
                  <a:pt x="1166676" y="2885"/>
                </a:moveTo>
                <a:lnTo>
                  <a:pt x="1204014" y="2885"/>
                </a:lnTo>
                <a:lnTo>
                  <a:pt x="1204014" y="155124"/>
                </a:lnTo>
                <a:lnTo>
                  <a:pt x="1166676" y="155124"/>
                </a:lnTo>
                <a:lnTo>
                  <a:pt x="1166676" y="148420"/>
                </a:lnTo>
                <a:lnTo>
                  <a:pt x="1191285" y="148420"/>
                </a:lnTo>
                <a:lnTo>
                  <a:pt x="1191285" y="9589"/>
                </a:lnTo>
                <a:lnTo>
                  <a:pt x="1166676" y="9589"/>
                </a:lnTo>
                <a:lnTo>
                  <a:pt x="1166676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747862-B778-4D53-BBB4-64AECA4D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1493813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8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8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4E870-C53E-444D-AA46-C0661303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1493813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8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8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63" name="Text Reword[x]">
            <a:extLst xmlns:a="http://schemas.openxmlformats.org/drawingml/2006/main">
              <a:ext uri="{FF2B5EF4-FFF2-40B4-BE49-F238E27FC236}">
                <a16:creationId xmlns:a16="http://schemas.microsoft.com/office/drawing/2014/main" id="{302C128A-6516-4C90-B288-531F3D4C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939" y="1566988"/>
            <a:ext cx="779179" cy="155124"/>
          </a:xfrm>
          <a:custGeom xmlns:a="http://schemas.openxmlformats.org/drawingml/2006/main">
            <a:pathLst>
              <a:path w="779179" h="155124">
                <a:moveTo>
                  <a:pt x="114476" y="120671"/>
                </a:moveTo>
                <a:lnTo>
                  <a:pt x="83757" y="120671"/>
                </a:lnTo>
                <a:lnTo>
                  <a:pt x="44806" y="66700"/>
                </a:lnTo>
                <a:cubicBezTo>
                  <a:pt x="41921" y="66813"/>
                  <a:pt x="39573" y="66870"/>
                  <a:pt x="37763" y="66870"/>
                </a:cubicBezTo>
                <a:cubicBezTo>
                  <a:pt x="37027" y="66870"/>
                  <a:pt x="36235" y="66855"/>
                  <a:pt x="35387" y="66827"/>
                </a:cubicBezTo>
                <a:cubicBezTo>
                  <a:pt x="34538" y="66799"/>
                  <a:pt x="33661" y="66756"/>
                  <a:pt x="32756" y="66700"/>
                </a:cubicBezTo>
                <a:lnTo>
                  <a:pt x="32756" y="100246"/>
                </a:lnTo>
                <a:cubicBezTo>
                  <a:pt x="32756" y="107512"/>
                  <a:pt x="33548" y="112025"/>
                  <a:pt x="35132" y="113784"/>
                </a:cubicBezTo>
                <a:cubicBezTo>
                  <a:pt x="37282" y="116282"/>
                  <a:pt x="40506" y="117531"/>
                  <a:pt x="44806" y="117531"/>
                </a:cubicBezTo>
                <a:lnTo>
                  <a:pt x="49304" y="117531"/>
                </a:lnTo>
                <a:lnTo>
                  <a:pt x="49304" y="120671"/>
                </a:lnTo>
                <a:lnTo>
                  <a:pt x="0" y="120671"/>
                </a:lnTo>
                <a:lnTo>
                  <a:pt x="0" y="117531"/>
                </a:lnTo>
                <a:lnTo>
                  <a:pt x="4328" y="117531"/>
                </a:lnTo>
                <a:cubicBezTo>
                  <a:pt x="9193" y="117531"/>
                  <a:pt x="12672" y="115947"/>
                  <a:pt x="14766" y="112779"/>
                </a:cubicBezTo>
                <a:cubicBezTo>
                  <a:pt x="15954" y="111025"/>
                  <a:pt x="16548" y="106867"/>
                  <a:pt x="16548" y="100304"/>
                </a:cubicBezTo>
                <a:lnTo>
                  <a:pt x="16548" y="25967"/>
                </a:lnTo>
                <a:cubicBezTo>
                  <a:pt x="16548" y="18726"/>
                  <a:pt x="15756" y="14228"/>
                  <a:pt x="14172" y="12474"/>
                </a:cubicBezTo>
                <a:cubicBezTo>
                  <a:pt x="11965" y="9985"/>
                  <a:pt x="8684" y="8741"/>
                  <a:pt x="4328" y="8741"/>
                </a:cubicBezTo>
                <a:lnTo>
                  <a:pt x="0" y="8741"/>
                </a:lnTo>
                <a:lnTo>
                  <a:pt x="0" y="5601"/>
                </a:lnTo>
                <a:lnTo>
                  <a:pt x="41921" y="5601"/>
                </a:lnTo>
                <a:cubicBezTo>
                  <a:pt x="54141" y="5601"/>
                  <a:pt x="63150" y="6489"/>
                  <a:pt x="68949" y="8266"/>
                </a:cubicBezTo>
                <a:cubicBezTo>
                  <a:pt x="74747" y="10043"/>
                  <a:pt x="79669" y="13315"/>
                  <a:pt x="83714" y="18083"/>
                </a:cubicBezTo>
                <a:cubicBezTo>
                  <a:pt x="87759" y="22849"/>
                  <a:pt x="89782" y="28532"/>
                  <a:pt x="89782" y="35132"/>
                </a:cubicBezTo>
                <a:cubicBezTo>
                  <a:pt x="89782" y="42182"/>
                  <a:pt x="87476" y="48303"/>
                  <a:pt x="82866" y="53494"/>
                </a:cubicBezTo>
                <a:cubicBezTo>
                  <a:pt x="78255" y="58682"/>
                  <a:pt x="71113" y="62349"/>
                  <a:pt x="61439" y="64493"/>
                </a:cubicBezTo>
                <a:lnTo>
                  <a:pt x="85199" y="97610"/>
                </a:lnTo>
                <a:cubicBezTo>
                  <a:pt x="90630" y="105216"/>
                  <a:pt x="95298" y="110267"/>
                  <a:pt x="99201" y="112765"/>
                </a:cubicBezTo>
                <a:cubicBezTo>
                  <a:pt x="103105" y="115262"/>
                  <a:pt x="108196" y="116850"/>
                  <a:pt x="114476" y="117531"/>
                </a:cubicBezTo>
                <a:lnTo>
                  <a:pt x="114476" y="120671"/>
                </a:lnTo>
                <a:moveTo>
                  <a:pt x="32756" y="61523"/>
                </a:moveTo>
                <a:cubicBezTo>
                  <a:pt x="33831" y="61523"/>
                  <a:pt x="34764" y="61538"/>
                  <a:pt x="35556" y="61566"/>
                </a:cubicBezTo>
                <a:cubicBezTo>
                  <a:pt x="36348" y="61594"/>
                  <a:pt x="36999" y="61608"/>
                  <a:pt x="37508" y="61608"/>
                </a:cubicBezTo>
                <a:cubicBezTo>
                  <a:pt x="48483" y="61608"/>
                  <a:pt x="56757" y="59232"/>
                  <a:pt x="62330" y="54480"/>
                </a:cubicBezTo>
                <a:cubicBezTo>
                  <a:pt x="67902" y="49728"/>
                  <a:pt x="70688" y="43675"/>
                  <a:pt x="70688" y="36320"/>
                </a:cubicBezTo>
                <a:cubicBezTo>
                  <a:pt x="70688" y="29135"/>
                  <a:pt x="68439" y="23294"/>
                  <a:pt x="63942" y="18796"/>
                </a:cubicBezTo>
                <a:cubicBezTo>
                  <a:pt x="59444" y="14299"/>
                  <a:pt x="53490" y="12050"/>
                  <a:pt x="46079" y="12050"/>
                </a:cubicBezTo>
                <a:cubicBezTo>
                  <a:pt x="42798" y="12050"/>
                  <a:pt x="38357" y="12588"/>
                  <a:pt x="32756" y="13662"/>
                </a:cubicBezTo>
                <a:lnTo>
                  <a:pt x="32756" y="61523"/>
                </a:lnTo>
                <a:close/>
                <a:moveTo>
                  <a:pt x="131449" y="72301"/>
                </a:moveTo>
                <a:cubicBezTo>
                  <a:pt x="131393" y="83815"/>
                  <a:pt x="134193" y="92846"/>
                  <a:pt x="139850" y="99395"/>
                </a:cubicBezTo>
                <a:cubicBezTo>
                  <a:pt x="145508" y="105941"/>
                  <a:pt x="152155" y="109215"/>
                  <a:pt x="159792" y="109215"/>
                </a:cubicBezTo>
                <a:cubicBezTo>
                  <a:pt x="164884" y="109215"/>
                  <a:pt x="169311" y="107814"/>
                  <a:pt x="173073" y="105014"/>
                </a:cubicBezTo>
                <a:cubicBezTo>
                  <a:pt x="176835" y="102214"/>
                  <a:pt x="179989" y="97419"/>
                  <a:pt x="182535" y="90630"/>
                </a:cubicBezTo>
                <a:lnTo>
                  <a:pt x="185166" y="92327"/>
                </a:lnTo>
                <a:cubicBezTo>
                  <a:pt x="183977" y="100078"/>
                  <a:pt x="180527" y="107136"/>
                  <a:pt x="174813" y="113500"/>
                </a:cubicBezTo>
                <a:cubicBezTo>
                  <a:pt x="169099" y="119864"/>
                  <a:pt x="161942" y="123047"/>
                  <a:pt x="153343" y="123047"/>
                </a:cubicBezTo>
                <a:cubicBezTo>
                  <a:pt x="144009" y="123047"/>
                  <a:pt x="136018" y="119420"/>
                  <a:pt x="129370" y="112166"/>
                </a:cubicBezTo>
                <a:cubicBezTo>
                  <a:pt x="122723" y="104911"/>
                  <a:pt x="119399" y="95157"/>
                  <a:pt x="119399" y="82905"/>
                </a:cubicBezTo>
                <a:cubicBezTo>
                  <a:pt x="119399" y="69639"/>
                  <a:pt x="122808" y="59294"/>
                  <a:pt x="129625" y="51871"/>
                </a:cubicBezTo>
                <a:cubicBezTo>
                  <a:pt x="136442" y="44445"/>
                  <a:pt x="144999" y="40733"/>
                  <a:pt x="155295" y="40733"/>
                </a:cubicBezTo>
                <a:cubicBezTo>
                  <a:pt x="164007" y="40733"/>
                  <a:pt x="171164" y="43597"/>
                  <a:pt x="176764" y="49325"/>
                </a:cubicBezTo>
                <a:cubicBezTo>
                  <a:pt x="182365" y="55051"/>
                  <a:pt x="185166" y="62710"/>
                  <a:pt x="185166" y="72301"/>
                </a:cubicBezTo>
                <a:lnTo>
                  <a:pt x="131449" y="72301"/>
                </a:lnTo>
                <a:moveTo>
                  <a:pt x="131449" y="67379"/>
                </a:moveTo>
                <a:lnTo>
                  <a:pt x="167430" y="67379"/>
                </a:lnTo>
                <a:cubicBezTo>
                  <a:pt x="167147" y="62400"/>
                  <a:pt x="166553" y="58893"/>
                  <a:pt x="165648" y="56856"/>
                </a:cubicBezTo>
                <a:cubicBezTo>
                  <a:pt x="164233" y="53688"/>
                  <a:pt x="162126" y="51199"/>
                  <a:pt x="159326" y="49388"/>
                </a:cubicBezTo>
                <a:cubicBezTo>
                  <a:pt x="156525" y="47578"/>
                  <a:pt x="153598" y="46673"/>
                  <a:pt x="150543" y="46673"/>
                </a:cubicBezTo>
                <a:cubicBezTo>
                  <a:pt x="145847" y="46673"/>
                  <a:pt x="141647" y="48497"/>
                  <a:pt x="137941" y="52146"/>
                </a:cubicBezTo>
                <a:cubicBezTo>
                  <a:pt x="134235" y="55795"/>
                  <a:pt x="132072" y="60873"/>
                  <a:pt x="131449" y="67379"/>
                </a:cubicBezTo>
                <a:close/>
                <a:moveTo>
                  <a:pt x="191217" y="42939"/>
                </a:moveTo>
                <a:lnTo>
                  <a:pt x="223803" y="42939"/>
                </a:lnTo>
                <a:lnTo>
                  <a:pt x="223803" y="46079"/>
                </a:lnTo>
                <a:cubicBezTo>
                  <a:pt x="220804" y="46305"/>
                  <a:pt x="218839" y="46843"/>
                  <a:pt x="217905" y="47691"/>
                </a:cubicBezTo>
                <a:cubicBezTo>
                  <a:pt x="216972" y="48540"/>
                  <a:pt x="216505" y="49756"/>
                  <a:pt x="216505" y="51340"/>
                </a:cubicBezTo>
                <a:cubicBezTo>
                  <a:pt x="216505" y="53094"/>
                  <a:pt x="216986" y="55215"/>
                  <a:pt x="217947" y="57705"/>
                </a:cubicBezTo>
                <a:lnTo>
                  <a:pt x="234580" y="102426"/>
                </a:lnTo>
                <a:lnTo>
                  <a:pt x="251297" y="66021"/>
                </a:lnTo>
                <a:lnTo>
                  <a:pt x="246885" y="54565"/>
                </a:lnTo>
                <a:cubicBezTo>
                  <a:pt x="245527" y="51170"/>
                  <a:pt x="243745" y="48823"/>
                  <a:pt x="241539" y="47521"/>
                </a:cubicBezTo>
                <a:cubicBezTo>
                  <a:pt x="240294" y="46729"/>
                  <a:pt x="237974" y="46249"/>
                  <a:pt x="234580" y="46079"/>
                </a:cubicBezTo>
                <a:lnTo>
                  <a:pt x="234580" y="42939"/>
                </a:lnTo>
                <a:lnTo>
                  <a:pt x="271579" y="42939"/>
                </a:lnTo>
                <a:lnTo>
                  <a:pt x="271579" y="46079"/>
                </a:lnTo>
                <a:cubicBezTo>
                  <a:pt x="267506" y="46249"/>
                  <a:pt x="264620" y="46984"/>
                  <a:pt x="262923" y="48285"/>
                </a:cubicBezTo>
                <a:cubicBezTo>
                  <a:pt x="261792" y="49190"/>
                  <a:pt x="261226" y="50633"/>
                  <a:pt x="261226" y="52613"/>
                </a:cubicBezTo>
                <a:cubicBezTo>
                  <a:pt x="261226" y="53745"/>
                  <a:pt x="261452" y="54904"/>
                  <a:pt x="261905" y="56092"/>
                </a:cubicBezTo>
                <a:lnTo>
                  <a:pt x="279556" y="100729"/>
                </a:lnTo>
                <a:lnTo>
                  <a:pt x="295934" y="57705"/>
                </a:lnTo>
                <a:cubicBezTo>
                  <a:pt x="297065" y="54650"/>
                  <a:pt x="297631" y="52217"/>
                  <a:pt x="297631" y="50407"/>
                </a:cubicBezTo>
                <a:cubicBezTo>
                  <a:pt x="297631" y="49332"/>
                  <a:pt x="297079" y="48370"/>
                  <a:pt x="295976" y="47521"/>
                </a:cubicBezTo>
                <a:cubicBezTo>
                  <a:pt x="294873" y="46673"/>
                  <a:pt x="292709" y="46192"/>
                  <a:pt x="289484" y="46079"/>
                </a:cubicBezTo>
                <a:lnTo>
                  <a:pt x="289484" y="42939"/>
                </a:lnTo>
                <a:lnTo>
                  <a:pt x="314009" y="42939"/>
                </a:lnTo>
                <a:lnTo>
                  <a:pt x="314009" y="46079"/>
                </a:lnTo>
                <a:cubicBezTo>
                  <a:pt x="309087" y="46814"/>
                  <a:pt x="305466" y="50152"/>
                  <a:pt x="303147" y="56092"/>
                </a:cubicBezTo>
                <a:lnTo>
                  <a:pt x="277180" y="123047"/>
                </a:lnTo>
                <a:lnTo>
                  <a:pt x="273700" y="123047"/>
                </a:lnTo>
                <a:lnTo>
                  <a:pt x="254267" y="73404"/>
                </a:lnTo>
                <a:lnTo>
                  <a:pt x="231610" y="123047"/>
                </a:lnTo>
                <a:lnTo>
                  <a:pt x="228470" y="123047"/>
                </a:lnTo>
                <a:lnTo>
                  <a:pt x="203521" y="57705"/>
                </a:lnTo>
                <a:cubicBezTo>
                  <a:pt x="201881" y="53575"/>
                  <a:pt x="200268" y="50789"/>
                  <a:pt x="198684" y="49346"/>
                </a:cubicBezTo>
                <a:cubicBezTo>
                  <a:pt x="197100" y="47903"/>
                  <a:pt x="194611" y="46814"/>
                  <a:pt x="191217" y="46079"/>
                </a:cubicBezTo>
                <a:lnTo>
                  <a:pt x="191217" y="42939"/>
                </a:lnTo>
                <a:close/>
                <a:moveTo>
                  <a:pt x="359040" y="40733"/>
                </a:moveTo>
                <a:cubicBezTo>
                  <a:pt x="370807" y="40733"/>
                  <a:pt x="380255" y="45198"/>
                  <a:pt x="387383" y="54127"/>
                </a:cubicBezTo>
                <a:cubicBezTo>
                  <a:pt x="393436" y="61756"/>
                  <a:pt x="396463" y="70516"/>
                  <a:pt x="396463" y="80407"/>
                </a:cubicBezTo>
                <a:cubicBezTo>
                  <a:pt x="396463" y="87359"/>
                  <a:pt x="394794" y="94395"/>
                  <a:pt x="391456" y="101516"/>
                </a:cubicBezTo>
                <a:cubicBezTo>
                  <a:pt x="388119" y="108636"/>
                  <a:pt x="383522" y="114004"/>
                  <a:pt x="377667" y="117621"/>
                </a:cubicBezTo>
                <a:cubicBezTo>
                  <a:pt x="371811" y="121238"/>
                  <a:pt x="365291" y="123047"/>
                  <a:pt x="358106" y="123047"/>
                </a:cubicBezTo>
                <a:cubicBezTo>
                  <a:pt x="346396" y="123047"/>
                  <a:pt x="337090" y="118384"/>
                  <a:pt x="330188" y="109058"/>
                </a:cubicBezTo>
                <a:cubicBezTo>
                  <a:pt x="324361" y="101203"/>
                  <a:pt x="321447" y="92388"/>
                  <a:pt x="321447" y="82611"/>
                </a:cubicBezTo>
                <a:cubicBezTo>
                  <a:pt x="321447" y="75490"/>
                  <a:pt x="323215" y="68411"/>
                  <a:pt x="326751" y="61375"/>
                </a:cubicBezTo>
                <a:cubicBezTo>
                  <a:pt x="330287" y="54339"/>
                  <a:pt x="334940" y="49139"/>
                  <a:pt x="340710" y="45777"/>
                </a:cubicBezTo>
                <a:cubicBezTo>
                  <a:pt x="346481" y="42414"/>
                  <a:pt x="352591" y="40733"/>
                  <a:pt x="359040" y="40733"/>
                </a:cubicBezTo>
                <a:moveTo>
                  <a:pt x="356409" y="46333"/>
                </a:moveTo>
                <a:cubicBezTo>
                  <a:pt x="353411" y="46333"/>
                  <a:pt x="350398" y="47224"/>
                  <a:pt x="347372" y="49004"/>
                </a:cubicBezTo>
                <a:cubicBezTo>
                  <a:pt x="344345" y="50784"/>
                  <a:pt x="341898" y="53906"/>
                  <a:pt x="340031" y="58370"/>
                </a:cubicBezTo>
                <a:cubicBezTo>
                  <a:pt x="338164" y="62834"/>
                  <a:pt x="337231" y="68569"/>
                  <a:pt x="337231" y="75576"/>
                </a:cubicBezTo>
                <a:cubicBezTo>
                  <a:pt x="337231" y="86876"/>
                  <a:pt x="339480" y="96624"/>
                  <a:pt x="343977" y="104818"/>
                </a:cubicBezTo>
                <a:cubicBezTo>
                  <a:pt x="348475" y="113010"/>
                  <a:pt x="354401" y="117107"/>
                  <a:pt x="361755" y="117107"/>
                </a:cubicBezTo>
                <a:cubicBezTo>
                  <a:pt x="367243" y="117107"/>
                  <a:pt x="371769" y="114846"/>
                  <a:pt x="375333" y="110326"/>
                </a:cubicBezTo>
                <a:cubicBezTo>
                  <a:pt x="378897" y="105805"/>
                  <a:pt x="380679" y="98036"/>
                  <a:pt x="380679" y="87018"/>
                </a:cubicBezTo>
                <a:cubicBezTo>
                  <a:pt x="380679" y="73230"/>
                  <a:pt x="377709" y="62381"/>
                  <a:pt x="371769" y="54469"/>
                </a:cubicBezTo>
                <a:cubicBezTo>
                  <a:pt x="367752" y="49045"/>
                  <a:pt x="362632" y="46333"/>
                  <a:pt x="356409" y="46333"/>
                </a:cubicBezTo>
                <a:close/>
                <a:moveTo>
                  <a:pt x="430662" y="40733"/>
                </a:moveTo>
                <a:lnTo>
                  <a:pt x="430662" y="58214"/>
                </a:lnTo>
                <a:cubicBezTo>
                  <a:pt x="437168" y="46560"/>
                  <a:pt x="443843" y="40733"/>
                  <a:pt x="450689" y="40733"/>
                </a:cubicBezTo>
                <a:cubicBezTo>
                  <a:pt x="453800" y="40733"/>
                  <a:pt x="456374" y="41680"/>
                  <a:pt x="458411" y="43576"/>
                </a:cubicBezTo>
                <a:cubicBezTo>
                  <a:pt x="460448" y="45471"/>
                  <a:pt x="461466" y="47663"/>
                  <a:pt x="461466" y="50152"/>
                </a:cubicBezTo>
                <a:cubicBezTo>
                  <a:pt x="461466" y="52359"/>
                  <a:pt x="460730" y="54225"/>
                  <a:pt x="459260" y="55753"/>
                </a:cubicBezTo>
                <a:cubicBezTo>
                  <a:pt x="457789" y="57280"/>
                  <a:pt x="456035" y="58044"/>
                  <a:pt x="453998" y="58044"/>
                </a:cubicBezTo>
                <a:cubicBezTo>
                  <a:pt x="452018" y="58044"/>
                  <a:pt x="449798" y="57068"/>
                  <a:pt x="447337" y="55116"/>
                </a:cubicBezTo>
                <a:cubicBezTo>
                  <a:pt x="444876" y="53165"/>
                  <a:pt x="443051" y="52189"/>
                  <a:pt x="441863" y="52189"/>
                </a:cubicBezTo>
                <a:cubicBezTo>
                  <a:pt x="440845" y="52189"/>
                  <a:pt x="439742" y="52753"/>
                  <a:pt x="438554" y="53881"/>
                </a:cubicBezTo>
                <a:cubicBezTo>
                  <a:pt x="436008" y="56195"/>
                  <a:pt x="433377" y="60004"/>
                  <a:pt x="430662" y="65308"/>
                </a:cubicBezTo>
                <a:lnTo>
                  <a:pt x="430662" y="102466"/>
                </a:lnTo>
                <a:cubicBezTo>
                  <a:pt x="430662" y="106753"/>
                  <a:pt x="431199" y="109997"/>
                  <a:pt x="432274" y="112198"/>
                </a:cubicBezTo>
                <a:cubicBezTo>
                  <a:pt x="433010" y="113722"/>
                  <a:pt x="434311" y="114992"/>
                  <a:pt x="436178" y="116009"/>
                </a:cubicBezTo>
                <a:cubicBezTo>
                  <a:pt x="438045" y="117023"/>
                  <a:pt x="440732" y="117531"/>
                  <a:pt x="444239" y="117531"/>
                </a:cubicBezTo>
                <a:lnTo>
                  <a:pt x="444239" y="120671"/>
                </a:lnTo>
                <a:lnTo>
                  <a:pt x="404440" y="120671"/>
                </a:lnTo>
                <a:lnTo>
                  <a:pt x="404440" y="117531"/>
                </a:lnTo>
                <a:cubicBezTo>
                  <a:pt x="408400" y="117531"/>
                  <a:pt x="411342" y="116910"/>
                  <a:pt x="413265" y="115669"/>
                </a:cubicBezTo>
                <a:cubicBezTo>
                  <a:pt x="414680" y="114766"/>
                  <a:pt x="415670" y="113326"/>
                  <a:pt x="416236" y="111349"/>
                </a:cubicBezTo>
                <a:cubicBezTo>
                  <a:pt x="416518" y="110389"/>
                  <a:pt x="416660" y="107652"/>
                  <a:pt x="416660" y="103136"/>
                </a:cubicBezTo>
                <a:lnTo>
                  <a:pt x="416660" y="73078"/>
                </a:lnTo>
                <a:cubicBezTo>
                  <a:pt x="416660" y="64045"/>
                  <a:pt x="416476" y="58669"/>
                  <a:pt x="416108" y="56949"/>
                </a:cubicBezTo>
                <a:cubicBezTo>
                  <a:pt x="415741" y="55227"/>
                  <a:pt x="415062" y="53971"/>
                  <a:pt x="414072" y="53181"/>
                </a:cubicBezTo>
                <a:cubicBezTo>
                  <a:pt x="413082" y="52390"/>
                  <a:pt x="411851" y="51995"/>
                  <a:pt x="410380" y="51995"/>
                </a:cubicBezTo>
                <a:cubicBezTo>
                  <a:pt x="408626" y="51995"/>
                  <a:pt x="406646" y="52419"/>
                  <a:pt x="404440" y="53265"/>
                </a:cubicBezTo>
                <a:lnTo>
                  <a:pt x="403591" y="50216"/>
                </a:lnTo>
                <a:lnTo>
                  <a:pt x="427098" y="40733"/>
                </a:lnTo>
                <a:lnTo>
                  <a:pt x="430662" y="40733"/>
                </a:lnTo>
                <a:close/>
                <a:moveTo>
                  <a:pt x="520697" y="111930"/>
                </a:moveTo>
                <a:cubicBezTo>
                  <a:pt x="516906" y="115890"/>
                  <a:pt x="513201" y="118733"/>
                  <a:pt x="509580" y="120459"/>
                </a:cubicBezTo>
                <a:cubicBezTo>
                  <a:pt x="505960" y="122184"/>
                  <a:pt x="502056" y="123047"/>
                  <a:pt x="497870" y="123047"/>
                </a:cubicBezTo>
                <a:cubicBezTo>
                  <a:pt x="489384" y="123047"/>
                  <a:pt x="481972" y="119505"/>
                  <a:pt x="475636" y="112421"/>
                </a:cubicBezTo>
                <a:cubicBezTo>
                  <a:pt x="469300" y="105335"/>
                  <a:pt x="466132" y="96230"/>
                  <a:pt x="466132" y="85106"/>
                </a:cubicBezTo>
                <a:cubicBezTo>
                  <a:pt x="466132" y="73984"/>
                  <a:pt x="469640" y="63808"/>
                  <a:pt x="476655" y="54578"/>
                </a:cubicBezTo>
                <a:cubicBezTo>
                  <a:pt x="483670" y="45348"/>
                  <a:pt x="492693" y="40733"/>
                  <a:pt x="503725" y="40733"/>
                </a:cubicBezTo>
                <a:cubicBezTo>
                  <a:pt x="510570" y="40733"/>
                  <a:pt x="516228" y="42911"/>
                  <a:pt x="520697" y="47267"/>
                </a:cubicBezTo>
                <a:lnTo>
                  <a:pt x="520697" y="32894"/>
                </a:lnTo>
                <a:cubicBezTo>
                  <a:pt x="520697" y="23975"/>
                  <a:pt x="520485" y="18492"/>
                  <a:pt x="520060" y="16447"/>
                </a:cubicBezTo>
                <a:cubicBezTo>
                  <a:pt x="519636" y="14401"/>
                  <a:pt x="518971" y="13010"/>
                  <a:pt x="518066" y="12273"/>
                </a:cubicBezTo>
                <a:cubicBezTo>
                  <a:pt x="517161" y="11534"/>
                  <a:pt x="516030" y="11164"/>
                  <a:pt x="514672" y="11164"/>
                </a:cubicBezTo>
                <a:cubicBezTo>
                  <a:pt x="513201" y="11164"/>
                  <a:pt x="511249" y="11619"/>
                  <a:pt x="508816" y="12527"/>
                </a:cubicBezTo>
                <a:lnTo>
                  <a:pt x="507713" y="9544"/>
                </a:lnTo>
                <a:lnTo>
                  <a:pt x="530880" y="0"/>
                </a:lnTo>
                <a:lnTo>
                  <a:pt x="534699" y="0"/>
                </a:lnTo>
                <a:lnTo>
                  <a:pt x="534699" y="89867"/>
                </a:lnTo>
                <a:cubicBezTo>
                  <a:pt x="534699" y="98975"/>
                  <a:pt x="534911" y="104533"/>
                  <a:pt x="535335" y="106541"/>
                </a:cubicBezTo>
                <a:cubicBezTo>
                  <a:pt x="535759" y="108550"/>
                  <a:pt x="536438" y="109950"/>
                  <a:pt x="537372" y="110742"/>
                </a:cubicBezTo>
                <a:cubicBezTo>
                  <a:pt x="538305" y="111534"/>
                  <a:pt x="539394" y="111930"/>
                  <a:pt x="540639" y="111930"/>
                </a:cubicBezTo>
                <a:cubicBezTo>
                  <a:pt x="542166" y="111930"/>
                  <a:pt x="544203" y="111449"/>
                  <a:pt x="546749" y="110487"/>
                </a:cubicBezTo>
                <a:lnTo>
                  <a:pt x="547682" y="113458"/>
                </a:lnTo>
                <a:lnTo>
                  <a:pt x="524600" y="123047"/>
                </a:lnTo>
                <a:lnTo>
                  <a:pt x="520697" y="123047"/>
                </a:lnTo>
                <a:lnTo>
                  <a:pt x="520697" y="111930"/>
                </a:lnTo>
                <a:moveTo>
                  <a:pt x="520697" y="106008"/>
                </a:moveTo>
                <a:lnTo>
                  <a:pt x="520697" y="66055"/>
                </a:lnTo>
                <a:cubicBezTo>
                  <a:pt x="520357" y="62217"/>
                  <a:pt x="519339" y="58719"/>
                  <a:pt x="517642" y="55559"/>
                </a:cubicBezTo>
                <a:cubicBezTo>
                  <a:pt x="515945" y="52398"/>
                  <a:pt x="513696" y="50014"/>
                  <a:pt x="510896" y="48407"/>
                </a:cubicBezTo>
                <a:cubicBezTo>
                  <a:pt x="508095" y="46798"/>
                  <a:pt x="505366" y="45994"/>
                  <a:pt x="502707" y="45994"/>
                </a:cubicBezTo>
                <a:cubicBezTo>
                  <a:pt x="497728" y="45994"/>
                  <a:pt x="493287" y="48223"/>
                  <a:pt x="489384" y="52682"/>
                </a:cubicBezTo>
                <a:cubicBezTo>
                  <a:pt x="484235" y="58550"/>
                  <a:pt x="481661" y="67127"/>
                  <a:pt x="481661" y="78413"/>
                </a:cubicBezTo>
                <a:cubicBezTo>
                  <a:pt x="481661" y="89813"/>
                  <a:pt x="484151" y="98546"/>
                  <a:pt x="489129" y="104614"/>
                </a:cubicBezTo>
                <a:cubicBezTo>
                  <a:pt x="494107" y="110679"/>
                  <a:pt x="499652" y="113712"/>
                  <a:pt x="505762" y="113712"/>
                </a:cubicBezTo>
                <a:cubicBezTo>
                  <a:pt x="510910" y="113712"/>
                  <a:pt x="515888" y="111144"/>
                  <a:pt x="520697" y="106008"/>
                </a:cubicBezTo>
                <a:close/>
                <a:moveTo>
                  <a:pt x="642301" y="155124"/>
                </a:moveTo>
                <a:lnTo>
                  <a:pt x="604963" y="155124"/>
                </a:lnTo>
                <a:lnTo>
                  <a:pt x="604963" y="2885"/>
                </a:lnTo>
                <a:lnTo>
                  <a:pt x="642301" y="2885"/>
                </a:lnTo>
                <a:lnTo>
                  <a:pt x="642301" y="9589"/>
                </a:lnTo>
                <a:lnTo>
                  <a:pt x="617692" y="9589"/>
                </a:lnTo>
                <a:lnTo>
                  <a:pt x="617692" y="148590"/>
                </a:lnTo>
                <a:lnTo>
                  <a:pt x="642301" y="148590"/>
                </a:lnTo>
                <a:lnTo>
                  <a:pt x="642301" y="155124"/>
                </a:lnTo>
                <a:close/>
                <a:moveTo>
                  <a:pt x="650871" y="42939"/>
                </a:moveTo>
                <a:lnTo>
                  <a:pt x="687445" y="42939"/>
                </a:lnTo>
                <a:lnTo>
                  <a:pt x="687445" y="46079"/>
                </a:lnTo>
                <a:cubicBezTo>
                  <a:pt x="685126" y="46079"/>
                  <a:pt x="683499" y="46475"/>
                  <a:pt x="682566" y="47267"/>
                </a:cubicBezTo>
                <a:cubicBezTo>
                  <a:pt x="681632" y="48059"/>
                  <a:pt x="681166" y="49106"/>
                  <a:pt x="681166" y="50407"/>
                </a:cubicBezTo>
                <a:cubicBezTo>
                  <a:pt x="681166" y="51764"/>
                  <a:pt x="682156" y="53858"/>
                  <a:pt x="684136" y="56686"/>
                </a:cubicBezTo>
                <a:cubicBezTo>
                  <a:pt x="684758" y="57592"/>
                  <a:pt x="685691" y="59006"/>
                  <a:pt x="686936" y="60929"/>
                </a:cubicBezTo>
                <a:lnTo>
                  <a:pt x="692452" y="69755"/>
                </a:lnTo>
                <a:lnTo>
                  <a:pt x="698816" y="60929"/>
                </a:lnTo>
                <a:cubicBezTo>
                  <a:pt x="702890" y="55329"/>
                  <a:pt x="704926" y="51793"/>
                  <a:pt x="704926" y="50322"/>
                </a:cubicBezTo>
                <a:cubicBezTo>
                  <a:pt x="704926" y="49134"/>
                  <a:pt x="704445" y="48130"/>
                  <a:pt x="703484" y="47309"/>
                </a:cubicBezTo>
                <a:cubicBezTo>
                  <a:pt x="702522" y="46489"/>
                  <a:pt x="700966" y="46079"/>
                  <a:pt x="698816" y="46079"/>
                </a:cubicBezTo>
                <a:lnTo>
                  <a:pt x="698816" y="42939"/>
                </a:lnTo>
                <a:lnTo>
                  <a:pt x="725123" y="42939"/>
                </a:lnTo>
                <a:lnTo>
                  <a:pt x="725123" y="46079"/>
                </a:lnTo>
                <a:cubicBezTo>
                  <a:pt x="722351" y="46249"/>
                  <a:pt x="719946" y="47012"/>
                  <a:pt x="717910" y="48370"/>
                </a:cubicBezTo>
                <a:cubicBezTo>
                  <a:pt x="715138" y="50294"/>
                  <a:pt x="711347" y="54480"/>
                  <a:pt x="706539" y="60929"/>
                </a:cubicBezTo>
                <a:lnTo>
                  <a:pt x="695931" y="75101"/>
                </a:lnTo>
                <a:lnTo>
                  <a:pt x="715279" y="102879"/>
                </a:lnTo>
                <a:cubicBezTo>
                  <a:pt x="720031" y="109710"/>
                  <a:pt x="723426" y="113818"/>
                  <a:pt x="725462" y="115202"/>
                </a:cubicBezTo>
                <a:cubicBezTo>
                  <a:pt x="727499" y="116585"/>
                  <a:pt x="730130" y="117361"/>
                  <a:pt x="733354" y="117531"/>
                </a:cubicBezTo>
                <a:lnTo>
                  <a:pt x="733354" y="120671"/>
                </a:lnTo>
                <a:lnTo>
                  <a:pt x="696695" y="120671"/>
                </a:lnTo>
                <a:lnTo>
                  <a:pt x="696695" y="117531"/>
                </a:lnTo>
                <a:cubicBezTo>
                  <a:pt x="699241" y="117531"/>
                  <a:pt x="701221" y="116967"/>
                  <a:pt x="702635" y="115839"/>
                </a:cubicBezTo>
                <a:cubicBezTo>
                  <a:pt x="703710" y="115049"/>
                  <a:pt x="704247" y="114005"/>
                  <a:pt x="704247" y="112707"/>
                </a:cubicBezTo>
                <a:cubicBezTo>
                  <a:pt x="704247" y="111409"/>
                  <a:pt x="702437" y="108137"/>
                  <a:pt x="698816" y="102890"/>
                </a:cubicBezTo>
                <a:lnTo>
                  <a:pt x="687445" y="86302"/>
                </a:lnTo>
                <a:lnTo>
                  <a:pt x="674971" y="102890"/>
                </a:lnTo>
                <a:cubicBezTo>
                  <a:pt x="671124" y="108024"/>
                  <a:pt x="669200" y="111071"/>
                  <a:pt x="669200" y="112031"/>
                </a:cubicBezTo>
                <a:cubicBezTo>
                  <a:pt x="669200" y="113385"/>
                  <a:pt x="669837" y="114612"/>
                  <a:pt x="671110" y="115712"/>
                </a:cubicBezTo>
                <a:cubicBezTo>
                  <a:pt x="672383" y="116811"/>
                  <a:pt x="674292" y="117418"/>
                  <a:pt x="676838" y="117531"/>
                </a:cubicBezTo>
                <a:lnTo>
                  <a:pt x="676838" y="120671"/>
                </a:lnTo>
                <a:lnTo>
                  <a:pt x="651465" y="120671"/>
                </a:lnTo>
                <a:lnTo>
                  <a:pt x="651465" y="117531"/>
                </a:lnTo>
                <a:cubicBezTo>
                  <a:pt x="653501" y="117248"/>
                  <a:pt x="655283" y="116543"/>
                  <a:pt x="656811" y="115415"/>
                </a:cubicBezTo>
                <a:cubicBezTo>
                  <a:pt x="658961" y="113778"/>
                  <a:pt x="662581" y="109601"/>
                  <a:pt x="667673" y="102885"/>
                </a:cubicBezTo>
                <a:lnTo>
                  <a:pt x="683966" y="81296"/>
                </a:lnTo>
                <a:lnTo>
                  <a:pt x="669200" y="59911"/>
                </a:lnTo>
                <a:cubicBezTo>
                  <a:pt x="665014" y="53801"/>
                  <a:pt x="661775" y="49968"/>
                  <a:pt x="659484" y="48413"/>
                </a:cubicBezTo>
                <a:cubicBezTo>
                  <a:pt x="657193" y="46857"/>
                  <a:pt x="654322" y="46079"/>
                  <a:pt x="650871" y="46079"/>
                </a:cubicBezTo>
                <a:lnTo>
                  <a:pt x="650871" y="42939"/>
                </a:lnTo>
                <a:close/>
                <a:moveTo>
                  <a:pt x="741840" y="2885"/>
                </a:moveTo>
                <a:lnTo>
                  <a:pt x="779179" y="2885"/>
                </a:lnTo>
                <a:lnTo>
                  <a:pt x="779179" y="155124"/>
                </a:lnTo>
                <a:lnTo>
                  <a:pt x="741840" y="155124"/>
                </a:lnTo>
                <a:lnTo>
                  <a:pt x="741840" y="148420"/>
                </a:lnTo>
                <a:lnTo>
                  <a:pt x="766450" y="148420"/>
                </a:lnTo>
                <a:lnTo>
                  <a:pt x="766450" y="9589"/>
                </a:lnTo>
                <a:lnTo>
                  <a:pt x="741840" y="9589"/>
                </a:lnTo>
                <a:lnTo>
                  <a:pt x="741840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B994E-7578-4BF8-B730-2E28C2D8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714" y="1627500"/>
            <a:ext cx="80212" cy="10"/>
          </a:xfrm>
          <a:custGeom xmlns:a="http://schemas.openxmlformats.org/drawingml/2006/main">
            <a:pathLst>
              <a:path w="80212" h="1" fill="none">
                <a:moveTo>
                  <a:pt x="0" y="0"/>
                </a:moveTo>
                <a:lnTo>
                  <a:pt x="80212" y="0"/>
                </a:lnTo>
                <a:lnTo>
                  <a:pt x="752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4B7AE-98C1-4359-A3C8-D79BDFD8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1580709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65DF3-8124-40A4-A48C-B685FA3B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1580709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4CABED-7CC9-4E1E-AE34-46352766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1199702"/>
            <a:ext cx="1898353" cy="855596"/>
          </a:xfrm>
          <a:custGeom xmlns:a="http://schemas.openxmlformats.org/drawingml/2006/main">
            <a:pathLst>
              <a:path w="1898353" h="855596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C2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B68EA-7B82-4407-A711-DE925EAD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1199702"/>
            <a:ext cx="1898353" cy="855596"/>
          </a:xfrm>
          <a:custGeom xmlns:a="http://schemas.openxmlformats.org/drawingml/2006/main">
            <a:pathLst>
              <a:path w="1898353" h="855596" fill="none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69" name="Text TextProcessing,">
            <a:extLst xmlns:a="http://schemas.openxmlformats.org/drawingml/2006/main">
              <a:ext uri="{FF2B5EF4-FFF2-40B4-BE49-F238E27FC236}">
                <a16:creationId xmlns:a16="http://schemas.microsoft.com/office/drawing/2014/main" id="{1563E840-6E66-4E71-93CC-A3CF9750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3" y="1329407"/>
            <a:ext cx="1185237" cy="155124"/>
          </a:xfrm>
          <a:custGeom xmlns:a="http://schemas.openxmlformats.org/drawingml/2006/main">
            <a:pathLst>
              <a:path w="1185237" h="155124">
                <a:moveTo>
                  <a:pt x="103359" y="2546"/>
                </a:moveTo>
                <a:lnTo>
                  <a:pt x="103359" y="33774"/>
                </a:lnTo>
                <a:lnTo>
                  <a:pt x="100304" y="33774"/>
                </a:lnTo>
                <a:cubicBezTo>
                  <a:pt x="98494" y="26565"/>
                  <a:pt x="96486" y="21385"/>
                  <a:pt x="94279" y="18234"/>
                </a:cubicBezTo>
                <a:cubicBezTo>
                  <a:pt x="92073" y="15084"/>
                  <a:pt x="89046" y="12572"/>
                  <a:pt x="85199" y="10698"/>
                </a:cubicBezTo>
                <a:cubicBezTo>
                  <a:pt x="83049" y="9676"/>
                  <a:pt x="79287" y="9165"/>
                  <a:pt x="73913" y="9165"/>
                </a:cubicBezTo>
                <a:lnTo>
                  <a:pt x="65342" y="9165"/>
                </a:lnTo>
                <a:lnTo>
                  <a:pt x="65342" y="97928"/>
                </a:lnTo>
                <a:cubicBezTo>
                  <a:pt x="65342" y="103842"/>
                  <a:pt x="65667" y="107539"/>
                  <a:pt x="66318" y="109018"/>
                </a:cubicBezTo>
                <a:cubicBezTo>
                  <a:pt x="66969" y="110496"/>
                  <a:pt x="68241" y="111790"/>
                  <a:pt x="70137" y="112898"/>
                </a:cubicBezTo>
                <a:cubicBezTo>
                  <a:pt x="72032" y="114007"/>
                  <a:pt x="74620" y="114561"/>
                  <a:pt x="77901" y="114561"/>
                </a:cubicBezTo>
                <a:lnTo>
                  <a:pt x="81720" y="114561"/>
                </a:lnTo>
                <a:lnTo>
                  <a:pt x="81720" y="117616"/>
                </a:lnTo>
                <a:lnTo>
                  <a:pt x="21470" y="117616"/>
                </a:lnTo>
                <a:lnTo>
                  <a:pt x="21470" y="114561"/>
                </a:lnTo>
                <a:lnTo>
                  <a:pt x="25288" y="114561"/>
                </a:lnTo>
                <a:cubicBezTo>
                  <a:pt x="28626" y="114561"/>
                  <a:pt x="31313" y="113964"/>
                  <a:pt x="33350" y="112771"/>
                </a:cubicBezTo>
                <a:cubicBezTo>
                  <a:pt x="34821" y="111973"/>
                  <a:pt x="35981" y="110609"/>
                  <a:pt x="36829" y="108676"/>
                </a:cubicBezTo>
                <a:cubicBezTo>
                  <a:pt x="37451" y="107311"/>
                  <a:pt x="37763" y="103729"/>
                  <a:pt x="37763" y="97928"/>
                </a:cubicBezTo>
                <a:lnTo>
                  <a:pt x="37763" y="9165"/>
                </a:lnTo>
                <a:lnTo>
                  <a:pt x="29446" y="9165"/>
                </a:lnTo>
                <a:cubicBezTo>
                  <a:pt x="21696" y="9165"/>
                  <a:pt x="16067" y="10811"/>
                  <a:pt x="12559" y="14103"/>
                </a:cubicBezTo>
                <a:cubicBezTo>
                  <a:pt x="7637" y="18701"/>
                  <a:pt x="4526" y="25258"/>
                  <a:pt x="3225" y="33774"/>
                </a:cubicBezTo>
                <a:lnTo>
                  <a:pt x="0" y="33774"/>
                </a:lnTo>
                <a:lnTo>
                  <a:pt x="0" y="2546"/>
                </a:lnTo>
                <a:lnTo>
                  <a:pt x="103359" y="2546"/>
                </a:lnTo>
                <a:close/>
                <a:moveTo>
                  <a:pt x="166750" y="75016"/>
                </a:moveTo>
                <a:lnTo>
                  <a:pt x="123216" y="75016"/>
                </a:lnTo>
                <a:cubicBezTo>
                  <a:pt x="123726" y="85567"/>
                  <a:pt x="126526" y="93905"/>
                  <a:pt x="131618" y="100031"/>
                </a:cubicBezTo>
                <a:cubicBezTo>
                  <a:pt x="135521" y="104739"/>
                  <a:pt x="140217" y="107093"/>
                  <a:pt x="145704" y="107093"/>
                </a:cubicBezTo>
                <a:cubicBezTo>
                  <a:pt x="149099" y="107093"/>
                  <a:pt x="152182" y="106145"/>
                  <a:pt x="154954" y="104250"/>
                </a:cubicBezTo>
                <a:cubicBezTo>
                  <a:pt x="157726" y="102355"/>
                  <a:pt x="160696" y="98947"/>
                  <a:pt x="163864" y="94025"/>
                </a:cubicBezTo>
                <a:lnTo>
                  <a:pt x="166750" y="95892"/>
                </a:lnTo>
                <a:cubicBezTo>
                  <a:pt x="162450" y="104660"/>
                  <a:pt x="157698" y="110869"/>
                  <a:pt x="152493" y="114518"/>
                </a:cubicBezTo>
                <a:cubicBezTo>
                  <a:pt x="147288" y="118167"/>
                  <a:pt x="141263" y="119992"/>
                  <a:pt x="134418" y="119992"/>
                </a:cubicBezTo>
                <a:cubicBezTo>
                  <a:pt x="122651" y="119992"/>
                  <a:pt x="113740" y="115461"/>
                  <a:pt x="107687" y="106401"/>
                </a:cubicBezTo>
                <a:cubicBezTo>
                  <a:pt x="102822" y="99096"/>
                  <a:pt x="100389" y="90035"/>
                  <a:pt x="100389" y="79219"/>
                </a:cubicBezTo>
                <a:cubicBezTo>
                  <a:pt x="100389" y="65967"/>
                  <a:pt x="103967" y="55420"/>
                  <a:pt x="111124" y="47577"/>
                </a:cubicBezTo>
                <a:cubicBezTo>
                  <a:pt x="118280" y="39733"/>
                  <a:pt x="126667" y="35811"/>
                  <a:pt x="136285" y="35811"/>
                </a:cubicBezTo>
                <a:cubicBezTo>
                  <a:pt x="144318" y="35811"/>
                  <a:pt x="151291" y="39106"/>
                  <a:pt x="157203" y="45697"/>
                </a:cubicBezTo>
                <a:cubicBezTo>
                  <a:pt x="163115" y="52288"/>
                  <a:pt x="166297" y="62061"/>
                  <a:pt x="166750" y="75016"/>
                </a:cubicBezTo>
                <a:moveTo>
                  <a:pt x="145874" y="69415"/>
                </a:moveTo>
                <a:cubicBezTo>
                  <a:pt x="145874" y="60307"/>
                  <a:pt x="145379" y="54056"/>
                  <a:pt x="144389" y="50661"/>
                </a:cubicBezTo>
                <a:cubicBezTo>
                  <a:pt x="143399" y="47267"/>
                  <a:pt x="141857" y="44693"/>
                  <a:pt x="139764" y="42939"/>
                </a:cubicBezTo>
                <a:cubicBezTo>
                  <a:pt x="138576" y="41921"/>
                  <a:pt x="136992" y="41412"/>
                  <a:pt x="135012" y="41412"/>
                </a:cubicBezTo>
                <a:cubicBezTo>
                  <a:pt x="132070" y="41412"/>
                  <a:pt x="129666" y="42854"/>
                  <a:pt x="127799" y="45739"/>
                </a:cubicBezTo>
                <a:cubicBezTo>
                  <a:pt x="124461" y="50774"/>
                  <a:pt x="122792" y="57676"/>
                  <a:pt x="122792" y="66445"/>
                </a:cubicBezTo>
                <a:lnTo>
                  <a:pt x="122792" y="69415"/>
                </a:lnTo>
                <a:lnTo>
                  <a:pt x="145874" y="69415"/>
                </a:lnTo>
                <a:close/>
                <a:moveTo>
                  <a:pt x="223274" y="68943"/>
                </a:moveTo>
                <a:lnTo>
                  <a:pt x="237379" y="95133"/>
                </a:lnTo>
                <a:cubicBezTo>
                  <a:pt x="242131" y="104240"/>
                  <a:pt x="245894" y="110008"/>
                  <a:pt x="248666" y="112439"/>
                </a:cubicBezTo>
                <a:cubicBezTo>
                  <a:pt x="250193" y="113740"/>
                  <a:pt x="252286" y="114448"/>
                  <a:pt x="254945" y="114561"/>
                </a:cubicBezTo>
                <a:lnTo>
                  <a:pt x="254945" y="117616"/>
                </a:lnTo>
                <a:lnTo>
                  <a:pt x="210733" y="117616"/>
                </a:lnTo>
                <a:lnTo>
                  <a:pt x="210733" y="114561"/>
                </a:lnTo>
                <a:cubicBezTo>
                  <a:pt x="214184" y="114278"/>
                  <a:pt x="216320" y="113825"/>
                  <a:pt x="217140" y="113203"/>
                </a:cubicBezTo>
                <a:cubicBezTo>
                  <a:pt x="217961" y="112579"/>
                  <a:pt x="218371" y="111729"/>
                  <a:pt x="218371" y="110652"/>
                </a:cubicBezTo>
                <a:cubicBezTo>
                  <a:pt x="218371" y="109066"/>
                  <a:pt x="217466" y="106573"/>
                  <a:pt x="215655" y="103174"/>
                </a:cubicBezTo>
                <a:lnTo>
                  <a:pt x="208729" y="90312"/>
                </a:lnTo>
                <a:lnTo>
                  <a:pt x="202926" y="98840"/>
                </a:lnTo>
                <a:cubicBezTo>
                  <a:pt x="200267" y="102749"/>
                  <a:pt x="198768" y="105072"/>
                  <a:pt x="198429" y="105810"/>
                </a:cubicBezTo>
                <a:cubicBezTo>
                  <a:pt x="197976" y="106884"/>
                  <a:pt x="197750" y="107847"/>
                  <a:pt x="197750" y="108697"/>
                </a:cubicBezTo>
                <a:cubicBezTo>
                  <a:pt x="197750" y="110000"/>
                  <a:pt x="198019" y="111091"/>
                  <a:pt x="198556" y="111970"/>
                </a:cubicBezTo>
                <a:cubicBezTo>
                  <a:pt x="199093" y="112847"/>
                  <a:pt x="199829" y="113498"/>
                  <a:pt x="200762" y="113924"/>
                </a:cubicBezTo>
                <a:cubicBezTo>
                  <a:pt x="201696" y="114349"/>
                  <a:pt x="203407" y="114561"/>
                  <a:pt x="205896" y="114561"/>
                </a:cubicBezTo>
                <a:lnTo>
                  <a:pt x="205896" y="117616"/>
                </a:lnTo>
                <a:lnTo>
                  <a:pt x="174838" y="117616"/>
                </a:lnTo>
                <a:lnTo>
                  <a:pt x="174838" y="114561"/>
                </a:lnTo>
                <a:cubicBezTo>
                  <a:pt x="178685" y="114561"/>
                  <a:pt x="182206" y="113499"/>
                  <a:pt x="185403" y="111376"/>
                </a:cubicBezTo>
                <a:cubicBezTo>
                  <a:pt x="188599" y="109251"/>
                  <a:pt x="193252" y="103686"/>
                  <a:pt x="199362" y="94682"/>
                </a:cubicBezTo>
                <a:lnTo>
                  <a:pt x="205910" y="85075"/>
                </a:lnTo>
                <a:lnTo>
                  <a:pt x="192234" y="59680"/>
                </a:lnTo>
                <a:cubicBezTo>
                  <a:pt x="187765" y="51371"/>
                  <a:pt x="184427" y="46278"/>
                  <a:pt x="182220" y="44400"/>
                </a:cubicBezTo>
                <a:cubicBezTo>
                  <a:pt x="180014" y="42523"/>
                  <a:pt x="177553" y="41470"/>
                  <a:pt x="174838" y="41242"/>
                </a:cubicBezTo>
                <a:lnTo>
                  <a:pt x="174838" y="38187"/>
                </a:lnTo>
                <a:lnTo>
                  <a:pt x="218795" y="38187"/>
                </a:lnTo>
                <a:lnTo>
                  <a:pt x="218795" y="41242"/>
                </a:lnTo>
                <a:lnTo>
                  <a:pt x="216504" y="41327"/>
                </a:lnTo>
                <a:lnTo>
                  <a:pt x="212091" y="42870"/>
                </a:lnTo>
                <a:cubicBezTo>
                  <a:pt x="211639" y="43270"/>
                  <a:pt x="211412" y="43926"/>
                  <a:pt x="211412" y="44840"/>
                </a:cubicBezTo>
                <a:cubicBezTo>
                  <a:pt x="211412" y="45696"/>
                  <a:pt x="211554" y="46581"/>
                  <a:pt x="211837" y="47495"/>
                </a:cubicBezTo>
                <a:cubicBezTo>
                  <a:pt x="212006" y="47895"/>
                  <a:pt x="212798" y="49436"/>
                  <a:pt x="214213" y="52120"/>
                </a:cubicBezTo>
                <a:lnTo>
                  <a:pt x="220460" y="63719"/>
                </a:lnTo>
                <a:lnTo>
                  <a:pt x="223632" y="59062"/>
                </a:lnTo>
                <a:cubicBezTo>
                  <a:pt x="228158" y="52809"/>
                  <a:pt x="230421" y="48432"/>
                  <a:pt x="230421" y="45930"/>
                </a:cubicBezTo>
                <a:cubicBezTo>
                  <a:pt x="230421" y="44737"/>
                  <a:pt x="229926" y="43728"/>
                  <a:pt x="228936" y="42905"/>
                </a:cubicBezTo>
                <a:cubicBezTo>
                  <a:pt x="227946" y="42081"/>
                  <a:pt x="226178" y="41526"/>
                  <a:pt x="223632" y="41242"/>
                </a:cubicBezTo>
                <a:lnTo>
                  <a:pt x="223632" y="38187"/>
                </a:lnTo>
                <a:lnTo>
                  <a:pt x="251721" y="38187"/>
                </a:lnTo>
                <a:lnTo>
                  <a:pt x="251721" y="41242"/>
                </a:lnTo>
                <a:cubicBezTo>
                  <a:pt x="248270" y="41355"/>
                  <a:pt x="245045" y="42423"/>
                  <a:pt x="242047" y="44445"/>
                </a:cubicBezTo>
                <a:cubicBezTo>
                  <a:pt x="239048" y="46468"/>
                  <a:pt x="235682" y="50385"/>
                  <a:pt x="231948" y="56196"/>
                </a:cubicBezTo>
                <a:lnTo>
                  <a:pt x="223274" y="68943"/>
                </a:lnTo>
                <a:close/>
                <a:moveTo>
                  <a:pt x="295084" y="8995"/>
                </a:moveTo>
                <a:lnTo>
                  <a:pt x="295084" y="38187"/>
                </a:lnTo>
                <a:lnTo>
                  <a:pt x="313923" y="38187"/>
                </a:lnTo>
                <a:lnTo>
                  <a:pt x="313923" y="46503"/>
                </a:lnTo>
                <a:lnTo>
                  <a:pt x="295084" y="46503"/>
                </a:lnTo>
                <a:lnTo>
                  <a:pt x="295084" y="95600"/>
                </a:lnTo>
                <a:cubicBezTo>
                  <a:pt x="295084" y="100195"/>
                  <a:pt x="295296" y="103159"/>
                  <a:pt x="295720" y="104492"/>
                </a:cubicBezTo>
                <a:cubicBezTo>
                  <a:pt x="296145" y="105825"/>
                  <a:pt x="296894" y="106903"/>
                  <a:pt x="297969" y="107727"/>
                </a:cubicBezTo>
                <a:cubicBezTo>
                  <a:pt x="299044" y="108549"/>
                  <a:pt x="300034" y="108960"/>
                  <a:pt x="300939" y="108960"/>
                </a:cubicBezTo>
                <a:cubicBezTo>
                  <a:pt x="304617" y="108960"/>
                  <a:pt x="308096" y="106131"/>
                  <a:pt x="311377" y="100474"/>
                </a:cubicBezTo>
                <a:lnTo>
                  <a:pt x="313923" y="102359"/>
                </a:lnTo>
                <a:cubicBezTo>
                  <a:pt x="309340" y="113322"/>
                  <a:pt x="301901" y="118804"/>
                  <a:pt x="291605" y="118804"/>
                </a:cubicBezTo>
                <a:cubicBezTo>
                  <a:pt x="286570" y="118804"/>
                  <a:pt x="282313" y="117399"/>
                  <a:pt x="278833" y="114590"/>
                </a:cubicBezTo>
                <a:cubicBezTo>
                  <a:pt x="275354" y="111779"/>
                  <a:pt x="273134" y="108642"/>
                  <a:pt x="272172" y="105178"/>
                </a:cubicBezTo>
                <a:cubicBezTo>
                  <a:pt x="271606" y="103248"/>
                  <a:pt x="271323" y="98025"/>
                  <a:pt x="271323" y="89509"/>
                </a:cubicBezTo>
                <a:lnTo>
                  <a:pt x="271323" y="46503"/>
                </a:lnTo>
                <a:lnTo>
                  <a:pt x="260970" y="46503"/>
                </a:lnTo>
                <a:lnTo>
                  <a:pt x="260970" y="43525"/>
                </a:lnTo>
                <a:cubicBezTo>
                  <a:pt x="268099" y="38480"/>
                  <a:pt x="274166" y="33178"/>
                  <a:pt x="279173" y="27622"/>
                </a:cubicBezTo>
                <a:cubicBezTo>
                  <a:pt x="284180" y="22065"/>
                  <a:pt x="288550" y="15856"/>
                  <a:pt x="292284" y="8995"/>
                </a:cubicBezTo>
                <a:lnTo>
                  <a:pt x="295084" y="8995"/>
                </a:lnTo>
                <a:close/>
                <a:moveTo>
                  <a:pt x="405994" y="65512"/>
                </a:moveTo>
                <a:lnTo>
                  <a:pt x="405994" y="97419"/>
                </a:lnTo>
                <a:cubicBezTo>
                  <a:pt x="405994" y="103674"/>
                  <a:pt x="406376" y="107612"/>
                  <a:pt x="407140" y="109233"/>
                </a:cubicBezTo>
                <a:cubicBezTo>
                  <a:pt x="407904" y="110853"/>
                  <a:pt x="409261" y="112146"/>
                  <a:pt x="411213" y="113113"/>
                </a:cubicBezTo>
                <a:cubicBezTo>
                  <a:pt x="413165" y="114078"/>
                  <a:pt x="416743" y="114561"/>
                  <a:pt x="421948" y="114561"/>
                </a:cubicBezTo>
                <a:lnTo>
                  <a:pt x="421948" y="117616"/>
                </a:lnTo>
                <a:lnTo>
                  <a:pt x="363480" y="117616"/>
                </a:lnTo>
                <a:lnTo>
                  <a:pt x="363480" y="114561"/>
                </a:lnTo>
                <a:cubicBezTo>
                  <a:pt x="368798" y="114561"/>
                  <a:pt x="372404" y="114063"/>
                  <a:pt x="374299" y="113068"/>
                </a:cubicBezTo>
                <a:cubicBezTo>
                  <a:pt x="376194" y="112072"/>
                  <a:pt x="377524" y="110779"/>
                  <a:pt x="378288" y="109188"/>
                </a:cubicBezTo>
                <a:cubicBezTo>
                  <a:pt x="379051" y="107597"/>
                  <a:pt x="379433" y="103674"/>
                  <a:pt x="379433" y="97419"/>
                </a:cubicBezTo>
                <a:lnTo>
                  <a:pt x="379433" y="22742"/>
                </a:lnTo>
                <a:cubicBezTo>
                  <a:pt x="379433" y="16488"/>
                  <a:pt x="379051" y="12550"/>
                  <a:pt x="378288" y="10931"/>
                </a:cubicBezTo>
                <a:cubicBezTo>
                  <a:pt x="377524" y="9310"/>
                  <a:pt x="376180" y="8017"/>
                  <a:pt x="374257" y="7051"/>
                </a:cubicBezTo>
                <a:cubicBezTo>
                  <a:pt x="372333" y="6084"/>
                  <a:pt x="368741" y="5601"/>
                  <a:pt x="363480" y="5601"/>
                </a:cubicBezTo>
                <a:lnTo>
                  <a:pt x="363480" y="2546"/>
                </a:lnTo>
                <a:lnTo>
                  <a:pt x="413632" y="2546"/>
                </a:lnTo>
                <a:cubicBezTo>
                  <a:pt x="430151" y="2546"/>
                  <a:pt x="442003" y="5488"/>
                  <a:pt x="449188" y="11371"/>
                </a:cubicBezTo>
                <a:cubicBezTo>
                  <a:pt x="456373" y="17255"/>
                  <a:pt x="459965" y="24609"/>
                  <a:pt x="459965" y="33435"/>
                </a:cubicBezTo>
                <a:cubicBezTo>
                  <a:pt x="459965" y="40902"/>
                  <a:pt x="457646" y="47295"/>
                  <a:pt x="453007" y="52613"/>
                </a:cubicBezTo>
                <a:cubicBezTo>
                  <a:pt x="448368" y="57931"/>
                  <a:pt x="441975" y="61552"/>
                  <a:pt x="433828" y="63475"/>
                </a:cubicBezTo>
                <a:cubicBezTo>
                  <a:pt x="428341" y="64833"/>
                  <a:pt x="419063" y="65512"/>
                  <a:pt x="405994" y="65512"/>
                </a:cubicBezTo>
                <a:moveTo>
                  <a:pt x="405994" y="9165"/>
                </a:moveTo>
                <a:lnTo>
                  <a:pt x="405994" y="58893"/>
                </a:lnTo>
                <a:cubicBezTo>
                  <a:pt x="407861" y="59006"/>
                  <a:pt x="409276" y="59062"/>
                  <a:pt x="410237" y="59062"/>
                </a:cubicBezTo>
                <a:cubicBezTo>
                  <a:pt x="417139" y="59062"/>
                  <a:pt x="422457" y="57012"/>
                  <a:pt x="426191" y="52910"/>
                </a:cubicBezTo>
                <a:cubicBezTo>
                  <a:pt x="429925" y="48809"/>
                  <a:pt x="431792" y="42458"/>
                  <a:pt x="431792" y="33859"/>
                </a:cubicBezTo>
                <a:cubicBezTo>
                  <a:pt x="431792" y="25317"/>
                  <a:pt x="429925" y="19065"/>
                  <a:pt x="426191" y="15105"/>
                </a:cubicBezTo>
                <a:cubicBezTo>
                  <a:pt x="422457" y="11145"/>
                  <a:pt x="416885" y="9165"/>
                  <a:pt x="409474" y="9165"/>
                </a:cubicBezTo>
                <a:lnTo>
                  <a:pt x="405994" y="9165"/>
                </a:lnTo>
                <a:close/>
                <a:moveTo>
                  <a:pt x="504035" y="38187"/>
                </a:moveTo>
                <a:lnTo>
                  <a:pt x="504035" y="56177"/>
                </a:lnTo>
                <a:cubicBezTo>
                  <a:pt x="509297" y="47974"/>
                  <a:pt x="513907" y="42529"/>
                  <a:pt x="517867" y="39842"/>
                </a:cubicBezTo>
                <a:cubicBezTo>
                  <a:pt x="521828" y="37154"/>
                  <a:pt x="525646" y="35811"/>
                  <a:pt x="529324" y="35811"/>
                </a:cubicBezTo>
                <a:cubicBezTo>
                  <a:pt x="532492" y="35811"/>
                  <a:pt x="535023" y="36790"/>
                  <a:pt x="536919" y="38749"/>
                </a:cubicBezTo>
                <a:cubicBezTo>
                  <a:pt x="538814" y="40708"/>
                  <a:pt x="539761" y="43476"/>
                  <a:pt x="539761" y="47052"/>
                </a:cubicBezTo>
                <a:cubicBezTo>
                  <a:pt x="539761" y="50857"/>
                  <a:pt x="538842" y="53810"/>
                  <a:pt x="537003" y="55912"/>
                </a:cubicBezTo>
                <a:cubicBezTo>
                  <a:pt x="535165" y="58012"/>
                  <a:pt x="532944" y="59062"/>
                  <a:pt x="530342" y="59062"/>
                </a:cubicBezTo>
                <a:cubicBezTo>
                  <a:pt x="527344" y="59062"/>
                  <a:pt x="524741" y="58101"/>
                  <a:pt x="522535" y="56177"/>
                </a:cubicBezTo>
                <a:cubicBezTo>
                  <a:pt x="520328" y="54254"/>
                  <a:pt x="519027" y="53179"/>
                  <a:pt x="518631" y="52953"/>
                </a:cubicBezTo>
                <a:cubicBezTo>
                  <a:pt x="518066" y="52613"/>
                  <a:pt x="517415" y="52443"/>
                  <a:pt x="516679" y="52443"/>
                </a:cubicBezTo>
                <a:cubicBezTo>
                  <a:pt x="515039" y="52443"/>
                  <a:pt x="513483" y="53066"/>
                  <a:pt x="512012" y="54310"/>
                </a:cubicBezTo>
                <a:cubicBezTo>
                  <a:pt x="509693" y="56234"/>
                  <a:pt x="507939" y="58978"/>
                  <a:pt x="506751" y="62542"/>
                </a:cubicBezTo>
                <a:cubicBezTo>
                  <a:pt x="504941" y="68029"/>
                  <a:pt x="504035" y="74083"/>
                  <a:pt x="504035" y="80702"/>
                </a:cubicBezTo>
                <a:lnTo>
                  <a:pt x="504035" y="98947"/>
                </a:lnTo>
                <a:lnTo>
                  <a:pt x="504120" y="103699"/>
                </a:lnTo>
                <a:cubicBezTo>
                  <a:pt x="504120" y="106923"/>
                  <a:pt x="504318" y="108988"/>
                  <a:pt x="504714" y="109893"/>
                </a:cubicBezTo>
                <a:cubicBezTo>
                  <a:pt x="505393" y="111421"/>
                  <a:pt x="506397" y="112538"/>
                  <a:pt x="507727" y="113245"/>
                </a:cubicBezTo>
                <a:cubicBezTo>
                  <a:pt x="509056" y="113953"/>
                  <a:pt x="511305" y="114391"/>
                  <a:pt x="514473" y="114561"/>
                </a:cubicBezTo>
                <a:lnTo>
                  <a:pt x="514473" y="117616"/>
                </a:lnTo>
                <a:lnTo>
                  <a:pt x="471619" y="117616"/>
                </a:lnTo>
                <a:lnTo>
                  <a:pt x="471619" y="114561"/>
                </a:lnTo>
                <a:cubicBezTo>
                  <a:pt x="475070" y="114278"/>
                  <a:pt x="477404" y="113330"/>
                  <a:pt x="478620" y="111718"/>
                </a:cubicBezTo>
                <a:cubicBezTo>
                  <a:pt x="479836" y="110106"/>
                  <a:pt x="480444" y="105848"/>
                  <a:pt x="480444" y="98947"/>
                </a:cubicBezTo>
                <a:lnTo>
                  <a:pt x="480444" y="54989"/>
                </a:lnTo>
                <a:cubicBezTo>
                  <a:pt x="480444" y="50435"/>
                  <a:pt x="480218" y="47532"/>
                  <a:pt x="479765" y="46280"/>
                </a:cubicBezTo>
                <a:cubicBezTo>
                  <a:pt x="479200" y="44686"/>
                  <a:pt x="478379" y="43519"/>
                  <a:pt x="477305" y="42780"/>
                </a:cubicBezTo>
                <a:cubicBezTo>
                  <a:pt x="476230" y="42039"/>
                  <a:pt x="474334" y="41526"/>
                  <a:pt x="471619" y="41242"/>
                </a:cubicBezTo>
                <a:lnTo>
                  <a:pt x="471619" y="38187"/>
                </a:lnTo>
                <a:lnTo>
                  <a:pt x="504035" y="38187"/>
                </a:lnTo>
                <a:close/>
                <a:moveTo>
                  <a:pt x="582478" y="35811"/>
                </a:moveTo>
                <a:cubicBezTo>
                  <a:pt x="589380" y="35811"/>
                  <a:pt x="595801" y="37595"/>
                  <a:pt x="601741" y="41162"/>
                </a:cubicBezTo>
                <a:cubicBezTo>
                  <a:pt x="607681" y="44730"/>
                  <a:pt x="612193" y="49799"/>
                  <a:pt x="615276" y="56368"/>
                </a:cubicBezTo>
                <a:cubicBezTo>
                  <a:pt x="618359" y="62938"/>
                  <a:pt x="619901" y="70130"/>
                  <a:pt x="619901" y="77944"/>
                </a:cubicBezTo>
                <a:cubicBezTo>
                  <a:pt x="619901" y="89212"/>
                  <a:pt x="617044" y="98642"/>
                  <a:pt x="611330" y="106231"/>
                </a:cubicBezTo>
                <a:cubicBezTo>
                  <a:pt x="604428" y="115405"/>
                  <a:pt x="594896" y="119992"/>
                  <a:pt x="582732" y="119992"/>
                </a:cubicBezTo>
                <a:cubicBezTo>
                  <a:pt x="570795" y="119992"/>
                  <a:pt x="561602" y="115801"/>
                  <a:pt x="555153" y="107419"/>
                </a:cubicBezTo>
                <a:cubicBezTo>
                  <a:pt x="548704" y="99038"/>
                  <a:pt x="545479" y="89326"/>
                  <a:pt x="545479" y="78283"/>
                </a:cubicBezTo>
                <a:cubicBezTo>
                  <a:pt x="545479" y="66901"/>
                  <a:pt x="548774" y="56977"/>
                  <a:pt x="555365" y="48511"/>
                </a:cubicBezTo>
                <a:cubicBezTo>
                  <a:pt x="561956" y="40044"/>
                  <a:pt x="570993" y="35811"/>
                  <a:pt x="582478" y="35811"/>
                </a:cubicBezTo>
                <a:moveTo>
                  <a:pt x="582817" y="41751"/>
                </a:moveTo>
                <a:cubicBezTo>
                  <a:pt x="579932" y="41751"/>
                  <a:pt x="577457" y="42842"/>
                  <a:pt x="575392" y="45023"/>
                </a:cubicBezTo>
                <a:cubicBezTo>
                  <a:pt x="573327" y="47203"/>
                  <a:pt x="571969" y="51507"/>
                  <a:pt x="571319" y="57935"/>
                </a:cubicBezTo>
                <a:cubicBezTo>
                  <a:pt x="570668" y="64364"/>
                  <a:pt x="570343" y="73299"/>
                  <a:pt x="570343" y="84740"/>
                </a:cubicBezTo>
                <a:cubicBezTo>
                  <a:pt x="570343" y="90801"/>
                  <a:pt x="570739" y="96465"/>
                  <a:pt x="571531" y="101734"/>
                </a:cubicBezTo>
                <a:cubicBezTo>
                  <a:pt x="572153" y="105754"/>
                  <a:pt x="573483" y="108812"/>
                  <a:pt x="575519" y="110909"/>
                </a:cubicBezTo>
                <a:cubicBezTo>
                  <a:pt x="577556" y="113004"/>
                  <a:pt x="579875" y="114052"/>
                  <a:pt x="582478" y="114052"/>
                </a:cubicBezTo>
                <a:cubicBezTo>
                  <a:pt x="585024" y="114052"/>
                  <a:pt x="587145" y="113344"/>
                  <a:pt x="588842" y="111927"/>
                </a:cubicBezTo>
                <a:cubicBezTo>
                  <a:pt x="591049" y="110002"/>
                  <a:pt x="592519" y="107311"/>
                  <a:pt x="593255" y="103855"/>
                </a:cubicBezTo>
                <a:cubicBezTo>
                  <a:pt x="594386" y="98475"/>
                  <a:pt x="594952" y="87601"/>
                  <a:pt x="594952" y="71232"/>
                </a:cubicBezTo>
                <a:cubicBezTo>
                  <a:pt x="594952" y="61604"/>
                  <a:pt x="594415" y="54992"/>
                  <a:pt x="593340" y="51396"/>
                </a:cubicBezTo>
                <a:cubicBezTo>
                  <a:pt x="592265" y="47798"/>
                  <a:pt x="590681" y="45178"/>
                  <a:pt x="588588" y="43536"/>
                </a:cubicBezTo>
                <a:cubicBezTo>
                  <a:pt x="587117" y="42346"/>
                  <a:pt x="585193" y="41751"/>
                  <a:pt x="582817" y="41751"/>
                </a:cubicBezTo>
                <a:close/>
                <a:moveTo>
                  <a:pt x="696699" y="97098"/>
                </a:moveTo>
                <a:lnTo>
                  <a:pt x="699330" y="99132"/>
                </a:lnTo>
                <a:cubicBezTo>
                  <a:pt x="695596" y="106170"/>
                  <a:pt x="690943" y="111407"/>
                  <a:pt x="685370" y="114842"/>
                </a:cubicBezTo>
                <a:cubicBezTo>
                  <a:pt x="679798" y="118275"/>
                  <a:pt x="673872" y="119992"/>
                  <a:pt x="667592" y="119992"/>
                </a:cubicBezTo>
                <a:cubicBezTo>
                  <a:pt x="657013" y="119992"/>
                  <a:pt x="648555" y="116000"/>
                  <a:pt x="642219" y="108016"/>
                </a:cubicBezTo>
                <a:cubicBezTo>
                  <a:pt x="635883" y="100030"/>
                  <a:pt x="632715" y="90431"/>
                  <a:pt x="632715" y="79219"/>
                </a:cubicBezTo>
                <a:cubicBezTo>
                  <a:pt x="632715" y="68401"/>
                  <a:pt x="635600" y="58887"/>
                  <a:pt x="641370" y="50677"/>
                </a:cubicBezTo>
                <a:cubicBezTo>
                  <a:pt x="648329" y="40766"/>
                  <a:pt x="657918" y="35811"/>
                  <a:pt x="670138" y="35811"/>
                </a:cubicBezTo>
                <a:cubicBezTo>
                  <a:pt x="678341" y="35811"/>
                  <a:pt x="684861" y="37882"/>
                  <a:pt x="689698" y="42024"/>
                </a:cubicBezTo>
                <a:cubicBezTo>
                  <a:pt x="694535" y="46165"/>
                  <a:pt x="696954" y="50788"/>
                  <a:pt x="696954" y="55893"/>
                </a:cubicBezTo>
                <a:cubicBezTo>
                  <a:pt x="696954" y="59127"/>
                  <a:pt x="695978" y="61708"/>
                  <a:pt x="694026" y="63637"/>
                </a:cubicBezTo>
                <a:cubicBezTo>
                  <a:pt x="692074" y="65566"/>
                  <a:pt x="689514" y="66530"/>
                  <a:pt x="686346" y="66530"/>
                </a:cubicBezTo>
                <a:cubicBezTo>
                  <a:pt x="683008" y="66530"/>
                  <a:pt x="680250" y="65423"/>
                  <a:pt x="678072" y="63210"/>
                </a:cubicBezTo>
                <a:cubicBezTo>
                  <a:pt x="675894" y="60995"/>
                  <a:pt x="674551" y="57049"/>
                  <a:pt x="674041" y="51372"/>
                </a:cubicBezTo>
                <a:cubicBezTo>
                  <a:pt x="673702" y="47796"/>
                  <a:pt x="672882" y="45297"/>
                  <a:pt x="671581" y="43878"/>
                </a:cubicBezTo>
                <a:cubicBezTo>
                  <a:pt x="670279" y="42460"/>
                  <a:pt x="668752" y="41751"/>
                  <a:pt x="666998" y="41751"/>
                </a:cubicBezTo>
                <a:cubicBezTo>
                  <a:pt x="664283" y="41751"/>
                  <a:pt x="661963" y="43194"/>
                  <a:pt x="660040" y="46079"/>
                </a:cubicBezTo>
                <a:cubicBezTo>
                  <a:pt x="657098" y="50435"/>
                  <a:pt x="655627" y="57111"/>
                  <a:pt x="655627" y="66106"/>
                </a:cubicBezTo>
                <a:cubicBezTo>
                  <a:pt x="655627" y="73573"/>
                  <a:pt x="656815" y="80716"/>
                  <a:pt x="659191" y="87533"/>
                </a:cubicBezTo>
                <a:cubicBezTo>
                  <a:pt x="661567" y="94350"/>
                  <a:pt x="664820" y="99427"/>
                  <a:pt x="668950" y="102765"/>
                </a:cubicBezTo>
                <a:cubicBezTo>
                  <a:pt x="672061" y="105198"/>
                  <a:pt x="675739" y="106414"/>
                  <a:pt x="679982" y="106414"/>
                </a:cubicBezTo>
                <a:cubicBezTo>
                  <a:pt x="682754" y="106414"/>
                  <a:pt x="685384" y="105765"/>
                  <a:pt x="687874" y="104468"/>
                </a:cubicBezTo>
                <a:cubicBezTo>
                  <a:pt x="690363" y="103168"/>
                  <a:pt x="693305" y="100712"/>
                  <a:pt x="696699" y="97098"/>
                </a:cubicBezTo>
                <a:close/>
                <a:moveTo>
                  <a:pt x="776324" y="75016"/>
                </a:moveTo>
                <a:lnTo>
                  <a:pt x="732791" y="75016"/>
                </a:lnTo>
                <a:cubicBezTo>
                  <a:pt x="733300" y="85567"/>
                  <a:pt x="736100" y="93905"/>
                  <a:pt x="741192" y="100031"/>
                </a:cubicBezTo>
                <a:cubicBezTo>
                  <a:pt x="745096" y="104739"/>
                  <a:pt x="749791" y="107093"/>
                  <a:pt x="755279" y="107093"/>
                </a:cubicBezTo>
                <a:cubicBezTo>
                  <a:pt x="758673" y="107093"/>
                  <a:pt x="761756" y="106145"/>
                  <a:pt x="764529" y="104250"/>
                </a:cubicBezTo>
                <a:cubicBezTo>
                  <a:pt x="767301" y="102355"/>
                  <a:pt x="770271" y="98947"/>
                  <a:pt x="773439" y="94025"/>
                </a:cubicBezTo>
                <a:lnTo>
                  <a:pt x="776324" y="95892"/>
                </a:lnTo>
                <a:cubicBezTo>
                  <a:pt x="772024" y="104660"/>
                  <a:pt x="767272" y="110869"/>
                  <a:pt x="762068" y="114518"/>
                </a:cubicBezTo>
                <a:cubicBezTo>
                  <a:pt x="756863" y="118167"/>
                  <a:pt x="750838" y="119992"/>
                  <a:pt x="743992" y="119992"/>
                </a:cubicBezTo>
                <a:cubicBezTo>
                  <a:pt x="732225" y="119992"/>
                  <a:pt x="723315" y="115461"/>
                  <a:pt x="717262" y="106401"/>
                </a:cubicBezTo>
                <a:cubicBezTo>
                  <a:pt x="712396" y="99096"/>
                  <a:pt x="709964" y="90035"/>
                  <a:pt x="709964" y="79219"/>
                </a:cubicBezTo>
                <a:cubicBezTo>
                  <a:pt x="709964" y="65967"/>
                  <a:pt x="713542" y="55420"/>
                  <a:pt x="720698" y="47577"/>
                </a:cubicBezTo>
                <a:cubicBezTo>
                  <a:pt x="727855" y="39733"/>
                  <a:pt x="736242" y="35811"/>
                  <a:pt x="745859" y="35811"/>
                </a:cubicBezTo>
                <a:cubicBezTo>
                  <a:pt x="753893" y="35811"/>
                  <a:pt x="760865" y="39106"/>
                  <a:pt x="766777" y="45697"/>
                </a:cubicBezTo>
                <a:cubicBezTo>
                  <a:pt x="772689" y="52288"/>
                  <a:pt x="775871" y="62061"/>
                  <a:pt x="776324" y="75016"/>
                </a:cubicBezTo>
                <a:moveTo>
                  <a:pt x="755449" y="69415"/>
                </a:moveTo>
                <a:cubicBezTo>
                  <a:pt x="755449" y="60307"/>
                  <a:pt x="754954" y="54056"/>
                  <a:pt x="753963" y="50661"/>
                </a:cubicBezTo>
                <a:cubicBezTo>
                  <a:pt x="752973" y="47267"/>
                  <a:pt x="751432" y="44693"/>
                  <a:pt x="749339" y="42939"/>
                </a:cubicBezTo>
                <a:cubicBezTo>
                  <a:pt x="748151" y="41921"/>
                  <a:pt x="746567" y="41412"/>
                  <a:pt x="744586" y="41412"/>
                </a:cubicBezTo>
                <a:cubicBezTo>
                  <a:pt x="741645" y="41412"/>
                  <a:pt x="739240" y="42854"/>
                  <a:pt x="737373" y="45739"/>
                </a:cubicBezTo>
                <a:cubicBezTo>
                  <a:pt x="734036" y="50774"/>
                  <a:pt x="732367" y="57676"/>
                  <a:pt x="732367" y="66445"/>
                </a:cubicBezTo>
                <a:lnTo>
                  <a:pt x="732367" y="69415"/>
                </a:lnTo>
                <a:lnTo>
                  <a:pt x="755449" y="69415"/>
                </a:lnTo>
                <a:close/>
                <a:moveTo>
                  <a:pt x="836431" y="36150"/>
                </a:moveTo>
                <a:lnTo>
                  <a:pt x="837704" y="63305"/>
                </a:lnTo>
                <a:lnTo>
                  <a:pt x="834819" y="63305"/>
                </a:lnTo>
                <a:cubicBezTo>
                  <a:pt x="831368" y="55207"/>
                  <a:pt x="827790" y="49675"/>
                  <a:pt x="824084" y="46710"/>
                </a:cubicBezTo>
                <a:cubicBezTo>
                  <a:pt x="820379" y="43743"/>
                  <a:pt x="816687" y="42260"/>
                  <a:pt x="813010" y="42260"/>
                </a:cubicBezTo>
                <a:cubicBezTo>
                  <a:pt x="810691" y="42260"/>
                  <a:pt x="808710" y="43038"/>
                  <a:pt x="807070" y="44594"/>
                </a:cubicBezTo>
                <a:cubicBezTo>
                  <a:pt x="805429" y="46150"/>
                  <a:pt x="804609" y="47946"/>
                  <a:pt x="804609" y="49982"/>
                </a:cubicBezTo>
                <a:cubicBezTo>
                  <a:pt x="804609" y="51510"/>
                  <a:pt x="805175" y="52981"/>
                  <a:pt x="806306" y="54395"/>
                </a:cubicBezTo>
                <a:cubicBezTo>
                  <a:pt x="808116" y="56715"/>
                  <a:pt x="813180" y="60689"/>
                  <a:pt x="821496" y="66318"/>
                </a:cubicBezTo>
                <a:cubicBezTo>
                  <a:pt x="829812" y="71947"/>
                  <a:pt x="835286" y="76727"/>
                  <a:pt x="837916" y="80659"/>
                </a:cubicBezTo>
                <a:cubicBezTo>
                  <a:pt x="840547" y="84591"/>
                  <a:pt x="841862" y="88990"/>
                  <a:pt x="841862" y="93855"/>
                </a:cubicBezTo>
                <a:cubicBezTo>
                  <a:pt x="841862" y="98268"/>
                  <a:pt x="840759" y="102596"/>
                  <a:pt x="838553" y="106838"/>
                </a:cubicBezTo>
                <a:cubicBezTo>
                  <a:pt x="836346" y="111081"/>
                  <a:pt x="833235" y="114334"/>
                  <a:pt x="829218" y="116597"/>
                </a:cubicBezTo>
                <a:cubicBezTo>
                  <a:pt x="825202" y="118860"/>
                  <a:pt x="820761" y="119992"/>
                  <a:pt x="815895" y="119992"/>
                </a:cubicBezTo>
                <a:cubicBezTo>
                  <a:pt x="812105" y="119992"/>
                  <a:pt x="807042" y="118782"/>
                  <a:pt x="800705" y="116361"/>
                </a:cubicBezTo>
                <a:cubicBezTo>
                  <a:pt x="799008" y="115727"/>
                  <a:pt x="797848" y="115409"/>
                  <a:pt x="797226" y="115409"/>
                </a:cubicBezTo>
                <a:cubicBezTo>
                  <a:pt x="795359" y="115409"/>
                  <a:pt x="793803" y="116824"/>
                  <a:pt x="792559" y="119652"/>
                </a:cubicBezTo>
                <a:lnTo>
                  <a:pt x="789758" y="119652"/>
                </a:lnTo>
                <a:lnTo>
                  <a:pt x="788401" y="91139"/>
                </a:lnTo>
                <a:lnTo>
                  <a:pt x="791286" y="91139"/>
                </a:lnTo>
                <a:cubicBezTo>
                  <a:pt x="793832" y="98607"/>
                  <a:pt x="797325" y="104208"/>
                  <a:pt x="801766" y="107942"/>
                </a:cubicBezTo>
                <a:cubicBezTo>
                  <a:pt x="806207" y="111676"/>
                  <a:pt x="810408" y="113542"/>
                  <a:pt x="814368" y="113542"/>
                </a:cubicBezTo>
                <a:cubicBezTo>
                  <a:pt x="817083" y="113542"/>
                  <a:pt x="819304" y="112708"/>
                  <a:pt x="821029" y="111039"/>
                </a:cubicBezTo>
                <a:cubicBezTo>
                  <a:pt x="822755" y="109370"/>
                  <a:pt x="823618" y="107348"/>
                  <a:pt x="823618" y="104972"/>
                </a:cubicBezTo>
                <a:cubicBezTo>
                  <a:pt x="823618" y="102256"/>
                  <a:pt x="822769" y="99908"/>
                  <a:pt x="821072" y="97928"/>
                </a:cubicBezTo>
                <a:cubicBezTo>
                  <a:pt x="819375" y="95948"/>
                  <a:pt x="815584" y="92950"/>
                  <a:pt x="809700" y="88933"/>
                </a:cubicBezTo>
                <a:cubicBezTo>
                  <a:pt x="801045" y="82936"/>
                  <a:pt x="795444" y="78354"/>
                  <a:pt x="792898" y="75186"/>
                </a:cubicBezTo>
                <a:cubicBezTo>
                  <a:pt x="789164" y="70547"/>
                  <a:pt x="787298" y="65427"/>
                  <a:pt x="787298" y="59826"/>
                </a:cubicBezTo>
                <a:cubicBezTo>
                  <a:pt x="787298" y="53716"/>
                  <a:pt x="789405" y="48186"/>
                  <a:pt x="793620" y="43236"/>
                </a:cubicBezTo>
                <a:cubicBezTo>
                  <a:pt x="797834" y="38286"/>
                  <a:pt x="803930" y="35811"/>
                  <a:pt x="811907" y="35811"/>
                </a:cubicBezTo>
                <a:cubicBezTo>
                  <a:pt x="816206" y="35811"/>
                  <a:pt x="820365" y="36898"/>
                  <a:pt x="824381" y="39073"/>
                </a:cubicBezTo>
                <a:cubicBezTo>
                  <a:pt x="825909" y="39953"/>
                  <a:pt x="827153" y="40393"/>
                  <a:pt x="828115" y="40393"/>
                </a:cubicBezTo>
                <a:cubicBezTo>
                  <a:pt x="829133" y="40393"/>
                  <a:pt x="829954" y="40181"/>
                  <a:pt x="830576" y="39757"/>
                </a:cubicBezTo>
                <a:cubicBezTo>
                  <a:pt x="831198" y="39333"/>
                  <a:pt x="832188" y="38130"/>
                  <a:pt x="833546" y="36150"/>
                </a:cubicBezTo>
                <a:lnTo>
                  <a:pt x="836431" y="36150"/>
                </a:lnTo>
                <a:close/>
                <a:moveTo>
                  <a:pt x="904037" y="36150"/>
                </a:moveTo>
                <a:lnTo>
                  <a:pt x="905310" y="63305"/>
                </a:lnTo>
                <a:lnTo>
                  <a:pt x="902424" y="63305"/>
                </a:lnTo>
                <a:cubicBezTo>
                  <a:pt x="898973" y="55207"/>
                  <a:pt x="895395" y="49675"/>
                  <a:pt x="891690" y="46710"/>
                </a:cubicBezTo>
                <a:cubicBezTo>
                  <a:pt x="887984" y="43743"/>
                  <a:pt x="884293" y="42260"/>
                  <a:pt x="880615" y="42260"/>
                </a:cubicBezTo>
                <a:cubicBezTo>
                  <a:pt x="878296" y="42260"/>
                  <a:pt x="876316" y="43038"/>
                  <a:pt x="874675" y="44594"/>
                </a:cubicBezTo>
                <a:cubicBezTo>
                  <a:pt x="873035" y="46150"/>
                  <a:pt x="872214" y="47946"/>
                  <a:pt x="872214" y="49982"/>
                </a:cubicBezTo>
                <a:cubicBezTo>
                  <a:pt x="872214" y="51510"/>
                  <a:pt x="872780" y="52981"/>
                  <a:pt x="873911" y="54395"/>
                </a:cubicBezTo>
                <a:cubicBezTo>
                  <a:pt x="875722" y="56715"/>
                  <a:pt x="880785" y="60689"/>
                  <a:pt x="889101" y="66318"/>
                </a:cubicBezTo>
                <a:cubicBezTo>
                  <a:pt x="897418" y="71947"/>
                  <a:pt x="902891" y="76727"/>
                  <a:pt x="905522" y="80659"/>
                </a:cubicBezTo>
                <a:cubicBezTo>
                  <a:pt x="908152" y="84591"/>
                  <a:pt x="909468" y="88990"/>
                  <a:pt x="909468" y="93855"/>
                </a:cubicBezTo>
                <a:cubicBezTo>
                  <a:pt x="909468" y="98268"/>
                  <a:pt x="908365" y="102596"/>
                  <a:pt x="906158" y="106838"/>
                </a:cubicBezTo>
                <a:cubicBezTo>
                  <a:pt x="903952" y="111081"/>
                  <a:pt x="900840" y="114334"/>
                  <a:pt x="896824" y="116597"/>
                </a:cubicBezTo>
                <a:cubicBezTo>
                  <a:pt x="892807" y="118860"/>
                  <a:pt x="888366" y="119992"/>
                  <a:pt x="883501" y="119992"/>
                </a:cubicBezTo>
                <a:cubicBezTo>
                  <a:pt x="879710" y="119992"/>
                  <a:pt x="874647" y="118782"/>
                  <a:pt x="868311" y="116361"/>
                </a:cubicBezTo>
                <a:cubicBezTo>
                  <a:pt x="866614" y="115727"/>
                  <a:pt x="865454" y="115409"/>
                  <a:pt x="864831" y="115409"/>
                </a:cubicBezTo>
                <a:cubicBezTo>
                  <a:pt x="862965" y="115409"/>
                  <a:pt x="861409" y="116824"/>
                  <a:pt x="860164" y="119652"/>
                </a:cubicBezTo>
                <a:lnTo>
                  <a:pt x="857364" y="119652"/>
                </a:lnTo>
                <a:lnTo>
                  <a:pt x="856006" y="91139"/>
                </a:lnTo>
                <a:lnTo>
                  <a:pt x="858891" y="91139"/>
                </a:lnTo>
                <a:cubicBezTo>
                  <a:pt x="861437" y="98607"/>
                  <a:pt x="864931" y="104208"/>
                  <a:pt x="869371" y="107942"/>
                </a:cubicBezTo>
                <a:cubicBezTo>
                  <a:pt x="873812" y="111676"/>
                  <a:pt x="878013" y="113542"/>
                  <a:pt x="881973" y="113542"/>
                </a:cubicBezTo>
                <a:cubicBezTo>
                  <a:pt x="884689" y="113542"/>
                  <a:pt x="886909" y="112708"/>
                  <a:pt x="888635" y="111039"/>
                </a:cubicBezTo>
                <a:cubicBezTo>
                  <a:pt x="890360" y="109370"/>
                  <a:pt x="891223" y="107348"/>
                  <a:pt x="891223" y="104972"/>
                </a:cubicBezTo>
                <a:cubicBezTo>
                  <a:pt x="891223" y="102256"/>
                  <a:pt x="890374" y="99908"/>
                  <a:pt x="888677" y="97928"/>
                </a:cubicBezTo>
                <a:cubicBezTo>
                  <a:pt x="886980" y="95948"/>
                  <a:pt x="883190" y="92950"/>
                  <a:pt x="877306" y="88933"/>
                </a:cubicBezTo>
                <a:cubicBezTo>
                  <a:pt x="868650" y="82936"/>
                  <a:pt x="863049" y="78354"/>
                  <a:pt x="860504" y="75186"/>
                </a:cubicBezTo>
                <a:cubicBezTo>
                  <a:pt x="856770" y="70547"/>
                  <a:pt x="854903" y="65427"/>
                  <a:pt x="854903" y="59826"/>
                </a:cubicBezTo>
                <a:cubicBezTo>
                  <a:pt x="854903" y="53716"/>
                  <a:pt x="857010" y="48186"/>
                  <a:pt x="861225" y="43236"/>
                </a:cubicBezTo>
                <a:cubicBezTo>
                  <a:pt x="865440" y="38286"/>
                  <a:pt x="871535" y="35811"/>
                  <a:pt x="879512" y="35811"/>
                </a:cubicBezTo>
                <a:cubicBezTo>
                  <a:pt x="883812" y="35811"/>
                  <a:pt x="887970" y="36898"/>
                  <a:pt x="891987" y="39073"/>
                </a:cubicBezTo>
                <a:cubicBezTo>
                  <a:pt x="893514" y="39953"/>
                  <a:pt x="894759" y="40393"/>
                  <a:pt x="895720" y="40393"/>
                </a:cubicBezTo>
                <a:cubicBezTo>
                  <a:pt x="896739" y="40393"/>
                  <a:pt x="897559" y="40181"/>
                  <a:pt x="898181" y="39757"/>
                </a:cubicBezTo>
                <a:cubicBezTo>
                  <a:pt x="898804" y="39333"/>
                  <a:pt x="899794" y="38130"/>
                  <a:pt x="901151" y="36150"/>
                </a:cubicBezTo>
                <a:lnTo>
                  <a:pt x="904037" y="36150"/>
                </a:lnTo>
                <a:close/>
                <a:moveTo>
                  <a:pt x="940584" y="0"/>
                </a:moveTo>
                <a:cubicBezTo>
                  <a:pt x="944261" y="0"/>
                  <a:pt x="947372" y="1291"/>
                  <a:pt x="949918" y="3874"/>
                </a:cubicBezTo>
                <a:cubicBezTo>
                  <a:pt x="952464" y="6456"/>
                  <a:pt x="953737" y="9563"/>
                  <a:pt x="953737" y="13196"/>
                </a:cubicBezTo>
                <a:cubicBezTo>
                  <a:pt x="953737" y="16829"/>
                  <a:pt x="952450" y="19923"/>
                  <a:pt x="949876" y="22477"/>
                </a:cubicBezTo>
                <a:cubicBezTo>
                  <a:pt x="947302" y="25030"/>
                  <a:pt x="944204" y="26307"/>
                  <a:pt x="940584" y="26307"/>
                </a:cubicBezTo>
                <a:cubicBezTo>
                  <a:pt x="936963" y="26307"/>
                  <a:pt x="933880" y="25030"/>
                  <a:pt x="931334" y="22477"/>
                </a:cubicBezTo>
                <a:cubicBezTo>
                  <a:pt x="928788" y="19923"/>
                  <a:pt x="927515" y="16829"/>
                  <a:pt x="927515" y="13196"/>
                </a:cubicBezTo>
                <a:cubicBezTo>
                  <a:pt x="927515" y="9563"/>
                  <a:pt x="928788" y="6456"/>
                  <a:pt x="931334" y="3874"/>
                </a:cubicBezTo>
                <a:cubicBezTo>
                  <a:pt x="933880" y="1291"/>
                  <a:pt x="936963" y="0"/>
                  <a:pt x="940584" y="0"/>
                </a:cubicBezTo>
                <a:moveTo>
                  <a:pt x="952464" y="38187"/>
                </a:moveTo>
                <a:lnTo>
                  <a:pt x="952464" y="101153"/>
                </a:lnTo>
                <a:cubicBezTo>
                  <a:pt x="952464" y="106754"/>
                  <a:pt x="953115" y="110332"/>
                  <a:pt x="954416" y="111888"/>
                </a:cubicBezTo>
                <a:cubicBezTo>
                  <a:pt x="955717" y="113443"/>
                  <a:pt x="958263" y="114334"/>
                  <a:pt x="962053" y="114561"/>
                </a:cubicBezTo>
                <a:lnTo>
                  <a:pt x="962053" y="117616"/>
                </a:lnTo>
                <a:lnTo>
                  <a:pt x="919199" y="117616"/>
                </a:lnTo>
                <a:lnTo>
                  <a:pt x="919199" y="114561"/>
                </a:lnTo>
                <a:cubicBezTo>
                  <a:pt x="922706" y="114448"/>
                  <a:pt x="925309" y="113429"/>
                  <a:pt x="927006" y="111506"/>
                </a:cubicBezTo>
                <a:cubicBezTo>
                  <a:pt x="928137" y="110205"/>
                  <a:pt x="928703" y="106754"/>
                  <a:pt x="928703" y="101153"/>
                </a:cubicBezTo>
                <a:lnTo>
                  <a:pt x="928703" y="54819"/>
                </a:lnTo>
                <a:cubicBezTo>
                  <a:pt x="928703" y="49148"/>
                  <a:pt x="928053" y="45525"/>
                  <a:pt x="926751" y="43949"/>
                </a:cubicBezTo>
                <a:cubicBezTo>
                  <a:pt x="925450" y="42374"/>
                  <a:pt x="922933" y="41472"/>
                  <a:pt x="919199" y="41242"/>
                </a:cubicBezTo>
                <a:lnTo>
                  <a:pt x="919199" y="38187"/>
                </a:lnTo>
                <a:lnTo>
                  <a:pt x="952464" y="38187"/>
                </a:lnTo>
                <a:close/>
                <a:moveTo>
                  <a:pt x="1002221" y="38187"/>
                </a:moveTo>
                <a:lnTo>
                  <a:pt x="1002221" y="48540"/>
                </a:lnTo>
                <a:cubicBezTo>
                  <a:pt x="1006294" y="44097"/>
                  <a:pt x="1010198" y="40865"/>
                  <a:pt x="1013932" y="38845"/>
                </a:cubicBezTo>
                <a:cubicBezTo>
                  <a:pt x="1017665" y="36822"/>
                  <a:pt x="1021682" y="35811"/>
                  <a:pt x="1025982" y="35811"/>
                </a:cubicBezTo>
                <a:cubicBezTo>
                  <a:pt x="1031130" y="35811"/>
                  <a:pt x="1035401" y="37241"/>
                  <a:pt x="1038795" y="40102"/>
                </a:cubicBezTo>
                <a:cubicBezTo>
                  <a:pt x="1042190" y="42962"/>
                  <a:pt x="1044453" y="46516"/>
                  <a:pt x="1045584" y="50765"/>
                </a:cubicBezTo>
                <a:cubicBezTo>
                  <a:pt x="1046489" y="53995"/>
                  <a:pt x="1046942" y="60198"/>
                  <a:pt x="1046942" y="69376"/>
                </a:cubicBezTo>
                <a:lnTo>
                  <a:pt x="1046942" y="100304"/>
                </a:lnTo>
                <a:cubicBezTo>
                  <a:pt x="1046942" y="106414"/>
                  <a:pt x="1047494" y="110219"/>
                  <a:pt x="1048597" y="111718"/>
                </a:cubicBezTo>
                <a:cubicBezTo>
                  <a:pt x="1049700" y="113217"/>
                  <a:pt x="1052005" y="114165"/>
                  <a:pt x="1055513" y="114561"/>
                </a:cubicBezTo>
                <a:lnTo>
                  <a:pt x="1055513" y="117616"/>
                </a:lnTo>
                <a:lnTo>
                  <a:pt x="1015374" y="117616"/>
                </a:lnTo>
                <a:lnTo>
                  <a:pt x="1015374" y="114561"/>
                </a:lnTo>
                <a:cubicBezTo>
                  <a:pt x="1018373" y="114165"/>
                  <a:pt x="1020522" y="112920"/>
                  <a:pt x="1021824" y="110827"/>
                </a:cubicBezTo>
                <a:cubicBezTo>
                  <a:pt x="1022729" y="109413"/>
                  <a:pt x="1023181" y="105905"/>
                  <a:pt x="1023181" y="100304"/>
                </a:cubicBezTo>
                <a:lnTo>
                  <a:pt x="1023181" y="65003"/>
                </a:lnTo>
                <a:cubicBezTo>
                  <a:pt x="1023181" y="58497"/>
                  <a:pt x="1022927" y="54395"/>
                  <a:pt x="1022418" y="52698"/>
                </a:cubicBezTo>
                <a:cubicBezTo>
                  <a:pt x="1021908" y="51001"/>
                  <a:pt x="1021046" y="49685"/>
                  <a:pt x="1019829" y="48752"/>
                </a:cubicBezTo>
                <a:cubicBezTo>
                  <a:pt x="1018613" y="47818"/>
                  <a:pt x="1017269" y="47352"/>
                  <a:pt x="1015798" y="47352"/>
                </a:cubicBezTo>
                <a:cubicBezTo>
                  <a:pt x="1010933" y="47352"/>
                  <a:pt x="1006407" y="50859"/>
                  <a:pt x="1002221" y="57874"/>
                </a:cubicBezTo>
                <a:lnTo>
                  <a:pt x="1002221" y="100304"/>
                </a:lnTo>
                <a:cubicBezTo>
                  <a:pt x="1002221" y="106244"/>
                  <a:pt x="1002773" y="110007"/>
                  <a:pt x="1003876" y="111591"/>
                </a:cubicBezTo>
                <a:cubicBezTo>
                  <a:pt x="1004979" y="113175"/>
                  <a:pt x="1007030" y="114165"/>
                  <a:pt x="1010028" y="114561"/>
                </a:cubicBezTo>
                <a:lnTo>
                  <a:pt x="1010028" y="117616"/>
                </a:lnTo>
                <a:lnTo>
                  <a:pt x="969889" y="117616"/>
                </a:lnTo>
                <a:lnTo>
                  <a:pt x="969889" y="114561"/>
                </a:lnTo>
                <a:cubicBezTo>
                  <a:pt x="973227" y="114221"/>
                  <a:pt x="975603" y="113146"/>
                  <a:pt x="977018" y="111336"/>
                </a:cubicBezTo>
                <a:cubicBezTo>
                  <a:pt x="977979" y="110091"/>
                  <a:pt x="978460" y="106414"/>
                  <a:pt x="978460" y="100304"/>
                </a:cubicBezTo>
                <a:lnTo>
                  <a:pt x="978460" y="55498"/>
                </a:lnTo>
                <a:cubicBezTo>
                  <a:pt x="978460" y="49429"/>
                  <a:pt x="977909" y="45650"/>
                  <a:pt x="976805" y="44162"/>
                </a:cubicBezTo>
                <a:cubicBezTo>
                  <a:pt x="975702" y="42673"/>
                  <a:pt x="973397" y="41700"/>
                  <a:pt x="969889" y="41242"/>
                </a:cubicBezTo>
                <a:lnTo>
                  <a:pt x="969889" y="38187"/>
                </a:lnTo>
                <a:lnTo>
                  <a:pt x="1002221" y="38187"/>
                </a:lnTo>
                <a:close/>
                <a:moveTo>
                  <a:pt x="1117349" y="39205"/>
                </a:moveTo>
                <a:lnTo>
                  <a:pt x="1144080" y="39205"/>
                </a:lnTo>
                <a:lnTo>
                  <a:pt x="1144080" y="48540"/>
                </a:lnTo>
                <a:lnTo>
                  <a:pt x="1128890" y="48540"/>
                </a:lnTo>
                <a:cubicBezTo>
                  <a:pt x="1131662" y="51312"/>
                  <a:pt x="1133586" y="53829"/>
                  <a:pt x="1134660" y="56092"/>
                </a:cubicBezTo>
                <a:cubicBezTo>
                  <a:pt x="1136018" y="59147"/>
                  <a:pt x="1136697" y="62344"/>
                  <a:pt x="1136697" y="65681"/>
                </a:cubicBezTo>
                <a:cubicBezTo>
                  <a:pt x="1136697" y="71339"/>
                  <a:pt x="1135127" y="76247"/>
                  <a:pt x="1131987" y="80405"/>
                </a:cubicBezTo>
                <a:cubicBezTo>
                  <a:pt x="1128848" y="84563"/>
                  <a:pt x="1124576" y="87816"/>
                  <a:pt x="1119174" y="90164"/>
                </a:cubicBezTo>
                <a:cubicBezTo>
                  <a:pt x="1113771" y="92511"/>
                  <a:pt x="1108976" y="93685"/>
                  <a:pt x="1104790" y="93685"/>
                </a:cubicBezTo>
                <a:cubicBezTo>
                  <a:pt x="1104450" y="93685"/>
                  <a:pt x="1101056" y="93544"/>
                  <a:pt x="1094607" y="93261"/>
                </a:cubicBezTo>
                <a:cubicBezTo>
                  <a:pt x="1092061" y="93261"/>
                  <a:pt x="1089925" y="94091"/>
                  <a:pt x="1088200" y="95751"/>
                </a:cubicBezTo>
                <a:cubicBezTo>
                  <a:pt x="1086474" y="97411"/>
                  <a:pt x="1085611" y="99394"/>
                  <a:pt x="1085611" y="101699"/>
                </a:cubicBezTo>
                <a:cubicBezTo>
                  <a:pt x="1085611" y="103725"/>
                  <a:pt x="1086389" y="105385"/>
                  <a:pt x="1087945" y="106679"/>
                </a:cubicBezTo>
                <a:cubicBezTo>
                  <a:pt x="1089501" y="107973"/>
                  <a:pt x="1092033" y="108621"/>
                  <a:pt x="1095540" y="108621"/>
                </a:cubicBezTo>
                <a:lnTo>
                  <a:pt x="1110221" y="108451"/>
                </a:lnTo>
                <a:cubicBezTo>
                  <a:pt x="1122101" y="108451"/>
                  <a:pt x="1130276" y="109755"/>
                  <a:pt x="1134745" y="112362"/>
                </a:cubicBezTo>
                <a:cubicBezTo>
                  <a:pt x="1141138" y="115988"/>
                  <a:pt x="1144334" y="121571"/>
                  <a:pt x="1144334" y="129109"/>
                </a:cubicBezTo>
                <a:cubicBezTo>
                  <a:pt x="1144334" y="133926"/>
                  <a:pt x="1142864" y="138305"/>
                  <a:pt x="1139922" y="142244"/>
                </a:cubicBezTo>
                <a:cubicBezTo>
                  <a:pt x="1136980" y="146183"/>
                  <a:pt x="1133105" y="149087"/>
                  <a:pt x="1128296" y="150958"/>
                </a:cubicBezTo>
                <a:cubicBezTo>
                  <a:pt x="1120998" y="153735"/>
                  <a:pt x="1112597" y="155124"/>
                  <a:pt x="1103093" y="155124"/>
                </a:cubicBezTo>
                <a:cubicBezTo>
                  <a:pt x="1095964" y="155124"/>
                  <a:pt x="1089458" y="154431"/>
                  <a:pt x="1083575" y="153045"/>
                </a:cubicBezTo>
                <a:cubicBezTo>
                  <a:pt x="1077691" y="151659"/>
                  <a:pt x="1073477" y="149734"/>
                  <a:pt x="1070931" y="147272"/>
                </a:cubicBezTo>
                <a:cubicBezTo>
                  <a:pt x="1068385" y="144811"/>
                  <a:pt x="1067112" y="142222"/>
                  <a:pt x="1067112" y="139504"/>
                </a:cubicBezTo>
                <a:cubicBezTo>
                  <a:pt x="1067112" y="136902"/>
                  <a:pt x="1068088" y="134567"/>
                  <a:pt x="1070040" y="132501"/>
                </a:cubicBezTo>
                <a:cubicBezTo>
                  <a:pt x="1071991" y="130436"/>
                  <a:pt x="1075626" y="128696"/>
                  <a:pt x="1080944" y="127282"/>
                </a:cubicBezTo>
                <a:cubicBezTo>
                  <a:pt x="1073590" y="123661"/>
                  <a:pt x="1069912" y="118627"/>
                  <a:pt x="1069912" y="112179"/>
                </a:cubicBezTo>
                <a:cubicBezTo>
                  <a:pt x="1069912" y="108276"/>
                  <a:pt x="1071412" y="104486"/>
                  <a:pt x="1074410" y="100811"/>
                </a:cubicBezTo>
                <a:cubicBezTo>
                  <a:pt x="1077408" y="97134"/>
                  <a:pt x="1082160" y="93937"/>
                  <a:pt x="1088666" y="91222"/>
                </a:cubicBezTo>
                <a:cubicBezTo>
                  <a:pt x="1081086" y="88446"/>
                  <a:pt x="1075598" y="84792"/>
                  <a:pt x="1072204" y="80259"/>
                </a:cubicBezTo>
                <a:cubicBezTo>
                  <a:pt x="1068809" y="75726"/>
                  <a:pt x="1067112" y="70485"/>
                  <a:pt x="1067112" y="64536"/>
                </a:cubicBezTo>
                <a:cubicBezTo>
                  <a:pt x="1067112" y="56775"/>
                  <a:pt x="1070280" y="50047"/>
                  <a:pt x="1076616" y="44353"/>
                </a:cubicBezTo>
                <a:cubicBezTo>
                  <a:pt x="1082953" y="38658"/>
                  <a:pt x="1091099" y="35811"/>
                  <a:pt x="1101056" y="35811"/>
                </a:cubicBezTo>
                <a:cubicBezTo>
                  <a:pt x="1106317" y="35811"/>
                  <a:pt x="1111748" y="36942"/>
                  <a:pt x="1117349" y="39205"/>
                </a:cubicBezTo>
                <a:moveTo>
                  <a:pt x="1102668" y="41242"/>
                </a:moveTo>
                <a:cubicBezTo>
                  <a:pt x="1099387" y="41242"/>
                  <a:pt x="1096615" y="42894"/>
                  <a:pt x="1094352" y="46198"/>
                </a:cubicBezTo>
                <a:cubicBezTo>
                  <a:pt x="1092089" y="49501"/>
                  <a:pt x="1090958" y="56348"/>
                  <a:pt x="1090958" y="66740"/>
                </a:cubicBezTo>
                <a:cubicBezTo>
                  <a:pt x="1090958" y="75153"/>
                  <a:pt x="1092075" y="80927"/>
                  <a:pt x="1094310" y="84062"/>
                </a:cubicBezTo>
                <a:cubicBezTo>
                  <a:pt x="1096544" y="87196"/>
                  <a:pt x="1099189" y="88763"/>
                  <a:pt x="1102244" y="88763"/>
                </a:cubicBezTo>
                <a:cubicBezTo>
                  <a:pt x="1105638" y="88763"/>
                  <a:pt x="1108467" y="87210"/>
                  <a:pt x="1110730" y="84104"/>
                </a:cubicBezTo>
                <a:cubicBezTo>
                  <a:pt x="1112993" y="80998"/>
                  <a:pt x="1114124" y="74955"/>
                  <a:pt x="1114124" y="65976"/>
                </a:cubicBezTo>
                <a:cubicBezTo>
                  <a:pt x="1114124" y="55869"/>
                  <a:pt x="1112851" y="48979"/>
                  <a:pt x="1110306" y="45307"/>
                </a:cubicBezTo>
                <a:cubicBezTo>
                  <a:pt x="1108495" y="42597"/>
                  <a:pt x="1105950" y="41242"/>
                  <a:pt x="1102668" y="41242"/>
                </a:cubicBezTo>
                <a:moveTo>
                  <a:pt x="1097662" y="129326"/>
                </a:moveTo>
                <a:cubicBezTo>
                  <a:pt x="1091891" y="129326"/>
                  <a:pt x="1088072" y="129805"/>
                  <a:pt x="1086205" y="130764"/>
                </a:cubicBezTo>
                <a:cubicBezTo>
                  <a:pt x="1082981" y="132509"/>
                  <a:pt x="1081368" y="134874"/>
                  <a:pt x="1081368" y="137860"/>
                </a:cubicBezTo>
                <a:cubicBezTo>
                  <a:pt x="1081368" y="140733"/>
                  <a:pt x="1083037" y="143338"/>
                  <a:pt x="1086375" y="145675"/>
                </a:cubicBezTo>
                <a:cubicBezTo>
                  <a:pt x="1089713" y="148014"/>
                  <a:pt x="1095993" y="149184"/>
                  <a:pt x="1105214" y="149184"/>
                </a:cubicBezTo>
                <a:cubicBezTo>
                  <a:pt x="1113078" y="149184"/>
                  <a:pt x="1119258" y="148141"/>
                  <a:pt x="1123756" y="146057"/>
                </a:cubicBezTo>
                <a:cubicBezTo>
                  <a:pt x="1128254" y="143973"/>
                  <a:pt x="1130502" y="141043"/>
                  <a:pt x="1130502" y="137269"/>
                </a:cubicBezTo>
                <a:cubicBezTo>
                  <a:pt x="1130502" y="135861"/>
                  <a:pt x="1130078" y="134679"/>
                  <a:pt x="1129229" y="133720"/>
                </a:cubicBezTo>
                <a:cubicBezTo>
                  <a:pt x="1127702" y="132030"/>
                  <a:pt x="1125397" y="130875"/>
                  <a:pt x="1122313" y="130255"/>
                </a:cubicBezTo>
                <a:cubicBezTo>
                  <a:pt x="1119230" y="129636"/>
                  <a:pt x="1111013" y="129326"/>
                  <a:pt x="1097662" y="129326"/>
                </a:cubicBezTo>
                <a:close/>
                <a:moveTo>
                  <a:pt x="1156130" y="148165"/>
                </a:moveTo>
                <a:lnTo>
                  <a:pt x="1156130" y="144431"/>
                </a:lnTo>
                <a:cubicBezTo>
                  <a:pt x="1162693" y="141603"/>
                  <a:pt x="1167459" y="137940"/>
                  <a:pt x="1170429" y="133442"/>
                </a:cubicBezTo>
                <a:cubicBezTo>
                  <a:pt x="1173399" y="128944"/>
                  <a:pt x="1174884" y="124348"/>
                  <a:pt x="1174884" y="119652"/>
                </a:cubicBezTo>
                <a:cubicBezTo>
                  <a:pt x="1174884" y="118691"/>
                  <a:pt x="1174686" y="117955"/>
                  <a:pt x="1174290" y="117446"/>
                </a:cubicBezTo>
                <a:cubicBezTo>
                  <a:pt x="1173894" y="116993"/>
                  <a:pt x="1173498" y="116767"/>
                  <a:pt x="1173102" y="116767"/>
                </a:cubicBezTo>
                <a:cubicBezTo>
                  <a:pt x="1172763" y="116767"/>
                  <a:pt x="1172253" y="116965"/>
                  <a:pt x="1171575" y="117361"/>
                </a:cubicBezTo>
                <a:cubicBezTo>
                  <a:pt x="1169934" y="118323"/>
                  <a:pt x="1167897" y="118804"/>
                  <a:pt x="1165465" y="118804"/>
                </a:cubicBezTo>
                <a:cubicBezTo>
                  <a:pt x="1162127" y="118804"/>
                  <a:pt x="1159227" y="117503"/>
                  <a:pt x="1156767" y="114900"/>
                </a:cubicBezTo>
                <a:cubicBezTo>
                  <a:pt x="1154306" y="112298"/>
                  <a:pt x="1153075" y="109243"/>
                  <a:pt x="1153075" y="105735"/>
                </a:cubicBezTo>
                <a:cubicBezTo>
                  <a:pt x="1153075" y="102001"/>
                  <a:pt x="1154489" y="98720"/>
                  <a:pt x="1157318" y="95892"/>
                </a:cubicBezTo>
                <a:cubicBezTo>
                  <a:pt x="1160147" y="93063"/>
                  <a:pt x="1163569" y="91649"/>
                  <a:pt x="1167586" y="91649"/>
                </a:cubicBezTo>
                <a:cubicBezTo>
                  <a:pt x="1172451" y="91649"/>
                  <a:pt x="1176610" y="93530"/>
                  <a:pt x="1180061" y="97292"/>
                </a:cubicBezTo>
                <a:cubicBezTo>
                  <a:pt x="1183511" y="101054"/>
                  <a:pt x="1185237" y="106216"/>
                  <a:pt x="1185237" y="112779"/>
                </a:cubicBezTo>
                <a:cubicBezTo>
                  <a:pt x="1185237" y="120869"/>
                  <a:pt x="1182790" y="128053"/>
                  <a:pt x="1177897" y="134333"/>
                </a:cubicBezTo>
                <a:cubicBezTo>
                  <a:pt x="1173003" y="140613"/>
                  <a:pt x="1165748" y="145223"/>
                  <a:pt x="1156130" y="14816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Editing,Summarising">
            <a:extLst xmlns:a="http://schemas.openxmlformats.org/drawingml/2006/main">
              <a:ext uri="{FF2B5EF4-FFF2-40B4-BE49-F238E27FC236}">
                <a16:creationId xmlns:a16="http://schemas.microsoft.com/office/drawing/2014/main" id="{C42A540F-0C19-4EF2-ACBF-83CD9C69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2" y="1543306"/>
            <a:ext cx="1625470" cy="155124"/>
          </a:xfrm>
          <a:custGeom xmlns:a="http://schemas.openxmlformats.org/drawingml/2006/main">
            <a:pathLst>
              <a:path w="1625470" h="155124">
                <a:moveTo>
                  <a:pt x="43873" y="9165"/>
                </a:moveTo>
                <a:lnTo>
                  <a:pt x="43873" y="55838"/>
                </a:lnTo>
                <a:lnTo>
                  <a:pt x="46164" y="55838"/>
                </a:lnTo>
                <a:cubicBezTo>
                  <a:pt x="53462" y="55838"/>
                  <a:pt x="58751" y="53547"/>
                  <a:pt x="62033" y="48964"/>
                </a:cubicBezTo>
                <a:cubicBezTo>
                  <a:pt x="65314" y="44382"/>
                  <a:pt x="67407" y="37621"/>
                  <a:pt x="68312" y="28683"/>
                </a:cubicBezTo>
                <a:lnTo>
                  <a:pt x="71537" y="28683"/>
                </a:lnTo>
                <a:lnTo>
                  <a:pt x="71537" y="89103"/>
                </a:lnTo>
                <a:lnTo>
                  <a:pt x="68312" y="89103"/>
                </a:lnTo>
                <a:cubicBezTo>
                  <a:pt x="67633" y="82519"/>
                  <a:pt x="66205" y="77128"/>
                  <a:pt x="64027" y="72929"/>
                </a:cubicBezTo>
                <a:cubicBezTo>
                  <a:pt x="61849" y="68728"/>
                  <a:pt x="59317" y="65905"/>
                  <a:pt x="56432" y="64459"/>
                </a:cubicBezTo>
                <a:cubicBezTo>
                  <a:pt x="53547" y="63011"/>
                  <a:pt x="49360" y="62287"/>
                  <a:pt x="43873" y="62287"/>
                </a:cubicBezTo>
                <a:lnTo>
                  <a:pt x="43873" y="94704"/>
                </a:lnTo>
                <a:cubicBezTo>
                  <a:pt x="43873" y="101040"/>
                  <a:pt x="44141" y="104915"/>
                  <a:pt x="44679" y="106329"/>
                </a:cubicBezTo>
                <a:cubicBezTo>
                  <a:pt x="45216" y="107744"/>
                  <a:pt x="46220" y="108903"/>
                  <a:pt x="47691" y="109809"/>
                </a:cubicBezTo>
                <a:cubicBezTo>
                  <a:pt x="49162" y="110714"/>
                  <a:pt x="51538" y="111166"/>
                  <a:pt x="54819" y="111166"/>
                </a:cubicBezTo>
                <a:lnTo>
                  <a:pt x="61693" y="111166"/>
                </a:lnTo>
                <a:cubicBezTo>
                  <a:pt x="72442" y="111166"/>
                  <a:pt x="81055" y="108691"/>
                  <a:pt x="87533" y="103741"/>
                </a:cubicBezTo>
                <a:cubicBezTo>
                  <a:pt x="94011" y="98791"/>
                  <a:pt x="98664" y="91224"/>
                  <a:pt x="101492" y="81041"/>
                </a:cubicBezTo>
                <a:lnTo>
                  <a:pt x="104632" y="81041"/>
                </a:lnTo>
                <a:lnTo>
                  <a:pt x="99456" y="117616"/>
                </a:lnTo>
                <a:lnTo>
                  <a:pt x="0" y="117616"/>
                </a:lnTo>
                <a:lnTo>
                  <a:pt x="0" y="114561"/>
                </a:lnTo>
                <a:lnTo>
                  <a:pt x="3819" y="114561"/>
                </a:lnTo>
                <a:cubicBezTo>
                  <a:pt x="7157" y="114561"/>
                  <a:pt x="9844" y="113964"/>
                  <a:pt x="11880" y="112771"/>
                </a:cubicBezTo>
                <a:cubicBezTo>
                  <a:pt x="13351" y="111973"/>
                  <a:pt x="14483" y="110609"/>
                  <a:pt x="15275" y="108676"/>
                </a:cubicBezTo>
                <a:cubicBezTo>
                  <a:pt x="15897" y="107311"/>
                  <a:pt x="16208" y="103729"/>
                  <a:pt x="16208" y="97928"/>
                </a:cubicBezTo>
                <a:lnTo>
                  <a:pt x="16208" y="22233"/>
                </a:lnTo>
                <a:cubicBezTo>
                  <a:pt x="16208" y="17002"/>
                  <a:pt x="16067" y="13789"/>
                  <a:pt x="15784" y="12594"/>
                </a:cubicBezTo>
                <a:cubicBezTo>
                  <a:pt x="15218" y="10605"/>
                  <a:pt x="14172" y="9070"/>
                  <a:pt x="12644" y="7990"/>
                </a:cubicBezTo>
                <a:cubicBezTo>
                  <a:pt x="10494" y="6397"/>
                  <a:pt x="7553" y="5601"/>
                  <a:pt x="3819" y="5601"/>
                </a:cubicBezTo>
                <a:lnTo>
                  <a:pt x="0" y="5601"/>
                </a:lnTo>
                <a:lnTo>
                  <a:pt x="0" y="2546"/>
                </a:lnTo>
                <a:lnTo>
                  <a:pt x="96316" y="2546"/>
                </a:lnTo>
                <a:lnTo>
                  <a:pt x="96316" y="36659"/>
                </a:lnTo>
                <a:lnTo>
                  <a:pt x="93091" y="36659"/>
                </a:lnTo>
                <a:cubicBezTo>
                  <a:pt x="91451" y="28317"/>
                  <a:pt x="89145" y="22330"/>
                  <a:pt x="86175" y="18698"/>
                </a:cubicBezTo>
                <a:cubicBezTo>
                  <a:pt x="83205" y="15067"/>
                  <a:pt x="79004" y="12400"/>
                  <a:pt x="73573" y="10698"/>
                </a:cubicBezTo>
                <a:cubicBezTo>
                  <a:pt x="70405" y="9676"/>
                  <a:pt x="64465" y="9165"/>
                  <a:pt x="55753" y="9165"/>
                </a:cubicBezTo>
                <a:lnTo>
                  <a:pt x="43873" y="9165"/>
                </a:lnTo>
                <a:close/>
                <a:moveTo>
                  <a:pt x="195434" y="2546"/>
                </a:moveTo>
                <a:lnTo>
                  <a:pt x="195434" y="93855"/>
                </a:lnTo>
                <a:cubicBezTo>
                  <a:pt x="195434" y="99960"/>
                  <a:pt x="195603" y="103571"/>
                  <a:pt x="195943" y="104690"/>
                </a:cubicBezTo>
                <a:cubicBezTo>
                  <a:pt x="196395" y="106540"/>
                  <a:pt x="197258" y="107913"/>
                  <a:pt x="198531" y="108809"/>
                </a:cubicBezTo>
                <a:cubicBezTo>
                  <a:pt x="199804" y="109703"/>
                  <a:pt x="202024" y="110263"/>
                  <a:pt x="205192" y="110487"/>
                </a:cubicBezTo>
                <a:lnTo>
                  <a:pt x="205192" y="113542"/>
                </a:lnTo>
                <a:lnTo>
                  <a:pt x="171673" y="119992"/>
                </a:lnTo>
                <a:lnTo>
                  <a:pt x="171673" y="107433"/>
                </a:lnTo>
                <a:cubicBezTo>
                  <a:pt x="167656" y="112298"/>
                  <a:pt x="164078" y="115607"/>
                  <a:pt x="160938" y="117361"/>
                </a:cubicBezTo>
                <a:cubicBezTo>
                  <a:pt x="157798" y="119115"/>
                  <a:pt x="154248" y="119992"/>
                  <a:pt x="150288" y="119992"/>
                </a:cubicBezTo>
                <a:cubicBezTo>
                  <a:pt x="140161" y="119992"/>
                  <a:pt x="132156" y="115461"/>
                  <a:pt x="126273" y="106401"/>
                </a:cubicBezTo>
                <a:cubicBezTo>
                  <a:pt x="121521" y="99039"/>
                  <a:pt x="119145" y="90007"/>
                  <a:pt x="119145" y="79304"/>
                </a:cubicBezTo>
                <a:cubicBezTo>
                  <a:pt x="119145" y="70753"/>
                  <a:pt x="120615" y="63093"/>
                  <a:pt x="123557" y="56326"/>
                </a:cubicBezTo>
                <a:cubicBezTo>
                  <a:pt x="126499" y="49558"/>
                  <a:pt x="130530" y="44447"/>
                  <a:pt x="135650" y="40993"/>
                </a:cubicBezTo>
                <a:cubicBezTo>
                  <a:pt x="140770" y="37538"/>
                  <a:pt x="146271" y="35811"/>
                  <a:pt x="152155" y="35811"/>
                </a:cubicBezTo>
                <a:cubicBezTo>
                  <a:pt x="155945" y="35811"/>
                  <a:pt x="159312" y="36552"/>
                  <a:pt x="162253" y="38036"/>
                </a:cubicBezTo>
                <a:cubicBezTo>
                  <a:pt x="165195" y="39519"/>
                  <a:pt x="168335" y="42115"/>
                  <a:pt x="171673" y="45824"/>
                </a:cubicBezTo>
                <a:lnTo>
                  <a:pt x="171673" y="21894"/>
                </a:lnTo>
                <a:cubicBezTo>
                  <a:pt x="171673" y="15840"/>
                  <a:pt x="171418" y="12192"/>
                  <a:pt x="170909" y="10947"/>
                </a:cubicBezTo>
                <a:cubicBezTo>
                  <a:pt x="170230" y="9306"/>
                  <a:pt x="169212" y="8090"/>
                  <a:pt x="167854" y="7298"/>
                </a:cubicBezTo>
                <a:cubicBezTo>
                  <a:pt x="166496" y="6506"/>
                  <a:pt x="163951" y="6110"/>
                  <a:pt x="160217" y="6110"/>
                </a:cubicBezTo>
                <a:lnTo>
                  <a:pt x="160217" y="2546"/>
                </a:lnTo>
                <a:lnTo>
                  <a:pt x="195434" y="2546"/>
                </a:lnTo>
                <a:moveTo>
                  <a:pt x="171673" y="56177"/>
                </a:moveTo>
                <a:cubicBezTo>
                  <a:pt x="167486" y="48257"/>
                  <a:pt x="162366" y="44297"/>
                  <a:pt x="156313" y="44297"/>
                </a:cubicBezTo>
                <a:cubicBezTo>
                  <a:pt x="154220" y="44297"/>
                  <a:pt x="152494" y="44863"/>
                  <a:pt x="151137" y="45994"/>
                </a:cubicBezTo>
                <a:cubicBezTo>
                  <a:pt x="149043" y="47748"/>
                  <a:pt x="147332" y="50831"/>
                  <a:pt x="146003" y="55244"/>
                </a:cubicBezTo>
                <a:cubicBezTo>
                  <a:pt x="144673" y="59656"/>
                  <a:pt x="144008" y="66417"/>
                  <a:pt x="144008" y="75525"/>
                </a:cubicBezTo>
                <a:cubicBezTo>
                  <a:pt x="144008" y="85539"/>
                  <a:pt x="144744" y="92950"/>
                  <a:pt x="146215" y="97758"/>
                </a:cubicBezTo>
                <a:cubicBezTo>
                  <a:pt x="147686" y="102567"/>
                  <a:pt x="149694" y="106046"/>
                  <a:pt x="152240" y="108196"/>
                </a:cubicBezTo>
                <a:cubicBezTo>
                  <a:pt x="153541" y="109271"/>
                  <a:pt x="155323" y="109809"/>
                  <a:pt x="157586" y="109809"/>
                </a:cubicBezTo>
                <a:cubicBezTo>
                  <a:pt x="162564" y="109809"/>
                  <a:pt x="167260" y="105893"/>
                  <a:pt x="171673" y="98061"/>
                </a:cubicBezTo>
                <a:lnTo>
                  <a:pt x="171673" y="56177"/>
                </a:lnTo>
                <a:close/>
                <a:moveTo>
                  <a:pt x="234018" y="0"/>
                </a:moveTo>
                <a:cubicBezTo>
                  <a:pt x="237696" y="0"/>
                  <a:pt x="240807" y="1291"/>
                  <a:pt x="243353" y="3874"/>
                </a:cubicBezTo>
                <a:cubicBezTo>
                  <a:pt x="245899" y="6456"/>
                  <a:pt x="247172" y="9563"/>
                  <a:pt x="247172" y="13196"/>
                </a:cubicBezTo>
                <a:cubicBezTo>
                  <a:pt x="247172" y="16829"/>
                  <a:pt x="245884" y="19923"/>
                  <a:pt x="243310" y="22477"/>
                </a:cubicBezTo>
                <a:cubicBezTo>
                  <a:pt x="240736" y="25030"/>
                  <a:pt x="237639" y="26307"/>
                  <a:pt x="234018" y="26307"/>
                </a:cubicBezTo>
                <a:cubicBezTo>
                  <a:pt x="230398" y="26307"/>
                  <a:pt x="227314" y="25030"/>
                  <a:pt x="224769" y="22477"/>
                </a:cubicBezTo>
                <a:cubicBezTo>
                  <a:pt x="222223" y="19923"/>
                  <a:pt x="220950" y="16829"/>
                  <a:pt x="220950" y="13196"/>
                </a:cubicBezTo>
                <a:cubicBezTo>
                  <a:pt x="220950" y="9563"/>
                  <a:pt x="222223" y="6456"/>
                  <a:pt x="224769" y="3874"/>
                </a:cubicBezTo>
                <a:cubicBezTo>
                  <a:pt x="227314" y="1291"/>
                  <a:pt x="230398" y="0"/>
                  <a:pt x="234018" y="0"/>
                </a:cubicBezTo>
                <a:moveTo>
                  <a:pt x="245899" y="38187"/>
                </a:moveTo>
                <a:lnTo>
                  <a:pt x="245899" y="101153"/>
                </a:lnTo>
                <a:cubicBezTo>
                  <a:pt x="245899" y="106754"/>
                  <a:pt x="246549" y="110332"/>
                  <a:pt x="247850" y="111888"/>
                </a:cubicBezTo>
                <a:cubicBezTo>
                  <a:pt x="249152" y="113443"/>
                  <a:pt x="251697" y="114334"/>
                  <a:pt x="255488" y="114561"/>
                </a:cubicBezTo>
                <a:lnTo>
                  <a:pt x="255488" y="117616"/>
                </a:lnTo>
                <a:lnTo>
                  <a:pt x="212634" y="117616"/>
                </a:lnTo>
                <a:lnTo>
                  <a:pt x="212634" y="114561"/>
                </a:lnTo>
                <a:cubicBezTo>
                  <a:pt x="216141" y="114448"/>
                  <a:pt x="218743" y="113429"/>
                  <a:pt x="220441" y="111506"/>
                </a:cubicBezTo>
                <a:cubicBezTo>
                  <a:pt x="221572" y="110205"/>
                  <a:pt x="222138" y="106754"/>
                  <a:pt x="222138" y="101153"/>
                </a:cubicBezTo>
                <a:lnTo>
                  <a:pt x="222138" y="54819"/>
                </a:lnTo>
                <a:cubicBezTo>
                  <a:pt x="222138" y="49148"/>
                  <a:pt x="221487" y="45525"/>
                  <a:pt x="220186" y="43949"/>
                </a:cubicBezTo>
                <a:cubicBezTo>
                  <a:pt x="218885" y="42374"/>
                  <a:pt x="216367" y="41472"/>
                  <a:pt x="212634" y="41242"/>
                </a:cubicBezTo>
                <a:lnTo>
                  <a:pt x="212634" y="38187"/>
                </a:lnTo>
                <a:lnTo>
                  <a:pt x="245899" y="38187"/>
                </a:lnTo>
                <a:close/>
                <a:moveTo>
                  <a:pt x="294722" y="8995"/>
                </a:moveTo>
                <a:lnTo>
                  <a:pt x="294722" y="38187"/>
                </a:lnTo>
                <a:lnTo>
                  <a:pt x="313561" y="38187"/>
                </a:lnTo>
                <a:lnTo>
                  <a:pt x="313561" y="46503"/>
                </a:lnTo>
                <a:lnTo>
                  <a:pt x="294722" y="46503"/>
                </a:lnTo>
                <a:lnTo>
                  <a:pt x="294722" y="95600"/>
                </a:lnTo>
                <a:cubicBezTo>
                  <a:pt x="294722" y="100195"/>
                  <a:pt x="294934" y="103159"/>
                  <a:pt x="295359" y="104492"/>
                </a:cubicBezTo>
                <a:cubicBezTo>
                  <a:pt x="295783" y="105825"/>
                  <a:pt x="296533" y="106903"/>
                  <a:pt x="297607" y="107727"/>
                </a:cubicBezTo>
                <a:cubicBezTo>
                  <a:pt x="298682" y="108549"/>
                  <a:pt x="299672" y="108960"/>
                  <a:pt x="300578" y="108960"/>
                </a:cubicBezTo>
                <a:cubicBezTo>
                  <a:pt x="304255" y="108960"/>
                  <a:pt x="307734" y="106131"/>
                  <a:pt x="311015" y="100474"/>
                </a:cubicBezTo>
                <a:lnTo>
                  <a:pt x="313561" y="102359"/>
                </a:lnTo>
                <a:cubicBezTo>
                  <a:pt x="308979" y="113322"/>
                  <a:pt x="301539" y="118804"/>
                  <a:pt x="291243" y="118804"/>
                </a:cubicBezTo>
                <a:cubicBezTo>
                  <a:pt x="286208" y="118804"/>
                  <a:pt x="281951" y="117399"/>
                  <a:pt x="278472" y="114590"/>
                </a:cubicBezTo>
                <a:cubicBezTo>
                  <a:pt x="274992" y="111779"/>
                  <a:pt x="272772" y="108642"/>
                  <a:pt x="271810" y="105178"/>
                </a:cubicBezTo>
                <a:cubicBezTo>
                  <a:pt x="271244" y="103248"/>
                  <a:pt x="270961" y="98025"/>
                  <a:pt x="270961" y="89509"/>
                </a:cubicBezTo>
                <a:lnTo>
                  <a:pt x="270961" y="46503"/>
                </a:lnTo>
                <a:lnTo>
                  <a:pt x="260609" y="46503"/>
                </a:lnTo>
                <a:lnTo>
                  <a:pt x="260609" y="43525"/>
                </a:lnTo>
                <a:cubicBezTo>
                  <a:pt x="267737" y="38480"/>
                  <a:pt x="273804" y="33178"/>
                  <a:pt x="278811" y="27622"/>
                </a:cubicBezTo>
                <a:cubicBezTo>
                  <a:pt x="283818" y="22065"/>
                  <a:pt x="288188" y="15856"/>
                  <a:pt x="291922" y="8995"/>
                </a:cubicBezTo>
                <a:lnTo>
                  <a:pt x="294722" y="8995"/>
                </a:lnTo>
                <a:close/>
                <a:moveTo>
                  <a:pt x="340206" y="0"/>
                </a:moveTo>
                <a:cubicBezTo>
                  <a:pt x="343883" y="0"/>
                  <a:pt x="346994" y="1291"/>
                  <a:pt x="349540" y="3874"/>
                </a:cubicBezTo>
                <a:cubicBezTo>
                  <a:pt x="352086" y="6456"/>
                  <a:pt x="353359" y="9563"/>
                  <a:pt x="353359" y="13196"/>
                </a:cubicBezTo>
                <a:cubicBezTo>
                  <a:pt x="353359" y="16829"/>
                  <a:pt x="352072" y="19923"/>
                  <a:pt x="349498" y="22477"/>
                </a:cubicBezTo>
                <a:cubicBezTo>
                  <a:pt x="346924" y="25030"/>
                  <a:pt x="343826" y="26307"/>
                  <a:pt x="340206" y="26307"/>
                </a:cubicBezTo>
                <a:cubicBezTo>
                  <a:pt x="336585" y="26307"/>
                  <a:pt x="333502" y="25030"/>
                  <a:pt x="330956" y="22477"/>
                </a:cubicBezTo>
                <a:cubicBezTo>
                  <a:pt x="328410" y="19923"/>
                  <a:pt x="327137" y="16829"/>
                  <a:pt x="327137" y="13196"/>
                </a:cubicBezTo>
                <a:cubicBezTo>
                  <a:pt x="327137" y="9563"/>
                  <a:pt x="328410" y="6456"/>
                  <a:pt x="330956" y="3874"/>
                </a:cubicBezTo>
                <a:cubicBezTo>
                  <a:pt x="333502" y="1291"/>
                  <a:pt x="336585" y="0"/>
                  <a:pt x="340206" y="0"/>
                </a:cubicBezTo>
                <a:moveTo>
                  <a:pt x="352086" y="38187"/>
                </a:moveTo>
                <a:lnTo>
                  <a:pt x="352086" y="101153"/>
                </a:lnTo>
                <a:cubicBezTo>
                  <a:pt x="352086" y="106754"/>
                  <a:pt x="352737" y="110332"/>
                  <a:pt x="354038" y="111888"/>
                </a:cubicBezTo>
                <a:cubicBezTo>
                  <a:pt x="355339" y="113443"/>
                  <a:pt x="357885" y="114334"/>
                  <a:pt x="361675" y="114561"/>
                </a:cubicBezTo>
                <a:lnTo>
                  <a:pt x="361675" y="117616"/>
                </a:lnTo>
                <a:lnTo>
                  <a:pt x="318821" y="117616"/>
                </a:lnTo>
                <a:lnTo>
                  <a:pt x="318821" y="114561"/>
                </a:lnTo>
                <a:cubicBezTo>
                  <a:pt x="322329" y="114448"/>
                  <a:pt x="324931" y="113429"/>
                  <a:pt x="326628" y="111506"/>
                </a:cubicBezTo>
                <a:cubicBezTo>
                  <a:pt x="327760" y="110205"/>
                  <a:pt x="328325" y="106754"/>
                  <a:pt x="328325" y="101153"/>
                </a:cubicBezTo>
                <a:lnTo>
                  <a:pt x="328325" y="54819"/>
                </a:lnTo>
                <a:cubicBezTo>
                  <a:pt x="328325" y="49148"/>
                  <a:pt x="327675" y="45525"/>
                  <a:pt x="326374" y="43949"/>
                </a:cubicBezTo>
                <a:cubicBezTo>
                  <a:pt x="325072" y="42374"/>
                  <a:pt x="322555" y="41472"/>
                  <a:pt x="318821" y="41242"/>
                </a:cubicBezTo>
                <a:lnTo>
                  <a:pt x="318821" y="38187"/>
                </a:lnTo>
                <a:lnTo>
                  <a:pt x="352086" y="38187"/>
                </a:lnTo>
                <a:close/>
                <a:moveTo>
                  <a:pt x="401843" y="38187"/>
                </a:moveTo>
                <a:lnTo>
                  <a:pt x="401843" y="48540"/>
                </a:lnTo>
                <a:cubicBezTo>
                  <a:pt x="405916" y="44097"/>
                  <a:pt x="409820" y="40865"/>
                  <a:pt x="413554" y="38845"/>
                </a:cubicBezTo>
                <a:cubicBezTo>
                  <a:pt x="417288" y="36822"/>
                  <a:pt x="421304" y="35811"/>
                  <a:pt x="425604" y="35811"/>
                </a:cubicBezTo>
                <a:cubicBezTo>
                  <a:pt x="430752" y="35811"/>
                  <a:pt x="435023" y="37241"/>
                  <a:pt x="438418" y="40102"/>
                </a:cubicBezTo>
                <a:cubicBezTo>
                  <a:pt x="441812" y="42962"/>
                  <a:pt x="444075" y="46516"/>
                  <a:pt x="445206" y="50765"/>
                </a:cubicBezTo>
                <a:cubicBezTo>
                  <a:pt x="446112" y="53995"/>
                  <a:pt x="446564" y="60198"/>
                  <a:pt x="446564" y="69376"/>
                </a:cubicBezTo>
                <a:lnTo>
                  <a:pt x="446564" y="100304"/>
                </a:lnTo>
                <a:cubicBezTo>
                  <a:pt x="446564" y="106414"/>
                  <a:pt x="447116" y="110219"/>
                  <a:pt x="448219" y="111718"/>
                </a:cubicBezTo>
                <a:cubicBezTo>
                  <a:pt x="449322" y="113217"/>
                  <a:pt x="451628" y="114165"/>
                  <a:pt x="455135" y="114561"/>
                </a:cubicBezTo>
                <a:lnTo>
                  <a:pt x="455135" y="117616"/>
                </a:lnTo>
                <a:lnTo>
                  <a:pt x="414996" y="117616"/>
                </a:lnTo>
                <a:lnTo>
                  <a:pt x="414996" y="114561"/>
                </a:lnTo>
                <a:cubicBezTo>
                  <a:pt x="417995" y="114165"/>
                  <a:pt x="420145" y="112920"/>
                  <a:pt x="421446" y="110827"/>
                </a:cubicBezTo>
                <a:cubicBezTo>
                  <a:pt x="422351" y="109413"/>
                  <a:pt x="422803" y="105905"/>
                  <a:pt x="422803" y="100304"/>
                </a:cubicBezTo>
                <a:lnTo>
                  <a:pt x="422803" y="65003"/>
                </a:lnTo>
                <a:cubicBezTo>
                  <a:pt x="422803" y="58497"/>
                  <a:pt x="422549" y="54395"/>
                  <a:pt x="422040" y="52698"/>
                </a:cubicBezTo>
                <a:cubicBezTo>
                  <a:pt x="421531" y="51001"/>
                  <a:pt x="420668" y="49685"/>
                  <a:pt x="419452" y="48752"/>
                </a:cubicBezTo>
                <a:cubicBezTo>
                  <a:pt x="418235" y="47818"/>
                  <a:pt x="416892" y="47352"/>
                  <a:pt x="415421" y="47352"/>
                </a:cubicBezTo>
                <a:cubicBezTo>
                  <a:pt x="410555" y="47352"/>
                  <a:pt x="406030" y="50859"/>
                  <a:pt x="401843" y="57874"/>
                </a:cubicBezTo>
                <a:lnTo>
                  <a:pt x="401843" y="100304"/>
                </a:lnTo>
                <a:cubicBezTo>
                  <a:pt x="401843" y="106244"/>
                  <a:pt x="402395" y="110007"/>
                  <a:pt x="403498" y="111591"/>
                </a:cubicBezTo>
                <a:cubicBezTo>
                  <a:pt x="404601" y="113175"/>
                  <a:pt x="406652" y="114165"/>
                  <a:pt x="409650" y="114561"/>
                </a:cubicBezTo>
                <a:lnTo>
                  <a:pt x="409650" y="117616"/>
                </a:lnTo>
                <a:lnTo>
                  <a:pt x="369512" y="117616"/>
                </a:lnTo>
                <a:lnTo>
                  <a:pt x="369512" y="114561"/>
                </a:lnTo>
                <a:cubicBezTo>
                  <a:pt x="372849" y="114221"/>
                  <a:pt x="375225" y="113146"/>
                  <a:pt x="376640" y="111336"/>
                </a:cubicBezTo>
                <a:cubicBezTo>
                  <a:pt x="377601" y="110091"/>
                  <a:pt x="378082" y="106414"/>
                  <a:pt x="378082" y="100304"/>
                </a:cubicBezTo>
                <a:lnTo>
                  <a:pt x="378082" y="55498"/>
                </a:lnTo>
                <a:cubicBezTo>
                  <a:pt x="378082" y="49429"/>
                  <a:pt x="377531" y="45650"/>
                  <a:pt x="376428" y="44162"/>
                </a:cubicBezTo>
                <a:cubicBezTo>
                  <a:pt x="375324" y="42673"/>
                  <a:pt x="373019" y="41700"/>
                  <a:pt x="369512" y="41242"/>
                </a:cubicBezTo>
                <a:lnTo>
                  <a:pt x="369512" y="38187"/>
                </a:lnTo>
                <a:lnTo>
                  <a:pt x="401843" y="38187"/>
                </a:lnTo>
                <a:close/>
                <a:moveTo>
                  <a:pt x="516971" y="39205"/>
                </a:moveTo>
                <a:lnTo>
                  <a:pt x="543702" y="39205"/>
                </a:lnTo>
                <a:lnTo>
                  <a:pt x="543702" y="48540"/>
                </a:lnTo>
                <a:lnTo>
                  <a:pt x="528512" y="48540"/>
                </a:lnTo>
                <a:cubicBezTo>
                  <a:pt x="531284" y="51312"/>
                  <a:pt x="533208" y="53829"/>
                  <a:pt x="534283" y="56092"/>
                </a:cubicBezTo>
                <a:cubicBezTo>
                  <a:pt x="535641" y="59147"/>
                  <a:pt x="536319" y="62344"/>
                  <a:pt x="536319" y="65681"/>
                </a:cubicBezTo>
                <a:cubicBezTo>
                  <a:pt x="536319" y="71339"/>
                  <a:pt x="534750" y="76247"/>
                  <a:pt x="531610" y="80405"/>
                </a:cubicBezTo>
                <a:cubicBezTo>
                  <a:pt x="528470" y="84563"/>
                  <a:pt x="524199" y="87816"/>
                  <a:pt x="518796" y="90164"/>
                </a:cubicBezTo>
                <a:cubicBezTo>
                  <a:pt x="513393" y="92511"/>
                  <a:pt x="508599" y="93685"/>
                  <a:pt x="504412" y="93685"/>
                </a:cubicBezTo>
                <a:cubicBezTo>
                  <a:pt x="504073" y="93685"/>
                  <a:pt x="500678" y="93544"/>
                  <a:pt x="494229" y="93261"/>
                </a:cubicBezTo>
                <a:cubicBezTo>
                  <a:pt x="491683" y="93261"/>
                  <a:pt x="489548" y="94091"/>
                  <a:pt x="487822" y="95751"/>
                </a:cubicBezTo>
                <a:cubicBezTo>
                  <a:pt x="486097" y="97411"/>
                  <a:pt x="485234" y="99394"/>
                  <a:pt x="485234" y="101699"/>
                </a:cubicBezTo>
                <a:cubicBezTo>
                  <a:pt x="485234" y="103725"/>
                  <a:pt x="486012" y="105385"/>
                  <a:pt x="487567" y="106679"/>
                </a:cubicBezTo>
                <a:cubicBezTo>
                  <a:pt x="489123" y="107973"/>
                  <a:pt x="491655" y="108621"/>
                  <a:pt x="495162" y="108621"/>
                </a:cubicBezTo>
                <a:lnTo>
                  <a:pt x="509843" y="108451"/>
                </a:lnTo>
                <a:cubicBezTo>
                  <a:pt x="521724" y="108451"/>
                  <a:pt x="529898" y="109755"/>
                  <a:pt x="534368" y="112362"/>
                </a:cubicBezTo>
                <a:cubicBezTo>
                  <a:pt x="540760" y="115988"/>
                  <a:pt x="543957" y="121571"/>
                  <a:pt x="543957" y="129109"/>
                </a:cubicBezTo>
                <a:cubicBezTo>
                  <a:pt x="543957" y="133926"/>
                  <a:pt x="542486" y="138305"/>
                  <a:pt x="539544" y="142244"/>
                </a:cubicBezTo>
                <a:cubicBezTo>
                  <a:pt x="536602" y="146183"/>
                  <a:pt x="532727" y="149087"/>
                  <a:pt x="527918" y="150958"/>
                </a:cubicBezTo>
                <a:cubicBezTo>
                  <a:pt x="520620" y="153735"/>
                  <a:pt x="512219" y="155124"/>
                  <a:pt x="502715" y="155124"/>
                </a:cubicBezTo>
                <a:cubicBezTo>
                  <a:pt x="495587" y="155124"/>
                  <a:pt x="489081" y="154431"/>
                  <a:pt x="483197" y="153045"/>
                </a:cubicBezTo>
                <a:cubicBezTo>
                  <a:pt x="477314" y="151659"/>
                  <a:pt x="473099" y="149734"/>
                  <a:pt x="470553" y="147272"/>
                </a:cubicBezTo>
                <a:cubicBezTo>
                  <a:pt x="468007" y="144811"/>
                  <a:pt x="466734" y="142222"/>
                  <a:pt x="466734" y="139504"/>
                </a:cubicBezTo>
                <a:cubicBezTo>
                  <a:pt x="466734" y="136902"/>
                  <a:pt x="467710" y="134567"/>
                  <a:pt x="469662" y="132501"/>
                </a:cubicBezTo>
                <a:cubicBezTo>
                  <a:pt x="471614" y="130436"/>
                  <a:pt x="475249" y="128696"/>
                  <a:pt x="480567" y="127282"/>
                </a:cubicBezTo>
                <a:cubicBezTo>
                  <a:pt x="473212" y="123661"/>
                  <a:pt x="469535" y="118627"/>
                  <a:pt x="469535" y="112179"/>
                </a:cubicBezTo>
                <a:cubicBezTo>
                  <a:pt x="469535" y="108276"/>
                  <a:pt x="471034" y="104486"/>
                  <a:pt x="474032" y="100811"/>
                </a:cubicBezTo>
                <a:cubicBezTo>
                  <a:pt x="477031" y="97134"/>
                  <a:pt x="481783" y="93937"/>
                  <a:pt x="488289" y="91222"/>
                </a:cubicBezTo>
                <a:cubicBezTo>
                  <a:pt x="480708" y="88446"/>
                  <a:pt x="475220" y="84792"/>
                  <a:pt x="471826" y="80259"/>
                </a:cubicBezTo>
                <a:cubicBezTo>
                  <a:pt x="468432" y="75726"/>
                  <a:pt x="466734" y="70485"/>
                  <a:pt x="466734" y="64536"/>
                </a:cubicBezTo>
                <a:cubicBezTo>
                  <a:pt x="466734" y="56775"/>
                  <a:pt x="469903" y="50047"/>
                  <a:pt x="476239" y="44353"/>
                </a:cubicBezTo>
                <a:cubicBezTo>
                  <a:pt x="482575" y="38658"/>
                  <a:pt x="490721" y="35811"/>
                  <a:pt x="500678" y="35811"/>
                </a:cubicBezTo>
                <a:cubicBezTo>
                  <a:pt x="505940" y="35811"/>
                  <a:pt x="511371" y="36942"/>
                  <a:pt x="516971" y="39205"/>
                </a:cubicBezTo>
                <a:moveTo>
                  <a:pt x="502291" y="41242"/>
                </a:moveTo>
                <a:cubicBezTo>
                  <a:pt x="499009" y="41242"/>
                  <a:pt x="496237" y="42894"/>
                  <a:pt x="493974" y="46198"/>
                </a:cubicBezTo>
                <a:cubicBezTo>
                  <a:pt x="491711" y="49501"/>
                  <a:pt x="490580" y="56348"/>
                  <a:pt x="490580" y="66740"/>
                </a:cubicBezTo>
                <a:cubicBezTo>
                  <a:pt x="490580" y="75153"/>
                  <a:pt x="491697" y="80927"/>
                  <a:pt x="493932" y="84062"/>
                </a:cubicBezTo>
                <a:cubicBezTo>
                  <a:pt x="496167" y="87196"/>
                  <a:pt x="498811" y="88763"/>
                  <a:pt x="501866" y="88763"/>
                </a:cubicBezTo>
                <a:cubicBezTo>
                  <a:pt x="505261" y="88763"/>
                  <a:pt x="508089" y="87210"/>
                  <a:pt x="510352" y="84104"/>
                </a:cubicBezTo>
                <a:cubicBezTo>
                  <a:pt x="512615" y="80998"/>
                  <a:pt x="513747" y="74955"/>
                  <a:pt x="513747" y="65976"/>
                </a:cubicBezTo>
                <a:cubicBezTo>
                  <a:pt x="513747" y="55869"/>
                  <a:pt x="512474" y="48979"/>
                  <a:pt x="509928" y="45307"/>
                </a:cubicBezTo>
                <a:cubicBezTo>
                  <a:pt x="508118" y="42597"/>
                  <a:pt x="505572" y="41242"/>
                  <a:pt x="502291" y="41242"/>
                </a:cubicBezTo>
                <a:moveTo>
                  <a:pt x="497284" y="129326"/>
                </a:moveTo>
                <a:cubicBezTo>
                  <a:pt x="491513" y="129326"/>
                  <a:pt x="487695" y="129805"/>
                  <a:pt x="485828" y="130764"/>
                </a:cubicBezTo>
                <a:cubicBezTo>
                  <a:pt x="482603" y="132509"/>
                  <a:pt x="480991" y="134874"/>
                  <a:pt x="480991" y="137860"/>
                </a:cubicBezTo>
                <a:cubicBezTo>
                  <a:pt x="480991" y="140733"/>
                  <a:pt x="482660" y="143338"/>
                  <a:pt x="485998" y="145675"/>
                </a:cubicBezTo>
                <a:cubicBezTo>
                  <a:pt x="489335" y="148014"/>
                  <a:pt x="495615" y="149184"/>
                  <a:pt x="504836" y="149184"/>
                </a:cubicBezTo>
                <a:cubicBezTo>
                  <a:pt x="512700" y="149184"/>
                  <a:pt x="518881" y="148141"/>
                  <a:pt x="523378" y="146057"/>
                </a:cubicBezTo>
                <a:cubicBezTo>
                  <a:pt x="527876" y="143973"/>
                  <a:pt x="530125" y="141043"/>
                  <a:pt x="530125" y="137269"/>
                </a:cubicBezTo>
                <a:cubicBezTo>
                  <a:pt x="530125" y="135861"/>
                  <a:pt x="529700" y="134679"/>
                  <a:pt x="528852" y="133720"/>
                </a:cubicBezTo>
                <a:cubicBezTo>
                  <a:pt x="527324" y="132030"/>
                  <a:pt x="525019" y="130875"/>
                  <a:pt x="521936" y="130255"/>
                </a:cubicBezTo>
                <a:cubicBezTo>
                  <a:pt x="518852" y="129636"/>
                  <a:pt x="510635" y="129326"/>
                  <a:pt x="497284" y="129326"/>
                </a:cubicBezTo>
                <a:close/>
                <a:moveTo>
                  <a:pt x="555752" y="148165"/>
                </a:moveTo>
                <a:lnTo>
                  <a:pt x="555752" y="144431"/>
                </a:lnTo>
                <a:cubicBezTo>
                  <a:pt x="562315" y="141603"/>
                  <a:pt x="567081" y="137940"/>
                  <a:pt x="570051" y="133442"/>
                </a:cubicBezTo>
                <a:cubicBezTo>
                  <a:pt x="573021" y="128944"/>
                  <a:pt x="574506" y="124348"/>
                  <a:pt x="574506" y="119652"/>
                </a:cubicBezTo>
                <a:cubicBezTo>
                  <a:pt x="574506" y="118691"/>
                  <a:pt x="574308" y="117955"/>
                  <a:pt x="573912" y="117446"/>
                </a:cubicBezTo>
                <a:cubicBezTo>
                  <a:pt x="573516" y="116993"/>
                  <a:pt x="573120" y="116767"/>
                  <a:pt x="572724" y="116767"/>
                </a:cubicBezTo>
                <a:cubicBezTo>
                  <a:pt x="572385" y="116767"/>
                  <a:pt x="571876" y="116965"/>
                  <a:pt x="571197" y="117361"/>
                </a:cubicBezTo>
                <a:cubicBezTo>
                  <a:pt x="569556" y="118323"/>
                  <a:pt x="567520" y="118804"/>
                  <a:pt x="565087" y="118804"/>
                </a:cubicBezTo>
                <a:cubicBezTo>
                  <a:pt x="561749" y="118804"/>
                  <a:pt x="558850" y="117503"/>
                  <a:pt x="556389" y="114900"/>
                </a:cubicBezTo>
                <a:cubicBezTo>
                  <a:pt x="553928" y="112298"/>
                  <a:pt x="552697" y="109243"/>
                  <a:pt x="552697" y="105735"/>
                </a:cubicBezTo>
                <a:cubicBezTo>
                  <a:pt x="552697" y="102001"/>
                  <a:pt x="554112" y="98720"/>
                  <a:pt x="556940" y="95892"/>
                </a:cubicBezTo>
                <a:cubicBezTo>
                  <a:pt x="559769" y="93063"/>
                  <a:pt x="563192" y="91649"/>
                  <a:pt x="567208" y="91649"/>
                </a:cubicBezTo>
                <a:cubicBezTo>
                  <a:pt x="572074" y="91649"/>
                  <a:pt x="576232" y="93530"/>
                  <a:pt x="579683" y="97292"/>
                </a:cubicBezTo>
                <a:cubicBezTo>
                  <a:pt x="583134" y="101054"/>
                  <a:pt x="584859" y="106216"/>
                  <a:pt x="584859" y="112779"/>
                </a:cubicBezTo>
                <a:cubicBezTo>
                  <a:pt x="584859" y="120869"/>
                  <a:pt x="582412" y="128053"/>
                  <a:pt x="577519" y="134333"/>
                </a:cubicBezTo>
                <a:cubicBezTo>
                  <a:pt x="572625" y="140613"/>
                  <a:pt x="565370" y="145223"/>
                  <a:pt x="555752" y="148165"/>
                </a:cubicBezTo>
                <a:close/>
                <a:moveTo>
                  <a:pt x="715628" y="0"/>
                </a:moveTo>
                <a:lnTo>
                  <a:pt x="716562" y="38357"/>
                </a:lnTo>
                <a:lnTo>
                  <a:pt x="713082" y="38357"/>
                </a:lnTo>
                <a:cubicBezTo>
                  <a:pt x="711442" y="28764"/>
                  <a:pt x="707411" y="21048"/>
                  <a:pt x="700990" y="15208"/>
                </a:cubicBezTo>
                <a:cubicBezTo>
                  <a:pt x="694569" y="9369"/>
                  <a:pt x="687625" y="6449"/>
                  <a:pt x="680157" y="6449"/>
                </a:cubicBezTo>
                <a:cubicBezTo>
                  <a:pt x="674386" y="6449"/>
                  <a:pt x="669818" y="7987"/>
                  <a:pt x="666452" y="11061"/>
                </a:cubicBezTo>
                <a:cubicBezTo>
                  <a:pt x="663086" y="14134"/>
                  <a:pt x="661403" y="17672"/>
                  <a:pt x="661403" y="21676"/>
                </a:cubicBezTo>
                <a:cubicBezTo>
                  <a:pt x="661403" y="24213"/>
                  <a:pt x="661997" y="26469"/>
                  <a:pt x="663185" y="28444"/>
                </a:cubicBezTo>
                <a:cubicBezTo>
                  <a:pt x="664825" y="31094"/>
                  <a:pt x="667456" y="33716"/>
                  <a:pt x="671077" y="36309"/>
                </a:cubicBezTo>
                <a:cubicBezTo>
                  <a:pt x="673736" y="38171"/>
                  <a:pt x="679874" y="41471"/>
                  <a:pt x="689491" y="46209"/>
                </a:cubicBezTo>
                <a:cubicBezTo>
                  <a:pt x="702956" y="52807"/>
                  <a:pt x="712036" y="59039"/>
                  <a:pt x="716731" y="64907"/>
                </a:cubicBezTo>
                <a:cubicBezTo>
                  <a:pt x="721370" y="70773"/>
                  <a:pt x="723690" y="77486"/>
                  <a:pt x="723690" y="85045"/>
                </a:cubicBezTo>
                <a:cubicBezTo>
                  <a:pt x="723690" y="94635"/>
                  <a:pt x="719942" y="102885"/>
                  <a:pt x="712446" y="109795"/>
                </a:cubicBezTo>
                <a:cubicBezTo>
                  <a:pt x="704950" y="116706"/>
                  <a:pt x="695432" y="120161"/>
                  <a:pt x="683891" y="120161"/>
                </a:cubicBezTo>
                <a:cubicBezTo>
                  <a:pt x="680270" y="120161"/>
                  <a:pt x="676847" y="119794"/>
                  <a:pt x="673623" y="119058"/>
                </a:cubicBezTo>
                <a:cubicBezTo>
                  <a:pt x="670398" y="118323"/>
                  <a:pt x="666353" y="116937"/>
                  <a:pt x="661488" y="114900"/>
                </a:cubicBezTo>
                <a:cubicBezTo>
                  <a:pt x="658772" y="113769"/>
                  <a:pt x="656538" y="113203"/>
                  <a:pt x="654784" y="113203"/>
                </a:cubicBezTo>
                <a:cubicBezTo>
                  <a:pt x="653313" y="113203"/>
                  <a:pt x="651757" y="113776"/>
                  <a:pt x="650116" y="114921"/>
                </a:cubicBezTo>
                <a:cubicBezTo>
                  <a:pt x="648476" y="116067"/>
                  <a:pt x="647146" y="117814"/>
                  <a:pt x="646128" y="120161"/>
                </a:cubicBezTo>
                <a:lnTo>
                  <a:pt x="642988" y="120161"/>
                </a:lnTo>
                <a:lnTo>
                  <a:pt x="642988" y="76713"/>
                </a:lnTo>
                <a:lnTo>
                  <a:pt x="646128" y="76713"/>
                </a:lnTo>
                <a:cubicBezTo>
                  <a:pt x="648617" y="88905"/>
                  <a:pt x="653412" y="98204"/>
                  <a:pt x="660512" y="104611"/>
                </a:cubicBezTo>
                <a:cubicBezTo>
                  <a:pt x="667612" y="111018"/>
                  <a:pt x="675263" y="114221"/>
                  <a:pt x="683466" y="114221"/>
                </a:cubicBezTo>
                <a:cubicBezTo>
                  <a:pt x="689803" y="114221"/>
                  <a:pt x="694852" y="112501"/>
                  <a:pt x="698614" y="109061"/>
                </a:cubicBezTo>
                <a:cubicBezTo>
                  <a:pt x="702376" y="105620"/>
                  <a:pt x="704257" y="101616"/>
                  <a:pt x="704257" y="97048"/>
                </a:cubicBezTo>
                <a:cubicBezTo>
                  <a:pt x="704257" y="94341"/>
                  <a:pt x="703536" y="91719"/>
                  <a:pt x="702093" y="89182"/>
                </a:cubicBezTo>
                <a:cubicBezTo>
                  <a:pt x="700650" y="86644"/>
                  <a:pt x="698458" y="84232"/>
                  <a:pt x="695516" y="81948"/>
                </a:cubicBezTo>
                <a:cubicBezTo>
                  <a:pt x="692575" y="79664"/>
                  <a:pt x="687370" y="76689"/>
                  <a:pt x="679902" y="73025"/>
                </a:cubicBezTo>
                <a:cubicBezTo>
                  <a:pt x="669436" y="67892"/>
                  <a:pt x="661912" y="63518"/>
                  <a:pt x="657330" y="59903"/>
                </a:cubicBezTo>
                <a:cubicBezTo>
                  <a:pt x="652747" y="56288"/>
                  <a:pt x="649225" y="52249"/>
                  <a:pt x="646765" y="47787"/>
                </a:cubicBezTo>
                <a:cubicBezTo>
                  <a:pt x="644304" y="43324"/>
                  <a:pt x="643073" y="38411"/>
                  <a:pt x="643073" y="33045"/>
                </a:cubicBezTo>
                <a:cubicBezTo>
                  <a:pt x="643073" y="23894"/>
                  <a:pt x="646439" y="16099"/>
                  <a:pt x="653171" y="9661"/>
                </a:cubicBezTo>
                <a:cubicBezTo>
                  <a:pt x="659904" y="3220"/>
                  <a:pt x="668390" y="0"/>
                  <a:pt x="678629" y="0"/>
                </a:cubicBezTo>
                <a:cubicBezTo>
                  <a:pt x="682363" y="0"/>
                  <a:pt x="685984" y="458"/>
                  <a:pt x="689491" y="1374"/>
                </a:cubicBezTo>
                <a:cubicBezTo>
                  <a:pt x="692150" y="2060"/>
                  <a:pt x="695389" y="3332"/>
                  <a:pt x="699208" y="5190"/>
                </a:cubicBezTo>
                <a:cubicBezTo>
                  <a:pt x="703027" y="7048"/>
                  <a:pt x="705700" y="7977"/>
                  <a:pt x="707227" y="7977"/>
                </a:cubicBezTo>
                <a:cubicBezTo>
                  <a:pt x="708698" y="7977"/>
                  <a:pt x="709858" y="7520"/>
                  <a:pt x="710706" y="6606"/>
                </a:cubicBezTo>
                <a:cubicBezTo>
                  <a:pt x="711555" y="5690"/>
                  <a:pt x="712347" y="3488"/>
                  <a:pt x="713082" y="0"/>
                </a:cubicBezTo>
                <a:lnTo>
                  <a:pt x="715628" y="0"/>
                </a:lnTo>
                <a:close/>
                <a:moveTo>
                  <a:pt x="813106" y="38187"/>
                </a:moveTo>
                <a:lnTo>
                  <a:pt x="813106" y="100304"/>
                </a:lnTo>
                <a:cubicBezTo>
                  <a:pt x="813106" y="106395"/>
                  <a:pt x="813671" y="110194"/>
                  <a:pt x="814803" y="111702"/>
                </a:cubicBezTo>
                <a:cubicBezTo>
                  <a:pt x="815934" y="113210"/>
                  <a:pt x="818226" y="114163"/>
                  <a:pt x="821676" y="114561"/>
                </a:cubicBezTo>
                <a:lnTo>
                  <a:pt x="821676" y="117616"/>
                </a:lnTo>
                <a:lnTo>
                  <a:pt x="789345" y="117616"/>
                </a:lnTo>
                <a:lnTo>
                  <a:pt x="789345" y="107008"/>
                </a:lnTo>
                <a:cubicBezTo>
                  <a:pt x="785555" y="111534"/>
                  <a:pt x="781764" y="114829"/>
                  <a:pt x="777974" y="116894"/>
                </a:cubicBezTo>
                <a:cubicBezTo>
                  <a:pt x="774183" y="118959"/>
                  <a:pt x="769940" y="119992"/>
                  <a:pt x="765245" y="119992"/>
                </a:cubicBezTo>
                <a:cubicBezTo>
                  <a:pt x="760775" y="119992"/>
                  <a:pt x="756801" y="118620"/>
                  <a:pt x="753322" y="115876"/>
                </a:cubicBezTo>
                <a:cubicBezTo>
                  <a:pt x="749843" y="113132"/>
                  <a:pt x="747509" y="109922"/>
                  <a:pt x="746321" y="106244"/>
                </a:cubicBezTo>
                <a:cubicBezTo>
                  <a:pt x="745133" y="102567"/>
                  <a:pt x="744539" y="96146"/>
                  <a:pt x="744539" y="86981"/>
                </a:cubicBezTo>
                <a:lnTo>
                  <a:pt x="744539" y="55498"/>
                </a:lnTo>
                <a:cubicBezTo>
                  <a:pt x="744539" y="49429"/>
                  <a:pt x="743987" y="45650"/>
                  <a:pt x="742884" y="44162"/>
                </a:cubicBezTo>
                <a:cubicBezTo>
                  <a:pt x="741781" y="42673"/>
                  <a:pt x="739476" y="41700"/>
                  <a:pt x="735968" y="41242"/>
                </a:cubicBezTo>
                <a:lnTo>
                  <a:pt x="735968" y="38187"/>
                </a:lnTo>
                <a:lnTo>
                  <a:pt x="768300" y="38187"/>
                </a:lnTo>
                <a:lnTo>
                  <a:pt x="768300" y="92479"/>
                </a:lnTo>
                <a:cubicBezTo>
                  <a:pt x="768300" y="98143"/>
                  <a:pt x="768568" y="101796"/>
                  <a:pt x="769106" y="103439"/>
                </a:cubicBezTo>
                <a:cubicBezTo>
                  <a:pt x="769643" y="105081"/>
                  <a:pt x="770492" y="106328"/>
                  <a:pt x="771652" y="107178"/>
                </a:cubicBezTo>
                <a:cubicBezTo>
                  <a:pt x="772811" y="108027"/>
                  <a:pt x="774155" y="108451"/>
                  <a:pt x="775682" y="108451"/>
                </a:cubicBezTo>
                <a:cubicBezTo>
                  <a:pt x="777719" y="108451"/>
                  <a:pt x="779558" y="107913"/>
                  <a:pt x="781198" y="106838"/>
                </a:cubicBezTo>
                <a:cubicBezTo>
                  <a:pt x="783461" y="105368"/>
                  <a:pt x="786177" y="102398"/>
                  <a:pt x="789345" y="97928"/>
                </a:cubicBezTo>
                <a:lnTo>
                  <a:pt x="789345" y="55498"/>
                </a:lnTo>
                <a:cubicBezTo>
                  <a:pt x="789345" y="49429"/>
                  <a:pt x="788793" y="45650"/>
                  <a:pt x="787690" y="44162"/>
                </a:cubicBezTo>
                <a:cubicBezTo>
                  <a:pt x="786587" y="42673"/>
                  <a:pt x="784282" y="41700"/>
                  <a:pt x="780774" y="41242"/>
                </a:cubicBezTo>
                <a:lnTo>
                  <a:pt x="780774" y="38187"/>
                </a:lnTo>
                <a:lnTo>
                  <a:pt x="813106" y="38187"/>
                </a:lnTo>
                <a:close/>
                <a:moveTo>
                  <a:pt x="866032" y="38187"/>
                </a:moveTo>
                <a:lnTo>
                  <a:pt x="866032" y="48710"/>
                </a:lnTo>
                <a:cubicBezTo>
                  <a:pt x="870388" y="43926"/>
                  <a:pt x="874419" y="40580"/>
                  <a:pt x="878124" y="38672"/>
                </a:cubicBezTo>
                <a:cubicBezTo>
                  <a:pt x="881830" y="36765"/>
                  <a:pt x="885889" y="35811"/>
                  <a:pt x="890302" y="35811"/>
                </a:cubicBezTo>
                <a:cubicBezTo>
                  <a:pt x="895393" y="35811"/>
                  <a:pt x="899664" y="37006"/>
                  <a:pt x="903115" y="39396"/>
                </a:cubicBezTo>
                <a:cubicBezTo>
                  <a:pt x="906566" y="41786"/>
                  <a:pt x="909225" y="45428"/>
                  <a:pt x="911092" y="50322"/>
                </a:cubicBezTo>
                <a:cubicBezTo>
                  <a:pt x="915618" y="45200"/>
                  <a:pt x="919960" y="41502"/>
                  <a:pt x="924118" y="39226"/>
                </a:cubicBezTo>
                <a:cubicBezTo>
                  <a:pt x="928276" y="36949"/>
                  <a:pt x="932618" y="35811"/>
                  <a:pt x="937144" y="35811"/>
                </a:cubicBezTo>
                <a:cubicBezTo>
                  <a:pt x="942632" y="35811"/>
                  <a:pt x="947002" y="37071"/>
                  <a:pt x="950255" y="39592"/>
                </a:cubicBezTo>
                <a:cubicBezTo>
                  <a:pt x="953508" y="42113"/>
                  <a:pt x="955771" y="45314"/>
                  <a:pt x="957044" y="49195"/>
                </a:cubicBezTo>
                <a:cubicBezTo>
                  <a:pt x="958317" y="53075"/>
                  <a:pt x="958953" y="59264"/>
                  <a:pt x="958953" y="67761"/>
                </a:cubicBezTo>
                <a:lnTo>
                  <a:pt x="958953" y="100304"/>
                </a:lnTo>
                <a:cubicBezTo>
                  <a:pt x="958953" y="106414"/>
                  <a:pt x="959505" y="110205"/>
                  <a:pt x="960608" y="111676"/>
                </a:cubicBezTo>
                <a:cubicBezTo>
                  <a:pt x="961711" y="113146"/>
                  <a:pt x="964016" y="114108"/>
                  <a:pt x="967524" y="114561"/>
                </a:cubicBezTo>
                <a:lnTo>
                  <a:pt x="967524" y="117616"/>
                </a:lnTo>
                <a:lnTo>
                  <a:pt x="926537" y="117616"/>
                </a:lnTo>
                <a:lnTo>
                  <a:pt x="926537" y="114561"/>
                </a:lnTo>
                <a:cubicBezTo>
                  <a:pt x="929761" y="114278"/>
                  <a:pt x="932137" y="113033"/>
                  <a:pt x="933665" y="110827"/>
                </a:cubicBezTo>
                <a:cubicBezTo>
                  <a:pt x="934683" y="109299"/>
                  <a:pt x="935192" y="105792"/>
                  <a:pt x="935192" y="100304"/>
                </a:cubicBezTo>
                <a:lnTo>
                  <a:pt x="935192" y="66191"/>
                </a:lnTo>
                <a:cubicBezTo>
                  <a:pt x="935192" y="59119"/>
                  <a:pt x="934909" y="54621"/>
                  <a:pt x="934344" y="52698"/>
                </a:cubicBezTo>
                <a:cubicBezTo>
                  <a:pt x="933778" y="50774"/>
                  <a:pt x="932887" y="49346"/>
                  <a:pt x="931671" y="48413"/>
                </a:cubicBezTo>
                <a:cubicBezTo>
                  <a:pt x="930454" y="47479"/>
                  <a:pt x="929026" y="47012"/>
                  <a:pt x="927385" y="47012"/>
                </a:cubicBezTo>
                <a:cubicBezTo>
                  <a:pt x="924953" y="47012"/>
                  <a:pt x="922492" y="47903"/>
                  <a:pt x="920002" y="49685"/>
                </a:cubicBezTo>
                <a:cubicBezTo>
                  <a:pt x="917513" y="51467"/>
                  <a:pt x="914996" y="54141"/>
                  <a:pt x="912450" y="57705"/>
                </a:cubicBezTo>
                <a:lnTo>
                  <a:pt x="912450" y="100304"/>
                </a:lnTo>
                <a:cubicBezTo>
                  <a:pt x="912450" y="106018"/>
                  <a:pt x="912931" y="109611"/>
                  <a:pt x="913893" y="111081"/>
                </a:cubicBezTo>
                <a:cubicBezTo>
                  <a:pt x="915194" y="113175"/>
                  <a:pt x="917683" y="114334"/>
                  <a:pt x="921360" y="114561"/>
                </a:cubicBezTo>
                <a:lnTo>
                  <a:pt x="921360" y="117616"/>
                </a:lnTo>
                <a:lnTo>
                  <a:pt x="880288" y="117616"/>
                </a:lnTo>
                <a:lnTo>
                  <a:pt x="880288" y="114561"/>
                </a:lnTo>
                <a:cubicBezTo>
                  <a:pt x="882494" y="114448"/>
                  <a:pt x="884234" y="113896"/>
                  <a:pt x="885507" y="112906"/>
                </a:cubicBezTo>
                <a:cubicBezTo>
                  <a:pt x="886780" y="111916"/>
                  <a:pt x="887628" y="110728"/>
                  <a:pt x="888053" y="109342"/>
                </a:cubicBezTo>
                <a:cubicBezTo>
                  <a:pt x="888477" y="107956"/>
                  <a:pt x="888689" y="104943"/>
                  <a:pt x="888689" y="100304"/>
                </a:cubicBezTo>
                <a:lnTo>
                  <a:pt x="888689" y="66138"/>
                </a:lnTo>
                <a:cubicBezTo>
                  <a:pt x="888689" y="58940"/>
                  <a:pt x="888406" y="54436"/>
                  <a:pt x="887841" y="52624"/>
                </a:cubicBezTo>
                <a:cubicBezTo>
                  <a:pt x="887275" y="50810"/>
                  <a:pt x="886327" y="49393"/>
                  <a:pt x="884998" y="48373"/>
                </a:cubicBezTo>
                <a:cubicBezTo>
                  <a:pt x="883668" y="47353"/>
                  <a:pt x="882240" y="46843"/>
                  <a:pt x="880712" y="46843"/>
                </a:cubicBezTo>
                <a:cubicBezTo>
                  <a:pt x="878449" y="46843"/>
                  <a:pt x="876385" y="47441"/>
                  <a:pt x="874518" y="48638"/>
                </a:cubicBezTo>
                <a:cubicBezTo>
                  <a:pt x="871859" y="50406"/>
                  <a:pt x="869030" y="53428"/>
                  <a:pt x="866032" y="57705"/>
                </a:cubicBezTo>
                <a:lnTo>
                  <a:pt x="866032" y="100304"/>
                </a:lnTo>
                <a:cubicBezTo>
                  <a:pt x="866032" y="105905"/>
                  <a:pt x="866583" y="109596"/>
                  <a:pt x="867686" y="111378"/>
                </a:cubicBezTo>
                <a:cubicBezTo>
                  <a:pt x="868790" y="113161"/>
                  <a:pt x="871095" y="114221"/>
                  <a:pt x="874602" y="114561"/>
                </a:cubicBezTo>
                <a:lnTo>
                  <a:pt x="874602" y="117616"/>
                </a:lnTo>
                <a:lnTo>
                  <a:pt x="833700" y="117616"/>
                </a:lnTo>
                <a:lnTo>
                  <a:pt x="833700" y="114561"/>
                </a:lnTo>
                <a:cubicBezTo>
                  <a:pt x="837038" y="114221"/>
                  <a:pt x="839414" y="113146"/>
                  <a:pt x="840828" y="111336"/>
                </a:cubicBezTo>
                <a:cubicBezTo>
                  <a:pt x="841790" y="110091"/>
                  <a:pt x="842271" y="106414"/>
                  <a:pt x="842271" y="100304"/>
                </a:cubicBezTo>
                <a:lnTo>
                  <a:pt x="842271" y="55498"/>
                </a:lnTo>
                <a:cubicBezTo>
                  <a:pt x="842271" y="49429"/>
                  <a:pt x="841719" y="45650"/>
                  <a:pt x="840616" y="44162"/>
                </a:cubicBezTo>
                <a:cubicBezTo>
                  <a:pt x="839513" y="42673"/>
                  <a:pt x="837208" y="41700"/>
                  <a:pt x="833700" y="41242"/>
                </a:cubicBezTo>
                <a:lnTo>
                  <a:pt x="833700" y="38187"/>
                </a:lnTo>
                <a:lnTo>
                  <a:pt x="866032" y="38187"/>
                </a:lnTo>
                <a:close/>
                <a:moveTo>
                  <a:pt x="1010801" y="38187"/>
                </a:moveTo>
                <a:lnTo>
                  <a:pt x="1010801" y="48710"/>
                </a:lnTo>
                <a:cubicBezTo>
                  <a:pt x="1015157" y="43926"/>
                  <a:pt x="1019188" y="40580"/>
                  <a:pt x="1022894" y="38672"/>
                </a:cubicBezTo>
                <a:cubicBezTo>
                  <a:pt x="1026599" y="36765"/>
                  <a:pt x="1030658" y="35811"/>
                  <a:pt x="1035071" y="35811"/>
                </a:cubicBezTo>
                <a:cubicBezTo>
                  <a:pt x="1040163" y="35811"/>
                  <a:pt x="1044434" y="37006"/>
                  <a:pt x="1047885" y="39396"/>
                </a:cubicBezTo>
                <a:cubicBezTo>
                  <a:pt x="1051336" y="41786"/>
                  <a:pt x="1053995" y="45428"/>
                  <a:pt x="1055862" y="50322"/>
                </a:cubicBezTo>
                <a:cubicBezTo>
                  <a:pt x="1060388" y="45200"/>
                  <a:pt x="1064730" y="41502"/>
                  <a:pt x="1068888" y="39226"/>
                </a:cubicBezTo>
                <a:cubicBezTo>
                  <a:pt x="1073046" y="36949"/>
                  <a:pt x="1077388" y="35811"/>
                  <a:pt x="1081914" y="35811"/>
                </a:cubicBezTo>
                <a:cubicBezTo>
                  <a:pt x="1087401" y="35811"/>
                  <a:pt x="1091772" y="37071"/>
                  <a:pt x="1095025" y="39592"/>
                </a:cubicBezTo>
                <a:cubicBezTo>
                  <a:pt x="1098277" y="42113"/>
                  <a:pt x="1100540" y="45314"/>
                  <a:pt x="1101813" y="49195"/>
                </a:cubicBezTo>
                <a:cubicBezTo>
                  <a:pt x="1103086" y="53075"/>
                  <a:pt x="1103723" y="59264"/>
                  <a:pt x="1103723" y="67761"/>
                </a:cubicBezTo>
                <a:lnTo>
                  <a:pt x="1103723" y="100304"/>
                </a:lnTo>
                <a:cubicBezTo>
                  <a:pt x="1103723" y="106414"/>
                  <a:pt x="1104274" y="110205"/>
                  <a:pt x="1105377" y="111676"/>
                </a:cubicBezTo>
                <a:cubicBezTo>
                  <a:pt x="1106481" y="113146"/>
                  <a:pt x="1108786" y="114108"/>
                  <a:pt x="1112293" y="114561"/>
                </a:cubicBezTo>
                <a:lnTo>
                  <a:pt x="1112293" y="117616"/>
                </a:lnTo>
                <a:lnTo>
                  <a:pt x="1071306" y="117616"/>
                </a:lnTo>
                <a:lnTo>
                  <a:pt x="1071306" y="114561"/>
                </a:lnTo>
                <a:cubicBezTo>
                  <a:pt x="1074531" y="114278"/>
                  <a:pt x="1076907" y="113033"/>
                  <a:pt x="1078434" y="110827"/>
                </a:cubicBezTo>
                <a:cubicBezTo>
                  <a:pt x="1079453" y="109299"/>
                  <a:pt x="1079962" y="105792"/>
                  <a:pt x="1079962" y="100304"/>
                </a:cubicBezTo>
                <a:lnTo>
                  <a:pt x="1079962" y="66191"/>
                </a:lnTo>
                <a:cubicBezTo>
                  <a:pt x="1079962" y="59119"/>
                  <a:pt x="1079679" y="54621"/>
                  <a:pt x="1079113" y="52698"/>
                </a:cubicBezTo>
                <a:cubicBezTo>
                  <a:pt x="1078548" y="50774"/>
                  <a:pt x="1077657" y="49346"/>
                  <a:pt x="1076440" y="48413"/>
                </a:cubicBezTo>
                <a:cubicBezTo>
                  <a:pt x="1075224" y="47479"/>
                  <a:pt x="1073795" y="47012"/>
                  <a:pt x="1072155" y="47012"/>
                </a:cubicBezTo>
                <a:cubicBezTo>
                  <a:pt x="1069722" y="47012"/>
                  <a:pt x="1067261" y="47903"/>
                  <a:pt x="1064772" y="49685"/>
                </a:cubicBezTo>
                <a:cubicBezTo>
                  <a:pt x="1062283" y="51467"/>
                  <a:pt x="1059765" y="54141"/>
                  <a:pt x="1057219" y="57705"/>
                </a:cubicBezTo>
                <a:lnTo>
                  <a:pt x="1057219" y="100304"/>
                </a:lnTo>
                <a:cubicBezTo>
                  <a:pt x="1057219" y="106018"/>
                  <a:pt x="1057700" y="109611"/>
                  <a:pt x="1058662" y="111081"/>
                </a:cubicBezTo>
                <a:cubicBezTo>
                  <a:pt x="1059963" y="113175"/>
                  <a:pt x="1062452" y="114334"/>
                  <a:pt x="1066130" y="114561"/>
                </a:cubicBezTo>
                <a:lnTo>
                  <a:pt x="1066130" y="117616"/>
                </a:lnTo>
                <a:lnTo>
                  <a:pt x="1025058" y="117616"/>
                </a:lnTo>
                <a:lnTo>
                  <a:pt x="1025058" y="114561"/>
                </a:lnTo>
                <a:cubicBezTo>
                  <a:pt x="1027264" y="114448"/>
                  <a:pt x="1029004" y="113896"/>
                  <a:pt x="1030276" y="112906"/>
                </a:cubicBezTo>
                <a:cubicBezTo>
                  <a:pt x="1031549" y="111916"/>
                  <a:pt x="1032398" y="110728"/>
                  <a:pt x="1032822" y="109342"/>
                </a:cubicBezTo>
                <a:cubicBezTo>
                  <a:pt x="1033247" y="107956"/>
                  <a:pt x="1033459" y="104943"/>
                  <a:pt x="1033459" y="100304"/>
                </a:cubicBezTo>
                <a:lnTo>
                  <a:pt x="1033459" y="66138"/>
                </a:lnTo>
                <a:cubicBezTo>
                  <a:pt x="1033459" y="58940"/>
                  <a:pt x="1033176" y="54436"/>
                  <a:pt x="1032610" y="52624"/>
                </a:cubicBezTo>
                <a:cubicBezTo>
                  <a:pt x="1032044" y="50810"/>
                  <a:pt x="1031097" y="49393"/>
                  <a:pt x="1029767" y="48373"/>
                </a:cubicBezTo>
                <a:cubicBezTo>
                  <a:pt x="1028438" y="47353"/>
                  <a:pt x="1027009" y="46843"/>
                  <a:pt x="1025482" y="46843"/>
                </a:cubicBezTo>
                <a:cubicBezTo>
                  <a:pt x="1023219" y="46843"/>
                  <a:pt x="1021154" y="47441"/>
                  <a:pt x="1019287" y="48638"/>
                </a:cubicBezTo>
                <a:cubicBezTo>
                  <a:pt x="1016628" y="50406"/>
                  <a:pt x="1013800" y="53428"/>
                  <a:pt x="1010801" y="57705"/>
                </a:cubicBezTo>
                <a:lnTo>
                  <a:pt x="1010801" y="100304"/>
                </a:lnTo>
                <a:cubicBezTo>
                  <a:pt x="1010801" y="105905"/>
                  <a:pt x="1011353" y="109596"/>
                  <a:pt x="1012456" y="111378"/>
                </a:cubicBezTo>
                <a:cubicBezTo>
                  <a:pt x="1013559" y="113161"/>
                  <a:pt x="1015864" y="114221"/>
                  <a:pt x="1019372" y="114561"/>
                </a:cubicBezTo>
                <a:lnTo>
                  <a:pt x="1019372" y="117616"/>
                </a:lnTo>
                <a:lnTo>
                  <a:pt x="978470" y="117616"/>
                </a:lnTo>
                <a:lnTo>
                  <a:pt x="978470" y="114561"/>
                </a:lnTo>
                <a:cubicBezTo>
                  <a:pt x="981807" y="114221"/>
                  <a:pt x="984183" y="113146"/>
                  <a:pt x="985598" y="111336"/>
                </a:cubicBezTo>
                <a:cubicBezTo>
                  <a:pt x="986560" y="110091"/>
                  <a:pt x="987040" y="106414"/>
                  <a:pt x="987040" y="100304"/>
                </a:cubicBezTo>
                <a:lnTo>
                  <a:pt x="987040" y="55498"/>
                </a:lnTo>
                <a:cubicBezTo>
                  <a:pt x="987040" y="49429"/>
                  <a:pt x="986489" y="45650"/>
                  <a:pt x="985386" y="44162"/>
                </a:cubicBezTo>
                <a:cubicBezTo>
                  <a:pt x="984282" y="42673"/>
                  <a:pt x="981977" y="41700"/>
                  <a:pt x="978470" y="41242"/>
                </a:cubicBezTo>
                <a:lnTo>
                  <a:pt x="978470" y="38187"/>
                </a:lnTo>
                <a:lnTo>
                  <a:pt x="1010801" y="38187"/>
                </a:lnTo>
                <a:close/>
                <a:moveTo>
                  <a:pt x="1166433" y="105905"/>
                </a:moveTo>
                <a:cubicBezTo>
                  <a:pt x="1156759" y="114504"/>
                  <a:pt x="1148075" y="118804"/>
                  <a:pt x="1140381" y="118804"/>
                </a:cubicBezTo>
                <a:cubicBezTo>
                  <a:pt x="1135855" y="118804"/>
                  <a:pt x="1132093" y="117314"/>
                  <a:pt x="1129094" y="114335"/>
                </a:cubicBezTo>
                <a:cubicBezTo>
                  <a:pt x="1126096" y="111355"/>
                  <a:pt x="1124597" y="107623"/>
                  <a:pt x="1124597" y="103139"/>
                </a:cubicBezTo>
                <a:cubicBezTo>
                  <a:pt x="1124597" y="97065"/>
                  <a:pt x="1127199" y="91601"/>
                  <a:pt x="1132404" y="86748"/>
                </a:cubicBezTo>
                <a:cubicBezTo>
                  <a:pt x="1137609" y="81895"/>
                  <a:pt x="1148952" y="75439"/>
                  <a:pt x="1166433" y="67379"/>
                </a:cubicBezTo>
                <a:lnTo>
                  <a:pt x="1166433" y="59402"/>
                </a:lnTo>
                <a:cubicBezTo>
                  <a:pt x="1166433" y="53405"/>
                  <a:pt x="1166107" y="49629"/>
                  <a:pt x="1165457" y="48073"/>
                </a:cubicBezTo>
                <a:cubicBezTo>
                  <a:pt x="1164806" y="46517"/>
                  <a:pt x="1163576" y="45160"/>
                  <a:pt x="1161765" y="44000"/>
                </a:cubicBezTo>
                <a:cubicBezTo>
                  <a:pt x="1159955" y="42840"/>
                  <a:pt x="1157918" y="42260"/>
                  <a:pt x="1155656" y="42260"/>
                </a:cubicBezTo>
                <a:cubicBezTo>
                  <a:pt x="1151978" y="42260"/>
                  <a:pt x="1148952" y="43080"/>
                  <a:pt x="1146576" y="44721"/>
                </a:cubicBezTo>
                <a:cubicBezTo>
                  <a:pt x="1145105" y="45739"/>
                  <a:pt x="1144369" y="46927"/>
                  <a:pt x="1144369" y="48285"/>
                </a:cubicBezTo>
                <a:cubicBezTo>
                  <a:pt x="1144369" y="49473"/>
                  <a:pt x="1145161" y="50944"/>
                  <a:pt x="1146745" y="52698"/>
                </a:cubicBezTo>
                <a:cubicBezTo>
                  <a:pt x="1148895" y="55131"/>
                  <a:pt x="1149970" y="57478"/>
                  <a:pt x="1149970" y="59741"/>
                </a:cubicBezTo>
                <a:cubicBezTo>
                  <a:pt x="1149970" y="62513"/>
                  <a:pt x="1148937" y="64875"/>
                  <a:pt x="1146873" y="66827"/>
                </a:cubicBezTo>
                <a:cubicBezTo>
                  <a:pt x="1144808" y="68779"/>
                  <a:pt x="1142106" y="69755"/>
                  <a:pt x="1138768" y="69755"/>
                </a:cubicBezTo>
                <a:cubicBezTo>
                  <a:pt x="1135204" y="69755"/>
                  <a:pt x="1132220" y="68680"/>
                  <a:pt x="1129816" y="66530"/>
                </a:cubicBezTo>
                <a:cubicBezTo>
                  <a:pt x="1127411" y="64380"/>
                  <a:pt x="1126209" y="61863"/>
                  <a:pt x="1126209" y="58978"/>
                </a:cubicBezTo>
                <a:cubicBezTo>
                  <a:pt x="1126209" y="54904"/>
                  <a:pt x="1127822" y="51015"/>
                  <a:pt x="1131046" y="47309"/>
                </a:cubicBezTo>
                <a:cubicBezTo>
                  <a:pt x="1134271" y="43604"/>
                  <a:pt x="1138768" y="40761"/>
                  <a:pt x="1144539" y="38781"/>
                </a:cubicBezTo>
                <a:cubicBezTo>
                  <a:pt x="1150309" y="36801"/>
                  <a:pt x="1156306" y="35811"/>
                  <a:pt x="1162529" y="35811"/>
                </a:cubicBezTo>
                <a:cubicBezTo>
                  <a:pt x="1170053" y="35811"/>
                  <a:pt x="1176008" y="37413"/>
                  <a:pt x="1180392" y="40619"/>
                </a:cubicBezTo>
                <a:cubicBezTo>
                  <a:pt x="1184777" y="43822"/>
                  <a:pt x="1187619" y="47295"/>
                  <a:pt x="1188921" y="51038"/>
                </a:cubicBezTo>
                <a:cubicBezTo>
                  <a:pt x="1189713" y="53419"/>
                  <a:pt x="1190109" y="58891"/>
                  <a:pt x="1190109" y="67453"/>
                </a:cubicBezTo>
                <a:lnTo>
                  <a:pt x="1190109" y="98329"/>
                </a:lnTo>
                <a:cubicBezTo>
                  <a:pt x="1190109" y="101958"/>
                  <a:pt x="1190250" y="104241"/>
                  <a:pt x="1190533" y="105178"/>
                </a:cubicBezTo>
                <a:cubicBezTo>
                  <a:pt x="1190816" y="106114"/>
                  <a:pt x="1191240" y="106808"/>
                  <a:pt x="1191806" y="107263"/>
                </a:cubicBezTo>
                <a:cubicBezTo>
                  <a:pt x="1192372" y="107715"/>
                  <a:pt x="1193022" y="107942"/>
                  <a:pt x="1193758" y="107942"/>
                </a:cubicBezTo>
                <a:cubicBezTo>
                  <a:pt x="1195228" y="107942"/>
                  <a:pt x="1196728" y="106895"/>
                  <a:pt x="1198255" y="104802"/>
                </a:cubicBezTo>
                <a:lnTo>
                  <a:pt x="1200801" y="106838"/>
                </a:lnTo>
                <a:cubicBezTo>
                  <a:pt x="1197972" y="111025"/>
                  <a:pt x="1195045" y="114066"/>
                  <a:pt x="1192018" y="115961"/>
                </a:cubicBezTo>
                <a:cubicBezTo>
                  <a:pt x="1188991" y="117856"/>
                  <a:pt x="1185554" y="118804"/>
                  <a:pt x="1181707" y="118804"/>
                </a:cubicBezTo>
                <a:cubicBezTo>
                  <a:pt x="1177182" y="118804"/>
                  <a:pt x="1173646" y="117736"/>
                  <a:pt x="1171100" y="115600"/>
                </a:cubicBezTo>
                <a:cubicBezTo>
                  <a:pt x="1168554" y="113465"/>
                  <a:pt x="1166998" y="110233"/>
                  <a:pt x="1166433" y="105905"/>
                </a:cubicBezTo>
                <a:moveTo>
                  <a:pt x="1166433" y="99625"/>
                </a:moveTo>
                <a:lnTo>
                  <a:pt x="1166433" y="73080"/>
                </a:lnTo>
                <a:cubicBezTo>
                  <a:pt x="1159587" y="77116"/>
                  <a:pt x="1154496" y="81437"/>
                  <a:pt x="1151158" y="86043"/>
                </a:cubicBezTo>
                <a:cubicBezTo>
                  <a:pt x="1148952" y="89112"/>
                  <a:pt x="1147848" y="92210"/>
                  <a:pt x="1147848" y="95337"/>
                </a:cubicBezTo>
                <a:cubicBezTo>
                  <a:pt x="1147848" y="97952"/>
                  <a:pt x="1148782" y="100255"/>
                  <a:pt x="1150649" y="102245"/>
                </a:cubicBezTo>
                <a:cubicBezTo>
                  <a:pt x="1152063" y="103780"/>
                  <a:pt x="1154043" y="104547"/>
                  <a:pt x="1156589" y="104547"/>
                </a:cubicBezTo>
                <a:cubicBezTo>
                  <a:pt x="1159418" y="104547"/>
                  <a:pt x="1162699" y="102907"/>
                  <a:pt x="1166433" y="99625"/>
                </a:cubicBezTo>
                <a:close/>
                <a:moveTo>
                  <a:pt x="1242467" y="38187"/>
                </a:moveTo>
                <a:lnTo>
                  <a:pt x="1242467" y="56177"/>
                </a:lnTo>
                <a:cubicBezTo>
                  <a:pt x="1247728" y="47974"/>
                  <a:pt x="1252339" y="42529"/>
                  <a:pt x="1256299" y="39842"/>
                </a:cubicBezTo>
                <a:cubicBezTo>
                  <a:pt x="1260259" y="37154"/>
                  <a:pt x="1264078" y="35811"/>
                  <a:pt x="1267755" y="35811"/>
                </a:cubicBezTo>
                <a:cubicBezTo>
                  <a:pt x="1270923" y="35811"/>
                  <a:pt x="1273455" y="36790"/>
                  <a:pt x="1275350" y="38749"/>
                </a:cubicBezTo>
                <a:cubicBezTo>
                  <a:pt x="1277246" y="40708"/>
                  <a:pt x="1278193" y="43476"/>
                  <a:pt x="1278193" y="47052"/>
                </a:cubicBezTo>
                <a:cubicBezTo>
                  <a:pt x="1278193" y="50857"/>
                  <a:pt x="1277274" y="53810"/>
                  <a:pt x="1275435" y="55912"/>
                </a:cubicBezTo>
                <a:cubicBezTo>
                  <a:pt x="1273597" y="58012"/>
                  <a:pt x="1271376" y="59062"/>
                  <a:pt x="1268774" y="59062"/>
                </a:cubicBezTo>
                <a:cubicBezTo>
                  <a:pt x="1265775" y="59062"/>
                  <a:pt x="1263173" y="58101"/>
                  <a:pt x="1260967" y="56177"/>
                </a:cubicBezTo>
                <a:cubicBezTo>
                  <a:pt x="1258760" y="54254"/>
                  <a:pt x="1257459" y="53179"/>
                  <a:pt x="1257063" y="52953"/>
                </a:cubicBezTo>
                <a:cubicBezTo>
                  <a:pt x="1256497" y="52613"/>
                  <a:pt x="1255847" y="52443"/>
                  <a:pt x="1255111" y="52443"/>
                </a:cubicBezTo>
                <a:cubicBezTo>
                  <a:pt x="1253471" y="52443"/>
                  <a:pt x="1251915" y="53066"/>
                  <a:pt x="1250444" y="54310"/>
                </a:cubicBezTo>
                <a:cubicBezTo>
                  <a:pt x="1248124" y="56234"/>
                  <a:pt x="1246371" y="58978"/>
                  <a:pt x="1245183" y="62542"/>
                </a:cubicBezTo>
                <a:cubicBezTo>
                  <a:pt x="1243372" y="68029"/>
                  <a:pt x="1242467" y="74083"/>
                  <a:pt x="1242467" y="80702"/>
                </a:cubicBezTo>
                <a:lnTo>
                  <a:pt x="1242467" y="98947"/>
                </a:lnTo>
                <a:lnTo>
                  <a:pt x="1242552" y="103699"/>
                </a:lnTo>
                <a:cubicBezTo>
                  <a:pt x="1242552" y="106923"/>
                  <a:pt x="1242750" y="108988"/>
                  <a:pt x="1243146" y="109893"/>
                </a:cubicBezTo>
                <a:cubicBezTo>
                  <a:pt x="1243825" y="111421"/>
                  <a:pt x="1244829" y="112538"/>
                  <a:pt x="1246159" y="113245"/>
                </a:cubicBezTo>
                <a:cubicBezTo>
                  <a:pt x="1247488" y="113953"/>
                  <a:pt x="1249737" y="114391"/>
                  <a:pt x="1252905" y="114561"/>
                </a:cubicBezTo>
                <a:lnTo>
                  <a:pt x="1252905" y="117616"/>
                </a:lnTo>
                <a:lnTo>
                  <a:pt x="1210051" y="117616"/>
                </a:lnTo>
                <a:lnTo>
                  <a:pt x="1210051" y="114561"/>
                </a:lnTo>
                <a:cubicBezTo>
                  <a:pt x="1213502" y="114278"/>
                  <a:pt x="1215835" y="113330"/>
                  <a:pt x="1217052" y="111718"/>
                </a:cubicBezTo>
                <a:cubicBezTo>
                  <a:pt x="1218268" y="110106"/>
                  <a:pt x="1218876" y="105848"/>
                  <a:pt x="1218876" y="98947"/>
                </a:cubicBezTo>
                <a:lnTo>
                  <a:pt x="1218876" y="54989"/>
                </a:lnTo>
                <a:cubicBezTo>
                  <a:pt x="1218876" y="50435"/>
                  <a:pt x="1218650" y="47532"/>
                  <a:pt x="1218197" y="46280"/>
                </a:cubicBezTo>
                <a:cubicBezTo>
                  <a:pt x="1217632" y="44686"/>
                  <a:pt x="1216811" y="43519"/>
                  <a:pt x="1215736" y="42780"/>
                </a:cubicBezTo>
                <a:cubicBezTo>
                  <a:pt x="1214661" y="42039"/>
                  <a:pt x="1212766" y="41526"/>
                  <a:pt x="1210051" y="41242"/>
                </a:cubicBezTo>
                <a:lnTo>
                  <a:pt x="1210051" y="38187"/>
                </a:lnTo>
                <a:lnTo>
                  <a:pt x="1242467" y="38187"/>
                </a:lnTo>
                <a:close/>
                <a:moveTo>
                  <a:pt x="1305799" y="0"/>
                </a:moveTo>
                <a:cubicBezTo>
                  <a:pt x="1309476" y="0"/>
                  <a:pt x="1312588" y="1291"/>
                  <a:pt x="1315134" y="3874"/>
                </a:cubicBezTo>
                <a:cubicBezTo>
                  <a:pt x="1317679" y="6456"/>
                  <a:pt x="1318952" y="9563"/>
                  <a:pt x="1318952" y="13196"/>
                </a:cubicBezTo>
                <a:cubicBezTo>
                  <a:pt x="1318952" y="16829"/>
                  <a:pt x="1317665" y="19923"/>
                  <a:pt x="1315091" y="22477"/>
                </a:cubicBezTo>
                <a:cubicBezTo>
                  <a:pt x="1312517" y="25030"/>
                  <a:pt x="1309420" y="26307"/>
                  <a:pt x="1305799" y="26307"/>
                </a:cubicBezTo>
                <a:cubicBezTo>
                  <a:pt x="1302178" y="26307"/>
                  <a:pt x="1299095" y="25030"/>
                  <a:pt x="1296549" y="22477"/>
                </a:cubicBezTo>
                <a:cubicBezTo>
                  <a:pt x="1294004" y="19923"/>
                  <a:pt x="1292731" y="16829"/>
                  <a:pt x="1292731" y="13196"/>
                </a:cubicBezTo>
                <a:cubicBezTo>
                  <a:pt x="1292731" y="9563"/>
                  <a:pt x="1294004" y="6456"/>
                  <a:pt x="1296549" y="3874"/>
                </a:cubicBezTo>
                <a:cubicBezTo>
                  <a:pt x="1299095" y="1291"/>
                  <a:pt x="1302178" y="0"/>
                  <a:pt x="1305799" y="0"/>
                </a:cubicBezTo>
                <a:moveTo>
                  <a:pt x="1317679" y="38187"/>
                </a:moveTo>
                <a:lnTo>
                  <a:pt x="1317679" y="101153"/>
                </a:lnTo>
                <a:cubicBezTo>
                  <a:pt x="1317679" y="106754"/>
                  <a:pt x="1318330" y="110332"/>
                  <a:pt x="1319631" y="111888"/>
                </a:cubicBezTo>
                <a:cubicBezTo>
                  <a:pt x="1320932" y="113443"/>
                  <a:pt x="1323478" y="114334"/>
                  <a:pt x="1327269" y="114561"/>
                </a:cubicBezTo>
                <a:lnTo>
                  <a:pt x="1327269" y="117616"/>
                </a:lnTo>
                <a:lnTo>
                  <a:pt x="1284414" y="117616"/>
                </a:lnTo>
                <a:lnTo>
                  <a:pt x="1284414" y="114561"/>
                </a:lnTo>
                <a:cubicBezTo>
                  <a:pt x="1287922" y="114448"/>
                  <a:pt x="1290524" y="113429"/>
                  <a:pt x="1292221" y="111506"/>
                </a:cubicBezTo>
                <a:cubicBezTo>
                  <a:pt x="1293353" y="110205"/>
                  <a:pt x="1293919" y="106754"/>
                  <a:pt x="1293919" y="101153"/>
                </a:cubicBezTo>
                <a:lnTo>
                  <a:pt x="1293919" y="54819"/>
                </a:lnTo>
                <a:cubicBezTo>
                  <a:pt x="1293919" y="49148"/>
                  <a:pt x="1293268" y="45525"/>
                  <a:pt x="1291967" y="43949"/>
                </a:cubicBezTo>
                <a:cubicBezTo>
                  <a:pt x="1290666" y="42374"/>
                  <a:pt x="1288148" y="41472"/>
                  <a:pt x="1284414" y="41242"/>
                </a:cubicBezTo>
                <a:lnTo>
                  <a:pt x="1284414" y="38187"/>
                </a:lnTo>
                <a:lnTo>
                  <a:pt x="1317679" y="38187"/>
                </a:lnTo>
                <a:close/>
                <a:moveTo>
                  <a:pt x="1385172" y="36150"/>
                </a:moveTo>
                <a:lnTo>
                  <a:pt x="1386445" y="63305"/>
                </a:lnTo>
                <a:lnTo>
                  <a:pt x="1383560" y="63305"/>
                </a:lnTo>
                <a:cubicBezTo>
                  <a:pt x="1380109" y="55207"/>
                  <a:pt x="1376531" y="49675"/>
                  <a:pt x="1372825" y="46710"/>
                </a:cubicBezTo>
                <a:cubicBezTo>
                  <a:pt x="1369119" y="43743"/>
                  <a:pt x="1365428" y="42260"/>
                  <a:pt x="1361751" y="42260"/>
                </a:cubicBezTo>
                <a:cubicBezTo>
                  <a:pt x="1359431" y="42260"/>
                  <a:pt x="1357451" y="43038"/>
                  <a:pt x="1355811" y="44594"/>
                </a:cubicBezTo>
                <a:cubicBezTo>
                  <a:pt x="1354170" y="46150"/>
                  <a:pt x="1353350" y="47946"/>
                  <a:pt x="1353350" y="49982"/>
                </a:cubicBezTo>
                <a:cubicBezTo>
                  <a:pt x="1353350" y="51510"/>
                  <a:pt x="1353915" y="52981"/>
                  <a:pt x="1355047" y="54395"/>
                </a:cubicBezTo>
                <a:cubicBezTo>
                  <a:pt x="1356857" y="56715"/>
                  <a:pt x="1361921" y="60689"/>
                  <a:pt x="1370237" y="66318"/>
                </a:cubicBezTo>
                <a:cubicBezTo>
                  <a:pt x="1378553" y="71947"/>
                  <a:pt x="1384027" y="76727"/>
                  <a:pt x="1386657" y="80659"/>
                </a:cubicBezTo>
                <a:cubicBezTo>
                  <a:pt x="1389288" y="84591"/>
                  <a:pt x="1390603" y="88990"/>
                  <a:pt x="1390603" y="93855"/>
                </a:cubicBezTo>
                <a:cubicBezTo>
                  <a:pt x="1390603" y="98268"/>
                  <a:pt x="1389500" y="102596"/>
                  <a:pt x="1387294" y="106838"/>
                </a:cubicBezTo>
                <a:cubicBezTo>
                  <a:pt x="1385087" y="111081"/>
                  <a:pt x="1381976" y="114334"/>
                  <a:pt x="1377959" y="116597"/>
                </a:cubicBezTo>
                <a:cubicBezTo>
                  <a:pt x="1373942" y="118860"/>
                  <a:pt x="1369501" y="119992"/>
                  <a:pt x="1364636" y="119992"/>
                </a:cubicBezTo>
                <a:cubicBezTo>
                  <a:pt x="1360846" y="119992"/>
                  <a:pt x="1355782" y="118782"/>
                  <a:pt x="1349446" y="116361"/>
                </a:cubicBezTo>
                <a:cubicBezTo>
                  <a:pt x="1347749" y="115727"/>
                  <a:pt x="1346589" y="115409"/>
                  <a:pt x="1345967" y="115409"/>
                </a:cubicBezTo>
                <a:cubicBezTo>
                  <a:pt x="1344100" y="115409"/>
                  <a:pt x="1342544" y="116824"/>
                  <a:pt x="1341300" y="119652"/>
                </a:cubicBezTo>
                <a:lnTo>
                  <a:pt x="1338499" y="119652"/>
                </a:lnTo>
                <a:lnTo>
                  <a:pt x="1337141" y="91139"/>
                </a:lnTo>
                <a:lnTo>
                  <a:pt x="1340027" y="91139"/>
                </a:lnTo>
                <a:cubicBezTo>
                  <a:pt x="1342573" y="98607"/>
                  <a:pt x="1346066" y="104208"/>
                  <a:pt x="1350507" y="107942"/>
                </a:cubicBezTo>
                <a:cubicBezTo>
                  <a:pt x="1354948" y="111676"/>
                  <a:pt x="1359148" y="113542"/>
                  <a:pt x="1363109" y="113542"/>
                </a:cubicBezTo>
                <a:cubicBezTo>
                  <a:pt x="1365824" y="113542"/>
                  <a:pt x="1368045" y="112708"/>
                  <a:pt x="1369770" y="111039"/>
                </a:cubicBezTo>
                <a:cubicBezTo>
                  <a:pt x="1371496" y="109370"/>
                  <a:pt x="1372358" y="107348"/>
                  <a:pt x="1372358" y="104972"/>
                </a:cubicBezTo>
                <a:cubicBezTo>
                  <a:pt x="1372358" y="102256"/>
                  <a:pt x="1371510" y="99908"/>
                  <a:pt x="1369813" y="97928"/>
                </a:cubicBezTo>
                <a:cubicBezTo>
                  <a:pt x="1368115" y="95948"/>
                  <a:pt x="1364325" y="92950"/>
                  <a:pt x="1358441" y="88933"/>
                </a:cubicBezTo>
                <a:cubicBezTo>
                  <a:pt x="1349786" y="82936"/>
                  <a:pt x="1344185" y="78354"/>
                  <a:pt x="1341639" y="75186"/>
                </a:cubicBezTo>
                <a:cubicBezTo>
                  <a:pt x="1337905" y="70547"/>
                  <a:pt x="1336038" y="65427"/>
                  <a:pt x="1336038" y="59826"/>
                </a:cubicBezTo>
                <a:cubicBezTo>
                  <a:pt x="1336038" y="53716"/>
                  <a:pt x="1338146" y="48186"/>
                  <a:pt x="1342360" y="43236"/>
                </a:cubicBezTo>
                <a:cubicBezTo>
                  <a:pt x="1346575" y="38286"/>
                  <a:pt x="1352671" y="35811"/>
                  <a:pt x="1360648" y="35811"/>
                </a:cubicBezTo>
                <a:cubicBezTo>
                  <a:pt x="1364947" y="35811"/>
                  <a:pt x="1369105" y="36898"/>
                  <a:pt x="1373122" y="39073"/>
                </a:cubicBezTo>
                <a:cubicBezTo>
                  <a:pt x="1374650" y="39953"/>
                  <a:pt x="1375894" y="40393"/>
                  <a:pt x="1376856" y="40393"/>
                </a:cubicBezTo>
                <a:cubicBezTo>
                  <a:pt x="1377874" y="40393"/>
                  <a:pt x="1378695" y="40181"/>
                  <a:pt x="1379317" y="39757"/>
                </a:cubicBezTo>
                <a:cubicBezTo>
                  <a:pt x="1379939" y="39333"/>
                  <a:pt x="1380929" y="38130"/>
                  <a:pt x="1382287" y="36150"/>
                </a:cubicBezTo>
                <a:lnTo>
                  <a:pt x="1385172" y="36150"/>
                </a:lnTo>
                <a:close/>
                <a:moveTo>
                  <a:pt x="1421719" y="0"/>
                </a:moveTo>
                <a:cubicBezTo>
                  <a:pt x="1425396" y="0"/>
                  <a:pt x="1428508" y="1291"/>
                  <a:pt x="1431053" y="3874"/>
                </a:cubicBezTo>
                <a:cubicBezTo>
                  <a:pt x="1433599" y="6456"/>
                  <a:pt x="1434872" y="9563"/>
                  <a:pt x="1434872" y="13196"/>
                </a:cubicBezTo>
                <a:cubicBezTo>
                  <a:pt x="1434872" y="16829"/>
                  <a:pt x="1433585" y="19923"/>
                  <a:pt x="1431011" y="22477"/>
                </a:cubicBezTo>
                <a:cubicBezTo>
                  <a:pt x="1428437" y="25030"/>
                  <a:pt x="1425340" y="26307"/>
                  <a:pt x="1421719" y="26307"/>
                </a:cubicBezTo>
                <a:cubicBezTo>
                  <a:pt x="1418098" y="26307"/>
                  <a:pt x="1415015" y="25030"/>
                  <a:pt x="1412469" y="22477"/>
                </a:cubicBezTo>
                <a:cubicBezTo>
                  <a:pt x="1409923" y="19923"/>
                  <a:pt x="1408650" y="16829"/>
                  <a:pt x="1408650" y="13196"/>
                </a:cubicBezTo>
                <a:cubicBezTo>
                  <a:pt x="1408650" y="9563"/>
                  <a:pt x="1409923" y="6456"/>
                  <a:pt x="1412469" y="3874"/>
                </a:cubicBezTo>
                <a:cubicBezTo>
                  <a:pt x="1415015" y="1291"/>
                  <a:pt x="1418098" y="0"/>
                  <a:pt x="1421719" y="0"/>
                </a:cubicBezTo>
                <a:moveTo>
                  <a:pt x="1433599" y="38187"/>
                </a:moveTo>
                <a:lnTo>
                  <a:pt x="1433599" y="101153"/>
                </a:lnTo>
                <a:cubicBezTo>
                  <a:pt x="1433599" y="106754"/>
                  <a:pt x="1434250" y="110332"/>
                  <a:pt x="1435551" y="111888"/>
                </a:cubicBezTo>
                <a:cubicBezTo>
                  <a:pt x="1436852" y="113443"/>
                  <a:pt x="1439398" y="114334"/>
                  <a:pt x="1443188" y="114561"/>
                </a:cubicBezTo>
                <a:lnTo>
                  <a:pt x="1443188" y="117616"/>
                </a:lnTo>
                <a:lnTo>
                  <a:pt x="1400334" y="117616"/>
                </a:lnTo>
                <a:lnTo>
                  <a:pt x="1400334" y="114561"/>
                </a:lnTo>
                <a:cubicBezTo>
                  <a:pt x="1403842" y="114448"/>
                  <a:pt x="1406444" y="113429"/>
                  <a:pt x="1408141" y="111506"/>
                </a:cubicBezTo>
                <a:cubicBezTo>
                  <a:pt x="1409273" y="110205"/>
                  <a:pt x="1409839" y="106754"/>
                  <a:pt x="1409839" y="101153"/>
                </a:cubicBezTo>
                <a:lnTo>
                  <a:pt x="1409839" y="54819"/>
                </a:lnTo>
                <a:cubicBezTo>
                  <a:pt x="1409839" y="49148"/>
                  <a:pt x="1409188" y="45525"/>
                  <a:pt x="1407887" y="43949"/>
                </a:cubicBezTo>
                <a:cubicBezTo>
                  <a:pt x="1406586" y="42374"/>
                  <a:pt x="1404068" y="41472"/>
                  <a:pt x="1400334" y="41242"/>
                </a:cubicBezTo>
                <a:lnTo>
                  <a:pt x="1400334" y="38187"/>
                </a:lnTo>
                <a:lnTo>
                  <a:pt x="1433599" y="38187"/>
                </a:lnTo>
                <a:close/>
                <a:moveTo>
                  <a:pt x="1483356" y="38187"/>
                </a:moveTo>
                <a:lnTo>
                  <a:pt x="1483356" y="48540"/>
                </a:lnTo>
                <a:cubicBezTo>
                  <a:pt x="1487430" y="44097"/>
                  <a:pt x="1491333" y="40865"/>
                  <a:pt x="1495067" y="38845"/>
                </a:cubicBezTo>
                <a:cubicBezTo>
                  <a:pt x="1498801" y="36822"/>
                  <a:pt x="1502817" y="35811"/>
                  <a:pt x="1507117" y="35811"/>
                </a:cubicBezTo>
                <a:cubicBezTo>
                  <a:pt x="1512265" y="35811"/>
                  <a:pt x="1516536" y="37241"/>
                  <a:pt x="1519931" y="40102"/>
                </a:cubicBezTo>
                <a:cubicBezTo>
                  <a:pt x="1523325" y="42962"/>
                  <a:pt x="1525588" y="46516"/>
                  <a:pt x="1526720" y="50765"/>
                </a:cubicBezTo>
                <a:cubicBezTo>
                  <a:pt x="1527625" y="53995"/>
                  <a:pt x="1528077" y="60198"/>
                  <a:pt x="1528077" y="69376"/>
                </a:cubicBezTo>
                <a:lnTo>
                  <a:pt x="1528077" y="100304"/>
                </a:lnTo>
                <a:cubicBezTo>
                  <a:pt x="1528077" y="106414"/>
                  <a:pt x="1528629" y="110219"/>
                  <a:pt x="1529732" y="111718"/>
                </a:cubicBezTo>
                <a:cubicBezTo>
                  <a:pt x="1530835" y="113217"/>
                  <a:pt x="1533141" y="114165"/>
                  <a:pt x="1536648" y="114561"/>
                </a:cubicBezTo>
                <a:lnTo>
                  <a:pt x="1536648" y="117616"/>
                </a:lnTo>
                <a:lnTo>
                  <a:pt x="1496510" y="117616"/>
                </a:lnTo>
                <a:lnTo>
                  <a:pt x="1496510" y="114561"/>
                </a:lnTo>
                <a:cubicBezTo>
                  <a:pt x="1499508" y="114165"/>
                  <a:pt x="1501658" y="112920"/>
                  <a:pt x="1502959" y="110827"/>
                </a:cubicBezTo>
                <a:cubicBezTo>
                  <a:pt x="1503864" y="109413"/>
                  <a:pt x="1504317" y="105905"/>
                  <a:pt x="1504317" y="100304"/>
                </a:cubicBezTo>
                <a:lnTo>
                  <a:pt x="1504317" y="65003"/>
                </a:lnTo>
                <a:cubicBezTo>
                  <a:pt x="1504317" y="58497"/>
                  <a:pt x="1504062" y="54395"/>
                  <a:pt x="1503553" y="52698"/>
                </a:cubicBezTo>
                <a:cubicBezTo>
                  <a:pt x="1503044" y="51001"/>
                  <a:pt x="1502181" y="49685"/>
                  <a:pt x="1500965" y="48752"/>
                </a:cubicBezTo>
                <a:cubicBezTo>
                  <a:pt x="1499748" y="47818"/>
                  <a:pt x="1498405" y="47352"/>
                  <a:pt x="1496934" y="47352"/>
                </a:cubicBezTo>
                <a:cubicBezTo>
                  <a:pt x="1492069" y="47352"/>
                  <a:pt x="1487543" y="50859"/>
                  <a:pt x="1483356" y="57874"/>
                </a:cubicBezTo>
                <a:lnTo>
                  <a:pt x="1483356" y="100304"/>
                </a:lnTo>
                <a:cubicBezTo>
                  <a:pt x="1483356" y="106244"/>
                  <a:pt x="1483908" y="110007"/>
                  <a:pt x="1485011" y="111591"/>
                </a:cubicBezTo>
                <a:cubicBezTo>
                  <a:pt x="1486114" y="113175"/>
                  <a:pt x="1488165" y="114165"/>
                  <a:pt x="1491163" y="114561"/>
                </a:cubicBezTo>
                <a:lnTo>
                  <a:pt x="1491163" y="117616"/>
                </a:lnTo>
                <a:lnTo>
                  <a:pt x="1451025" y="117616"/>
                </a:lnTo>
                <a:lnTo>
                  <a:pt x="1451025" y="114561"/>
                </a:lnTo>
                <a:cubicBezTo>
                  <a:pt x="1454362" y="114221"/>
                  <a:pt x="1456739" y="113146"/>
                  <a:pt x="1458153" y="111336"/>
                </a:cubicBezTo>
                <a:cubicBezTo>
                  <a:pt x="1459115" y="110091"/>
                  <a:pt x="1459596" y="106414"/>
                  <a:pt x="1459596" y="100304"/>
                </a:cubicBezTo>
                <a:lnTo>
                  <a:pt x="1459596" y="55498"/>
                </a:lnTo>
                <a:cubicBezTo>
                  <a:pt x="1459596" y="49429"/>
                  <a:pt x="1459044" y="45650"/>
                  <a:pt x="1457941" y="44162"/>
                </a:cubicBezTo>
                <a:cubicBezTo>
                  <a:pt x="1456838" y="42673"/>
                  <a:pt x="1454532" y="41700"/>
                  <a:pt x="1451025" y="41242"/>
                </a:cubicBezTo>
                <a:lnTo>
                  <a:pt x="1451025" y="38187"/>
                </a:lnTo>
                <a:lnTo>
                  <a:pt x="1483356" y="38187"/>
                </a:lnTo>
                <a:close/>
                <a:moveTo>
                  <a:pt x="1598485" y="39205"/>
                </a:moveTo>
                <a:lnTo>
                  <a:pt x="1625215" y="39205"/>
                </a:lnTo>
                <a:lnTo>
                  <a:pt x="1625215" y="48540"/>
                </a:lnTo>
                <a:lnTo>
                  <a:pt x="1610026" y="48540"/>
                </a:lnTo>
                <a:cubicBezTo>
                  <a:pt x="1612798" y="51312"/>
                  <a:pt x="1614721" y="53829"/>
                  <a:pt x="1615796" y="56092"/>
                </a:cubicBezTo>
                <a:cubicBezTo>
                  <a:pt x="1617154" y="59147"/>
                  <a:pt x="1617833" y="62344"/>
                  <a:pt x="1617833" y="65681"/>
                </a:cubicBezTo>
                <a:cubicBezTo>
                  <a:pt x="1617833" y="71339"/>
                  <a:pt x="1616263" y="76247"/>
                  <a:pt x="1613123" y="80405"/>
                </a:cubicBezTo>
                <a:cubicBezTo>
                  <a:pt x="1609983" y="84563"/>
                  <a:pt x="1605712" y="87816"/>
                  <a:pt x="1600309" y="90164"/>
                </a:cubicBezTo>
                <a:cubicBezTo>
                  <a:pt x="1594906" y="92511"/>
                  <a:pt x="1590112" y="93685"/>
                  <a:pt x="1585925" y="93685"/>
                </a:cubicBezTo>
                <a:cubicBezTo>
                  <a:pt x="1585586" y="93685"/>
                  <a:pt x="1582192" y="93544"/>
                  <a:pt x="1575742" y="93261"/>
                </a:cubicBezTo>
                <a:cubicBezTo>
                  <a:pt x="1573196" y="93261"/>
                  <a:pt x="1571061" y="94091"/>
                  <a:pt x="1569335" y="95751"/>
                </a:cubicBezTo>
                <a:cubicBezTo>
                  <a:pt x="1567610" y="97411"/>
                  <a:pt x="1566747" y="99394"/>
                  <a:pt x="1566747" y="101699"/>
                </a:cubicBezTo>
                <a:cubicBezTo>
                  <a:pt x="1566747" y="103725"/>
                  <a:pt x="1567525" y="105385"/>
                  <a:pt x="1569081" y="106679"/>
                </a:cubicBezTo>
                <a:cubicBezTo>
                  <a:pt x="1570636" y="107973"/>
                  <a:pt x="1573168" y="108621"/>
                  <a:pt x="1576676" y="108621"/>
                </a:cubicBezTo>
                <a:lnTo>
                  <a:pt x="1591356" y="108451"/>
                </a:lnTo>
                <a:cubicBezTo>
                  <a:pt x="1603237" y="108451"/>
                  <a:pt x="1611412" y="109755"/>
                  <a:pt x="1615881" y="112362"/>
                </a:cubicBezTo>
                <a:cubicBezTo>
                  <a:pt x="1622274" y="115988"/>
                  <a:pt x="1625470" y="121571"/>
                  <a:pt x="1625470" y="129109"/>
                </a:cubicBezTo>
                <a:cubicBezTo>
                  <a:pt x="1625470" y="133926"/>
                  <a:pt x="1623999" y="138305"/>
                  <a:pt x="1621057" y="142244"/>
                </a:cubicBezTo>
                <a:cubicBezTo>
                  <a:pt x="1618116" y="146183"/>
                  <a:pt x="1614240" y="149087"/>
                  <a:pt x="1609432" y="150958"/>
                </a:cubicBezTo>
                <a:cubicBezTo>
                  <a:pt x="1602134" y="153735"/>
                  <a:pt x="1593732" y="155124"/>
                  <a:pt x="1584228" y="155124"/>
                </a:cubicBezTo>
                <a:cubicBezTo>
                  <a:pt x="1577100" y="155124"/>
                  <a:pt x="1570594" y="154431"/>
                  <a:pt x="1564710" y="153045"/>
                </a:cubicBezTo>
                <a:cubicBezTo>
                  <a:pt x="1558827" y="151659"/>
                  <a:pt x="1554612" y="149734"/>
                  <a:pt x="1552066" y="147272"/>
                </a:cubicBezTo>
                <a:cubicBezTo>
                  <a:pt x="1549521" y="144811"/>
                  <a:pt x="1548248" y="142222"/>
                  <a:pt x="1548248" y="139504"/>
                </a:cubicBezTo>
                <a:cubicBezTo>
                  <a:pt x="1548248" y="136902"/>
                  <a:pt x="1549223" y="134567"/>
                  <a:pt x="1551175" y="132501"/>
                </a:cubicBezTo>
                <a:cubicBezTo>
                  <a:pt x="1553127" y="130436"/>
                  <a:pt x="1556762" y="128696"/>
                  <a:pt x="1562080" y="127282"/>
                </a:cubicBezTo>
                <a:cubicBezTo>
                  <a:pt x="1554725" y="123661"/>
                  <a:pt x="1551048" y="118627"/>
                  <a:pt x="1551048" y="112179"/>
                </a:cubicBezTo>
                <a:cubicBezTo>
                  <a:pt x="1551048" y="108276"/>
                  <a:pt x="1552547" y="104486"/>
                  <a:pt x="1555546" y="100811"/>
                </a:cubicBezTo>
                <a:cubicBezTo>
                  <a:pt x="1558544" y="97134"/>
                  <a:pt x="1563296" y="93937"/>
                  <a:pt x="1569802" y="91222"/>
                </a:cubicBezTo>
                <a:cubicBezTo>
                  <a:pt x="1562221" y="88446"/>
                  <a:pt x="1556734" y="84792"/>
                  <a:pt x="1553339" y="80259"/>
                </a:cubicBezTo>
                <a:cubicBezTo>
                  <a:pt x="1549945" y="75726"/>
                  <a:pt x="1548248" y="70485"/>
                  <a:pt x="1548248" y="64536"/>
                </a:cubicBezTo>
                <a:cubicBezTo>
                  <a:pt x="1548248" y="56775"/>
                  <a:pt x="1551416" y="50047"/>
                  <a:pt x="1557752" y="44353"/>
                </a:cubicBezTo>
                <a:cubicBezTo>
                  <a:pt x="1564088" y="38658"/>
                  <a:pt x="1572235" y="35811"/>
                  <a:pt x="1582192" y="35811"/>
                </a:cubicBezTo>
                <a:cubicBezTo>
                  <a:pt x="1587453" y="35811"/>
                  <a:pt x="1592884" y="36942"/>
                  <a:pt x="1598485" y="39205"/>
                </a:cubicBezTo>
                <a:moveTo>
                  <a:pt x="1583804" y="41242"/>
                </a:moveTo>
                <a:cubicBezTo>
                  <a:pt x="1580523" y="41242"/>
                  <a:pt x="1577751" y="42894"/>
                  <a:pt x="1575488" y="46198"/>
                </a:cubicBezTo>
                <a:cubicBezTo>
                  <a:pt x="1573225" y="49501"/>
                  <a:pt x="1572093" y="56348"/>
                  <a:pt x="1572093" y="66740"/>
                </a:cubicBezTo>
                <a:cubicBezTo>
                  <a:pt x="1572093" y="75153"/>
                  <a:pt x="1573211" y="80927"/>
                  <a:pt x="1575445" y="84062"/>
                </a:cubicBezTo>
                <a:cubicBezTo>
                  <a:pt x="1577680" y="87196"/>
                  <a:pt x="1580325" y="88763"/>
                  <a:pt x="1583380" y="88763"/>
                </a:cubicBezTo>
                <a:cubicBezTo>
                  <a:pt x="1586774" y="88763"/>
                  <a:pt x="1589603" y="87210"/>
                  <a:pt x="1591866" y="84104"/>
                </a:cubicBezTo>
                <a:cubicBezTo>
                  <a:pt x="1594128" y="80998"/>
                  <a:pt x="1595260" y="74955"/>
                  <a:pt x="1595260" y="65976"/>
                </a:cubicBezTo>
                <a:cubicBezTo>
                  <a:pt x="1595260" y="55869"/>
                  <a:pt x="1593987" y="48979"/>
                  <a:pt x="1591441" y="45307"/>
                </a:cubicBezTo>
                <a:cubicBezTo>
                  <a:pt x="1589631" y="42597"/>
                  <a:pt x="1587085" y="41242"/>
                  <a:pt x="1583804" y="41242"/>
                </a:cubicBezTo>
                <a:moveTo>
                  <a:pt x="1578797" y="129326"/>
                </a:moveTo>
                <a:cubicBezTo>
                  <a:pt x="1573027" y="129326"/>
                  <a:pt x="1569208" y="129805"/>
                  <a:pt x="1567341" y="130764"/>
                </a:cubicBezTo>
                <a:cubicBezTo>
                  <a:pt x="1564116" y="132509"/>
                  <a:pt x="1562504" y="134874"/>
                  <a:pt x="1562504" y="137860"/>
                </a:cubicBezTo>
                <a:cubicBezTo>
                  <a:pt x="1562504" y="140733"/>
                  <a:pt x="1564173" y="143338"/>
                  <a:pt x="1567511" y="145675"/>
                </a:cubicBezTo>
                <a:cubicBezTo>
                  <a:pt x="1570849" y="148014"/>
                  <a:pt x="1577128" y="149184"/>
                  <a:pt x="1586350" y="149184"/>
                </a:cubicBezTo>
                <a:cubicBezTo>
                  <a:pt x="1594213" y="149184"/>
                  <a:pt x="1600394" y="148141"/>
                  <a:pt x="1604892" y="146057"/>
                </a:cubicBezTo>
                <a:cubicBezTo>
                  <a:pt x="1609389" y="143973"/>
                  <a:pt x="1611638" y="141043"/>
                  <a:pt x="1611638" y="137269"/>
                </a:cubicBezTo>
                <a:cubicBezTo>
                  <a:pt x="1611638" y="135861"/>
                  <a:pt x="1611214" y="134679"/>
                  <a:pt x="1610365" y="133720"/>
                </a:cubicBezTo>
                <a:cubicBezTo>
                  <a:pt x="1608838" y="132030"/>
                  <a:pt x="1606532" y="130875"/>
                  <a:pt x="1603449" y="130255"/>
                </a:cubicBezTo>
                <a:cubicBezTo>
                  <a:pt x="1600366" y="129636"/>
                  <a:pt x="1592148" y="129326"/>
                  <a:pt x="1578797" y="1293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86B30-53E3-4226-8EBB-90409D24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2255828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294111"/>
                </a:moveTo>
                <a:cubicBezTo>
                  <a:pt x="89125" y="294111"/>
                  <a:pt x="133687" y="245092"/>
                  <a:pt x="133687" y="147056"/>
                </a:cubicBezTo>
                <a:cubicBezTo>
                  <a:pt x="133687" y="49019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0C046-F027-4798-8648-1A6AA8C1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2209037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E3EBE8-23C7-4D54-ADEC-0A610887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2209037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8AE17-0E50-4120-9500-EC81246B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2549939"/>
            <a:ext cx="182215" cy="10"/>
          </a:xfrm>
          <a:custGeom xmlns:a="http://schemas.openxmlformats.org/drawingml/2006/main">
            <a:pathLst>
              <a:path w="182215" h="1" fill="none">
                <a:moveTo>
                  <a:pt x="0" y="0"/>
                </a:moveTo>
                <a:cubicBezTo>
                  <a:pt x="89125" y="0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A320CA-C5D9-4263-B212-90A06FD3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2503149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F9345-725E-4BC0-87A4-C7886CDC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2503149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2B9E7-B03E-4CBB-844B-4BB34675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2549939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0"/>
                </a:moveTo>
                <a:cubicBezTo>
                  <a:pt x="89125" y="0"/>
                  <a:pt x="133687" y="49019"/>
                  <a:pt x="133687" y="147056"/>
                </a:cubicBezTo>
                <a:cubicBezTo>
                  <a:pt x="133687" y="245092"/>
                  <a:pt x="149863" y="294111"/>
                  <a:pt x="182215" y="29411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EEA90-8C91-4DE8-9AC5-CB90E70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2797260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34730-4F2C-4AC9-8A0D-74DDEB7E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2797260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A44C2-C97C-48EC-B9D1-F59ACAD1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2122141"/>
            <a:ext cx="1804772" cy="855596"/>
          </a:xfrm>
          <a:custGeom xmlns:a="http://schemas.openxmlformats.org/drawingml/2006/main">
            <a:pathLst>
              <a:path w="1804772" h="855596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6"/>
                  <a:pt x="1804772" y="17112"/>
                </a:cubicBezTo>
                <a:lnTo>
                  <a:pt x="1804772" y="838484"/>
                </a:lnTo>
                <a:cubicBezTo>
                  <a:pt x="1804772" y="843209"/>
                  <a:pt x="1803101" y="847242"/>
                  <a:pt x="1799760" y="850583"/>
                </a:cubicBezTo>
                <a:cubicBezTo>
                  <a:pt x="1796419" y="853925"/>
                  <a:pt x="1792386" y="855595"/>
                  <a:pt x="1787661" y="855596"/>
                </a:cubicBezTo>
                <a:lnTo>
                  <a:pt x="17112" y="855596"/>
                </a:lnTo>
                <a:cubicBezTo>
                  <a:pt x="12387" y="855595"/>
                  <a:pt x="8353" y="853925"/>
                  <a:pt x="5012" y="850583"/>
                </a:cubicBezTo>
                <a:cubicBezTo>
                  <a:pt x="1671" y="847242"/>
                  <a:pt x="0" y="843209"/>
                  <a:pt x="0" y="838484"/>
                </a:cubicBezTo>
                <a:lnTo>
                  <a:pt x="0" y="17112"/>
                </a:lnTo>
                <a:cubicBezTo>
                  <a:pt x="0" y="12386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solidFill xmlns:a="http://schemas.openxmlformats.org/drawingml/2006/main">
            <a:srgbClr val="B8F5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117B1-91CD-48D4-82B5-3BF6317B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2122141"/>
            <a:ext cx="1804772" cy="855596"/>
          </a:xfrm>
          <a:custGeom xmlns:a="http://schemas.openxmlformats.org/drawingml/2006/main">
            <a:pathLst>
              <a:path w="1804772" h="855596" fill="none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6"/>
                  <a:pt x="1804772" y="17112"/>
                </a:cubicBezTo>
                <a:lnTo>
                  <a:pt x="1804772" y="838484"/>
                </a:lnTo>
                <a:cubicBezTo>
                  <a:pt x="1804772" y="843209"/>
                  <a:pt x="1803101" y="847242"/>
                  <a:pt x="1799760" y="850583"/>
                </a:cubicBezTo>
                <a:cubicBezTo>
                  <a:pt x="1796419" y="853925"/>
                  <a:pt x="1792386" y="855595"/>
                  <a:pt x="1787661" y="855596"/>
                </a:cubicBezTo>
                <a:lnTo>
                  <a:pt x="17112" y="855596"/>
                </a:lnTo>
                <a:cubicBezTo>
                  <a:pt x="12387" y="855595"/>
                  <a:pt x="8353" y="853925"/>
                  <a:pt x="5012" y="850583"/>
                </a:cubicBezTo>
                <a:cubicBezTo>
                  <a:pt x="1671" y="847242"/>
                  <a:pt x="0" y="843209"/>
                  <a:pt x="0" y="838484"/>
                </a:cubicBezTo>
                <a:lnTo>
                  <a:pt x="0" y="17112"/>
                </a:lnTo>
                <a:cubicBezTo>
                  <a:pt x="0" y="12386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82" name="Text Questionsseek">
            <a:extLst xmlns:a="http://schemas.openxmlformats.org/drawingml/2006/main">
              <a:ext uri="{FF2B5EF4-FFF2-40B4-BE49-F238E27FC236}">
                <a16:creationId xmlns:a16="http://schemas.microsoft.com/office/drawing/2014/main" id="{AFF7763C-9EC2-4A0C-AB94-C0A5DB89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065" y="2168579"/>
            <a:ext cx="1042358" cy="154784"/>
          </a:xfrm>
          <a:custGeom xmlns:a="http://schemas.openxmlformats.org/drawingml/2006/main">
            <a:pathLst>
              <a:path w="1042358" h="154784">
                <a:moveTo>
                  <a:pt x="70434" y="122028"/>
                </a:moveTo>
                <a:cubicBezTo>
                  <a:pt x="76204" y="131957"/>
                  <a:pt x="82441" y="139262"/>
                  <a:pt x="89145" y="143943"/>
                </a:cubicBezTo>
                <a:cubicBezTo>
                  <a:pt x="95849" y="148627"/>
                  <a:pt x="103472" y="151307"/>
                  <a:pt x="112015" y="151984"/>
                </a:cubicBezTo>
                <a:lnTo>
                  <a:pt x="112015" y="154784"/>
                </a:lnTo>
                <a:cubicBezTo>
                  <a:pt x="104208" y="154501"/>
                  <a:pt x="95863" y="152932"/>
                  <a:pt x="86981" y="150075"/>
                </a:cubicBezTo>
                <a:cubicBezTo>
                  <a:pt x="78099" y="147218"/>
                  <a:pt x="69684" y="143258"/>
                  <a:pt x="61736" y="138194"/>
                </a:cubicBezTo>
                <a:cubicBezTo>
                  <a:pt x="53787" y="133131"/>
                  <a:pt x="46927" y="127742"/>
                  <a:pt x="41157" y="122028"/>
                </a:cubicBezTo>
                <a:cubicBezTo>
                  <a:pt x="33010" y="118747"/>
                  <a:pt x="26561" y="115268"/>
                  <a:pt x="21809" y="111591"/>
                </a:cubicBezTo>
                <a:cubicBezTo>
                  <a:pt x="14907" y="106103"/>
                  <a:pt x="9547" y="99357"/>
                  <a:pt x="5728" y="91352"/>
                </a:cubicBezTo>
                <a:cubicBezTo>
                  <a:pt x="1909" y="83346"/>
                  <a:pt x="0" y="73885"/>
                  <a:pt x="0" y="62966"/>
                </a:cubicBezTo>
                <a:cubicBezTo>
                  <a:pt x="0" y="45768"/>
                  <a:pt x="5572" y="31483"/>
                  <a:pt x="16717" y="20112"/>
                </a:cubicBezTo>
                <a:cubicBezTo>
                  <a:pt x="27862" y="8741"/>
                  <a:pt x="41355" y="3055"/>
                  <a:pt x="57196" y="3055"/>
                </a:cubicBezTo>
                <a:cubicBezTo>
                  <a:pt x="72244" y="3055"/>
                  <a:pt x="85270" y="8755"/>
                  <a:pt x="96273" y="20154"/>
                </a:cubicBezTo>
                <a:cubicBezTo>
                  <a:pt x="107277" y="31554"/>
                  <a:pt x="112779" y="45937"/>
                  <a:pt x="112779" y="63305"/>
                </a:cubicBezTo>
                <a:cubicBezTo>
                  <a:pt x="112779" y="77392"/>
                  <a:pt x="108861" y="89753"/>
                  <a:pt x="101026" y="100389"/>
                </a:cubicBezTo>
                <a:cubicBezTo>
                  <a:pt x="93190" y="111025"/>
                  <a:pt x="82993" y="118238"/>
                  <a:pt x="70434" y="122028"/>
                </a:cubicBezTo>
                <a:moveTo>
                  <a:pt x="56177" y="9589"/>
                </a:moveTo>
                <a:cubicBezTo>
                  <a:pt x="45881" y="9589"/>
                  <a:pt x="37593" y="13266"/>
                  <a:pt x="31313" y="20621"/>
                </a:cubicBezTo>
                <a:cubicBezTo>
                  <a:pt x="23393" y="29842"/>
                  <a:pt x="19433" y="43957"/>
                  <a:pt x="19433" y="62966"/>
                </a:cubicBezTo>
                <a:cubicBezTo>
                  <a:pt x="19433" y="81579"/>
                  <a:pt x="23450" y="95920"/>
                  <a:pt x="31483" y="105990"/>
                </a:cubicBezTo>
                <a:cubicBezTo>
                  <a:pt x="37706" y="113740"/>
                  <a:pt x="45937" y="117616"/>
                  <a:pt x="56177" y="117616"/>
                </a:cubicBezTo>
                <a:cubicBezTo>
                  <a:pt x="66813" y="117616"/>
                  <a:pt x="75384" y="113740"/>
                  <a:pt x="81890" y="105990"/>
                </a:cubicBezTo>
                <a:cubicBezTo>
                  <a:pt x="89527" y="96825"/>
                  <a:pt x="93346" y="83304"/>
                  <a:pt x="93346" y="65427"/>
                </a:cubicBezTo>
                <a:cubicBezTo>
                  <a:pt x="93346" y="51680"/>
                  <a:pt x="91253" y="40110"/>
                  <a:pt x="87066" y="30719"/>
                </a:cubicBezTo>
                <a:cubicBezTo>
                  <a:pt x="83841" y="23478"/>
                  <a:pt x="79556" y="18146"/>
                  <a:pt x="74210" y="14723"/>
                </a:cubicBezTo>
                <a:cubicBezTo>
                  <a:pt x="68864" y="11300"/>
                  <a:pt x="62853" y="9589"/>
                  <a:pt x="56177" y="9589"/>
                </a:cubicBezTo>
                <a:close/>
                <a:moveTo>
                  <a:pt x="192942" y="42939"/>
                </a:moveTo>
                <a:lnTo>
                  <a:pt x="192942" y="90036"/>
                </a:lnTo>
                <a:cubicBezTo>
                  <a:pt x="192942" y="99031"/>
                  <a:pt x="193154" y="104533"/>
                  <a:pt x="193579" y="106541"/>
                </a:cubicBezTo>
                <a:cubicBezTo>
                  <a:pt x="194003" y="108550"/>
                  <a:pt x="194682" y="109950"/>
                  <a:pt x="195615" y="110742"/>
                </a:cubicBezTo>
                <a:cubicBezTo>
                  <a:pt x="196549" y="111534"/>
                  <a:pt x="197638" y="111930"/>
                  <a:pt x="198882" y="111930"/>
                </a:cubicBezTo>
                <a:cubicBezTo>
                  <a:pt x="200636" y="111930"/>
                  <a:pt x="202616" y="111449"/>
                  <a:pt x="204823" y="110487"/>
                </a:cubicBezTo>
                <a:lnTo>
                  <a:pt x="206011" y="113458"/>
                </a:lnTo>
                <a:lnTo>
                  <a:pt x="182759" y="123047"/>
                </a:lnTo>
                <a:lnTo>
                  <a:pt x="178940" y="123047"/>
                </a:lnTo>
                <a:lnTo>
                  <a:pt x="178940" y="106584"/>
                </a:lnTo>
                <a:cubicBezTo>
                  <a:pt x="172265" y="113825"/>
                  <a:pt x="167173" y="118379"/>
                  <a:pt x="163666" y="120246"/>
                </a:cubicBezTo>
                <a:cubicBezTo>
                  <a:pt x="160158" y="122113"/>
                  <a:pt x="156452" y="123047"/>
                  <a:pt x="152549" y="123047"/>
                </a:cubicBezTo>
                <a:cubicBezTo>
                  <a:pt x="148193" y="123047"/>
                  <a:pt x="144416" y="121788"/>
                  <a:pt x="141220" y="119270"/>
                </a:cubicBezTo>
                <a:cubicBezTo>
                  <a:pt x="138024" y="116753"/>
                  <a:pt x="135803" y="113514"/>
                  <a:pt x="134559" y="109554"/>
                </a:cubicBezTo>
                <a:cubicBezTo>
                  <a:pt x="133314" y="105594"/>
                  <a:pt x="132692" y="99993"/>
                  <a:pt x="132692" y="92752"/>
                </a:cubicBezTo>
                <a:lnTo>
                  <a:pt x="132692" y="58044"/>
                </a:lnTo>
                <a:cubicBezTo>
                  <a:pt x="132692" y="54367"/>
                  <a:pt x="132296" y="51821"/>
                  <a:pt x="131504" y="50407"/>
                </a:cubicBezTo>
                <a:cubicBezTo>
                  <a:pt x="130712" y="48992"/>
                  <a:pt x="129538" y="47903"/>
                  <a:pt x="127982" y="47140"/>
                </a:cubicBezTo>
                <a:cubicBezTo>
                  <a:pt x="126426" y="46376"/>
                  <a:pt x="123612" y="46022"/>
                  <a:pt x="119538" y="46079"/>
                </a:cubicBezTo>
                <a:lnTo>
                  <a:pt x="119538" y="42939"/>
                </a:lnTo>
                <a:lnTo>
                  <a:pt x="146778" y="42939"/>
                </a:lnTo>
                <a:lnTo>
                  <a:pt x="146778" y="94831"/>
                </a:lnTo>
                <a:cubicBezTo>
                  <a:pt x="146778" y="102055"/>
                  <a:pt x="148037" y="106795"/>
                  <a:pt x="150555" y="109053"/>
                </a:cubicBezTo>
                <a:cubicBezTo>
                  <a:pt x="153072" y="111310"/>
                  <a:pt x="156113" y="112439"/>
                  <a:pt x="159677" y="112439"/>
                </a:cubicBezTo>
                <a:cubicBezTo>
                  <a:pt x="162110" y="112439"/>
                  <a:pt x="164868" y="111677"/>
                  <a:pt x="167951" y="110153"/>
                </a:cubicBezTo>
                <a:cubicBezTo>
                  <a:pt x="171034" y="108629"/>
                  <a:pt x="174697" y="105724"/>
                  <a:pt x="178940" y="101437"/>
                </a:cubicBezTo>
                <a:lnTo>
                  <a:pt x="178940" y="57506"/>
                </a:lnTo>
                <a:cubicBezTo>
                  <a:pt x="178940" y="53104"/>
                  <a:pt x="178134" y="50127"/>
                  <a:pt x="176522" y="48577"/>
                </a:cubicBezTo>
                <a:cubicBezTo>
                  <a:pt x="174909" y="47025"/>
                  <a:pt x="171557" y="46192"/>
                  <a:pt x="166466" y="46079"/>
                </a:cubicBezTo>
                <a:lnTo>
                  <a:pt x="166466" y="42939"/>
                </a:lnTo>
                <a:lnTo>
                  <a:pt x="192942" y="42939"/>
                </a:lnTo>
                <a:close/>
                <a:moveTo>
                  <a:pt x="224765" y="72301"/>
                </a:moveTo>
                <a:cubicBezTo>
                  <a:pt x="224708" y="83815"/>
                  <a:pt x="227509" y="92846"/>
                  <a:pt x="233166" y="99395"/>
                </a:cubicBezTo>
                <a:cubicBezTo>
                  <a:pt x="238823" y="105941"/>
                  <a:pt x="245470" y="109215"/>
                  <a:pt x="253108" y="109215"/>
                </a:cubicBezTo>
                <a:cubicBezTo>
                  <a:pt x="258199" y="109215"/>
                  <a:pt x="262626" y="107814"/>
                  <a:pt x="266388" y="105014"/>
                </a:cubicBezTo>
                <a:cubicBezTo>
                  <a:pt x="270151" y="102214"/>
                  <a:pt x="273305" y="97419"/>
                  <a:pt x="275850" y="90630"/>
                </a:cubicBezTo>
                <a:lnTo>
                  <a:pt x="278481" y="92327"/>
                </a:lnTo>
                <a:cubicBezTo>
                  <a:pt x="277293" y="100078"/>
                  <a:pt x="273842" y="107136"/>
                  <a:pt x="268128" y="113500"/>
                </a:cubicBezTo>
                <a:cubicBezTo>
                  <a:pt x="262414" y="119864"/>
                  <a:pt x="255258" y="123047"/>
                  <a:pt x="246659" y="123047"/>
                </a:cubicBezTo>
                <a:cubicBezTo>
                  <a:pt x="237324" y="123047"/>
                  <a:pt x="229333" y="119420"/>
                  <a:pt x="222686" y="112166"/>
                </a:cubicBezTo>
                <a:cubicBezTo>
                  <a:pt x="216038" y="104911"/>
                  <a:pt x="212715" y="95157"/>
                  <a:pt x="212715" y="82905"/>
                </a:cubicBezTo>
                <a:cubicBezTo>
                  <a:pt x="212715" y="69639"/>
                  <a:pt x="216123" y="59294"/>
                  <a:pt x="222940" y="51871"/>
                </a:cubicBezTo>
                <a:cubicBezTo>
                  <a:pt x="229757" y="44445"/>
                  <a:pt x="238314" y="40733"/>
                  <a:pt x="248610" y="40733"/>
                </a:cubicBezTo>
                <a:cubicBezTo>
                  <a:pt x="257323" y="40733"/>
                  <a:pt x="264479" y="43597"/>
                  <a:pt x="270080" y="49325"/>
                </a:cubicBezTo>
                <a:cubicBezTo>
                  <a:pt x="275681" y="55051"/>
                  <a:pt x="278481" y="62710"/>
                  <a:pt x="278481" y="72301"/>
                </a:cubicBezTo>
                <a:lnTo>
                  <a:pt x="224765" y="72301"/>
                </a:lnTo>
                <a:moveTo>
                  <a:pt x="224765" y="67379"/>
                </a:moveTo>
                <a:lnTo>
                  <a:pt x="260745" y="67379"/>
                </a:lnTo>
                <a:cubicBezTo>
                  <a:pt x="260462" y="62400"/>
                  <a:pt x="259868" y="58893"/>
                  <a:pt x="258963" y="56856"/>
                </a:cubicBezTo>
                <a:cubicBezTo>
                  <a:pt x="257549" y="53688"/>
                  <a:pt x="255442" y="51199"/>
                  <a:pt x="252641" y="49388"/>
                </a:cubicBezTo>
                <a:cubicBezTo>
                  <a:pt x="249841" y="47578"/>
                  <a:pt x="246913" y="46673"/>
                  <a:pt x="243858" y="46673"/>
                </a:cubicBezTo>
                <a:cubicBezTo>
                  <a:pt x="239163" y="46673"/>
                  <a:pt x="234962" y="48497"/>
                  <a:pt x="231256" y="52146"/>
                </a:cubicBezTo>
                <a:cubicBezTo>
                  <a:pt x="227551" y="55795"/>
                  <a:pt x="225387" y="60873"/>
                  <a:pt x="224765" y="67379"/>
                </a:cubicBezTo>
                <a:close/>
                <a:moveTo>
                  <a:pt x="339097" y="40733"/>
                </a:moveTo>
                <a:lnTo>
                  <a:pt x="339097" y="67039"/>
                </a:lnTo>
                <a:lnTo>
                  <a:pt x="336297" y="67039"/>
                </a:lnTo>
                <a:cubicBezTo>
                  <a:pt x="334147" y="58788"/>
                  <a:pt x="331389" y="53176"/>
                  <a:pt x="328023" y="50203"/>
                </a:cubicBezTo>
                <a:cubicBezTo>
                  <a:pt x="324657" y="47227"/>
                  <a:pt x="320371" y="45739"/>
                  <a:pt x="315166" y="45739"/>
                </a:cubicBezTo>
                <a:cubicBezTo>
                  <a:pt x="311206" y="45739"/>
                  <a:pt x="308010" y="46785"/>
                  <a:pt x="305577" y="48877"/>
                </a:cubicBezTo>
                <a:cubicBezTo>
                  <a:pt x="303145" y="50966"/>
                  <a:pt x="301928" y="53283"/>
                  <a:pt x="301928" y="55827"/>
                </a:cubicBezTo>
                <a:cubicBezTo>
                  <a:pt x="301928" y="58992"/>
                  <a:pt x="302834" y="61704"/>
                  <a:pt x="304644" y="63963"/>
                </a:cubicBezTo>
                <a:cubicBezTo>
                  <a:pt x="306398" y="66281"/>
                  <a:pt x="309962" y="68739"/>
                  <a:pt x="315336" y="71338"/>
                </a:cubicBezTo>
                <a:lnTo>
                  <a:pt x="327726" y="77358"/>
                </a:lnTo>
                <a:cubicBezTo>
                  <a:pt x="339210" y="82951"/>
                  <a:pt x="344952" y="90326"/>
                  <a:pt x="344952" y="99482"/>
                </a:cubicBezTo>
                <a:cubicBezTo>
                  <a:pt x="344952" y="106545"/>
                  <a:pt x="342279" y="112239"/>
                  <a:pt x="336933" y="116563"/>
                </a:cubicBezTo>
                <a:cubicBezTo>
                  <a:pt x="331587" y="120885"/>
                  <a:pt x="325604" y="123047"/>
                  <a:pt x="318985" y="123047"/>
                </a:cubicBezTo>
                <a:cubicBezTo>
                  <a:pt x="314233" y="123047"/>
                  <a:pt x="308802" y="122198"/>
                  <a:pt x="302692" y="120501"/>
                </a:cubicBezTo>
                <a:cubicBezTo>
                  <a:pt x="300825" y="119935"/>
                  <a:pt x="299298" y="119652"/>
                  <a:pt x="298110" y="119652"/>
                </a:cubicBezTo>
                <a:cubicBezTo>
                  <a:pt x="296808" y="119652"/>
                  <a:pt x="295790" y="120388"/>
                  <a:pt x="295055" y="121859"/>
                </a:cubicBezTo>
                <a:lnTo>
                  <a:pt x="292254" y="121859"/>
                </a:lnTo>
                <a:lnTo>
                  <a:pt x="292254" y="94025"/>
                </a:lnTo>
                <a:lnTo>
                  <a:pt x="295055" y="94025"/>
                </a:lnTo>
                <a:cubicBezTo>
                  <a:pt x="296639" y="101973"/>
                  <a:pt x="299665" y="107963"/>
                  <a:pt x="304135" y="111994"/>
                </a:cubicBezTo>
                <a:cubicBezTo>
                  <a:pt x="308604" y="116025"/>
                  <a:pt x="313611" y="118040"/>
                  <a:pt x="319155" y="118040"/>
                </a:cubicBezTo>
                <a:cubicBezTo>
                  <a:pt x="323058" y="118040"/>
                  <a:pt x="326241" y="116896"/>
                  <a:pt x="328702" y="114608"/>
                </a:cubicBezTo>
                <a:cubicBezTo>
                  <a:pt x="331163" y="112319"/>
                  <a:pt x="332393" y="109564"/>
                  <a:pt x="332393" y="106343"/>
                </a:cubicBezTo>
                <a:cubicBezTo>
                  <a:pt x="332393" y="102443"/>
                  <a:pt x="331021" y="99165"/>
                  <a:pt x="328277" y="96509"/>
                </a:cubicBezTo>
                <a:cubicBezTo>
                  <a:pt x="325534" y="93854"/>
                  <a:pt x="320060" y="90492"/>
                  <a:pt x="311857" y="86424"/>
                </a:cubicBezTo>
                <a:cubicBezTo>
                  <a:pt x="303654" y="82355"/>
                  <a:pt x="298279" y="78681"/>
                  <a:pt x="295734" y="75403"/>
                </a:cubicBezTo>
                <a:cubicBezTo>
                  <a:pt x="293188" y="72182"/>
                  <a:pt x="291915" y="68113"/>
                  <a:pt x="291915" y="63197"/>
                </a:cubicBezTo>
                <a:cubicBezTo>
                  <a:pt x="291915" y="56811"/>
                  <a:pt x="294107" y="51471"/>
                  <a:pt x="298492" y="47177"/>
                </a:cubicBezTo>
                <a:cubicBezTo>
                  <a:pt x="302876" y="42881"/>
                  <a:pt x="308547" y="40733"/>
                  <a:pt x="315506" y="40733"/>
                </a:cubicBezTo>
                <a:cubicBezTo>
                  <a:pt x="318561" y="40733"/>
                  <a:pt x="322266" y="41383"/>
                  <a:pt x="326623" y="42684"/>
                </a:cubicBezTo>
                <a:cubicBezTo>
                  <a:pt x="329508" y="43533"/>
                  <a:pt x="331431" y="43957"/>
                  <a:pt x="332393" y="43957"/>
                </a:cubicBezTo>
                <a:cubicBezTo>
                  <a:pt x="333298" y="43957"/>
                  <a:pt x="334005" y="43759"/>
                  <a:pt x="334515" y="43363"/>
                </a:cubicBezTo>
                <a:cubicBezTo>
                  <a:pt x="335024" y="42967"/>
                  <a:pt x="335618" y="42090"/>
                  <a:pt x="336297" y="40733"/>
                </a:cubicBezTo>
                <a:lnTo>
                  <a:pt x="339097" y="40733"/>
                </a:lnTo>
                <a:close/>
                <a:moveTo>
                  <a:pt x="379039" y="17311"/>
                </a:moveTo>
                <a:lnTo>
                  <a:pt x="379039" y="42939"/>
                </a:lnTo>
                <a:lnTo>
                  <a:pt x="397199" y="42939"/>
                </a:lnTo>
                <a:lnTo>
                  <a:pt x="397199" y="48879"/>
                </a:lnTo>
                <a:lnTo>
                  <a:pt x="379039" y="48879"/>
                </a:lnTo>
                <a:lnTo>
                  <a:pt x="379039" y="99217"/>
                </a:lnTo>
                <a:cubicBezTo>
                  <a:pt x="379039" y="104247"/>
                  <a:pt x="379760" y="107638"/>
                  <a:pt x="381202" y="109390"/>
                </a:cubicBezTo>
                <a:cubicBezTo>
                  <a:pt x="382645" y="111140"/>
                  <a:pt x="384498" y="112015"/>
                  <a:pt x="386761" y="112015"/>
                </a:cubicBezTo>
                <a:cubicBezTo>
                  <a:pt x="388628" y="112015"/>
                  <a:pt x="390438" y="111435"/>
                  <a:pt x="392192" y="110275"/>
                </a:cubicBezTo>
                <a:cubicBezTo>
                  <a:pt x="393946" y="109116"/>
                  <a:pt x="395303" y="107404"/>
                  <a:pt x="396265" y="105141"/>
                </a:cubicBezTo>
                <a:lnTo>
                  <a:pt x="399575" y="105141"/>
                </a:lnTo>
                <a:cubicBezTo>
                  <a:pt x="397595" y="110701"/>
                  <a:pt x="394794" y="114906"/>
                  <a:pt x="391173" y="117756"/>
                </a:cubicBezTo>
                <a:cubicBezTo>
                  <a:pt x="387553" y="120604"/>
                  <a:pt x="383819" y="122028"/>
                  <a:pt x="379972" y="122028"/>
                </a:cubicBezTo>
                <a:cubicBezTo>
                  <a:pt x="377370" y="122028"/>
                  <a:pt x="374824" y="121306"/>
                  <a:pt x="372335" y="119862"/>
                </a:cubicBezTo>
                <a:cubicBezTo>
                  <a:pt x="369845" y="118417"/>
                  <a:pt x="368007" y="116351"/>
                  <a:pt x="366819" y="113662"/>
                </a:cubicBezTo>
                <a:cubicBezTo>
                  <a:pt x="365631" y="110971"/>
                  <a:pt x="365037" y="106822"/>
                  <a:pt x="365037" y="101214"/>
                </a:cubicBezTo>
                <a:lnTo>
                  <a:pt x="365037" y="48879"/>
                </a:lnTo>
                <a:lnTo>
                  <a:pt x="352732" y="48879"/>
                </a:lnTo>
                <a:lnTo>
                  <a:pt x="352732" y="46079"/>
                </a:lnTo>
                <a:cubicBezTo>
                  <a:pt x="355844" y="44831"/>
                  <a:pt x="359026" y="42717"/>
                  <a:pt x="362279" y="39738"/>
                </a:cubicBezTo>
                <a:cubicBezTo>
                  <a:pt x="365532" y="36759"/>
                  <a:pt x="368431" y="33227"/>
                  <a:pt x="370977" y="29141"/>
                </a:cubicBezTo>
                <a:cubicBezTo>
                  <a:pt x="372278" y="26986"/>
                  <a:pt x="374088" y="23043"/>
                  <a:pt x="376408" y="17311"/>
                </a:cubicBezTo>
                <a:lnTo>
                  <a:pt x="379039" y="17311"/>
                </a:lnTo>
                <a:close/>
                <a:moveTo>
                  <a:pt x="424553" y="0"/>
                </a:moveTo>
                <a:cubicBezTo>
                  <a:pt x="426929" y="0"/>
                  <a:pt x="428951" y="839"/>
                  <a:pt x="430620" y="2517"/>
                </a:cubicBezTo>
                <a:cubicBezTo>
                  <a:pt x="432289" y="4193"/>
                  <a:pt x="433124" y="6225"/>
                  <a:pt x="433124" y="8613"/>
                </a:cubicBezTo>
                <a:cubicBezTo>
                  <a:pt x="433124" y="11002"/>
                  <a:pt x="432289" y="13049"/>
                  <a:pt x="430620" y="14755"/>
                </a:cubicBezTo>
                <a:cubicBezTo>
                  <a:pt x="428951" y="16459"/>
                  <a:pt x="426929" y="17311"/>
                  <a:pt x="424553" y="17311"/>
                </a:cubicBezTo>
                <a:cubicBezTo>
                  <a:pt x="422177" y="17311"/>
                  <a:pt x="420140" y="16459"/>
                  <a:pt x="418443" y="14755"/>
                </a:cubicBezTo>
                <a:cubicBezTo>
                  <a:pt x="416746" y="13049"/>
                  <a:pt x="415897" y="11002"/>
                  <a:pt x="415897" y="8613"/>
                </a:cubicBezTo>
                <a:cubicBezTo>
                  <a:pt x="415897" y="6225"/>
                  <a:pt x="416731" y="4193"/>
                  <a:pt x="418400" y="2517"/>
                </a:cubicBezTo>
                <a:cubicBezTo>
                  <a:pt x="420069" y="839"/>
                  <a:pt x="422120" y="0"/>
                  <a:pt x="424553" y="0"/>
                </a:cubicBezTo>
                <a:moveTo>
                  <a:pt x="431596" y="40733"/>
                </a:moveTo>
                <a:lnTo>
                  <a:pt x="431596" y="103052"/>
                </a:lnTo>
                <a:cubicBezTo>
                  <a:pt x="431596" y="107906"/>
                  <a:pt x="431950" y="111138"/>
                  <a:pt x="432657" y="112747"/>
                </a:cubicBezTo>
                <a:cubicBezTo>
                  <a:pt x="433364" y="114356"/>
                  <a:pt x="434411" y="115555"/>
                  <a:pt x="435797" y="116345"/>
                </a:cubicBezTo>
                <a:cubicBezTo>
                  <a:pt x="437183" y="117136"/>
                  <a:pt x="439714" y="117531"/>
                  <a:pt x="443392" y="117531"/>
                </a:cubicBezTo>
                <a:lnTo>
                  <a:pt x="443392" y="120671"/>
                </a:lnTo>
                <a:lnTo>
                  <a:pt x="405629" y="120671"/>
                </a:lnTo>
                <a:lnTo>
                  <a:pt x="405629" y="117531"/>
                </a:lnTo>
                <a:cubicBezTo>
                  <a:pt x="409419" y="117531"/>
                  <a:pt x="411965" y="117164"/>
                  <a:pt x="413266" y="116430"/>
                </a:cubicBezTo>
                <a:cubicBezTo>
                  <a:pt x="414568" y="115697"/>
                  <a:pt x="415600" y="114483"/>
                  <a:pt x="416364" y="112789"/>
                </a:cubicBezTo>
                <a:cubicBezTo>
                  <a:pt x="417127" y="111096"/>
                  <a:pt x="417509" y="107850"/>
                  <a:pt x="417509" y="103052"/>
                </a:cubicBezTo>
                <a:lnTo>
                  <a:pt x="417509" y="73162"/>
                </a:lnTo>
                <a:cubicBezTo>
                  <a:pt x="417509" y="64751"/>
                  <a:pt x="417255" y="59304"/>
                  <a:pt x="416746" y="56822"/>
                </a:cubicBezTo>
                <a:cubicBezTo>
                  <a:pt x="416350" y="55015"/>
                  <a:pt x="415727" y="53759"/>
                  <a:pt x="414879" y="53053"/>
                </a:cubicBezTo>
                <a:cubicBezTo>
                  <a:pt x="414030" y="52348"/>
                  <a:pt x="412870" y="51995"/>
                  <a:pt x="411399" y="51995"/>
                </a:cubicBezTo>
                <a:cubicBezTo>
                  <a:pt x="409815" y="51995"/>
                  <a:pt x="407892" y="52419"/>
                  <a:pt x="405629" y="53265"/>
                </a:cubicBezTo>
                <a:lnTo>
                  <a:pt x="404441" y="50216"/>
                </a:lnTo>
                <a:lnTo>
                  <a:pt x="427862" y="40733"/>
                </a:lnTo>
                <a:lnTo>
                  <a:pt x="431596" y="40733"/>
                </a:lnTo>
                <a:close/>
                <a:moveTo>
                  <a:pt x="491112" y="40733"/>
                </a:moveTo>
                <a:cubicBezTo>
                  <a:pt x="502879" y="40733"/>
                  <a:pt x="512327" y="45198"/>
                  <a:pt x="519455" y="54127"/>
                </a:cubicBezTo>
                <a:cubicBezTo>
                  <a:pt x="525508" y="61756"/>
                  <a:pt x="528535" y="70516"/>
                  <a:pt x="528535" y="80407"/>
                </a:cubicBezTo>
                <a:cubicBezTo>
                  <a:pt x="528535" y="87359"/>
                  <a:pt x="526866" y="94395"/>
                  <a:pt x="523528" y="101516"/>
                </a:cubicBezTo>
                <a:cubicBezTo>
                  <a:pt x="520190" y="108636"/>
                  <a:pt x="515594" y="114004"/>
                  <a:pt x="509738" y="117621"/>
                </a:cubicBezTo>
                <a:cubicBezTo>
                  <a:pt x="503883" y="121238"/>
                  <a:pt x="497363" y="123047"/>
                  <a:pt x="490178" y="123047"/>
                </a:cubicBezTo>
                <a:cubicBezTo>
                  <a:pt x="478468" y="123047"/>
                  <a:pt x="469161" y="118384"/>
                  <a:pt x="462259" y="109058"/>
                </a:cubicBezTo>
                <a:cubicBezTo>
                  <a:pt x="456432" y="101203"/>
                  <a:pt x="453519" y="92388"/>
                  <a:pt x="453519" y="82611"/>
                </a:cubicBezTo>
                <a:cubicBezTo>
                  <a:pt x="453519" y="75490"/>
                  <a:pt x="455287" y="68411"/>
                  <a:pt x="458822" y="61375"/>
                </a:cubicBezTo>
                <a:cubicBezTo>
                  <a:pt x="462358" y="54339"/>
                  <a:pt x="467011" y="49139"/>
                  <a:pt x="472782" y="45777"/>
                </a:cubicBezTo>
                <a:cubicBezTo>
                  <a:pt x="478552" y="42414"/>
                  <a:pt x="484662" y="40733"/>
                  <a:pt x="491112" y="40733"/>
                </a:cubicBezTo>
                <a:moveTo>
                  <a:pt x="488481" y="46333"/>
                </a:moveTo>
                <a:cubicBezTo>
                  <a:pt x="485483" y="46333"/>
                  <a:pt x="482470" y="47224"/>
                  <a:pt x="479443" y="49004"/>
                </a:cubicBezTo>
                <a:cubicBezTo>
                  <a:pt x="476417" y="50784"/>
                  <a:pt x="473970" y="53906"/>
                  <a:pt x="472103" y="58370"/>
                </a:cubicBezTo>
                <a:cubicBezTo>
                  <a:pt x="470236" y="62834"/>
                  <a:pt x="469303" y="68569"/>
                  <a:pt x="469303" y="75576"/>
                </a:cubicBezTo>
                <a:cubicBezTo>
                  <a:pt x="469303" y="86876"/>
                  <a:pt x="471551" y="96624"/>
                  <a:pt x="476049" y="104818"/>
                </a:cubicBezTo>
                <a:cubicBezTo>
                  <a:pt x="480547" y="113010"/>
                  <a:pt x="486473" y="117107"/>
                  <a:pt x="493827" y="117107"/>
                </a:cubicBezTo>
                <a:cubicBezTo>
                  <a:pt x="499315" y="117107"/>
                  <a:pt x="503841" y="114846"/>
                  <a:pt x="507405" y="110326"/>
                </a:cubicBezTo>
                <a:cubicBezTo>
                  <a:pt x="510969" y="105805"/>
                  <a:pt x="512751" y="98036"/>
                  <a:pt x="512751" y="87018"/>
                </a:cubicBezTo>
                <a:cubicBezTo>
                  <a:pt x="512751" y="73230"/>
                  <a:pt x="509781" y="62381"/>
                  <a:pt x="503841" y="54469"/>
                </a:cubicBezTo>
                <a:cubicBezTo>
                  <a:pt x="499824" y="49045"/>
                  <a:pt x="494704" y="46333"/>
                  <a:pt x="488481" y="46333"/>
                </a:cubicBezTo>
                <a:close/>
                <a:moveTo>
                  <a:pt x="562649" y="57196"/>
                </a:moveTo>
                <a:cubicBezTo>
                  <a:pt x="571757" y="46220"/>
                  <a:pt x="580441" y="40733"/>
                  <a:pt x="588701" y="40733"/>
                </a:cubicBezTo>
                <a:cubicBezTo>
                  <a:pt x="592944" y="40733"/>
                  <a:pt x="596593" y="41792"/>
                  <a:pt x="599647" y="43910"/>
                </a:cubicBezTo>
                <a:cubicBezTo>
                  <a:pt x="602702" y="46026"/>
                  <a:pt x="605135" y="49511"/>
                  <a:pt x="606945" y="54366"/>
                </a:cubicBezTo>
                <a:cubicBezTo>
                  <a:pt x="608190" y="57752"/>
                  <a:pt x="608812" y="62945"/>
                  <a:pt x="608812" y="69946"/>
                </a:cubicBezTo>
                <a:lnTo>
                  <a:pt x="608812" y="103052"/>
                </a:lnTo>
                <a:cubicBezTo>
                  <a:pt x="608812" y="107963"/>
                  <a:pt x="609208" y="111294"/>
                  <a:pt x="610000" y="113044"/>
                </a:cubicBezTo>
                <a:cubicBezTo>
                  <a:pt x="610623" y="114455"/>
                  <a:pt x="611627" y="115555"/>
                  <a:pt x="613013" y="116345"/>
                </a:cubicBezTo>
                <a:cubicBezTo>
                  <a:pt x="614399" y="117136"/>
                  <a:pt x="616959" y="117531"/>
                  <a:pt x="620693" y="117531"/>
                </a:cubicBezTo>
                <a:lnTo>
                  <a:pt x="620693" y="120671"/>
                </a:lnTo>
                <a:lnTo>
                  <a:pt x="582251" y="120671"/>
                </a:lnTo>
                <a:lnTo>
                  <a:pt x="582251" y="117531"/>
                </a:lnTo>
                <a:lnTo>
                  <a:pt x="583864" y="117531"/>
                </a:lnTo>
                <a:cubicBezTo>
                  <a:pt x="587484" y="117531"/>
                  <a:pt x="590016" y="116982"/>
                  <a:pt x="591459" y="115884"/>
                </a:cubicBezTo>
                <a:cubicBezTo>
                  <a:pt x="592901" y="114786"/>
                  <a:pt x="593905" y="113169"/>
                  <a:pt x="594471" y="111031"/>
                </a:cubicBezTo>
                <a:cubicBezTo>
                  <a:pt x="594697" y="110186"/>
                  <a:pt x="594810" y="107540"/>
                  <a:pt x="594810" y="103094"/>
                </a:cubicBezTo>
                <a:lnTo>
                  <a:pt x="594810" y="71433"/>
                </a:lnTo>
                <a:cubicBezTo>
                  <a:pt x="594810" y="64399"/>
                  <a:pt x="593891" y="59291"/>
                  <a:pt x="592053" y="56111"/>
                </a:cubicBezTo>
                <a:cubicBezTo>
                  <a:pt x="590214" y="52930"/>
                  <a:pt x="587117" y="51340"/>
                  <a:pt x="582760" y="51340"/>
                </a:cubicBezTo>
                <a:cubicBezTo>
                  <a:pt x="576028" y="51340"/>
                  <a:pt x="569324" y="54999"/>
                  <a:pt x="562649" y="62316"/>
                </a:cubicBezTo>
                <a:lnTo>
                  <a:pt x="562649" y="103094"/>
                </a:lnTo>
                <a:cubicBezTo>
                  <a:pt x="562649" y="108329"/>
                  <a:pt x="562960" y="111565"/>
                  <a:pt x="563582" y="112803"/>
                </a:cubicBezTo>
                <a:cubicBezTo>
                  <a:pt x="564374" y="114434"/>
                  <a:pt x="565463" y="115630"/>
                  <a:pt x="566849" y="116391"/>
                </a:cubicBezTo>
                <a:cubicBezTo>
                  <a:pt x="568235" y="117151"/>
                  <a:pt x="571050" y="117531"/>
                  <a:pt x="575293" y="117531"/>
                </a:cubicBezTo>
                <a:lnTo>
                  <a:pt x="575293" y="120671"/>
                </a:lnTo>
                <a:lnTo>
                  <a:pt x="536851" y="120671"/>
                </a:lnTo>
                <a:lnTo>
                  <a:pt x="536851" y="117531"/>
                </a:lnTo>
                <a:lnTo>
                  <a:pt x="538548" y="117531"/>
                </a:lnTo>
                <a:cubicBezTo>
                  <a:pt x="542509" y="117531"/>
                  <a:pt x="545182" y="116529"/>
                  <a:pt x="546568" y="114526"/>
                </a:cubicBezTo>
                <a:cubicBezTo>
                  <a:pt x="547954" y="112521"/>
                  <a:pt x="548647" y="108697"/>
                  <a:pt x="548647" y="103052"/>
                </a:cubicBezTo>
                <a:lnTo>
                  <a:pt x="548647" y="74263"/>
                </a:lnTo>
                <a:cubicBezTo>
                  <a:pt x="548647" y="64950"/>
                  <a:pt x="548435" y="59277"/>
                  <a:pt x="548010" y="57246"/>
                </a:cubicBezTo>
                <a:cubicBezTo>
                  <a:pt x="547586" y="55213"/>
                  <a:pt x="546935" y="53829"/>
                  <a:pt x="546059" y="53096"/>
                </a:cubicBezTo>
                <a:cubicBezTo>
                  <a:pt x="545182" y="52362"/>
                  <a:pt x="544008" y="51995"/>
                  <a:pt x="542537" y="51995"/>
                </a:cubicBezTo>
                <a:cubicBezTo>
                  <a:pt x="540953" y="51995"/>
                  <a:pt x="539058" y="52419"/>
                  <a:pt x="536851" y="53265"/>
                </a:cubicBezTo>
                <a:lnTo>
                  <a:pt x="535578" y="50216"/>
                </a:lnTo>
                <a:lnTo>
                  <a:pt x="559000" y="40733"/>
                </a:lnTo>
                <a:lnTo>
                  <a:pt x="562649" y="40733"/>
                </a:lnTo>
                <a:lnTo>
                  <a:pt x="562649" y="57196"/>
                </a:lnTo>
                <a:close/>
                <a:moveTo>
                  <a:pt x="677125" y="40733"/>
                </a:moveTo>
                <a:lnTo>
                  <a:pt x="677125" y="67039"/>
                </a:lnTo>
                <a:lnTo>
                  <a:pt x="674324" y="67039"/>
                </a:lnTo>
                <a:cubicBezTo>
                  <a:pt x="672174" y="58788"/>
                  <a:pt x="669417" y="53176"/>
                  <a:pt x="666050" y="50203"/>
                </a:cubicBezTo>
                <a:cubicBezTo>
                  <a:pt x="662684" y="47227"/>
                  <a:pt x="658399" y="45739"/>
                  <a:pt x="653194" y="45739"/>
                </a:cubicBezTo>
                <a:cubicBezTo>
                  <a:pt x="649234" y="45739"/>
                  <a:pt x="646038" y="46785"/>
                  <a:pt x="643605" y="48877"/>
                </a:cubicBezTo>
                <a:cubicBezTo>
                  <a:pt x="641172" y="50966"/>
                  <a:pt x="639956" y="53283"/>
                  <a:pt x="639956" y="55827"/>
                </a:cubicBezTo>
                <a:cubicBezTo>
                  <a:pt x="639956" y="58992"/>
                  <a:pt x="640861" y="61704"/>
                  <a:pt x="642672" y="63963"/>
                </a:cubicBezTo>
                <a:cubicBezTo>
                  <a:pt x="644425" y="66281"/>
                  <a:pt x="647989" y="68739"/>
                  <a:pt x="653364" y="71338"/>
                </a:cubicBezTo>
                <a:lnTo>
                  <a:pt x="665753" y="77358"/>
                </a:lnTo>
                <a:cubicBezTo>
                  <a:pt x="677238" y="82951"/>
                  <a:pt x="682980" y="90326"/>
                  <a:pt x="682980" y="99482"/>
                </a:cubicBezTo>
                <a:cubicBezTo>
                  <a:pt x="682980" y="106545"/>
                  <a:pt x="680307" y="112239"/>
                  <a:pt x="674961" y="116563"/>
                </a:cubicBezTo>
                <a:cubicBezTo>
                  <a:pt x="669615" y="120885"/>
                  <a:pt x="663632" y="123047"/>
                  <a:pt x="657013" y="123047"/>
                </a:cubicBezTo>
                <a:cubicBezTo>
                  <a:pt x="652261" y="123047"/>
                  <a:pt x="646830" y="122198"/>
                  <a:pt x="640720" y="120501"/>
                </a:cubicBezTo>
                <a:cubicBezTo>
                  <a:pt x="638853" y="119935"/>
                  <a:pt x="637325" y="119652"/>
                  <a:pt x="636137" y="119652"/>
                </a:cubicBezTo>
                <a:cubicBezTo>
                  <a:pt x="634836" y="119652"/>
                  <a:pt x="633818" y="120388"/>
                  <a:pt x="633082" y="121859"/>
                </a:cubicBezTo>
                <a:lnTo>
                  <a:pt x="630282" y="121859"/>
                </a:lnTo>
                <a:lnTo>
                  <a:pt x="630282" y="94025"/>
                </a:lnTo>
                <a:lnTo>
                  <a:pt x="633082" y="94025"/>
                </a:lnTo>
                <a:cubicBezTo>
                  <a:pt x="634666" y="101973"/>
                  <a:pt x="637693" y="107963"/>
                  <a:pt x="642162" y="111994"/>
                </a:cubicBezTo>
                <a:cubicBezTo>
                  <a:pt x="646632" y="116025"/>
                  <a:pt x="651638" y="118040"/>
                  <a:pt x="657183" y="118040"/>
                </a:cubicBezTo>
                <a:cubicBezTo>
                  <a:pt x="661086" y="118040"/>
                  <a:pt x="664268" y="116896"/>
                  <a:pt x="666729" y="114608"/>
                </a:cubicBezTo>
                <a:cubicBezTo>
                  <a:pt x="669190" y="112319"/>
                  <a:pt x="670421" y="109564"/>
                  <a:pt x="670421" y="106343"/>
                </a:cubicBezTo>
                <a:cubicBezTo>
                  <a:pt x="670421" y="102443"/>
                  <a:pt x="669049" y="99165"/>
                  <a:pt x="666305" y="96509"/>
                </a:cubicBezTo>
                <a:cubicBezTo>
                  <a:pt x="663561" y="93854"/>
                  <a:pt x="658088" y="90492"/>
                  <a:pt x="649885" y="86424"/>
                </a:cubicBezTo>
                <a:cubicBezTo>
                  <a:pt x="641682" y="82355"/>
                  <a:pt x="636307" y="78681"/>
                  <a:pt x="633761" y="75403"/>
                </a:cubicBezTo>
                <a:cubicBezTo>
                  <a:pt x="631215" y="72182"/>
                  <a:pt x="629943" y="68113"/>
                  <a:pt x="629943" y="63197"/>
                </a:cubicBezTo>
                <a:cubicBezTo>
                  <a:pt x="629943" y="56811"/>
                  <a:pt x="632135" y="51471"/>
                  <a:pt x="636519" y="47177"/>
                </a:cubicBezTo>
                <a:cubicBezTo>
                  <a:pt x="640904" y="42881"/>
                  <a:pt x="646575" y="40733"/>
                  <a:pt x="653534" y="40733"/>
                </a:cubicBezTo>
                <a:cubicBezTo>
                  <a:pt x="656589" y="40733"/>
                  <a:pt x="660294" y="41383"/>
                  <a:pt x="664650" y="42684"/>
                </a:cubicBezTo>
                <a:cubicBezTo>
                  <a:pt x="667535" y="43533"/>
                  <a:pt x="669459" y="43957"/>
                  <a:pt x="670421" y="43957"/>
                </a:cubicBezTo>
                <a:cubicBezTo>
                  <a:pt x="671326" y="43957"/>
                  <a:pt x="672033" y="43759"/>
                  <a:pt x="672542" y="43363"/>
                </a:cubicBezTo>
                <a:cubicBezTo>
                  <a:pt x="673051" y="42967"/>
                  <a:pt x="673645" y="42090"/>
                  <a:pt x="674324" y="40733"/>
                </a:cubicBezTo>
                <a:lnTo>
                  <a:pt x="677125" y="40733"/>
                </a:lnTo>
                <a:close/>
                <a:moveTo>
                  <a:pt x="788178" y="40733"/>
                </a:moveTo>
                <a:lnTo>
                  <a:pt x="788178" y="67039"/>
                </a:lnTo>
                <a:lnTo>
                  <a:pt x="785378" y="67039"/>
                </a:lnTo>
                <a:cubicBezTo>
                  <a:pt x="783228" y="58788"/>
                  <a:pt x="780470" y="53176"/>
                  <a:pt x="777104" y="50203"/>
                </a:cubicBezTo>
                <a:cubicBezTo>
                  <a:pt x="773738" y="47227"/>
                  <a:pt x="769453" y="45739"/>
                  <a:pt x="764248" y="45739"/>
                </a:cubicBezTo>
                <a:cubicBezTo>
                  <a:pt x="760288" y="45739"/>
                  <a:pt x="757091" y="46785"/>
                  <a:pt x="754659" y="48877"/>
                </a:cubicBezTo>
                <a:cubicBezTo>
                  <a:pt x="752226" y="50966"/>
                  <a:pt x="751010" y="53283"/>
                  <a:pt x="751010" y="55827"/>
                </a:cubicBezTo>
                <a:cubicBezTo>
                  <a:pt x="751010" y="58992"/>
                  <a:pt x="751915" y="61704"/>
                  <a:pt x="753725" y="63963"/>
                </a:cubicBezTo>
                <a:cubicBezTo>
                  <a:pt x="755479" y="66281"/>
                  <a:pt x="759043" y="68739"/>
                  <a:pt x="764418" y="71338"/>
                </a:cubicBezTo>
                <a:lnTo>
                  <a:pt x="776807" y="77358"/>
                </a:lnTo>
                <a:cubicBezTo>
                  <a:pt x="788292" y="82951"/>
                  <a:pt x="794034" y="90326"/>
                  <a:pt x="794034" y="99482"/>
                </a:cubicBezTo>
                <a:cubicBezTo>
                  <a:pt x="794034" y="106545"/>
                  <a:pt x="791361" y="112239"/>
                  <a:pt x="786015" y="116563"/>
                </a:cubicBezTo>
                <a:cubicBezTo>
                  <a:pt x="780668" y="120885"/>
                  <a:pt x="774686" y="123047"/>
                  <a:pt x="768067" y="123047"/>
                </a:cubicBezTo>
                <a:cubicBezTo>
                  <a:pt x="763315" y="123047"/>
                  <a:pt x="757883" y="122198"/>
                  <a:pt x="751774" y="120501"/>
                </a:cubicBezTo>
                <a:cubicBezTo>
                  <a:pt x="749907" y="119935"/>
                  <a:pt x="748379" y="119652"/>
                  <a:pt x="747191" y="119652"/>
                </a:cubicBezTo>
                <a:cubicBezTo>
                  <a:pt x="745890" y="119652"/>
                  <a:pt x="744872" y="120388"/>
                  <a:pt x="744136" y="121859"/>
                </a:cubicBezTo>
                <a:lnTo>
                  <a:pt x="741336" y="121859"/>
                </a:lnTo>
                <a:lnTo>
                  <a:pt x="741336" y="94025"/>
                </a:lnTo>
                <a:lnTo>
                  <a:pt x="744136" y="94025"/>
                </a:lnTo>
                <a:cubicBezTo>
                  <a:pt x="745720" y="101973"/>
                  <a:pt x="748747" y="107963"/>
                  <a:pt x="753216" y="111994"/>
                </a:cubicBezTo>
                <a:cubicBezTo>
                  <a:pt x="757685" y="116025"/>
                  <a:pt x="762692" y="118040"/>
                  <a:pt x="768236" y="118040"/>
                </a:cubicBezTo>
                <a:cubicBezTo>
                  <a:pt x="772140" y="118040"/>
                  <a:pt x="775322" y="116896"/>
                  <a:pt x="777783" y="114608"/>
                </a:cubicBezTo>
                <a:cubicBezTo>
                  <a:pt x="780244" y="112319"/>
                  <a:pt x="781475" y="109564"/>
                  <a:pt x="781475" y="106343"/>
                </a:cubicBezTo>
                <a:cubicBezTo>
                  <a:pt x="781475" y="102443"/>
                  <a:pt x="780103" y="99165"/>
                  <a:pt x="777359" y="96509"/>
                </a:cubicBezTo>
                <a:cubicBezTo>
                  <a:pt x="774615" y="93854"/>
                  <a:pt x="769142" y="90492"/>
                  <a:pt x="760938" y="86424"/>
                </a:cubicBezTo>
                <a:cubicBezTo>
                  <a:pt x="752735" y="82355"/>
                  <a:pt x="747361" y="78681"/>
                  <a:pt x="744815" y="75403"/>
                </a:cubicBezTo>
                <a:cubicBezTo>
                  <a:pt x="742269" y="72182"/>
                  <a:pt x="740996" y="68113"/>
                  <a:pt x="740996" y="63197"/>
                </a:cubicBezTo>
                <a:cubicBezTo>
                  <a:pt x="740996" y="56811"/>
                  <a:pt x="743189" y="51471"/>
                  <a:pt x="747573" y="47177"/>
                </a:cubicBezTo>
                <a:cubicBezTo>
                  <a:pt x="751957" y="42881"/>
                  <a:pt x="757629" y="40733"/>
                  <a:pt x="764587" y="40733"/>
                </a:cubicBezTo>
                <a:cubicBezTo>
                  <a:pt x="767642" y="40733"/>
                  <a:pt x="771348" y="41383"/>
                  <a:pt x="775704" y="42684"/>
                </a:cubicBezTo>
                <a:cubicBezTo>
                  <a:pt x="778589" y="43533"/>
                  <a:pt x="780513" y="43957"/>
                  <a:pt x="781475" y="43957"/>
                </a:cubicBezTo>
                <a:cubicBezTo>
                  <a:pt x="782380" y="43957"/>
                  <a:pt x="783087" y="43759"/>
                  <a:pt x="783596" y="43363"/>
                </a:cubicBezTo>
                <a:cubicBezTo>
                  <a:pt x="784105" y="42967"/>
                  <a:pt x="784699" y="42090"/>
                  <a:pt x="785378" y="40733"/>
                </a:cubicBezTo>
                <a:lnTo>
                  <a:pt x="788178" y="40733"/>
                </a:lnTo>
                <a:close/>
                <a:moveTo>
                  <a:pt x="818615" y="72301"/>
                </a:moveTo>
                <a:cubicBezTo>
                  <a:pt x="818559" y="83815"/>
                  <a:pt x="821359" y="92846"/>
                  <a:pt x="827016" y="99395"/>
                </a:cubicBezTo>
                <a:cubicBezTo>
                  <a:pt x="832674" y="105941"/>
                  <a:pt x="839321" y="109215"/>
                  <a:pt x="846958" y="109215"/>
                </a:cubicBezTo>
                <a:cubicBezTo>
                  <a:pt x="852050" y="109215"/>
                  <a:pt x="856477" y="107814"/>
                  <a:pt x="860239" y="105014"/>
                </a:cubicBezTo>
                <a:cubicBezTo>
                  <a:pt x="864001" y="102214"/>
                  <a:pt x="867155" y="97419"/>
                  <a:pt x="869701" y="90630"/>
                </a:cubicBezTo>
                <a:lnTo>
                  <a:pt x="872331" y="92327"/>
                </a:lnTo>
                <a:cubicBezTo>
                  <a:pt x="871143" y="100078"/>
                  <a:pt x="867692" y="107136"/>
                  <a:pt x="861979" y="113500"/>
                </a:cubicBezTo>
                <a:cubicBezTo>
                  <a:pt x="856265" y="119864"/>
                  <a:pt x="849108" y="123047"/>
                  <a:pt x="840509" y="123047"/>
                </a:cubicBezTo>
                <a:cubicBezTo>
                  <a:pt x="831174" y="123047"/>
                  <a:pt x="823183" y="119420"/>
                  <a:pt x="816536" y="112166"/>
                </a:cubicBezTo>
                <a:cubicBezTo>
                  <a:pt x="809889" y="104911"/>
                  <a:pt x="806565" y="95157"/>
                  <a:pt x="806565" y="82905"/>
                </a:cubicBezTo>
                <a:cubicBezTo>
                  <a:pt x="806565" y="69639"/>
                  <a:pt x="809974" y="59294"/>
                  <a:pt x="816791" y="51871"/>
                </a:cubicBezTo>
                <a:cubicBezTo>
                  <a:pt x="823608" y="44445"/>
                  <a:pt x="832164" y="40733"/>
                  <a:pt x="842461" y="40733"/>
                </a:cubicBezTo>
                <a:cubicBezTo>
                  <a:pt x="851173" y="40733"/>
                  <a:pt x="858330" y="43597"/>
                  <a:pt x="863930" y="49325"/>
                </a:cubicBezTo>
                <a:cubicBezTo>
                  <a:pt x="869531" y="55051"/>
                  <a:pt x="872331" y="62710"/>
                  <a:pt x="872331" y="72301"/>
                </a:cubicBezTo>
                <a:lnTo>
                  <a:pt x="818615" y="72301"/>
                </a:lnTo>
                <a:moveTo>
                  <a:pt x="818615" y="67379"/>
                </a:moveTo>
                <a:lnTo>
                  <a:pt x="854596" y="67379"/>
                </a:lnTo>
                <a:cubicBezTo>
                  <a:pt x="854313" y="62400"/>
                  <a:pt x="853719" y="58893"/>
                  <a:pt x="852814" y="56856"/>
                </a:cubicBezTo>
                <a:cubicBezTo>
                  <a:pt x="851399" y="53688"/>
                  <a:pt x="849292" y="51199"/>
                  <a:pt x="846492" y="49388"/>
                </a:cubicBezTo>
                <a:cubicBezTo>
                  <a:pt x="843691" y="47578"/>
                  <a:pt x="840764" y="46673"/>
                  <a:pt x="837709" y="46673"/>
                </a:cubicBezTo>
                <a:cubicBezTo>
                  <a:pt x="833013" y="46673"/>
                  <a:pt x="828813" y="48497"/>
                  <a:pt x="825107" y="52146"/>
                </a:cubicBezTo>
                <a:cubicBezTo>
                  <a:pt x="821401" y="55795"/>
                  <a:pt x="819237" y="60873"/>
                  <a:pt x="818615" y="67379"/>
                </a:cubicBezTo>
                <a:close/>
                <a:moveTo>
                  <a:pt x="895779" y="72301"/>
                </a:moveTo>
                <a:cubicBezTo>
                  <a:pt x="895722" y="83815"/>
                  <a:pt x="898523" y="92846"/>
                  <a:pt x="904180" y="99395"/>
                </a:cubicBezTo>
                <a:cubicBezTo>
                  <a:pt x="909837" y="105941"/>
                  <a:pt x="916485" y="109215"/>
                  <a:pt x="924122" y="109215"/>
                </a:cubicBezTo>
                <a:cubicBezTo>
                  <a:pt x="929214" y="109215"/>
                  <a:pt x="933640" y="107814"/>
                  <a:pt x="937403" y="105014"/>
                </a:cubicBezTo>
                <a:cubicBezTo>
                  <a:pt x="941165" y="102214"/>
                  <a:pt x="944319" y="97419"/>
                  <a:pt x="946864" y="90630"/>
                </a:cubicBezTo>
                <a:lnTo>
                  <a:pt x="949495" y="92327"/>
                </a:lnTo>
                <a:cubicBezTo>
                  <a:pt x="948307" y="100078"/>
                  <a:pt x="944856" y="107136"/>
                  <a:pt x="939142" y="113500"/>
                </a:cubicBezTo>
                <a:cubicBezTo>
                  <a:pt x="933428" y="119864"/>
                  <a:pt x="926272" y="123047"/>
                  <a:pt x="917673" y="123047"/>
                </a:cubicBezTo>
                <a:cubicBezTo>
                  <a:pt x="908338" y="123047"/>
                  <a:pt x="900347" y="119420"/>
                  <a:pt x="893700" y="112166"/>
                </a:cubicBezTo>
                <a:cubicBezTo>
                  <a:pt x="887052" y="104911"/>
                  <a:pt x="883729" y="95157"/>
                  <a:pt x="883729" y="82905"/>
                </a:cubicBezTo>
                <a:cubicBezTo>
                  <a:pt x="883729" y="69639"/>
                  <a:pt x="887137" y="59294"/>
                  <a:pt x="893954" y="51871"/>
                </a:cubicBezTo>
                <a:cubicBezTo>
                  <a:pt x="900771" y="44445"/>
                  <a:pt x="909328" y="40733"/>
                  <a:pt x="919624" y="40733"/>
                </a:cubicBezTo>
                <a:cubicBezTo>
                  <a:pt x="928337" y="40733"/>
                  <a:pt x="935493" y="43597"/>
                  <a:pt x="941094" y="49325"/>
                </a:cubicBezTo>
                <a:cubicBezTo>
                  <a:pt x="946695" y="55051"/>
                  <a:pt x="949495" y="62710"/>
                  <a:pt x="949495" y="72301"/>
                </a:cubicBezTo>
                <a:lnTo>
                  <a:pt x="895779" y="72301"/>
                </a:lnTo>
                <a:moveTo>
                  <a:pt x="895779" y="67379"/>
                </a:moveTo>
                <a:lnTo>
                  <a:pt x="931759" y="67379"/>
                </a:lnTo>
                <a:cubicBezTo>
                  <a:pt x="931477" y="62400"/>
                  <a:pt x="930883" y="58893"/>
                  <a:pt x="929977" y="56856"/>
                </a:cubicBezTo>
                <a:cubicBezTo>
                  <a:pt x="928563" y="53688"/>
                  <a:pt x="926456" y="51199"/>
                  <a:pt x="923655" y="49388"/>
                </a:cubicBezTo>
                <a:cubicBezTo>
                  <a:pt x="920855" y="47578"/>
                  <a:pt x="917927" y="46673"/>
                  <a:pt x="914872" y="46673"/>
                </a:cubicBezTo>
                <a:cubicBezTo>
                  <a:pt x="910177" y="46673"/>
                  <a:pt x="905976" y="48497"/>
                  <a:pt x="902271" y="52146"/>
                </a:cubicBezTo>
                <a:cubicBezTo>
                  <a:pt x="898565" y="55795"/>
                  <a:pt x="896401" y="60873"/>
                  <a:pt x="895779" y="67379"/>
                </a:cubicBezTo>
                <a:close/>
                <a:moveTo>
                  <a:pt x="982872" y="0"/>
                </a:moveTo>
                <a:lnTo>
                  <a:pt x="982872" y="77307"/>
                </a:lnTo>
                <a:lnTo>
                  <a:pt x="1002644" y="59317"/>
                </a:lnTo>
                <a:cubicBezTo>
                  <a:pt x="1006830" y="55470"/>
                  <a:pt x="1009263" y="53037"/>
                  <a:pt x="1009942" y="52019"/>
                </a:cubicBezTo>
                <a:cubicBezTo>
                  <a:pt x="1010395" y="51340"/>
                  <a:pt x="1010621" y="50661"/>
                  <a:pt x="1010621" y="49982"/>
                </a:cubicBezTo>
                <a:cubicBezTo>
                  <a:pt x="1010621" y="48851"/>
                  <a:pt x="1010154" y="47875"/>
                  <a:pt x="1009221" y="47055"/>
                </a:cubicBezTo>
                <a:cubicBezTo>
                  <a:pt x="1008287" y="46234"/>
                  <a:pt x="1006746" y="45768"/>
                  <a:pt x="1004596" y="45655"/>
                </a:cubicBezTo>
                <a:lnTo>
                  <a:pt x="1004596" y="42939"/>
                </a:lnTo>
                <a:lnTo>
                  <a:pt x="1038370" y="42939"/>
                </a:lnTo>
                <a:lnTo>
                  <a:pt x="1038370" y="45655"/>
                </a:lnTo>
                <a:cubicBezTo>
                  <a:pt x="1033731" y="45768"/>
                  <a:pt x="1029870" y="46475"/>
                  <a:pt x="1026787" y="47776"/>
                </a:cubicBezTo>
                <a:cubicBezTo>
                  <a:pt x="1023703" y="49077"/>
                  <a:pt x="1020323" y="51397"/>
                  <a:pt x="1016646" y="54735"/>
                </a:cubicBezTo>
                <a:lnTo>
                  <a:pt x="996704" y="73149"/>
                </a:lnTo>
                <a:lnTo>
                  <a:pt x="1016646" y="98305"/>
                </a:lnTo>
                <a:cubicBezTo>
                  <a:pt x="1022190" y="105249"/>
                  <a:pt x="1025924" y="109653"/>
                  <a:pt x="1027847" y="111516"/>
                </a:cubicBezTo>
                <a:cubicBezTo>
                  <a:pt x="1030563" y="114170"/>
                  <a:pt x="1032939" y="115893"/>
                  <a:pt x="1034976" y="116685"/>
                </a:cubicBezTo>
                <a:cubicBezTo>
                  <a:pt x="1036390" y="117249"/>
                  <a:pt x="1038851" y="117531"/>
                  <a:pt x="1042358" y="117531"/>
                </a:cubicBezTo>
                <a:lnTo>
                  <a:pt x="1042358" y="120671"/>
                </a:lnTo>
                <a:lnTo>
                  <a:pt x="1004596" y="120671"/>
                </a:lnTo>
                <a:lnTo>
                  <a:pt x="1004596" y="117531"/>
                </a:lnTo>
                <a:cubicBezTo>
                  <a:pt x="1006746" y="117474"/>
                  <a:pt x="1008202" y="117150"/>
                  <a:pt x="1008966" y="116558"/>
                </a:cubicBezTo>
                <a:cubicBezTo>
                  <a:pt x="1009730" y="115964"/>
                  <a:pt x="1010112" y="115131"/>
                  <a:pt x="1010112" y="114060"/>
                </a:cubicBezTo>
                <a:cubicBezTo>
                  <a:pt x="1010112" y="112760"/>
                  <a:pt x="1008980" y="110671"/>
                  <a:pt x="1006717" y="107793"/>
                </a:cubicBezTo>
                <a:lnTo>
                  <a:pt x="982872" y="77392"/>
                </a:lnTo>
                <a:lnTo>
                  <a:pt x="982872" y="103134"/>
                </a:lnTo>
                <a:cubicBezTo>
                  <a:pt x="982872" y="108158"/>
                  <a:pt x="983225" y="111462"/>
                  <a:pt x="983932" y="113044"/>
                </a:cubicBezTo>
                <a:cubicBezTo>
                  <a:pt x="984640" y="114624"/>
                  <a:pt x="985644" y="115753"/>
                  <a:pt x="986945" y="116430"/>
                </a:cubicBezTo>
                <a:cubicBezTo>
                  <a:pt x="988246" y="117107"/>
                  <a:pt x="991075" y="117474"/>
                  <a:pt x="995431" y="117531"/>
                </a:cubicBezTo>
                <a:lnTo>
                  <a:pt x="995431" y="120671"/>
                </a:lnTo>
                <a:lnTo>
                  <a:pt x="955886" y="120671"/>
                </a:lnTo>
                <a:lnTo>
                  <a:pt x="955886" y="117531"/>
                </a:lnTo>
                <a:cubicBezTo>
                  <a:pt x="959846" y="117531"/>
                  <a:pt x="962816" y="117050"/>
                  <a:pt x="964797" y="116088"/>
                </a:cubicBezTo>
                <a:cubicBezTo>
                  <a:pt x="965985" y="115468"/>
                  <a:pt x="966890" y="114507"/>
                  <a:pt x="967512" y="113206"/>
                </a:cubicBezTo>
                <a:cubicBezTo>
                  <a:pt x="968361" y="111340"/>
                  <a:pt x="968785" y="108118"/>
                  <a:pt x="968785" y="103540"/>
                </a:cubicBezTo>
                <a:lnTo>
                  <a:pt x="968785" y="32817"/>
                </a:lnTo>
                <a:cubicBezTo>
                  <a:pt x="968785" y="23829"/>
                  <a:pt x="968587" y="18331"/>
                  <a:pt x="968191" y="16325"/>
                </a:cubicBezTo>
                <a:cubicBezTo>
                  <a:pt x="967795" y="14317"/>
                  <a:pt x="967144" y="12931"/>
                  <a:pt x="966239" y="12169"/>
                </a:cubicBezTo>
                <a:cubicBezTo>
                  <a:pt x="965334" y="11406"/>
                  <a:pt x="964146" y="11024"/>
                  <a:pt x="962675" y="11024"/>
                </a:cubicBezTo>
                <a:cubicBezTo>
                  <a:pt x="961487" y="11024"/>
                  <a:pt x="959705" y="11505"/>
                  <a:pt x="957329" y="12466"/>
                </a:cubicBezTo>
                <a:lnTo>
                  <a:pt x="955886" y="9496"/>
                </a:lnTo>
                <a:lnTo>
                  <a:pt x="978968" y="0"/>
                </a:lnTo>
                <a:lnTo>
                  <a:pt x="9828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def">
            <a:extLst xmlns:a="http://schemas.openxmlformats.org/drawingml/2006/main">
              <a:ext uri="{FF2B5EF4-FFF2-40B4-BE49-F238E27FC236}">
                <a16:creationId xmlns:a16="http://schemas.microsoft.com/office/drawing/2014/main" id="{A9F16EBE-43B3-424E-A4D9-0AE75264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762" y="2382478"/>
            <a:ext cx="233815" cy="123047"/>
          </a:xfrm>
          <a:custGeom xmlns:a="http://schemas.openxmlformats.org/drawingml/2006/main">
            <a:pathLst>
              <a:path w="233815" h="123047">
                <a:moveTo>
                  <a:pt x="54565" y="111930"/>
                </a:moveTo>
                <a:cubicBezTo>
                  <a:pt x="50774" y="115890"/>
                  <a:pt x="47069" y="118733"/>
                  <a:pt x="43448" y="120459"/>
                </a:cubicBezTo>
                <a:cubicBezTo>
                  <a:pt x="39828" y="122184"/>
                  <a:pt x="35924" y="123047"/>
                  <a:pt x="31738" y="123047"/>
                </a:cubicBezTo>
                <a:cubicBezTo>
                  <a:pt x="23252" y="123047"/>
                  <a:pt x="15840" y="119505"/>
                  <a:pt x="9504" y="112421"/>
                </a:cubicBezTo>
                <a:cubicBezTo>
                  <a:pt x="3168" y="105335"/>
                  <a:pt x="0" y="96230"/>
                  <a:pt x="0" y="85106"/>
                </a:cubicBezTo>
                <a:cubicBezTo>
                  <a:pt x="0" y="73984"/>
                  <a:pt x="3508" y="63808"/>
                  <a:pt x="10523" y="54578"/>
                </a:cubicBezTo>
                <a:cubicBezTo>
                  <a:pt x="17538" y="45348"/>
                  <a:pt x="26561" y="40733"/>
                  <a:pt x="37593" y="40733"/>
                </a:cubicBezTo>
                <a:cubicBezTo>
                  <a:pt x="44438" y="40733"/>
                  <a:pt x="50096" y="42911"/>
                  <a:pt x="54565" y="47267"/>
                </a:cubicBezTo>
                <a:lnTo>
                  <a:pt x="54565" y="32894"/>
                </a:lnTo>
                <a:cubicBezTo>
                  <a:pt x="54565" y="23975"/>
                  <a:pt x="54353" y="18492"/>
                  <a:pt x="53928" y="16447"/>
                </a:cubicBezTo>
                <a:cubicBezTo>
                  <a:pt x="53504" y="14401"/>
                  <a:pt x="52839" y="13010"/>
                  <a:pt x="51934" y="12273"/>
                </a:cubicBezTo>
                <a:cubicBezTo>
                  <a:pt x="51029" y="11534"/>
                  <a:pt x="49898" y="11164"/>
                  <a:pt x="48540" y="11164"/>
                </a:cubicBezTo>
                <a:cubicBezTo>
                  <a:pt x="47069" y="11164"/>
                  <a:pt x="45117" y="11619"/>
                  <a:pt x="42684" y="12527"/>
                </a:cubicBezTo>
                <a:lnTo>
                  <a:pt x="41581" y="9544"/>
                </a:lnTo>
                <a:lnTo>
                  <a:pt x="64748" y="0"/>
                </a:lnTo>
                <a:lnTo>
                  <a:pt x="68567" y="0"/>
                </a:lnTo>
                <a:lnTo>
                  <a:pt x="68567" y="89867"/>
                </a:lnTo>
                <a:cubicBezTo>
                  <a:pt x="68567" y="98975"/>
                  <a:pt x="68779" y="104533"/>
                  <a:pt x="69203" y="106541"/>
                </a:cubicBezTo>
                <a:cubicBezTo>
                  <a:pt x="69627" y="108550"/>
                  <a:pt x="70306" y="109950"/>
                  <a:pt x="71240" y="110742"/>
                </a:cubicBezTo>
                <a:cubicBezTo>
                  <a:pt x="72173" y="111534"/>
                  <a:pt x="73262" y="111930"/>
                  <a:pt x="74507" y="111930"/>
                </a:cubicBezTo>
                <a:cubicBezTo>
                  <a:pt x="76034" y="111930"/>
                  <a:pt x="78071" y="111449"/>
                  <a:pt x="80617" y="110487"/>
                </a:cubicBezTo>
                <a:lnTo>
                  <a:pt x="81550" y="113458"/>
                </a:lnTo>
                <a:lnTo>
                  <a:pt x="58468" y="123047"/>
                </a:lnTo>
                <a:lnTo>
                  <a:pt x="54565" y="123047"/>
                </a:lnTo>
                <a:lnTo>
                  <a:pt x="54565" y="111930"/>
                </a:lnTo>
                <a:moveTo>
                  <a:pt x="54565" y="106008"/>
                </a:moveTo>
                <a:lnTo>
                  <a:pt x="54565" y="66055"/>
                </a:lnTo>
                <a:cubicBezTo>
                  <a:pt x="54225" y="62217"/>
                  <a:pt x="53207" y="58719"/>
                  <a:pt x="51510" y="55559"/>
                </a:cubicBezTo>
                <a:cubicBezTo>
                  <a:pt x="49813" y="52398"/>
                  <a:pt x="47564" y="50014"/>
                  <a:pt x="44764" y="48407"/>
                </a:cubicBezTo>
                <a:cubicBezTo>
                  <a:pt x="41963" y="46798"/>
                  <a:pt x="39234" y="45994"/>
                  <a:pt x="36575" y="45994"/>
                </a:cubicBezTo>
                <a:cubicBezTo>
                  <a:pt x="31596" y="45994"/>
                  <a:pt x="27155" y="48223"/>
                  <a:pt x="23252" y="52682"/>
                </a:cubicBezTo>
                <a:cubicBezTo>
                  <a:pt x="18103" y="58550"/>
                  <a:pt x="15529" y="67127"/>
                  <a:pt x="15529" y="78413"/>
                </a:cubicBezTo>
                <a:cubicBezTo>
                  <a:pt x="15529" y="89813"/>
                  <a:pt x="18019" y="98546"/>
                  <a:pt x="22997" y="104614"/>
                </a:cubicBezTo>
                <a:cubicBezTo>
                  <a:pt x="27975" y="110679"/>
                  <a:pt x="33520" y="113712"/>
                  <a:pt x="39630" y="113712"/>
                </a:cubicBezTo>
                <a:cubicBezTo>
                  <a:pt x="44778" y="113712"/>
                  <a:pt x="49756" y="111144"/>
                  <a:pt x="54565" y="106008"/>
                </a:cubicBezTo>
                <a:close/>
                <a:moveTo>
                  <a:pt x="99626" y="72301"/>
                </a:moveTo>
                <a:cubicBezTo>
                  <a:pt x="99569" y="83815"/>
                  <a:pt x="102369" y="92846"/>
                  <a:pt x="108027" y="99395"/>
                </a:cubicBezTo>
                <a:cubicBezTo>
                  <a:pt x="113684" y="105941"/>
                  <a:pt x="120331" y="109215"/>
                  <a:pt x="127969" y="109215"/>
                </a:cubicBezTo>
                <a:cubicBezTo>
                  <a:pt x="133060" y="109215"/>
                  <a:pt x="137487" y="107814"/>
                  <a:pt x="141249" y="105014"/>
                </a:cubicBezTo>
                <a:cubicBezTo>
                  <a:pt x="145011" y="102214"/>
                  <a:pt x="148165" y="97419"/>
                  <a:pt x="150711" y="90630"/>
                </a:cubicBezTo>
                <a:lnTo>
                  <a:pt x="153342" y="92327"/>
                </a:lnTo>
                <a:cubicBezTo>
                  <a:pt x="152154" y="100078"/>
                  <a:pt x="148703" y="107136"/>
                  <a:pt x="142989" y="113500"/>
                </a:cubicBezTo>
                <a:cubicBezTo>
                  <a:pt x="137275" y="119864"/>
                  <a:pt x="130119" y="123047"/>
                  <a:pt x="121519" y="123047"/>
                </a:cubicBezTo>
                <a:cubicBezTo>
                  <a:pt x="112185" y="123047"/>
                  <a:pt x="104194" y="119420"/>
                  <a:pt x="97546" y="112166"/>
                </a:cubicBezTo>
                <a:cubicBezTo>
                  <a:pt x="90899" y="104911"/>
                  <a:pt x="87575" y="95157"/>
                  <a:pt x="87575" y="82905"/>
                </a:cubicBezTo>
                <a:cubicBezTo>
                  <a:pt x="87575" y="69639"/>
                  <a:pt x="90984" y="59294"/>
                  <a:pt x="97801" y="51871"/>
                </a:cubicBezTo>
                <a:cubicBezTo>
                  <a:pt x="104618" y="44445"/>
                  <a:pt x="113175" y="40733"/>
                  <a:pt x="123471" y="40733"/>
                </a:cubicBezTo>
                <a:cubicBezTo>
                  <a:pt x="132183" y="40733"/>
                  <a:pt x="139340" y="43597"/>
                  <a:pt x="144941" y="49325"/>
                </a:cubicBezTo>
                <a:cubicBezTo>
                  <a:pt x="150541" y="55051"/>
                  <a:pt x="153342" y="62710"/>
                  <a:pt x="153342" y="72301"/>
                </a:cubicBezTo>
                <a:lnTo>
                  <a:pt x="99626" y="72301"/>
                </a:lnTo>
                <a:moveTo>
                  <a:pt x="99626" y="67379"/>
                </a:moveTo>
                <a:lnTo>
                  <a:pt x="135606" y="67379"/>
                </a:lnTo>
                <a:cubicBezTo>
                  <a:pt x="135323" y="62400"/>
                  <a:pt x="134729" y="58893"/>
                  <a:pt x="133824" y="56856"/>
                </a:cubicBezTo>
                <a:cubicBezTo>
                  <a:pt x="132410" y="53688"/>
                  <a:pt x="130302" y="51199"/>
                  <a:pt x="127502" y="49388"/>
                </a:cubicBezTo>
                <a:cubicBezTo>
                  <a:pt x="124702" y="47578"/>
                  <a:pt x="121774" y="46673"/>
                  <a:pt x="118719" y="46673"/>
                </a:cubicBezTo>
                <a:cubicBezTo>
                  <a:pt x="114023" y="46673"/>
                  <a:pt x="109823" y="48497"/>
                  <a:pt x="106117" y="52146"/>
                </a:cubicBezTo>
                <a:cubicBezTo>
                  <a:pt x="102412" y="55795"/>
                  <a:pt x="100248" y="60873"/>
                  <a:pt x="99626" y="67379"/>
                </a:cubicBezTo>
                <a:close/>
                <a:moveTo>
                  <a:pt x="194101" y="48879"/>
                </a:moveTo>
                <a:lnTo>
                  <a:pt x="194101" y="100029"/>
                </a:lnTo>
                <a:cubicBezTo>
                  <a:pt x="194101" y="107279"/>
                  <a:pt x="194893" y="111866"/>
                  <a:pt x="196477" y="113792"/>
                </a:cubicBezTo>
                <a:cubicBezTo>
                  <a:pt x="198570" y="116284"/>
                  <a:pt x="201370" y="117531"/>
                  <a:pt x="204878" y="117531"/>
                </a:cubicBezTo>
                <a:lnTo>
                  <a:pt x="211921" y="117531"/>
                </a:lnTo>
                <a:lnTo>
                  <a:pt x="211921" y="120671"/>
                </a:lnTo>
                <a:lnTo>
                  <a:pt x="165503" y="120671"/>
                </a:lnTo>
                <a:lnTo>
                  <a:pt x="165503" y="117531"/>
                </a:lnTo>
                <a:lnTo>
                  <a:pt x="168982" y="117531"/>
                </a:lnTo>
                <a:cubicBezTo>
                  <a:pt x="171245" y="117531"/>
                  <a:pt x="173310" y="116964"/>
                  <a:pt x="175177" y="115831"/>
                </a:cubicBezTo>
                <a:cubicBezTo>
                  <a:pt x="177044" y="114698"/>
                  <a:pt x="178331" y="113169"/>
                  <a:pt x="179038" y="111243"/>
                </a:cubicBezTo>
                <a:cubicBezTo>
                  <a:pt x="179745" y="109318"/>
                  <a:pt x="180099" y="105580"/>
                  <a:pt x="180099" y="100029"/>
                </a:cubicBezTo>
                <a:lnTo>
                  <a:pt x="180099" y="48879"/>
                </a:lnTo>
                <a:lnTo>
                  <a:pt x="164994" y="48879"/>
                </a:lnTo>
                <a:lnTo>
                  <a:pt x="164994" y="42939"/>
                </a:lnTo>
                <a:lnTo>
                  <a:pt x="180099" y="42939"/>
                </a:lnTo>
                <a:lnTo>
                  <a:pt x="180099" y="37826"/>
                </a:lnTo>
                <a:cubicBezTo>
                  <a:pt x="180099" y="30046"/>
                  <a:pt x="181343" y="23458"/>
                  <a:pt x="183833" y="18062"/>
                </a:cubicBezTo>
                <a:cubicBezTo>
                  <a:pt x="186322" y="12666"/>
                  <a:pt x="190126" y="8307"/>
                  <a:pt x="195246" y="4986"/>
                </a:cubicBezTo>
                <a:cubicBezTo>
                  <a:pt x="200366" y="1662"/>
                  <a:pt x="206122" y="0"/>
                  <a:pt x="212515" y="0"/>
                </a:cubicBezTo>
                <a:cubicBezTo>
                  <a:pt x="218455" y="0"/>
                  <a:pt x="223915" y="1923"/>
                  <a:pt x="228893" y="5770"/>
                </a:cubicBezTo>
                <a:cubicBezTo>
                  <a:pt x="232174" y="8316"/>
                  <a:pt x="233815" y="11173"/>
                  <a:pt x="233815" y="14341"/>
                </a:cubicBezTo>
                <a:cubicBezTo>
                  <a:pt x="233815" y="16039"/>
                  <a:pt x="233080" y="17637"/>
                  <a:pt x="231609" y="19136"/>
                </a:cubicBezTo>
                <a:cubicBezTo>
                  <a:pt x="230138" y="20635"/>
                  <a:pt x="228554" y="21385"/>
                  <a:pt x="226856" y="21385"/>
                </a:cubicBezTo>
                <a:cubicBezTo>
                  <a:pt x="225555" y="21385"/>
                  <a:pt x="224183" y="20913"/>
                  <a:pt x="222741" y="19969"/>
                </a:cubicBezTo>
                <a:cubicBezTo>
                  <a:pt x="221298" y="19025"/>
                  <a:pt x="219530" y="16994"/>
                  <a:pt x="217437" y="13877"/>
                </a:cubicBezTo>
                <a:cubicBezTo>
                  <a:pt x="215344" y="10760"/>
                  <a:pt x="213420" y="8658"/>
                  <a:pt x="211667" y="7571"/>
                </a:cubicBezTo>
                <a:cubicBezTo>
                  <a:pt x="209913" y="6484"/>
                  <a:pt x="207961" y="5940"/>
                  <a:pt x="205811" y="5940"/>
                </a:cubicBezTo>
                <a:cubicBezTo>
                  <a:pt x="203209" y="5940"/>
                  <a:pt x="201003" y="6640"/>
                  <a:pt x="199192" y="8040"/>
                </a:cubicBezTo>
                <a:cubicBezTo>
                  <a:pt x="197382" y="9439"/>
                  <a:pt x="196081" y="11608"/>
                  <a:pt x="195289" y="14548"/>
                </a:cubicBezTo>
                <a:cubicBezTo>
                  <a:pt x="194497" y="17488"/>
                  <a:pt x="194101" y="25067"/>
                  <a:pt x="194101" y="37285"/>
                </a:cubicBezTo>
                <a:lnTo>
                  <a:pt x="194101" y="42939"/>
                </a:lnTo>
                <a:lnTo>
                  <a:pt x="214128" y="42939"/>
                </a:lnTo>
                <a:lnTo>
                  <a:pt x="214128" y="48879"/>
                </a:lnTo>
                <a:lnTo>
                  <a:pt x="194101" y="48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initions,descriptions,">
            <a:extLst xmlns:a="http://schemas.openxmlformats.org/drawingml/2006/main">
              <a:ext uri="{FF2B5EF4-FFF2-40B4-BE49-F238E27FC236}">
                <a16:creationId xmlns:a16="http://schemas.microsoft.com/office/drawing/2014/main" id="{EC795BA2-B919-4838-994D-5D9D4350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016" y="2382478"/>
            <a:ext cx="1477922" cy="157839"/>
          </a:xfrm>
          <a:custGeom xmlns:a="http://schemas.openxmlformats.org/drawingml/2006/main">
            <a:pathLst>
              <a:path w="1477922" h="157839">
                <a:moveTo>
                  <a:pt x="20112" y="0"/>
                </a:moveTo>
                <a:cubicBezTo>
                  <a:pt x="22488" y="0"/>
                  <a:pt x="24510" y="839"/>
                  <a:pt x="26179" y="2517"/>
                </a:cubicBezTo>
                <a:cubicBezTo>
                  <a:pt x="27848" y="4193"/>
                  <a:pt x="28683" y="6225"/>
                  <a:pt x="28683" y="8613"/>
                </a:cubicBezTo>
                <a:cubicBezTo>
                  <a:pt x="28683" y="11002"/>
                  <a:pt x="27848" y="13049"/>
                  <a:pt x="26179" y="14755"/>
                </a:cubicBezTo>
                <a:cubicBezTo>
                  <a:pt x="24510" y="16459"/>
                  <a:pt x="22488" y="17311"/>
                  <a:pt x="20112" y="17311"/>
                </a:cubicBezTo>
                <a:cubicBezTo>
                  <a:pt x="17736" y="17311"/>
                  <a:pt x="15699" y="16459"/>
                  <a:pt x="14002" y="14755"/>
                </a:cubicBezTo>
                <a:cubicBezTo>
                  <a:pt x="12305" y="13049"/>
                  <a:pt x="11456" y="11002"/>
                  <a:pt x="11456" y="8613"/>
                </a:cubicBezTo>
                <a:cubicBezTo>
                  <a:pt x="11456" y="6225"/>
                  <a:pt x="12291" y="4193"/>
                  <a:pt x="13959" y="2517"/>
                </a:cubicBezTo>
                <a:cubicBezTo>
                  <a:pt x="15628" y="839"/>
                  <a:pt x="17679" y="0"/>
                  <a:pt x="20112" y="0"/>
                </a:cubicBezTo>
                <a:moveTo>
                  <a:pt x="27155" y="40733"/>
                </a:moveTo>
                <a:lnTo>
                  <a:pt x="27155" y="103052"/>
                </a:lnTo>
                <a:cubicBezTo>
                  <a:pt x="27155" y="107906"/>
                  <a:pt x="27509" y="111138"/>
                  <a:pt x="28216" y="112747"/>
                </a:cubicBezTo>
                <a:cubicBezTo>
                  <a:pt x="28923" y="114356"/>
                  <a:pt x="29970" y="115555"/>
                  <a:pt x="31356" y="116345"/>
                </a:cubicBezTo>
                <a:cubicBezTo>
                  <a:pt x="32742" y="117136"/>
                  <a:pt x="35273" y="117531"/>
                  <a:pt x="38951" y="117531"/>
                </a:cubicBezTo>
                <a:lnTo>
                  <a:pt x="38951" y="120671"/>
                </a:lnTo>
                <a:lnTo>
                  <a:pt x="1188" y="120671"/>
                </a:lnTo>
                <a:lnTo>
                  <a:pt x="1188" y="117531"/>
                </a:lnTo>
                <a:cubicBezTo>
                  <a:pt x="4978" y="117531"/>
                  <a:pt x="7524" y="117164"/>
                  <a:pt x="8825" y="116430"/>
                </a:cubicBezTo>
                <a:cubicBezTo>
                  <a:pt x="10127" y="115697"/>
                  <a:pt x="11159" y="114483"/>
                  <a:pt x="11923" y="112789"/>
                </a:cubicBezTo>
                <a:cubicBezTo>
                  <a:pt x="12687" y="111096"/>
                  <a:pt x="13068" y="107850"/>
                  <a:pt x="13068" y="103052"/>
                </a:cubicBezTo>
                <a:lnTo>
                  <a:pt x="13068" y="73162"/>
                </a:lnTo>
                <a:cubicBezTo>
                  <a:pt x="13068" y="64751"/>
                  <a:pt x="12814" y="59304"/>
                  <a:pt x="12305" y="56822"/>
                </a:cubicBezTo>
                <a:cubicBezTo>
                  <a:pt x="11909" y="55015"/>
                  <a:pt x="11286" y="53759"/>
                  <a:pt x="10438" y="53053"/>
                </a:cubicBezTo>
                <a:cubicBezTo>
                  <a:pt x="9589" y="52348"/>
                  <a:pt x="8429" y="51995"/>
                  <a:pt x="6959" y="51995"/>
                </a:cubicBezTo>
                <a:cubicBezTo>
                  <a:pt x="5374" y="51995"/>
                  <a:pt x="3451" y="52419"/>
                  <a:pt x="1188" y="53265"/>
                </a:cubicBezTo>
                <a:lnTo>
                  <a:pt x="0" y="50216"/>
                </a:lnTo>
                <a:lnTo>
                  <a:pt x="23421" y="40733"/>
                </a:lnTo>
                <a:lnTo>
                  <a:pt x="27155" y="40733"/>
                </a:lnTo>
                <a:close/>
                <a:moveTo>
                  <a:pt x="71312" y="57196"/>
                </a:moveTo>
                <a:cubicBezTo>
                  <a:pt x="80420" y="46220"/>
                  <a:pt x="89104" y="40733"/>
                  <a:pt x="97364" y="40733"/>
                </a:cubicBezTo>
                <a:cubicBezTo>
                  <a:pt x="101607" y="40733"/>
                  <a:pt x="105256" y="41792"/>
                  <a:pt x="108310" y="43910"/>
                </a:cubicBezTo>
                <a:cubicBezTo>
                  <a:pt x="111365" y="46026"/>
                  <a:pt x="113798" y="49511"/>
                  <a:pt x="115608" y="54366"/>
                </a:cubicBezTo>
                <a:cubicBezTo>
                  <a:pt x="116853" y="57752"/>
                  <a:pt x="117475" y="62945"/>
                  <a:pt x="117475" y="69946"/>
                </a:cubicBezTo>
                <a:lnTo>
                  <a:pt x="117475" y="103052"/>
                </a:lnTo>
                <a:cubicBezTo>
                  <a:pt x="117475" y="107963"/>
                  <a:pt x="117871" y="111294"/>
                  <a:pt x="118663" y="113044"/>
                </a:cubicBezTo>
                <a:cubicBezTo>
                  <a:pt x="119286" y="114455"/>
                  <a:pt x="120290" y="115555"/>
                  <a:pt x="121676" y="116345"/>
                </a:cubicBezTo>
                <a:cubicBezTo>
                  <a:pt x="123062" y="117136"/>
                  <a:pt x="125622" y="117531"/>
                  <a:pt x="129356" y="117531"/>
                </a:cubicBezTo>
                <a:lnTo>
                  <a:pt x="129356" y="120671"/>
                </a:lnTo>
                <a:lnTo>
                  <a:pt x="90914" y="120671"/>
                </a:lnTo>
                <a:lnTo>
                  <a:pt x="90914" y="117531"/>
                </a:lnTo>
                <a:lnTo>
                  <a:pt x="92527" y="117531"/>
                </a:lnTo>
                <a:cubicBezTo>
                  <a:pt x="96147" y="117531"/>
                  <a:pt x="98679" y="116982"/>
                  <a:pt x="100122" y="115884"/>
                </a:cubicBezTo>
                <a:cubicBezTo>
                  <a:pt x="101564" y="114786"/>
                  <a:pt x="102568" y="113169"/>
                  <a:pt x="103134" y="111031"/>
                </a:cubicBezTo>
                <a:cubicBezTo>
                  <a:pt x="103360" y="110186"/>
                  <a:pt x="103473" y="107540"/>
                  <a:pt x="103473" y="103094"/>
                </a:cubicBezTo>
                <a:lnTo>
                  <a:pt x="103473" y="71433"/>
                </a:lnTo>
                <a:cubicBezTo>
                  <a:pt x="103473" y="64399"/>
                  <a:pt x="102554" y="59291"/>
                  <a:pt x="100716" y="56111"/>
                </a:cubicBezTo>
                <a:cubicBezTo>
                  <a:pt x="98877" y="52930"/>
                  <a:pt x="95780" y="51340"/>
                  <a:pt x="91423" y="51340"/>
                </a:cubicBezTo>
                <a:cubicBezTo>
                  <a:pt x="84691" y="51340"/>
                  <a:pt x="77987" y="54999"/>
                  <a:pt x="71312" y="62316"/>
                </a:cubicBezTo>
                <a:lnTo>
                  <a:pt x="71312" y="103094"/>
                </a:lnTo>
                <a:cubicBezTo>
                  <a:pt x="71312" y="108329"/>
                  <a:pt x="71623" y="111565"/>
                  <a:pt x="72245" y="112803"/>
                </a:cubicBezTo>
                <a:cubicBezTo>
                  <a:pt x="73037" y="114434"/>
                  <a:pt x="74126" y="115630"/>
                  <a:pt x="75512" y="116391"/>
                </a:cubicBezTo>
                <a:cubicBezTo>
                  <a:pt x="76898" y="117151"/>
                  <a:pt x="79713" y="117531"/>
                  <a:pt x="83956" y="117531"/>
                </a:cubicBezTo>
                <a:lnTo>
                  <a:pt x="83956" y="120671"/>
                </a:lnTo>
                <a:lnTo>
                  <a:pt x="45514" y="120671"/>
                </a:lnTo>
                <a:lnTo>
                  <a:pt x="45514" y="117531"/>
                </a:lnTo>
                <a:lnTo>
                  <a:pt x="47211" y="117531"/>
                </a:lnTo>
                <a:cubicBezTo>
                  <a:pt x="51172" y="117531"/>
                  <a:pt x="53845" y="116529"/>
                  <a:pt x="55231" y="114526"/>
                </a:cubicBezTo>
                <a:cubicBezTo>
                  <a:pt x="56617" y="112521"/>
                  <a:pt x="57310" y="108697"/>
                  <a:pt x="57310" y="103052"/>
                </a:cubicBezTo>
                <a:lnTo>
                  <a:pt x="57310" y="74263"/>
                </a:lnTo>
                <a:cubicBezTo>
                  <a:pt x="57310" y="64950"/>
                  <a:pt x="57098" y="59277"/>
                  <a:pt x="56673" y="57246"/>
                </a:cubicBezTo>
                <a:cubicBezTo>
                  <a:pt x="56249" y="55213"/>
                  <a:pt x="55598" y="53829"/>
                  <a:pt x="54722" y="53096"/>
                </a:cubicBezTo>
                <a:cubicBezTo>
                  <a:pt x="53845" y="52362"/>
                  <a:pt x="52671" y="51995"/>
                  <a:pt x="51200" y="51995"/>
                </a:cubicBezTo>
                <a:cubicBezTo>
                  <a:pt x="49616" y="51995"/>
                  <a:pt x="47721" y="52419"/>
                  <a:pt x="45514" y="53265"/>
                </a:cubicBezTo>
                <a:lnTo>
                  <a:pt x="44241" y="50216"/>
                </a:lnTo>
                <a:lnTo>
                  <a:pt x="67663" y="40733"/>
                </a:lnTo>
                <a:lnTo>
                  <a:pt x="71312" y="40733"/>
                </a:lnTo>
                <a:lnTo>
                  <a:pt x="71312" y="57196"/>
                </a:lnTo>
                <a:close/>
                <a:moveTo>
                  <a:pt x="155323" y="0"/>
                </a:moveTo>
                <a:cubicBezTo>
                  <a:pt x="157699" y="0"/>
                  <a:pt x="159722" y="839"/>
                  <a:pt x="161390" y="2517"/>
                </a:cubicBezTo>
                <a:cubicBezTo>
                  <a:pt x="163059" y="4193"/>
                  <a:pt x="163894" y="6225"/>
                  <a:pt x="163894" y="8613"/>
                </a:cubicBezTo>
                <a:cubicBezTo>
                  <a:pt x="163894" y="11002"/>
                  <a:pt x="163059" y="13049"/>
                  <a:pt x="161390" y="14755"/>
                </a:cubicBezTo>
                <a:cubicBezTo>
                  <a:pt x="159722" y="16459"/>
                  <a:pt x="157699" y="17311"/>
                  <a:pt x="155323" y="17311"/>
                </a:cubicBezTo>
                <a:cubicBezTo>
                  <a:pt x="152947" y="17311"/>
                  <a:pt x="150910" y="16459"/>
                  <a:pt x="149213" y="14755"/>
                </a:cubicBezTo>
                <a:cubicBezTo>
                  <a:pt x="147516" y="13049"/>
                  <a:pt x="146667" y="11002"/>
                  <a:pt x="146667" y="8613"/>
                </a:cubicBezTo>
                <a:cubicBezTo>
                  <a:pt x="146667" y="6225"/>
                  <a:pt x="147502" y="4193"/>
                  <a:pt x="149171" y="2517"/>
                </a:cubicBezTo>
                <a:cubicBezTo>
                  <a:pt x="150840" y="839"/>
                  <a:pt x="152890" y="0"/>
                  <a:pt x="155323" y="0"/>
                </a:cubicBezTo>
                <a:moveTo>
                  <a:pt x="162366" y="40733"/>
                </a:moveTo>
                <a:lnTo>
                  <a:pt x="162366" y="103052"/>
                </a:lnTo>
                <a:cubicBezTo>
                  <a:pt x="162366" y="107906"/>
                  <a:pt x="162720" y="111138"/>
                  <a:pt x="163427" y="112747"/>
                </a:cubicBezTo>
                <a:cubicBezTo>
                  <a:pt x="164134" y="114356"/>
                  <a:pt x="165181" y="115555"/>
                  <a:pt x="166567" y="116345"/>
                </a:cubicBezTo>
                <a:cubicBezTo>
                  <a:pt x="167953" y="117136"/>
                  <a:pt x="170485" y="117531"/>
                  <a:pt x="174162" y="117531"/>
                </a:cubicBezTo>
                <a:lnTo>
                  <a:pt x="174162" y="120671"/>
                </a:lnTo>
                <a:lnTo>
                  <a:pt x="136399" y="120671"/>
                </a:lnTo>
                <a:lnTo>
                  <a:pt x="136399" y="117531"/>
                </a:lnTo>
                <a:cubicBezTo>
                  <a:pt x="140190" y="117531"/>
                  <a:pt x="142735" y="117164"/>
                  <a:pt x="144037" y="116430"/>
                </a:cubicBezTo>
                <a:cubicBezTo>
                  <a:pt x="145338" y="115697"/>
                  <a:pt x="146370" y="114483"/>
                  <a:pt x="147134" y="112789"/>
                </a:cubicBezTo>
                <a:cubicBezTo>
                  <a:pt x="147898" y="111096"/>
                  <a:pt x="148280" y="107850"/>
                  <a:pt x="148280" y="103052"/>
                </a:cubicBezTo>
                <a:lnTo>
                  <a:pt x="148280" y="73162"/>
                </a:lnTo>
                <a:cubicBezTo>
                  <a:pt x="148280" y="64751"/>
                  <a:pt x="148025" y="59304"/>
                  <a:pt x="147516" y="56822"/>
                </a:cubicBezTo>
                <a:cubicBezTo>
                  <a:pt x="147120" y="55015"/>
                  <a:pt x="146498" y="53759"/>
                  <a:pt x="145649" y="53053"/>
                </a:cubicBezTo>
                <a:cubicBezTo>
                  <a:pt x="144800" y="52348"/>
                  <a:pt x="143641" y="51995"/>
                  <a:pt x="142170" y="51995"/>
                </a:cubicBezTo>
                <a:cubicBezTo>
                  <a:pt x="140586" y="51995"/>
                  <a:pt x="138662" y="52419"/>
                  <a:pt x="136399" y="53265"/>
                </a:cubicBezTo>
                <a:lnTo>
                  <a:pt x="135211" y="50216"/>
                </a:lnTo>
                <a:lnTo>
                  <a:pt x="158632" y="40733"/>
                </a:lnTo>
                <a:lnTo>
                  <a:pt x="162366" y="40733"/>
                </a:lnTo>
                <a:close/>
                <a:moveTo>
                  <a:pt x="206438" y="17311"/>
                </a:moveTo>
                <a:lnTo>
                  <a:pt x="206438" y="42939"/>
                </a:lnTo>
                <a:lnTo>
                  <a:pt x="224598" y="42939"/>
                </a:lnTo>
                <a:lnTo>
                  <a:pt x="224598" y="48879"/>
                </a:lnTo>
                <a:lnTo>
                  <a:pt x="206438" y="48879"/>
                </a:lnTo>
                <a:lnTo>
                  <a:pt x="206438" y="99217"/>
                </a:lnTo>
                <a:cubicBezTo>
                  <a:pt x="206438" y="104247"/>
                  <a:pt x="207159" y="107638"/>
                  <a:pt x="208602" y="109390"/>
                </a:cubicBezTo>
                <a:cubicBezTo>
                  <a:pt x="210044" y="111140"/>
                  <a:pt x="211897" y="112015"/>
                  <a:pt x="214160" y="112015"/>
                </a:cubicBezTo>
                <a:cubicBezTo>
                  <a:pt x="216027" y="112015"/>
                  <a:pt x="217837" y="111435"/>
                  <a:pt x="219591" y="110275"/>
                </a:cubicBezTo>
                <a:cubicBezTo>
                  <a:pt x="221345" y="109116"/>
                  <a:pt x="222702" y="107404"/>
                  <a:pt x="223664" y="105141"/>
                </a:cubicBezTo>
                <a:lnTo>
                  <a:pt x="226974" y="105141"/>
                </a:lnTo>
                <a:cubicBezTo>
                  <a:pt x="224994" y="110701"/>
                  <a:pt x="222193" y="114906"/>
                  <a:pt x="218573" y="117756"/>
                </a:cubicBezTo>
                <a:cubicBezTo>
                  <a:pt x="214952" y="120604"/>
                  <a:pt x="211218" y="122028"/>
                  <a:pt x="207371" y="122028"/>
                </a:cubicBezTo>
                <a:cubicBezTo>
                  <a:pt x="204769" y="122028"/>
                  <a:pt x="202223" y="121306"/>
                  <a:pt x="199734" y="119862"/>
                </a:cubicBezTo>
                <a:cubicBezTo>
                  <a:pt x="197245" y="118417"/>
                  <a:pt x="195406" y="116351"/>
                  <a:pt x="194218" y="113662"/>
                </a:cubicBezTo>
                <a:cubicBezTo>
                  <a:pt x="193030" y="110971"/>
                  <a:pt x="192436" y="106822"/>
                  <a:pt x="192436" y="101214"/>
                </a:cubicBezTo>
                <a:lnTo>
                  <a:pt x="192436" y="48879"/>
                </a:lnTo>
                <a:lnTo>
                  <a:pt x="180131" y="48879"/>
                </a:lnTo>
                <a:lnTo>
                  <a:pt x="180131" y="46079"/>
                </a:lnTo>
                <a:cubicBezTo>
                  <a:pt x="183243" y="44831"/>
                  <a:pt x="186425" y="42717"/>
                  <a:pt x="189678" y="39738"/>
                </a:cubicBezTo>
                <a:cubicBezTo>
                  <a:pt x="192931" y="36759"/>
                  <a:pt x="195830" y="33227"/>
                  <a:pt x="198376" y="29141"/>
                </a:cubicBezTo>
                <a:cubicBezTo>
                  <a:pt x="199677" y="26986"/>
                  <a:pt x="201488" y="23043"/>
                  <a:pt x="203807" y="17311"/>
                </a:cubicBezTo>
                <a:lnTo>
                  <a:pt x="206438" y="17311"/>
                </a:lnTo>
                <a:close/>
                <a:moveTo>
                  <a:pt x="251951" y="0"/>
                </a:moveTo>
                <a:cubicBezTo>
                  <a:pt x="254327" y="0"/>
                  <a:pt x="256350" y="839"/>
                  <a:pt x="258019" y="2517"/>
                </a:cubicBezTo>
                <a:cubicBezTo>
                  <a:pt x="259688" y="4193"/>
                  <a:pt x="260522" y="6225"/>
                  <a:pt x="260522" y="8613"/>
                </a:cubicBezTo>
                <a:cubicBezTo>
                  <a:pt x="260522" y="11002"/>
                  <a:pt x="259688" y="13049"/>
                  <a:pt x="258019" y="14755"/>
                </a:cubicBezTo>
                <a:cubicBezTo>
                  <a:pt x="256350" y="16459"/>
                  <a:pt x="254327" y="17311"/>
                  <a:pt x="251951" y="17311"/>
                </a:cubicBezTo>
                <a:cubicBezTo>
                  <a:pt x="249575" y="17311"/>
                  <a:pt x="247539" y="16459"/>
                  <a:pt x="245841" y="14755"/>
                </a:cubicBezTo>
                <a:cubicBezTo>
                  <a:pt x="244144" y="13049"/>
                  <a:pt x="243296" y="11002"/>
                  <a:pt x="243296" y="8613"/>
                </a:cubicBezTo>
                <a:cubicBezTo>
                  <a:pt x="243296" y="6225"/>
                  <a:pt x="244130" y="4193"/>
                  <a:pt x="245799" y="2517"/>
                </a:cubicBezTo>
                <a:cubicBezTo>
                  <a:pt x="247468" y="839"/>
                  <a:pt x="249519" y="0"/>
                  <a:pt x="251951" y="0"/>
                </a:cubicBezTo>
                <a:moveTo>
                  <a:pt x="258995" y="40733"/>
                </a:moveTo>
                <a:lnTo>
                  <a:pt x="258995" y="103052"/>
                </a:lnTo>
                <a:cubicBezTo>
                  <a:pt x="258995" y="107906"/>
                  <a:pt x="259348" y="111138"/>
                  <a:pt x="260055" y="112747"/>
                </a:cubicBezTo>
                <a:cubicBezTo>
                  <a:pt x="260763" y="114356"/>
                  <a:pt x="261809" y="115555"/>
                  <a:pt x="263195" y="116345"/>
                </a:cubicBezTo>
                <a:cubicBezTo>
                  <a:pt x="264581" y="117136"/>
                  <a:pt x="267113" y="117531"/>
                  <a:pt x="270790" y="117531"/>
                </a:cubicBezTo>
                <a:lnTo>
                  <a:pt x="270790" y="120671"/>
                </a:lnTo>
                <a:lnTo>
                  <a:pt x="233028" y="120671"/>
                </a:lnTo>
                <a:lnTo>
                  <a:pt x="233028" y="117531"/>
                </a:lnTo>
                <a:cubicBezTo>
                  <a:pt x="236818" y="117531"/>
                  <a:pt x="239364" y="117164"/>
                  <a:pt x="240665" y="116430"/>
                </a:cubicBezTo>
                <a:cubicBezTo>
                  <a:pt x="241966" y="115697"/>
                  <a:pt x="242999" y="114483"/>
                  <a:pt x="243762" y="112789"/>
                </a:cubicBezTo>
                <a:cubicBezTo>
                  <a:pt x="244526" y="111096"/>
                  <a:pt x="244908" y="107850"/>
                  <a:pt x="244908" y="103052"/>
                </a:cubicBezTo>
                <a:lnTo>
                  <a:pt x="244908" y="73162"/>
                </a:lnTo>
                <a:cubicBezTo>
                  <a:pt x="244908" y="64751"/>
                  <a:pt x="244653" y="59304"/>
                  <a:pt x="244144" y="56822"/>
                </a:cubicBezTo>
                <a:cubicBezTo>
                  <a:pt x="243748" y="55015"/>
                  <a:pt x="243126" y="53759"/>
                  <a:pt x="242277" y="53053"/>
                </a:cubicBezTo>
                <a:cubicBezTo>
                  <a:pt x="241429" y="52348"/>
                  <a:pt x="240269" y="51995"/>
                  <a:pt x="238798" y="51995"/>
                </a:cubicBezTo>
                <a:cubicBezTo>
                  <a:pt x="237214" y="51995"/>
                  <a:pt x="235291" y="52419"/>
                  <a:pt x="233028" y="53265"/>
                </a:cubicBezTo>
                <a:lnTo>
                  <a:pt x="231840" y="50216"/>
                </a:lnTo>
                <a:lnTo>
                  <a:pt x="255261" y="40733"/>
                </a:lnTo>
                <a:lnTo>
                  <a:pt x="258995" y="40733"/>
                </a:lnTo>
                <a:close/>
                <a:moveTo>
                  <a:pt x="318511" y="40733"/>
                </a:moveTo>
                <a:cubicBezTo>
                  <a:pt x="330278" y="40733"/>
                  <a:pt x="339726" y="45198"/>
                  <a:pt x="346854" y="54127"/>
                </a:cubicBezTo>
                <a:cubicBezTo>
                  <a:pt x="352907" y="61756"/>
                  <a:pt x="355934" y="70516"/>
                  <a:pt x="355934" y="80407"/>
                </a:cubicBezTo>
                <a:cubicBezTo>
                  <a:pt x="355934" y="87359"/>
                  <a:pt x="354265" y="94395"/>
                  <a:pt x="350927" y="101516"/>
                </a:cubicBezTo>
                <a:cubicBezTo>
                  <a:pt x="347589" y="108636"/>
                  <a:pt x="342993" y="114004"/>
                  <a:pt x="337138" y="117621"/>
                </a:cubicBezTo>
                <a:cubicBezTo>
                  <a:pt x="331282" y="121238"/>
                  <a:pt x="324762" y="123047"/>
                  <a:pt x="317577" y="123047"/>
                </a:cubicBezTo>
                <a:cubicBezTo>
                  <a:pt x="305867" y="123047"/>
                  <a:pt x="296560" y="118384"/>
                  <a:pt x="289658" y="109058"/>
                </a:cubicBezTo>
                <a:cubicBezTo>
                  <a:pt x="283831" y="101203"/>
                  <a:pt x="280918" y="92388"/>
                  <a:pt x="280918" y="82611"/>
                </a:cubicBezTo>
                <a:cubicBezTo>
                  <a:pt x="280918" y="75490"/>
                  <a:pt x="282686" y="68411"/>
                  <a:pt x="286222" y="61375"/>
                </a:cubicBezTo>
                <a:cubicBezTo>
                  <a:pt x="289757" y="54339"/>
                  <a:pt x="294411" y="49139"/>
                  <a:pt x="300181" y="45777"/>
                </a:cubicBezTo>
                <a:cubicBezTo>
                  <a:pt x="305952" y="42414"/>
                  <a:pt x="312061" y="40733"/>
                  <a:pt x="318511" y="40733"/>
                </a:cubicBezTo>
                <a:moveTo>
                  <a:pt x="315880" y="46333"/>
                </a:moveTo>
                <a:cubicBezTo>
                  <a:pt x="312882" y="46333"/>
                  <a:pt x="309869" y="47224"/>
                  <a:pt x="306843" y="49004"/>
                </a:cubicBezTo>
                <a:cubicBezTo>
                  <a:pt x="303816" y="50784"/>
                  <a:pt x="301369" y="53906"/>
                  <a:pt x="299502" y="58370"/>
                </a:cubicBezTo>
                <a:cubicBezTo>
                  <a:pt x="297635" y="62834"/>
                  <a:pt x="296702" y="68569"/>
                  <a:pt x="296702" y="75576"/>
                </a:cubicBezTo>
                <a:cubicBezTo>
                  <a:pt x="296702" y="86876"/>
                  <a:pt x="298951" y="96624"/>
                  <a:pt x="303448" y="104818"/>
                </a:cubicBezTo>
                <a:cubicBezTo>
                  <a:pt x="307946" y="113010"/>
                  <a:pt x="313872" y="117107"/>
                  <a:pt x="321226" y="117107"/>
                </a:cubicBezTo>
                <a:cubicBezTo>
                  <a:pt x="326714" y="117107"/>
                  <a:pt x="331240" y="114846"/>
                  <a:pt x="334804" y="110326"/>
                </a:cubicBezTo>
                <a:cubicBezTo>
                  <a:pt x="338368" y="105805"/>
                  <a:pt x="340150" y="98036"/>
                  <a:pt x="340150" y="87018"/>
                </a:cubicBezTo>
                <a:cubicBezTo>
                  <a:pt x="340150" y="73230"/>
                  <a:pt x="337180" y="62381"/>
                  <a:pt x="331240" y="54469"/>
                </a:cubicBezTo>
                <a:cubicBezTo>
                  <a:pt x="327223" y="49045"/>
                  <a:pt x="322103" y="46333"/>
                  <a:pt x="315880" y="46333"/>
                </a:cubicBezTo>
                <a:close/>
                <a:moveTo>
                  <a:pt x="390048" y="57196"/>
                </a:moveTo>
                <a:cubicBezTo>
                  <a:pt x="399156" y="46220"/>
                  <a:pt x="407840" y="40733"/>
                  <a:pt x="416100" y="40733"/>
                </a:cubicBezTo>
                <a:cubicBezTo>
                  <a:pt x="420343" y="40733"/>
                  <a:pt x="423992" y="41792"/>
                  <a:pt x="427047" y="43910"/>
                </a:cubicBezTo>
                <a:cubicBezTo>
                  <a:pt x="430102" y="46026"/>
                  <a:pt x="432534" y="49511"/>
                  <a:pt x="434345" y="54366"/>
                </a:cubicBezTo>
                <a:cubicBezTo>
                  <a:pt x="435589" y="57752"/>
                  <a:pt x="436211" y="62945"/>
                  <a:pt x="436211" y="69946"/>
                </a:cubicBezTo>
                <a:lnTo>
                  <a:pt x="436211" y="103052"/>
                </a:lnTo>
                <a:cubicBezTo>
                  <a:pt x="436211" y="107963"/>
                  <a:pt x="436607" y="111294"/>
                  <a:pt x="437400" y="113044"/>
                </a:cubicBezTo>
                <a:cubicBezTo>
                  <a:pt x="438022" y="114455"/>
                  <a:pt x="439026" y="115555"/>
                  <a:pt x="440412" y="116345"/>
                </a:cubicBezTo>
                <a:cubicBezTo>
                  <a:pt x="441798" y="117136"/>
                  <a:pt x="444358" y="117531"/>
                  <a:pt x="448092" y="117531"/>
                </a:cubicBezTo>
                <a:lnTo>
                  <a:pt x="448092" y="120671"/>
                </a:lnTo>
                <a:lnTo>
                  <a:pt x="409650" y="120671"/>
                </a:lnTo>
                <a:lnTo>
                  <a:pt x="409650" y="117531"/>
                </a:lnTo>
                <a:lnTo>
                  <a:pt x="411263" y="117531"/>
                </a:lnTo>
                <a:cubicBezTo>
                  <a:pt x="414883" y="117531"/>
                  <a:pt x="417415" y="116982"/>
                  <a:pt x="418858" y="115884"/>
                </a:cubicBezTo>
                <a:cubicBezTo>
                  <a:pt x="420300" y="114786"/>
                  <a:pt x="421304" y="113169"/>
                  <a:pt x="421870" y="111031"/>
                </a:cubicBezTo>
                <a:cubicBezTo>
                  <a:pt x="422096" y="110186"/>
                  <a:pt x="422210" y="107540"/>
                  <a:pt x="422210" y="103094"/>
                </a:cubicBezTo>
                <a:lnTo>
                  <a:pt x="422210" y="71433"/>
                </a:lnTo>
                <a:cubicBezTo>
                  <a:pt x="422210" y="64399"/>
                  <a:pt x="421290" y="59291"/>
                  <a:pt x="419452" y="56111"/>
                </a:cubicBezTo>
                <a:cubicBezTo>
                  <a:pt x="417613" y="52930"/>
                  <a:pt x="414516" y="51340"/>
                  <a:pt x="410160" y="51340"/>
                </a:cubicBezTo>
                <a:cubicBezTo>
                  <a:pt x="403427" y="51340"/>
                  <a:pt x="396723" y="54999"/>
                  <a:pt x="390048" y="62316"/>
                </a:cubicBezTo>
                <a:lnTo>
                  <a:pt x="390048" y="103094"/>
                </a:lnTo>
                <a:cubicBezTo>
                  <a:pt x="390048" y="108329"/>
                  <a:pt x="390359" y="111565"/>
                  <a:pt x="390981" y="112803"/>
                </a:cubicBezTo>
                <a:cubicBezTo>
                  <a:pt x="391773" y="114434"/>
                  <a:pt x="392862" y="115630"/>
                  <a:pt x="394248" y="116391"/>
                </a:cubicBezTo>
                <a:cubicBezTo>
                  <a:pt x="395634" y="117151"/>
                  <a:pt x="398449" y="117531"/>
                  <a:pt x="402692" y="117531"/>
                </a:cubicBezTo>
                <a:lnTo>
                  <a:pt x="402692" y="120671"/>
                </a:lnTo>
                <a:lnTo>
                  <a:pt x="364250" y="120671"/>
                </a:lnTo>
                <a:lnTo>
                  <a:pt x="364250" y="117531"/>
                </a:lnTo>
                <a:lnTo>
                  <a:pt x="365948" y="117531"/>
                </a:lnTo>
                <a:cubicBezTo>
                  <a:pt x="369908" y="117531"/>
                  <a:pt x="372581" y="116529"/>
                  <a:pt x="373967" y="114526"/>
                </a:cubicBezTo>
                <a:cubicBezTo>
                  <a:pt x="375353" y="112521"/>
                  <a:pt x="376046" y="108697"/>
                  <a:pt x="376046" y="103052"/>
                </a:cubicBezTo>
                <a:lnTo>
                  <a:pt x="376046" y="74263"/>
                </a:lnTo>
                <a:cubicBezTo>
                  <a:pt x="376046" y="64950"/>
                  <a:pt x="375834" y="59277"/>
                  <a:pt x="375409" y="57246"/>
                </a:cubicBezTo>
                <a:cubicBezTo>
                  <a:pt x="374985" y="55213"/>
                  <a:pt x="374335" y="53829"/>
                  <a:pt x="373458" y="53096"/>
                </a:cubicBezTo>
                <a:cubicBezTo>
                  <a:pt x="372581" y="52362"/>
                  <a:pt x="371407" y="51995"/>
                  <a:pt x="369936" y="51995"/>
                </a:cubicBezTo>
                <a:cubicBezTo>
                  <a:pt x="368352" y="51995"/>
                  <a:pt x="366457" y="52419"/>
                  <a:pt x="364250" y="53265"/>
                </a:cubicBezTo>
                <a:lnTo>
                  <a:pt x="362977" y="50216"/>
                </a:lnTo>
                <a:lnTo>
                  <a:pt x="386399" y="40733"/>
                </a:lnTo>
                <a:lnTo>
                  <a:pt x="390048" y="40733"/>
                </a:lnTo>
                <a:lnTo>
                  <a:pt x="390048" y="57196"/>
                </a:lnTo>
                <a:close/>
                <a:moveTo>
                  <a:pt x="504524" y="40733"/>
                </a:moveTo>
                <a:lnTo>
                  <a:pt x="504524" y="67039"/>
                </a:lnTo>
                <a:lnTo>
                  <a:pt x="501723" y="67039"/>
                </a:lnTo>
                <a:cubicBezTo>
                  <a:pt x="499574" y="58788"/>
                  <a:pt x="496816" y="53176"/>
                  <a:pt x="493450" y="50203"/>
                </a:cubicBezTo>
                <a:cubicBezTo>
                  <a:pt x="490083" y="47227"/>
                  <a:pt x="485798" y="45739"/>
                  <a:pt x="480593" y="45739"/>
                </a:cubicBezTo>
                <a:cubicBezTo>
                  <a:pt x="476633" y="45739"/>
                  <a:pt x="473437" y="46785"/>
                  <a:pt x="471004" y="48877"/>
                </a:cubicBezTo>
                <a:cubicBezTo>
                  <a:pt x="468571" y="50966"/>
                  <a:pt x="467355" y="53283"/>
                  <a:pt x="467355" y="55827"/>
                </a:cubicBezTo>
                <a:cubicBezTo>
                  <a:pt x="467355" y="58992"/>
                  <a:pt x="468260" y="61704"/>
                  <a:pt x="470071" y="63963"/>
                </a:cubicBezTo>
                <a:cubicBezTo>
                  <a:pt x="471824" y="66281"/>
                  <a:pt x="475389" y="68739"/>
                  <a:pt x="480763" y="71338"/>
                </a:cubicBezTo>
                <a:lnTo>
                  <a:pt x="493153" y="77358"/>
                </a:lnTo>
                <a:cubicBezTo>
                  <a:pt x="504637" y="82951"/>
                  <a:pt x="510379" y="90326"/>
                  <a:pt x="510379" y="99482"/>
                </a:cubicBezTo>
                <a:cubicBezTo>
                  <a:pt x="510379" y="106545"/>
                  <a:pt x="507706" y="112239"/>
                  <a:pt x="502360" y="116563"/>
                </a:cubicBezTo>
                <a:cubicBezTo>
                  <a:pt x="497014" y="120885"/>
                  <a:pt x="491031" y="123047"/>
                  <a:pt x="484412" y="123047"/>
                </a:cubicBezTo>
                <a:cubicBezTo>
                  <a:pt x="479660" y="123047"/>
                  <a:pt x="474229" y="122198"/>
                  <a:pt x="468119" y="120501"/>
                </a:cubicBezTo>
                <a:cubicBezTo>
                  <a:pt x="466252" y="119935"/>
                  <a:pt x="464725" y="119652"/>
                  <a:pt x="463536" y="119652"/>
                </a:cubicBezTo>
                <a:cubicBezTo>
                  <a:pt x="462235" y="119652"/>
                  <a:pt x="461217" y="120388"/>
                  <a:pt x="460482" y="121859"/>
                </a:cubicBezTo>
                <a:lnTo>
                  <a:pt x="457681" y="121859"/>
                </a:lnTo>
                <a:lnTo>
                  <a:pt x="457681" y="94025"/>
                </a:lnTo>
                <a:lnTo>
                  <a:pt x="460482" y="94025"/>
                </a:lnTo>
                <a:cubicBezTo>
                  <a:pt x="462066" y="101973"/>
                  <a:pt x="465092" y="107963"/>
                  <a:pt x="469562" y="111994"/>
                </a:cubicBezTo>
                <a:cubicBezTo>
                  <a:pt x="474031" y="116025"/>
                  <a:pt x="479038" y="118040"/>
                  <a:pt x="484582" y="118040"/>
                </a:cubicBezTo>
                <a:cubicBezTo>
                  <a:pt x="488485" y="118040"/>
                  <a:pt x="491667" y="116896"/>
                  <a:pt x="494128" y="114608"/>
                </a:cubicBezTo>
                <a:cubicBezTo>
                  <a:pt x="496589" y="112319"/>
                  <a:pt x="497820" y="109564"/>
                  <a:pt x="497820" y="106343"/>
                </a:cubicBezTo>
                <a:cubicBezTo>
                  <a:pt x="497820" y="102443"/>
                  <a:pt x="496448" y="99165"/>
                  <a:pt x="493704" y="96509"/>
                </a:cubicBezTo>
                <a:cubicBezTo>
                  <a:pt x="490960" y="93854"/>
                  <a:pt x="485487" y="90492"/>
                  <a:pt x="477284" y="86424"/>
                </a:cubicBezTo>
                <a:cubicBezTo>
                  <a:pt x="469081" y="82355"/>
                  <a:pt x="463706" y="78681"/>
                  <a:pt x="461160" y="75403"/>
                </a:cubicBezTo>
                <a:cubicBezTo>
                  <a:pt x="458615" y="72182"/>
                  <a:pt x="457342" y="68113"/>
                  <a:pt x="457342" y="63197"/>
                </a:cubicBezTo>
                <a:cubicBezTo>
                  <a:pt x="457342" y="56811"/>
                  <a:pt x="459534" y="51471"/>
                  <a:pt x="463918" y="47177"/>
                </a:cubicBezTo>
                <a:cubicBezTo>
                  <a:pt x="468303" y="42881"/>
                  <a:pt x="473974" y="40733"/>
                  <a:pt x="480933" y="40733"/>
                </a:cubicBezTo>
                <a:cubicBezTo>
                  <a:pt x="483988" y="40733"/>
                  <a:pt x="487693" y="41383"/>
                  <a:pt x="492049" y="42684"/>
                </a:cubicBezTo>
                <a:cubicBezTo>
                  <a:pt x="494935" y="43533"/>
                  <a:pt x="496858" y="43957"/>
                  <a:pt x="497820" y="43957"/>
                </a:cubicBezTo>
                <a:cubicBezTo>
                  <a:pt x="498725" y="43957"/>
                  <a:pt x="499432" y="43759"/>
                  <a:pt x="499941" y="43363"/>
                </a:cubicBezTo>
                <a:cubicBezTo>
                  <a:pt x="500450" y="42967"/>
                  <a:pt x="501045" y="42090"/>
                  <a:pt x="501723" y="40733"/>
                </a:cubicBezTo>
                <a:lnTo>
                  <a:pt x="504524" y="40733"/>
                </a:lnTo>
                <a:close/>
                <a:moveTo>
                  <a:pt x="525796" y="149693"/>
                </a:moveTo>
                <a:lnTo>
                  <a:pt x="525796" y="145959"/>
                </a:lnTo>
                <a:cubicBezTo>
                  <a:pt x="531623" y="144028"/>
                  <a:pt x="536134" y="141033"/>
                  <a:pt x="539331" y="136972"/>
                </a:cubicBezTo>
                <a:cubicBezTo>
                  <a:pt x="542527" y="132913"/>
                  <a:pt x="544125" y="128611"/>
                  <a:pt x="544125" y="124068"/>
                </a:cubicBezTo>
                <a:cubicBezTo>
                  <a:pt x="544125" y="122991"/>
                  <a:pt x="543871" y="122085"/>
                  <a:pt x="543362" y="121350"/>
                </a:cubicBezTo>
                <a:cubicBezTo>
                  <a:pt x="542966" y="120840"/>
                  <a:pt x="542570" y="120586"/>
                  <a:pt x="542174" y="120586"/>
                </a:cubicBezTo>
                <a:cubicBezTo>
                  <a:pt x="541551" y="120586"/>
                  <a:pt x="540193" y="121152"/>
                  <a:pt x="538100" y="122283"/>
                </a:cubicBezTo>
                <a:cubicBezTo>
                  <a:pt x="537082" y="122792"/>
                  <a:pt x="536007" y="123047"/>
                  <a:pt x="534876" y="123047"/>
                </a:cubicBezTo>
                <a:cubicBezTo>
                  <a:pt x="532104" y="123047"/>
                  <a:pt x="529897" y="122226"/>
                  <a:pt x="528257" y="120586"/>
                </a:cubicBezTo>
                <a:cubicBezTo>
                  <a:pt x="526616" y="118945"/>
                  <a:pt x="525796" y="116682"/>
                  <a:pt x="525796" y="113797"/>
                </a:cubicBezTo>
                <a:cubicBezTo>
                  <a:pt x="525796" y="111025"/>
                  <a:pt x="526856" y="108649"/>
                  <a:pt x="528978" y="106669"/>
                </a:cubicBezTo>
                <a:cubicBezTo>
                  <a:pt x="531099" y="104689"/>
                  <a:pt x="533688" y="103699"/>
                  <a:pt x="536743" y="103699"/>
                </a:cubicBezTo>
                <a:cubicBezTo>
                  <a:pt x="540476" y="103699"/>
                  <a:pt x="543800" y="105329"/>
                  <a:pt x="546714" y="108589"/>
                </a:cubicBezTo>
                <a:cubicBezTo>
                  <a:pt x="549627" y="111847"/>
                  <a:pt x="551084" y="116168"/>
                  <a:pt x="551084" y="121551"/>
                </a:cubicBezTo>
                <a:cubicBezTo>
                  <a:pt x="551084" y="127390"/>
                  <a:pt x="549061" y="132818"/>
                  <a:pt x="545016" y="137834"/>
                </a:cubicBezTo>
                <a:cubicBezTo>
                  <a:pt x="540971" y="142849"/>
                  <a:pt x="534564" y="146802"/>
                  <a:pt x="525796" y="149693"/>
                </a:cubicBezTo>
                <a:close/>
                <a:moveTo>
                  <a:pt x="663693" y="111930"/>
                </a:moveTo>
                <a:cubicBezTo>
                  <a:pt x="659903" y="115890"/>
                  <a:pt x="656197" y="118733"/>
                  <a:pt x="652576" y="120459"/>
                </a:cubicBezTo>
                <a:cubicBezTo>
                  <a:pt x="648956" y="122184"/>
                  <a:pt x="645052" y="123047"/>
                  <a:pt x="640866" y="123047"/>
                </a:cubicBezTo>
                <a:cubicBezTo>
                  <a:pt x="632380" y="123047"/>
                  <a:pt x="624969" y="119505"/>
                  <a:pt x="618632" y="112421"/>
                </a:cubicBezTo>
                <a:cubicBezTo>
                  <a:pt x="612296" y="105335"/>
                  <a:pt x="609128" y="96230"/>
                  <a:pt x="609128" y="85106"/>
                </a:cubicBezTo>
                <a:cubicBezTo>
                  <a:pt x="609128" y="73984"/>
                  <a:pt x="612636" y="63808"/>
                  <a:pt x="619651" y="54578"/>
                </a:cubicBezTo>
                <a:cubicBezTo>
                  <a:pt x="626666" y="45348"/>
                  <a:pt x="635689" y="40733"/>
                  <a:pt x="646721" y="40733"/>
                </a:cubicBezTo>
                <a:cubicBezTo>
                  <a:pt x="653566" y="40733"/>
                  <a:pt x="659224" y="42911"/>
                  <a:pt x="663693" y="47267"/>
                </a:cubicBezTo>
                <a:lnTo>
                  <a:pt x="663693" y="32894"/>
                </a:lnTo>
                <a:cubicBezTo>
                  <a:pt x="663693" y="23975"/>
                  <a:pt x="663481" y="18492"/>
                  <a:pt x="663056" y="16447"/>
                </a:cubicBezTo>
                <a:cubicBezTo>
                  <a:pt x="662632" y="14401"/>
                  <a:pt x="661967" y="13010"/>
                  <a:pt x="661062" y="12273"/>
                </a:cubicBezTo>
                <a:cubicBezTo>
                  <a:pt x="660157" y="11534"/>
                  <a:pt x="659026" y="11164"/>
                  <a:pt x="657668" y="11164"/>
                </a:cubicBezTo>
                <a:cubicBezTo>
                  <a:pt x="656197" y="11164"/>
                  <a:pt x="654245" y="11619"/>
                  <a:pt x="651813" y="12527"/>
                </a:cubicBezTo>
                <a:lnTo>
                  <a:pt x="650709" y="9544"/>
                </a:lnTo>
                <a:lnTo>
                  <a:pt x="673876" y="0"/>
                </a:lnTo>
                <a:lnTo>
                  <a:pt x="677695" y="0"/>
                </a:lnTo>
                <a:lnTo>
                  <a:pt x="677695" y="89867"/>
                </a:lnTo>
                <a:cubicBezTo>
                  <a:pt x="677695" y="98975"/>
                  <a:pt x="677907" y="104533"/>
                  <a:pt x="678331" y="106541"/>
                </a:cubicBezTo>
                <a:cubicBezTo>
                  <a:pt x="678756" y="108550"/>
                  <a:pt x="679434" y="109950"/>
                  <a:pt x="680368" y="110742"/>
                </a:cubicBezTo>
                <a:cubicBezTo>
                  <a:pt x="681301" y="111534"/>
                  <a:pt x="682390" y="111930"/>
                  <a:pt x="683635" y="111930"/>
                </a:cubicBezTo>
                <a:cubicBezTo>
                  <a:pt x="685162" y="111930"/>
                  <a:pt x="687199" y="111449"/>
                  <a:pt x="689745" y="110487"/>
                </a:cubicBezTo>
                <a:lnTo>
                  <a:pt x="690678" y="113458"/>
                </a:lnTo>
                <a:lnTo>
                  <a:pt x="667596" y="123047"/>
                </a:lnTo>
                <a:lnTo>
                  <a:pt x="663693" y="123047"/>
                </a:lnTo>
                <a:lnTo>
                  <a:pt x="663693" y="111930"/>
                </a:lnTo>
                <a:moveTo>
                  <a:pt x="663693" y="106008"/>
                </a:moveTo>
                <a:lnTo>
                  <a:pt x="663693" y="66055"/>
                </a:lnTo>
                <a:cubicBezTo>
                  <a:pt x="663353" y="62217"/>
                  <a:pt x="662335" y="58719"/>
                  <a:pt x="660638" y="55559"/>
                </a:cubicBezTo>
                <a:cubicBezTo>
                  <a:pt x="658941" y="52398"/>
                  <a:pt x="656692" y="50014"/>
                  <a:pt x="653892" y="48407"/>
                </a:cubicBezTo>
                <a:cubicBezTo>
                  <a:pt x="651091" y="46798"/>
                  <a:pt x="648362" y="45994"/>
                  <a:pt x="645703" y="45994"/>
                </a:cubicBezTo>
                <a:cubicBezTo>
                  <a:pt x="640724" y="45994"/>
                  <a:pt x="636283" y="48223"/>
                  <a:pt x="632380" y="52682"/>
                </a:cubicBezTo>
                <a:cubicBezTo>
                  <a:pt x="627231" y="58550"/>
                  <a:pt x="624657" y="67127"/>
                  <a:pt x="624657" y="78413"/>
                </a:cubicBezTo>
                <a:cubicBezTo>
                  <a:pt x="624657" y="89813"/>
                  <a:pt x="627147" y="98546"/>
                  <a:pt x="632125" y="104614"/>
                </a:cubicBezTo>
                <a:cubicBezTo>
                  <a:pt x="637104" y="110679"/>
                  <a:pt x="642648" y="113712"/>
                  <a:pt x="648758" y="113712"/>
                </a:cubicBezTo>
                <a:cubicBezTo>
                  <a:pt x="653906" y="113712"/>
                  <a:pt x="658884" y="111144"/>
                  <a:pt x="663693" y="106008"/>
                </a:cubicBezTo>
                <a:close/>
                <a:moveTo>
                  <a:pt x="708753" y="72301"/>
                </a:moveTo>
                <a:cubicBezTo>
                  <a:pt x="708697" y="83815"/>
                  <a:pt x="711497" y="92846"/>
                  <a:pt x="717154" y="99395"/>
                </a:cubicBezTo>
                <a:cubicBezTo>
                  <a:pt x="722812" y="105941"/>
                  <a:pt x="729459" y="109215"/>
                  <a:pt x="737096" y="109215"/>
                </a:cubicBezTo>
                <a:cubicBezTo>
                  <a:pt x="742188" y="109215"/>
                  <a:pt x="746615" y="107814"/>
                  <a:pt x="750377" y="105014"/>
                </a:cubicBezTo>
                <a:cubicBezTo>
                  <a:pt x="754139" y="102214"/>
                  <a:pt x="757293" y="97419"/>
                  <a:pt x="759839" y="90630"/>
                </a:cubicBezTo>
                <a:lnTo>
                  <a:pt x="762470" y="92327"/>
                </a:lnTo>
                <a:cubicBezTo>
                  <a:pt x="761282" y="100078"/>
                  <a:pt x="757831" y="107136"/>
                  <a:pt x="752117" y="113500"/>
                </a:cubicBezTo>
                <a:cubicBezTo>
                  <a:pt x="746403" y="119864"/>
                  <a:pt x="739246" y="123047"/>
                  <a:pt x="730647" y="123047"/>
                </a:cubicBezTo>
                <a:cubicBezTo>
                  <a:pt x="721313" y="123047"/>
                  <a:pt x="713322" y="119420"/>
                  <a:pt x="706674" y="112166"/>
                </a:cubicBezTo>
                <a:cubicBezTo>
                  <a:pt x="700027" y="104911"/>
                  <a:pt x="696703" y="95157"/>
                  <a:pt x="696703" y="82905"/>
                </a:cubicBezTo>
                <a:cubicBezTo>
                  <a:pt x="696703" y="69639"/>
                  <a:pt x="700112" y="59294"/>
                  <a:pt x="706929" y="51871"/>
                </a:cubicBezTo>
                <a:cubicBezTo>
                  <a:pt x="713746" y="44445"/>
                  <a:pt x="722303" y="40733"/>
                  <a:pt x="732599" y="40733"/>
                </a:cubicBezTo>
                <a:cubicBezTo>
                  <a:pt x="741311" y="40733"/>
                  <a:pt x="748468" y="43597"/>
                  <a:pt x="754068" y="49325"/>
                </a:cubicBezTo>
                <a:cubicBezTo>
                  <a:pt x="759669" y="55051"/>
                  <a:pt x="762470" y="62710"/>
                  <a:pt x="762470" y="72301"/>
                </a:cubicBezTo>
                <a:lnTo>
                  <a:pt x="708753" y="72301"/>
                </a:lnTo>
                <a:moveTo>
                  <a:pt x="708753" y="67379"/>
                </a:moveTo>
                <a:lnTo>
                  <a:pt x="744734" y="67379"/>
                </a:lnTo>
                <a:cubicBezTo>
                  <a:pt x="744451" y="62400"/>
                  <a:pt x="743857" y="58893"/>
                  <a:pt x="742952" y="56856"/>
                </a:cubicBezTo>
                <a:cubicBezTo>
                  <a:pt x="741537" y="53688"/>
                  <a:pt x="739430" y="51199"/>
                  <a:pt x="736630" y="49388"/>
                </a:cubicBezTo>
                <a:cubicBezTo>
                  <a:pt x="733829" y="47578"/>
                  <a:pt x="730902" y="46673"/>
                  <a:pt x="727847" y="46673"/>
                </a:cubicBezTo>
                <a:cubicBezTo>
                  <a:pt x="723151" y="46673"/>
                  <a:pt x="718951" y="48497"/>
                  <a:pt x="715245" y="52146"/>
                </a:cubicBezTo>
                <a:cubicBezTo>
                  <a:pt x="711540" y="55795"/>
                  <a:pt x="709376" y="60873"/>
                  <a:pt x="708753" y="67379"/>
                </a:cubicBezTo>
                <a:close/>
                <a:moveTo>
                  <a:pt x="823086" y="40733"/>
                </a:moveTo>
                <a:lnTo>
                  <a:pt x="823086" y="67039"/>
                </a:lnTo>
                <a:lnTo>
                  <a:pt x="820286" y="67039"/>
                </a:lnTo>
                <a:cubicBezTo>
                  <a:pt x="818136" y="58788"/>
                  <a:pt x="815378" y="53176"/>
                  <a:pt x="812012" y="50203"/>
                </a:cubicBezTo>
                <a:cubicBezTo>
                  <a:pt x="808646" y="47227"/>
                  <a:pt x="804360" y="45739"/>
                  <a:pt x="799156" y="45739"/>
                </a:cubicBezTo>
                <a:cubicBezTo>
                  <a:pt x="795195" y="45739"/>
                  <a:pt x="791999" y="46785"/>
                  <a:pt x="789566" y="48877"/>
                </a:cubicBezTo>
                <a:cubicBezTo>
                  <a:pt x="787134" y="50966"/>
                  <a:pt x="785917" y="53283"/>
                  <a:pt x="785917" y="55827"/>
                </a:cubicBezTo>
                <a:cubicBezTo>
                  <a:pt x="785917" y="58992"/>
                  <a:pt x="786823" y="61704"/>
                  <a:pt x="788633" y="63963"/>
                </a:cubicBezTo>
                <a:cubicBezTo>
                  <a:pt x="790387" y="66281"/>
                  <a:pt x="793951" y="68739"/>
                  <a:pt x="799325" y="71338"/>
                </a:cubicBezTo>
                <a:lnTo>
                  <a:pt x="811715" y="77358"/>
                </a:lnTo>
                <a:cubicBezTo>
                  <a:pt x="823199" y="82951"/>
                  <a:pt x="828941" y="90326"/>
                  <a:pt x="828941" y="99482"/>
                </a:cubicBezTo>
                <a:cubicBezTo>
                  <a:pt x="828941" y="106545"/>
                  <a:pt x="826268" y="112239"/>
                  <a:pt x="820922" y="116563"/>
                </a:cubicBezTo>
                <a:cubicBezTo>
                  <a:pt x="815576" y="120885"/>
                  <a:pt x="809593" y="123047"/>
                  <a:pt x="802974" y="123047"/>
                </a:cubicBezTo>
                <a:cubicBezTo>
                  <a:pt x="798222" y="123047"/>
                  <a:pt x="792791" y="122198"/>
                  <a:pt x="786681" y="120501"/>
                </a:cubicBezTo>
                <a:cubicBezTo>
                  <a:pt x="784814" y="119935"/>
                  <a:pt x="783287" y="119652"/>
                  <a:pt x="782099" y="119652"/>
                </a:cubicBezTo>
                <a:cubicBezTo>
                  <a:pt x="780798" y="119652"/>
                  <a:pt x="779779" y="120388"/>
                  <a:pt x="779044" y="121859"/>
                </a:cubicBezTo>
                <a:lnTo>
                  <a:pt x="776243" y="121859"/>
                </a:lnTo>
                <a:lnTo>
                  <a:pt x="776243" y="94025"/>
                </a:lnTo>
                <a:lnTo>
                  <a:pt x="779044" y="94025"/>
                </a:lnTo>
                <a:cubicBezTo>
                  <a:pt x="780628" y="101973"/>
                  <a:pt x="783655" y="107963"/>
                  <a:pt x="788124" y="111994"/>
                </a:cubicBezTo>
                <a:cubicBezTo>
                  <a:pt x="792593" y="116025"/>
                  <a:pt x="797600" y="118040"/>
                  <a:pt x="803144" y="118040"/>
                </a:cubicBezTo>
                <a:cubicBezTo>
                  <a:pt x="807048" y="118040"/>
                  <a:pt x="810230" y="116896"/>
                  <a:pt x="812691" y="114608"/>
                </a:cubicBezTo>
                <a:cubicBezTo>
                  <a:pt x="815152" y="112319"/>
                  <a:pt x="816382" y="109564"/>
                  <a:pt x="816382" y="106343"/>
                </a:cubicBezTo>
                <a:cubicBezTo>
                  <a:pt x="816382" y="102443"/>
                  <a:pt x="815010" y="99165"/>
                  <a:pt x="812266" y="96509"/>
                </a:cubicBezTo>
                <a:cubicBezTo>
                  <a:pt x="809523" y="93854"/>
                  <a:pt x="804049" y="90492"/>
                  <a:pt x="795846" y="86424"/>
                </a:cubicBezTo>
                <a:cubicBezTo>
                  <a:pt x="787643" y="82355"/>
                  <a:pt x="782269" y="78681"/>
                  <a:pt x="779723" y="75403"/>
                </a:cubicBezTo>
                <a:cubicBezTo>
                  <a:pt x="777177" y="72182"/>
                  <a:pt x="775904" y="68113"/>
                  <a:pt x="775904" y="63197"/>
                </a:cubicBezTo>
                <a:cubicBezTo>
                  <a:pt x="775904" y="56811"/>
                  <a:pt x="778096" y="51471"/>
                  <a:pt x="782481" y="47177"/>
                </a:cubicBezTo>
                <a:cubicBezTo>
                  <a:pt x="786865" y="42881"/>
                  <a:pt x="792537" y="40733"/>
                  <a:pt x="799495" y="40733"/>
                </a:cubicBezTo>
                <a:cubicBezTo>
                  <a:pt x="802550" y="40733"/>
                  <a:pt x="806256" y="41383"/>
                  <a:pt x="810612" y="42684"/>
                </a:cubicBezTo>
                <a:cubicBezTo>
                  <a:pt x="813497" y="43533"/>
                  <a:pt x="815420" y="43957"/>
                  <a:pt x="816382" y="43957"/>
                </a:cubicBezTo>
                <a:cubicBezTo>
                  <a:pt x="817287" y="43957"/>
                  <a:pt x="817994" y="43759"/>
                  <a:pt x="818504" y="43363"/>
                </a:cubicBezTo>
                <a:cubicBezTo>
                  <a:pt x="819013" y="42967"/>
                  <a:pt x="819607" y="42090"/>
                  <a:pt x="820286" y="40733"/>
                </a:cubicBezTo>
                <a:lnTo>
                  <a:pt x="823086" y="40733"/>
                </a:lnTo>
                <a:close/>
                <a:moveTo>
                  <a:pt x="906476" y="91139"/>
                </a:moveTo>
                <a:cubicBezTo>
                  <a:pt x="904382" y="101379"/>
                  <a:pt x="900281" y="109257"/>
                  <a:pt x="894171" y="114773"/>
                </a:cubicBezTo>
                <a:cubicBezTo>
                  <a:pt x="888061" y="120289"/>
                  <a:pt x="881301" y="123047"/>
                  <a:pt x="873889" y="123047"/>
                </a:cubicBezTo>
                <a:cubicBezTo>
                  <a:pt x="865064" y="123047"/>
                  <a:pt x="857370" y="119346"/>
                  <a:pt x="850808" y="111943"/>
                </a:cubicBezTo>
                <a:cubicBezTo>
                  <a:pt x="844245" y="104539"/>
                  <a:pt x="840964" y="94536"/>
                  <a:pt x="840964" y="81932"/>
                </a:cubicBezTo>
                <a:cubicBezTo>
                  <a:pt x="840964" y="69725"/>
                  <a:pt x="844599" y="59807"/>
                  <a:pt x="851868" y="52178"/>
                </a:cubicBezTo>
                <a:cubicBezTo>
                  <a:pt x="859138" y="44548"/>
                  <a:pt x="867864" y="40733"/>
                  <a:pt x="878048" y="40733"/>
                </a:cubicBezTo>
                <a:cubicBezTo>
                  <a:pt x="885685" y="40733"/>
                  <a:pt x="891965" y="42749"/>
                  <a:pt x="896887" y="46782"/>
                </a:cubicBezTo>
                <a:cubicBezTo>
                  <a:pt x="901808" y="50812"/>
                  <a:pt x="904269" y="54999"/>
                  <a:pt x="904269" y="59341"/>
                </a:cubicBezTo>
                <a:cubicBezTo>
                  <a:pt x="904269" y="61484"/>
                  <a:pt x="903576" y="63218"/>
                  <a:pt x="902190" y="64544"/>
                </a:cubicBezTo>
                <a:cubicBezTo>
                  <a:pt x="900804" y="65868"/>
                  <a:pt x="898867" y="66530"/>
                  <a:pt x="896377" y="66530"/>
                </a:cubicBezTo>
                <a:cubicBezTo>
                  <a:pt x="893040" y="66530"/>
                  <a:pt x="890522" y="65455"/>
                  <a:pt x="888825" y="63305"/>
                </a:cubicBezTo>
                <a:cubicBezTo>
                  <a:pt x="887863" y="62117"/>
                  <a:pt x="887227" y="59854"/>
                  <a:pt x="886915" y="56517"/>
                </a:cubicBezTo>
                <a:cubicBezTo>
                  <a:pt x="886604" y="53179"/>
                  <a:pt x="885459" y="50633"/>
                  <a:pt x="883479" y="48879"/>
                </a:cubicBezTo>
                <a:cubicBezTo>
                  <a:pt x="881499" y="47182"/>
                  <a:pt x="878755" y="46333"/>
                  <a:pt x="875247" y="46333"/>
                </a:cubicBezTo>
                <a:cubicBezTo>
                  <a:pt x="869590" y="46333"/>
                  <a:pt x="865036" y="48427"/>
                  <a:pt x="861585" y="52613"/>
                </a:cubicBezTo>
                <a:cubicBezTo>
                  <a:pt x="857002" y="58157"/>
                  <a:pt x="854711" y="65483"/>
                  <a:pt x="854711" y="74592"/>
                </a:cubicBezTo>
                <a:cubicBezTo>
                  <a:pt x="854711" y="83870"/>
                  <a:pt x="856988" y="92059"/>
                  <a:pt x="861542" y="99159"/>
                </a:cubicBezTo>
                <a:cubicBezTo>
                  <a:pt x="866097" y="106259"/>
                  <a:pt x="872249" y="109809"/>
                  <a:pt x="879999" y="109809"/>
                </a:cubicBezTo>
                <a:cubicBezTo>
                  <a:pt x="885544" y="109809"/>
                  <a:pt x="890522" y="107913"/>
                  <a:pt x="894935" y="104123"/>
                </a:cubicBezTo>
                <a:cubicBezTo>
                  <a:pt x="898046" y="101521"/>
                  <a:pt x="901073" y="96797"/>
                  <a:pt x="904015" y="89951"/>
                </a:cubicBezTo>
                <a:lnTo>
                  <a:pt x="906476" y="91139"/>
                </a:lnTo>
                <a:close/>
                <a:moveTo>
                  <a:pt x="940361" y="40733"/>
                </a:moveTo>
                <a:lnTo>
                  <a:pt x="940361" y="58214"/>
                </a:lnTo>
                <a:cubicBezTo>
                  <a:pt x="946867" y="46560"/>
                  <a:pt x="953543" y="40733"/>
                  <a:pt x="960388" y="40733"/>
                </a:cubicBezTo>
                <a:cubicBezTo>
                  <a:pt x="963499" y="40733"/>
                  <a:pt x="966074" y="41680"/>
                  <a:pt x="968110" y="43576"/>
                </a:cubicBezTo>
                <a:cubicBezTo>
                  <a:pt x="970147" y="45471"/>
                  <a:pt x="971165" y="47663"/>
                  <a:pt x="971165" y="50152"/>
                </a:cubicBezTo>
                <a:cubicBezTo>
                  <a:pt x="971165" y="52359"/>
                  <a:pt x="970430" y="54225"/>
                  <a:pt x="968959" y="55753"/>
                </a:cubicBezTo>
                <a:cubicBezTo>
                  <a:pt x="967488" y="57280"/>
                  <a:pt x="965734" y="58044"/>
                  <a:pt x="963697" y="58044"/>
                </a:cubicBezTo>
                <a:cubicBezTo>
                  <a:pt x="961717" y="58044"/>
                  <a:pt x="959497" y="57068"/>
                  <a:pt x="957036" y="55116"/>
                </a:cubicBezTo>
                <a:cubicBezTo>
                  <a:pt x="954575" y="53165"/>
                  <a:pt x="952751" y="52189"/>
                  <a:pt x="951563" y="52189"/>
                </a:cubicBezTo>
                <a:cubicBezTo>
                  <a:pt x="950544" y="52189"/>
                  <a:pt x="949441" y="52753"/>
                  <a:pt x="948253" y="53881"/>
                </a:cubicBezTo>
                <a:cubicBezTo>
                  <a:pt x="945707" y="56195"/>
                  <a:pt x="943077" y="60004"/>
                  <a:pt x="940361" y="65308"/>
                </a:cubicBezTo>
                <a:lnTo>
                  <a:pt x="940361" y="102466"/>
                </a:lnTo>
                <a:cubicBezTo>
                  <a:pt x="940361" y="106753"/>
                  <a:pt x="940898" y="109997"/>
                  <a:pt x="941973" y="112198"/>
                </a:cubicBezTo>
                <a:cubicBezTo>
                  <a:pt x="942709" y="113722"/>
                  <a:pt x="944010" y="114992"/>
                  <a:pt x="945877" y="116009"/>
                </a:cubicBezTo>
                <a:cubicBezTo>
                  <a:pt x="947744" y="117023"/>
                  <a:pt x="950431" y="117531"/>
                  <a:pt x="953939" y="117531"/>
                </a:cubicBezTo>
                <a:lnTo>
                  <a:pt x="953939" y="120671"/>
                </a:lnTo>
                <a:lnTo>
                  <a:pt x="914139" y="120671"/>
                </a:lnTo>
                <a:lnTo>
                  <a:pt x="914139" y="117531"/>
                </a:lnTo>
                <a:cubicBezTo>
                  <a:pt x="918099" y="117531"/>
                  <a:pt x="921041" y="116910"/>
                  <a:pt x="922965" y="115669"/>
                </a:cubicBezTo>
                <a:cubicBezTo>
                  <a:pt x="924379" y="114766"/>
                  <a:pt x="925369" y="113326"/>
                  <a:pt x="925935" y="111349"/>
                </a:cubicBezTo>
                <a:cubicBezTo>
                  <a:pt x="926218" y="110389"/>
                  <a:pt x="926359" y="107652"/>
                  <a:pt x="926359" y="103136"/>
                </a:cubicBezTo>
                <a:lnTo>
                  <a:pt x="926359" y="73078"/>
                </a:lnTo>
                <a:cubicBezTo>
                  <a:pt x="926359" y="64045"/>
                  <a:pt x="926175" y="58669"/>
                  <a:pt x="925808" y="56949"/>
                </a:cubicBezTo>
                <a:cubicBezTo>
                  <a:pt x="925440" y="55227"/>
                  <a:pt x="924761" y="53971"/>
                  <a:pt x="923771" y="53181"/>
                </a:cubicBezTo>
                <a:cubicBezTo>
                  <a:pt x="922781" y="52390"/>
                  <a:pt x="921550" y="51995"/>
                  <a:pt x="920080" y="51995"/>
                </a:cubicBezTo>
                <a:cubicBezTo>
                  <a:pt x="918326" y="51995"/>
                  <a:pt x="916346" y="52419"/>
                  <a:pt x="914139" y="53265"/>
                </a:cubicBezTo>
                <a:lnTo>
                  <a:pt x="913291" y="50216"/>
                </a:lnTo>
                <a:lnTo>
                  <a:pt x="936797" y="40733"/>
                </a:lnTo>
                <a:lnTo>
                  <a:pt x="940361" y="40733"/>
                </a:lnTo>
                <a:close/>
                <a:moveTo>
                  <a:pt x="995264" y="0"/>
                </a:moveTo>
                <a:cubicBezTo>
                  <a:pt x="997640" y="0"/>
                  <a:pt x="999663" y="839"/>
                  <a:pt x="1001332" y="2517"/>
                </a:cubicBezTo>
                <a:cubicBezTo>
                  <a:pt x="1003001" y="4193"/>
                  <a:pt x="1003835" y="6225"/>
                  <a:pt x="1003835" y="8613"/>
                </a:cubicBezTo>
                <a:cubicBezTo>
                  <a:pt x="1003835" y="11002"/>
                  <a:pt x="1003001" y="13049"/>
                  <a:pt x="1001332" y="14755"/>
                </a:cubicBezTo>
                <a:cubicBezTo>
                  <a:pt x="999663" y="16459"/>
                  <a:pt x="997640" y="17311"/>
                  <a:pt x="995264" y="17311"/>
                </a:cubicBezTo>
                <a:cubicBezTo>
                  <a:pt x="992888" y="17311"/>
                  <a:pt x="990852" y="16459"/>
                  <a:pt x="989154" y="14755"/>
                </a:cubicBezTo>
                <a:cubicBezTo>
                  <a:pt x="987457" y="13049"/>
                  <a:pt x="986609" y="11002"/>
                  <a:pt x="986609" y="8613"/>
                </a:cubicBezTo>
                <a:cubicBezTo>
                  <a:pt x="986609" y="6225"/>
                  <a:pt x="987443" y="4193"/>
                  <a:pt x="989112" y="2517"/>
                </a:cubicBezTo>
                <a:cubicBezTo>
                  <a:pt x="990781" y="839"/>
                  <a:pt x="992832" y="0"/>
                  <a:pt x="995264" y="0"/>
                </a:cubicBezTo>
                <a:moveTo>
                  <a:pt x="1002308" y="40733"/>
                </a:moveTo>
                <a:lnTo>
                  <a:pt x="1002308" y="103052"/>
                </a:lnTo>
                <a:cubicBezTo>
                  <a:pt x="1002308" y="107906"/>
                  <a:pt x="1002661" y="111138"/>
                  <a:pt x="1003368" y="112747"/>
                </a:cubicBezTo>
                <a:cubicBezTo>
                  <a:pt x="1004076" y="114356"/>
                  <a:pt x="1005122" y="115555"/>
                  <a:pt x="1006508" y="116345"/>
                </a:cubicBezTo>
                <a:cubicBezTo>
                  <a:pt x="1007894" y="117136"/>
                  <a:pt x="1010426" y="117531"/>
                  <a:pt x="1014103" y="117531"/>
                </a:cubicBezTo>
                <a:lnTo>
                  <a:pt x="1014103" y="120671"/>
                </a:lnTo>
                <a:lnTo>
                  <a:pt x="976340" y="120671"/>
                </a:lnTo>
                <a:lnTo>
                  <a:pt x="976340" y="117531"/>
                </a:lnTo>
                <a:cubicBezTo>
                  <a:pt x="980131" y="117531"/>
                  <a:pt x="982677" y="117164"/>
                  <a:pt x="983978" y="116430"/>
                </a:cubicBezTo>
                <a:cubicBezTo>
                  <a:pt x="985279" y="115697"/>
                  <a:pt x="986312" y="114483"/>
                  <a:pt x="987075" y="112789"/>
                </a:cubicBezTo>
                <a:cubicBezTo>
                  <a:pt x="987839" y="111096"/>
                  <a:pt x="988221" y="107850"/>
                  <a:pt x="988221" y="103052"/>
                </a:cubicBezTo>
                <a:lnTo>
                  <a:pt x="988221" y="73162"/>
                </a:lnTo>
                <a:cubicBezTo>
                  <a:pt x="988221" y="64751"/>
                  <a:pt x="987966" y="59304"/>
                  <a:pt x="987457" y="56822"/>
                </a:cubicBezTo>
                <a:cubicBezTo>
                  <a:pt x="987061" y="55015"/>
                  <a:pt x="986439" y="53759"/>
                  <a:pt x="985590" y="53053"/>
                </a:cubicBezTo>
                <a:cubicBezTo>
                  <a:pt x="984742" y="52348"/>
                  <a:pt x="983582" y="51995"/>
                  <a:pt x="982111" y="51995"/>
                </a:cubicBezTo>
                <a:cubicBezTo>
                  <a:pt x="980527" y="51995"/>
                  <a:pt x="978603" y="52419"/>
                  <a:pt x="976340" y="53265"/>
                </a:cubicBezTo>
                <a:lnTo>
                  <a:pt x="975152" y="50216"/>
                </a:lnTo>
                <a:lnTo>
                  <a:pt x="998574" y="40733"/>
                </a:lnTo>
                <a:lnTo>
                  <a:pt x="1002308" y="40733"/>
                </a:lnTo>
                <a:close/>
                <a:moveTo>
                  <a:pt x="1018206" y="50584"/>
                </a:moveTo>
                <a:lnTo>
                  <a:pt x="1042136" y="40902"/>
                </a:lnTo>
                <a:lnTo>
                  <a:pt x="1045361" y="40902"/>
                </a:lnTo>
                <a:lnTo>
                  <a:pt x="1045361" y="59062"/>
                </a:lnTo>
                <a:cubicBezTo>
                  <a:pt x="1049378" y="52217"/>
                  <a:pt x="1053408" y="47451"/>
                  <a:pt x="1057453" y="44764"/>
                </a:cubicBezTo>
                <a:cubicBezTo>
                  <a:pt x="1061498" y="42076"/>
                  <a:pt x="1065755" y="40733"/>
                  <a:pt x="1070225" y="40733"/>
                </a:cubicBezTo>
                <a:cubicBezTo>
                  <a:pt x="1078032" y="40733"/>
                  <a:pt x="1084538" y="43784"/>
                  <a:pt x="1089743" y="49887"/>
                </a:cubicBezTo>
                <a:cubicBezTo>
                  <a:pt x="1096135" y="57348"/>
                  <a:pt x="1099332" y="67068"/>
                  <a:pt x="1099332" y="79050"/>
                </a:cubicBezTo>
                <a:cubicBezTo>
                  <a:pt x="1099332" y="92443"/>
                  <a:pt x="1095485" y="103520"/>
                  <a:pt x="1087791" y="112280"/>
                </a:cubicBezTo>
                <a:cubicBezTo>
                  <a:pt x="1081455" y="119458"/>
                  <a:pt x="1073478" y="123047"/>
                  <a:pt x="1063860" y="123047"/>
                </a:cubicBezTo>
                <a:cubicBezTo>
                  <a:pt x="1059674" y="123047"/>
                  <a:pt x="1056053" y="122453"/>
                  <a:pt x="1052998" y="121265"/>
                </a:cubicBezTo>
                <a:cubicBezTo>
                  <a:pt x="1050735" y="120416"/>
                  <a:pt x="1048189" y="118719"/>
                  <a:pt x="1045361" y="116173"/>
                </a:cubicBezTo>
                <a:lnTo>
                  <a:pt x="1045361" y="139849"/>
                </a:lnTo>
                <a:cubicBezTo>
                  <a:pt x="1045361" y="145167"/>
                  <a:pt x="1045686" y="148547"/>
                  <a:pt x="1046337" y="149990"/>
                </a:cubicBezTo>
                <a:cubicBezTo>
                  <a:pt x="1046987" y="151432"/>
                  <a:pt x="1048119" y="152578"/>
                  <a:pt x="1049731" y="153427"/>
                </a:cubicBezTo>
                <a:cubicBezTo>
                  <a:pt x="1051343" y="154275"/>
                  <a:pt x="1054271" y="154699"/>
                  <a:pt x="1058514" y="154699"/>
                </a:cubicBezTo>
                <a:lnTo>
                  <a:pt x="1058514" y="157839"/>
                </a:lnTo>
                <a:lnTo>
                  <a:pt x="1017781" y="157839"/>
                </a:lnTo>
                <a:lnTo>
                  <a:pt x="1017781" y="154699"/>
                </a:lnTo>
                <a:lnTo>
                  <a:pt x="1019903" y="154699"/>
                </a:lnTo>
                <a:cubicBezTo>
                  <a:pt x="1023014" y="154756"/>
                  <a:pt x="1025673" y="154161"/>
                  <a:pt x="1027880" y="152915"/>
                </a:cubicBezTo>
                <a:cubicBezTo>
                  <a:pt x="1028955" y="152292"/>
                  <a:pt x="1029789" y="151287"/>
                  <a:pt x="1030383" y="149900"/>
                </a:cubicBezTo>
                <a:cubicBezTo>
                  <a:pt x="1030977" y="148514"/>
                  <a:pt x="1031274" y="144990"/>
                  <a:pt x="1031274" y="139329"/>
                </a:cubicBezTo>
                <a:lnTo>
                  <a:pt x="1031274" y="65785"/>
                </a:lnTo>
                <a:cubicBezTo>
                  <a:pt x="1031274" y="60746"/>
                  <a:pt x="1031048" y="57548"/>
                  <a:pt x="1030595" y="56190"/>
                </a:cubicBezTo>
                <a:cubicBezTo>
                  <a:pt x="1030143" y="54831"/>
                  <a:pt x="1029421" y="53812"/>
                  <a:pt x="1028431" y="53133"/>
                </a:cubicBezTo>
                <a:cubicBezTo>
                  <a:pt x="1027441" y="52452"/>
                  <a:pt x="1026098" y="52112"/>
                  <a:pt x="1024400" y="52112"/>
                </a:cubicBezTo>
                <a:cubicBezTo>
                  <a:pt x="1023043" y="52112"/>
                  <a:pt x="1021317" y="52508"/>
                  <a:pt x="1019224" y="53300"/>
                </a:cubicBezTo>
                <a:lnTo>
                  <a:pt x="1018206" y="50584"/>
                </a:lnTo>
                <a:moveTo>
                  <a:pt x="1045361" y="64223"/>
                </a:moveTo>
                <a:lnTo>
                  <a:pt x="1045361" y="93208"/>
                </a:lnTo>
                <a:cubicBezTo>
                  <a:pt x="1045361" y="99480"/>
                  <a:pt x="1045615" y="103605"/>
                  <a:pt x="1046125" y="105582"/>
                </a:cubicBezTo>
                <a:cubicBezTo>
                  <a:pt x="1046917" y="108859"/>
                  <a:pt x="1048854" y="111741"/>
                  <a:pt x="1051937" y="114227"/>
                </a:cubicBezTo>
                <a:cubicBezTo>
                  <a:pt x="1055021" y="116712"/>
                  <a:pt x="1058910" y="117955"/>
                  <a:pt x="1063606" y="117955"/>
                </a:cubicBezTo>
                <a:cubicBezTo>
                  <a:pt x="1069263" y="117955"/>
                  <a:pt x="1073845" y="115751"/>
                  <a:pt x="1077353" y="111344"/>
                </a:cubicBezTo>
                <a:cubicBezTo>
                  <a:pt x="1081935" y="105582"/>
                  <a:pt x="1084227" y="97475"/>
                  <a:pt x="1084227" y="87021"/>
                </a:cubicBezTo>
                <a:cubicBezTo>
                  <a:pt x="1084227" y="75157"/>
                  <a:pt x="1081624" y="66032"/>
                  <a:pt x="1076420" y="59648"/>
                </a:cubicBezTo>
                <a:cubicBezTo>
                  <a:pt x="1072799" y="55241"/>
                  <a:pt x="1068499" y="53037"/>
                  <a:pt x="1063521" y="53037"/>
                </a:cubicBezTo>
                <a:cubicBezTo>
                  <a:pt x="1060805" y="53037"/>
                  <a:pt x="1058118" y="53715"/>
                  <a:pt x="1055459" y="55071"/>
                </a:cubicBezTo>
                <a:cubicBezTo>
                  <a:pt x="1053423" y="56088"/>
                  <a:pt x="1050056" y="59138"/>
                  <a:pt x="1045361" y="64223"/>
                </a:cubicBezTo>
                <a:close/>
                <a:moveTo>
                  <a:pt x="1133275" y="17311"/>
                </a:moveTo>
                <a:lnTo>
                  <a:pt x="1133275" y="42939"/>
                </a:lnTo>
                <a:lnTo>
                  <a:pt x="1151435" y="42939"/>
                </a:lnTo>
                <a:lnTo>
                  <a:pt x="1151435" y="48879"/>
                </a:lnTo>
                <a:lnTo>
                  <a:pt x="1133275" y="48879"/>
                </a:lnTo>
                <a:lnTo>
                  <a:pt x="1133275" y="99217"/>
                </a:lnTo>
                <a:cubicBezTo>
                  <a:pt x="1133275" y="104247"/>
                  <a:pt x="1133997" y="107638"/>
                  <a:pt x="1135439" y="109390"/>
                </a:cubicBezTo>
                <a:cubicBezTo>
                  <a:pt x="1136882" y="111140"/>
                  <a:pt x="1138735" y="112015"/>
                  <a:pt x="1140997" y="112015"/>
                </a:cubicBezTo>
                <a:cubicBezTo>
                  <a:pt x="1142864" y="112015"/>
                  <a:pt x="1144675" y="111435"/>
                  <a:pt x="1146428" y="110275"/>
                </a:cubicBezTo>
                <a:cubicBezTo>
                  <a:pt x="1148182" y="109116"/>
                  <a:pt x="1149540" y="107404"/>
                  <a:pt x="1150502" y="105141"/>
                </a:cubicBezTo>
                <a:lnTo>
                  <a:pt x="1153811" y="105141"/>
                </a:lnTo>
                <a:cubicBezTo>
                  <a:pt x="1151831" y="110701"/>
                  <a:pt x="1149031" y="114906"/>
                  <a:pt x="1145410" y="117756"/>
                </a:cubicBezTo>
                <a:cubicBezTo>
                  <a:pt x="1141789" y="120604"/>
                  <a:pt x="1138056" y="122028"/>
                  <a:pt x="1134209" y="122028"/>
                </a:cubicBezTo>
                <a:cubicBezTo>
                  <a:pt x="1131606" y="122028"/>
                  <a:pt x="1129061" y="121306"/>
                  <a:pt x="1126571" y="119862"/>
                </a:cubicBezTo>
                <a:cubicBezTo>
                  <a:pt x="1124082" y="118417"/>
                  <a:pt x="1122243" y="116351"/>
                  <a:pt x="1121055" y="113662"/>
                </a:cubicBezTo>
                <a:cubicBezTo>
                  <a:pt x="1119867" y="110971"/>
                  <a:pt x="1119273" y="106822"/>
                  <a:pt x="1119273" y="101214"/>
                </a:cubicBezTo>
                <a:lnTo>
                  <a:pt x="1119273" y="48879"/>
                </a:lnTo>
                <a:lnTo>
                  <a:pt x="1106969" y="48879"/>
                </a:lnTo>
                <a:lnTo>
                  <a:pt x="1106969" y="46079"/>
                </a:lnTo>
                <a:cubicBezTo>
                  <a:pt x="1110080" y="44831"/>
                  <a:pt x="1113262" y="42717"/>
                  <a:pt x="1116515" y="39738"/>
                </a:cubicBezTo>
                <a:cubicBezTo>
                  <a:pt x="1119768" y="36759"/>
                  <a:pt x="1122668" y="33227"/>
                  <a:pt x="1125214" y="29141"/>
                </a:cubicBezTo>
                <a:cubicBezTo>
                  <a:pt x="1126515" y="26986"/>
                  <a:pt x="1128325" y="23043"/>
                  <a:pt x="1130645" y="17311"/>
                </a:cubicBezTo>
                <a:lnTo>
                  <a:pt x="1133275" y="17311"/>
                </a:lnTo>
                <a:close/>
                <a:moveTo>
                  <a:pt x="1178790" y="0"/>
                </a:moveTo>
                <a:cubicBezTo>
                  <a:pt x="1181166" y="0"/>
                  <a:pt x="1183188" y="839"/>
                  <a:pt x="1184857" y="2517"/>
                </a:cubicBezTo>
                <a:cubicBezTo>
                  <a:pt x="1186526" y="4193"/>
                  <a:pt x="1187361" y="6225"/>
                  <a:pt x="1187361" y="8613"/>
                </a:cubicBezTo>
                <a:cubicBezTo>
                  <a:pt x="1187361" y="11002"/>
                  <a:pt x="1186526" y="13049"/>
                  <a:pt x="1184857" y="14755"/>
                </a:cubicBezTo>
                <a:cubicBezTo>
                  <a:pt x="1183188" y="16459"/>
                  <a:pt x="1181166" y="17311"/>
                  <a:pt x="1178790" y="17311"/>
                </a:cubicBezTo>
                <a:cubicBezTo>
                  <a:pt x="1176414" y="17311"/>
                  <a:pt x="1174377" y="16459"/>
                  <a:pt x="1172680" y="14755"/>
                </a:cubicBezTo>
                <a:cubicBezTo>
                  <a:pt x="1170983" y="13049"/>
                  <a:pt x="1170134" y="11002"/>
                  <a:pt x="1170134" y="8613"/>
                </a:cubicBezTo>
                <a:cubicBezTo>
                  <a:pt x="1170134" y="6225"/>
                  <a:pt x="1170968" y="4193"/>
                  <a:pt x="1172637" y="2517"/>
                </a:cubicBezTo>
                <a:cubicBezTo>
                  <a:pt x="1174306" y="839"/>
                  <a:pt x="1176357" y="0"/>
                  <a:pt x="1178790" y="0"/>
                </a:cubicBezTo>
                <a:moveTo>
                  <a:pt x="1185833" y="40733"/>
                </a:moveTo>
                <a:lnTo>
                  <a:pt x="1185833" y="103052"/>
                </a:lnTo>
                <a:cubicBezTo>
                  <a:pt x="1185833" y="107906"/>
                  <a:pt x="1186187" y="111138"/>
                  <a:pt x="1186894" y="112747"/>
                </a:cubicBezTo>
                <a:cubicBezTo>
                  <a:pt x="1187601" y="114356"/>
                  <a:pt x="1188648" y="115555"/>
                  <a:pt x="1190034" y="116345"/>
                </a:cubicBezTo>
                <a:cubicBezTo>
                  <a:pt x="1191420" y="117136"/>
                  <a:pt x="1193951" y="117531"/>
                  <a:pt x="1197629" y="117531"/>
                </a:cubicBezTo>
                <a:lnTo>
                  <a:pt x="1197629" y="120671"/>
                </a:lnTo>
                <a:lnTo>
                  <a:pt x="1159866" y="120671"/>
                </a:lnTo>
                <a:lnTo>
                  <a:pt x="1159866" y="117531"/>
                </a:lnTo>
                <a:cubicBezTo>
                  <a:pt x="1163656" y="117531"/>
                  <a:pt x="1166202" y="117164"/>
                  <a:pt x="1167503" y="116430"/>
                </a:cubicBezTo>
                <a:cubicBezTo>
                  <a:pt x="1168805" y="115697"/>
                  <a:pt x="1169837" y="114483"/>
                  <a:pt x="1170601" y="112789"/>
                </a:cubicBezTo>
                <a:cubicBezTo>
                  <a:pt x="1171365" y="111096"/>
                  <a:pt x="1171746" y="107850"/>
                  <a:pt x="1171746" y="103052"/>
                </a:cubicBezTo>
                <a:lnTo>
                  <a:pt x="1171746" y="73162"/>
                </a:lnTo>
                <a:cubicBezTo>
                  <a:pt x="1171746" y="64751"/>
                  <a:pt x="1171492" y="59304"/>
                  <a:pt x="1170983" y="56822"/>
                </a:cubicBezTo>
                <a:cubicBezTo>
                  <a:pt x="1170587" y="55015"/>
                  <a:pt x="1169964" y="53759"/>
                  <a:pt x="1169116" y="53053"/>
                </a:cubicBezTo>
                <a:cubicBezTo>
                  <a:pt x="1168267" y="52348"/>
                  <a:pt x="1167107" y="51995"/>
                  <a:pt x="1165636" y="51995"/>
                </a:cubicBezTo>
                <a:cubicBezTo>
                  <a:pt x="1164052" y="51995"/>
                  <a:pt x="1162129" y="52419"/>
                  <a:pt x="1159866" y="53265"/>
                </a:cubicBezTo>
                <a:lnTo>
                  <a:pt x="1158678" y="50216"/>
                </a:lnTo>
                <a:lnTo>
                  <a:pt x="1182099" y="40733"/>
                </a:lnTo>
                <a:lnTo>
                  <a:pt x="1185833" y="40733"/>
                </a:lnTo>
                <a:close/>
                <a:moveTo>
                  <a:pt x="1245349" y="40733"/>
                </a:moveTo>
                <a:cubicBezTo>
                  <a:pt x="1257116" y="40733"/>
                  <a:pt x="1266564" y="45198"/>
                  <a:pt x="1273692" y="54127"/>
                </a:cubicBezTo>
                <a:cubicBezTo>
                  <a:pt x="1279746" y="61756"/>
                  <a:pt x="1282772" y="70516"/>
                  <a:pt x="1282772" y="80407"/>
                </a:cubicBezTo>
                <a:cubicBezTo>
                  <a:pt x="1282772" y="87359"/>
                  <a:pt x="1281103" y="94395"/>
                  <a:pt x="1277766" y="101516"/>
                </a:cubicBezTo>
                <a:cubicBezTo>
                  <a:pt x="1274428" y="108636"/>
                  <a:pt x="1269831" y="114004"/>
                  <a:pt x="1263976" y="117621"/>
                </a:cubicBezTo>
                <a:cubicBezTo>
                  <a:pt x="1258121" y="121238"/>
                  <a:pt x="1251601" y="123047"/>
                  <a:pt x="1244416" y="123047"/>
                </a:cubicBezTo>
                <a:cubicBezTo>
                  <a:pt x="1232705" y="123047"/>
                  <a:pt x="1223399" y="118384"/>
                  <a:pt x="1216497" y="109058"/>
                </a:cubicBezTo>
                <a:cubicBezTo>
                  <a:pt x="1210670" y="101203"/>
                  <a:pt x="1207756" y="92388"/>
                  <a:pt x="1207756" y="82611"/>
                </a:cubicBezTo>
                <a:cubicBezTo>
                  <a:pt x="1207756" y="75490"/>
                  <a:pt x="1209524" y="68411"/>
                  <a:pt x="1213060" y="61375"/>
                </a:cubicBezTo>
                <a:cubicBezTo>
                  <a:pt x="1216596" y="54339"/>
                  <a:pt x="1221249" y="49139"/>
                  <a:pt x="1227019" y="45777"/>
                </a:cubicBezTo>
                <a:cubicBezTo>
                  <a:pt x="1232790" y="42414"/>
                  <a:pt x="1238900" y="40733"/>
                  <a:pt x="1245349" y="40733"/>
                </a:cubicBezTo>
                <a:moveTo>
                  <a:pt x="1242719" y="46333"/>
                </a:moveTo>
                <a:cubicBezTo>
                  <a:pt x="1239720" y="46333"/>
                  <a:pt x="1236708" y="47224"/>
                  <a:pt x="1233681" y="49004"/>
                </a:cubicBezTo>
                <a:cubicBezTo>
                  <a:pt x="1230654" y="50784"/>
                  <a:pt x="1228208" y="53906"/>
                  <a:pt x="1226341" y="58370"/>
                </a:cubicBezTo>
                <a:cubicBezTo>
                  <a:pt x="1224474" y="62834"/>
                  <a:pt x="1223540" y="68569"/>
                  <a:pt x="1223540" y="75576"/>
                </a:cubicBezTo>
                <a:cubicBezTo>
                  <a:pt x="1223540" y="86876"/>
                  <a:pt x="1225789" y="96624"/>
                  <a:pt x="1230287" y="104818"/>
                </a:cubicBezTo>
                <a:cubicBezTo>
                  <a:pt x="1234784" y="113010"/>
                  <a:pt x="1240710" y="117107"/>
                  <a:pt x="1248065" y="117107"/>
                </a:cubicBezTo>
                <a:cubicBezTo>
                  <a:pt x="1253552" y="117107"/>
                  <a:pt x="1258078" y="114846"/>
                  <a:pt x="1261642" y="110326"/>
                </a:cubicBezTo>
                <a:cubicBezTo>
                  <a:pt x="1265206" y="105805"/>
                  <a:pt x="1266988" y="98036"/>
                  <a:pt x="1266988" y="87018"/>
                </a:cubicBezTo>
                <a:cubicBezTo>
                  <a:pt x="1266988" y="73230"/>
                  <a:pt x="1264018" y="62381"/>
                  <a:pt x="1258078" y="54469"/>
                </a:cubicBezTo>
                <a:cubicBezTo>
                  <a:pt x="1254061" y="49045"/>
                  <a:pt x="1248942" y="46333"/>
                  <a:pt x="1242719" y="46333"/>
                </a:cubicBezTo>
                <a:close/>
                <a:moveTo>
                  <a:pt x="1316886" y="57196"/>
                </a:moveTo>
                <a:cubicBezTo>
                  <a:pt x="1325994" y="46220"/>
                  <a:pt x="1334678" y="40733"/>
                  <a:pt x="1342938" y="40733"/>
                </a:cubicBezTo>
                <a:cubicBezTo>
                  <a:pt x="1347181" y="40733"/>
                  <a:pt x="1350830" y="41792"/>
                  <a:pt x="1353884" y="43910"/>
                </a:cubicBezTo>
                <a:cubicBezTo>
                  <a:pt x="1356939" y="46026"/>
                  <a:pt x="1359372" y="49511"/>
                  <a:pt x="1361182" y="54366"/>
                </a:cubicBezTo>
                <a:cubicBezTo>
                  <a:pt x="1362427" y="57752"/>
                  <a:pt x="1363049" y="62945"/>
                  <a:pt x="1363049" y="69946"/>
                </a:cubicBezTo>
                <a:lnTo>
                  <a:pt x="1363049" y="103052"/>
                </a:lnTo>
                <a:cubicBezTo>
                  <a:pt x="1363049" y="107963"/>
                  <a:pt x="1363445" y="111294"/>
                  <a:pt x="1364237" y="113044"/>
                </a:cubicBezTo>
                <a:cubicBezTo>
                  <a:pt x="1364860" y="114455"/>
                  <a:pt x="1365864" y="115555"/>
                  <a:pt x="1367250" y="116345"/>
                </a:cubicBezTo>
                <a:cubicBezTo>
                  <a:pt x="1368636" y="117136"/>
                  <a:pt x="1371196" y="117531"/>
                  <a:pt x="1374930" y="117531"/>
                </a:cubicBezTo>
                <a:lnTo>
                  <a:pt x="1374930" y="120671"/>
                </a:lnTo>
                <a:lnTo>
                  <a:pt x="1336488" y="120671"/>
                </a:lnTo>
                <a:lnTo>
                  <a:pt x="1336488" y="117531"/>
                </a:lnTo>
                <a:lnTo>
                  <a:pt x="1338101" y="117531"/>
                </a:lnTo>
                <a:cubicBezTo>
                  <a:pt x="1341721" y="117531"/>
                  <a:pt x="1344253" y="116982"/>
                  <a:pt x="1345695" y="115884"/>
                </a:cubicBezTo>
                <a:cubicBezTo>
                  <a:pt x="1347138" y="114786"/>
                  <a:pt x="1348142" y="113169"/>
                  <a:pt x="1348708" y="111031"/>
                </a:cubicBezTo>
                <a:cubicBezTo>
                  <a:pt x="1348934" y="110186"/>
                  <a:pt x="1349047" y="107540"/>
                  <a:pt x="1349047" y="103094"/>
                </a:cubicBezTo>
                <a:lnTo>
                  <a:pt x="1349047" y="71433"/>
                </a:lnTo>
                <a:cubicBezTo>
                  <a:pt x="1349047" y="64399"/>
                  <a:pt x="1348128" y="59291"/>
                  <a:pt x="1346290" y="56111"/>
                </a:cubicBezTo>
                <a:cubicBezTo>
                  <a:pt x="1344451" y="52930"/>
                  <a:pt x="1341353" y="51340"/>
                  <a:pt x="1336997" y="51340"/>
                </a:cubicBezTo>
                <a:cubicBezTo>
                  <a:pt x="1330265" y="51340"/>
                  <a:pt x="1323561" y="54999"/>
                  <a:pt x="1316886" y="62316"/>
                </a:cubicBezTo>
                <a:lnTo>
                  <a:pt x="1316886" y="103094"/>
                </a:lnTo>
                <a:cubicBezTo>
                  <a:pt x="1316886" y="108329"/>
                  <a:pt x="1317197" y="111565"/>
                  <a:pt x="1317819" y="112803"/>
                </a:cubicBezTo>
                <a:cubicBezTo>
                  <a:pt x="1318611" y="114434"/>
                  <a:pt x="1319700" y="115630"/>
                  <a:pt x="1321086" y="116391"/>
                </a:cubicBezTo>
                <a:cubicBezTo>
                  <a:pt x="1322472" y="117151"/>
                  <a:pt x="1325287" y="117531"/>
                  <a:pt x="1329530" y="117531"/>
                </a:cubicBezTo>
                <a:lnTo>
                  <a:pt x="1329530" y="120671"/>
                </a:lnTo>
                <a:lnTo>
                  <a:pt x="1291088" y="120671"/>
                </a:lnTo>
                <a:lnTo>
                  <a:pt x="1291088" y="117531"/>
                </a:lnTo>
                <a:lnTo>
                  <a:pt x="1292785" y="117531"/>
                </a:lnTo>
                <a:cubicBezTo>
                  <a:pt x="1296746" y="117531"/>
                  <a:pt x="1299419" y="116529"/>
                  <a:pt x="1300805" y="114526"/>
                </a:cubicBezTo>
                <a:cubicBezTo>
                  <a:pt x="1302191" y="112521"/>
                  <a:pt x="1302884" y="108697"/>
                  <a:pt x="1302884" y="103052"/>
                </a:cubicBezTo>
                <a:lnTo>
                  <a:pt x="1302884" y="74263"/>
                </a:lnTo>
                <a:cubicBezTo>
                  <a:pt x="1302884" y="64950"/>
                  <a:pt x="1302672" y="59277"/>
                  <a:pt x="1302247" y="57246"/>
                </a:cubicBezTo>
                <a:cubicBezTo>
                  <a:pt x="1301823" y="55213"/>
                  <a:pt x="1301172" y="53829"/>
                  <a:pt x="1300295" y="53096"/>
                </a:cubicBezTo>
                <a:cubicBezTo>
                  <a:pt x="1299419" y="52362"/>
                  <a:pt x="1298245" y="51995"/>
                  <a:pt x="1296774" y="51995"/>
                </a:cubicBezTo>
                <a:cubicBezTo>
                  <a:pt x="1295190" y="51995"/>
                  <a:pt x="1293295" y="52419"/>
                  <a:pt x="1291088" y="53265"/>
                </a:cubicBezTo>
                <a:lnTo>
                  <a:pt x="1289815" y="50216"/>
                </a:lnTo>
                <a:lnTo>
                  <a:pt x="1313237" y="40733"/>
                </a:lnTo>
                <a:lnTo>
                  <a:pt x="1316886" y="40733"/>
                </a:lnTo>
                <a:lnTo>
                  <a:pt x="1316886" y="57196"/>
                </a:lnTo>
                <a:close/>
                <a:moveTo>
                  <a:pt x="1431362" y="40733"/>
                </a:moveTo>
                <a:lnTo>
                  <a:pt x="1431362" y="67039"/>
                </a:lnTo>
                <a:lnTo>
                  <a:pt x="1428561" y="67039"/>
                </a:lnTo>
                <a:cubicBezTo>
                  <a:pt x="1426411" y="58788"/>
                  <a:pt x="1423653" y="53176"/>
                  <a:pt x="1420287" y="50203"/>
                </a:cubicBezTo>
                <a:cubicBezTo>
                  <a:pt x="1416921" y="47227"/>
                  <a:pt x="1412636" y="45739"/>
                  <a:pt x="1407431" y="45739"/>
                </a:cubicBezTo>
                <a:cubicBezTo>
                  <a:pt x="1403471" y="45739"/>
                  <a:pt x="1400275" y="46785"/>
                  <a:pt x="1397842" y="48877"/>
                </a:cubicBezTo>
                <a:cubicBezTo>
                  <a:pt x="1395409" y="50966"/>
                  <a:pt x="1394193" y="53283"/>
                  <a:pt x="1394193" y="55827"/>
                </a:cubicBezTo>
                <a:cubicBezTo>
                  <a:pt x="1394193" y="58992"/>
                  <a:pt x="1395098" y="61704"/>
                  <a:pt x="1396909" y="63963"/>
                </a:cubicBezTo>
                <a:cubicBezTo>
                  <a:pt x="1398662" y="66281"/>
                  <a:pt x="1402226" y="68739"/>
                  <a:pt x="1407601" y="71338"/>
                </a:cubicBezTo>
                <a:lnTo>
                  <a:pt x="1419990" y="77358"/>
                </a:lnTo>
                <a:cubicBezTo>
                  <a:pt x="1431475" y="82951"/>
                  <a:pt x="1437217" y="90326"/>
                  <a:pt x="1437217" y="99482"/>
                </a:cubicBezTo>
                <a:cubicBezTo>
                  <a:pt x="1437217" y="106545"/>
                  <a:pt x="1434544" y="112239"/>
                  <a:pt x="1429198" y="116563"/>
                </a:cubicBezTo>
                <a:cubicBezTo>
                  <a:pt x="1423851" y="120885"/>
                  <a:pt x="1417869" y="123047"/>
                  <a:pt x="1411250" y="123047"/>
                </a:cubicBezTo>
                <a:cubicBezTo>
                  <a:pt x="1406498" y="123047"/>
                  <a:pt x="1401067" y="122198"/>
                  <a:pt x="1394957" y="120501"/>
                </a:cubicBezTo>
                <a:cubicBezTo>
                  <a:pt x="1393090" y="119935"/>
                  <a:pt x="1391562" y="119652"/>
                  <a:pt x="1390374" y="119652"/>
                </a:cubicBezTo>
                <a:cubicBezTo>
                  <a:pt x="1389073" y="119652"/>
                  <a:pt x="1388055" y="120388"/>
                  <a:pt x="1387319" y="121859"/>
                </a:cubicBezTo>
                <a:lnTo>
                  <a:pt x="1384519" y="121859"/>
                </a:lnTo>
                <a:lnTo>
                  <a:pt x="1384519" y="94025"/>
                </a:lnTo>
                <a:lnTo>
                  <a:pt x="1387319" y="94025"/>
                </a:lnTo>
                <a:cubicBezTo>
                  <a:pt x="1388903" y="101973"/>
                  <a:pt x="1391930" y="107963"/>
                  <a:pt x="1396399" y="111994"/>
                </a:cubicBezTo>
                <a:cubicBezTo>
                  <a:pt x="1400869" y="116025"/>
                  <a:pt x="1405875" y="118040"/>
                  <a:pt x="1411420" y="118040"/>
                </a:cubicBezTo>
                <a:cubicBezTo>
                  <a:pt x="1415323" y="118040"/>
                  <a:pt x="1418505" y="116896"/>
                  <a:pt x="1420966" y="114608"/>
                </a:cubicBezTo>
                <a:cubicBezTo>
                  <a:pt x="1423427" y="112319"/>
                  <a:pt x="1424658" y="109564"/>
                  <a:pt x="1424658" y="106343"/>
                </a:cubicBezTo>
                <a:cubicBezTo>
                  <a:pt x="1424658" y="102443"/>
                  <a:pt x="1423286" y="99165"/>
                  <a:pt x="1420542" y="96509"/>
                </a:cubicBezTo>
                <a:cubicBezTo>
                  <a:pt x="1417798" y="93854"/>
                  <a:pt x="1412325" y="90492"/>
                  <a:pt x="1404122" y="86424"/>
                </a:cubicBezTo>
                <a:cubicBezTo>
                  <a:pt x="1395918" y="82355"/>
                  <a:pt x="1390544" y="78681"/>
                  <a:pt x="1387998" y="75403"/>
                </a:cubicBezTo>
                <a:cubicBezTo>
                  <a:pt x="1385452" y="72182"/>
                  <a:pt x="1384180" y="68113"/>
                  <a:pt x="1384180" y="63197"/>
                </a:cubicBezTo>
                <a:cubicBezTo>
                  <a:pt x="1384180" y="56811"/>
                  <a:pt x="1386372" y="51471"/>
                  <a:pt x="1390756" y="47177"/>
                </a:cubicBezTo>
                <a:cubicBezTo>
                  <a:pt x="1395141" y="42881"/>
                  <a:pt x="1400812" y="40733"/>
                  <a:pt x="1407771" y="40733"/>
                </a:cubicBezTo>
                <a:cubicBezTo>
                  <a:pt x="1410826" y="40733"/>
                  <a:pt x="1414531" y="41383"/>
                  <a:pt x="1418887" y="42684"/>
                </a:cubicBezTo>
                <a:cubicBezTo>
                  <a:pt x="1421772" y="43533"/>
                  <a:pt x="1423696" y="43957"/>
                  <a:pt x="1424658" y="43957"/>
                </a:cubicBezTo>
                <a:cubicBezTo>
                  <a:pt x="1425563" y="43957"/>
                  <a:pt x="1426270" y="43759"/>
                  <a:pt x="1426779" y="43363"/>
                </a:cubicBezTo>
                <a:cubicBezTo>
                  <a:pt x="1427288" y="42967"/>
                  <a:pt x="1427882" y="42090"/>
                  <a:pt x="1428561" y="40733"/>
                </a:cubicBezTo>
                <a:lnTo>
                  <a:pt x="1431362" y="40733"/>
                </a:lnTo>
                <a:close/>
                <a:moveTo>
                  <a:pt x="1452634" y="149693"/>
                </a:moveTo>
                <a:lnTo>
                  <a:pt x="1452634" y="145959"/>
                </a:lnTo>
                <a:cubicBezTo>
                  <a:pt x="1458461" y="144028"/>
                  <a:pt x="1462973" y="141033"/>
                  <a:pt x="1466169" y="136972"/>
                </a:cubicBezTo>
                <a:cubicBezTo>
                  <a:pt x="1469366" y="132913"/>
                  <a:pt x="1470964" y="128611"/>
                  <a:pt x="1470964" y="124068"/>
                </a:cubicBezTo>
                <a:cubicBezTo>
                  <a:pt x="1470964" y="122991"/>
                  <a:pt x="1470709" y="122085"/>
                  <a:pt x="1470200" y="121350"/>
                </a:cubicBezTo>
                <a:cubicBezTo>
                  <a:pt x="1469804" y="120840"/>
                  <a:pt x="1469408" y="120586"/>
                  <a:pt x="1469012" y="120586"/>
                </a:cubicBezTo>
                <a:cubicBezTo>
                  <a:pt x="1468390" y="120586"/>
                  <a:pt x="1467032" y="121152"/>
                  <a:pt x="1464939" y="122283"/>
                </a:cubicBezTo>
                <a:cubicBezTo>
                  <a:pt x="1463920" y="122792"/>
                  <a:pt x="1462845" y="123047"/>
                  <a:pt x="1461714" y="123047"/>
                </a:cubicBezTo>
                <a:cubicBezTo>
                  <a:pt x="1458942" y="123047"/>
                  <a:pt x="1456736" y="122226"/>
                  <a:pt x="1455095" y="120586"/>
                </a:cubicBezTo>
                <a:cubicBezTo>
                  <a:pt x="1453454" y="118945"/>
                  <a:pt x="1452634" y="116682"/>
                  <a:pt x="1452634" y="113797"/>
                </a:cubicBezTo>
                <a:cubicBezTo>
                  <a:pt x="1452634" y="111025"/>
                  <a:pt x="1453695" y="108649"/>
                  <a:pt x="1455816" y="106669"/>
                </a:cubicBezTo>
                <a:cubicBezTo>
                  <a:pt x="1457938" y="104689"/>
                  <a:pt x="1460526" y="103699"/>
                  <a:pt x="1463581" y="103699"/>
                </a:cubicBezTo>
                <a:cubicBezTo>
                  <a:pt x="1467315" y="103699"/>
                  <a:pt x="1470638" y="105329"/>
                  <a:pt x="1473552" y="108589"/>
                </a:cubicBezTo>
                <a:cubicBezTo>
                  <a:pt x="1476465" y="111847"/>
                  <a:pt x="1477922" y="116168"/>
                  <a:pt x="1477922" y="121551"/>
                </a:cubicBezTo>
                <a:cubicBezTo>
                  <a:pt x="1477922" y="127390"/>
                  <a:pt x="1475900" y="132818"/>
                  <a:pt x="1471855" y="137834"/>
                </a:cubicBezTo>
                <a:cubicBezTo>
                  <a:pt x="1467810" y="142849"/>
                  <a:pt x="1461403" y="146802"/>
                  <a:pt x="1452634" y="149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orclassif">
            <a:extLst xmlns:a="http://schemas.openxmlformats.org/drawingml/2006/main">
              <a:ext uri="{FF2B5EF4-FFF2-40B4-BE49-F238E27FC236}">
                <a16:creationId xmlns:a16="http://schemas.microsoft.com/office/drawing/2014/main" id="{19ACBA2C-7C95-4C8C-A5CA-72403437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3778" y="2596377"/>
            <a:ext cx="644055" cy="123047"/>
          </a:xfrm>
          <a:custGeom xmlns:a="http://schemas.openxmlformats.org/drawingml/2006/main">
            <a:pathLst>
              <a:path w="644055" h="123047">
                <a:moveTo>
                  <a:pt x="37593" y="40733"/>
                </a:moveTo>
                <a:cubicBezTo>
                  <a:pt x="49360" y="40733"/>
                  <a:pt x="58808" y="45198"/>
                  <a:pt x="65936" y="54127"/>
                </a:cubicBezTo>
                <a:cubicBezTo>
                  <a:pt x="71989" y="61756"/>
                  <a:pt x="75016" y="70516"/>
                  <a:pt x="75016" y="80407"/>
                </a:cubicBezTo>
                <a:cubicBezTo>
                  <a:pt x="75016" y="87359"/>
                  <a:pt x="73347" y="94395"/>
                  <a:pt x="70009" y="101516"/>
                </a:cubicBezTo>
                <a:cubicBezTo>
                  <a:pt x="66672" y="108636"/>
                  <a:pt x="62075" y="114004"/>
                  <a:pt x="56220" y="117621"/>
                </a:cubicBezTo>
                <a:cubicBezTo>
                  <a:pt x="50364" y="121238"/>
                  <a:pt x="43844" y="123047"/>
                  <a:pt x="36659" y="123047"/>
                </a:cubicBezTo>
                <a:cubicBezTo>
                  <a:pt x="24949" y="123047"/>
                  <a:pt x="15642" y="118384"/>
                  <a:pt x="8741" y="109058"/>
                </a:cubicBezTo>
                <a:cubicBezTo>
                  <a:pt x="2914" y="101203"/>
                  <a:pt x="0" y="92388"/>
                  <a:pt x="0" y="82611"/>
                </a:cubicBezTo>
                <a:cubicBezTo>
                  <a:pt x="0" y="75490"/>
                  <a:pt x="1768" y="68411"/>
                  <a:pt x="5304" y="61375"/>
                </a:cubicBezTo>
                <a:cubicBezTo>
                  <a:pt x="8840" y="54339"/>
                  <a:pt x="13493" y="49139"/>
                  <a:pt x="19263" y="45777"/>
                </a:cubicBezTo>
                <a:cubicBezTo>
                  <a:pt x="25034" y="42414"/>
                  <a:pt x="31144" y="40733"/>
                  <a:pt x="37593" y="40733"/>
                </a:cubicBezTo>
                <a:moveTo>
                  <a:pt x="34962" y="46333"/>
                </a:moveTo>
                <a:cubicBezTo>
                  <a:pt x="31964" y="46333"/>
                  <a:pt x="28951" y="47224"/>
                  <a:pt x="25925" y="49004"/>
                </a:cubicBezTo>
                <a:cubicBezTo>
                  <a:pt x="22898" y="50784"/>
                  <a:pt x="20451" y="53906"/>
                  <a:pt x="18584" y="58370"/>
                </a:cubicBezTo>
                <a:cubicBezTo>
                  <a:pt x="16717" y="62834"/>
                  <a:pt x="15784" y="68569"/>
                  <a:pt x="15784" y="75576"/>
                </a:cubicBezTo>
                <a:cubicBezTo>
                  <a:pt x="15784" y="86876"/>
                  <a:pt x="18033" y="96624"/>
                  <a:pt x="22530" y="104818"/>
                </a:cubicBezTo>
                <a:cubicBezTo>
                  <a:pt x="27028" y="113010"/>
                  <a:pt x="32954" y="117107"/>
                  <a:pt x="40308" y="117107"/>
                </a:cubicBezTo>
                <a:cubicBezTo>
                  <a:pt x="45796" y="117107"/>
                  <a:pt x="50322" y="114846"/>
                  <a:pt x="53886" y="110326"/>
                </a:cubicBezTo>
                <a:cubicBezTo>
                  <a:pt x="57450" y="105805"/>
                  <a:pt x="59232" y="98036"/>
                  <a:pt x="59232" y="87018"/>
                </a:cubicBezTo>
                <a:cubicBezTo>
                  <a:pt x="59232" y="73230"/>
                  <a:pt x="56262" y="62381"/>
                  <a:pt x="50322" y="54469"/>
                </a:cubicBezTo>
                <a:cubicBezTo>
                  <a:pt x="46305" y="49045"/>
                  <a:pt x="41185" y="46333"/>
                  <a:pt x="34962" y="46333"/>
                </a:cubicBezTo>
                <a:close/>
                <a:moveTo>
                  <a:pt x="109215" y="40733"/>
                </a:moveTo>
                <a:lnTo>
                  <a:pt x="109215" y="58214"/>
                </a:lnTo>
                <a:cubicBezTo>
                  <a:pt x="115721" y="46560"/>
                  <a:pt x="122396" y="40733"/>
                  <a:pt x="129242" y="40733"/>
                </a:cubicBezTo>
                <a:cubicBezTo>
                  <a:pt x="132353" y="40733"/>
                  <a:pt x="134927" y="41680"/>
                  <a:pt x="136964" y="43576"/>
                </a:cubicBezTo>
                <a:cubicBezTo>
                  <a:pt x="139001" y="45471"/>
                  <a:pt x="140019" y="47663"/>
                  <a:pt x="140019" y="50152"/>
                </a:cubicBezTo>
                <a:cubicBezTo>
                  <a:pt x="140019" y="52359"/>
                  <a:pt x="139283" y="54225"/>
                  <a:pt x="137812" y="55753"/>
                </a:cubicBezTo>
                <a:cubicBezTo>
                  <a:pt x="136342" y="57280"/>
                  <a:pt x="134588" y="58044"/>
                  <a:pt x="132551" y="58044"/>
                </a:cubicBezTo>
                <a:cubicBezTo>
                  <a:pt x="130571" y="58044"/>
                  <a:pt x="128351" y="57068"/>
                  <a:pt x="125890" y="55116"/>
                </a:cubicBezTo>
                <a:cubicBezTo>
                  <a:pt x="123429" y="53165"/>
                  <a:pt x="121604" y="52189"/>
                  <a:pt x="120416" y="52189"/>
                </a:cubicBezTo>
                <a:cubicBezTo>
                  <a:pt x="119398" y="52189"/>
                  <a:pt x="118295" y="52753"/>
                  <a:pt x="117107" y="53881"/>
                </a:cubicBezTo>
                <a:cubicBezTo>
                  <a:pt x="114561" y="56195"/>
                  <a:pt x="111930" y="60004"/>
                  <a:pt x="109215" y="65308"/>
                </a:cubicBezTo>
                <a:lnTo>
                  <a:pt x="109215" y="102466"/>
                </a:lnTo>
                <a:cubicBezTo>
                  <a:pt x="109215" y="106753"/>
                  <a:pt x="109752" y="109997"/>
                  <a:pt x="110827" y="112198"/>
                </a:cubicBezTo>
                <a:cubicBezTo>
                  <a:pt x="111563" y="113722"/>
                  <a:pt x="112864" y="114992"/>
                  <a:pt x="114731" y="116009"/>
                </a:cubicBezTo>
                <a:cubicBezTo>
                  <a:pt x="116598" y="117023"/>
                  <a:pt x="119285" y="117531"/>
                  <a:pt x="122792" y="117531"/>
                </a:cubicBezTo>
                <a:lnTo>
                  <a:pt x="122792" y="120671"/>
                </a:lnTo>
                <a:lnTo>
                  <a:pt x="82993" y="120671"/>
                </a:lnTo>
                <a:lnTo>
                  <a:pt x="82993" y="117531"/>
                </a:lnTo>
                <a:cubicBezTo>
                  <a:pt x="86953" y="117531"/>
                  <a:pt x="89895" y="116910"/>
                  <a:pt x="91818" y="115669"/>
                </a:cubicBezTo>
                <a:cubicBezTo>
                  <a:pt x="93233" y="114766"/>
                  <a:pt x="94223" y="113326"/>
                  <a:pt x="94789" y="111349"/>
                </a:cubicBezTo>
                <a:cubicBezTo>
                  <a:pt x="95071" y="110389"/>
                  <a:pt x="95213" y="107652"/>
                  <a:pt x="95213" y="103136"/>
                </a:cubicBezTo>
                <a:lnTo>
                  <a:pt x="95213" y="73078"/>
                </a:lnTo>
                <a:cubicBezTo>
                  <a:pt x="95213" y="64045"/>
                  <a:pt x="95029" y="58669"/>
                  <a:pt x="94661" y="56949"/>
                </a:cubicBezTo>
                <a:cubicBezTo>
                  <a:pt x="94294" y="55227"/>
                  <a:pt x="93615" y="53971"/>
                  <a:pt x="92625" y="53181"/>
                </a:cubicBezTo>
                <a:cubicBezTo>
                  <a:pt x="91635" y="52390"/>
                  <a:pt x="90404" y="51995"/>
                  <a:pt x="88933" y="51995"/>
                </a:cubicBezTo>
                <a:cubicBezTo>
                  <a:pt x="87179" y="51995"/>
                  <a:pt x="85199" y="52419"/>
                  <a:pt x="82993" y="53265"/>
                </a:cubicBezTo>
                <a:lnTo>
                  <a:pt x="82144" y="50216"/>
                </a:lnTo>
                <a:lnTo>
                  <a:pt x="105651" y="40733"/>
                </a:lnTo>
                <a:lnTo>
                  <a:pt x="109215" y="40733"/>
                </a:lnTo>
                <a:close/>
                <a:moveTo>
                  <a:pt x="253814" y="91139"/>
                </a:moveTo>
                <a:cubicBezTo>
                  <a:pt x="251721" y="101379"/>
                  <a:pt x="247619" y="109257"/>
                  <a:pt x="241510" y="114773"/>
                </a:cubicBezTo>
                <a:cubicBezTo>
                  <a:pt x="235400" y="120289"/>
                  <a:pt x="228639" y="123047"/>
                  <a:pt x="221228" y="123047"/>
                </a:cubicBezTo>
                <a:cubicBezTo>
                  <a:pt x="212403" y="123047"/>
                  <a:pt x="204709" y="119346"/>
                  <a:pt x="198146" y="111943"/>
                </a:cubicBezTo>
                <a:cubicBezTo>
                  <a:pt x="191584" y="104539"/>
                  <a:pt x="188302" y="94536"/>
                  <a:pt x="188302" y="81932"/>
                </a:cubicBezTo>
                <a:cubicBezTo>
                  <a:pt x="188302" y="69725"/>
                  <a:pt x="191937" y="59807"/>
                  <a:pt x="199207" y="52178"/>
                </a:cubicBezTo>
                <a:cubicBezTo>
                  <a:pt x="206477" y="44548"/>
                  <a:pt x="215203" y="40733"/>
                  <a:pt x="225386" y="40733"/>
                </a:cubicBezTo>
                <a:cubicBezTo>
                  <a:pt x="233024" y="40733"/>
                  <a:pt x="239303" y="42749"/>
                  <a:pt x="244225" y="46782"/>
                </a:cubicBezTo>
                <a:cubicBezTo>
                  <a:pt x="249147" y="50812"/>
                  <a:pt x="251608" y="54999"/>
                  <a:pt x="251608" y="59341"/>
                </a:cubicBezTo>
                <a:cubicBezTo>
                  <a:pt x="251608" y="61484"/>
                  <a:pt x="250915" y="63218"/>
                  <a:pt x="249529" y="64544"/>
                </a:cubicBezTo>
                <a:cubicBezTo>
                  <a:pt x="248143" y="65868"/>
                  <a:pt x="246205" y="66530"/>
                  <a:pt x="243716" y="66530"/>
                </a:cubicBezTo>
                <a:cubicBezTo>
                  <a:pt x="240378" y="66530"/>
                  <a:pt x="237861" y="65455"/>
                  <a:pt x="236163" y="63305"/>
                </a:cubicBezTo>
                <a:cubicBezTo>
                  <a:pt x="235202" y="62117"/>
                  <a:pt x="234565" y="59854"/>
                  <a:pt x="234254" y="56517"/>
                </a:cubicBezTo>
                <a:cubicBezTo>
                  <a:pt x="233943" y="53179"/>
                  <a:pt x="232797" y="50633"/>
                  <a:pt x="230817" y="48879"/>
                </a:cubicBezTo>
                <a:cubicBezTo>
                  <a:pt x="228837" y="47182"/>
                  <a:pt x="226093" y="46333"/>
                  <a:pt x="222586" y="46333"/>
                </a:cubicBezTo>
                <a:cubicBezTo>
                  <a:pt x="216928" y="46333"/>
                  <a:pt x="212374" y="48427"/>
                  <a:pt x="208923" y="52613"/>
                </a:cubicBezTo>
                <a:cubicBezTo>
                  <a:pt x="204341" y="58157"/>
                  <a:pt x="202050" y="65483"/>
                  <a:pt x="202050" y="74592"/>
                </a:cubicBezTo>
                <a:cubicBezTo>
                  <a:pt x="202050" y="83870"/>
                  <a:pt x="204327" y="92059"/>
                  <a:pt x="208881" y="99159"/>
                </a:cubicBezTo>
                <a:cubicBezTo>
                  <a:pt x="213435" y="106259"/>
                  <a:pt x="219587" y="109809"/>
                  <a:pt x="227338" y="109809"/>
                </a:cubicBezTo>
                <a:cubicBezTo>
                  <a:pt x="232882" y="109809"/>
                  <a:pt x="237861" y="107913"/>
                  <a:pt x="242273" y="104123"/>
                </a:cubicBezTo>
                <a:cubicBezTo>
                  <a:pt x="245385" y="101521"/>
                  <a:pt x="248411" y="96797"/>
                  <a:pt x="251353" y="89951"/>
                </a:cubicBezTo>
                <a:lnTo>
                  <a:pt x="253814" y="91139"/>
                </a:lnTo>
                <a:close/>
                <a:moveTo>
                  <a:pt x="291688" y="0"/>
                </a:moveTo>
                <a:lnTo>
                  <a:pt x="291688" y="103030"/>
                </a:lnTo>
                <a:cubicBezTo>
                  <a:pt x="291688" y="107892"/>
                  <a:pt x="292042" y="111115"/>
                  <a:pt x="292749" y="112699"/>
                </a:cubicBezTo>
                <a:cubicBezTo>
                  <a:pt x="293456" y="114281"/>
                  <a:pt x="294545" y="115483"/>
                  <a:pt x="296016" y="116303"/>
                </a:cubicBezTo>
                <a:cubicBezTo>
                  <a:pt x="297487" y="117122"/>
                  <a:pt x="300231" y="117531"/>
                  <a:pt x="304248" y="117531"/>
                </a:cubicBezTo>
                <a:lnTo>
                  <a:pt x="304248" y="120671"/>
                </a:lnTo>
                <a:lnTo>
                  <a:pt x="266146" y="120671"/>
                </a:lnTo>
                <a:lnTo>
                  <a:pt x="266146" y="117531"/>
                </a:lnTo>
                <a:cubicBezTo>
                  <a:pt x="269710" y="117531"/>
                  <a:pt x="272142" y="117164"/>
                  <a:pt x="273443" y="116430"/>
                </a:cubicBezTo>
                <a:cubicBezTo>
                  <a:pt x="274745" y="115695"/>
                  <a:pt x="275763" y="114479"/>
                  <a:pt x="276498" y="112784"/>
                </a:cubicBezTo>
                <a:cubicBezTo>
                  <a:pt x="277234" y="111087"/>
                  <a:pt x="277602" y="107836"/>
                  <a:pt x="277602" y="103030"/>
                </a:cubicBezTo>
                <a:lnTo>
                  <a:pt x="277602" y="32477"/>
                </a:lnTo>
                <a:cubicBezTo>
                  <a:pt x="277602" y="23716"/>
                  <a:pt x="277404" y="18331"/>
                  <a:pt x="277008" y="16325"/>
                </a:cubicBezTo>
                <a:cubicBezTo>
                  <a:pt x="276612" y="14317"/>
                  <a:pt x="275975" y="12946"/>
                  <a:pt x="275098" y="12212"/>
                </a:cubicBezTo>
                <a:cubicBezTo>
                  <a:pt x="274221" y="11476"/>
                  <a:pt x="273104" y="11109"/>
                  <a:pt x="271746" y="11109"/>
                </a:cubicBezTo>
                <a:cubicBezTo>
                  <a:pt x="270275" y="11109"/>
                  <a:pt x="268408" y="11561"/>
                  <a:pt x="266146" y="12466"/>
                </a:cubicBezTo>
                <a:lnTo>
                  <a:pt x="264703" y="9496"/>
                </a:lnTo>
                <a:lnTo>
                  <a:pt x="287870" y="0"/>
                </a:lnTo>
                <a:lnTo>
                  <a:pt x="291688" y="0"/>
                </a:lnTo>
                <a:close/>
                <a:moveTo>
                  <a:pt x="357314" y="109469"/>
                </a:moveTo>
                <a:cubicBezTo>
                  <a:pt x="349337" y="115636"/>
                  <a:pt x="344330" y="119200"/>
                  <a:pt x="342294" y="120161"/>
                </a:cubicBezTo>
                <a:cubicBezTo>
                  <a:pt x="339239" y="121632"/>
                  <a:pt x="335986" y="122368"/>
                  <a:pt x="332535" y="122368"/>
                </a:cubicBezTo>
                <a:cubicBezTo>
                  <a:pt x="327160" y="122368"/>
                  <a:pt x="322733" y="120529"/>
                  <a:pt x="319254" y="116852"/>
                </a:cubicBezTo>
                <a:cubicBezTo>
                  <a:pt x="315775" y="113175"/>
                  <a:pt x="314035" y="108338"/>
                  <a:pt x="314035" y="102341"/>
                </a:cubicBezTo>
                <a:cubicBezTo>
                  <a:pt x="314035" y="98551"/>
                  <a:pt x="314884" y="95269"/>
                  <a:pt x="316581" y="92497"/>
                </a:cubicBezTo>
                <a:cubicBezTo>
                  <a:pt x="318901" y="88650"/>
                  <a:pt x="322931" y="85030"/>
                  <a:pt x="328674" y="81635"/>
                </a:cubicBezTo>
                <a:cubicBezTo>
                  <a:pt x="334416" y="78241"/>
                  <a:pt x="343962" y="74111"/>
                  <a:pt x="357314" y="69246"/>
                </a:cubicBezTo>
                <a:lnTo>
                  <a:pt x="357314" y="66191"/>
                </a:lnTo>
                <a:cubicBezTo>
                  <a:pt x="357314" y="58440"/>
                  <a:pt x="356083" y="53122"/>
                  <a:pt x="353622" y="50237"/>
                </a:cubicBezTo>
                <a:cubicBezTo>
                  <a:pt x="351161" y="47352"/>
                  <a:pt x="347583" y="45909"/>
                  <a:pt x="342888" y="45909"/>
                </a:cubicBezTo>
                <a:cubicBezTo>
                  <a:pt x="339323" y="45909"/>
                  <a:pt x="336495" y="46867"/>
                  <a:pt x="334402" y="48784"/>
                </a:cubicBezTo>
                <a:cubicBezTo>
                  <a:pt x="332252" y="50700"/>
                  <a:pt x="331177" y="52899"/>
                  <a:pt x="331177" y="55379"/>
                </a:cubicBezTo>
                <a:lnTo>
                  <a:pt x="331347" y="60282"/>
                </a:lnTo>
                <a:cubicBezTo>
                  <a:pt x="331347" y="62874"/>
                  <a:pt x="330682" y="64874"/>
                  <a:pt x="329352" y="66283"/>
                </a:cubicBezTo>
                <a:cubicBezTo>
                  <a:pt x="328023" y="67692"/>
                  <a:pt x="326283" y="68397"/>
                  <a:pt x="324134" y="68397"/>
                </a:cubicBezTo>
                <a:cubicBezTo>
                  <a:pt x="322040" y="68397"/>
                  <a:pt x="320329" y="67664"/>
                  <a:pt x="319000" y="66199"/>
                </a:cubicBezTo>
                <a:cubicBezTo>
                  <a:pt x="317670" y="64731"/>
                  <a:pt x="317005" y="62728"/>
                  <a:pt x="317005" y="60189"/>
                </a:cubicBezTo>
                <a:cubicBezTo>
                  <a:pt x="317005" y="55340"/>
                  <a:pt x="319495" y="50885"/>
                  <a:pt x="324473" y="46824"/>
                </a:cubicBezTo>
                <a:cubicBezTo>
                  <a:pt x="329451" y="42763"/>
                  <a:pt x="336438" y="40733"/>
                  <a:pt x="345433" y="40733"/>
                </a:cubicBezTo>
                <a:cubicBezTo>
                  <a:pt x="352335" y="40733"/>
                  <a:pt x="357993" y="41891"/>
                  <a:pt x="362405" y="44207"/>
                </a:cubicBezTo>
                <a:cubicBezTo>
                  <a:pt x="365743" y="45959"/>
                  <a:pt x="368204" y="48700"/>
                  <a:pt x="369788" y="52430"/>
                </a:cubicBezTo>
                <a:cubicBezTo>
                  <a:pt x="370806" y="54859"/>
                  <a:pt x="371316" y="59831"/>
                  <a:pt x="371316" y="67347"/>
                </a:cubicBezTo>
                <a:lnTo>
                  <a:pt x="371316" y="93706"/>
                </a:lnTo>
                <a:cubicBezTo>
                  <a:pt x="371316" y="101109"/>
                  <a:pt x="371457" y="105643"/>
                  <a:pt x="371740" y="107311"/>
                </a:cubicBezTo>
                <a:cubicBezTo>
                  <a:pt x="372023" y="108978"/>
                  <a:pt x="372490" y="110094"/>
                  <a:pt x="373140" y="110660"/>
                </a:cubicBezTo>
                <a:cubicBezTo>
                  <a:pt x="373791" y="111224"/>
                  <a:pt x="374540" y="111506"/>
                  <a:pt x="375389" y="111506"/>
                </a:cubicBezTo>
                <a:cubicBezTo>
                  <a:pt x="376294" y="111506"/>
                  <a:pt x="377086" y="111308"/>
                  <a:pt x="377765" y="110912"/>
                </a:cubicBezTo>
                <a:cubicBezTo>
                  <a:pt x="378953" y="110176"/>
                  <a:pt x="381244" y="108111"/>
                  <a:pt x="384639" y="104717"/>
                </a:cubicBezTo>
                <a:lnTo>
                  <a:pt x="384639" y="109469"/>
                </a:lnTo>
                <a:cubicBezTo>
                  <a:pt x="378302" y="117955"/>
                  <a:pt x="372249" y="122198"/>
                  <a:pt x="366479" y="122198"/>
                </a:cubicBezTo>
                <a:cubicBezTo>
                  <a:pt x="363707" y="122198"/>
                  <a:pt x="361500" y="121236"/>
                  <a:pt x="359860" y="119313"/>
                </a:cubicBezTo>
                <a:cubicBezTo>
                  <a:pt x="358219" y="117389"/>
                  <a:pt x="357370" y="114108"/>
                  <a:pt x="357314" y="109469"/>
                </a:cubicBezTo>
                <a:moveTo>
                  <a:pt x="357314" y="103906"/>
                </a:moveTo>
                <a:lnTo>
                  <a:pt x="357314" y="74422"/>
                </a:lnTo>
                <a:cubicBezTo>
                  <a:pt x="348771" y="77801"/>
                  <a:pt x="343255" y="80194"/>
                  <a:pt x="340766" y="81603"/>
                </a:cubicBezTo>
                <a:cubicBezTo>
                  <a:pt x="336297" y="84082"/>
                  <a:pt x="333100" y="86673"/>
                  <a:pt x="331177" y="89376"/>
                </a:cubicBezTo>
                <a:cubicBezTo>
                  <a:pt x="329253" y="92079"/>
                  <a:pt x="328292" y="95036"/>
                  <a:pt x="328292" y="98246"/>
                </a:cubicBezTo>
                <a:cubicBezTo>
                  <a:pt x="328292" y="102302"/>
                  <a:pt x="329508" y="105667"/>
                  <a:pt x="331941" y="108342"/>
                </a:cubicBezTo>
                <a:cubicBezTo>
                  <a:pt x="334373" y="111017"/>
                  <a:pt x="337174" y="112354"/>
                  <a:pt x="340342" y="112354"/>
                </a:cubicBezTo>
                <a:cubicBezTo>
                  <a:pt x="344641" y="112354"/>
                  <a:pt x="350299" y="109538"/>
                  <a:pt x="357314" y="103906"/>
                </a:cubicBezTo>
                <a:close/>
                <a:moveTo>
                  <a:pt x="440673" y="40733"/>
                </a:moveTo>
                <a:lnTo>
                  <a:pt x="440673" y="67039"/>
                </a:lnTo>
                <a:lnTo>
                  <a:pt x="437872" y="67039"/>
                </a:lnTo>
                <a:cubicBezTo>
                  <a:pt x="435723" y="58788"/>
                  <a:pt x="432965" y="53176"/>
                  <a:pt x="429599" y="50203"/>
                </a:cubicBezTo>
                <a:cubicBezTo>
                  <a:pt x="426232" y="47227"/>
                  <a:pt x="421947" y="45739"/>
                  <a:pt x="416742" y="45739"/>
                </a:cubicBezTo>
                <a:cubicBezTo>
                  <a:pt x="412782" y="45739"/>
                  <a:pt x="409586" y="46785"/>
                  <a:pt x="407153" y="48877"/>
                </a:cubicBezTo>
                <a:cubicBezTo>
                  <a:pt x="404720" y="50966"/>
                  <a:pt x="403504" y="53283"/>
                  <a:pt x="403504" y="55827"/>
                </a:cubicBezTo>
                <a:cubicBezTo>
                  <a:pt x="403504" y="58992"/>
                  <a:pt x="404409" y="61704"/>
                  <a:pt x="406220" y="63963"/>
                </a:cubicBezTo>
                <a:cubicBezTo>
                  <a:pt x="407973" y="66281"/>
                  <a:pt x="411538" y="68739"/>
                  <a:pt x="416912" y="71338"/>
                </a:cubicBezTo>
                <a:lnTo>
                  <a:pt x="429302" y="77358"/>
                </a:lnTo>
                <a:cubicBezTo>
                  <a:pt x="440786" y="82951"/>
                  <a:pt x="446528" y="90326"/>
                  <a:pt x="446528" y="99482"/>
                </a:cubicBezTo>
                <a:cubicBezTo>
                  <a:pt x="446528" y="106545"/>
                  <a:pt x="443855" y="112239"/>
                  <a:pt x="438509" y="116563"/>
                </a:cubicBezTo>
                <a:cubicBezTo>
                  <a:pt x="433163" y="120885"/>
                  <a:pt x="427180" y="123047"/>
                  <a:pt x="420561" y="123047"/>
                </a:cubicBezTo>
                <a:cubicBezTo>
                  <a:pt x="415809" y="123047"/>
                  <a:pt x="410378" y="122198"/>
                  <a:pt x="404268" y="120501"/>
                </a:cubicBezTo>
                <a:cubicBezTo>
                  <a:pt x="402401" y="119935"/>
                  <a:pt x="400873" y="119652"/>
                  <a:pt x="399685" y="119652"/>
                </a:cubicBezTo>
                <a:cubicBezTo>
                  <a:pt x="398384" y="119652"/>
                  <a:pt x="397366" y="120388"/>
                  <a:pt x="396630" y="121859"/>
                </a:cubicBezTo>
                <a:lnTo>
                  <a:pt x="393830" y="121859"/>
                </a:lnTo>
                <a:lnTo>
                  <a:pt x="393830" y="94025"/>
                </a:lnTo>
                <a:lnTo>
                  <a:pt x="396630" y="94025"/>
                </a:lnTo>
                <a:cubicBezTo>
                  <a:pt x="398215" y="101973"/>
                  <a:pt x="401241" y="107963"/>
                  <a:pt x="405710" y="111994"/>
                </a:cubicBezTo>
                <a:cubicBezTo>
                  <a:pt x="410180" y="116025"/>
                  <a:pt x="415187" y="118040"/>
                  <a:pt x="420731" y="118040"/>
                </a:cubicBezTo>
                <a:cubicBezTo>
                  <a:pt x="424634" y="118040"/>
                  <a:pt x="427816" y="116896"/>
                  <a:pt x="430277" y="114608"/>
                </a:cubicBezTo>
                <a:cubicBezTo>
                  <a:pt x="432738" y="112319"/>
                  <a:pt x="433969" y="109564"/>
                  <a:pt x="433969" y="106343"/>
                </a:cubicBezTo>
                <a:cubicBezTo>
                  <a:pt x="433969" y="102443"/>
                  <a:pt x="432597" y="99165"/>
                  <a:pt x="429853" y="96509"/>
                </a:cubicBezTo>
                <a:cubicBezTo>
                  <a:pt x="427109" y="93854"/>
                  <a:pt x="421636" y="90492"/>
                  <a:pt x="413433" y="86424"/>
                </a:cubicBezTo>
                <a:cubicBezTo>
                  <a:pt x="405230" y="82355"/>
                  <a:pt x="399855" y="78681"/>
                  <a:pt x="397309" y="75403"/>
                </a:cubicBezTo>
                <a:cubicBezTo>
                  <a:pt x="394764" y="72182"/>
                  <a:pt x="393491" y="68113"/>
                  <a:pt x="393491" y="63197"/>
                </a:cubicBezTo>
                <a:cubicBezTo>
                  <a:pt x="393491" y="56811"/>
                  <a:pt x="395683" y="51471"/>
                  <a:pt x="400067" y="47177"/>
                </a:cubicBezTo>
                <a:cubicBezTo>
                  <a:pt x="404452" y="42881"/>
                  <a:pt x="410123" y="40733"/>
                  <a:pt x="417082" y="40733"/>
                </a:cubicBezTo>
                <a:cubicBezTo>
                  <a:pt x="420137" y="40733"/>
                  <a:pt x="423842" y="41383"/>
                  <a:pt x="428198" y="42684"/>
                </a:cubicBezTo>
                <a:cubicBezTo>
                  <a:pt x="431084" y="43533"/>
                  <a:pt x="433007" y="43957"/>
                  <a:pt x="433969" y="43957"/>
                </a:cubicBezTo>
                <a:cubicBezTo>
                  <a:pt x="434874" y="43957"/>
                  <a:pt x="435581" y="43759"/>
                  <a:pt x="436090" y="43363"/>
                </a:cubicBezTo>
                <a:cubicBezTo>
                  <a:pt x="436599" y="42967"/>
                  <a:pt x="437193" y="42090"/>
                  <a:pt x="437872" y="40733"/>
                </a:cubicBezTo>
                <a:lnTo>
                  <a:pt x="440673" y="40733"/>
                </a:lnTo>
                <a:close/>
                <a:moveTo>
                  <a:pt x="508278" y="40733"/>
                </a:moveTo>
                <a:lnTo>
                  <a:pt x="508278" y="67039"/>
                </a:lnTo>
                <a:lnTo>
                  <a:pt x="505478" y="67039"/>
                </a:lnTo>
                <a:cubicBezTo>
                  <a:pt x="503328" y="58788"/>
                  <a:pt x="500570" y="53176"/>
                  <a:pt x="497204" y="50203"/>
                </a:cubicBezTo>
                <a:cubicBezTo>
                  <a:pt x="493838" y="47227"/>
                  <a:pt x="489553" y="45739"/>
                  <a:pt x="484348" y="45739"/>
                </a:cubicBezTo>
                <a:cubicBezTo>
                  <a:pt x="480388" y="45739"/>
                  <a:pt x="477191" y="46785"/>
                  <a:pt x="474759" y="48877"/>
                </a:cubicBezTo>
                <a:cubicBezTo>
                  <a:pt x="472326" y="50966"/>
                  <a:pt x="471110" y="53283"/>
                  <a:pt x="471110" y="55827"/>
                </a:cubicBezTo>
                <a:cubicBezTo>
                  <a:pt x="471110" y="58992"/>
                  <a:pt x="472015" y="61704"/>
                  <a:pt x="473825" y="63963"/>
                </a:cubicBezTo>
                <a:cubicBezTo>
                  <a:pt x="475579" y="66281"/>
                  <a:pt x="479143" y="68739"/>
                  <a:pt x="484518" y="71338"/>
                </a:cubicBezTo>
                <a:lnTo>
                  <a:pt x="496907" y="77358"/>
                </a:lnTo>
                <a:cubicBezTo>
                  <a:pt x="508391" y="82951"/>
                  <a:pt x="514134" y="90326"/>
                  <a:pt x="514134" y="99482"/>
                </a:cubicBezTo>
                <a:cubicBezTo>
                  <a:pt x="514134" y="106545"/>
                  <a:pt x="511461" y="112239"/>
                  <a:pt x="506114" y="116563"/>
                </a:cubicBezTo>
                <a:cubicBezTo>
                  <a:pt x="500768" y="120885"/>
                  <a:pt x="494786" y="123047"/>
                  <a:pt x="488167" y="123047"/>
                </a:cubicBezTo>
                <a:cubicBezTo>
                  <a:pt x="483414" y="123047"/>
                  <a:pt x="477983" y="122198"/>
                  <a:pt x="471873" y="120501"/>
                </a:cubicBezTo>
                <a:cubicBezTo>
                  <a:pt x="470007" y="119935"/>
                  <a:pt x="468479" y="119652"/>
                  <a:pt x="467291" y="119652"/>
                </a:cubicBezTo>
                <a:cubicBezTo>
                  <a:pt x="465990" y="119652"/>
                  <a:pt x="464972" y="120388"/>
                  <a:pt x="464236" y="121859"/>
                </a:cubicBezTo>
                <a:lnTo>
                  <a:pt x="461436" y="121859"/>
                </a:lnTo>
                <a:lnTo>
                  <a:pt x="461436" y="94025"/>
                </a:lnTo>
                <a:lnTo>
                  <a:pt x="464236" y="94025"/>
                </a:lnTo>
                <a:cubicBezTo>
                  <a:pt x="465820" y="101973"/>
                  <a:pt x="468847" y="107963"/>
                  <a:pt x="473316" y="111994"/>
                </a:cubicBezTo>
                <a:cubicBezTo>
                  <a:pt x="477785" y="116025"/>
                  <a:pt x="482792" y="118040"/>
                  <a:pt x="488336" y="118040"/>
                </a:cubicBezTo>
                <a:cubicBezTo>
                  <a:pt x="492240" y="118040"/>
                  <a:pt x="495422" y="116896"/>
                  <a:pt x="497883" y="114608"/>
                </a:cubicBezTo>
                <a:cubicBezTo>
                  <a:pt x="500344" y="112319"/>
                  <a:pt x="501574" y="109564"/>
                  <a:pt x="501574" y="106343"/>
                </a:cubicBezTo>
                <a:cubicBezTo>
                  <a:pt x="501574" y="102443"/>
                  <a:pt x="500202" y="99165"/>
                  <a:pt x="497459" y="96509"/>
                </a:cubicBezTo>
                <a:cubicBezTo>
                  <a:pt x="494715" y="93854"/>
                  <a:pt x="489241" y="90492"/>
                  <a:pt x="481038" y="86424"/>
                </a:cubicBezTo>
                <a:cubicBezTo>
                  <a:pt x="472835" y="82355"/>
                  <a:pt x="467461" y="78681"/>
                  <a:pt x="464915" y="75403"/>
                </a:cubicBezTo>
                <a:cubicBezTo>
                  <a:pt x="462369" y="72182"/>
                  <a:pt x="461096" y="68113"/>
                  <a:pt x="461096" y="63197"/>
                </a:cubicBezTo>
                <a:cubicBezTo>
                  <a:pt x="461096" y="56811"/>
                  <a:pt x="463288" y="51471"/>
                  <a:pt x="467673" y="47177"/>
                </a:cubicBezTo>
                <a:cubicBezTo>
                  <a:pt x="472057" y="42881"/>
                  <a:pt x="477729" y="40733"/>
                  <a:pt x="484687" y="40733"/>
                </a:cubicBezTo>
                <a:cubicBezTo>
                  <a:pt x="487742" y="40733"/>
                  <a:pt x="491448" y="41383"/>
                  <a:pt x="495804" y="42684"/>
                </a:cubicBezTo>
                <a:cubicBezTo>
                  <a:pt x="498689" y="43533"/>
                  <a:pt x="500613" y="43957"/>
                  <a:pt x="501574" y="43957"/>
                </a:cubicBezTo>
                <a:cubicBezTo>
                  <a:pt x="502480" y="43957"/>
                  <a:pt x="503187" y="43759"/>
                  <a:pt x="503696" y="43363"/>
                </a:cubicBezTo>
                <a:cubicBezTo>
                  <a:pt x="504205" y="42967"/>
                  <a:pt x="504799" y="42090"/>
                  <a:pt x="505478" y="40733"/>
                </a:cubicBezTo>
                <a:lnTo>
                  <a:pt x="508278" y="40733"/>
                </a:lnTo>
                <a:close/>
                <a:moveTo>
                  <a:pt x="545419" y="0"/>
                </a:moveTo>
                <a:cubicBezTo>
                  <a:pt x="547795" y="0"/>
                  <a:pt x="549818" y="839"/>
                  <a:pt x="551486" y="2517"/>
                </a:cubicBezTo>
                <a:cubicBezTo>
                  <a:pt x="553155" y="4193"/>
                  <a:pt x="553990" y="6225"/>
                  <a:pt x="553990" y="8613"/>
                </a:cubicBezTo>
                <a:cubicBezTo>
                  <a:pt x="553990" y="11002"/>
                  <a:pt x="553155" y="13049"/>
                  <a:pt x="551486" y="14755"/>
                </a:cubicBezTo>
                <a:cubicBezTo>
                  <a:pt x="549818" y="16459"/>
                  <a:pt x="547795" y="17311"/>
                  <a:pt x="545419" y="17311"/>
                </a:cubicBezTo>
                <a:cubicBezTo>
                  <a:pt x="543043" y="17311"/>
                  <a:pt x="541006" y="16459"/>
                  <a:pt x="539309" y="14755"/>
                </a:cubicBezTo>
                <a:cubicBezTo>
                  <a:pt x="537612" y="13049"/>
                  <a:pt x="536763" y="11002"/>
                  <a:pt x="536763" y="8613"/>
                </a:cubicBezTo>
                <a:cubicBezTo>
                  <a:pt x="536763" y="6225"/>
                  <a:pt x="537598" y="4193"/>
                  <a:pt x="539267" y="2517"/>
                </a:cubicBezTo>
                <a:cubicBezTo>
                  <a:pt x="540936" y="839"/>
                  <a:pt x="542986" y="0"/>
                  <a:pt x="545419" y="0"/>
                </a:cubicBezTo>
                <a:moveTo>
                  <a:pt x="552462" y="40733"/>
                </a:moveTo>
                <a:lnTo>
                  <a:pt x="552462" y="103052"/>
                </a:lnTo>
                <a:cubicBezTo>
                  <a:pt x="552462" y="107906"/>
                  <a:pt x="552816" y="111138"/>
                  <a:pt x="553523" y="112747"/>
                </a:cubicBezTo>
                <a:cubicBezTo>
                  <a:pt x="554230" y="114356"/>
                  <a:pt x="555277" y="115555"/>
                  <a:pt x="556663" y="116345"/>
                </a:cubicBezTo>
                <a:cubicBezTo>
                  <a:pt x="558049" y="117136"/>
                  <a:pt x="560581" y="117531"/>
                  <a:pt x="564258" y="117531"/>
                </a:cubicBezTo>
                <a:lnTo>
                  <a:pt x="564258" y="120671"/>
                </a:lnTo>
                <a:lnTo>
                  <a:pt x="526495" y="120671"/>
                </a:lnTo>
                <a:lnTo>
                  <a:pt x="526495" y="117531"/>
                </a:lnTo>
                <a:cubicBezTo>
                  <a:pt x="530286" y="117531"/>
                  <a:pt x="532831" y="117164"/>
                  <a:pt x="534133" y="116430"/>
                </a:cubicBezTo>
                <a:cubicBezTo>
                  <a:pt x="535434" y="115697"/>
                  <a:pt x="536466" y="114483"/>
                  <a:pt x="537230" y="112789"/>
                </a:cubicBezTo>
                <a:cubicBezTo>
                  <a:pt x="537994" y="111096"/>
                  <a:pt x="538376" y="107850"/>
                  <a:pt x="538376" y="103052"/>
                </a:cubicBezTo>
                <a:lnTo>
                  <a:pt x="538376" y="73162"/>
                </a:lnTo>
                <a:cubicBezTo>
                  <a:pt x="538376" y="64751"/>
                  <a:pt x="538121" y="59304"/>
                  <a:pt x="537612" y="56822"/>
                </a:cubicBezTo>
                <a:cubicBezTo>
                  <a:pt x="537216" y="55015"/>
                  <a:pt x="536594" y="53759"/>
                  <a:pt x="535745" y="53053"/>
                </a:cubicBezTo>
                <a:cubicBezTo>
                  <a:pt x="534896" y="52348"/>
                  <a:pt x="533737" y="51995"/>
                  <a:pt x="532266" y="51995"/>
                </a:cubicBezTo>
                <a:cubicBezTo>
                  <a:pt x="530682" y="51995"/>
                  <a:pt x="528758" y="52419"/>
                  <a:pt x="526495" y="53265"/>
                </a:cubicBezTo>
                <a:lnTo>
                  <a:pt x="525307" y="50216"/>
                </a:lnTo>
                <a:lnTo>
                  <a:pt x="548728" y="40733"/>
                </a:lnTo>
                <a:lnTo>
                  <a:pt x="552462" y="40733"/>
                </a:lnTo>
                <a:close/>
                <a:moveTo>
                  <a:pt x="604341" y="48879"/>
                </a:moveTo>
                <a:lnTo>
                  <a:pt x="604341" y="100029"/>
                </a:lnTo>
                <a:cubicBezTo>
                  <a:pt x="604341" y="107279"/>
                  <a:pt x="605133" y="111866"/>
                  <a:pt x="606717" y="113792"/>
                </a:cubicBezTo>
                <a:cubicBezTo>
                  <a:pt x="608810" y="116284"/>
                  <a:pt x="611611" y="117531"/>
                  <a:pt x="615118" y="117531"/>
                </a:cubicBezTo>
                <a:lnTo>
                  <a:pt x="622162" y="117531"/>
                </a:lnTo>
                <a:lnTo>
                  <a:pt x="622162" y="120671"/>
                </a:lnTo>
                <a:lnTo>
                  <a:pt x="575743" y="120671"/>
                </a:lnTo>
                <a:lnTo>
                  <a:pt x="575743" y="117531"/>
                </a:lnTo>
                <a:lnTo>
                  <a:pt x="579223" y="117531"/>
                </a:lnTo>
                <a:cubicBezTo>
                  <a:pt x="581485" y="117531"/>
                  <a:pt x="583550" y="116964"/>
                  <a:pt x="585417" y="115831"/>
                </a:cubicBezTo>
                <a:cubicBezTo>
                  <a:pt x="587284" y="114698"/>
                  <a:pt x="588571" y="113169"/>
                  <a:pt x="589278" y="111243"/>
                </a:cubicBezTo>
                <a:cubicBezTo>
                  <a:pt x="589986" y="109318"/>
                  <a:pt x="590339" y="105580"/>
                  <a:pt x="590339" y="100029"/>
                </a:cubicBezTo>
                <a:lnTo>
                  <a:pt x="590339" y="48879"/>
                </a:lnTo>
                <a:lnTo>
                  <a:pt x="575234" y="48879"/>
                </a:lnTo>
                <a:lnTo>
                  <a:pt x="575234" y="42939"/>
                </a:lnTo>
                <a:lnTo>
                  <a:pt x="590339" y="42939"/>
                </a:lnTo>
                <a:lnTo>
                  <a:pt x="590339" y="37826"/>
                </a:lnTo>
                <a:cubicBezTo>
                  <a:pt x="590339" y="30046"/>
                  <a:pt x="591584" y="23458"/>
                  <a:pt x="594073" y="18062"/>
                </a:cubicBezTo>
                <a:cubicBezTo>
                  <a:pt x="596562" y="12666"/>
                  <a:pt x="600367" y="8307"/>
                  <a:pt x="605487" y="4986"/>
                </a:cubicBezTo>
                <a:cubicBezTo>
                  <a:pt x="610607" y="1662"/>
                  <a:pt x="616363" y="0"/>
                  <a:pt x="622756" y="0"/>
                </a:cubicBezTo>
                <a:cubicBezTo>
                  <a:pt x="628696" y="0"/>
                  <a:pt x="634155" y="1923"/>
                  <a:pt x="639134" y="5770"/>
                </a:cubicBezTo>
                <a:cubicBezTo>
                  <a:pt x="642415" y="8316"/>
                  <a:pt x="644055" y="11173"/>
                  <a:pt x="644055" y="14341"/>
                </a:cubicBezTo>
                <a:cubicBezTo>
                  <a:pt x="644055" y="16039"/>
                  <a:pt x="643320" y="17637"/>
                  <a:pt x="641849" y="19136"/>
                </a:cubicBezTo>
                <a:cubicBezTo>
                  <a:pt x="640378" y="20635"/>
                  <a:pt x="638794" y="21385"/>
                  <a:pt x="637097" y="21385"/>
                </a:cubicBezTo>
                <a:cubicBezTo>
                  <a:pt x="635796" y="21385"/>
                  <a:pt x="634424" y="20913"/>
                  <a:pt x="632981" y="19969"/>
                </a:cubicBezTo>
                <a:cubicBezTo>
                  <a:pt x="631539" y="19025"/>
                  <a:pt x="629771" y="16994"/>
                  <a:pt x="627677" y="13877"/>
                </a:cubicBezTo>
                <a:cubicBezTo>
                  <a:pt x="625584" y="10760"/>
                  <a:pt x="623661" y="8658"/>
                  <a:pt x="621907" y="7571"/>
                </a:cubicBezTo>
                <a:cubicBezTo>
                  <a:pt x="620153" y="6484"/>
                  <a:pt x="618201" y="5940"/>
                  <a:pt x="616052" y="5940"/>
                </a:cubicBezTo>
                <a:cubicBezTo>
                  <a:pt x="613449" y="5940"/>
                  <a:pt x="611243" y="6640"/>
                  <a:pt x="609433" y="8040"/>
                </a:cubicBezTo>
                <a:cubicBezTo>
                  <a:pt x="607622" y="9439"/>
                  <a:pt x="606321" y="11608"/>
                  <a:pt x="605529" y="14548"/>
                </a:cubicBezTo>
                <a:cubicBezTo>
                  <a:pt x="604737" y="17488"/>
                  <a:pt x="604341" y="25067"/>
                  <a:pt x="604341" y="37285"/>
                </a:cubicBezTo>
                <a:lnTo>
                  <a:pt x="604341" y="42939"/>
                </a:lnTo>
                <a:lnTo>
                  <a:pt x="624368" y="42939"/>
                </a:lnTo>
                <a:lnTo>
                  <a:pt x="624368" y="48879"/>
                </a:lnTo>
                <a:lnTo>
                  <a:pt x="604341" y="48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icationsofa">
            <a:extLst xmlns:a="http://schemas.openxmlformats.org/drawingml/2006/main">
              <a:ext uri="{FF2B5EF4-FFF2-40B4-BE49-F238E27FC236}">
                <a16:creationId xmlns:a16="http://schemas.microsoft.com/office/drawing/2014/main" id="{00A52E78-1BC4-4010-A987-FB60A88B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273" y="2596377"/>
            <a:ext cx="844042" cy="123047"/>
          </a:xfrm>
          <a:custGeom xmlns:a="http://schemas.openxmlformats.org/drawingml/2006/main">
            <a:pathLst>
              <a:path w="844042" h="123047">
                <a:moveTo>
                  <a:pt x="20112" y="0"/>
                </a:moveTo>
                <a:cubicBezTo>
                  <a:pt x="22488" y="0"/>
                  <a:pt x="24510" y="839"/>
                  <a:pt x="26179" y="2517"/>
                </a:cubicBezTo>
                <a:cubicBezTo>
                  <a:pt x="27848" y="4193"/>
                  <a:pt x="28683" y="6225"/>
                  <a:pt x="28683" y="8613"/>
                </a:cubicBezTo>
                <a:cubicBezTo>
                  <a:pt x="28683" y="11002"/>
                  <a:pt x="27848" y="13049"/>
                  <a:pt x="26179" y="14755"/>
                </a:cubicBezTo>
                <a:cubicBezTo>
                  <a:pt x="24510" y="16459"/>
                  <a:pt x="22488" y="17311"/>
                  <a:pt x="20112" y="17311"/>
                </a:cubicBezTo>
                <a:cubicBezTo>
                  <a:pt x="17736" y="17311"/>
                  <a:pt x="15699" y="16459"/>
                  <a:pt x="14002" y="14755"/>
                </a:cubicBezTo>
                <a:cubicBezTo>
                  <a:pt x="12305" y="13049"/>
                  <a:pt x="11456" y="11002"/>
                  <a:pt x="11456" y="8613"/>
                </a:cubicBezTo>
                <a:cubicBezTo>
                  <a:pt x="11456" y="6225"/>
                  <a:pt x="12291" y="4193"/>
                  <a:pt x="13959" y="2517"/>
                </a:cubicBezTo>
                <a:cubicBezTo>
                  <a:pt x="15628" y="839"/>
                  <a:pt x="17679" y="0"/>
                  <a:pt x="20112" y="0"/>
                </a:cubicBezTo>
                <a:moveTo>
                  <a:pt x="27155" y="40733"/>
                </a:moveTo>
                <a:lnTo>
                  <a:pt x="27155" y="103052"/>
                </a:lnTo>
                <a:cubicBezTo>
                  <a:pt x="27155" y="107906"/>
                  <a:pt x="27509" y="111138"/>
                  <a:pt x="28216" y="112747"/>
                </a:cubicBezTo>
                <a:cubicBezTo>
                  <a:pt x="28923" y="114356"/>
                  <a:pt x="29970" y="115555"/>
                  <a:pt x="31356" y="116345"/>
                </a:cubicBezTo>
                <a:cubicBezTo>
                  <a:pt x="32742" y="117136"/>
                  <a:pt x="35273" y="117531"/>
                  <a:pt x="38951" y="117531"/>
                </a:cubicBezTo>
                <a:lnTo>
                  <a:pt x="38951" y="120671"/>
                </a:lnTo>
                <a:lnTo>
                  <a:pt x="1188" y="120671"/>
                </a:lnTo>
                <a:lnTo>
                  <a:pt x="1188" y="117531"/>
                </a:lnTo>
                <a:cubicBezTo>
                  <a:pt x="4978" y="117531"/>
                  <a:pt x="7524" y="117164"/>
                  <a:pt x="8825" y="116430"/>
                </a:cubicBezTo>
                <a:cubicBezTo>
                  <a:pt x="10127" y="115697"/>
                  <a:pt x="11159" y="114483"/>
                  <a:pt x="11923" y="112789"/>
                </a:cubicBezTo>
                <a:cubicBezTo>
                  <a:pt x="12687" y="111096"/>
                  <a:pt x="13068" y="107850"/>
                  <a:pt x="13068" y="103052"/>
                </a:cubicBezTo>
                <a:lnTo>
                  <a:pt x="13068" y="73162"/>
                </a:lnTo>
                <a:cubicBezTo>
                  <a:pt x="13068" y="64751"/>
                  <a:pt x="12814" y="59304"/>
                  <a:pt x="12305" y="56822"/>
                </a:cubicBezTo>
                <a:cubicBezTo>
                  <a:pt x="11909" y="55015"/>
                  <a:pt x="11286" y="53759"/>
                  <a:pt x="10438" y="53053"/>
                </a:cubicBezTo>
                <a:cubicBezTo>
                  <a:pt x="9589" y="52348"/>
                  <a:pt x="8429" y="51995"/>
                  <a:pt x="6959" y="51995"/>
                </a:cubicBezTo>
                <a:cubicBezTo>
                  <a:pt x="5374" y="51995"/>
                  <a:pt x="3451" y="52419"/>
                  <a:pt x="1188" y="53265"/>
                </a:cubicBezTo>
                <a:lnTo>
                  <a:pt x="0" y="50216"/>
                </a:lnTo>
                <a:lnTo>
                  <a:pt x="23421" y="40733"/>
                </a:lnTo>
                <a:lnTo>
                  <a:pt x="27155" y="40733"/>
                </a:lnTo>
                <a:close/>
                <a:moveTo>
                  <a:pt x="114675" y="91139"/>
                </a:moveTo>
                <a:cubicBezTo>
                  <a:pt x="112581" y="101379"/>
                  <a:pt x="108480" y="109257"/>
                  <a:pt x="102370" y="114773"/>
                </a:cubicBezTo>
                <a:cubicBezTo>
                  <a:pt x="96260" y="120289"/>
                  <a:pt x="89500" y="123047"/>
                  <a:pt x="82089" y="123047"/>
                </a:cubicBezTo>
                <a:cubicBezTo>
                  <a:pt x="73263" y="123047"/>
                  <a:pt x="65569" y="119346"/>
                  <a:pt x="59007" y="111943"/>
                </a:cubicBezTo>
                <a:cubicBezTo>
                  <a:pt x="52444" y="104539"/>
                  <a:pt x="49163" y="94536"/>
                  <a:pt x="49163" y="81932"/>
                </a:cubicBezTo>
                <a:cubicBezTo>
                  <a:pt x="49163" y="69725"/>
                  <a:pt x="52798" y="59807"/>
                  <a:pt x="60067" y="52178"/>
                </a:cubicBezTo>
                <a:cubicBezTo>
                  <a:pt x="67337" y="44548"/>
                  <a:pt x="76063" y="40733"/>
                  <a:pt x="86247" y="40733"/>
                </a:cubicBezTo>
                <a:cubicBezTo>
                  <a:pt x="93884" y="40733"/>
                  <a:pt x="100164" y="42749"/>
                  <a:pt x="105086" y="46782"/>
                </a:cubicBezTo>
                <a:cubicBezTo>
                  <a:pt x="110007" y="50812"/>
                  <a:pt x="112468" y="54999"/>
                  <a:pt x="112468" y="59341"/>
                </a:cubicBezTo>
                <a:cubicBezTo>
                  <a:pt x="112468" y="61484"/>
                  <a:pt x="111775" y="63218"/>
                  <a:pt x="110389" y="64544"/>
                </a:cubicBezTo>
                <a:cubicBezTo>
                  <a:pt x="109003" y="65868"/>
                  <a:pt x="107066" y="66530"/>
                  <a:pt x="104576" y="66530"/>
                </a:cubicBezTo>
                <a:cubicBezTo>
                  <a:pt x="101239" y="66530"/>
                  <a:pt x="98721" y="65455"/>
                  <a:pt x="97024" y="63305"/>
                </a:cubicBezTo>
                <a:cubicBezTo>
                  <a:pt x="96062" y="62117"/>
                  <a:pt x="95426" y="59854"/>
                  <a:pt x="95115" y="56517"/>
                </a:cubicBezTo>
                <a:cubicBezTo>
                  <a:pt x="94803" y="53179"/>
                  <a:pt x="93658" y="50633"/>
                  <a:pt x="91678" y="48879"/>
                </a:cubicBezTo>
                <a:cubicBezTo>
                  <a:pt x="89698" y="47182"/>
                  <a:pt x="86954" y="46333"/>
                  <a:pt x="83446" y="46333"/>
                </a:cubicBezTo>
                <a:cubicBezTo>
                  <a:pt x="77789" y="46333"/>
                  <a:pt x="73235" y="48427"/>
                  <a:pt x="69784" y="52613"/>
                </a:cubicBezTo>
                <a:cubicBezTo>
                  <a:pt x="65201" y="58157"/>
                  <a:pt x="62910" y="65483"/>
                  <a:pt x="62910" y="74592"/>
                </a:cubicBezTo>
                <a:cubicBezTo>
                  <a:pt x="62910" y="83870"/>
                  <a:pt x="65187" y="92059"/>
                  <a:pt x="69741" y="99159"/>
                </a:cubicBezTo>
                <a:cubicBezTo>
                  <a:pt x="74296" y="106259"/>
                  <a:pt x="80448" y="109809"/>
                  <a:pt x="88198" y="109809"/>
                </a:cubicBezTo>
                <a:cubicBezTo>
                  <a:pt x="93743" y="109809"/>
                  <a:pt x="98721" y="107913"/>
                  <a:pt x="103134" y="104123"/>
                </a:cubicBezTo>
                <a:cubicBezTo>
                  <a:pt x="106245" y="101521"/>
                  <a:pt x="109272" y="96797"/>
                  <a:pt x="112214" y="89951"/>
                </a:cubicBezTo>
                <a:lnTo>
                  <a:pt x="114675" y="91139"/>
                </a:lnTo>
                <a:close/>
                <a:moveTo>
                  <a:pt x="169860" y="109469"/>
                </a:moveTo>
                <a:cubicBezTo>
                  <a:pt x="161883" y="115636"/>
                  <a:pt x="156877" y="119200"/>
                  <a:pt x="154840" y="120161"/>
                </a:cubicBezTo>
                <a:cubicBezTo>
                  <a:pt x="151785" y="121632"/>
                  <a:pt x="148532" y="122368"/>
                  <a:pt x="145081" y="122368"/>
                </a:cubicBezTo>
                <a:cubicBezTo>
                  <a:pt x="139707" y="122368"/>
                  <a:pt x="135280" y="120529"/>
                  <a:pt x="131801" y="116852"/>
                </a:cubicBezTo>
                <a:cubicBezTo>
                  <a:pt x="128321" y="113175"/>
                  <a:pt x="126582" y="108338"/>
                  <a:pt x="126582" y="102341"/>
                </a:cubicBezTo>
                <a:cubicBezTo>
                  <a:pt x="126582" y="98551"/>
                  <a:pt x="127430" y="95269"/>
                  <a:pt x="129128" y="92497"/>
                </a:cubicBezTo>
                <a:cubicBezTo>
                  <a:pt x="131447" y="88650"/>
                  <a:pt x="135478" y="85030"/>
                  <a:pt x="141220" y="81635"/>
                </a:cubicBezTo>
                <a:cubicBezTo>
                  <a:pt x="146962" y="78241"/>
                  <a:pt x="156509" y="74111"/>
                  <a:pt x="169860" y="69246"/>
                </a:cubicBezTo>
                <a:lnTo>
                  <a:pt x="169860" y="66191"/>
                </a:lnTo>
                <a:cubicBezTo>
                  <a:pt x="169860" y="58440"/>
                  <a:pt x="168630" y="53122"/>
                  <a:pt x="166169" y="50237"/>
                </a:cubicBezTo>
                <a:cubicBezTo>
                  <a:pt x="163708" y="47352"/>
                  <a:pt x="160130" y="45909"/>
                  <a:pt x="155434" y="45909"/>
                </a:cubicBezTo>
                <a:cubicBezTo>
                  <a:pt x="151870" y="45909"/>
                  <a:pt x="149041" y="46867"/>
                  <a:pt x="146948" y="48784"/>
                </a:cubicBezTo>
                <a:cubicBezTo>
                  <a:pt x="144798" y="50700"/>
                  <a:pt x="143723" y="52899"/>
                  <a:pt x="143723" y="55379"/>
                </a:cubicBezTo>
                <a:lnTo>
                  <a:pt x="143893" y="60282"/>
                </a:lnTo>
                <a:cubicBezTo>
                  <a:pt x="143893" y="62874"/>
                  <a:pt x="143228" y="64874"/>
                  <a:pt x="141899" y="66283"/>
                </a:cubicBezTo>
                <a:cubicBezTo>
                  <a:pt x="140569" y="67692"/>
                  <a:pt x="138830" y="68397"/>
                  <a:pt x="136680" y="68397"/>
                </a:cubicBezTo>
                <a:cubicBezTo>
                  <a:pt x="134587" y="68397"/>
                  <a:pt x="132875" y="67664"/>
                  <a:pt x="131546" y="66199"/>
                </a:cubicBezTo>
                <a:cubicBezTo>
                  <a:pt x="130217" y="64731"/>
                  <a:pt x="129552" y="62728"/>
                  <a:pt x="129552" y="60189"/>
                </a:cubicBezTo>
                <a:cubicBezTo>
                  <a:pt x="129552" y="55340"/>
                  <a:pt x="132041" y="50885"/>
                  <a:pt x="137019" y="46824"/>
                </a:cubicBezTo>
                <a:cubicBezTo>
                  <a:pt x="141998" y="42763"/>
                  <a:pt x="148985" y="40733"/>
                  <a:pt x="157980" y="40733"/>
                </a:cubicBezTo>
                <a:cubicBezTo>
                  <a:pt x="164882" y="40733"/>
                  <a:pt x="170539" y="41891"/>
                  <a:pt x="174952" y="44207"/>
                </a:cubicBezTo>
                <a:cubicBezTo>
                  <a:pt x="178290" y="45959"/>
                  <a:pt x="180751" y="48700"/>
                  <a:pt x="182335" y="52430"/>
                </a:cubicBezTo>
                <a:cubicBezTo>
                  <a:pt x="183353" y="54859"/>
                  <a:pt x="183862" y="59831"/>
                  <a:pt x="183862" y="67347"/>
                </a:cubicBezTo>
                <a:lnTo>
                  <a:pt x="183862" y="93706"/>
                </a:lnTo>
                <a:cubicBezTo>
                  <a:pt x="183862" y="101109"/>
                  <a:pt x="184004" y="105643"/>
                  <a:pt x="184286" y="107311"/>
                </a:cubicBezTo>
                <a:cubicBezTo>
                  <a:pt x="184569" y="108978"/>
                  <a:pt x="185036" y="110094"/>
                  <a:pt x="185687" y="110660"/>
                </a:cubicBezTo>
                <a:cubicBezTo>
                  <a:pt x="186337" y="111224"/>
                  <a:pt x="187087" y="111506"/>
                  <a:pt x="187935" y="111506"/>
                </a:cubicBezTo>
                <a:cubicBezTo>
                  <a:pt x="188841" y="111506"/>
                  <a:pt x="189633" y="111308"/>
                  <a:pt x="190311" y="110912"/>
                </a:cubicBezTo>
                <a:cubicBezTo>
                  <a:pt x="191499" y="110176"/>
                  <a:pt x="193791" y="108111"/>
                  <a:pt x="197185" y="104717"/>
                </a:cubicBezTo>
                <a:lnTo>
                  <a:pt x="197185" y="109469"/>
                </a:lnTo>
                <a:cubicBezTo>
                  <a:pt x="190849" y="117955"/>
                  <a:pt x="184796" y="122198"/>
                  <a:pt x="179025" y="122198"/>
                </a:cubicBezTo>
                <a:cubicBezTo>
                  <a:pt x="176253" y="122198"/>
                  <a:pt x="174047" y="121236"/>
                  <a:pt x="172406" y="119313"/>
                </a:cubicBezTo>
                <a:cubicBezTo>
                  <a:pt x="170765" y="117389"/>
                  <a:pt x="169917" y="114108"/>
                  <a:pt x="169860" y="109469"/>
                </a:cubicBezTo>
                <a:moveTo>
                  <a:pt x="169860" y="103906"/>
                </a:moveTo>
                <a:lnTo>
                  <a:pt x="169860" y="74422"/>
                </a:lnTo>
                <a:cubicBezTo>
                  <a:pt x="161318" y="77801"/>
                  <a:pt x="155802" y="80194"/>
                  <a:pt x="153313" y="81603"/>
                </a:cubicBezTo>
                <a:cubicBezTo>
                  <a:pt x="148843" y="84082"/>
                  <a:pt x="145647" y="86673"/>
                  <a:pt x="143723" y="89376"/>
                </a:cubicBezTo>
                <a:cubicBezTo>
                  <a:pt x="141800" y="92079"/>
                  <a:pt x="140838" y="95036"/>
                  <a:pt x="140838" y="98246"/>
                </a:cubicBezTo>
                <a:cubicBezTo>
                  <a:pt x="140838" y="102302"/>
                  <a:pt x="142054" y="105667"/>
                  <a:pt x="144487" y="108342"/>
                </a:cubicBezTo>
                <a:cubicBezTo>
                  <a:pt x="146920" y="111017"/>
                  <a:pt x="149720" y="112354"/>
                  <a:pt x="152888" y="112354"/>
                </a:cubicBezTo>
                <a:cubicBezTo>
                  <a:pt x="157188" y="112354"/>
                  <a:pt x="162845" y="109538"/>
                  <a:pt x="169860" y="103906"/>
                </a:cubicBezTo>
                <a:close/>
                <a:moveTo>
                  <a:pt x="225555" y="17311"/>
                </a:moveTo>
                <a:lnTo>
                  <a:pt x="225555" y="42939"/>
                </a:lnTo>
                <a:lnTo>
                  <a:pt x="243715" y="42939"/>
                </a:lnTo>
                <a:lnTo>
                  <a:pt x="243715" y="48879"/>
                </a:lnTo>
                <a:lnTo>
                  <a:pt x="225555" y="48879"/>
                </a:lnTo>
                <a:lnTo>
                  <a:pt x="225555" y="99217"/>
                </a:lnTo>
                <a:cubicBezTo>
                  <a:pt x="225555" y="104247"/>
                  <a:pt x="226276" y="107638"/>
                  <a:pt x="227719" y="109390"/>
                </a:cubicBezTo>
                <a:cubicBezTo>
                  <a:pt x="229161" y="111140"/>
                  <a:pt x="231014" y="112015"/>
                  <a:pt x="233277" y="112015"/>
                </a:cubicBezTo>
                <a:cubicBezTo>
                  <a:pt x="235144" y="112015"/>
                  <a:pt x="236954" y="111435"/>
                  <a:pt x="238708" y="110275"/>
                </a:cubicBezTo>
                <a:cubicBezTo>
                  <a:pt x="240462" y="109116"/>
                  <a:pt x="241819" y="107404"/>
                  <a:pt x="242781" y="105141"/>
                </a:cubicBezTo>
                <a:lnTo>
                  <a:pt x="246091" y="105141"/>
                </a:lnTo>
                <a:cubicBezTo>
                  <a:pt x="244111" y="110701"/>
                  <a:pt x="241310" y="114906"/>
                  <a:pt x="237690" y="117756"/>
                </a:cubicBezTo>
                <a:cubicBezTo>
                  <a:pt x="234069" y="120604"/>
                  <a:pt x="230335" y="122028"/>
                  <a:pt x="226488" y="122028"/>
                </a:cubicBezTo>
                <a:cubicBezTo>
                  <a:pt x="223886" y="122028"/>
                  <a:pt x="221340" y="121306"/>
                  <a:pt x="218851" y="119862"/>
                </a:cubicBezTo>
                <a:cubicBezTo>
                  <a:pt x="216361" y="118417"/>
                  <a:pt x="214523" y="116351"/>
                  <a:pt x="213335" y="113662"/>
                </a:cubicBezTo>
                <a:cubicBezTo>
                  <a:pt x="212147" y="110971"/>
                  <a:pt x="211553" y="106822"/>
                  <a:pt x="211553" y="101214"/>
                </a:cubicBezTo>
                <a:lnTo>
                  <a:pt x="211553" y="48879"/>
                </a:lnTo>
                <a:lnTo>
                  <a:pt x="199248" y="48879"/>
                </a:lnTo>
                <a:lnTo>
                  <a:pt x="199248" y="46079"/>
                </a:lnTo>
                <a:cubicBezTo>
                  <a:pt x="202360" y="44831"/>
                  <a:pt x="205542" y="42717"/>
                  <a:pt x="208795" y="39738"/>
                </a:cubicBezTo>
                <a:cubicBezTo>
                  <a:pt x="212048" y="36759"/>
                  <a:pt x="214947" y="33227"/>
                  <a:pt x="217493" y="29141"/>
                </a:cubicBezTo>
                <a:cubicBezTo>
                  <a:pt x="218794" y="26986"/>
                  <a:pt x="220604" y="23043"/>
                  <a:pt x="222924" y="17311"/>
                </a:cubicBezTo>
                <a:lnTo>
                  <a:pt x="225555" y="17311"/>
                </a:lnTo>
                <a:close/>
                <a:moveTo>
                  <a:pt x="271069" y="0"/>
                </a:moveTo>
                <a:cubicBezTo>
                  <a:pt x="273445" y="0"/>
                  <a:pt x="275467" y="839"/>
                  <a:pt x="277136" y="2517"/>
                </a:cubicBezTo>
                <a:cubicBezTo>
                  <a:pt x="278805" y="4193"/>
                  <a:pt x="279639" y="6225"/>
                  <a:pt x="279639" y="8613"/>
                </a:cubicBezTo>
                <a:cubicBezTo>
                  <a:pt x="279639" y="11002"/>
                  <a:pt x="278805" y="13049"/>
                  <a:pt x="277136" y="14755"/>
                </a:cubicBezTo>
                <a:cubicBezTo>
                  <a:pt x="275467" y="16459"/>
                  <a:pt x="273445" y="17311"/>
                  <a:pt x="271069" y="17311"/>
                </a:cubicBezTo>
                <a:cubicBezTo>
                  <a:pt x="268692" y="17311"/>
                  <a:pt x="266656" y="16459"/>
                  <a:pt x="264959" y="14755"/>
                </a:cubicBezTo>
                <a:cubicBezTo>
                  <a:pt x="263261" y="13049"/>
                  <a:pt x="262413" y="11002"/>
                  <a:pt x="262413" y="8613"/>
                </a:cubicBezTo>
                <a:cubicBezTo>
                  <a:pt x="262413" y="6225"/>
                  <a:pt x="263247" y="4193"/>
                  <a:pt x="264916" y="2517"/>
                </a:cubicBezTo>
                <a:cubicBezTo>
                  <a:pt x="266585" y="839"/>
                  <a:pt x="268636" y="0"/>
                  <a:pt x="271069" y="0"/>
                </a:cubicBezTo>
                <a:moveTo>
                  <a:pt x="278112" y="40733"/>
                </a:moveTo>
                <a:lnTo>
                  <a:pt x="278112" y="103052"/>
                </a:lnTo>
                <a:cubicBezTo>
                  <a:pt x="278112" y="107906"/>
                  <a:pt x="278466" y="111138"/>
                  <a:pt x="279173" y="112747"/>
                </a:cubicBezTo>
                <a:cubicBezTo>
                  <a:pt x="279880" y="114356"/>
                  <a:pt x="280926" y="115555"/>
                  <a:pt x="282312" y="116345"/>
                </a:cubicBezTo>
                <a:cubicBezTo>
                  <a:pt x="283699" y="117136"/>
                  <a:pt x="286230" y="117531"/>
                  <a:pt x="289907" y="117531"/>
                </a:cubicBezTo>
                <a:lnTo>
                  <a:pt x="289907" y="120671"/>
                </a:lnTo>
                <a:lnTo>
                  <a:pt x="252145" y="120671"/>
                </a:lnTo>
                <a:lnTo>
                  <a:pt x="252145" y="117531"/>
                </a:lnTo>
                <a:cubicBezTo>
                  <a:pt x="255935" y="117531"/>
                  <a:pt x="258481" y="117164"/>
                  <a:pt x="259782" y="116430"/>
                </a:cubicBezTo>
                <a:cubicBezTo>
                  <a:pt x="261083" y="115697"/>
                  <a:pt x="262116" y="114483"/>
                  <a:pt x="262880" y="112789"/>
                </a:cubicBezTo>
                <a:cubicBezTo>
                  <a:pt x="263643" y="111096"/>
                  <a:pt x="264025" y="107850"/>
                  <a:pt x="264025" y="103052"/>
                </a:cubicBezTo>
                <a:lnTo>
                  <a:pt x="264025" y="73162"/>
                </a:lnTo>
                <a:cubicBezTo>
                  <a:pt x="264025" y="64751"/>
                  <a:pt x="263771" y="59304"/>
                  <a:pt x="263261" y="56822"/>
                </a:cubicBezTo>
                <a:cubicBezTo>
                  <a:pt x="262865" y="55015"/>
                  <a:pt x="262243" y="53759"/>
                  <a:pt x="261395" y="53053"/>
                </a:cubicBezTo>
                <a:cubicBezTo>
                  <a:pt x="260546" y="52348"/>
                  <a:pt x="259386" y="51995"/>
                  <a:pt x="257915" y="51995"/>
                </a:cubicBezTo>
                <a:cubicBezTo>
                  <a:pt x="256331" y="51995"/>
                  <a:pt x="254408" y="52419"/>
                  <a:pt x="252145" y="53265"/>
                </a:cubicBezTo>
                <a:lnTo>
                  <a:pt x="250957" y="50216"/>
                </a:lnTo>
                <a:lnTo>
                  <a:pt x="274378" y="40733"/>
                </a:lnTo>
                <a:lnTo>
                  <a:pt x="278112" y="40733"/>
                </a:lnTo>
                <a:close/>
                <a:moveTo>
                  <a:pt x="337628" y="40733"/>
                </a:moveTo>
                <a:cubicBezTo>
                  <a:pt x="349395" y="40733"/>
                  <a:pt x="358843" y="45198"/>
                  <a:pt x="365971" y="54127"/>
                </a:cubicBezTo>
                <a:cubicBezTo>
                  <a:pt x="372025" y="61756"/>
                  <a:pt x="375051" y="70516"/>
                  <a:pt x="375051" y="80407"/>
                </a:cubicBezTo>
                <a:cubicBezTo>
                  <a:pt x="375051" y="87359"/>
                  <a:pt x="373382" y="94395"/>
                  <a:pt x="370044" y="101516"/>
                </a:cubicBezTo>
                <a:cubicBezTo>
                  <a:pt x="366707" y="108636"/>
                  <a:pt x="362110" y="114004"/>
                  <a:pt x="356255" y="117621"/>
                </a:cubicBezTo>
                <a:cubicBezTo>
                  <a:pt x="350399" y="121238"/>
                  <a:pt x="343879" y="123047"/>
                  <a:pt x="336695" y="123047"/>
                </a:cubicBezTo>
                <a:cubicBezTo>
                  <a:pt x="324984" y="123047"/>
                  <a:pt x="315678" y="118384"/>
                  <a:pt x="308776" y="109058"/>
                </a:cubicBezTo>
                <a:cubicBezTo>
                  <a:pt x="302949" y="101203"/>
                  <a:pt x="300035" y="92388"/>
                  <a:pt x="300035" y="82611"/>
                </a:cubicBezTo>
                <a:cubicBezTo>
                  <a:pt x="300035" y="75490"/>
                  <a:pt x="301803" y="68411"/>
                  <a:pt x="305339" y="61375"/>
                </a:cubicBezTo>
                <a:cubicBezTo>
                  <a:pt x="308875" y="54339"/>
                  <a:pt x="313528" y="49139"/>
                  <a:pt x="319298" y="45777"/>
                </a:cubicBezTo>
                <a:cubicBezTo>
                  <a:pt x="325069" y="42414"/>
                  <a:pt x="331179" y="40733"/>
                  <a:pt x="337628" y="40733"/>
                </a:cubicBezTo>
                <a:moveTo>
                  <a:pt x="334997" y="46333"/>
                </a:moveTo>
                <a:cubicBezTo>
                  <a:pt x="331999" y="46333"/>
                  <a:pt x="328986" y="47224"/>
                  <a:pt x="325960" y="49004"/>
                </a:cubicBezTo>
                <a:cubicBezTo>
                  <a:pt x="322933" y="50784"/>
                  <a:pt x="320486" y="53906"/>
                  <a:pt x="318619" y="58370"/>
                </a:cubicBezTo>
                <a:cubicBezTo>
                  <a:pt x="316753" y="62834"/>
                  <a:pt x="315819" y="68569"/>
                  <a:pt x="315819" y="75576"/>
                </a:cubicBezTo>
                <a:cubicBezTo>
                  <a:pt x="315819" y="86876"/>
                  <a:pt x="318068" y="96624"/>
                  <a:pt x="322565" y="104818"/>
                </a:cubicBezTo>
                <a:cubicBezTo>
                  <a:pt x="327063" y="113010"/>
                  <a:pt x="332989" y="117107"/>
                  <a:pt x="340344" y="117107"/>
                </a:cubicBezTo>
                <a:cubicBezTo>
                  <a:pt x="345831" y="117107"/>
                  <a:pt x="350357" y="114846"/>
                  <a:pt x="353921" y="110326"/>
                </a:cubicBezTo>
                <a:cubicBezTo>
                  <a:pt x="357485" y="105805"/>
                  <a:pt x="359267" y="98036"/>
                  <a:pt x="359267" y="87018"/>
                </a:cubicBezTo>
                <a:cubicBezTo>
                  <a:pt x="359267" y="73230"/>
                  <a:pt x="356297" y="62381"/>
                  <a:pt x="350357" y="54469"/>
                </a:cubicBezTo>
                <a:cubicBezTo>
                  <a:pt x="346340" y="49045"/>
                  <a:pt x="341220" y="46333"/>
                  <a:pt x="334997" y="46333"/>
                </a:cubicBezTo>
                <a:close/>
                <a:moveTo>
                  <a:pt x="409165" y="57196"/>
                </a:moveTo>
                <a:cubicBezTo>
                  <a:pt x="418273" y="46220"/>
                  <a:pt x="426957" y="40733"/>
                  <a:pt x="435217" y="40733"/>
                </a:cubicBezTo>
                <a:cubicBezTo>
                  <a:pt x="439460" y="40733"/>
                  <a:pt x="443109" y="41792"/>
                  <a:pt x="446164" y="43910"/>
                </a:cubicBezTo>
                <a:cubicBezTo>
                  <a:pt x="449219" y="46026"/>
                  <a:pt x="451651" y="49511"/>
                  <a:pt x="453462" y="54366"/>
                </a:cubicBezTo>
                <a:cubicBezTo>
                  <a:pt x="454706" y="57752"/>
                  <a:pt x="455329" y="62945"/>
                  <a:pt x="455329" y="69946"/>
                </a:cubicBezTo>
                <a:lnTo>
                  <a:pt x="455329" y="103052"/>
                </a:lnTo>
                <a:cubicBezTo>
                  <a:pt x="455329" y="107963"/>
                  <a:pt x="455725" y="111294"/>
                  <a:pt x="456517" y="113044"/>
                </a:cubicBezTo>
                <a:cubicBezTo>
                  <a:pt x="457139" y="114455"/>
                  <a:pt x="458143" y="115555"/>
                  <a:pt x="459529" y="116345"/>
                </a:cubicBezTo>
                <a:cubicBezTo>
                  <a:pt x="460915" y="117136"/>
                  <a:pt x="463475" y="117531"/>
                  <a:pt x="467209" y="117531"/>
                </a:cubicBezTo>
                <a:lnTo>
                  <a:pt x="467209" y="120671"/>
                </a:lnTo>
                <a:lnTo>
                  <a:pt x="428768" y="120671"/>
                </a:lnTo>
                <a:lnTo>
                  <a:pt x="428768" y="117531"/>
                </a:lnTo>
                <a:lnTo>
                  <a:pt x="430380" y="117531"/>
                </a:lnTo>
                <a:cubicBezTo>
                  <a:pt x="434001" y="117531"/>
                  <a:pt x="436532" y="116982"/>
                  <a:pt x="437975" y="115884"/>
                </a:cubicBezTo>
                <a:cubicBezTo>
                  <a:pt x="439418" y="114786"/>
                  <a:pt x="440422" y="113169"/>
                  <a:pt x="440987" y="111031"/>
                </a:cubicBezTo>
                <a:cubicBezTo>
                  <a:pt x="441214" y="110186"/>
                  <a:pt x="441327" y="107540"/>
                  <a:pt x="441327" y="103094"/>
                </a:cubicBezTo>
                <a:lnTo>
                  <a:pt x="441327" y="71433"/>
                </a:lnTo>
                <a:cubicBezTo>
                  <a:pt x="441327" y="64399"/>
                  <a:pt x="440408" y="59291"/>
                  <a:pt x="438569" y="56111"/>
                </a:cubicBezTo>
                <a:cubicBezTo>
                  <a:pt x="436730" y="52930"/>
                  <a:pt x="433633" y="51340"/>
                  <a:pt x="429277" y="51340"/>
                </a:cubicBezTo>
                <a:cubicBezTo>
                  <a:pt x="422545" y="51340"/>
                  <a:pt x="415841" y="54999"/>
                  <a:pt x="409165" y="62316"/>
                </a:cubicBezTo>
                <a:lnTo>
                  <a:pt x="409165" y="103094"/>
                </a:lnTo>
                <a:cubicBezTo>
                  <a:pt x="409165" y="108329"/>
                  <a:pt x="409476" y="111565"/>
                  <a:pt x="410098" y="112803"/>
                </a:cubicBezTo>
                <a:cubicBezTo>
                  <a:pt x="410890" y="114434"/>
                  <a:pt x="411980" y="115630"/>
                  <a:pt x="413366" y="116391"/>
                </a:cubicBezTo>
                <a:cubicBezTo>
                  <a:pt x="414752" y="117151"/>
                  <a:pt x="417566" y="117531"/>
                  <a:pt x="421809" y="117531"/>
                </a:cubicBezTo>
                <a:lnTo>
                  <a:pt x="421809" y="120671"/>
                </a:lnTo>
                <a:lnTo>
                  <a:pt x="383368" y="120671"/>
                </a:lnTo>
                <a:lnTo>
                  <a:pt x="383368" y="117531"/>
                </a:lnTo>
                <a:lnTo>
                  <a:pt x="385065" y="117531"/>
                </a:lnTo>
                <a:cubicBezTo>
                  <a:pt x="389025" y="117531"/>
                  <a:pt x="391698" y="116529"/>
                  <a:pt x="393084" y="114526"/>
                </a:cubicBezTo>
                <a:cubicBezTo>
                  <a:pt x="394470" y="112521"/>
                  <a:pt x="395163" y="108697"/>
                  <a:pt x="395163" y="103052"/>
                </a:cubicBezTo>
                <a:lnTo>
                  <a:pt x="395163" y="74263"/>
                </a:lnTo>
                <a:cubicBezTo>
                  <a:pt x="395163" y="64950"/>
                  <a:pt x="394951" y="59277"/>
                  <a:pt x="394527" y="57246"/>
                </a:cubicBezTo>
                <a:cubicBezTo>
                  <a:pt x="394102" y="55213"/>
                  <a:pt x="393452" y="53829"/>
                  <a:pt x="392575" y="53096"/>
                </a:cubicBezTo>
                <a:cubicBezTo>
                  <a:pt x="391698" y="52362"/>
                  <a:pt x="390524" y="51995"/>
                  <a:pt x="389053" y="51995"/>
                </a:cubicBezTo>
                <a:cubicBezTo>
                  <a:pt x="387469" y="51995"/>
                  <a:pt x="385574" y="52419"/>
                  <a:pt x="383368" y="53265"/>
                </a:cubicBezTo>
                <a:lnTo>
                  <a:pt x="382095" y="50216"/>
                </a:lnTo>
                <a:lnTo>
                  <a:pt x="405516" y="40733"/>
                </a:lnTo>
                <a:lnTo>
                  <a:pt x="409165" y="40733"/>
                </a:lnTo>
                <a:lnTo>
                  <a:pt x="409165" y="57196"/>
                </a:lnTo>
                <a:close/>
                <a:moveTo>
                  <a:pt x="523640" y="40733"/>
                </a:moveTo>
                <a:lnTo>
                  <a:pt x="523640" y="67039"/>
                </a:lnTo>
                <a:lnTo>
                  <a:pt x="520840" y="67039"/>
                </a:lnTo>
                <a:cubicBezTo>
                  <a:pt x="518690" y="58788"/>
                  <a:pt x="515932" y="53176"/>
                  <a:pt x="512566" y="50203"/>
                </a:cubicBezTo>
                <a:cubicBezTo>
                  <a:pt x="509200" y="47227"/>
                  <a:pt x="504915" y="45739"/>
                  <a:pt x="499710" y="45739"/>
                </a:cubicBezTo>
                <a:cubicBezTo>
                  <a:pt x="495750" y="45739"/>
                  <a:pt x="492553" y="46785"/>
                  <a:pt x="490121" y="48877"/>
                </a:cubicBezTo>
                <a:cubicBezTo>
                  <a:pt x="487688" y="50966"/>
                  <a:pt x="486472" y="53283"/>
                  <a:pt x="486472" y="55827"/>
                </a:cubicBezTo>
                <a:cubicBezTo>
                  <a:pt x="486472" y="58992"/>
                  <a:pt x="487377" y="61704"/>
                  <a:pt x="489187" y="63963"/>
                </a:cubicBezTo>
                <a:cubicBezTo>
                  <a:pt x="490941" y="66281"/>
                  <a:pt x="494505" y="68739"/>
                  <a:pt x="499880" y="71338"/>
                </a:cubicBezTo>
                <a:lnTo>
                  <a:pt x="512269" y="77358"/>
                </a:lnTo>
                <a:cubicBezTo>
                  <a:pt x="523754" y="82951"/>
                  <a:pt x="529496" y="90326"/>
                  <a:pt x="529496" y="99482"/>
                </a:cubicBezTo>
                <a:cubicBezTo>
                  <a:pt x="529496" y="106545"/>
                  <a:pt x="526823" y="112239"/>
                  <a:pt x="521477" y="116563"/>
                </a:cubicBezTo>
                <a:cubicBezTo>
                  <a:pt x="516130" y="120885"/>
                  <a:pt x="510148" y="123047"/>
                  <a:pt x="503529" y="123047"/>
                </a:cubicBezTo>
                <a:cubicBezTo>
                  <a:pt x="498777" y="123047"/>
                  <a:pt x="493345" y="122198"/>
                  <a:pt x="487236" y="120501"/>
                </a:cubicBezTo>
                <a:cubicBezTo>
                  <a:pt x="485369" y="119935"/>
                  <a:pt x="483841" y="119652"/>
                  <a:pt x="482653" y="119652"/>
                </a:cubicBezTo>
                <a:cubicBezTo>
                  <a:pt x="481352" y="119652"/>
                  <a:pt x="480334" y="120388"/>
                  <a:pt x="479598" y="121859"/>
                </a:cubicBezTo>
                <a:lnTo>
                  <a:pt x="476798" y="121859"/>
                </a:lnTo>
                <a:lnTo>
                  <a:pt x="476798" y="94025"/>
                </a:lnTo>
                <a:lnTo>
                  <a:pt x="479598" y="94025"/>
                </a:lnTo>
                <a:cubicBezTo>
                  <a:pt x="481182" y="101973"/>
                  <a:pt x="484209" y="107963"/>
                  <a:pt x="488678" y="111994"/>
                </a:cubicBezTo>
                <a:cubicBezTo>
                  <a:pt x="493147" y="116025"/>
                  <a:pt x="498154" y="118040"/>
                  <a:pt x="503698" y="118040"/>
                </a:cubicBezTo>
                <a:cubicBezTo>
                  <a:pt x="507602" y="118040"/>
                  <a:pt x="510784" y="116896"/>
                  <a:pt x="513245" y="114608"/>
                </a:cubicBezTo>
                <a:cubicBezTo>
                  <a:pt x="515706" y="112319"/>
                  <a:pt x="516937" y="109564"/>
                  <a:pt x="516937" y="106343"/>
                </a:cubicBezTo>
                <a:cubicBezTo>
                  <a:pt x="516937" y="102443"/>
                  <a:pt x="515565" y="99165"/>
                  <a:pt x="512821" y="96509"/>
                </a:cubicBezTo>
                <a:cubicBezTo>
                  <a:pt x="510077" y="93854"/>
                  <a:pt x="504604" y="90492"/>
                  <a:pt x="496400" y="86424"/>
                </a:cubicBezTo>
                <a:cubicBezTo>
                  <a:pt x="488197" y="82355"/>
                  <a:pt x="482823" y="78681"/>
                  <a:pt x="480277" y="75403"/>
                </a:cubicBezTo>
                <a:cubicBezTo>
                  <a:pt x="477731" y="72182"/>
                  <a:pt x="476458" y="68113"/>
                  <a:pt x="476458" y="63197"/>
                </a:cubicBezTo>
                <a:cubicBezTo>
                  <a:pt x="476458" y="56811"/>
                  <a:pt x="478651" y="51471"/>
                  <a:pt x="483035" y="47177"/>
                </a:cubicBezTo>
                <a:cubicBezTo>
                  <a:pt x="487419" y="42881"/>
                  <a:pt x="493091" y="40733"/>
                  <a:pt x="500049" y="40733"/>
                </a:cubicBezTo>
                <a:cubicBezTo>
                  <a:pt x="503104" y="40733"/>
                  <a:pt x="506810" y="41383"/>
                  <a:pt x="511166" y="42684"/>
                </a:cubicBezTo>
                <a:cubicBezTo>
                  <a:pt x="514051" y="43533"/>
                  <a:pt x="515975" y="43957"/>
                  <a:pt x="516937" y="43957"/>
                </a:cubicBezTo>
                <a:cubicBezTo>
                  <a:pt x="517842" y="43957"/>
                  <a:pt x="518549" y="43759"/>
                  <a:pt x="519058" y="43363"/>
                </a:cubicBezTo>
                <a:cubicBezTo>
                  <a:pt x="519567" y="42967"/>
                  <a:pt x="520161" y="42090"/>
                  <a:pt x="520840" y="40733"/>
                </a:cubicBezTo>
                <a:lnTo>
                  <a:pt x="523640" y="40733"/>
                </a:lnTo>
                <a:close/>
                <a:moveTo>
                  <a:pt x="622474" y="40733"/>
                </a:moveTo>
                <a:cubicBezTo>
                  <a:pt x="634242" y="40733"/>
                  <a:pt x="643689" y="45198"/>
                  <a:pt x="650818" y="54127"/>
                </a:cubicBezTo>
                <a:cubicBezTo>
                  <a:pt x="656871" y="61756"/>
                  <a:pt x="659898" y="70516"/>
                  <a:pt x="659898" y="80407"/>
                </a:cubicBezTo>
                <a:cubicBezTo>
                  <a:pt x="659898" y="87359"/>
                  <a:pt x="658229" y="94395"/>
                  <a:pt x="654891" y="101516"/>
                </a:cubicBezTo>
                <a:cubicBezTo>
                  <a:pt x="651553" y="108636"/>
                  <a:pt x="646957" y="114004"/>
                  <a:pt x="641101" y="117621"/>
                </a:cubicBezTo>
                <a:cubicBezTo>
                  <a:pt x="635246" y="121238"/>
                  <a:pt x="628726" y="123047"/>
                  <a:pt x="621541" y="123047"/>
                </a:cubicBezTo>
                <a:cubicBezTo>
                  <a:pt x="609830" y="123047"/>
                  <a:pt x="600524" y="118384"/>
                  <a:pt x="593622" y="109058"/>
                </a:cubicBezTo>
                <a:cubicBezTo>
                  <a:pt x="587795" y="101203"/>
                  <a:pt x="584882" y="92388"/>
                  <a:pt x="584882" y="82611"/>
                </a:cubicBezTo>
                <a:cubicBezTo>
                  <a:pt x="584882" y="75490"/>
                  <a:pt x="586650" y="68411"/>
                  <a:pt x="590185" y="61375"/>
                </a:cubicBezTo>
                <a:cubicBezTo>
                  <a:pt x="593721" y="54339"/>
                  <a:pt x="598374" y="49139"/>
                  <a:pt x="604145" y="45777"/>
                </a:cubicBezTo>
                <a:cubicBezTo>
                  <a:pt x="609915" y="42414"/>
                  <a:pt x="616025" y="40733"/>
                  <a:pt x="622474" y="40733"/>
                </a:cubicBezTo>
                <a:moveTo>
                  <a:pt x="619844" y="46333"/>
                </a:moveTo>
                <a:cubicBezTo>
                  <a:pt x="616845" y="46333"/>
                  <a:pt x="613833" y="47224"/>
                  <a:pt x="610806" y="49004"/>
                </a:cubicBezTo>
                <a:cubicBezTo>
                  <a:pt x="607780" y="50784"/>
                  <a:pt x="605333" y="53906"/>
                  <a:pt x="603466" y="58370"/>
                </a:cubicBezTo>
                <a:cubicBezTo>
                  <a:pt x="601599" y="62834"/>
                  <a:pt x="600666" y="68569"/>
                  <a:pt x="600666" y="75576"/>
                </a:cubicBezTo>
                <a:cubicBezTo>
                  <a:pt x="600666" y="86876"/>
                  <a:pt x="602914" y="96624"/>
                  <a:pt x="607412" y="104818"/>
                </a:cubicBezTo>
                <a:cubicBezTo>
                  <a:pt x="611909" y="113010"/>
                  <a:pt x="617835" y="117107"/>
                  <a:pt x="625190" y="117107"/>
                </a:cubicBezTo>
                <a:cubicBezTo>
                  <a:pt x="630678" y="117107"/>
                  <a:pt x="635203" y="114846"/>
                  <a:pt x="638768" y="110326"/>
                </a:cubicBezTo>
                <a:cubicBezTo>
                  <a:pt x="642332" y="105805"/>
                  <a:pt x="644114" y="98036"/>
                  <a:pt x="644114" y="87018"/>
                </a:cubicBezTo>
                <a:cubicBezTo>
                  <a:pt x="644114" y="73230"/>
                  <a:pt x="641144" y="62381"/>
                  <a:pt x="635203" y="54469"/>
                </a:cubicBezTo>
                <a:cubicBezTo>
                  <a:pt x="631187" y="49045"/>
                  <a:pt x="626067" y="46333"/>
                  <a:pt x="619844" y="46333"/>
                </a:cubicBezTo>
                <a:close/>
                <a:moveTo>
                  <a:pt x="701733" y="48879"/>
                </a:moveTo>
                <a:lnTo>
                  <a:pt x="701733" y="100029"/>
                </a:lnTo>
                <a:cubicBezTo>
                  <a:pt x="701733" y="107279"/>
                  <a:pt x="702525" y="111866"/>
                  <a:pt x="704109" y="113792"/>
                </a:cubicBezTo>
                <a:cubicBezTo>
                  <a:pt x="706203" y="116284"/>
                  <a:pt x="709003" y="117531"/>
                  <a:pt x="712511" y="117531"/>
                </a:cubicBezTo>
                <a:lnTo>
                  <a:pt x="719554" y="117531"/>
                </a:lnTo>
                <a:lnTo>
                  <a:pt x="719554" y="120671"/>
                </a:lnTo>
                <a:lnTo>
                  <a:pt x="673136" y="120671"/>
                </a:lnTo>
                <a:lnTo>
                  <a:pt x="673136" y="117531"/>
                </a:lnTo>
                <a:lnTo>
                  <a:pt x="676615" y="117531"/>
                </a:lnTo>
                <a:cubicBezTo>
                  <a:pt x="678878" y="117531"/>
                  <a:pt x="680943" y="116964"/>
                  <a:pt x="682810" y="115831"/>
                </a:cubicBezTo>
                <a:cubicBezTo>
                  <a:pt x="684677" y="114698"/>
                  <a:pt x="685964" y="113169"/>
                  <a:pt x="686671" y="111243"/>
                </a:cubicBezTo>
                <a:cubicBezTo>
                  <a:pt x="687378" y="109318"/>
                  <a:pt x="687732" y="105580"/>
                  <a:pt x="687732" y="100029"/>
                </a:cubicBezTo>
                <a:lnTo>
                  <a:pt x="687732" y="48879"/>
                </a:lnTo>
                <a:lnTo>
                  <a:pt x="672626" y="48879"/>
                </a:lnTo>
                <a:lnTo>
                  <a:pt x="672626" y="42939"/>
                </a:lnTo>
                <a:lnTo>
                  <a:pt x="687732" y="42939"/>
                </a:lnTo>
                <a:lnTo>
                  <a:pt x="687732" y="37826"/>
                </a:lnTo>
                <a:cubicBezTo>
                  <a:pt x="687732" y="30046"/>
                  <a:pt x="688976" y="23458"/>
                  <a:pt x="691465" y="18062"/>
                </a:cubicBezTo>
                <a:cubicBezTo>
                  <a:pt x="693955" y="12666"/>
                  <a:pt x="697759" y="8307"/>
                  <a:pt x="702879" y="4986"/>
                </a:cubicBezTo>
                <a:cubicBezTo>
                  <a:pt x="707999" y="1662"/>
                  <a:pt x="713755" y="0"/>
                  <a:pt x="720148" y="0"/>
                </a:cubicBezTo>
                <a:cubicBezTo>
                  <a:pt x="726088" y="0"/>
                  <a:pt x="731547" y="1923"/>
                  <a:pt x="736526" y="5770"/>
                </a:cubicBezTo>
                <a:cubicBezTo>
                  <a:pt x="739807" y="8316"/>
                  <a:pt x="741448" y="11173"/>
                  <a:pt x="741448" y="14341"/>
                </a:cubicBezTo>
                <a:cubicBezTo>
                  <a:pt x="741448" y="16039"/>
                  <a:pt x="740712" y="17637"/>
                  <a:pt x="739241" y="19136"/>
                </a:cubicBezTo>
                <a:cubicBezTo>
                  <a:pt x="737771" y="20635"/>
                  <a:pt x="736186" y="21385"/>
                  <a:pt x="734489" y="21385"/>
                </a:cubicBezTo>
                <a:cubicBezTo>
                  <a:pt x="733188" y="21385"/>
                  <a:pt x="731816" y="20913"/>
                  <a:pt x="730374" y="19969"/>
                </a:cubicBezTo>
                <a:cubicBezTo>
                  <a:pt x="728931" y="19025"/>
                  <a:pt x="727163" y="16994"/>
                  <a:pt x="725070" y="13877"/>
                </a:cubicBezTo>
                <a:cubicBezTo>
                  <a:pt x="722977" y="10760"/>
                  <a:pt x="721053" y="8658"/>
                  <a:pt x="719299" y="7571"/>
                </a:cubicBezTo>
                <a:cubicBezTo>
                  <a:pt x="717546" y="6484"/>
                  <a:pt x="715594" y="5940"/>
                  <a:pt x="713444" y="5940"/>
                </a:cubicBezTo>
                <a:cubicBezTo>
                  <a:pt x="710842" y="5940"/>
                  <a:pt x="708635" y="6640"/>
                  <a:pt x="706825" y="8040"/>
                </a:cubicBezTo>
                <a:cubicBezTo>
                  <a:pt x="705015" y="9439"/>
                  <a:pt x="703713" y="11608"/>
                  <a:pt x="702921" y="14548"/>
                </a:cubicBezTo>
                <a:cubicBezTo>
                  <a:pt x="702129" y="17488"/>
                  <a:pt x="701733" y="25067"/>
                  <a:pt x="701733" y="37285"/>
                </a:cubicBezTo>
                <a:lnTo>
                  <a:pt x="701733" y="42939"/>
                </a:lnTo>
                <a:lnTo>
                  <a:pt x="721760" y="42939"/>
                </a:lnTo>
                <a:lnTo>
                  <a:pt x="721760" y="48879"/>
                </a:lnTo>
                <a:lnTo>
                  <a:pt x="701733" y="48879"/>
                </a:lnTo>
                <a:close/>
                <a:moveTo>
                  <a:pt x="816717" y="109469"/>
                </a:moveTo>
                <a:cubicBezTo>
                  <a:pt x="808741" y="115636"/>
                  <a:pt x="803734" y="119200"/>
                  <a:pt x="801697" y="120161"/>
                </a:cubicBezTo>
                <a:cubicBezTo>
                  <a:pt x="798642" y="121632"/>
                  <a:pt x="795389" y="122368"/>
                  <a:pt x="791938" y="122368"/>
                </a:cubicBezTo>
                <a:cubicBezTo>
                  <a:pt x="786564" y="122368"/>
                  <a:pt x="782137" y="120529"/>
                  <a:pt x="778658" y="116852"/>
                </a:cubicBezTo>
                <a:cubicBezTo>
                  <a:pt x="775178" y="113175"/>
                  <a:pt x="773439" y="108338"/>
                  <a:pt x="773439" y="102341"/>
                </a:cubicBezTo>
                <a:cubicBezTo>
                  <a:pt x="773439" y="98551"/>
                  <a:pt x="774287" y="95269"/>
                  <a:pt x="775985" y="92497"/>
                </a:cubicBezTo>
                <a:cubicBezTo>
                  <a:pt x="778304" y="88650"/>
                  <a:pt x="782335" y="85030"/>
                  <a:pt x="788077" y="81635"/>
                </a:cubicBezTo>
                <a:cubicBezTo>
                  <a:pt x="793819" y="78241"/>
                  <a:pt x="803366" y="74111"/>
                  <a:pt x="816717" y="69246"/>
                </a:cubicBezTo>
                <a:lnTo>
                  <a:pt x="816717" y="66191"/>
                </a:lnTo>
                <a:cubicBezTo>
                  <a:pt x="816717" y="58440"/>
                  <a:pt x="815487" y="53122"/>
                  <a:pt x="813026" y="50237"/>
                </a:cubicBezTo>
                <a:cubicBezTo>
                  <a:pt x="810565" y="47352"/>
                  <a:pt x="806987" y="45909"/>
                  <a:pt x="802291" y="45909"/>
                </a:cubicBezTo>
                <a:cubicBezTo>
                  <a:pt x="798727" y="45909"/>
                  <a:pt x="795898" y="46867"/>
                  <a:pt x="793805" y="48784"/>
                </a:cubicBezTo>
                <a:cubicBezTo>
                  <a:pt x="791655" y="50700"/>
                  <a:pt x="790581" y="52899"/>
                  <a:pt x="790581" y="55379"/>
                </a:cubicBezTo>
                <a:lnTo>
                  <a:pt x="790750" y="60282"/>
                </a:lnTo>
                <a:cubicBezTo>
                  <a:pt x="790750" y="62874"/>
                  <a:pt x="790086" y="64874"/>
                  <a:pt x="788756" y="66283"/>
                </a:cubicBezTo>
                <a:cubicBezTo>
                  <a:pt x="787427" y="67692"/>
                  <a:pt x="785687" y="68397"/>
                  <a:pt x="783537" y="68397"/>
                </a:cubicBezTo>
                <a:cubicBezTo>
                  <a:pt x="781444" y="68397"/>
                  <a:pt x="779733" y="67664"/>
                  <a:pt x="778403" y="66199"/>
                </a:cubicBezTo>
                <a:cubicBezTo>
                  <a:pt x="777074" y="64731"/>
                  <a:pt x="776409" y="62728"/>
                  <a:pt x="776409" y="60189"/>
                </a:cubicBezTo>
                <a:cubicBezTo>
                  <a:pt x="776409" y="55340"/>
                  <a:pt x="778898" y="50885"/>
                  <a:pt x="783877" y="46824"/>
                </a:cubicBezTo>
                <a:cubicBezTo>
                  <a:pt x="788855" y="42763"/>
                  <a:pt x="795842" y="40733"/>
                  <a:pt x="804837" y="40733"/>
                </a:cubicBezTo>
                <a:cubicBezTo>
                  <a:pt x="811739" y="40733"/>
                  <a:pt x="817396" y="41891"/>
                  <a:pt x="821809" y="44207"/>
                </a:cubicBezTo>
                <a:cubicBezTo>
                  <a:pt x="825147" y="45959"/>
                  <a:pt x="827608" y="48700"/>
                  <a:pt x="829192" y="52430"/>
                </a:cubicBezTo>
                <a:cubicBezTo>
                  <a:pt x="830210" y="54859"/>
                  <a:pt x="830719" y="59831"/>
                  <a:pt x="830719" y="67347"/>
                </a:cubicBezTo>
                <a:lnTo>
                  <a:pt x="830719" y="93706"/>
                </a:lnTo>
                <a:cubicBezTo>
                  <a:pt x="830719" y="101109"/>
                  <a:pt x="830861" y="105643"/>
                  <a:pt x="831144" y="107311"/>
                </a:cubicBezTo>
                <a:cubicBezTo>
                  <a:pt x="831426" y="108978"/>
                  <a:pt x="831893" y="110094"/>
                  <a:pt x="832544" y="110660"/>
                </a:cubicBezTo>
                <a:cubicBezTo>
                  <a:pt x="833194" y="111224"/>
                  <a:pt x="833944" y="111506"/>
                  <a:pt x="834792" y="111506"/>
                </a:cubicBezTo>
                <a:cubicBezTo>
                  <a:pt x="835698" y="111506"/>
                  <a:pt x="836490" y="111308"/>
                  <a:pt x="837169" y="110912"/>
                </a:cubicBezTo>
                <a:cubicBezTo>
                  <a:pt x="838357" y="110176"/>
                  <a:pt x="840648" y="108111"/>
                  <a:pt x="844042" y="104717"/>
                </a:cubicBezTo>
                <a:lnTo>
                  <a:pt x="844042" y="109469"/>
                </a:lnTo>
                <a:cubicBezTo>
                  <a:pt x="837706" y="117955"/>
                  <a:pt x="831653" y="122198"/>
                  <a:pt x="825882" y="122198"/>
                </a:cubicBezTo>
                <a:cubicBezTo>
                  <a:pt x="823110" y="122198"/>
                  <a:pt x="820904" y="121236"/>
                  <a:pt x="819263" y="119313"/>
                </a:cubicBezTo>
                <a:cubicBezTo>
                  <a:pt x="817623" y="117389"/>
                  <a:pt x="816774" y="114108"/>
                  <a:pt x="816717" y="109469"/>
                </a:cubicBezTo>
                <a:moveTo>
                  <a:pt x="816717" y="103906"/>
                </a:moveTo>
                <a:lnTo>
                  <a:pt x="816717" y="74422"/>
                </a:lnTo>
                <a:cubicBezTo>
                  <a:pt x="808175" y="77801"/>
                  <a:pt x="802659" y="80194"/>
                  <a:pt x="800170" y="81603"/>
                </a:cubicBezTo>
                <a:cubicBezTo>
                  <a:pt x="795700" y="84082"/>
                  <a:pt x="792504" y="86673"/>
                  <a:pt x="790581" y="89376"/>
                </a:cubicBezTo>
                <a:cubicBezTo>
                  <a:pt x="788657" y="92079"/>
                  <a:pt x="787695" y="95036"/>
                  <a:pt x="787695" y="98246"/>
                </a:cubicBezTo>
                <a:cubicBezTo>
                  <a:pt x="787695" y="102302"/>
                  <a:pt x="788912" y="105667"/>
                  <a:pt x="791344" y="108342"/>
                </a:cubicBezTo>
                <a:cubicBezTo>
                  <a:pt x="793777" y="111017"/>
                  <a:pt x="796577" y="112354"/>
                  <a:pt x="799745" y="112354"/>
                </a:cubicBezTo>
                <a:cubicBezTo>
                  <a:pt x="804045" y="112354"/>
                  <a:pt x="809702" y="109538"/>
                  <a:pt x="816717" y="1039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concept,term,orentity">
            <a:extLst xmlns:a="http://schemas.openxmlformats.org/drawingml/2006/main">
              <a:ext uri="{FF2B5EF4-FFF2-40B4-BE49-F238E27FC236}">
                <a16:creationId xmlns:a16="http://schemas.microsoft.com/office/drawing/2014/main" id="{DC7F5A69-767D-4F52-9150-09181367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393" y="2796907"/>
            <a:ext cx="1610011" cy="158179"/>
          </a:xfrm>
          <a:custGeom xmlns:a="http://schemas.openxmlformats.org/drawingml/2006/main">
            <a:pathLst>
              <a:path w="1610011" h="158179">
                <a:moveTo>
                  <a:pt x="65512" y="91139"/>
                </a:moveTo>
                <a:cubicBezTo>
                  <a:pt x="63419" y="101379"/>
                  <a:pt x="59317" y="109257"/>
                  <a:pt x="53207" y="114773"/>
                </a:cubicBezTo>
                <a:cubicBezTo>
                  <a:pt x="47097" y="120289"/>
                  <a:pt x="40337" y="123047"/>
                  <a:pt x="32926" y="123047"/>
                </a:cubicBezTo>
                <a:cubicBezTo>
                  <a:pt x="24100" y="123047"/>
                  <a:pt x="16406" y="119346"/>
                  <a:pt x="9844" y="111943"/>
                </a:cubicBezTo>
                <a:cubicBezTo>
                  <a:pt x="3281" y="104539"/>
                  <a:pt x="0" y="94536"/>
                  <a:pt x="0" y="81932"/>
                </a:cubicBezTo>
                <a:cubicBezTo>
                  <a:pt x="0" y="69725"/>
                  <a:pt x="3635" y="59807"/>
                  <a:pt x="10904" y="52178"/>
                </a:cubicBezTo>
                <a:cubicBezTo>
                  <a:pt x="18174" y="44548"/>
                  <a:pt x="26901" y="40733"/>
                  <a:pt x="37084" y="40733"/>
                </a:cubicBezTo>
                <a:cubicBezTo>
                  <a:pt x="44721" y="40733"/>
                  <a:pt x="51001" y="42749"/>
                  <a:pt x="55923" y="46782"/>
                </a:cubicBezTo>
                <a:cubicBezTo>
                  <a:pt x="60844" y="50812"/>
                  <a:pt x="63305" y="54999"/>
                  <a:pt x="63305" y="59341"/>
                </a:cubicBezTo>
                <a:cubicBezTo>
                  <a:pt x="63305" y="61484"/>
                  <a:pt x="62612" y="63218"/>
                  <a:pt x="61226" y="64544"/>
                </a:cubicBezTo>
                <a:cubicBezTo>
                  <a:pt x="59840" y="65868"/>
                  <a:pt x="57903" y="66530"/>
                  <a:pt x="55413" y="66530"/>
                </a:cubicBezTo>
                <a:cubicBezTo>
                  <a:pt x="52076" y="66530"/>
                  <a:pt x="49558" y="65455"/>
                  <a:pt x="47861" y="63305"/>
                </a:cubicBezTo>
                <a:cubicBezTo>
                  <a:pt x="46899" y="62117"/>
                  <a:pt x="46263" y="59854"/>
                  <a:pt x="45952" y="56517"/>
                </a:cubicBezTo>
                <a:cubicBezTo>
                  <a:pt x="45640" y="53179"/>
                  <a:pt x="44495" y="50633"/>
                  <a:pt x="42515" y="48879"/>
                </a:cubicBezTo>
                <a:cubicBezTo>
                  <a:pt x="40535" y="47182"/>
                  <a:pt x="37791" y="46333"/>
                  <a:pt x="34283" y="46333"/>
                </a:cubicBezTo>
                <a:cubicBezTo>
                  <a:pt x="28626" y="46333"/>
                  <a:pt x="24072" y="48427"/>
                  <a:pt x="20621" y="52613"/>
                </a:cubicBezTo>
                <a:cubicBezTo>
                  <a:pt x="16039" y="58157"/>
                  <a:pt x="13747" y="65483"/>
                  <a:pt x="13747" y="74592"/>
                </a:cubicBezTo>
                <a:cubicBezTo>
                  <a:pt x="13747" y="83870"/>
                  <a:pt x="16024" y="92059"/>
                  <a:pt x="20579" y="99159"/>
                </a:cubicBezTo>
                <a:cubicBezTo>
                  <a:pt x="25133" y="106259"/>
                  <a:pt x="31285" y="109809"/>
                  <a:pt x="39036" y="109809"/>
                </a:cubicBezTo>
                <a:cubicBezTo>
                  <a:pt x="44580" y="109809"/>
                  <a:pt x="49558" y="107913"/>
                  <a:pt x="53971" y="104123"/>
                </a:cubicBezTo>
                <a:cubicBezTo>
                  <a:pt x="57082" y="101521"/>
                  <a:pt x="60109" y="96797"/>
                  <a:pt x="63051" y="89951"/>
                </a:cubicBezTo>
                <a:lnTo>
                  <a:pt x="65512" y="91139"/>
                </a:lnTo>
                <a:close/>
                <a:moveTo>
                  <a:pt x="114672" y="40733"/>
                </a:moveTo>
                <a:cubicBezTo>
                  <a:pt x="126439" y="40733"/>
                  <a:pt x="135887" y="45198"/>
                  <a:pt x="143015" y="54127"/>
                </a:cubicBezTo>
                <a:cubicBezTo>
                  <a:pt x="149069" y="61756"/>
                  <a:pt x="152095" y="70516"/>
                  <a:pt x="152095" y="80407"/>
                </a:cubicBezTo>
                <a:cubicBezTo>
                  <a:pt x="152095" y="87359"/>
                  <a:pt x="150426" y="94395"/>
                  <a:pt x="147089" y="101516"/>
                </a:cubicBezTo>
                <a:cubicBezTo>
                  <a:pt x="143751" y="108636"/>
                  <a:pt x="139154" y="114004"/>
                  <a:pt x="133299" y="117621"/>
                </a:cubicBezTo>
                <a:cubicBezTo>
                  <a:pt x="127444" y="121238"/>
                  <a:pt x="120924" y="123047"/>
                  <a:pt x="113739" y="123047"/>
                </a:cubicBezTo>
                <a:cubicBezTo>
                  <a:pt x="102028" y="123047"/>
                  <a:pt x="92722" y="118384"/>
                  <a:pt x="85820" y="109058"/>
                </a:cubicBezTo>
                <a:cubicBezTo>
                  <a:pt x="79993" y="101203"/>
                  <a:pt x="77079" y="92388"/>
                  <a:pt x="77079" y="82611"/>
                </a:cubicBezTo>
                <a:cubicBezTo>
                  <a:pt x="77079" y="75490"/>
                  <a:pt x="78847" y="68411"/>
                  <a:pt x="82383" y="61375"/>
                </a:cubicBezTo>
                <a:cubicBezTo>
                  <a:pt x="85919" y="54339"/>
                  <a:pt x="90572" y="49139"/>
                  <a:pt x="96343" y="45777"/>
                </a:cubicBezTo>
                <a:cubicBezTo>
                  <a:pt x="102113" y="42414"/>
                  <a:pt x="108223" y="40733"/>
                  <a:pt x="114672" y="40733"/>
                </a:cubicBezTo>
                <a:moveTo>
                  <a:pt x="112042" y="46333"/>
                </a:moveTo>
                <a:cubicBezTo>
                  <a:pt x="109043" y="46333"/>
                  <a:pt x="106031" y="47224"/>
                  <a:pt x="103004" y="49004"/>
                </a:cubicBezTo>
                <a:cubicBezTo>
                  <a:pt x="99977" y="50784"/>
                  <a:pt x="97531" y="53906"/>
                  <a:pt x="95664" y="58370"/>
                </a:cubicBezTo>
                <a:cubicBezTo>
                  <a:pt x="93797" y="62834"/>
                  <a:pt x="92863" y="68569"/>
                  <a:pt x="92863" y="75576"/>
                </a:cubicBezTo>
                <a:cubicBezTo>
                  <a:pt x="92863" y="86876"/>
                  <a:pt x="95112" y="96624"/>
                  <a:pt x="99610" y="104818"/>
                </a:cubicBezTo>
                <a:cubicBezTo>
                  <a:pt x="104107" y="113010"/>
                  <a:pt x="110033" y="117107"/>
                  <a:pt x="117388" y="117107"/>
                </a:cubicBezTo>
                <a:cubicBezTo>
                  <a:pt x="122875" y="117107"/>
                  <a:pt x="127401" y="114846"/>
                  <a:pt x="130965" y="110326"/>
                </a:cubicBezTo>
                <a:cubicBezTo>
                  <a:pt x="134529" y="105805"/>
                  <a:pt x="136311" y="98036"/>
                  <a:pt x="136311" y="87018"/>
                </a:cubicBezTo>
                <a:cubicBezTo>
                  <a:pt x="136311" y="73230"/>
                  <a:pt x="133341" y="62381"/>
                  <a:pt x="127401" y="54469"/>
                </a:cubicBezTo>
                <a:cubicBezTo>
                  <a:pt x="123385" y="49045"/>
                  <a:pt x="118265" y="46333"/>
                  <a:pt x="112042" y="46333"/>
                </a:cubicBezTo>
                <a:close/>
                <a:moveTo>
                  <a:pt x="186209" y="57196"/>
                </a:moveTo>
                <a:cubicBezTo>
                  <a:pt x="195317" y="46220"/>
                  <a:pt x="204001" y="40733"/>
                  <a:pt x="212261" y="40733"/>
                </a:cubicBezTo>
                <a:cubicBezTo>
                  <a:pt x="216504" y="40733"/>
                  <a:pt x="220153" y="41792"/>
                  <a:pt x="223208" y="43910"/>
                </a:cubicBezTo>
                <a:cubicBezTo>
                  <a:pt x="226262" y="46026"/>
                  <a:pt x="228695" y="49511"/>
                  <a:pt x="230505" y="54366"/>
                </a:cubicBezTo>
                <a:cubicBezTo>
                  <a:pt x="231750" y="57752"/>
                  <a:pt x="232372" y="62945"/>
                  <a:pt x="232372" y="69946"/>
                </a:cubicBezTo>
                <a:lnTo>
                  <a:pt x="232372" y="103052"/>
                </a:lnTo>
                <a:cubicBezTo>
                  <a:pt x="232372" y="107963"/>
                  <a:pt x="232768" y="111294"/>
                  <a:pt x="233560" y="113044"/>
                </a:cubicBezTo>
                <a:cubicBezTo>
                  <a:pt x="234183" y="114455"/>
                  <a:pt x="235187" y="115555"/>
                  <a:pt x="236573" y="116345"/>
                </a:cubicBezTo>
                <a:cubicBezTo>
                  <a:pt x="237959" y="117136"/>
                  <a:pt x="240519" y="117531"/>
                  <a:pt x="244253" y="117531"/>
                </a:cubicBezTo>
                <a:lnTo>
                  <a:pt x="244253" y="120671"/>
                </a:lnTo>
                <a:lnTo>
                  <a:pt x="205811" y="120671"/>
                </a:lnTo>
                <a:lnTo>
                  <a:pt x="205811" y="117531"/>
                </a:lnTo>
                <a:lnTo>
                  <a:pt x="207424" y="117531"/>
                </a:lnTo>
                <a:cubicBezTo>
                  <a:pt x="211044" y="117531"/>
                  <a:pt x="213576" y="116982"/>
                  <a:pt x="215019" y="115884"/>
                </a:cubicBezTo>
                <a:cubicBezTo>
                  <a:pt x="216461" y="114786"/>
                  <a:pt x="217465" y="113169"/>
                  <a:pt x="218031" y="111031"/>
                </a:cubicBezTo>
                <a:cubicBezTo>
                  <a:pt x="218257" y="110186"/>
                  <a:pt x="218371" y="107540"/>
                  <a:pt x="218371" y="103094"/>
                </a:cubicBezTo>
                <a:lnTo>
                  <a:pt x="218371" y="71433"/>
                </a:lnTo>
                <a:cubicBezTo>
                  <a:pt x="218371" y="64399"/>
                  <a:pt x="217451" y="59291"/>
                  <a:pt x="215613" y="56111"/>
                </a:cubicBezTo>
                <a:cubicBezTo>
                  <a:pt x="213774" y="52930"/>
                  <a:pt x="210677" y="51340"/>
                  <a:pt x="206320" y="51340"/>
                </a:cubicBezTo>
                <a:cubicBezTo>
                  <a:pt x="199588" y="51340"/>
                  <a:pt x="192884" y="54999"/>
                  <a:pt x="186209" y="62316"/>
                </a:cubicBezTo>
                <a:lnTo>
                  <a:pt x="186209" y="103094"/>
                </a:lnTo>
                <a:cubicBezTo>
                  <a:pt x="186209" y="108329"/>
                  <a:pt x="186520" y="111565"/>
                  <a:pt x="187142" y="112803"/>
                </a:cubicBezTo>
                <a:cubicBezTo>
                  <a:pt x="187934" y="114434"/>
                  <a:pt x="189023" y="115630"/>
                  <a:pt x="190409" y="116391"/>
                </a:cubicBezTo>
                <a:cubicBezTo>
                  <a:pt x="191795" y="117151"/>
                  <a:pt x="194610" y="117531"/>
                  <a:pt x="198853" y="117531"/>
                </a:cubicBezTo>
                <a:lnTo>
                  <a:pt x="198853" y="120671"/>
                </a:lnTo>
                <a:lnTo>
                  <a:pt x="160411" y="120671"/>
                </a:lnTo>
                <a:lnTo>
                  <a:pt x="160411" y="117531"/>
                </a:lnTo>
                <a:lnTo>
                  <a:pt x="162108" y="117531"/>
                </a:lnTo>
                <a:cubicBezTo>
                  <a:pt x="166069" y="117531"/>
                  <a:pt x="168742" y="116529"/>
                  <a:pt x="170128" y="114526"/>
                </a:cubicBezTo>
                <a:cubicBezTo>
                  <a:pt x="171514" y="112521"/>
                  <a:pt x="172207" y="108697"/>
                  <a:pt x="172207" y="103052"/>
                </a:cubicBezTo>
                <a:lnTo>
                  <a:pt x="172207" y="74263"/>
                </a:lnTo>
                <a:cubicBezTo>
                  <a:pt x="172207" y="64950"/>
                  <a:pt x="171995" y="59277"/>
                  <a:pt x="171570" y="57246"/>
                </a:cubicBezTo>
                <a:cubicBezTo>
                  <a:pt x="171146" y="55213"/>
                  <a:pt x="170495" y="53829"/>
                  <a:pt x="169619" y="53096"/>
                </a:cubicBezTo>
                <a:cubicBezTo>
                  <a:pt x="168742" y="52362"/>
                  <a:pt x="167568" y="51995"/>
                  <a:pt x="166097" y="51995"/>
                </a:cubicBezTo>
                <a:cubicBezTo>
                  <a:pt x="164513" y="51995"/>
                  <a:pt x="162618" y="52419"/>
                  <a:pt x="160411" y="53265"/>
                </a:cubicBezTo>
                <a:lnTo>
                  <a:pt x="159138" y="50216"/>
                </a:lnTo>
                <a:lnTo>
                  <a:pt x="182560" y="40733"/>
                </a:lnTo>
                <a:lnTo>
                  <a:pt x="186209" y="40733"/>
                </a:lnTo>
                <a:lnTo>
                  <a:pt x="186209" y="57196"/>
                </a:lnTo>
                <a:close/>
                <a:moveTo>
                  <a:pt x="316469" y="91139"/>
                </a:moveTo>
                <a:cubicBezTo>
                  <a:pt x="314375" y="101379"/>
                  <a:pt x="310274" y="109257"/>
                  <a:pt x="304164" y="114773"/>
                </a:cubicBezTo>
                <a:cubicBezTo>
                  <a:pt x="298054" y="120289"/>
                  <a:pt x="291294" y="123047"/>
                  <a:pt x="283882" y="123047"/>
                </a:cubicBezTo>
                <a:cubicBezTo>
                  <a:pt x="275057" y="123047"/>
                  <a:pt x="267363" y="119346"/>
                  <a:pt x="260801" y="111943"/>
                </a:cubicBezTo>
                <a:cubicBezTo>
                  <a:pt x="254238" y="104539"/>
                  <a:pt x="250957" y="94536"/>
                  <a:pt x="250957" y="81932"/>
                </a:cubicBezTo>
                <a:cubicBezTo>
                  <a:pt x="250957" y="69725"/>
                  <a:pt x="254592" y="59807"/>
                  <a:pt x="261861" y="52178"/>
                </a:cubicBezTo>
                <a:cubicBezTo>
                  <a:pt x="269131" y="44548"/>
                  <a:pt x="277857" y="40733"/>
                  <a:pt x="288041" y="40733"/>
                </a:cubicBezTo>
                <a:cubicBezTo>
                  <a:pt x="295678" y="40733"/>
                  <a:pt x="301958" y="42749"/>
                  <a:pt x="306879" y="46782"/>
                </a:cubicBezTo>
                <a:cubicBezTo>
                  <a:pt x="311801" y="50812"/>
                  <a:pt x="314262" y="54999"/>
                  <a:pt x="314262" y="59341"/>
                </a:cubicBezTo>
                <a:cubicBezTo>
                  <a:pt x="314262" y="61484"/>
                  <a:pt x="313569" y="63218"/>
                  <a:pt x="312183" y="64544"/>
                </a:cubicBezTo>
                <a:cubicBezTo>
                  <a:pt x="310797" y="65868"/>
                  <a:pt x="308859" y="66530"/>
                  <a:pt x="306370" y="66530"/>
                </a:cubicBezTo>
                <a:cubicBezTo>
                  <a:pt x="303032" y="66530"/>
                  <a:pt x="300515" y="65455"/>
                  <a:pt x="298818" y="63305"/>
                </a:cubicBezTo>
                <a:cubicBezTo>
                  <a:pt x="297856" y="62117"/>
                  <a:pt x="297220" y="59854"/>
                  <a:pt x="296908" y="56517"/>
                </a:cubicBezTo>
                <a:cubicBezTo>
                  <a:pt x="296597" y="53179"/>
                  <a:pt x="295452" y="50633"/>
                  <a:pt x="293472" y="48879"/>
                </a:cubicBezTo>
                <a:cubicBezTo>
                  <a:pt x="291492" y="47182"/>
                  <a:pt x="288748" y="46333"/>
                  <a:pt x="285240" y="46333"/>
                </a:cubicBezTo>
                <a:cubicBezTo>
                  <a:pt x="279583" y="46333"/>
                  <a:pt x="275029" y="48427"/>
                  <a:pt x="271578" y="52613"/>
                </a:cubicBezTo>
                <a:cubicBezTo>
                  <a:pt x="266995" y="58157"/>
                  <a:pt x="264704" y="65483"/>
                  <a:pt x="264704" y="74592"/>
                </a:cubicBezTo>
                <a:cubicBezTo>
                  <a:pt x="264704" y="83870"/>
                  <a:pt x="266981" y="92059"/>
                  <a:pt x="271535" y="99159"/>
                </a:cubicBezTo>
                <a:cubicBezTo>
                  <a:pt x="276089" y="106259"/>
                  <a:pt x="282242" y="109809"/>
                  <a:pt x="289992" y="109809"/>
                </a:cubicBezTo>
                <a:cubicBezTo>
                  <a:pt x="295537" y="109809"/>
                  <a:pt x="300515" y="107913"/>
                  <a:pt x="304928" y="104123"/>
                </a:cubicBezTo>
                <a:cubicBezTo>
                  <a:pt x="308039" y="101521"/>
                  <a:pt x="311066" y="96797"/>
                  <a:pt x="314008" y="89951"/>
                </a:cubicBezTo>
                <a:lnTo>
                  <a:pt x="316469" y="91139"/>
                </a:lnTo>
                <a:close/>
                <a:moveTo>
                  <a:pt x="340680" y="72301"/>
                </a:moveTo>
                <a:cubicBezTo>
                  <a:pt x="340624" y="83815"/>
                  <a:pt x="343424" y="92846"/>
                  <a:pt x="349081" y="99395"/>
                </a:cubicBezTo>
                <a:cubicBezTo>
                  <a:pt x="354739" y="105941"/>
                  <a:pt x="361386" y="109215"/>
                  <a:pt x="369023" y="109215"/>
                </a:cubicBezTo>
                <a:cubicBezTo>
                  <a:pt x="374115" y="109215"/>
                  <a:pt x="378542" y="107814"/>
                  <a:pt x="382304" y="105014"/>
                </a:cubicBezTo>
                <a:cubicBezTo>
                  <a:pt x="386066" y="102214"/>
                  <a:pt x="389220" y="97419"/>
                  <a:pt x="391766" y="90630"/>
                </a:cubicBezTo>
                <a:lnTo>
                  <a:pt x="394397" y="92327"/>
                </a:lnTo>
                <a:cubicBezTo>
                  <a:pt x="393209" y="100078"/>
                  <a:pt x="389758" y="107136"/>
                  <a:pt x="384044" y="113500"/>
                </a:cubicBezTo>
                <a:cubicBezTo>
                  <a:pt x="378330" y="119864"/>
                  <a:pt x="371173" y="123047"/>
                  <a:pt x="362574" y="123047"/>
                </a:cubicBezTo>
                <a:cubicBezTo>
                  <a:pt x="353240" y="123047"/>
                  <a:pt x="345249" y="119420"/>
                  <a:pt x="338601" y="112166"/>
                </a:cubicBezTo>
                <a:cubicBezTo>
                  <a:pt x="331954" y="104911"/>
                  <a:pt x="328630" y="95157"/>
                  <a:pt x="328630" y="82905"/>
                </a:cubicBezTo>
                <a:cubicBezTo>
                  <a:pt x="328630" y="69639"/>
                  <a:pt x="332039" y="59294"/>
                  <a:pt x="338856" y="51871"/>
                </a:cubicBezTo>
                <a:cubicBezTo>
                  <a:pt x="345673" y="44445"/>
                  <a:pt x="354230" y="40733"/>
                  <a:pt x="364526" y="40733"/>
                </a:cubicBezTo>
                <a:cubicBezTo>
                  <a:pt x="373238" y="40733"/>
                  <a:pt x="380395" y="43597"/>
                  <a:pt x="385995" y="49325"/>
                </a:cubicBezTo>
                <a:cubicBezTo>
                  <a:pt x="391596" y="55051"/>
                  <a:pt x="394397" y="62710"/>
                  <a:pt x="394397" y="72301"/>
                </a:cubicBezTo>
                <a:lnTo>
                  <a:pt x="340680" y="72301"/>
                </a:lnTo>
                <a:moveTo>
                  <a:pt x="340680" y="67379"/>
                </a:moveTo>
                <a:lnTo>
                  <a:pt x="376661" y="67379"/>
                </a:lnTo>
                <a:cubicBezTo>
                  <a:pt x="376378" y="62400"/>
                  <a:pt x="375784" y="58893"/>
                  <a:pt x="374879" y="56856"/>
                </a:cubicBezTo>
                <a:cubicBezTo>
                  <a:pt x="373464" y="53688"/>
                  <a:pt x="371357" y="51199"/>
                  <a:pt x="368557" y="49388"/>
                </a:cubicBezTo>
                <a:cubicBezTo>
                  <a:pt x="365756" y="47578"/>
                  <a:pt x="362829" y="46673"/>
                  <a:pt x="359774" y="46673"/>
                </a:cubicBezTo>
                <a:cubicBezTo>
                  <a:pt x="355078" y="46673"/>
                  <a:pt x="350878" y="48497"/>
                  <a:pt x="347172" y="52146"/>
                </a:cubicBezTo>
                <a:cubicBezTo>
                  <a:pt x="343467" y="55795"/>
                  <a:pt x="341303" y="60873"/>
                  <a:pt x="340680" y="67379"/>
                </a:cubicBezTo>
                <a:close/>
                <a:moveTo>
                  <a:pt x="399175" y="50584"/>
                </a:moveTo>
                <a:lnTo>
                  <a:pt x="423106" y="40902"/>
                </a:lnTo>
                <a:lnTo>
                  <a:pt x="426330" y="40902"/>
                </a:lnTo>
                <a:lnTo>
                  <a:pt x="426330" y="59062"/>
                </a:lnTo>
                <a:cubicBezTo>
                  <a:pt x="430347" y="52217"/>
                  <a:pt x="434378" y="47451"/>
                  <a:pt x="438423" y="44764"/>
                </a:cubicBezTo>
                <a:cubicBezTo>
                  <a:pt x="442468" y="42076"/>
                  <a:pt x="446725" y="40733"/>
                  <a:pt x="451194" y="40733"/>
                </a:cubicBezTo>
                <a:cubicBezTo>
                  <a:pt x="459002" y="40733"/>
                  <a:pt x="465507" y="43784"/>
                  <a:pt x="470712" y="49887"/>
                </a:cubicBezTo>
                <a:cubicBezTo>
                  <a:pt x="477105" y="57348"/>
                  <a:pt x="480301" y="67068"/>
                  <a:pt x="480301" y="79050"/>
                </a:cubicBezTo>
                <a:cubicBezTo>
                  <a:pt x="480301" y="92443"/>
                  <a:pt x="476454" y="103520"/>
                  <a:pt x="468760" y="112280"/>
                </a:cubicBezTo>
                <a:cubicBezTo>
                  <a:pt x="462424" y="119458"/>
                  <a:pt x="454447" y="123047"/>
                  <a:pt x="444830" y="123047"/>
                </a:cubicBezTo>
                <a:cubicBezTo>
                  <a:pt x="440644" y="123047"/>
                  <a:pt x="437023" y="122453"/>
                  <a:pt x="433968" y="121265"/>
                </a:cubicBezTo>
                <a:cubicBezTo>
                  <a:pt x="431705" y="120416"/>
                  <a:pt x="429159" y="118719"/>
                  <a:pt x="426330" y="116173"/>
                </a:cubicBezTo>
                <a:lnTo>
                  <a:pt x="426330" y="139849"/>
                </a:lnTo>
                <a:cubicBezTo>
                  <a:pt x="426330" y="145167"/>
                  <a:pt x="426656" y="148547"/>
                  <a:pt x="427306" y="149990"/>
                </a:cubicBezTo>
                <a:cubicBezTo>
                  <a:pt x="427957" y="151432"/>
                  <a:pt x="429088" y="152578"/>
                  <a:pt x="430701" y="153427"/>
                </a:cubicBezTo>
                <a:cubicBezTo>
                  <a:pt x="432313" y="154275"/>
                  <a:pt x="435241" y="154699"/>
                  <a:pt x="439484" y="154699"/>
                </a:cubicBezTo>
                <a:lnTo>
                  <a:pt x="439484" y="157839"/>
                </a:lnTo>
                <a:lnTo>
                  <a:pt x="398751" y="157839"/>
                </a:lnTo>
                <a:lnTo>
                  <a:pt x="398751" y="154699"/>
                </a:lnTo>
                <a:lnTo>
                  <a:pt x="400873" y="154699"/>
                </a:lnTo>
                <a:cubicBezTo>
                  <a:pt x="403984" y="154756"/>
                  <a:pt x="406643" y="154161"/>
                  <a:pt x="408849" y="152915"/>
                </a:cubicBezTo>
                <a:cubicBezTo>
                  <a:pt x="409924" y="152292"/>
                  <a:pt x="410759" y="151287"/>
                  <a:pt x="411353" y="149900"/>
                </a:cubicBezTo>
                <a:cubicBezTo>
                  <a:pt x="411947" y="148514"/>
                  <a:pt x="412244" y="144990"/>
                  <a:pt x="412244" y="139329"/>
                </a:cubicBezTo>
                <a:lnTo>
                  <a:pt x="412244" y="65785"/>
                </a:lnTo>
                <a:cubicBezTo>
                  <a:pt x="412244" y="60746"/>
                  <a:pt x="412017" y="57548"/>
                  <a:pt x="411565" y="56190"/>
                </a:cubicBezTo>
                <a:cubicBezTo>
                  <a:pt x="411112" y="54831"/>
                  <a:pt x="410391" y="53812"/>
                  <a:pt x="409401" y="53133"/>
                </a:cubicBezTo>
                <a:cubicBezTo>
                  <a:pt x="408411" y="52452"/>
                  <a:pt x="407067" y="52112"/>
                  <a:pt x="405370" y="52112"/>
                </a:cubicBezTo>
                <a:cubicBezTo>
                  <a:pt x="404012" y="52112"/>
                  <a:pt x="402287" y="52508"/>
                  <a:pt x="400194" y="53300"/>
                </a:cubicBezTo>
                <a:lnTo>
                  <a:pt x="399175" y="50584"/>
                </a:lnTo>
                <a:moveTo>
                  <a:pt x="426330" y="64223"/>
                </a:moveTo>
                <a:lnTo>
                  <a:pt x="426330" y="93208"/>
                </a:lnTo>
                <a:cubicBezTo>
                  <a:pt x="426330" y="99480"/>
                  <a:pt x="426585" y="103605"/>
                  <a:pt x="427094" y="105582"/>
                </a:cubicBezTo>
                <a:cubicBezTo>
                  <a:pt x="427886" y="108859"/>
                  <a:pt x="429824" y="111741"/>
                  <a:pt x="432907" y="114227"/>
                </a:cubicBezTo>
                <a:cubicBezTo>
                  <a:pt x="435990" y="116712"/>
                  <a:pt x="439880" y="117955"/>
                  <a:pt x="444575" y="117955"/>
                </a:cubicBezTo>
                <a:cubicBezTo>
                  <a:pt x="450233" y="117955"/>
                  <a:pt x="454815" y="115751"/>
                  <a:pt x="458323" y="111344"/>
                </a:cubicBezTo>
                <a:cubicBezTo>
                  <a:pt x="462905" y="105582"/>
                  <a:pt x="465196" y="97475"/>
                  <a:pt x="465196" y="87021"/>
                </a:cubicBezTo>
                <a:cubicBezTo>
                  <a:pt x="465196" y="75157"/>
                  <a:pt x="462594" y="66032"/>
                  <a:pt x="457389" y="59648"/>
                </a:cubicBezTo>
                <a:cubicBezTo>
                  <a:pt x="453768" y="55241"/>
                  <a:pt x="449469" y="53037"/>
                  <a:pt x="444490" y="53037"/>
                </a:cubicBezTo>
                <a:cubicBezTo>
                  <a:pt x="441775" y="53037"/>
                  <a:pt x="439088" y="53715"/>
                  <a:pt x="436429" y="55071"/>
                </a:cubicBezTo>
                <a:cubicBezTo>
                  <a:pt x="434392" y="56088"/>
                  <a:pt x="431026" y="59138"/>
                  <a:pt x="426330" y="64223"/>
                </a:cubicBezTo>
                <a:close/>
                <a:moveTo>
                  <a:pt x="514245" y="17311"/>
                </a:moveTo>
                <a:lnTo>
                  <a:pt x="514245" y="42939"/>
                </a:lnTo>
                <a:lnTo>
                  <a:pt x="532405" y="42939"/>
                </a:lnTo>
                <a:lnTo>
                  <a:pt x="532405" y="48879"/>
                </a:lnTo>
                <a:lnTo>
                  <a:pt x="514245" y="48879"/>
                </a:lnTo>
                <a:lnTo>
                  <a:pt x="514245" y="99217"/>
                </a:lnTo>
                <a:cubicBezTo>
                  <a:pt x="514245" y="104247"/>
                  <a:pt x="514966" y="107638"/>
                  <a:pt x="516409" y="109390"/>
                </a:cubicBezTo>
                <a:cubicBezTo>
                  <a:pt x="517851" y="111140"/>
                  <a:pt x="519704" y="112015"/>
                  <a:pt x="521967" y="112015"/>
                </a:cubicBezTo>
                <a:cubicBezTo>
                  <a:pt x="523834" y="112015"/>
                  <a:pt x="525644" y="111435"/>
                  <a:pt x="527398" y="110275"/>
                </a:cubicBezTo>
                <a:cubicBezTo>
                  <a:pt x="529152" y="109116"/>
                  <a:pt x="530510" y="107404"/>
                  <a:pt x="531471" y="105141"/>
                </a:cubicBezTo>
                <a:lnTo>
                  <a:pt x="534781" y="105141"/>
                </a:lnTo>
                <a:cubicBezTo>
                  <a:pt x="532801" y="110701"/>
                  <a:pt x="530000" y="114906"/>
                  <a:pt x="526380" y="117756"/>
                </a:cubicBezTo>
                <a:cubicBezTo>
                  <a:pt x="522759" y="120604"/>
                  <a:pt x="519025" y="122028"/>
                  <a:pt x="515178" y="122028"/>
                </a:cubicBezTo>
                <a:cubicBezTo>
                  <a:pt x="512576" y="122028"/>
                  <a:pt x="510030" y="121306"/>
                  <a:pt x="507541" y="119862"/>
                </a:cubicBezTo>
                <a:cubicBezTo>
                  <a:pt x="505052" y="118417"/>
                  <a:pt x="503213" y="116351"/>
                  <a:pt x="502025" y="113662"/>
                </a:cubicBezTo>
                <a:cubicBezTo>
                  <a:pt x="500837" y="110971"/>
                  <a:pt x="500243" y="106822"/>
                  <a:pt x="500243" y="101214"/>
                </a:cubicBezTo>
                <a:lnTo>
                  <a:pt x="500243" y="48879"/>
                </a:lnTo>
                <a:lnTo>
                  <a:pt x="487938" y="48879"/>
                </a:lnTo>
                <a:lnTo>
                  <a:pt x="487938" y="46079"/>
                </a:lnTo>
                <a:cubicBezTo>
                  <a:pt x="491050" y="44831"/>
                  <a:pt x="494232" y="42717"/>
                  <a:pt x="497485" y="39738"/>
                </a:cubicBezTo>
                <a:cubicBezTo>
                  <a:pt x="500738" y="36759"/>
                  <a:pt x="503637" y="33227"/>
                  <a:pt x="506183" y="29141"/>
                </a:cubicBezTo>
                <a:cubicBezTo>
                  <a:pt x="507484" y="26986"/>
                  <a:pt x="509295" y="23043"/>
                  <a:pt x="511614" y="17311"/>
                </a:cubicBezTo>
                <a:lnTo>
                  <a:pt x="514245" y="17311"/>
                </a:lnTo>
                <a:close/>
                <a:moveTo>
                  <a:pt x="543890" y="149693"/>
                </a:moveTo>
                <a:lnTo>
                  <a:pt x="543890" y="145959"/>
                </a:lnTo>
                <a:cubicBezTo>
                  <a:pt x="549717" y="144028"/>
                  <a:pt x="554229" y="141033"/>
                  <a:pt x="557425" y="136972"/>
                </a:cubicBezTo>
                <a:cubicBezTo>
                  <a:pt x="560622" y="132913"/>
                  <a:pt x="562220" y="128611"/>
                  <a:pt x="562220" y="124068"/>
                </a:cubicBezTo>
                <a:cubicBezTo>
                  <a:pt x="562220" y="122991"/>
                  <a:pt x="561965" y="122085"/>
                  <a:pt x="561456" y="121350"/>
                </a:cubicBezTo>
                <a:cubicBezTo>
                  <a:pt x="561060" y="120840"/>
                  <a:pt x="560664" y="120586"/>
                  <a:pt x="560268" y="120586"/>
                </a:cubicBezTo>
                <a:cubicBezTo>
                  <a:pt x="559646" y="120586"/>
                  <a:pt x="558288" y="121152"/>
                  <a:pt x="556195" y="122283"/>
                </a:cubicBezTo>
                <a:cubicBezTo>
                  <a:pt x="555177" y="122792"/>
                  <a:pt x="554102" y="123047"/>
                  <a:pt x="552970" y="123047"/>
                </a:cubicBezTo>
                <a:cubicBezTo>
                  <a:pt x="550198" y="123047"/>
                  <a:pt x="547992" y="122226"/>
                  <a:pt x="546351" y="120586"/>
                </a:cubicBezTo>
                <a:cubicBezTo>
                  <a:pt x="544711" y="118945"/>
                  <a:pt x="543890" y="116682"/>
                  <a:pt x="543890" y="113797"/>
                </a:cubicBezTo>
                <a:cubicBezTo>
                  <a:pt x="543890" y="111025"/>
                  <a:pt x="544951" y="108649"/>
                  <a:pt x="547073" y="106669"/>
                </a:cubicBezTo>
                <a:cubicBezTo>
                  <a:pt x="549194" y="104689"/>
                  <a:pt x="551782" y="103699"/>
                  <a:pt x="554837" y="103699"/>
                </a:cubicBezTo>
                <a:cubicBezTo>
                  <a:pt x="558571" y="103699"/>
                  <a:pt x="561895" y="105329"/>
                  <a:pt x="564808" y="108589"/>
                </a:cubicBezTo>
                <a:cubicBezTo>
                  <a:pt x="567722" y="111847"/>
                  <a:pt x="569178" y="116168"/>
                  <a:pt x="569178" y="121551"/>
                </a:cubicBezTo>
                <a:cubicBezTo>
                  <a:pt x="569178" y="127390"/>
                  <a:pt x="567156" y="132818"/>
                  <a:pt x="563111" y="137834"/>
                </a:cubicBezTo>
                <a:cubicBezTo>
                  <a:pt x="559066" y="142849"/>
                  <a:pt x="552659" y="146802"/>
                  <a:pt x="543890" y="149693"/>
                </a:cubicBezTo>
                <a:close/>
                <a:moveTo>
                  <a:pt x="649456" y="17311"/>
                </a:moveTo>
                <a:lnTo>
                  <a:pt x="649456" y="42939"/>
                </a:lnTo>
                <a:lnTo>
                  <a:pt x="667616" y="42939"/>
                </a:lnTo>
                <a:lnTo>
                  <a:pt x="667616" y="48879"/>
                </a:lnTo>
                <a:lnTo>
                  <a:pt x="649456" y="48879"/>
                </a:lnTo>
                <a:lnTo>
                  <a:pt x="649456" y="99217"/>
                </a:lnTo>
                <a:cubicBezTo>
                  <a:pt x="649456" y="104247"/>
                  <a:pt x="650177" y="107638"/>
                  <a:pt x="651620" y="109390"/>
                </a:cubicBezTo>
                <a:cubicBezTo>
                  <a:pt x="653063" y="111140"/>
                  <a:pt x="654915" y="112015"/>
                  <a:pt x="657178" y="112015"/>
                </a:cubicBezTo>
                <a:cubicBezTo>
                  <a:pt x="659045" y="112015"/>
                  <a:pt x="660855" y="111435"/>
                  <a:pt x="662609" y="110275"/>
                </a:cubicBezTo>
                <a:cubicBezTo>
                  <a:pt x="664363" y="109116"/>
                  <a:pt x="665721" y="107404"/>
                  <a:pt x="666683" y="105141"/>
                </a:cubicBezTo>
                <a:lnTo>
                  <a:pt x="669992" y="105141"/>
                </a:lnTo>
                <a:cubicBezTo>
                  <a:pt x="668012" y="110701"/>
                  <a:pt x="665212" y="114906"/>
                  <a:pt x="661591" y="117756"/>
                </a:cubicBezTo>
                <a:cubicBezTo>
                  <a:pt x="657970" y="120604"/>
                  <a:pt x="654236" y="122028"/>
                  <a:pt x="650389" y="122028"/>
                </a:cubicBezTo>
                <a:cubicBezTo>
                  <a:pt x="647787" y="122028"/>
                  <a:pt x="645241" y="121306"/>
                  <a:pt x="642752" y="119862"/>
                </a:cubicBezTo>
                <a:cubicBezTo>
                  <a:pt x="640263" y="118417"/>
                  <a:pt x="638424" y="116351"/>
                  <a:pt x="637236" y="113662"/>
                </a:cubicBezTo>
                <a:cubicBezTo>
                  <a:pt x="636048" y="110971"/>
                  <a:pt x="635454" y="106822"/>
                  <a:pt x="635454" y="101214"/>
                </a:cubicBezTo>
                <a:lnTo>
                  <a:pt x="635454" y="48879"/>
                </a:lnTo>
                <a:lnTo>
                  <a:pt x="623149" y="48879"/>
                </a:lnTo>
                <a:lnTo>
                  <a:pt x="623149" y="46079"/>
                </a:lnTo>
                <a:cubicBezTo>
                  <a:pt x="626261" y="44831"/>
                  <a:pt x="629443" y="42717"/>
                  <a:pt x="632696" y="39738"/>
                </a:cubicBezTo>
                <a:cubicBezTo>
                  <a:pt x="635949" y="36759"/>
                  <a:pt x="638849" y="33227"/>
                  <a:pt x="641394" y="29141"/>
                </a:cubicBezTo>
                <a:cubicBezTo>
                  <a:pt x="642695" y="26986"/>
                  <a:pt x="644506" y="23043"/>
                  <a:pt x="646825" y="17311"/>
                </a:cubicBezTo>
                <a:lnTo>
                  <a:pt x="649456" y="17311"/>
                </a:lnTo>
                <a:close/>
                <a:moveTo>
                  <a:pt x="688266" y="72301"/>
                </a:moveTo>
                <a:cubicBezTo>
                  <a:pt x="688210" y="83815"/>
                  <a:pt x="691010" y="92846"/>
                  <a:pt x="696667" y="99395"/>
                </a:cubicBezTo>
                <a:cubicBezTo>
                  <a:pt x="702325" y="105941"/>
                  <a:pt x="708972" y="109215"/>
                  <a:pt x="716609" y="109215"/>
                </a:cubicBezTo>
                <a:cubicBezTo>
                  <a:pt x="721701" y="109215"/>
                  <a:pt x="726128" y="107814"/>
                  <a:pt x="729890" y="105014"/>
                </a:cubicBezTo>
                <a:cubicBezTo>
                  <a:pt x="733652" y="102214"/>
                  <a:pt x="736806" y="97419"/>
                  <a:pt x="739352" y="90630"/>
                </a:cubicBezTo>
                <a:lnTo>
                  <a:pt x="741983" y="92327"/>
                </a:lnTo>
                <a:cubicBezTo>
                  <a:pt x="740794" y="100078"/>
                  <a:pt x="737344" y="107136"/>
                  <a:pt x="731630" y="113500"/>
                </a:cubicBezTo>
                <a:cubicBezTo>
                  <a:pt x="725916" y="119864"/>
                  <a:pt x="718759" y="123047"/>
                  <a:pt x="710160" y="123047"/>
                </a:cubicBezTo>
                <a:cubicBezTo>
                  <a:pt x="700825" y="123047"/>
                  <a:pt x="692835" y="119420"/>
                  <a:pt x="686187" y="112166"/>
                </a:cubicBezTo>
                <a:cubicBezTo>
                  <a:pt x="679540" y="104911"/>
                  <a:pt x="676216" y="95157"/>
                  <a:pt x="676216" y="82905"/>
                </a:cubicBezTo>
                <a:cubicBezTo>
                  <a:pt x="676216" y="69639"/>
                  <a:pt x="679625" y="59294"/>
                  <a:pt x="686442" y="51871"/>
                </a:cubicBezTo>
                <a:cubicBezTo>
                  <a:pt x="693259" y="44445"/>
                  <a:pt x="701816" y="40733"/>
                  <a:pt x="712112" y="40733"/>
                </a:cubicBezTo>
                <a:cubicBezTo>
                  <a:pt x="720824" y="40733"/>
                  <a:pt x="727981" y="43597"/>
                  <a:pt x="733581" y="49325"/>
                </a:cubicBezTo>
                <a:cubicBezTo>
                  <a:pt x="739182" y="55051"/>
                  <a:pt x="741983" y="62710"/>
                  <a:pt x="741983" y="72301"/>
                </a:cubicBezTo>
                <a:lnTo>
                  <a:pt x="688266" y="72301"/>
                </a:lnTo>
                <a:moveTo>
                  <a:pt x="688266" y="67379"/>
                </a:moveTo>
                <a:lnTo>
                  <a:pt x="724247" y="67379"/>
                </a:lnTo>
                <a:cubicBezTo>
                  <a:pt x="723964" y="62400"/>
                  <a:pt x="723370" y="58893"/>
                  <a:pt x="722465" y="56856"/>
                </a:cubicBezTo>
                <a:cubicBezTo>
                  <a:pt x="721050" y="53688"/>
                  <a:pt x="718943" y="51199"/>
                  <a:pt x="716143" y="49388"/>
                </a:cubicBezTo>
                <a:cubicBezTo>
                  <a:pt x="713342" y="47578"/>
                  <a:pt x="710415" y="46673"/>
                  <a:pt x="707360" y="46673"/>
                </a:cubicBezTo>
                <a:cubicBezTo>
                  <a:pt x="702664" y="46673"/>
                  <a:pt x="698464" y="48497"/>
                  <a:pt x="694758" y="52146"/>
                </a:cubicBezTo>
                <a:cubicBezTo>
                  <a:pt x="691052" y="55795"/>
                  <a:pt x="688889" y="60873"/>
                  <a:pt x="688266" y="67379"/>
                </a:cubicBezTo>
                <a:close/>
                <a:moveTo>
                  <a:pt x="775104" y="40733"/>
                </a:moveTo>
                <a:lnTo>
                  <a:pt x="775104" y="58214"/>
                </a:lnTo>
                <a:cubicBezTo>
                  <a:pt x="781610" y="46560"/>
                  <a:pt x="788286" y="40733"/>
                  <a:pt x="795131" y="40733"/>
                </a:cubicBezTo>
                <a:cubicBezTo>
                  <a:pt x="798242" y="40733"/>
                  <a:pt x="800816" y="41680"/>
                  <a:pt x="802853" y="43576"/>
                </a:cubicBezTo>
                <a:cubicBezTo>
                  <a:pt x="804890" y="45471"/>
                  <a:pt x="805908" y="47663"/>
                  <a:pt x="805908" y="50152"/>
                </a:cubicBezTo>
                <a:cubicBezTo>
                  <a:pt x="805908" y="52359"/>
                  <a:pt x="805173" y="54225"/>
                  <a:pt x="803702" y="55753"/>
                </a:cubicBezTo>
                <a:cubicBezTo>
                  <a:pt x="802231" y="57280"/>
                  <a:pt x="800477" y="58044"/>
                  <a:pt x="798440" y="58044"/>
                </a:cubicBezTo>
                <a:cubicBezTo>
                  <a:pt x="796460" y="58044"/>
                  <a:pt x="794240" y="57068"/>
                  <a:pt x="791779" y="55116"/>
                </a:cubicBezTo>
                <a:cubicBezTo>
                  <a:pt x="789318" y="53165"/>
                  <a:pt x="787493" y="52189"/>
                  <a:pt x="786305" y="52189"/>
                </a:cubicBezTo>
                <a:cubicBezTo>
                  <a:pt x="785287" y="52189"/>
                  <a:pt x="784184" y="52753"/>
                  <a:pt x="782996" y="53881"/>
                </a:cubicBezTo>
                <a:cubicBezTo>
                  <a:pt x="780450" y="56195"/>
                  <a:pt x="777819" y="60004"/>
                  <a:pt x="775104" y="65308"/>
                </a:cubicBezTo>
                <a:lnTo>
                  <a:pt x="775104" y="102466"/>
                </a:lnTo>
                <a:cubicBezTo>
                  <a:pt x="775104" y="106753"/>
                  <a:pt x="775641" y="109997"/>
                  <a:pt x="776716" y="112198"/>
                </a:cubicBezTo>
                <a:cubicBezTo>
                  <a:pt x="777452" y="113722"/>
                  <a:pt x="778753" y="114992"/>
                  <a:pt x="780620" y="116009"/>
                </a:cubicBezTo>
                <a:cubicBezTo>
                  <a:pt x="782487" y="117023"/>
                  <a:pt x="785174" y="117531"/>
                  <a:pt x="788682" y="117531"/>
                </a:cubicBezTo>
                <a:lnTo>
                  <a:pt x="788682" y="120671"/>
                </a:lnTo>
                <a:lnTo>
                  <a:pt x="748882" y="120671"/>
                </a:lnTo>
                <a:lnTo>
                  <a:pt x="748882" y="117531"/>
                </a:lnTo>
                <a:cubicBezTo>
                  <a:pt x="752842" y="117531"/>
                  <a:pt x="755784" y="116910"/>
                  <a:pt x="757708" y="115669"/>
                </a:cubicBezTo>
                <a:cubicBezTo>
                  <a:pt x="759122" y="114766"/>
                  <a:pt x="760112" y="113326"/>
                  <a:pt x="760678" y="111349"/>
                </a:cubicBezTo>
                <a:cubicBezTo>
                  <a:pt x="760961" y="110389"/>
                  <a:pt x="761102" y="107652"/>
                  <a:pt x="761102" y="103136"/>
                </a:cubicBezTo>
                <a:lnTo>
                  <a:pt x="761102" y="73078"/>
                </a:lnTo>
                <a:cubicBezTo>
                  <a:pt x="761102" y="64045"/>
                  <a:pt x="760918" y="58669"/>
                  <a:pt x="760551" y="56949"/>
                </a:cubicBezTo>
                <a:cubicBezTo>
                  <a:pt x="760183" y="55227"/>
                  <a:pt x="759504" y="53971"/>
                  <a:pt x="758514" y="53181"/>
                </a:cubicBezTo>
                <a:cubicBezTo>
                  <a:pt x="757524" y="52390"/>
                  <a:pt x="756293" y="51995"/>
                  <a:pt x="754822" y="51995"/>
                </a:cubicBezTo>
                <a:cubicBezTo>
                  <a:pt x="753069" y="51995"/>
                  <a:pt x="751089" y="52419"/>
                  <a:pt x="748882" y="53265"/>
                </a:cubicBezTo>
                <a:lnTo>
                  <a:pt x="748034" y="50216"/>
                </a:lnTo>
                <a:lnTo>
                  <a:pt x="771540" y="40733"/>
                </a:lnTo>
                <a:lnTo>
                  <a:pt x="775104" y="40733"/>
                </a:lnTo>
                <a:close/>
                <a:moveTo>
                  <a:pt x="833316" y="57280"/>
                </a:moveTo>
                <a:cubicBezTo>
                  <a:pt x="838974" y="51623"/>
                  <a:pt x="842311" y="48370"/>
                  <a:pt x="843330" y="47521"/>
                </a:cubicBezTo>
                <a:cubicBezTo>
                  <a:pt x="845876" y="45372"/>
                  <a:pt x="848619" y="43703"/>
                  <a:pt x="851561" y="42515"/>
                </a:cubicBezTo>
                <a:cubicBezTo>
                  <a:pt x="854503" y="41327"/>
                  <a:pt x="857417" y="40733"/>
                  <a:pt x="860302" y="40733"/>
                </a:cubicBezTo>
                <a:cubicBezTo>
                  <a:pt x="865167" y="40733"/>
                  <a:pt x="869353" y="42147"/>
                  <a:pt x="872861" y="44976"/>
                </a:cubicBezTo>
                <a:cubicBezTo>
                  <a:pt x="876369" y="47804"/>
                  <a:pt x="878716" y="51906"/>
                  <a:pt x="879904" y="57280"/>
                </a:cubicBezTo>
                <a:cubicBezTo>
                  <a:pt x="885731" y="50492"/>
                  <a:pt x="890653" y="46036"/>
                  <a:pt x="894670" y="43915"/>
                </a:cubicBezTo>
                <a:cubicBezTo>
                  <a:pt x="898687" y="41793"/>
                  <a:pt x="902817" y="40733"/>
                  <a:pt x="907060" y="40733"/>
                </a:cubicBezTo>
                <a:cubicBezTo>
                  <a:pt x="911189" y="40733"/>
                  <a:pt x="914852" y="41792"/>
                  <a:pt x="918049" y="43910"/>
                </a:cubicBezTo>
                <a:cubicBezTo>
                  <a:pt x="921245" y="46026"/>
                  <a:pt x="923777" y="49483"/>
                  <a:pt x="925644" y="54281"/>
                </a:cubicBezTo>
                <a:cubicBezTo>
                  <a:pt x="926888" y="57555"/>
                  <a:pt x="927511" y="62692"/>
                  <a:pt x="927511" y="69691"/>
                </a:cubicBezTo>
                <a:lnTo>
                  <a:pt x="927511" y="103052"/>
                </a:lnTo>
                <a:cubicBezTo>
                  <a:pt x="927511" y="107906"/>
                  <a:pt x="927878" y="111237"/>
                  <a:pt x="928614" y="113044"/>
                </a:cubicBezTo>
                <a:cubicBezTo>
                  <a:pt x="929180" y="114285"/>
                  <a:pt x="930226" y="115343"/>
                  <a:pt x="931754" y="116218"/>
                </a:cubicBezTo>
                <a:cubicBezTo>
                  <a:pt x="933281" y="117093"/>
                  <a:pt x="935770" y="117531"/>
                  <a:pt x="939221" y="117531"/>
                </a:cubicBezTo>
                <a:lnTo>
                  <a:pt x="939221" y="120671"/>
                </a:lnTo>
                <a:lnTo>
                  <a:pt x="900865" y="120671"/>
                </a:lnTo>
                <a:lnTo>
                  <a:pt x="900865" y="117531"/>
                </a:lnTo>
                <a:lnTo>
                  <a:pt x="902477" y="117531"/>
                </a:lnTo>
                <a:cubicBezTo>
                  <a:pt x="905815" y="117531"/>
                  <a:pt x="908417" y="116884"/>
                  <a:pt x="910284" y="115590"/>
                </a:cubicBezTo>
                <a:cubicBezTo>
                  <a:pt x="911585" y="114688"/>
                  <a:pt x="912519" y="113252"/>
                  <a:pt x="913085" y="111283"/>
                </a:cubicBezTo>
                <a:cubicBezTo>
                  <a:pt x="913311" y="110327"/>
                  <a:pt x="913424" y="107597"/>
                  <a:pt x="913424" y="103094"/>
                </a:cubicBezTo>
                <a:lnTo>
                  <a:pt x="913424" y="69829"/>
                </a:lnTo>
                <a:cubicBezTo>
                  <a:pt x="913424" y="63525"/>
                  <a:pt x="912660" y="59078"/>
                  <a:pt x="911133" y="56490"/>
                </a:cubicBezTo>
                <a:cubicBezTo>
                  <a:pt x="908926" y="52887"/>
                  <a:pt x="905391" y="51086"/>
                  <a:pt x="900525" y="51086"/>
                </a:cubicBezTo>
                <a:cubicBezTo>
                  <a:pt x="897527" y="51086"/>
                  <a:pt x="894514" y="51832"/>
                  <a:pt x="891488" y="53324"/>
                </a:cubicBezTo>
                <a:cubicBezTo>
                  <a:pt x="888461" y="54814"/>
                  <a:pt x="884798" y="57586"/>
                  <a:pt x="880498" y="61640"/>
                </a:cubicBezTo>
                <a:lnTo>
                  <a:pt x="880329" y="62568"/>
                </a:lnTo>
                <a:lnTo>
                  <a:pt x="880498" y="66199"/>
                </a:lnTo>
                <a:lnTo>
                  <a:pt x="880498" y="103094"/>
                </a:lnTo>
                <a:cubicBezTo>
                  <a:pt x="880498" y="108385"/>
                  <a:pt x="880795" y="111678"/>
                  <a:pt x="881389" y="112972"/>
                </a:cubicBezTo>
                <a:cubicBezTo>
                  <a:pt x="881983" y="114266"/>
                  <a:pt x="883101" y="115350"/>
                  <a:pt x="884741" y="116223"/>
                </a:cubicBezTo>
                <a:cubicBezTo>
                  <a:pt x="886382" y="117095"/>
                  <a:pt x="889182" y="117531"/>
                  <a:pt x="893143" y="117531"/>
                </a:cubicBezTo>
                <a:lnTo>
                  <a:pt x="893143" y="120671"/>
                </a:lnTo>
                <a:lnTo>
                  <a:pt x="853852" y="120671"/>
                </a:lnTo>
                <a:lnTo>
                  <a:pt x="853852" y="117531"/>
                </a:lnTo>
                <a:cubicBezTo>
                  <a:pt x="858152" y="117531"/>
                  <a:pt x="861108" y="117024"/>
                  <a:pt x="862720" y="116011"/>
                </a:cubicBezTo>
                <a:cubicBezTo>
                  <a:pt x="864333" y="114998"/>
                  <a:pt x="865450" y="113479"/>
                  <a:pt x="866072" y="111453"/>
                </a:cubicBezTo>
                <a:cubicBezTo>
                  <a:pt x="866355" y="110495"/>
                  <a:pt x="866497" y="107708"/>
                  <a:pt x="866497" y="103094"/>
                </a:cubicBezTo>
                <a:lnTo>
                  <a:pt x="866497" y="69829"/>
                </a:lnTo>
                <a:cubicBezTo>
                  <a:pt x="866497" y="63525"/>
                  <a:pt x="865563" y="58993"/>
                  <a:pt x="863696" y="56236"/>
                </a:cubicBezTo>
                <a:cubicBezTo>
                  <a:pt x="861207" y="52633"/>
                  <a:pt x="857728" y="50831"/>
                  <a:pt x="853258" y="50831"/>
                </a:cubicBezTo>
                <a:cubicBezTo>
                  <a:pt x="850203" y="50831"/>
                  <a:pt x="847177" y="51647"/>
                  <a:pt x="844178" y="53279"/>
                </a:cubicBezTo>
                <a:cubicBezTo>
                  <a:pt x="839483" y="55756"/>
                  <a:pt x="835862" y="58542"/>
                  <a:pt x="833316" y="61637"/>
                </a:cubicBezTo>
                <a:lnTo>
                  <a:pt x="833316" y="103094"/>
                </a:lnTo>
                <a:cubicBezTo>
                  <a:pt x="833316" y="108159"/>
                  <a:pt x="833670" y="111452"/>
                  <a:pt x="834377" y="112972"/>
                </a:cubicBezTo>
                <a:cubicBezTo>
                  <a:pt x="835084" y="114491"/>
                  <a:pt x="836131" y="115630"/>
                  <a:pt x="837517" y="116391"/>
                </a:cubicBezTo>
                <a:cubicBezTo>
                  <a:pt x="838903" y="117151"/>
                  <a:pt x="841717" y="117531"/>
                  <a:pt x="845960" y="117531"/>
                </a:cubicBezTo>
                <a:lnTo>
                  <a:pt x="845960" y="120671"/>
                </a:lnTo>
                <a:lnTo>
                  <a:pt x="807519" y="120671"/>
                </a:lnTo>
                <a:lnTo>
                  <a:pt x="807519" y="117531"/>
                </a:lnTo>
                <a:cubicBezTo>
                  <a:pt x="811083" y="117531"/>
                  <a:pt x="813572" y="117150"/>
                  <a:pt x="814987" y="116388"/>
                </a:cubicBezTo>
                <a:cubicBezTo>
                  <a:pt x="816401" y="115626"/>
                  <a:pt x="817476" y="114412"/>
                  <a:pt x="818211" y="112747"/>
                </a:cubicBezTo>
                <a:cubicBezTo>
                  <a:pt x="818947" y="111081"/>
                  <a:pt x="819314" y="107850"/>
                  <a:pt x="819314" y="103052"/>
                </a:cubicBezTo>
                <a:lnTo>
                  <a:pt x="819314" y="73417"/>
                </a:lnTo>
                <a:cubicBezTo>
                  <a:pt x="819314" y="64892"/>
                  <a:pt x="819060" y="59389"/>
                  <a:pt x="818551" y="56906"/>
                </a:cubicBezTo>
                <a:cubicBezTo>
                  <a:pt x="818155" y="55043"/>
                  <a:pt x="817532" y="53759"/>
                  <a:pt x="816684" y="53053"/>
                </a:cubicBezTo>
                <a:cubicBezTo>
                  <a:pt x="815835" y="52348"/>
                  <a:pt x="814675" y="51995"/>
                  <a:pt x="813205" y="51995"/>
                </a:cubicBezTo>
                <a:cubicBezTo>
                  <a:pt x="811621" y="51995"/>
                  <a:pt x="809725" y="52419"/>
                  <a:pt x="807519" y="53265"/>
                </a:cubicBezTo>
                <a:lnTo>
                  <a:pt x="806246" y="50216"/>
                </a:lnTo>
                <a:lnTo>
                  <a:pt x="829667" y="40733"/>
                </a:lnTo>
                <a:lnTo>
                  <a:pt x="833316" y="40733"/>
                </a:lnTo>
                <a:lnTo>
                  <a:pt x="833316" y="57280"/>
                </a:lnTo>
                <a:close/>
                <a:moveTo>
                  <a:pt x="949349" y="149693"/>
                </a:moveTo>
                <a:lnTo>
                  <a:pt x="949349" y="145959"/>
                </a:lnTo>
                <a:cubicBezTo>
                  <a:pt x="955176" y="144028"/>
                  <a:pt x="959688" y="141033"/>
                  <a:pt x="962884" y="136972"/>
                </a:cubicBezTo>
                <a:cubicBezTo>
                  <a:pt x="966081" y="132913"/>
                  <a:pt x="967679" y="128611"/>
                  <a:pt x="967679" y="124068"/>
                </a:cubicBezTo>
                <a:cubicBezTo>
                  <a:pt x="967679" y="122991"/>
                  <a:pt x="967424" y="122085"/>
                  <a:pt x="966915" y="121350"/>
                </a:cubicBezTo>
                <a:cubicBezTo>
                  <a:pt x="966519" y="120840"/>
                  <a:pt x="966123" y="120586"/>
                  <a:pt x="965727" y="120586"/>
                </a:cubicBezTo>
                <a:cubicBezTo>
                  <a:pt x="965105" y="120586"/>
                  <a:pt x="963747" y="121152"/>
                  <a:pt x="961654" y="122283"/>
                </a:cubicBezTo>
                <a:cubicBezTo>
                  <a:pt x="960635" y="122792"/>
                  <a:pt x="959561" y="123047"/>
                  <a:pt x="958429" y="123047"/>
                </a:cubicBezTo>
                <a:cubicBezTo>
                  <a:pt x="955657" y="123047"/>
                  <a:pt x="953451" y="122226"/>
                  <a:pt x="951810" y="120586"/>
                </a:cubicBezTo>
                <a:cubicBezTo>
                  <a:pt x="950169" y="118945"/>
                  <a:pt x="949349" y="116682"/>
                  <a:pt x="949349" y="113797"/>
                </a:cubicBezTo>
                <a:cubicBezTo>
                  <a:pt x="949349" y="111025"/>
                  <a:pt x="950410" y="108649"/>
                  <a:pt x="952531" y="106669"/>
                </a:cubicBezTo>
                <a:cubicBezTo>
                  <a:pt x="954653" y="104689"/>
                  <a:pt x="957241" y="103699"/>
                  <a:pt x="960296" y="103699"/>
                </a:cubicBezTo>
                <a:cubicBezTo>
                  <a:pt x="964030" y="103699"/>
                  <a:pt x="967354" y="105329"/>
                  <a:pt x="970267" y="108589"/>
                </a:cubicBezTo>
                <a:cubicBezTo>
                  <a:pt x="973181" y="111847"/>
                  <a:pt x="974637" y="116168"/>
                  <a:pt x="974637" y="121551"/>
                </a:cubicBezTo>
                <a:cubicBezTo>
                  <a:pt x="974637" y="127390"/>
                  <a:pt x="972615" y="132818"/>
                  <a:pt x="968570" y="137834"/>
                </a:cubicBezTo>
                <a:cubicBezTo>
                  <a:pt x="964525" y="142849"/>
                  <a:pt x="958118" y="146802"/>
                  <a:pt x="949349" y="149693"/>
                </a:cubicBezTo>
                <a:close/>
                <a:moveTo>
                  <a:pt x="1070359" y="40733"/>
                </a:moveTo>
                <a:cubicBezTo>
                  <a:pt x="1082127" y="40733"/>
                  <a:pt x="1091574" y="45198"/>
                  <a:pt x="1098703" y="54127"/>
                </a:cubicBezTo>
                <a:cubicBezTo>
                  <a:pt x="1104756" y="61756"/>
                  <a:pt x="1107783" y="70516"/>
                  <a:pt x="1107783" y="80407"/>
                </a:cubicBezTo>
                <a:cubicBezTo>
                  <a:pt x="1107783" y="87359"/>
                  <a:pt x="1106114" y="94395"/>
                  <a:pt x="1102776" y="101516"/>
                </a:cubicBezTo>
                <a:cubicBezTo>
                  <a:pt x="1099438" y="108636"/>
                  <a:pt x="1094841" y="114004"/>
                  <a:pt x="1088986" y="117621"/>
                </a:cubicBezTo>
                <a:cubicBezTo>
                  <a:pt x="1083131" y="121238"/>
                  <a:pt x="1076611" y="123047"/>
                  <a:pt x="1069426" y="123047"/>
                </a:cubicBezTo>
                <a:cubicBezTo>
                  <a:pt x="1057715" y="123047"/>
                  <a:pt x="1048409" y="118384"/>
                  <a:pt x="1041507" y="109058"/>
                </a:cubicBezTo>
                <a:cubicBezTo>
                  <a:pt x="1035680" y="101203"/>
                  <a:pt x="1032766" y="92388"/>
                  <a:pt x="1032766" y="82611"/>
                </a:cubicBezTo>
                <a:cubicBezTo>
                  <a:pt x="1032766" y="75490"/>
                  <a:pt x="1034534" y="68411"/>
                  <a:pt x="1038070" y="61375"/>
                </a:cubicBezTo>
                <a:cubicBezTo>
                  <a:pt x="1041606" y="54339"/>
                  <a:pt x="1046259" y="49139"/>
                  <a:pt x="1052030" y="45777"/>
                </a:cubicBezTo>
                <a:cubicBezTo>
                  <a:pt x="1057800" y="42414"/>
                  <a:pt x="1063910" y="40733"/>
                  <a:pt x="1070359" y="40733"/>
                </a:cubicBezTo>
                <a:moveTo>
                  <a:pt x="1067729" y="46333"/>
                </a:moveTo>
                <a:cubicBezTo>
                  <a:pt x="1064730" y="46333"/>
                  <a:pt x="1061718" y="47224"/>
                  <a:pt x="1058691" y="49004"/>
                </a:cubicBezTo>
                <a:cubicBezTo>
                  <a:pt x="1055664" y="50784"/>
                  <a:pt x="1053218" y="53906"/>
                  <a:pt x="1051351" y="58370"/>
                </a:cubicBezTo>
                <a:cubicBezTo>
                  <a:pt x="1049484" y="62834"/>
                  <a:pt x="1048550" y="68569"/>
                  <a:pt x="1048550" y="75576"/>
                </a:cubicBezTo>
                <a:cubicBezTo>
                  <a:pt x="1048550" y="86876"/>
                  <a:pt x="1050799" y="96624"/>
                  <a:pt x="1055297" y="104818"/>
                </a:cubicBezTo>
                <a:cubicBezTo>
                  <a:pt x="1059794" y="113010"/>
                  <a:pt x="1065720" y="117107"/>
                  <a:pt x="1073075" y="117107"/>
                </a:cubicBezTo>
                <a:cubicBezTo>
                  <a:pt x="1078563" y="117107"/>
                  <a:pt x="1083088" y="114846"/>
                  <a:pt x="1086652" y="110326"/>
                </a:cubicBezTo>
                <a:cubicBezTo>
                  <a:pt x="1090217" y="105805"/>
                  <a:pt x="1091999" y="98036"/>
                  <a:pt x="1091999" y="87018"/>
                </a:cubicBezTo>
                <a:cubicBezTo>
                  <a:pt x="1091999" y="73230"/>
                  <a:pt x="1089029" y="62381"/>
                  <a:pt x="1083088" y="54469"/>
                </a:cubicBezTo>
                <a:cubicBezTo>
                  <a:pt x="1079072" y="49045"/>
                  <a:pt x="1073952" y="46333"/>
                  <a:pt x="1067729" y="46333"/>
                </a:cubicBezTo>
                <a:close/>
                <a:moveTo>
                  <a:pt x="1141981" y="40733"/>
                </a:moveTo>
                <a:lnTo>
                  <a:pt x="1141981" y="58214"/>
                </a:lnTo>
                <a:cubicBezTo>
                  <a:pt x="1148487" y="46560"/>
                  <a:pt x="1155162" y="40733"/>
                  <a:pt x="1162008" y="40733"/>
                </a:cubicBezTo>
                <a:cubicBezTo>
                  <a:pt x="1165119" y="40733"/>
                  <a:pt x="1167693" y="41680"/>
                  <a:pt x="1169730" y="43576"/>
                </a:cubicBezTo>
                <a:cubicBezTo>
                  <a:pt x="1171766" y="45471"/>
                  <a:pt x="1172785" y="47663"/>
                  <a:pt x="1172785" y="50152"/>
                </a:cubicBezTo>
                <a:cubicBezTo>
                  <a:pt x="1172785" y="52359"/>
                  <a:pt x="1172049" y="54225"/>
                  <a:pt x="1170578" y="55753"/>
                </a:cubicBezTo>
                <a:cubicBezTo>
                  <a:pt x="1169108" y="57280"/>
                  <a:pt x="1167354" y="58044"/>
                  <a:pt x="1165317" y="58044"/>
                </a:cubicBezTo>
                <a:cubicBezTo>
                  <a:pt x="1163337" y="58044"/>
                  <a:pt x="1161117" y="57068"/>
                  <a:pt x="1158656" y="55116"/>
                </a:cubicBezTo>
                <a:cubicBezTo>
                  <a:pt x="1156195" y="53165"/>
                  <a:pt x="1154370" y="52189"/>
                  <a:pt x="1153182" y="52189"/>
                </a:cubicBezTo>
                <a:cubicBezTo>
                  <a:pt x="1152164" y="52189"/>
                  <a:pt x="1151061" y="52753"/>
                  <a:pt x="1149873" y="53881"/>
                </a:cubicBezTo>
                <a:cubicBezTo>
                  <a:pt x="1147327" y="56195"/>
                  <a:pt x="1144696" y="60004"/>
                  <a:pt x="1141981" y="65308"/>
                </a:cubicBezTo>
                <a:lnTo>
                  <a:pt x="1141981" y="102466"/>
                </a:lnTo>
                <a:cubicBezTo>
                  <a:pt x="1141981" y="106753"/>
                  <a:pt x="1142518" y="109997"/>
                  <a:pt x="1143593" y="112198"/>
                </a:cubicBezTo>
                <a:cubicBezTo>
                  <a:pt x="1144328" y="113722"/>
                  <a:pt x="1145630" y="114992"/>
                  <a:pt x="1147497" y="116009"/>
                </a:cubicBezTo>
                <a:cubicBezTo>
                  <a:pt x="1149363" y="117023"/>
                  <a:pt x="1152051" y="117531"/>
                  <a:pt x="1155558" y="117531"/>
                </a:cubicBezTo>
                <a:lnTo>
                  <a:pt x="1155558" y="120671"/>
                </a:lnTo>
                <a:lnTo>
                  <a:pt x="1115759" y="120671"/>
                </a:lnTo>
                <a:lnTo>
                  <a:pt x="1115759" y="117531"/>
                </a:lnTo>
                <a:cubicBezTo>
                  <a:pt x="1119719" y="117531"/>
                  <a:pt x="1122661" y="116910"/>
                  <a:pt x="1124584" y="115669"/>
                </a:cubicBezTo>
                <a:cubicBezTo>
                  <a:pt x="1125999" y="114766"/>
                  <a:pt x="1126989" y="113326"/>
                  <a:pt x="1127555" y="111349"/>
                </a:cubicBezTo>
                <a:cubicBezTo>
                  <a:pt x="1127837" y="110389"/>
                  <a:pt x="1127979" y="107652"/>
                  <a:pt x="1127979" y="103136"/>
                </a:cubicBezTo>
                <a:lnTo>
                  <a:pt x="1127979" y="73078"/>
                </a:lnTo>
                <a:cubicBezTo>
                  <a:pt x="1127979" y="64045"/>
                  <a:pt x="1127795" y="58669"/>
                  <a:pt x="1127427" y="56949"/>
                </a:cubicBezTo>
                <a:cubicBezTo>
                  <a:pt x="1127059" y="55227"/>
                  <a:pt x="1126381" y="53971"/>
                  <a:pt x="1125391" y="53181"/>
                </a:cubicBezTo>
                <a:cubicBezTo>
                  <a:pt x="1124401" y="52390"/>
                  <a:pt x="1123170" y="51995"/>
                  <a:pt x="1121699" y="51995"/>
                </a:cubicBezTo>
                <a:cubicBezTo>
                  <a:pt x="1119945" y="51995"/>
                  <a:pt x="1117965" y="52419"/>
                  <a:pt x="1115759" y="53265"/>
                </a:cubicBezTo>
                <a:lnTo>
                  <a:pt x="1114910" y="50216"/>
                </a:lnTo>
                <a:lnTo>
                  <a:pt x="1138417" y="40733"/>
                </a:lnTo>
                <a:lnTo>
                  <a:pt x="1141981" y="40733"/>
                </a:lnTo>
                <a:close/>
                <a:moveTo>
                  <a:pt x="1233628" y="72301"/>
                </a:moveTo>
                <a:cubicBezTo>
                  <a:pt x="1233572" y="83815"/>
                  <a:pt x="1236372" y="92846"/>
                  <a:pt x="1242029" y="99395"/>
                </a:cubicBezTo>
                <a:cubicBezTo>
                  <a:pt x="1247687" y="105941"/>
                  <a:pt x="1254334" y="109215"/>
                  <a:pt x="1261971" y="109215"/>
                </a:cubicBezTo>
                <a:cubicBezTo>
                  <a:pt x="1267063" y="109215"/>
                  <a:pt x="1271490" y="107814"/>
                  <a:pt x="1275252" y="105014"/>
                </a:cubicBezTo>
                <a:cubicBezTo>
                  <a:pt x="1279014" y="102214"/>
                  <a:pt x="1282168" y="97419"/>
                  <a:pt x="1284714" y="90630"/>
                </a:cubicBezTo>
                <a:lnTo>
                  <a:pt x="1287344" y="92327"/>
                </a:lnTo>
                <a:cubicBezTo>
                  <a:pt x="1286156" y="100078"/>
                  <a:pt x="1282705" y="107136"/>
                  <a:pt x="1276992" y="113500"/>
                </a:cubicBezTo>
                <a:cubicBezTo>
                  <a:pt x="1271278" y="119864"/>
                  <a:pt x="1264121" y="123047"/>
                  <a:pt x="1255522" y="123047"/>
                </a:cubicBezTo>
                <a:cubicBezTo>
                  <a:pt x="1246187" y="123047"/>
                  <a:pt x="1238196" y="119420"/>
                  <a:pt x="1231549" y="112166"/>
                </a:cubicBezTo>
                <a:cubicBezTo>
                  <a:pt x="1224902" y="104911"/>
                  <a:pt x="1221578" y="95157"/>
                  <a:pt x="1221578" y="82905"/>
                </a:cubicBezTo>
                <a:cubicBezTo>
                  <a:pt x="1221578" y="69639"/>
                  <a:pt x="1224987" y="59294"/>
                  <a:pt x="1231804" y="51871"/>
                </a:cubicBezTo>
                <a:cubicBezTo>
                  <a:pt x="1238621" y="44445"/>
                  <a:pt x="1247177" y="40733"/>
                  <a:pt x="1257474" y="40733"/>
                </a:cubicBezTo>
                <a:cubicBezTo>
                  <a:pt x="1266186" y="40733"/>
                  <a:pt x="1273343" y="43597"/>
                  <a:pt x="1278943" y="49325"/>
                </a:cubicBezTo>
                <a:cubicBezTo>
                  <a:pt x="1284544" y="55051"/>
                  <a:pt x="1287344" y="62710"/>
                  <a:pt x="1287344" y="72301"/>
                </a:cubicBezTo>
                <a:lnTo>
                  <a:pt x="1233628" y="72301"/>
                </a:lnTo>
                <a:moveTo>
                  <a:pt x="1233628" y="67379"/>
                </a:moveTo>
                <a:lnTo>
                  <a:pt x="1269609" y="67379"/>
                </a:lnTo>
                <a:cubicBezTo>
                  <a:pt x="1269326" y="62400"/>
                  <a:pt x="1268732" y="58893"/>
                  <a:pt x="1267827" y="56856"/>
                </a:cubicBezTo>
                <a:cubicBezTo>
                  <a:pt x="1266412" y="53688"/>
                  <a:pt x="1264305" y="51199"/>
                  <a:pt x="1261505" y="49388"/>
                </a:cubicBezTo>
                <a:cubicBezTo>
                  <a:pt x="1258704" y="47578"/>
                  <a:pt x="1255777" y="46673"/>
                  <a:pt x="1252722" y="46673"/>
                </a:cubicBezTo>
                <a:cubicBezTo>
                  <a:pt x="1248026" y="46673"/>
                  <a:pt x="1243826" y="48497"/>
                  <a:pt x="1240120" y="52146"/>
                </a:cubicBezTo>
                <a:cubicBezTo>
                  <a:pt x="1236414" y="55795"/>
                  <a:pt x="1234250" y="60873"/>
                  <a:pt x="1233628" y="67379"/>
                </a:cubicBezTo>
                <a:close/>
                <a:moveTo>
                  <a:pt x="1320382" y="57196"/>
                </a:moveTo>
                <a:cubicBezTo>
                  <a:pt x="1329490" y="46220"/>
                  <a:pt x="1338174" y="40733"/>
                  <a:pt x="1346433" y="40733"/>
                </a:cubicBezTo>
                <a:cubicBezTo>
                  <a:pt x="1350676" y="40733"/>
                  <a:pt x="1354325" y="41792"/>
                  <a:pt x="1357380" y="43910"/>
                </a:cubicBezTo>
                <a:cubicBezTo>
                  <a:pt x="1360435" y="46026"/>
                  <a:pt x="1362868" y="49511"/>
                  <a:pt x="1364678" y="54366"/>
                </a:cubicBezTo>
                <a:cubicBezTo>
                  <a:pt x="1365923" y="57752"/>
                  <a:pt x="1366545" y="62945"/>
                  <a:pt x="1366545" y="69946"/>
                </a:cubicBezTo>
                <a:lnTo>
                  <a:pt x="1366545" y="103052"/>
                </a:lnTo>
                <a:cubicBezTo>
                  <a:pt x="1366545" y="107963"/>
                  <a:pt x="1366941" y="111294"/>
                  <a:pt x="1367733" y="113044"/>
                </a:cubicBezTo>
                <a:cubicBezTo>
                  <a:pt x="1368356" y="114455"/>
                  <a:pt x="1369360" y="115555"/>
                  <a:pt x="1370746" y="116345"/>
                </a:cubicBezTo>
                <a:cubicBezTo>
                  <a:pt x="1372132" y="117136"/>
                  <a:pt x="1374692" y="117531"/>
                  <a:pt x="1378426" y="117531"/>
                </a:cubicBezTo>
                <a:lnTo>
                  <a:pt x="1378426" y="120671"/>
                </a:lnTo>
                <a:lnTo>
                  <a:pt x="1339984" y="120671"/>
                </a:lnTo>
                <a:lnTo>
                  <a:pt x="1339984" y="117531"/>
                </a:lnTo>
                <a:lnTo>
                  <a:pt x="1341596" y="117531"/>
                </a:lnTo>
                <a:cubicBezTo>
                  <a:pt x="1345217" y="117531"/>
                  <a:pt x="1347749" y="116982"/>
                  <a:pt x="1349191" y="115884"/>
                </a:cubicBezTo>
                <a:cubicBezTo>
                  <a:pt x="1350634" y="114786"/>
                  <a:pt x="1351638" y="113169"/>
                  <a:pt x="1352204" y="111031"/>
                </a:cubicBezTo>
                <a:cubicBezTo>
                  <a:pt x="1352430" y="110186"/>
                  <a:pt x="1352543" y="107540"/>
                  <a:pt x="1352543" y="103094"/>
                </a:cubicBezTo>
                <a:lnTo>
                  <a:pt x="1352543" y="71433"/>
                </a:lnTo>
                <a:cubicBezTo>
                  <a:pt x="1352543" y="64399"/>
                  <a:pt x="1351624" y="59291"/>
                  <a:pt x="1349785" y="56111"/>
                </a:cubicBezTo>
                <a:cubicBezTo>
                  <a:pt x="1347947" y="52930"/>
                  <a:pt x="1344849" y="51340"/>
                  <a:pt x="1340493" y="51340"/>
                </a:cubicBezTo>
                <a:cubicBezTo>
                  <a:pt x="1333761" y="51340"/>
                  <a:pt x="1327057" y="54999"/>
                  <a:pt x="1320382" y="62316"/>
                </a:cubicBezTo>
                <a:lnTo>
                  <a:pt x="1320382" y="103094"/>
                </a:lnTo>
                <a:cubicBezTo>
                  <a:pt x="1320382" y="108329"/>
                  <a:pt x="1320693" y="111565"/>
                  <a:pt x="1321315" y="112803"/>
                </a:cubicBezTo>
                <a:cubicBezTo>
                  <a:pt x="1322107" y="114434"/>
                  <a:pt x="1323196" y="115630"/>
                  <a:pt x="1324582" y="116391"/>
                </a:cubicBezTo>
                <a:cubicBezTo>
                  <a:pt x="1325968" y="117151"/>
                  <a:pt x="1328783" y="117531"/>
                  <a:pt x="1333026" y="117531"/>
                </a:cubicBezTo>
                <a:lnTo>
                  <a:pt x="1333026" y="120671"/>
                </a:lnTo>
                <a:lnTo>
                  <a:pt x="1294584" y="120671"/>
                </a:lnTo>
                <a:lnTo>
                  <a:pt x="1294584" y="117531"/>
                </a:lnTo>
                <a:lnTo>
                  <a:pt x="1296281" y="117531"/>
                </a:lnTo>
                <a:cubicBezTo>
                  <a:pt x="1300241" y="117531"/>
                  <a:pt x="1302915" y="116529"/>
                  <a:pt x="1304301" y="114526"/>
                </a:cubicBezTo>
                <a:cubicBezTo>
                  <a:pt x="1305687" y="112521"/>
                  <a:pt x="1306380" y="108697"/>
                  <a:pt x="1306380" y="103052"/>
                </a:cubicBezTo>
                <a:lnTo>
                  <a:pt x="1306380" y="74263"/>
                </a:lnTo>
                <a:cubicBezTo>
                  <a:pt x="1306380" y="64950"/>
                  <a:pt x="1306168" y="59277"/>
                  <a:pt x="1305743" y="57246"/>
                </a:cubicBezTo>
                <a:cubicBezTo>
                  <a:pt x="1305319" y="55213"/>
                  <a:pt x="1304668" y="53829"/>
                  <a:pt x="1303791" y="53096"/>
                </a:cubicBezTo>
                <a:cubicBezTo>
                  <a:pt x="1302915" y="52362"/>
                  <a:pt x="1301741" y="51995"/>
                  <a:pt x="1300270" y="51995"/>
                </a:cubicBezTo>
                <a:cubicBezTo>
                  <a:pt x="1298686" y="51995"/>
                  <a:pt x="1296790" y="52419"/>
                  <a:pt x="1294584" y="53265"/>
                </a:cubicBezTo>
                <a:lnTo>
                  <a:pt x="1293311" y="50216"/>
                </a:lnTo>
                <a:lnTo>
                  <a:pt x="1316733" y="40733"/>
                </a:lnTo>
                <a:lnTo>
                  <a:pt x="1320382" y="40733"/>
                </a:lnTo>
                <a:lnTo>
                  <a:pt x="1320382" y="57196"/>
                </a:lnTo>
                <a:close/>
                <a:moveTo>
                  <a:pt x="1407193" y="17311"/>
                </a:moveTo>
                <a:lnTo>
                  <a:pt x="1407193" y="42939"/>
                </a:lnTo>
                <a:lnTo>
                  <a:pt x="1425353" y="42939"/>
                </a:lnTo>
                <a:lnTo>
                  <a:pt x="1425353" y="48879"/>
                </a:lnTo>
                <a:lnTo>
                  <a:pt x="1407193" y="48879"/>
                </a:lnTo>
                <a:lnTo>
                  <a:pt x="1407193" y="99217"/>
                </a:lnTo>
                <a:cubicBezTo>
                  <a:pt x="1407193" y="104247"/>
                  <a:pt x="1407914" y="107638"/>
                  <a:pt x="1409357" y="109390"/>
                </a:cubicBezTo>
                <a:cubicBezTo>
                  <a:pt x="1410799" y="111140"/>
                  <a:pt x="1412652" y="112015"/>
                  <a:pt x="1414915" y="112015"/>
                </a:cubicBezTo>
                <a:cubicBezTo>
                  <a:pt x="1416782" y="112015"/>
                  <a:pt x="1418592" y="111435"/>
                  <a:pt x="1420346" y="110275"/>
                </a:cubicBezTo>
                <a:cubicBezTo>
                  <a:pt x="1422100" y="109116"/>
                  <a:pt x="1423457" y="107404"/>
                  <a:pt x="1424419" y="105141"/>
                </a:cubicBezTo>
                <a:lnTo>
                  <a:pt x="1427729" y="105141"/>
                </a:lnTo>
                <a:cubicBezTo>
                  <a:pt x="1425749" y="110701"/>
                  <a:pt x="1422948" y="114906"/>
                  <a:pt x="1419328" y="117756"/>
                </a:cubicBezTo>
                <a:cubicBezTo>
                  <a:pt x="1415707" y="120604"/>
                  <a:pt x="1411973" y="122028"/>
                  <a:pt x="1408126" y="122028"/>
                </a:cubicBezTo>
                <a:cubicBezTo>
                  <a:pt x="1405524" y="122028"/>
                  <a:pt x="1402978" y="121306"/>
                  <a:pt x="1400489" y="119862"/>
                </a:cubicBezTo>
                <a:cubicBezTo>
                  <a:pt x="1398000" y="118417"/>
                  <a:pt x="1396161" y="116351"/>
                  <a:pt x="1394973" y="113662"/>
                </a:cubicBezTo>
                <a:cubicBezTo>
                  <a:pt x="1393785" y="110971"/>
                  <a:pt x="1393191" y="106822"/>
                  <a:pt x="1393191" y="101214"/>
                </a:cubicBezTo>
                <a:lnTo>
                  <a:pt x="1393191" y="48879"/>
                </a:lnTo>
                <a:lnTo>
                  <a:pt x="1380886" y="48879"/>
                </a:lnTo>
                <a:lnTo>
                  <a:pt x="1380886" y="46079"/>
                </a:lnTo>
                <a:cubicBezTo>
                  <a:pt x="1383998" y="44831"/>
                  <a:pt x="1387180" y="42717"/>
                  <a:pt x="1390433" y="39738"/>
                </a:cubicBezTo>
                <a:cubicBezTo>
                  <a:pt x="1393686" y="36759"/>
                  <a:pt x="1396585" y="33227"/>
                  <a:pt x="1399131" y="29141"/>
                </a:cubicBezTo>
                <a:cubicBezTo>
                  <a:pt x="1400432" y="26986"/>
                  <a:pt x="1402243" y="23043"/>
                  <a:pt x="1404562" y="17311"/>
                </a:cubicBezTo>
                <a:lnTo>
                  <a:pt x="1407193" y="17311"/>
                </a:lnTo>
                <a:close/>
                <a:moveTo>
                  <a:pt x="1452707" y="0"/>
                </a:moveTo>
                <a:cubicBezTo>
                  <a:pt x="1455083" y="0"/>
                  <a:pt x="1457106" y="839"/>
                  <a:pt x="1458775" y="2517"/>
                </a:cubicBezTo>
                <a:cubicBezTo>
                  <a:pt x="1460444" y="4193"/>
                  <a:pt x="1461278" y="6225"/>
                  <a:pt x="1461278" y="8613"/>
                </a:cubicBezTo>
                <a:cubicBezTo>
                  <a:pt x="1461278" y="11002"/>
                  <a:pt x="1460444" y="13049"/>
                  <a:pt x="1458775" y="14755"/>
                </a:cubicBezTo>
                <a:cubicBezTo>
                  <a:pt x="1457106" y="16459"/>
                  <a:pt x="1455083" y="17311"/>
                  <a:pt x="1452707" y="17311"/>
                </a:cubicBezTo>
                <a:cubicBezTo>
                  <a:pt x="1450331" y="17311"/>
                  <a:pt x="1448295" y="16459"/>
                  <a:pt x="1446597" y="14755"/>
                </a:cubicBezTo>
                <a:cubicBezTo>
                  <a:pt x="1444900" y="13049"/>
                  <a:pt x="1444052" y="11002"/>
                  <a:pt x="1444052" y="8613"/>
                </a:cubicBezTo>
                <a:cubicBezTo>
                  <a:pt x="1444052" y="6225"/>
                  <a:pt x="1444886" y="4193"/>
                  <a:pt x="1446555" y="2517"/>
                </a:cubicBezTo>
                <a:cubicBezTo>
                  <a:pt x="1448224" y="839"/>
                  <a:pt x="1450275" y="0"/>
                  <a:pt x="1452707" y="0"/>
                </a:cubicBezTo>
                <a:moveTo>
                  <a:pt x="1459751" y="40733"/>
                </a:moveTo>
                <a:lnTo>
                  <a:pt x="1459751" y="103052"/>
                </a:lnTo>
                <a:cubicBezTo>
                  <a:pt x="1459751" y="107906"/>
                  <a:pt x="1460104" y="111138"/>
                  <a:pt x="1460811" y="112747"/>
                </a:cubicBezTo>
                <a:cubicBezTo>
                  <a:pt x="1461518" y="114356"/>
                  <a:pt x="1462565" y="115555"/>
                  <a:pt x="1463951" y="116345"/>
                </a:cubicBezTo>
                <a:cubicBezTo>
                  <a:pt x="1465337" y="117136"/>
                  <a:pt x="1467869" y="117531"/>
                  <a:pt x="1471546" y="117531"/>
                </a:cubicBezTo>
                <a:lnTo>
                  <a:pt x="1471546" y="120671"/>
                </a:lnTo>
                <a:lnTo>
                  <a:pt x="1433783" y="120671"/>
                </a:lnTo>
                <a:lnTo>
                  <a:pt x="1433783" y="117531"/>
                </a:lnTo>
                <a:cubicBezTo>
                  <a:pt x="1437574" y="117531"/>
                  <a:pt x="1440120" y="117164"/>
                  <a:pt x="1441421" y="116430"/>
                </a:cubicBezTo>
                <a:cubicBezTo>
                  <a:pt x="1442722" y="115697"/>
                  <a:pt x="1443755" y="114483"/>
                  <a:pt x="1444518" y="112789"/>
                </a:cubicBezTo>
                <a:cubicBezTo>
                  <a:pt x="1445282" y="111096"/>
                  <a:pt x="1445664" y="107850"/>
                  <a:pt x="1445664" y="103052"/>
                </a:cubicBezTo>
                <a:lnTo>
                  <a:pt x="1445664" y="73162"/>
                </a:lnTo>
                <a:cubicBezTo>
                  <a:pt x="1445664" y="64751"/>
                  <a:pt x="1445409" y="59304"/>
                  <a:pt x="1444900" y="56822"/>
                </a:cubicBezTo>
                <a:cubicBezTo>
                  <a:pt x="1444504" y="55015"/>
                  <a:pt x="1443882" y="53759"/>
                  <a:pt x="1443033" y="53053"/>
                </a:cubicBezTo>
                <a:cubicBezTo>
                  <a:pt x="1442185" y="52348"/>
                  <a:pt x="1441025" y="51995"/>
                  <a:pt x="1439554" y="51995"/>
                </a:cubicBezTo>
                <a:cubicBezTo>
                  <a:pt x="1437970" y="51995"/>
                  <a:pt x="1436046" y="52419"/>
                  <a:pt x="1433783" y="53265"/>
                </a:cubicBezTo>
                <a:lnTo>
                  <a:pt x="1432595" y="50216"/>
                </a:lnTo>
                <a:lnTo>
                  <a:pt x="1456017" y="40733"/>
                </a:lnTo>
                <a:lnTo>
                  <a:pt x="1459751" y="40733"/>
                </a:lnTo>
                <a:close/>
                <a:moveTo>
                  <a:pt x="1503822" y="17311"/>
                </a:moveTo>
                <a:lnTo>
                  <a:pt x="1503822" y="42939"/>
                </a:lnTo>
                <a:lnTo>
                  <a:pt x="1521982" y="42939"/>
                </a:lnTo>
                <a:lnTo>
                  <a:pt x="1521982" y="48879"/>
                </a:lnTo>
                <a:lnTo>
                  <a:pt x="1503822" y="48879"/>
                </a:lnTo>
                <a:lnTo>
                  <a:pt x="1503822" y="99217"/>
                </a:lnTo>
                <a:cubicBezTo>
                  <a:pt x="1503822" y="104247"/>
                  <a:pt x="1504544" y="107638"/>
                  <a:pt x="1505986" y="109390"/>
                </a:cubicBezTo>
                <a:cubicBezTo>
                  <a:pt x="1507429" y="111140"/>
                  <a:pt x="1509282" y="112015"/>
                  <a:pt x="1511544" y="112015"/>
                </a:cubicBezTo>
                <a:cubicBezTo>
                  <a:pt x="1513411" y="112015"/>
                  <a:pt x="1515222" y="111435"/>
                  <a:pt x="1516975" y="110275"/>
                </a:cubicBezTo>
                <a:cubicBezTo>
                  <a:pt x="1518729" y="109116"/>
                  <a:pt x="1520087" y="107404"/>
                  <a:pt x="1521049" y="105141"/>
                </a:cubicBezTo>
                <a:lnTo>
                  <a:pt x="1524358" y="105141"/>
                </a:lnTo>
                <a:cubicBezTo>
                  <a:pt x="1522378" y="110701"/>
                  <a:pt x="1519578" y="114906"/>
                  <a:pt x="1515957" y="117756"/>
                </a:cubicBezTo>
                <a:cubicBezTo>
                  <a:pt x="1512336" y="120604"/>
                  <a:pt x="1508603" y="122028"/>
                  <a:pt x="1504756" y="122028"/>
                </a:cubicBezTo>
                <a:cubicBezTo>
                  <a:pt x="1502153" y="122028"/>
                  <a:pt x="1499608" y="121306"/>
                  <a:pt x="1497118" y="119862"/>
                </a:cubicBezTo>
                <a:cubicBezTo>
                  <a:pt x="1494629" y="118417"/>
                  <a:pt x="1492790" y="116351"/>
                  <a:pt x="1491602" y="113662"/>
                </a:cubicBezTo>
                <a:cubicBezTo>
                  <a:pt x="1490414" y="110971"/>
                  <a:pt x="1489820" y="106822"/>
                  <a:pt x="1489820" y="101214"/>
                </a:cubicBezTo>
                <a:lnTo>
                  <a:pt x="1489820" y="48879"/>
                </a:lnTo>
                <a:lnTo>
                  <a:pt x="1477516" y="48879"/>
                </a:lnTo>
                <a:lnTo>
                  <a:pt x="1477516" y="46079"/>
                </a:lnTo>
                <a:cubicBezTo>
                  <a:pt x="1480627" y="44831"/>
                  <a:pt x="1483809" y="42717"/>
                  <a:pt x="1487062" y="39738"/>
                </a:cubicBezTo>
                <a:cubicBezTo>
                  <a:pt x="1490315" y="36759"/>
                  <a:pt x="1493215" y="33227"/>
                  <a:pt x="1495761" y="29141"/>
                </a:cubicBezTo>
                <a:cubicBezTo>
                  <a:pt x="1497062" y="26986"/>
                  <a:pt x="1498872" y="23043"/>
                  <a:pt x="1501192" y="17311"/>
                </a:cubicBezTo>
                <a:lnTo>
                  <a:pt x="1503822" y="17311"/>
                </a:lnTo>
                <a:close/>
                <a:moveTo>
                  <a:pt x="1525151" y="42939"/>
                </a:moveTo>
                <a:lnTo>
                  <a:pt x="1561387" y="42939"/>
                </a:lnTo>
                <a:lnTo>
                  <a:pt x="1561387" y="46079"/>
                </a:lnTo>
                <a:lnTo>
                  <a:pt x="1559604" y="46079"/>
                </a:lnTo>
                <a:cubicBezTo>
                  <a:pt x="1557059" y="46079"/>
                  <a:pt x="1555149" y="46630"/>
                  <a:pt x="1553876" y="47734"/>
                </a:cubicBezTo>
                <a:cubicBezTo>
                  <a:pt x="1552604" y="48837"/>
                  <a:pt x="1551967" y="50209"/>
                  <a:pt x="1551967" y="51849"/>
                </a:cubicBezTo>
                <a:cubicBezTo>
                  <a:pt x="1551967" y="54056"/>
                  <a:pt x="1552901" y="57111"/>
                  <a:pt x="1554767" y="61014"/>
                </a:cubicBezTo>
                <a:lnTo>
                  <a:pt x="1573691" y="100219"/>
                </a:lnTo>
                <a:lnTo>
                  <a:pt x="1591087" y="57280"/>
                </a:lnTo>
                <a:cubicBezTo>
                  <a:pt x="1592049" y="54961"/>
                  <a:pt x="1592530" y="52670"/>
                  <a:pt x="1592530" y="50407"/>
                </a:cubicBezTo>
                <a:cubicBezTo>
                  <a:pt x="1592530" y="49388"/>
                  <a:pt x="1592332" y="48625"/>
                  <a:pt x="1591936" y="48116"/>
                </a:cubicBezTo>
                <a:cubicBezTo>
                  <a:pt x="1591483" y="47493"/>
                  <a:pt x="1590776" y="46998"/>
                  <a:pt x="1589815" y="46630"/>
                </a:cubicBezTo>
                <a:cubicBezTo>
                  <a:pt x="1588853" y="46263"/>
                  <a:pt x="1587156" y="46079"/>
                  <a:pt x="1584723" y="46079"/>
                </a:cubicBezTo>
                <a:lnTo>
                  <a:pt x="1584723" y="42939"/>
                </a:lnTo>
                <a:lnTo>
                  <a:pt x="1610011" y="42939"/>
                </a:lnTo>
                <a:lnTo>
                  <a:pt x="1610011" y="46079"/>
                </a:lnTo>
                <a:cubicBezTo>
                  <a:pt x="1607918" y="46305"/>
                  <a:pt x="1606306" y="46758"/>
                  <a:pt x="1605174" y="47437"/>
                </a:cubicBezTo>
                <a:cubicBezTo>
                  <a:pt x="1604043" y="48116"/>
                  <a:pt x="1602798" y="49388"/>
                  <a:pt x="1601440" y="51255"/>
                </a:cubicBezTo>
                <a:cubicBezTo>
                  <a:pt x="1600931" y="52047"/>
                  <a:pt x="1599969" y="54225"/>
                  <a:pt x="1598555" y="57790"/>
                </a:cubicBezTo>
                <a:lnTo>
                  <a:pt x="1566902" y="135351"/>
                </a:lnTo>
                <a:cubicBezTo>
                  <a:pt x="1563847" y="142876"/>
                  <a:pt x="1559845" y="148561"/>
                  <a:pt x="1554895" y="152408"/>
                </a:cubicBezTo>
                <a:cubicBezTo>
                  <a:pt x="1549945" y="156255"/>
                  <a:pt x="1545178" y="158179"/>
                  <a:pt x="1540596" y="158179"/>
                </a:cubicBezTo>
                <a:cubicBezTo>
                  <a:pt x="1537258" y="158179"/>
                  <a:pt x="1534514" y="157228"/>
                  <a:pt x="1532364" y="155328"/>
                </a:cubicBezTo>
                <a:cubicBezTo>
                  <a:pt x="1530215" y="153427"/>
                  <a:pt x="1529140" y="151248"/>
                  <a:pt x="1529140" y="148788"/>
                </a:cubicBezTo>
                <a:cubicBezTo>
                  <a:pt x="1529140" y="146441"/>
                  <a:pt x="1529918" y="144547"/>
                  <a:pt x="1531473" y="143108"/>
                </a:cubicBezTo>
                <a:cubicBezTo>
                  <a:pt x="1533029" y="141671"/>
                  <a:pt x="1535165" y="140952"/>
                  <a:pt x="1537880" y="140952"/>
                </a:cubicBezTo>
                <a:cubicBezTo>
                  <a:pt x="1539747" y="140952"/>
                  <a:pt x="1542293" y="141574"/>
                  <a:pt x="1545518" y="142819"/>
                </a:cubicBezTo>
                <a:cubicBezTo>
                  <a:pt x="1547781" y="143668"/>
                  <a:pt x="1549195" y="144092"/>
                  <a:pt x="1549761" y="144092"/>
                </a:cubicBezTo>
                <a:cubicBezTo>
                  <a:pt x="1551458" y="144092"/>
                  <a:pt x="1553311" y="143209"/>
                  <a:pt x="1555319" y="141443"/>
                </a:cubicBezTo>
                <a:cubicBezTo>
                  <a:pt x="1557327" y="139678"/>
                  <a:pt x="1559350" y="136263"/>
                  <a:pt x="1561387" y="131196"/>
                </a:cubicBezTo>
                <a:lnTo>
                  <a:pt x="1566902" y="117616"/>
                </a:lnTo>
                <a:lnTo>
                  <a:pt x="1538984" y="58978"/>
                </a:lnTo>
                <a:cubicBezTo>
                  <a:pt x="1538135" y="57224"/>
                  <a:pt x="1536777" y="55046"/>
                  <a:pt x="1534910" y="52443"/>
                </a:cubicBezTo>
                <a:cubicBezTo>
                  <a:pt x="1533496" y="50463"/>
                  <a:pt x="1532336" y="49134"/>
                  <a:pt x="1531431" y="48455"/>
                </a:cubicBezTo>
                <a:cubicBezTo>
                  <a:pt x="1530130" y="47550"/>
                  <a:pt x="1528037" y="46758"/>
                  <a:pt x="1525151" y="46079"/>
                </a:cubicBezTo>
                <a:lnTo>
                  <a:pt x="1525151" y="42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72690-D345-4FF0-9B1D-0F7555BD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2122141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3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5"/>
                </a:cubicBezTo>
                <a:cubicBezTo>
                  <a:pt x="1566" y="259543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4A648-B142-40B3-8832-295D3F97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2122141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3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5"/>
                </a:cubicBezTo>
                <a:cubicBezTo>
                  <a:pt x="1566" y="259543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90" name="Text Whatis[x]">
            <a:extLst xmlns:a="http://schemas.openxmlformats.org/drawingml/2006/main">
              <a:ext uri="{FF2B5EF4-FFF2-40B4-BE49-F238E27FC236}">
                <a16:creationId xmlns:a16="http://schemas.microsoft.com/office/drawing/2014/main" id="{70FC69AC-CC71-47A3-A75D-39E6D53A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260" y="2195316"/>
            <a:ext cx="765433" cy="155124"/>
          </a:xfrm>
          <a:custGeom xmlns:a="http://schemas.openxmlformats.org/drawingml/2006/main">
            <a:pathLst>
              <a:path w="765433" h="155124">
                <a:moveTo>
                  <a:pt x="160385" y="5601"/>
                </a:moveTo>
                <a:lnTo>
                  <a:pt x="160385" y="8741"/>
                </a:lnTo>
                <a:cubicBezTo>
                  <a:pt x="157387" y="8741"/>
                  <a:pt x="154954" y="9278"/>
                  <a:pt x="153087" y="10353"/>
                </a:cubicBezTo>
                <a:cubicBezTo>
                  <a:pt x="151220" y="11426"/>
                  <a:pt x="149438" y="13433"/>
                  <a:pt x="147741" y="16373"/>
                </a:cubicBezTo>
                <a:cubicBezTo>
                  <a:pt x="146609" y="18351"/>
                  <a:pt x="144827" y="23071"/>
                  <a:pt x="142395" y="30534"/>
                </a:cubicBezTo>
                <a:lnTo>
                  <a:pt x="110318" y="123216"/>
                </a:lnTo>
                <a:lnTo>
                  <a:pt x="106923" y="123216"/>
                </a:lnTo>
                <a:lnTo>
                  <a:pt x="80702" y="49696"/>
                </a:lnTo>
                <a:lnTo>
                  <a:pt x="54650" y="123216"/>
                </a:lnTo>
                <a:lnTo>
                  <a:pt x="51595" y="123216"/>
                </a:lnTo>
                <a:lnTo>
                  <a:pt x="17396" y="27736"/>
                </a:lnTo>
                <a:cubicBezTo>
                  <a:pt x="14850" y="20613"/>
                  <a:pt x="13238" y="16401"/>
                  <a:pt x="12559" y="15100"/>
                </a:cubicBezTo>
                <a:cubicBezTo>
                  <a:pt x="11428" y="12952"/>
                  <a:pt x="9886" y="11355"/>
                  <a:pt x="7934" y="10310"/>
                </a:cubicBezTo>
                <a:cubicBezTo>
                  <a:pt x="5983" y="9264"/>
                  <a:pt x="3338" y="8741"/>
                  <a:pt x="0" y="8741"/>
                </a:cubicBezTo>
                <a:lnTo>
                  <a:pt x="0" y="5601"/>
                </a:lnTo>
                <a:lnTo>
                  <a:pt x="42600" y="5601"/>
                </a:lnTo>
                <a:lnTo>
                  <a:pt x="42600" y="8741"/>
                </a:lnTo>
                <a:lnTo>
                  <a:pt x="40563" y="8741"/>
                </a:lnTo>
                <a:cubicBezTo>
                  <a:pt x="37565" y="8741"/>
                  <a:pt x="35273" y="9419"/>
                  <a:pt x="33689" y="10777"/>
                </a:cubicBezTo>
                <a:cubicBezTo>
                  <a:pt x="32105" y="12133"/>
                  <a:pt x="31313" y="13772"/>
                  <a:pt x="31313" y="15694"/>
                </a:cubicBezTo>
                <a:cubicBezTo>
                  <a:pt x="31313" y="17672"/>
                  <a:pt x="32558" y="22223"/>
                  <a:pt x="35047" y="29346"/>
                </a:cubicBezTo>
                <a:lnTo>
                  <a:pt x="57705" y="93876"/>
                </a:lnTo>
                <a:lnTo>
                  <a:pt x="76798" y="39012"/>
                </a:lnTo>
                <a:lnTo>
                  <a:pt x="73404" y="29346"/>
                </a:lnTo>
                <a:lnTo>
                  <a:pt x="70688" y="21629"/>
                </a:lnTo>
                <a:cubicBezTo>
                  <a:pt x="69500" y="18802"/>
                  <a:pt x="68171" y="16314"/>
                  <a:pt x="66700" y="14166"/>
                </a:cubicBezTo>
                <a:cubicBezTo>
                  <a:pt x="65964" y="13093"/>
                  <a:pt x="65059" y="12189"/>
                  <a:pt x="63984" y="11453"/>
                </a:cubicBezTo>
                <a:cubicBezTo>
                  <a:pt x="62570" y="10437"/>
                  <a:pt x="61156" y="9702"/>
                  <a:pt x="59741" y="9250"/>
                </a:cubicBezTo>
                <a:cubicBezTo>
                  <a:pt x="58666" y="8910"/>
                  <a:pt x="56969" y="8741"/>
                  <a:pt x="54650" y="8741"/>
                </a:cubicBezTo>
                <a:lnTo>
                  <a:pt x="54650" y="5601"/>
                </a:lnTo>
                <a:lnTo>
                  <a:pt x="99456" y="5601"/>
                </a:lnTo>
                <a:lnTo>
                  <a:pt x="99456" y="8741"/>
                </a:lnTo>
                <a:lnTo>
                  <a:pt x="96401" y="8741"/>
                </a:lnTo>
                <a:cubicBezTo>
                  <a:pt x="93233" y="8741"/>
                  <a:pt x="90913" y="9419"/>
                  <a:pt x="89442" y="10777"/>
                </a:cubicBezTo>
                <a:cubicBezTo>
                  <a:pt x="87971" y="12133"/>
                  <a:pt x="87236" y="13970"/>
                  <a:pt x="87236" y="16288"/>
                </a:cubicBezTo>
                <a:cubicBezTo>
                  <a:pt x="87236" y="19171"/>
                  <a:pt x="88509" y="24203"/>
                  <a:pt x="91055" y="31382"/>
                </a:cubicBezTo>
                <a:lnTo>
                  <a:pt x="113118" y="93876"/>
                </a:lnTo>
                <a:lnTo>
                  <a:pt x="135012" y="30534"/>
                </a:lnTo>
                <a:cubicBezTo>
                  <a:pt x="137501" y="23524"/>
                  <a:pt x="138746" y="18662"/>
                  <a:pt x="138746" y="15948"/>
                </a:cubicBezTo>
                <a:cubicBezTo>
                  <a:pt x="138746" y="14649"/>
                  <a:pt x="138336" y="13433"/>
                  <a:pt x="137515" y="12302"/>
                </a:cubicBezTo>
                <a:cubicBezTo>
                  <a:pt x="136695" y="11171"/>
                  <a:pt x="135663" y="10379"/>
                  <a:pt x="134418" y="9929"/>
                </a:cubicBezTo>
                <a:cubicBezTo>
                  <a:pt x="132268" y="9137"/>
                  <a:pt x="129468" y="8741"/>
                  <a:pt x="126017" y="8741"/>
                </a:cubicBezTo>
                <a:lnTo>
                  <a:pt x="126017" y="5601"/>
                </a:lnTo>
                <a:lnTo>
                  <a:pt x="160385" y="5601"/>
                </a:lnTo>
                <a:close/>
                <a:moveTo>
                  <a:pt x="190027" y="0"/>
                </a:moveTo>
                <a:lnTo>
                  <a:pt x="190027" y="56941"/>
                </a:lnTo>
                <a:cubicBezTo>
                  <a:pt x="196307" y="50039"/>
                  <a:pt x="201285" y="45612"/>
                  <a:pt x="204963" y="43660"/>
                </a:cubicBezTo>
                <a:cubicBezTo>
                  <a:pt x="208640" y="41709"/>
                  <a:pt x="212317" y="40733"/>
                  <a:pt x="215994" y="40733"/>
                </a:cubicBezTo>
                <a:cubicBezTo>
                  <a:pt x="220407" y="40733"/>
                  <a:pt x="224198" y="41946"/>
                  <a:pt x="227366" y="44374"/>
                </a:cubicBezTo>
                <a:cubicBezTo>
                  <a:pt x="230534" y="46801"/>
                  <a:pt x="232882" y="50611"/>
                  <a:pt x="234409" y="55803"/>
                </a:cubicBezTo>
                <a:cubicBezTo>
                  <a:pt x="235484" y="59417"/>
                  <a:pt x="236021" y="66022"/>
                  <a:pt x="236021" y="75618"/>
                </a:cubicBezTo>
                <a:lnTo>
                  <a:pt x="236021" y="103052"/>
                </a:lnTo>
                <a:cubicBezTo>
                  <a:pt x="236021" y="107963"/>
                  <a:pt x="236417" y="111322"/>
                  <a:pt x="237209" y="113129"/>
                </a:cubicBezTo>
                <a:cubicBezTo>
                  <a:pt x="237775" y="114483"/>
                  <a:pt x="238737" y="115555"/>
                  <a:pt x="240095" y="116345"/>
                </a:cubicBezTo>
                <a:cubicBezTo>
                  <a:pt x="241452" y="117136"/>
                  <a:pt x="243942" y="117531"/>
                  <a:pt x="247562" y="117531"/>
                </a:cubicBezTo>
                <a:lnTo>
                  <a:pt x="247562" y="120671"/>
                </a:lnTo>
                <a:lnTo>
                  <a:pt x="209375" y="120671"/>
                </a:lnTo>
                <a:lnTo>
                  <a:pt x="209375" y="117531"/>
                </a:lnTo>
                <a:lnTo>
                  <a:pt x="211157" y="117531"/>
                </a:lnTo>
                <a:cubicBezTo>
                  <a:pt x="214778" y="117531"/>
                  <a:pt x="217296" y="116979"/>
                  <a:pt x="218710" y="115876"/>
                </a:cubicBezTo>
                <a:cubicBezTo>
                  <a:pt x="220124" y="114773"/>
                  <a:pt x="221114" y="113146"/>
                  <a:pt x="221680" y="110997"/>
                </a:cubicBezTo>
                <a:cubicBezTo>
                  <a:pt x="221850" y="110091"/>
                  <a:pt x="221935" y="107433"/>
                  <a:pt x="221935" y="103020"/>
                </a:cubicBezTo>
                <a:lnTo>
                  <a:pt x="221935" y="75525"/>
                </a:lnTo>
                <a:cubicBezTo>
                  <a:pt x="221935" y="67039"/>
                  <a:pt x="221496" y="61467"/>
                  <a:pt x="220619" y="58808"/>
                </a:cubicBezTo>
                <a:cubicBezTo>
                  <a:pt x="219742" y="56149"/>
                  <a:pt x="218342" y="54155"/>
                  <a:pt x="216419" y="52825"/>
                </a:cubicBezTo>
                <a:cubicBezTo>
                  <a:pt x="214495" y="51496"/>
                  <a:pt x="212176" y="50831"/>
                  <a:pt x="209460" y="50831"/>
                </a:cubicBezTo>
                <a:cubicBezTo>
                  <a:pt x="206688" y="50831"/>
                  <a:pt x="203803" y="51566"/>
                  <a:pt x="200805" y="53037"/>
                </a:cubicBezTo>
                <a:cubicBezTo>
                  <a:pt x="197806" y="54508"/>
                  <a:pt x="194214" y="57478"/>
                  <a:pt x="190027" y="61948"/>
                </a:cubicBezTo>
                <a:lnTo>
                  <a:pt x="190027" y="103020"/>
                </a:lnTo>
                <a:cubicBezTo>
                  <a:pt x="190027" y="108338"/>
                  <a:pt x="190324" y="111647"/>
                  <a:pt x="190918" y="112948"/>
                </a:cubicBezTo>
                <a:cubicBezTo>
                  <a:pt x="191512" y="114250"/>
                  <a:pt x="192616" y="115339"/>
                  <a:pt x="194228" y="116216"/>
                </a:cubicBezTo>
                <a:cubicBezTo>
                  <a:pt x="195840" y="117092"/>
                  <a:pt x="198626" y="117531"/>
                  <a:pt x="202587" y="117531"/>
                </a:cubicBezTo>
                <a:lnTo>
                  <a:pt x="202587" y="120671"/>
                </a:lnTo>
                <a:lnTo>
                  <a:pt x="164060" y="120671"/>
                </a:lnTo>
                <a:lnTo>
                  <a:pt x="164060" y="117531"/>
                </a:lnTo>
                <a:cubicBezTo>
                  <a:pt x="167511" y="117531"/>
                  <a:pt x="170227" y="116993"/>
                  <a:pt x="172207" y="115919"/>
                </a:cubicBezTo>
                <a:cubicBezTo>
                  <a:pt x="173338" y="115355"/>
                  <a:pt x="174243" y="114281"/>
                  <a:pt x="174922" y="112699"/>
                </a:cubicBezTo>
                <a:cubicBezTo>
                  <a:pt x="175601" y="111115"/>
                  <a:pt x="175941" y="107892"/>
                  <a:pt x="175941" y="103030"/>
                </a:cubicBezTo>
                <a:lnTo>
                  <a:pt x="175941" y="32732"/>
                </a:lnTo>
                <a:cubicBezTo>
                  <a:pt x="175941" y="23857"/>
                  <a:pt x="175728" y="18402"/>
                  <a:pt x="175304" y="16367"/>
                </a:cubicBezTo>
                <a:cubicBezTo>
                  <a:pt x="174880" y="14331"/>
                  <a:pt x="174229" y="12946"/>
                  <a:pt x="173352" y="12212"/>
                </a:cubicBezTo>
                <a:cubicBezTo>
                  <a:pt x="172475" y="11476"/>
                  <a:pt x="171302" y="11109"/>
                  <a:pt x="169831" y="11109"/>
                </a:cubicBezTo>
                <a:cubicBezTo>
                  <a:pt x="168643" y="11109"/>
                  <a:pt x="166719" y="11561"/>
                  <a:pt x="164060" y="12466"/>
                </a:cubicBezTo>
                <a:lnTo>
                  <a:pt x="162872" y="9496"/>
                </a:lnTo>
                <a:lnTo>
                  <a:pt x="186124" y="0"/>
                </a:lnTo>
                <a:lnTo>
                  <a:pt x="190027" y="0"/>
                </a:lnTo>
                <a:close/>
                <a:moveTo>
                  <a:pt x="298139" y="109469"/>
                </a:moveTo>
                <a:cubicBezTo>
                  <a:pt x="290162" y="115636"/>
                  <a:pt x="285155" y="119200"/>
                  <a:pt x="283119" y="120161"/>
                </a:cubicBezTo>
                <a:cubicBezTo>
                  <a:pt x="280064" y="121632"/>
                  <a:pt x="276811" y="122368"/>
                  <a:pt x="273360" y="122368"/>
                </a:cubicBezTo>
                <a:cubicBezTo>
                  <a:pt x="267985" y="122368"/>
                  <a:pt x="263558" y="120529"/>
                  <a:pt x="260079" y="116852"/>
                </a:cubicBezTo>
                <a:cubicBezTo>
                  <a:pt x="256600" y="113175"/>
                  <a:pt x="254860" y="108338"/>
                  <a:pt x="254860" y="102341"/>
                </a:cubicBezTo>
                <a:cubicBezTo>
                  <a:pt x="254860" y="98551"/>
                  <a:pt x="255709" y="95269"/>
                  <a:pt x="257406" y="92497"/>
                </a:cubicBezTo>
                <a:cubicBezTo>
                  <a:pt x="259726" y="88650"/>
                  <a:pt x="263756" y="85030"/>
                  <a:pt x="269499" y="81635"/>
                </a:cubicBezTo>
                <a:cubicBezTo>
                  <a:pt x="275241" y="78241"/>
                  <a:pt x="284788" y="74111"/>
                  <a:pt x="298139" y="69246"/>
                </a:cubicBezTo>
                <a:lnTo>
                  <a:pt x="298139" y="66191"/>
                </a:lnTo>
                <a:cubicBezTo>
                  <a:pt x="298139" y="58440"/>
                  <a:pt x="296908" y="53122"/>
                  <a:pt x="294447" y="50237"/>
                </a:cubicBezTo>
                <a:cubicBezTo>
                  <a:pt x="291987" y="47352"/>
                  <a:pt x="288408" y="45909"/>
                  <a:pt x="283713" y="45909"/>
                </a:cubicBezTo>
                <a:cubicBezTo>
                  <a:pt x="280149" y="45909"/>
                  <a:pt x="277320" y="46867"/>
                  <a:pt x="275227" y="48784"/>
                </a:cubicBezTo>
                <a:cubicBezTo>
                  <a:pt x="273077" y="50700"/>
                  <a:pt x="272002" y="52899"/>
                  <a:pt x="272002" y="55379"/>
                </a:cubicBezTo>
                <a:lnTo>
                  <a:pt x="272172" y="60282"/>
                </a:lnTo>
                <a:cubicBezTo>
                  <a:pt x="272172" y="62874"/>
                  <a:pt x="271507" y="64874"/>
                  <a:pt x="270178" y="66283"/>
                </a:cubicBezTo>
                <a:cubicBezTo>
                  <a:pt x="268848" y="67692"/>
                  <a:pt x="267108" y="68397"/>
                  <a:pt x="264959" y="68397"/>
                </a:cubicBezTo>
                <a:cubicBezTo>
                  <a:pt x="262865" y="68397"/>
                  <a:pt x="261154" y="67664"/>
                  <a:pt x="259825" y="66199"/>
                </a:cubicBezTo>
                <a:cubicBezTo>
                  <a:pt x="258495" y="64731"/>
                  <a:pt x="257830" y="62728"/>
                  <a:pt x="257830" y="60189"/>
                </a:cubicBezTo>
                <a:cubicBezTo>
                  <a:pt x="257830" y="55340"/>
                  <a:pt x="260320" y="50885"/>
                  <a:pt x="265298" y="46824"/>
                </a:cubicBezTo>
                <a:cubicBezTo>
                  <a:pt x="270277" y="42763"/>
                  <a:pt x="277263" y="40733"/>
                  <a:pt x="286258" y="40733"/>
                </a:cubicBezTo>
                <a:cubicBezTo>
                  <a:pt x="293160" y="40733"/>
                  <a:pt x="298818" y="41891"/>
                  <a:pt x="303230" y="44207"/>
                </a:cubicBezTo>
                <a:cubicBezTo>
                  <a:pt x="306568" y="45959"/>
                  <a:pt x="309029" y="48700"/>
                  <a:pt x="310613" y="52430"/>
                </a:cubicBezTo>
                <a:cubicBezTo>
                  <a:pt x="311632" y="54859"/>
                  <a:pt x="312141" y="59831"/>
                  <a:pt x="312141" y="67347"/>
                </a:cubicBezTo>
                <a:lnTo>
                  <a:pt x="312141" y="93706"/>
                </a:lnTo>
                <a:cubicBezTo>
                  <a:pt x="312141" y="101109"/>
                  <a:pt x="312282" y="105643"/>
                  <a:pt x="312565" y="107311"/>
                </a:cubicBezTo>
                <a:cubicBezTo>
                  <a:pt x="312848" y="108978"/>
                  <a:pt x="313315" y="110094"/>
                  <a:pt x="313965" y="110660"/>
                </a:cubicBezTo>
                <a:cubicBezTo>
                  <a:pt x="314616" y="111224"/>
                  <a:pt x="315365" y="111506"/>
                  <a:pt x="316214" y="111506"/>
                </a:cubicBezTo>
                <a:cubicBezTo>
                  <a:pt x="317119" y="111506"/>
                  <a:pt x="317911" y="111308"/>
                  <a:pt x="318590" y="110912"/>
                </a:cubicBezTo>
                <a:cubicBezTo>
                  <a:pt x="319778" y="110176"/>
                  <a:pt x="322069" y="108111"/>
                  <a:pt x="325464" y="104717"/>
                </a:cubicBezTo>
                <a:lnTo>
                  <a:pt x="325464" y="109469"/>
                </a:lnTo>
                <a:cubicBezTo>
                  <a:pt x="319128" y="117955"/>
                  <a:pt x="313074" y="122198"/>
                  <a:pt x="307304" y="122198"/>
                </a:cubicBezTo>
                <a:cubicBezTo>
                  <a:pt x="304532" y="122198"/>
                  <a:pt x="302325" y="121236"/>
                  <a:pt x="300685" y="119313"/>
                </a:cubicBezTo>
                <a:cubicBezTo>
                  <a:pt x="299044" y="117389"/>
                  <a:pt x="298195" y="114108"/>
                  <a:pt x="298139" y="109469"/>
                </a:cubicBezTo>
                <a:moveTo>
                  <a:pt x="298139" y="103906"/>
                </a:moveTo>
                <a:lnTo>
                  <a:pt x="298139" y="74422"/>
                </a:lnTo>
                <a:cubicBezTo>
                  <a:pt x="289596" y="77801"/>
                  <a:pt x="284080" y="80194"/>
                  <a:pt x="281591" y="81603"/>
                </a:cubicBezTo>
                <a:cubicBezTo>
                  <a:pt x="277122" y="84082"/>
                  <a:pt x="273926" y="86673"/>
                  <a:pt x="272002" y="89376"/>
                </a:cubicBezTo>
                <a:cubicBezTo>
                  <a:pt x="270079" y="92079"/>
                  <a:pt x="269117" y="95036"/>
                  <a:pt x="269117" y="98246"/>
                </a:cubicBezTo>
                <a:cubicBezTo>
                  <a:pt x="269117" y="102302"/>
                  <a:pt x="270333" y="105667"/>
                  <a:pt x="272766" y="108342"/>
                </a:cubicBezTo>
                <a:cubicBezTo>
                  <a:pt x="275198" y="111017"/>
                  <a:pt x="277999" y="112354"/>
                  <a:pt x="281167" y="112354"/>
                </a:cubicBezTo>
                <a:cubicBezTo>
                  <a:pt x="285466" y="112354"/>
                  <a:pt x="291124" y="109538"/>
                  <a:pt x="298139" y="103906"/>
                </a:cubicBezTo>
                <a:close/>
                <a:moveTo>
                  <a:pt x="353834" y="17311"/>
                </a:moveTo>
                <a:lnTo>
                  <a:pt x="353834" y="42939"/>
                </a:lnTo>
                <a:lnTo>
                  <a:pt x="371994" y="42939"/>
                </a:lnTo>
                <a:lnTo>
                  <a:pt x="371994" y="48879"/>
                </a:lnTo>
                <a:lnTo>
                  <a:pt x="353834" y="48879"/>
                </a:lnTo>
                <a:lnTo>
                  <a:pt x="353834" y="99217"/>
                </a:lnTo>
                <a:cubicBezTo>
                  <a:pt x="353834" y="104247"/>
                  <a:pt x="354555" y="107638"/>
                  <a:pt x="355997" y="109390"/>
                </a:cubicBezTo>
                <a:cubicBezTo>
                  <a:pt x="357440" y="111140"/>
                  <a:pt x="359293" y="112015"/>
                  <a:pt x="361556" y="112015"/>
                </a:cubicBezTo>
                <a:cubicBezTo>
                  <a:pt x="363423" y="112015"/>
                  <a:pt x="365233" y="111435"/>
                  <a:pt x="366987" y="110275"/>
                </a:cubicBezTo>
                <a:cubicBezTo>
                  <a:pt x="368741" y="109116"/>
                  <a:pt x="370098" y="107404"/>
                  <a:pt x="371060" y="105141"/>
                </a:cubicBezTo>
                <a:lnTo>
                  <a:pt x="374370" y="105141"/>
                </a:lnTo>
                <a:cubicBezTo>
                  <a:pt x="372390" y="110701"/>
                  <a:pt x="369589" y="114906"/>
                  <a:pt x="365968" y="117756"/>
                </a:cubicBezTo>
                <a:cubicBezTo>
                  <a:pt x="362348" y="120604"/>
                  <a:pt x="358614" y="122028"/>
                  <a:pt x="354767" y="122028"/>
                </a:cubicBezTo>
                <a:cubicBezTo>
                  <a:pt x="352165" y="122028"/>
                  <a:pt x="349619" y="121306"/>
                  <a:pt x="347130" y="119862"/>
                </a:cubicBezTo>
                <a:cubicBezTo>
                  <a:pt x="344640" y="118417"/>
                  <a:pt x="342802" y="116351"/>
                  <a:pt x="341614" y="113662"/>
                </a:cubicBezTo>
                <a:cubicBezTo>
                  <a:pt x="340426" y="110971"/>
                  <a:pt x="339832" y="106822"/>
                  <a:pt x="339832" y="101214"/>
                </a:cubicBezTo>
                <a:lnTo>
                  <a:pt x="339832" y="48879"/>
                </a:lnTo>
                <a:lnTo>
                  <a:pt x="327527" y="48879"/>
                </a:lnTo>
                <a:lnTo>
                  <a:pt x="327527" y="46079"/>
                </a:lnTo>
                <a:cubicBezTo>
                  <a:pt x="330639" y="44831"/>
                  <a:pt x="333821" y="42717"/>
                  <a:pt x="337074" y="39738"/>
                </a:cubicBezTo>
                <a:cubicBezTo>
                  <a:pt x="340327" y="36759"/>
                  <a:pt x="343226" y="33227"/>
                  <a:pt x="345772" y="29141"/>
                </a:cubicBezTo>
                <a:cubicBezTo>
                  <a:pt x="347073" y="26986"/>
                  <a:pt x="348883" y="23043"/>
                  <a:pt x="351203" y="17311"/>
                </a:cubicBezTo>
                <a:lnTo>
                  <a:pt x="353834" y="17311"/>
                </a:lnTo>
                <a:close/>
                <a:moveTo>
                  <a:pt x="442796" y="0"/>
                </a:moveTo>
                <a:cubicBezTo>
                  <a:pt x="445172" y="0"/>
                  <a:pt x="447194" y="839"/>
                  <a:pt x="448863" y="2517"/>
                </a:cubicBezTo>
                <a:cubicBezTo>
                  <a:pt x="450532" y="4193"/>
                  <a:pt x="451367" y="6225"/>
                  <a:pt x="451367" y="8613"/>
                </a:cubicBezTo>
                <a:cubicBezTo>
                  <a:pt x="451367" y="11002"/>
                  <a:pt x="450532" y="13049"/>
                  <a:pt x="448863" y="14755"/>
                </a:cubicBezTo>
                <a:cubicBezTo>
                  <a:pt x="447194" y="16459"/>
                  <a:pt x="445172" y="17311"/>
                  <a:pt x="442796" y="17311"/>
                </a:cubicBezTo>
                <a:cubicBezTo>
                  <a:pt x="440420" y="17311"/>
                  <a:pt x="438383" y="16459"/>
                  <a:pt x="436686" y="14755"/>
                </a:cubicBezTo>
                <a:cubicBezTo>
                  <a:pt x="434989" y="13049"/>
                  <a:pt x="434140" y="11002"/>
                  <a:pt x="434140" y="8613"/>
                </a:cubicBezTo>
                <a:cubicBezTo>
                  <a:pt x="434140" y="6225"/>
                  <a:pt x="434975" y="4193"/>
                  <a:pt x="436643" y="2517"/>
                </a:cubicBezTo>
                <a:cubicBezTo>
                  <a:pt x="438312" y="839"/>
                  <a:pt x="440363" y="0"/>
                  <a:pt x="442796" y="0"/>
                </a:cubicBezTo>
                <a:moveTo>
                  <a:pt x="449839" y="40733"/>
                </a:moveTo>
                <a:lnTo>
                  <a:pt x="449839" y="103052"/>
                </a:lnTo>
                <a:cubicBezTo>
                  <a:pt x="449839" y="107906"/>
                  <a:pt x="450193" y="111138"/>
                  <a:pt x="450900" y="112747"/>
                </a:cubicBezTo>
                <a:cubicBezTo>
                  <a:pt x="451607" y="114356"/>
                  <a:pt x="452654" y="115555"/>
                  <a:pt x="454040" y="116345"/>
                </a:cubicBezTo>
                <a:cubicBezTo>
                  <a:pt x="455426" y="117136"/>
                  <a:pt x="457957" y="117531"/>
                  <a:pt x="461635" y="117531"/>
                </a:cubicBezTo>
                <a:lnTo>
                  <a:pt x="461635" y="120671"/>
                </a:lnTo>
                <a:lnTo>
                  <a:pt x="423872" y="120671"/>
                </a:lnTo>
                <a:lnTo>
                  <a:pt x="423872" y="117531"/>
                </a:lnTo>
                <a:cubicBezTo>
                  <a:pt x="427662" y="117531"/>
                  <a:pt x="430208" y="117164"/>
                  <a:pt x="431509" y="116430"/>
                </a:cubicBezTo>
                <a:cubicBezTo>
                  <a:pt x="432811" y="115697"/>
                  <a:pt x="433843" y="114483"/>
                  <a:pt x="434607" y="112789"/>
                </a:cubicBezTo>
                <a:cubicBezTo>
                  <a:pt x="435371" y="111096"/>
                  <a:pt x="435752" y="107850"/>
                  <a:pt x="435752" y="103052"/>
                </a:cubicBezTo>
                <a:lnTo>
                  <a:pt x="435752" y="73162"/>
                </a:lnTo>
                <a:cubicBezTo>
                  <a:pt x="435752" y="64751"/>
                  <a:pt x="435498" y="59304"/>
                  <a:pt x="434989" y="56822"/>
                </a:cubicBezTo>
                <a:cubicBezTo>
                  <a:pt x="434593" y="55015"/>
                  <a:pt x="433970" y="53759"/>
                  <a:pt x="433122" y="53053"/>
                </a:cubicBezTo>
                <a:cubicBezTo>
                  <a:pt x="432273" y="52348"/>
                  <a:pt x="431113" y="51995"/>
                  <a:pt x="429643" y="51995"/>
                </a:cubicBezTo>
                <a:cubicBezTo>
                  <a:pt x="428058" y="51995"/>
                  <a:pt x="426135" y="52419"/>
                  <a:pt x="423872" y="53265"/>
                </a:cubicBezTo>
                <a:lnTo>
                  <a:pt x="422684" y="50216"/>
                </a:lnTo>
                <a:lnTo>
                  <a:pt x="446105" y="40733"/>
                </a:lnTo>
                <a:lnTo>
                  <a:pt x="449839" y="40733"/>
                </a:lnTo>
                <a:close/>
                <a:moveTo>
                  <a:pt x="521575" y="40733"/>
                </a:moveTo>
                <a:lnTo>
                  <a:pt x="521575" y="67039"/>
                </a:lnTo>
                <a:lnTo>
                  <a:pt x="518775" y="67039"/>
                </a:lnTo>
                <a:cubicBezTo>
                  <a:pt x="516625" y="58788"/>
                  <a:pt x="513867" y="53176"/>
                  <a:pt x="510501" y="50203"/>
                </a:cubicBezTo>
                <a:cubicBezTo>
                  <a:pt x="507135" y="47227"/>
                  <a:pt x="502849" y="45739"/>
                  <a:pt x="497645" y="45739"/>
                </a:cubicBezTo>
                <a:cubicBezTo>
                  <a:pt x="493684" y="45739"/>
                  <a:pt x="490488" y="46785"/>
                  <a:pt x="488055" y="48877"/>
                </a:cubicBezTo>
                <a:cubicBezTo>
                  <a:pt x="485623" y="50966"/>
                  <a:pt x="484406" y="53283"/>
                  <a:pt x="484406" y="55827"/>
                </a:cubicBezTo>
                <a:cubicBezTo>
                  <a:pt x="484406" y="58992"/>
                  <a:pt x="485312" y="61704"/>
                  <a:pt x="487122" y="63963"/>
                </a:cubicBezTo>
                <a:cubicBezTo>
                  <a:pt x="488876" y="66281"/>
                  <a:pt x="492440" y="68739"/>
                  <a:pt x="497814" y="71338"/>
                </a:cubicBezTo>
                <a:lnTo>
                  <a:pt x="510204" y="77358"/>
                </a:lnTo>
                <a:cubicBezTo>
                  <a:pt x="521688" y="82951"/>
                  <a:pt x="527430" y="90326"/>
                  <a:pt x="527430" y="99482"/>
                </a:cubicBezTo>
                <a:cubicBezTo>
                  <a:pt x="527430" y="106545"/>
                  <a:pt x="524757" y="112239"/>
                  <a:pt x="519411" y="116563"/>
                </a:cubicBezTo>
                <a:cubicBezTo>
                  <a:pt x="514065" y="120885"/>
                  <a:pt x="508082" y="123047"/>
                  <a:pt x="501463" y="123047"/>
                </a:cubicBezTo>
                <a:cubicBezTo>
                  <a:pt x="496711" y="123047"/>
                  <a:pt x="491280" y="122198"/>
                  <a:pt x="485170" y="120501"/>
                </a:cubicBezTo>
                <a:cubicBezTo>
                  <a:pt x="483303" y="119935"/>
                  <a:pt x="481776" y="119652"/>
                  <a:pt x="480588" y="119652"/>
                </a:cubicBezTo>
                <a:cubicBezTo>
                  <a:pt x="479287" y="119652"/>
                  <a:pt x="478268" y="120388"/>
                  <a:pt x="477533" y="121859"/>
                </a:cubicBezTo>
                <a:lnTo>
                  <a:pt x="474732" y="121859"/>
                </a:lnTo>
                <a:lnTo>
                  <a:pt x="474732" y="94025"/>
                </a:lnTo>
                <a:lnTo>
                  <a:pt x="477533" y="94025"/>
                </a:lnTo>
                <a:cubicBezTo>
                  <a:pt x="479117" y="101973"/>
                  <a:pt x="482144" y="107963"/>
                  <a:pt x="486613" y="111994"/>
                </a:cubicBezTo>
                <a:cubicBezTo>
                  <a:pt x="491082" y="116025"/>
                  <a:pt x="496089" y="118040"/>
                  <a:pt x="501633" y="118040"/>
                </a:cubicBezTo>
                <a:cubicBezTo>
                  <a:pt x="505537" y="118040"/>
                  <a:pt x="508719" y="116896"/>
                  <a:pt x="511180" y="114608"/>
                </a:cubicBezTo>
                <a:cubicBezTo>
                  <a:pt x="513641" y="112319"/>
                  <a:pt x="514871" y="109564"/>
                  <a:pt x="514871" y="106343"/>
                </a:cubicBezTo>
                <a:cubicBezTo>
                  <a:pt x="514871" y="102443"/>
                  <a:pt x="513499" y="99165"/>
                  <a:pt x="510755" y="96509"/>
                </a:cubicBezTo>
                <a:cubicBezTo>
                  <a:pt x="508012" y="93854"/>
                  <a:pt x="502538" y="90492"/>
                  <a:pt x="494335" y="86424"/>
                </a:cubicBezTo>
                <a:cubicBezTo>
                  <a:pt x="486132" y="82355"/>
                  <a:pt x="480757" y="78681"/>
                  <a:pt x="478212" y="75403"/>
                </a:cubicBezTo>
                <a:cubicBezTo>
                  <a:pt x="475666" y="72182"/>
                  <a:pt x="474393" y="68113"/>
                  <a:pt x="474393" y="63197"/>
                </a:cubicBezTo>
                <a:cubicBezTo>
                  <a:pt x="474393" y="56811"/>
                  <a:pt x="476585" y="51471"/>
                  <a:pt x="480970" y="47177"/>
                </a:cubicBezTo>
                <a:cubicBezTo>
                  <a:pt x="485354" y="42881"/>
                  <a:pt x="491026" y="40733"/>
                  <a:pt x="497984" y="40733"/>
                </a:cubicBezTo>
                <a:cubicBezTo>
                  <a:pt x="501039" y="40733"/>
                  <a:pt x="504745" y="41383"/>
                  <a:pt x="509101" y="42684"/>
                </a:cubicBezTo>
                <a:cubicBezTo>
                  <a:pt x="511986" y="43533"/>
                  <a:pt x="513909" y="43957"/>
                  <a:pt x="514871" y="43957"/>
                </a:cubicBezTo>
                <a:cubicBezTo>
                  <a:pt x="515776" y="43957"/>
                  <a:pt x="516483" y="43759"/>
                  <a:pt x="516993" y="43363"/>
                </a:cubicBezTo>
                <a:cubicBezTo>
                  <a:pt x="517502" y="42967"/>
                  <a:pt x="518096" y="42090"/>
                  <a:pt x="518775" y="40733"/>
                </a:cubicBezTo>
                <a:lnTo>
                  <a:pt x="521575" y="40733"/>
                </a:lnTo>
                <a:close/>
                <a:moveTo>
                  <a:pt x="628556" y="155124"/>
                </a:moveTo>
                <a:lnTo>
                  <a:pt x="591217" y="155124"/>
                </a:lnTo>
                <a:lnTo>
                  <a:pt x="591217" y="2885"/>
                </a:lnTo>
                <a:lnTo>
                  <a:pt x="628556" y="2885"/>
                </a:lnTo>
                <a:lnTo>
                  <a:pt x="628556" y="9589"/>
                </a:lnTo>
                <a:lnTo>
                  <a:pt x="603946" y="9589"/>
                </a:lnTo>
                <a:lnTo>
                  <a:pt x="603946" y="148590"/>
                </a:lnTo>
                <a:lnTo>
                  <a:pt x="628556" y="148590"/>
                </a:lnTo>
                <a:lnTo>
                  <a:pt x="628556" y="155124"/>
                </a:lnTo>
                <a:close/>
                <a:moveTo>
                  <a:pt x="637125" y="42939"/>
                </a:moveTo>
                <a:lnTo>
                  <a:pt x="673700" y="42939"/>
                </a:lnTo>
                <a:lnTo>
                  <a:pt x="673700" y="46079"/>
                </a:lnTo>
                <a:cubicBezTo>
                  <a:pt x="671380" y="46079"/>
                  <a:pt x="669754" y="46475"/>
                  <a:pt x="668820" y="47267"/>
                </a:cubicBezTo>
                <a:cubicBezTo>
                  <a:pt x="667887" y="48059"/>
                  <a:pt x="667420" y="49106"/>
                  <a:pt x="667420" y="50407"/>
                </a:cubicBezTo>
                <a:cubicBezTo>
                  <a:pt x="667420" y="51764"/>
                  <a:pt x="668410" y="53858"/>
                  <a:pt x="670390" y="56686"/>
                </a:cubicBezTo>
                <a:cubicBezTo>
                  <a:pt x="671013" y="57592"/>
                  <a:pt x="671946" y="59006"/>
                  <a:pt x="673191" y="60929"/>
                </a:cubicBezTo>
                <a:lnTo>
                  <a:pt x="678707" y="69755"/>
                </a:lnTo>
                <a:lnTo>
                  <a:pt x="685071" y="60929"/>
                </a:lnTo>
                <a:cubicBezTo>
                  <a:pt x="689144" y="55329"/>
                  <a:pt x="691181" y="51793"/>
                  <a:pt x="691181" y="50322"/>
                </a:cubicBezTo>
                <a:cubicBezTo>
                  <a:pt x="691181" y="49134"/>
                  <a:pt x="690700" y="48130"/>
                  <a:pt x="689738" y="47309"/>
                </a:cubicBezTo>
                <a:cubicBezTo>
                  <a:pt x="688777" y="46489"/>
                  <a:pt x="687221" y="46079"/>
                  <a:pt x="685071" y="46079"/>
                </a:cubicBezTo>
                <a:lnTo>
                  <a:pt x="685071" y="42939"/>
                </a:lnTo>
                <a:lnTo>
                  <a:pt x="711378" y="42939"/>
                </a:lnTo>
                <a:lnTo>
                  <a:pt x="711378" y="46079"/>
                </a:lnTo>
                <a:cubicBezTo>
                  <a:pt x="708606" y="46249"/>
                  <a:pt x="706201" y="47012"/>
                  <a:pt x="704165" y="48370"/>
                </a:cubicBezTo>
                <a:cubicBezTo>
                  <a:pt x="701393" y="50294"/>
                  <a:pt x="697602" y="54480"/>
                  <a:pt x="692793" y="60929"/>
                </a:cubicBezTo>
                <a:lnTo>
                  <a:pt x="682186" y="75101"/>
                </a:lnTo>
                <a:lnTo>
                  <a:pt x="701534" y="102879"/>
                </a:lnTo>
                <a:cubicBezTo>
                  <a:pt x="706286" y="109710"/>
                  <a:pt x="709680" y="113818"/>
                  <a:pt x="711717" y="115202"/>
                </a:cubicBezTo>
                <a:cubicBezTo>
                  <a:pt x="713754" y="116585"/>
                  <a:pt x="716384" y="117361"/>
                  <a:pt x="719609" y="117531"/>
                </a:cubicBezTo>
                <a:lnTo>
                  <a:pt x="719609" y="120671"/>
                </a:lnTo>
                <a:lnTo>
                  <a:pt x="682950" y="120671"/>
                </a:lnTo>
                <a:lnTo>
                  <a:pt x="682950" y="117531"/>
                </a:lnTo>
                <a:cubicBezTo>
                  <a:pt x="685495" y="117531"/>
                  <a:pt x="687475" y="116967"/>
                  <a:pt x="688890" y="115839"/>
                </a:cubicBezTo>
                <a:cubicBezTo>
                  <a:pt x="689965" y="115049"/>
                  <a:pt x="690502" y="114005"/>
                  <a:pt x="690502" y="112707"/>
                </a:cubicBezTo>
                <a:cubicBezTo>
                  <a:pt x="690502" y="111409"/>
                  <a:pt x="688692" y="108137"/>
                  <a:pt x="685071" y="102890"/>
                </a:cubicBezTo>
                <a:lnTo>
                  <a:pt x="673700" y="86302"/>
                </a:lnTo>
                <a:lnTo>
                  <a:pt x="661226" y="102890"/>
                </a:lnTo>
                <a:cubicBezTo>
                  <a:pt x="657379" y="108024"/>
                  <a:pt x="655455" y="111071"/>
                  <a:pt x="655455" y="112031"/>
                </a:cubicBezTo>
                <a:cubicBezTo>
                  <a:pt x="655455" y="113385"/>
                  <a:pt x="656092" y="114612"/>
                  <a:pt x="657364" y="115712"/>
                </a:cubicBezTo>
                <a:cubicBezTo>
                  <a:pt x="658637" y="116811"/>
                  <a:pt x="660547" y="117418"/>
                  <a:pt x="663092" y="117531"/>
                </a:cubicBezTo>
                <a:lnTo>
                  <a:pt x="663092" y="120671"/>
                </a:lnTo>
                <a:lnTo>
                  <a:pt x="637719" y="120671"/>
                </a:lnTo>
                <a:lnTo>
                  <a:pt x="637719" y="117531"/>
                </a:lnTo>
                <a:cubicBezTo>
                  <a:pt x="639756" y="117248"/>
                  <a:pt x="641538" y="116543"/>
                  <a:pt x="643066" y="115415"/>
                </a:cubicBezTo>
                <a:cubicBezTo>
                  <a:pt x="645215" y="113778"/>
                  <a:pt x="648836" y="109601"/>
                  <a:pt x="653928" y="102885"/>
                </a:cubicBezTo>
                <a:lnTo>
                  <a:pt x="670221" y="81296"/>
                </a:lnTo>
                <a:lnTo>
                  <a:pt x="655455" y="59911"/>
                </a:lnTo>
                <a:cubicBezTo>
                  <a:pt x="651269" y="53801"/>
                  <a:pt x="648030" y="49968"/>
                  <a:pt x="645739" y="48413"/>
                </a:cubicBezTo>
                <a:cubicBezTo>
                  <a:pt x="643447" y="46857"/>
                  <a:pt x="640576" y="46079"/>
                  <a:pt x="637125" y="46079"/>
                </a:cubicBezTo>
                <a:lnTo>
                  <a:pt x="637125" y="42939"/>
                </a:lnTo>
                <a:close/>
                <a:moveTo>
                  <a:pt x="728095" y="2885"/>
                </a:moveTo>
                <a:lnTo>
                  <a:pt x="765433" y="2885"/>
                </a:lnTo>
                <a:lnTo>
                  <a:pt x="765433" y="155124"/>
                </a:lnTo>
                <a:lnTo>
                  <a:pt x="728095" y="155124"/>
                </a:lnTo>
                <a:lnTo>
                  <a:pt x="728095" y="148420"/>
                </a:lnTo>
                <a:lnTo>
                  <a:pt x="752704" y="148420"/>
                </a:lnTo>
                <a:lnTo>
                  <a:pt x="752704" y="9589"/>
                </a:lnTo>
                <a:lnTo>
                  <a:pt x="728095" y="9589"/>
                </a:lnTo>
                <a:lnTo>
                  <a:pt x="728095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FFB59-BCB0-4DE3-9F7B-30D9AA99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2416252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8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8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89593-20B8-4310-83B4-5740D63A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2416252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8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8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93" name="Text Whatisthis[x]">
            <a:extLst xmlns:a="http://schemas.openxmlformats.org/drawingml/2006/main">
              <a:ext uri="{FF2B5EF4-FFF2-40B4-BE49-F238E27FC236}">
                <a16:creationId xmlns:a16="http://schemas.microsoft.com/office/drawing/2014/main" id="{228A2A4F-C769-4FA7-BB68-50B006F3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260" y="2489427"/>
            <a:ext cx="1060013" cy="155124"/>
          </a:xfrm>
          <a:custGeom xmlns:a="http://schemas.openxmlformats.org/drawingml/2006/main">
            <a:pathLst>
              <a:path w="1060013" h="155124">
                <a:moveTo>
                  <a:pt x="160385" y="5601"/>
                </a:moveTo>
                <a:lnTo>
                  <a:pt x="160385" y="8741"/>
                </a:lnTo>
                <a:cubicBezTo>
                  <a:pt x="157387" y="8741"/>
                  <a:pt x="154954" y="9278"/>
                  <a:pt x="153087" y="10353"/>
                </a:cubicBezTo>
                <a:cubicBezTo>
                  <a:pt x="151220" y="11426"/>
                  <a:pt x="149438" y="13433"/>
                  <a:pt x="147741" y="16373"/>
                </a:cubicBezTo>
                <a:cubicBezTo>
                  <a:pt x="146609" y="18351"/>
                  <a:pt x="144827" y="23071"/>
                  <a:pt x="142395" y="30534"/>
                </a:cubicBezTo>
                <a:lnTo>
                  <a:pt x="110318" y="123216"/>
                </a:lnTo>
                <a:lnTo>
                  <a:pt x="106923" y="123216"/>
                </a:lnTo>
                <a:lnTo>
                  <a:pt x="80702" y="49696"/>
                </a:lnTo>
                <a:lnTo>
                  <a:pt x="54650" y="123216"/>
                </a:lnTo>
                <a:lnTo>
                  <a:pt x="51595" y="123216"/>
                </a:lnTo>
                <a:lnTo>
                  <a:pt x="17396" y="27736"/>
                </a:lnTo>
                <a:cubicBezTo>
                  <a:pt x="14850" y="20613"/>
                  <a:pt x="13238" y="16401"/>
                  <a:pt x="12559" y="15100"/>
                </a:cubicBezTo>
                <a:cubicBezTo>
                  <a:pt x="11428" y="12952"/>
                  <a:pt x="9886" y="11355"/>
                  <a:pt x="7934" y="10310"/>
                </a:cubicBezTo>
                <a:cubicBezTo>
                  <a:pt x="5983" y="9264"/>
                  <a:pt x="3338" y="8741"/>
                  <a:pt x="0" y="8741"/>
                </a:cubicBezTo>
                <a:lnTo>
                  <a:pt x="0" y="5601"/>
                </a:lnTo>
                <a:lnTo>
                  <a:pt x="42600" y="5601"/>
                </a:lnTo>
                <a:lnTo>
                  <a:pt x="42600" y="8741"/>
                </a:lnTo>
                <a:lnTo>
                  <a:pt x="40563" y="8741"/>
                </a:lnTo>
                <a:cubicBezTo>
                  <a:pt x="37565" y="8741"/>
                  <a:pt x="35273" y="9419"/>
                  <a:pt x="33689" y="10777"/>
                </a:cubicBezTo>
                <a:cubicBezTo>
                  <a:pt x="32105" y="12133"/>
                  <a:pt x="31313" y="13772"/>
                  <a:pt x="31313" y="15694"/>
                </a:cubicBezTo>
                <a:cubicBezTo>
                  <a:pt x="31313" y="17672"/>
                  <a:pt x="32558" y="22223"/>
                  <a:pt x="35047" y="29346"/>
                </a:cubicBezTo>
                <a:lnTo>
                  <a:pt x="57705" y="93876"/>
                </a:lnTo>
                <a:lnTo>
                  <a:pt x="76798" y="39012"/>
                </a:lnTo>
                <a:lnTo>
                  <a:pt x="73404" y="29346"/>
                </a:lnTo>
                <a:lnTo>
                  <a:pt x="70688" y="21629"/>
                </a:lnTo>
                <a:cubicBezTo>
                  <a:pt x="69500" y="18802"/>
                  <a:pt x="68171" y="16314"/>
                  <a:pt x="66700" y="14166"/>
                </a:cubicBezTo>
                <a:cubicBezTo>
                  <a:pt x="65964" y="13093"/>
                  <a:pt x="65059" y="12189"/>
                  <a:pt x="63984" y="11453"/>
                </a:cubicBezTo>
                <a:cubicBezTo>
                  <a:pt x="62570" y="10437"/>
                  <a:pt x="61156" y="9702"/>
                  <a:pt x="59741" y="9250"/>
                </a:cubicBezTo>
                <a:cubicBezTo>
                  <a:pt x="58666" y="8910"/>
                  <a:pt x="56969" y="8741"/>
                  <a:pt x="54650" y="8741"/>
                </a:cubicBezTo>
                <a:lnTo>
                  <a:pt x="54650" y="5601"/>
                </a:lnTo>
                <a:lnTo>
                  <a:pt x="99456" y="5601"/>
                </a:lnTo>
                <a:lnTo>
                  <a:pt x="99456" y="8741"/>
                </a:lnTo>
                <a:lnTo>
                  <a:pt x="96401" y="8741"/>
                </a:lnTo>
                <a:cubicBezTo>
                  <a:pt x="93233" y="8741"/>
                  <a:pt x="90913" y="9419"/>
                  <a:pt x="89442" y="10777"/>
                </a:cubicBezTo>
                <a:cubicBezTo>
                  <a:pt x="87971" y="12133"/>
                  <a:pt x="87236" y="13970"/>
                  <a:pt x="87236" y="16288"/>
                </a:cubicBezTo>
                <a:cubicBezTo>
                  <a:pt x="87236" y="19171"/>
                  <a:pt x="88509" y="24203"/>
                  <a:pt x="91055" y="31382"/>
                </a:cubicBezTo>
                <a:lnTo>
                  <a:pt x="113118" y="93876"/>
                </a:lnTo>
                <a:lnTo>
                  <a:pt x="135012" y="30534"/>
                </a:lnTo>
                <a:cubicBezTo>
                  <a:pt x="137501" y="23524"/>
                  <a:pt x="138746" y="18662"/>
                  <a:pt x="138746" y="15948"/>
                </a:cubicBezTo>
                <a:cubicBezTo>
                  <a:pt x="138746" y="14649"/>
                  <a:pt x="138336" y="13433"/>
                  <a:pt x="137515" y="12302"/>
                </a:cubicBezTo>
                <a:cubicBezTo>
                  <a:pt x="136695" y="11171"/>
                  <a:pt x="135663" y="10379"/>
                  <a:pt x="134418" y="9929"/>
                </a:cubicBezTo>
                <a:cubicBezTo>
                  <a:pt x="132268" y="9137"/>
                  <a:pt x="129468" y="8741"/>
                  <a:pt x="126017" y="8741"/>
                </a:cubicBezTo>
                <a:lnTo>
                  <a:pt x="126017" y="5601"/>
                </a:lnTo>
                <a:lnTo>
                  <a:pt x="160385" y="5601"/>
                </a:lnTo>
                <a:close/>
                <a:moveTo>
                  <a:pt x="190027" y="0"/>
                </a:moveTo>
                <a:lnTo>
                  <a:pt x="190027" y="56941"/>
                </a:lnTo>
                <a:cubicBezTo>
                  <a:pt x="196307" y="50039"/>
                  <a:pt x="201285" y="45612"/>
                  <a:pt x="204963" y="43660"/>
                </a:cubicBezTo>
                <a:cubicBezTo>
                  <a:pt x="208640" y="41709"/>
                  <a:pt x="212317" y="40733"/>
                  <a:pt x="215994" y="40733"/>
                </a:cubicBezTo>
                <a:cubicBezTo>
                  <a:pt x="220407" y="40733"/>
                  <a:pt x="224198" y="41946"/>
                  <a:pt x="227366" y="44374"/>
                </a:cubicBezTo>
                <a:cubicBezTo>
                  <a:pt x="230534" y="46801"/>
                  <a:pt x="232882" y="50611"/>
                  <a:pt x="234409" y="55803"/>
                </a:cubicBezTo>
                <a:cubicBezTo>
                  <a:pt x="235484" y="59417"/>
                  <a:pt x="236021" y="66022"/>
                  <a:pt x="236021" y="75618"/>
                </a:cubicBezTo>
                <a:lnTo>
                  <a:pt x="236021" y="103052"/>
                </a:lnTo>
                <a:cubicBezTo>
                  <a:pt x="236021" y="107963"/>
                  <a:pt x="236417" y="111322"/>
                  <a:pt x="237209" y="113129"/>
                </a:cubicBezTo>
                <a:cubicBezTo>
                  <a:pt x="237775" y="114483"/>
                  <a:pt x="238737" y="115555"/>
                  <a:pt x="240095" y="116345"/>
                </a:cubicBezTo>
                <a:cubicBezTo>
                  <a:pt x="241452" y="117136"/>
                  <a:pt x="243942" y="117531"/>
                  <a:pt x="247562" y="117531"/>
                </a:cubicBezTo>
                <a:lnTo>
                  <a:pt x="247562" y="120671"/>
                </a:lnTo>
                <a:lnTo>
                  <a:pt x="209375" y="120671"/>
                </a:lnTo>
                <a:lnTo>
                  <a:pt x="209375" y="117531"/>
                </a:lnTo>
                <a:lnTo>
                  <a:pt x="211157" y="117531"/>
                </a:lnTo>
                <a:cubicBezTo>
                  <a:pt x="214778" y="117531"/>
                  <a:pt x="217296" y="116979"/>
                  <a:pt x="218710" y="115876"/>
                </a:cubicBezTo>
                <a:cubicBezTo>
                  <a:pt x="220124" y="114773"/>
                  <a:pt x="221114" y="113146"/>
                  <a:pt x="221680" y="110997"/>
                </a:cubicBezTo>
                <a:cubicBezTo>
                  <a:pt x="221850" y="110091"/>
                  <a:pt x="221935" y="107433"/>
                  <a:pt x="221935" y="103020"/>
                </a:cubicBezTo>
                <a:lnTo>
                  <a:pt x="221935" y="75525"/>
                </a:lnTo>
                <a:cubicBezTo>
                  <a:pt x="221935" y="67039"/>
                  <a:pt x="221496" y="61467"/>
                  <a:pt x="220619" y="58808"/>
                </a:cubicBezTo>
                <a:cubicBezTo>
                  <a:pt x="219742" y="56149"/>
                  <a:pt x="218342" y="54155"/>
                  <a:pt x="216419" y="52825"/>
                </a:cubicBezTo>
                <a:cubicBezTo>
                  <a:pt x="214495" y="51496"/>
                  <a:pt x="212176" y="50831"/>
                  <a:pt x="209460" y="50831"/>
                </a:cubicBezTo>
                <a:cubicBezTo>
                  <a:pt x="206688" y="50831"/>
                  <a:pt x="203803" y="51566"/>
                  <a:pt x="200805" y="53037"/>
                </a:cubicBezTo>
                <a:cubicBezTo>
                  <a:pt x="197806" y="54508"/>
                  <a:pt x="194214" y="57478"/>
                  <a:pt x="190027" y="61948"/>
                </a:cubicBezTo>
                <a:lnTo>
                  <a:pt x="190027" y="103020"/>
                </a:lnTo>
                <a:cubicBezTo>
                  <a:pt x="190027" y="108338"/>
                  <a:pt x="190324" y="111647"/>
                  <a:pt x="190918" y="112948"/>
                </a:cubicBezTo>
                <a:cubicBezTo>
                  <a:pt x="191512" y="114250"/>
                  <a:pt x="192616" y="115339"/>
                  <a:pt x="194228" y="116216"/>
                </a:cubicBezTo>
                <a:cubicBezTo>
                  <a:pt x="195840" y="117092"/>
                  <a:pt x="198626" y="117531"/>
                  <a:pt x="202587" y="117531"/>
                </a:cubicBezTo>
                <a:lnTo>
                  <a:pt x="202587" y="120671"/>
                </a:lnTo>
                <a:lnTo>
                  <a:pt x="164060" y="120671"/>
                </a:lnTo>
                <a:lnTo>
                  <a:pt x="164060" y="117531"/>
                </a:lnTo>
                <a:cubicBezTo>
                  <a:pt x="167511" y="117531"/>
                  <a:pt x="170227" y="116993"/>
                  <a:pt x="172207" y="115919"/>
                </a:cubicBezTo>
                <a:cubicBezTo>
                  <a:pt x="173338" y="115355"/>
                  <a:pt x="174243" y="114281"/>
                  <a:pt x="174922" y="112699"/>
                </a:cubicBezTo>
                <a:cubicBezTo>
                  <a:pt x="175601" y="111115"/>
                  <a:pt x="175941" y="107892"/>
                  <a:pt x="175941" y="103030"/>
                </a:cubicBezTo>
                <a:lnTo>
                  <a:pt x="175941" y="32732"/>
                </a:lnTo>
                <a:cubicBezTo>
                  <a:pt x="175941" y="23857"/>
                  <a:pt x="175728" y="18402"/>
                  <a:pt x="175304" y="16367"/>
                </a:cubicBezTo>
                <a:cubicBezTo>
                  <a:pt x="174880" y="14331"/>
                  <a:pt x="174229" y="12946"/>
                  <a:pt x="173352" y="12212"/>
                </a:cubicBezTo>
                <a:cubicBezTo>
                  <a:pt x="172475" y="11476"/>
                  <a:pt x="171302" y="11109"/>
                  <a:pt x="169831" y="11109"/>
                </a:cubicBezTo>
                <a:cubicBezTo>
                  <a:pt x="168643" y="11109"/>
                  <a:pt x="166719" y="11561"/>
                  <a:pt x="164060" y="12466"/>
                </a:cubicBezTo>
                <a:lnTo>
                  <a:pt x="162872" y="9496"/>
                </a:lnTo>
                <a:lnTo>
                  <a:pt x="186124" y="0"/>
                </a:lnTo>
                <a:lnTo>
                  <a:pt x="190027" y="0"/>
                </a:lnTo>
                <a:close/>
                <a:moveTo>
                  <a:pt x="298139" y="109469"/>
                </a:moveTo>
                <a:cubicBezTo>
                  <a:pt x="290162" y="115636"/>
                  <a:pt x="285155" y="119200"/>
                  <a:pt x="283119" y="120161"/>
                </a:cubicBezTo>
                <a:cubicBezTo>
                  <a:pt x="280064" y="121632"/>
                  <a:pt x="276811" y="122368"/>
                  <a:pt x="273360" y="122368"/>
                </a:cubicBezTo>
                <a:cubicBezTo>
                  <a:pt x="267985" y="122368"/>
                  <a:pt x="263558" y="120529"/>
                  <a:pt x="260079" y="116852"/>
                </a:cubicBezTo>
                <a:cubicBezTo>
                  <a:pt x="256600" y="113175"/>
                  <a:pt x="254860" y="108338"/>
                  <a:pt x="254860" y="102341"/>
                </a:cubicBezTo>
                <a:cubicBezTo>
                  <a:pt x="254860" y="98551"/>
                  <a:pt x="255709" y="95269"/>
                  <a:pt x="257406" y="92497"/>
                </a:cubicBezTo>
                <a:cubicBezTo>
                  <a:pt x="259726" y="88650"/>
                  <a:pt x="263756" y="85030"/>
                  <a:pt x="269499" y="81635"/>
                </a:cubicBezTo>
                <a:cubicBezTo>
                  <a:pt x="275241" y="78241"/>
                  <a:pt x="284788" y="74111"/>
                  <a:pt x="298139" y="69246"/>
                </a:cubicBezTo>
                <a:lnTo>
                  <a:pt x="298139" y="66191"/>
                </a:lnTo>
                <a:cubicBezTo>
                  <a:pt x="298139" y="58440"/>
                  <a:pt x="296908" y="53122"/>
                  <a:pt x="294447" y="50237"/>
                </a:cubicBezTo>
                <a:cubicBezTo>
                  <a:pt x="291987" y="47352"/>
                  <a:pt x="288408" y="45909"/>
                  <a:pt x="283713" y="45909"/>
                </a:cubicBezTo>
                <a:cubicBezTo>
                  <a:pt x="280149" y="45909"/>
                  <a:pt x="277320" y="46867"/>
                  <a:pt x="275227" y="48784"/>
                </a:cubicBezTo>
                <a:cubicBezTo>
                  <a:pt x="273077" y="50700"/>
                  <a:pt x="272002" y="52899"/>
                  <a:pt x="272002" y="55379"/>
                </a:cubicBezTo>
                <a:lnTo>
                  <a:pt x="272172" y="60282"/>
                </a:lnTo>
                <a:cubicBezTo>
                  <a:pt x="272172" y="62874"/>
                  <a:pt x="271507" y="64874"/>
                  <a:pt x="270178" y="66283"/>
                </a:cubicBezTo>
                <a:cubicBezTo>
                  <a:pt x="268848" y="67692"/>
                  <a:pt x="267108" y="68397"/>
                  <a:pt x="264959" y="68397"/>
                </a:cubicBezTo>
                <a:cubicBezTo>
                  <a:pt x="262865" y="68397"/>
                  <a:pt x="261154" y="67664"/>
                  <a:pt x="259825" y="66199"/>
                </a:cubicBezTo>
                <a:cubicBezTo>
                  <a:pt x="258495" y="64731"/>
                  <a:pt x="257830" y="62728"/>
                  <a:pt x="257830" y="60189"/>
                </a:cubicBezTo>
                <a:cubicBezTo>
                  <a:pt x="257830" y="55340"/>
                  <a:pt x="260320" y="50885"/>
                  <a:pt x="265298" y="46824"/>
                </a:cubicBezTo>
                <a:cubicBezTo>
                  <a:pt x="270277" y="42763"/>
                  <a:pt x="277263" y="40733"/>
                  <a:pt x="286258" y="40733"/>
                </a:cubicBezTo>
                <a:cubicBezTo>
                  <a:pt x="293160" y="40733"/>
                  <a:pt x="298818" y="41891"/>
                  <a:pt x="303230" y="44207"/>
                </a:cubicBezTo>
                <a:cubicBezTo>
                  <a:pt x="306568" y="45959"/>
                  <a:pt x="309029" y="48700"/>
                  <a:pt x="310613" y="52430"/>
                </a:cubicBezTo>
                <a:cubicBezTo>
                  <a:pt x="311632" y="54859"/>
                  <a:pt x="312141" y="59831"/>
                  <a:pt x="312141" y="67347"/>
                </a:cubicBezTo>
                <a:lnTo>
                  <a:pt x="312141" y="93706"/>
                </a:lnTo>
                <a:cubicBezTo>
                  <a:pt x="312141" y="101109"/>
                  <a:pt x="312282" y="105643"/>
                  <a:pt x="312565" y="107311"/>
                </a:cubicBezTo>
                <a:cubicBezTo>
                  <a:pt x="312848" y="108978"/>
                  <a:pt x="313315" y="110094"/>
                  <a:pt x="313965" y="110660"/>
                </a:cubicBezTo>
                <a:cubicBezTo>
                  <a:pt x="314616" y="111224"/>
                  <a:pt x="315365" y="111506"/>
                  <a:pt x="316214" y="111506"/>
                </a:cubicBezTo>
                <a:cubicBezTo>
                  <a:pt x="317119" y="111506"/>
                  <a:pt x="317911" y="111308"/>
                  <a:pt x="318590" y="110912"/>
                </a:cubicBezTo>
                <a:cubicBezTo>
                  <a:pt x="319778" y="110176"/>
                  <a:pt x="322069" y="108111"/>
                  <a:pt x="325464" y="104717"/>
                </a:cubicBezTo>
                <a:lnTo>
                  <a:pt x="325464" y="109469"/>
                </a:lnTo>
                <a:cubicBezTo>
                  <a:pt x="319128" y="117955"/>
                  <a:pt x="313074" y="122198"/>
                  <a:pt x="307304" y="122198"/>
                </a:cubicBezTo>
                <a:cubicBezTo>
                  <a:pt x="304532" y="122198"/>
                  <a:pt x="302325" y="121236"/>
                  <a:pt x="300685" y="119313"/>
                </a:cubicBezTo>
                <a:cubicBezTo>
                  <a:pt x="299044" y="117389"/>
                  <a:pt x="298195" y="114108"/>
                  <a:pt x="298139" y="109469"/>
                </a:cubicBezTo>
                <a:moveTo>
                  <a:pt x="298139" y="103906"/>
                </a:moveTo>
                <a:lnTo>
                  <a:pt x="298139" y="74422"/>
                </a:lnTo>
                <a:cubicBezTo>
                  <a:pt x="289596" y="77801"/>
                  <a:pt x="284080" y="80194"/>
                  <a:pt x="281591" y="81603"/>
                </a:cubicBezTo>
                <a:cubicBezTo>
                  <a:pt x="277122" y="84082"/>
                  <a:pt x="273926" y="86673"/>
                  <a:pt x="272002" y="89376"/>
                </a:cubicBezTo>
                <a:cubicBezTo>
                  <a:pt x="270079" y="92079"/>
                  <a:pt x="269117" y="95036"/>
                  <a:pt x="269117" y="98246"/>
                </a:cubicBezTo>
                <a:cubicBezTo>
                  <a:pt x="269117" y="102302"/>
                  <a:pt x="270333" y="105667"/>
                  <a:pt x="272766" y="108342"/>
                </a:cubicBezTo>
                <a:cubicBezTo>
                  <a:pt x="275198" y="111017"/>
                  <a:pt x="277999" y="112354"/>
                  <a:pt x="281167" y="112354"/>
                </a:cubicBezTo>
                <a:cubicBezTo>
                  <a:pt x="285466" y="112354"/>
                  <a:pt x="291124" y="109538"/>
                  <a:pt x="298139" y="103906"/>
                </a:cubicBezTo>
                <a:close/>
                <a:moveTo>
                  <a:pt x="353834" y="17311"/>
                </a:moveTo>
                <a:lnTo>
                  <a:pt x="353834" y="42939"/>
                </a:lnTo>
                <a:lnTo>
                  <a:pt x="371994" y="42939"/>
                </a:lnTo>
                <a:lnTo>
                  <a:pt x="371994" y="48879"/>
                </a:lnTo>
                <a:lnTo>
                  <a:pt x="353834" y="48879"/>
                </a:lnTo>
                <a:lnTo>
                  <a:pt x="353834" y="99217"/>
                </a:lnTo>
                <a:cubicBezTo>
                  <a:pt x="353834" y="104247"/>
                  <a:pt x="354555" y="107638"/>
                  <a:pt x="355997" y="109390"/>
                </a:cubicBezTo>
                <a:cubicBezTo>
                  <a:pt x="357440" y="111140"/>
                  <a:pt x="359293" y="112015"/>
                  <a:pt x="361556" y="112015"/>
                </a:cubicBezTo>
                <a:cubicBezTo>
                  <a:pt x="363423" y="112015"/>
                  <a:pt x="365233" y="111435"/>
                  <a:pt x="366987" y="110275"/>
                </a:cubicBezTo>
                <a:cubicBezTo>
                  <a:pt x="368741" y="109116"/>
                  <a:pt x="370098" y="107404"/>
                  <a:pt x="371060" y="105141"/>
                </a:cubicBezTo>
                <a:lnTo>
                  <a:pt x="374370" y="105141"/>
                </a:lnTo>
                <a:cubicBezTo>
                  <a:pt x="372390" y="110701"/>
                  <a:pt x="369589" y="114906"/>
                  <a:pt x="365968" y="117756"/>
                </a:cubicBezTo>
                <a:cubicBezTo>
                  <a:pt x="362348" y="120604"/>
                  <a:pt x="358614" y="122028"/>
                  <a:pt x="354767" y="122028"/>
                </a:cubicBezTo>
                <a:cubicBezTo>
                  <a:pt x="352165" y="122028"/>
                  <a:pt x="349619" y="121306"/>
                  <a:pt x="347130" y="119862"/>
                </a:cubicBezTo>
                <a:cubicBezTo>
                  <a:pt x="344640" y="118417"/>
                  <a:pt x="342802" y="116351"/>
                  <a:pt x="341614" y="113662"/>
                </a:cubicBezTo>
                <a:cubicBezTo>
                  <a:pt x="340426" y="110971"/>
                  <a:pt x="339832" y="106822"/>
                  <a:pt x="339832" y="101214"/>
                </a:cubicBezTo>
                <a:lnTo>
                  <a:pt x="339832" y="48879"/>
                </a:lnTo>
                <a:lnTo>
                  <a:pt x="327527" y="48879"/>
                </a:lnTo>
                <a:lnTo>
                  <a:pt x="327527" y="46079"/>
                </a:lnTo>
                <a:cubicBezTo>
                  <a:pt x="330639" y="44831"/>
                  <a:pt x="333821" y="42717"/>
                  <a:pt x="337074" y="39738"/>
                </a:cubicBezTo>
                <a:cubicBezTo>
                  <a:pt x="340327" y="36759"/>
                  <a:pt x="343226" y="33227"/>
                  <a:pt x="345772" y="29141"/>
                </a:cubicBezTo>
                <a:cubicBezTo>
                  <a:pt x="347073" y="26986"/>
                  <a:pt x="348883" y="23043"/>
                  <a:pt x="351203" y="17311"/>
                </a:cubicBezTo>
                <a:lnTo>
                  <a:pt x="353834" y="17311"/>
                </a:lnTo>
                <a:close/>
                <a:moveTo>
                  <a:pt x="442796" y="0"/>
                </a:moveTo>
                <a:cubicBezTo>
                  <a:pt x="445172" y="0"/>
                  <a:pt x="447194" y="839"/>
                  <a:pt x="448863" y="2517"/>
                </a:cubicBezTo>
                <a:cubicBezTo>
                  <a:pt x="450532" y="4193"/>
                  <a:pt x="451367" y="6225"/>
                  <a:pt x="451367" y="8613"/>
                </a:cubicBezTo>
                <a:cubicBezTo>
                  <a:pt x="451367" y="11002"/>
                  <a:pt x="450532" y="13049"/>
                  <a:pt x="448863" y="14755"/>
                </a:cubicBezTo>
                <a:cubicBezTo>
                  <a:pt x="447194" y="16459"/>
                  <a:pt x="445172" y="17311"/>
                  <a:pt x="442796" y="17311"/>
                </a:cubicBezTo>
                <a:cubicBezTo>
                  <a:pt x="440420" y="17311"/>
                  <a:pt x="438383" y="16459"/>
                  <a:pt x="436686" y="14755"/>
                </a:cubicBezTo>
                <a:cubicBezTo>
                  <a:pt x="434989" y="13049"/>
                  <a:pt x="434140" y="11002"/>
                  <a:pt x="434140" y="8613"/>
                </a:cubicBezTo>
                <a:cubicBezTo>
                  <a:pt x="434140" y="6225"/>
                  <a:pt x="434975" y="4193"/>
                  <a:pt x="436643" y="2517"/>
                </a:cubicBezTo>
                <a:cubicBezTo>
                  <a:pt x="438312" y="839"/>
                  <a:pt x="440363" y="0"/>
                  <a:pt x="442796" y="0"/>
                </a:cubicBezTo>
                <a:moveTo>
                  <a:pt x="449839" y="40733"/>
                </a:moveTo>
                <a:lnTo>
                  <a:pt x="449839" y="103052"/>
                </a:lnTo>
                <a:cubicBezTo>
                  <a:pt x="449839" y="107906"/>
                  <a:pt x="450193" y="111138"/>
                  <a:pt x="450900" y="112747"/>
                </a:cubicBezTo>
                <a:cubicBezTo>
                  <a:pt x="451607" y="114356"/>
                  <a:pt x="452654" y="115555"/>
                  <a:pt x="454040" y="116345"/>
                </a:cubicBezTo>
                <a:cubicBezTo>
                  <a:pt x="455426" y="117136"/>
                  <a:pt x="457957" y="117531"/>
                  <a:pt x="461635" y="117531"/>
                </a:cubicBezTo>
                <a:lnTo>
                  <a:pt x="461635" y="120671"/>
                </a:lnTo>
                <a:lnTo>
                  <a:pt x="423872" y="120671"/>
                </a:lnTo>
                <a:lnTo>
                  <a:pt x="423872" y="117531"/>
                </a:lnTo>
                <a:cubicBezTo>
                  <a:pt x="427662" y="117531"/>
                  <a:pt x="430208" y="117164"/>
                  <a:pt x="431509" y="116430"/>
                </a:cubicBezTo>
                <a:cubicBezTo>
                  <a:pt x="432811" y="115697"/>
                  <a:pt x="433843" y="114483"/>
                  <a:pt x="434607" y="112789"/>
                </a:cubicBezTo>
                <a:cubicBezTo>
                  <a:pt x="435371" y="111096"/>
                  <a:pt x="435752" y="107850"/>
                  <a:pt x="435752" y="103052"/>
                </a:cubicBezTo>
                <a:lnTo>
                  <a:pt x="435752" y="73162"/>
                </a:lnTo>
                <a:cubicBezTo>
                  <a:pt x="435752" y="64751"/>
                  <a:pt x="435498" y="59304"/>
                  <a:pt x="434989" y="56822"/>
                </a:cubicBezTo>
                <a:cubicBezTo>
                  <a:pt x="434593" y="55015"/>
                  <a:pt x="433970" y="53759"/>
                  <a:pt x="433122" y="53053"/>
                </a:cubicBezTo>
                <a:cubicBezTo>
                  <a:pt x="432273" y="52348"/>
                  <a:pt x="431113" y="51995"/>
                  <a:pt x="429643" y="51995"/>
                </a:cubicBezTo>
                <a:cubicBezTo>
                  <a:pt x="428058" y="51995"/>
                  <a:pt x="426135" y="52419"/>
                  <a:pt x="423872" y="53265"/>
                </a:cubicBezTo>
                <a:lnTo>
                  <a:pt x="422684" y="50216"/>
                </a:lnTo>
                <a:lnTo>
                  <a:pt x="446105" y="40733"/>
                </a:lnTo>
                <a:lnTo>
                  <a:pt x="449839" y="40733"/>
                </a:lnTo>
                <a:close/>
                <a:moveTo>
                  <a:pt x="521575" y="40733"/>
                </a:moveTo>
                <a:lnTo>
                  <a:pt x="521575" y="67039"/>
                </a:lnTo>
                <a:lnTo>
                  <a:pt x="518775" y="67039"/>
                </a:lnTo>
                <a:cubicBezTo>
                  <a:pt x="516625" y="58788"/>
                  <a:pt x="513867" y="53176"/>
                  <a:pt x="510501" y="50203"/>
                </a:cubicBezTo>
                <a:cubicBezTo>
                  <a:pt x="507135" y="47227"/>
                  <a:pt x="502849" y="45739"/>
                  <a:pt x="497645" y="45739"/>
                </a:cubicBezTo>
                <a:cubicBezTo>
                  <a:pt x="493684" y="45739"/>
                  <a:pt x="490488" y="46785"/>
                  <a:pt x="488055" y="48877"/>
                </a:cubicBezTo>
                <a:cubicBezTo>
                  <a:pt x="485623" y="50966"/>
                  <a:pt x="484406" y="53283"/>
                  <a:pt x="484406" y="55827"/>
                </a:cubicBezTo>
                <a:cubicBezTo>
                  <a:pt x="484406" y="58992"/>
                  <a:pt x="485312" y="61704"/>
                  <a:pt x="487122" y="63963"/>
                </a:cubicBezTo>
                <a:cubicBezTo>
                  <a:pt x="488876" y="66281"/>
                  <a:pt x="492440" y="68739"/>
                  <a:pt x="497814" y="71338"/>
                </a:cubicBezTo>
                <a:lnTo>
                  <a:pt x="510204" y="77358"/>
                </a:lnTo>
                <a:cubicBezTo>
                  <a:pt x="521688" y="82951"/>
                  <a:pt x="527430" y="90326"/>
                  <a:pt x="527430" y="99482"/>
                </a:cubicBezTo>
                <a:cubicBezTo>
                  <a:pt x="527430" y="106545"/>
                  <a:pt x="524757" y="112239"/>
                  <a:pt x="519411" y="116563"/>
                </a:cubicBezTo>
                <a:cubicBezTo>
                  <a:pt x="514065" y="120885"/>
                  <a:pt x="508082" y="123047"/>
                  <a:pt x="501463" y="123047"/>
                </a:cubicBezTo>
                <a:cubicBezTo>
                  <a:pt x="496711" y="123047"/>
                  <a:pt x="491280" y="122198"/>
                  <a:pt x="485170" y="120501"/>
                </a:cubicBezTo>
                <a:cubicBezTo>
                  <a:pt x="483303" y="119935"/>
                  <a:pt x="481776" y="119652"/>
                  <a:pt x="480588" y="119652"/>
                </a:cubicBezTo>
                <a:cubicBezTo>
                  <a:pt x="479287" y="119652"/>
                  <a:pt x="478268" y="120388"/>
                  <a:pt x="477533" y="121859"/>
                </a:cubicBezTo>
                <a:lnTo>
                  <a:pt x="474732" y="121859"/>
                </a:lnTo>
                <a:lnTo>
                  <a:pt x="474732" y="94025"/>
                </a:lnTo>
                <a:lnTo>
                  <a:pt x="477533" y="94025"/>
                </a:lnTo>
                <a:cubicBezTo>
                  <a:pt x="479117" y="101973"/>
                  <a:pt x="482144" y="107963"/>
                  <a:pt x="486613" y="111994"/>
                </a:cubicBezTo>
                <a:cubicBezTo>
                  <a:pt x="491082" y="116025"/>
                  <a:pt x="496089" y="118040"/>
                  <a:pt x="501633" y="118040"/>
                </a:cubicBezTo>
                <a:cubicBezTo>
                  <a:pt x="505537" y="118040"/>
                  <a:pt x="508719" y="116896"/>
                  <a:pt x="511180" y="114608"/>
                </a:cubicBezTo>
                <a:cubicBezTo>
                  <a:pt x="513641" y="112319"/>
                  <a:pt x="514871" y="109564"/>
                  <a:pt x="514871" y="106343"/>
                </a:cubicBezTo>
                <a:cubicBezTo>
                  <a:pt x="514871" y="102443"/>
                  <a:pt x="513499" y="99165"/>
                  <a:pt x="510755" y="96509"/>
                </a:cubicBezTo>
                <a:cubicBezTo>
                  <a:pt x="508012" y="93854"/>
                  <a:pt x="502538" y="90492"/>
                  <a:pt x="494335" y="86424"/>
                </a:cubicBezTo>
                <a:cubicBezTo>
                  <a:pt x="486132" y="82355"/>
                  <a:pt x="480757" y="78681"/>
                  <a:pt x="478212" y="75403"/>
                </a:cubicBezTo>
                <a:cubicBezTo>
                  <a:pt x="475666" y="72182"/>
                  <a:pt x="474393" y="68113"/>
                  <a:pt x="474393" y="63197"/>
                </a:cubicBezTo>
                <a:cubicBezTo>
                  <a:pt x="474393" y="56811"/>
                  <a:pt x="476585" y="51471"/>
                  <a:pt x="480970" y="47177"/>
                </a:cubicBezTo>
                <a:cubicBezTo>
                  <a:pt x="485354" y="42881"/>
                  <a:pt x="491026" y="40733"/>
                  <a:pt x="497984" y="40733"/>
                </a:cubicBezTo>
                <a:cubicBezTo>
                  <a:pt x="501039" y="40733"/>
                  <a:pt x="504745" y="41383"/>
                  <a:pt x="509101" y="42684"/>
                </a:cubicBezTo>
                <a:cubicBezTo>
                  <a:pt x="511986" y="43533"/>
                  <a:pt x="513909" y="43957"/>
                  <a:pt x="514871" y="43957"/>
                </a:cubicBezTo>
                <a:cubicBezTo>
                  <a:pt x="515776" y="43957"/>
                  <a:pt x="516483" y="43759"/>
                  <a:pt x="516993" y="43363"/>
                </a:cubicBezTo>
                <a:cubicBezTo>
                  <a:pt x="517502" y="42967"/>
                  <a:pt x="518096" y="42090"/>
                  <a:pt x="518775" y="40733"/>
                </a:cubicBezTo>
                <a:lnTo>
                  <a:pt x="521575" y="40733"/>
                </a:lnTo>
                <a:close/>
                <a:moveTo>
                  <a:pt x="604965" y="17311"/>
                </a:moveTo>
                <a:lnTo>
                  <a:pt x="604965" y="42939"/>
                </a:lnTo>
                <a:lnTo>
                  <a:pt x="623125" y="42939"/>
                </a:lnTo>
                <a:lnTo>
                  <a:pt x="623125" y="48879"/>
                </a:lnTo>
                <a:lnTo>
                  <a:pt x="604965" y="48879"/>
                </a:lnTo>
                <a:lnTo>
                  <a:pt x="604965" y="99217"/>
                </a:lnTo>
                <a:cubicBezTo>
                  <a:pt x="604965" y="104247"/>
                  <a:pt x="605686" y="107638"/>
                  <a:pt x="607129" y="109390"/>
                </a:cubicBezTo>
                <a:cubicBezTo>
                  <a:pt x="608571" y="111140"/>
                  <a:pt x="610424" y="112015"/>
                  <a:pt x="612687" y="112015"/>
                </a:cubicBezTo>
                <a:cubicBezTo>
                  <a:pt x="614554" y="112015"/>
                  <a:pt x="616364" y="111435"/>
                  <a:pt x="618118" y="110275"/>
                </a:cubicBezTo>
                <a:cubicBezTo>
                  <a:pt x="619872" y="109116"/>
                  <a:pt x="621229" y="107404"/>
                  <a:pt x="622191" y="105141"/>
                </a:cubicBezTo>
                <a:lnTo>
                  <a:pt x="625501" y="105141"/>
                </a:lnTo>
                <a:cubicBezTo>
                  <a:pt x="623521" y="110701"/>
                  <a:pt x="620720" y="114906"/>
                  <a:pt x="617100" y="117756"/>
                </a:cubicBezTo>
                <a:cubicBezTo>
                  <a:pt x="613479" y="120604"/>
                  <a:pt x="609745" y="122028"/>
                  <a:pt x="605898" y="122028"/>
                </a:cubicBezTo>
                <a:cubicBezTo>
                  <a:pt x="603296" y="122028"/>
                  <a:pt x="600750" y="121306"/>
                  <a:pt x="598261" y="119862"/>
                </a:cubicBezTo>
                <a:cubicBezTo>
                  <a:pt x="595771" y="118417"/>
                  <a:pt x="593933" y="116351"/>
                  <a:pt x="592745" y="113662"/>
                </a:cubicBezTo>
                <a:cubicBezTo>
                  <a:pt x="591557" y="110971"/>
                  <a:pt x="590963" y="106822"/>
                  <a:pt x="590963" y="101214"/>
                </a:cubicBezTo>
                <a:lnTo>
                  <a:pt x="590963" y="48879"/>
                </a:lnTo>
                <a:lnTo>
                  <a:pt x="578658" y="48879"/>
                </a:lnTo>
                <a:lnTo>
                  <a:pt x="578658" y="46079"/>
                </a:lnTo>
                <a:cubicBezTo>
                  <a:pt x="581770" y="44831"/>
                  <a:pt x="584952" y="42717"/>
                  <a:pt x="588205" y="39738"/>
                </a:cubicBezTo>
                <a:cubicBezTo>
                  <a:pt x="591458" y="36759"/>
                  <a:pt x="594357" y="33227"/>
                  <a:pt x="596903" y="29141"/>
                </a:cubicBezTo>
                <a:cubicBezTo>
                  <a:pt x="598204" y="26986"/>
                  <a:pt x="600014" y="23043"/>
                  <a:pt x="602334" y="17311"/>
                </a:cubicBezTo>
                <a:lnTo>
                  <a:pt x="604965" y="17311"/>
                </a:lnTo>
                <a:close/>
                <a:moveTo>
                  <a:pt x="653534" y="0"/>
                </a:moveTo>
                <a:lnTo>
                  <a:pt x="653534" y="56941"/>
                </a:lnTo>
                <a:cubicBezTo>
                  <a:pt x="659814" y="50039"/>
                  <a:pt x="664792" y="45612"/>
                  <a:pt x="668469" y="43660"/>
                </a:cubicBezTo>
                <a:cubicBezTo>
                  <a:pt x="672147" y="41709"/>
                  <a:pt x="675824" y="40733"/>
                  <a:pt x="679501" y="40733"/>
                </a:cubicBezTo>
                <a:cubicBezTo>
                  <a:pt x="683914" y="40733"/>
                  <a:pt x="687704" y="41946"/>
                  <a:pt x="690872" y="44374"/>
                </a:cubicBezTo>
                <a:cubicBezTo>
                  <a:pt x="694041" y="46801"/>
                  <a:pt x="696388" y="50611"/>
                  <a:pt x="697916" y="55803"/>
                </a:cubicBezTo>
                <a:cubicBezTo>
                  <a:pt x="698991" y="59417"/>
                  <a:pt x="699528" y="66022"/>
                  <a:pt x="699528" y="75618"/>
                </a:cubicBezTo>
                <a:lnTo>
                  <a:pt x="699528" y="103052"/>
                </a:lnTo>
                <a:cubicBezTo>
                  <a:pt x="699528" y="107963"/>
                  <a:pt x="699924" y="111322"/>
                  <a:pt x="700716" y="113129"/>
                </a:cubicBezTo>
                <a:cubicBezTo>
                  <a:pt x="701282" y="114483"/>
                  <a:pt x="702244" y="115555"/>
                  <a:pt x="703601" y="116345"/>
                </a:cubicBezTo>
                <a:cubicBezTo>
                  <a:pt x="704959" y="117136"/>
                  <a:pt x="707448" y="117531"/>
                  <a:pt x="711069" y="117531"/>
                </a:cubicBezTo>
                <a:lnTo>
                  <a:pt x="711069" y="120671"/>
                </a:lnTo>
                <a:lnTo>
                  <a:pt x="672882" y="120671"/>
                </a:lnTo>
                <a:lnTo>
                  <a:pt x="672882" y="117531"/>
                </a:lnTo>
                <a:lnTo>
                  <a:pt x="674664" y="117531"/>
                </a:lnTo>
                <a:cubicBezTo>
                  <a:pt x="678285" y="117531"/>
                  <a:pt x="680802" y="116979"/>
                  <a:pt x="682217" y="115876"/>
                </a:cubicBezTo>
                <a:cubicBezTo>
                  <a:pt x="683631" y="114773"/>
                  <a:pt x="684621" y="113146"/>
                  <a:pt x="685187" y="110997"/>
                </a:cubicBezTo>
                <a:cubicBezTo>
                  <a:pt x="685357" y="110091"/>
                  <a:pt x="685441" y="107433"/>
                  <a:pt x="685441" y="103020"/>
                </a:cubicBezTo>
                <a:lnTo>
                  <a:pt x="685441" y="75525"/>
                </a:lnTo>
                <a:cubicBezTo>
                  <a:pt x="685441" y="67039"/>
                  <a:pt x="685003" y="61467"/>
                  <a:pt x="684126" y="58808"/>
                </a:cubicBezTo>
                <a:cubicBezTo>
                  <a:pt x="683249" y="56149"/>
                  <a:pt x="681849" y="54155"/>
                  <a:pt x="679926" y="52825"/>
                </a:cubicBezTo>
                <a:cubicBezTo>
                  <a:pt x="678002" y="51496"/>
                  <a:pt x="675683" y="50831"/>
                  <a:pt x="672967" y="50831"/>
                </a:cubicBezTo>
                <a:cubicBezTo>
                  <a:pt x="670195" y="50831"/>
                  <a:pt x="667310" y="51566"/>
                  <a:pt x="664311" y="53037"/>
                </a:cubicBezTo>
                <a:cubicBezTo>
                  <a:pt x="661313" y="54508"/>
                  <a:pt x="657721" y="57478"/>
                  <a:pt x="653534" y="61948"/>
                </a:cubicBezTo>
                <a:lnTo>
                  <a:pt x="653534" y="103020"/>
                </a:lnTo>
                <a:cubicBezTo>
                  <a:pt x="653534" y="108338"/>
                  <a:pt x="653831" y="111647"/>
                  <a:pt x="654425" y="112948"/>
                </a:cubicBezTo>
                <a:cubicBezTo>
                  <a:pt x="655019" y="114250"/>
                  <a:pt x="656122" y="115339"/>
                  <a:pt x="657735" y="116216"/>
                </a:cubicBezTo>
                <a:cubicBezTo>
                  <a:pt x="659347" y="117092"/>
                  <a:pt x="662133" y="117531"/>
                  <a:pt x="666093" y="117531"/>
                </a:cubicBezTo>
                <a:lnTo>
                  <a:pt x="666093" y="120671"/>
                </a:lnTo>
                <a:lnTo>
                  <a:pt x="627567" y="120671"/>
                </a:lnTo>
                <a:lnTo>
                  <a:pt x="627567" y="117531"/>
                </a:lnTo>
                <a:cubicBezTo>
                  <a:pt x="631018" y="117531"/>
                  <a:pt x="633733" y="116993"/>
                  <a:pt x="635714" y="115919"/>
                </a:cubicBezTo>
                <a:cubicBezTo>
                  <a:pt x="636845" y="115355"/>
                  <a:pt x="637750" y="114281"/>
                  <a:pt x="638429" y="112699"/>
                </a:cubicBezTo>
                <a:cubicBezTo>
                  <a:pt x="639108" y="111115"/>
                  <a:pt x="639447" y="107892"/>
                  <a:pt x="639447" y="103030"/>
                </a:cubicBezTo>
                <a:lnTo>
                  <a:pt x="639447" y="32732"/>
                </a:lnTo>
                <a:cubicBezTo>
                  <a:pt x="639447" y="23857"/>
                  <a:pt x="639235" y="18402"/>
                  <a:pt x="638811" y="16367"/>
                </a:cubicBezTo>
                <a:cubicBezTo>
                  <a:pt x="638387" y="14331"/>
                  <a:pt x="637736" y="12946"/>
                  <a:pt x="636859" y="12212"/>
                </a:cubicBezTo>
                <a:cubicBezTo>
                  <a:pt x="635982" y="11476"/>
                  <a:pt x="634808" y="11109"/>
                  <a:pt x="633337" y="11109"/>
                </a:cubicBezTo>
                <a:cubicBezTo>
                  <a:pt x="632149" y="11109"/>
                  <a:pt x="630226" y="11561"/>
                  <a:pt x="627567" y="12466"/>
                </a:cubicBezTo>
                <a:lnTo>
                  <a:pt x="626379" y="9496"/>
                </a:lnTo>
                <a:lnTo>
                  <a:pt x="649631" y="0"/>
                </a:lnTo>
                <a:lnTo>
                  <a:pt x="653534" y="0"/>
                </a:lnTo>
                <a:close/>
                <a:moveTo>
                  <a:pt x="737375" y="0"/>
                </a:moveTo>
                <a:cubicBezTo>
                  <a:pt x="739751" y="0"/>
                  <a:pt x="741774" y="839"/>
                  <a:pt x="743443" y="2517"/>
                </a:cubicBezTo>
                <a:cubicBezTo>
                  <a:pt x="745112" y="4193"/>
                  <a:pt x="745946" y="6225"/>
                  <a:pt x="745946" y="8613"/>
                </a:cubicBezTo>
                <a:cubicBezTo>
                  <a:pt x="745946" y="11002"/>
                  <a:pt x="745112" y="13049"/>
                  <a:pt x="743443" y="14755"/>
                </a:cubicBezTo>
                <a:cubicBezTo>
                  <a:pt x="741774" y="16459"/>
                  <a:pt x="739751" y="17311"/>
                  <a:pt x="737375" y="17311"/>
                </a:cubicBezTo>
                <a:cubicBezTo>
                  <a:pt x="734999" y="17311"/>
                  <a:pt x="732962" y="16459"/>
                  <a:pt x="731265" y="14755"/>
                </a:cubicBezTo>
                <a:cubicBezTo>
                  <a:pt x="729568" y="13049"/>
                  <a:pt x="728719" y="11002"/>
                  <a:pt x="728719" y="8613"/>
                </a:cubicBezTo>
                <a:cubicBezTo>
                  <a:pt x="728719" y="6225"/>
                  <a:pt x="729554" y="4193"/>
                  <a:pt x="731223" y="2517"/>
                </a:cubicBezTo>
                <a:cubicBezTo>
                  <a:pt x="732892" y="839"/>
                  <a:pt x="734943" y="0"/>
                  <a:pt x="737375" y="0"/>
                </a:cubicBezTo>
                <a:moveTo>
                  <a:pt x="744419" y="40733"/>
                </a:moveTo>
                <a:lnTo>
                  <a:pt x="744419" y="103052"/>
                </a:lnTo>
                <a:cubicBezTo>
                  <a:pt x="744419" y="107906"/>
                  <a:pt x="744772" y="111138"/>
                  <a:pt x="745479" y="112747"/>
                </a:cubicBezTo>
                <a:cubicBezTo>
                  <a:pt x="746186" y="114356"/>
                  <a:pt x="747233" y="115555"/>
                  <a:pt x="748619" y="116345"/>
                </a:cubicBezTo>
                <a:cubicBezTo>
                  <a:pt x="750005" y="117136"/>
                  <a:pt x="752537" y="117531"/>
                  <a:pt x="756214" y="117531"/>
                </a:cubicBezTo>
                <a:lnTo>
                  <a:pt x="756214" y="120671"/>
                </a:lnTo>
                <a:lnTo>
                  <a:pt x="718451" y="120671"/>
                </a:lnTo>
                <a:lnTo>
                  <a:pt x="718451" y="117531"/>
                </a:lnTo>
                <a:cubicBezTo>
                  <a:pt x="722242" y="117531"/>
                  <a:pt x="724788" y="117164"/>
                  <a:pt x="726089" y="116430"/>
                </a:cubicBezTo>
                <a:cubicBezTo>
                  <a:pt x="727390" y="115697"/>
                  <a:pt x="728422" y="114483"/>
                  <a:pt x="729186" y="112789"/>
                </a:cubicBezTo>
                <a:cubicBezTo>
                  <a:pt x="729950" y="111096"/>
                  <a:pt x="730332" y="107850"/>
                  <a:pt x="730332" y="103052"/>
                </a:cubicBezTo>
                <a:lnTo>
                  <a:pt x="730332" y="73162"/>
                </a:lnTo>
                <a:cubicBezTo>
                  <a:pt x="730332" y="64751"/>
                  <a:pt x="730077" y="59304"/>
                  <a:pt x="729568" y="56822"/>
                </a:cubicBezTo>
                <a:cubicBezTo>
                  <a:pt x="729172" y="55015"/>
                  <a:pt x="728550" y="53759"/>
                  <a:pt x="727701" y="53053"/>
                </a:cubicBezTo>
                <a:cubicBezTo>
                  <a:pt x="726853" y="52348"/>
                  <a:pt x="725693" y="51995"/>
                  <a:pt x="724222" y="51995"/>
                </a:cubicBezTo>
                <a:cubicBezTo>
                  <a:pt x="722638" y="51995"/>
                  <a:pt x="720714" y="52419"/>
                  <a:pt x="718451" y="53265"/>
                </a:cubicBezTo>
                <a:lnTo>
                  <a:pt x="717263" y="50216"/>
                </a:lnTo>
                <a:lnTo>
                  <a:pt x="740685" y="40733"/>
                </a:lnTo>
                <a:lnTo>
                  <a:pt x="744419" y="40733"/>
                </a:lnTo>
                <a:close/>
                <a:moveTo>
                  <a:pt x="816154" y="40733"/>
                </a:moveTo>
                <a:lnTo>
                  <a:pt x="816154" y="67039"/>
                </a:lnTo>
                <a:lnTo>
                  <a:pt x="813354" y="67039"/>
                </a:lnTo>
                <a:cubicBezTo>
                  <a:pt x="811204" y="58788"/>
                  <a:pt x="808446" y="53176"/>
                  <a:pt x="805080" y="50203"/>
                </a:cubicBezTo>
                <a:cubicBezTo>
                  <a:pt x="801714" y="47227"/>
                  <a:pt x="797429" y="45739"/>
                  <a:pt x="792224" y="45739"/>
                </a:cubicBezTo>
                <a:cubicBezTo>
                  <a:pt x="788264" y="45739"/>
                  <a:pt x="785067" y="46785"/>
                  <a:pt x="782635" y="48877"/>
                </a:cubicBezTo>
                <a:cubicBezTo>
                  <a:pt x="780202" y="50966"/>
                  <a:pt x="778986" y="53283"/>
                  <a:pt x="778986" y="55827"/>
                </a:cubicBezTo>
                <a:cubicBezTo>
                  <a:pt x="778986" y="58992"/>
                  <a:pt x="779891" y="61704"/>
                  <a:pt x="781701" y="63963"/>
                </a:cubicBezTo>
                <a:cubicBezTo>
                  <a:pt x="783455" y="66281"/>
                  <a:pt x="787019" y="68739"/>
                  <a:pt x="792394" y="71338"/>
                </a:cubicBezTo>
                <a:lnTo>
                  <a:pt x="804783" y="77358"/>
                </a:lnTo>
                <a:cubicBezTo>
                  <a:pt x="816268" y="82951"/>
                  <a:pt x="822010" y="90326"/>
                  <a:pt x="822010" y="99482"/>
                </a:cubicBezTo>
                <a:cubicBezTo>
                  <a:pt x="822010" y="106545"/>
                  <a:pt x="819337" y="112239"/>
                  <a:pt x="813991" y="116563"/>
                </a:cubicBezTo>
                <a:cubicBezTo>
                  <a:pt x="808644" y="120885"/>
                  <a:pt x="802662" y="123047"/>
                  <a:pt x="796043" y="123047"/>
                </a:cubicBezTo>
                <a:cubicBezTo>
                  <a:pt x="791291" y="123047"/>
                  <a:pt x="785859" y="122198"/>
                  <a:pt x="779750" y="120501"/>
                </a:cubicBezTo>
                <a:cubicBezTo>
                  <a:pt x="777883" y="119935"/>
                  <a:pt x="776355" y="119652"/>
                  <a:pt x="775167" y="119652"/>
                </a:cubicBezTo>
                <a:cubicBezTo>
                  <a:pt x="773866" y="119652"/>
                  <a:pt x="772848" y="120388"/>
                  <a:pt x="772112" y="121859"/>
                </a:cubicBezTo>
                <a:lnTo>
                  <a:pt x="769312" y="121859"/>
                </a:lnTo>
                <a:lnTo>
                  <a:pt x="769312" y="94025"/>
                </a:lnTo>
                <a:lnTo>
                  <a:pt x="772112" y="94025"/>
                </a:lnTo>
                <a:cubicBezTo>
                  <a:pt x="773696" y="101973"/>
                  <a:pt x="776723" y="107963"/>
                  <a:pt x="781192" y="111994"/>
                </a:cubicBezTo>
                <a:cubicBezTo>
                  <a:pt x="785661" y="116025"/>
                  <a:pt x="790668" y="118040"/>
                  <a:pt x="796212" y="118040"/>
                </a:cubicBezTo>
                <a:cubicBezTo>
                  <a:pt x="800116" y="118040"/>
                  <a:pt x="803298" y="116896"/>
                  <a:pt x="805759" y="114608"/>
                </a:cubicBezTo>
                <a:cubicBezTo>
                  <a:pt x="808220" y="112319"/>
                  <a:pt x="809451" y="109564"/>
                  <a:pt x="809451" y="106343"/>
                </a:cubicBezTo>
                <a:cubicBezTo>
                  <a:pt x="809451" y="102443"/>
                  <a:pt x="808079" y="99165"/>
                  <a:pt x="805335" y="96509"/>
                </a:cubicBezTo>
                <a:cubicBezTo>
                  <a:pt x="802591" y="93854"/>
                  <a:pt x="797118" y="90492"/>
                  <a:pt x="788914" y="86424"/>
                </a:cubicBezTo>
                <a:cubicBezTo>
                  <a:pt x="780711" y="82355"/>
                  <a:pt x="775337" y="78681"/>
                  <a:pt x="772791" y="75403"/>
                </a:cubicBezTo>
                <a:cubicBezTo>
                  <a:pt x="770245" y="72182"/>
                  <a:pt x="768972" y="68113"/>
                  <a:pt x="768972" y="63197"/>
                </a:cubicBezTo>
                <a:cubicBezTo>
                  <a:pt x="768972" y="56811"/>
                  <a:pt x="771165" y="51471"/>
                  <a:pt x="775549" y="47177"/>
                </a:cubicBezTo>
                <a:cubicBezTo>
                  <a:pt x="779933" y="42881"/>
                  <a:pt x="785605" y="40733"/>
                  <a:pt x="792563" y="40733"/>
                </a:cubicBezTo>
                <a:cubicBezTo>
                  <a:pt x="795618" y="40733"/>
                  <a:pt x="799324" y="41383"/>
                  <a:pt x="803680" y="42684"/>
                </a:cubicBezTo>
                <a:cubicBezTo>
                  <a:pt x="806565" y="43533"/>
                  <a:pt x="808489" y="43957"/>
                  <a:pt x="809451" y="43957"/>
                </a:cubicBezTo>
                <a:cubicBezTo>
                  <a:pt x="810356" y="43957"/>
                  <a:pt x="811063" y="43759"/>
                  <a:pt x="811572" y="43363"/>
                </a:cubicBezTo>
                <a:cubicBezTo>
                  <a:pt x="812081" y="42967"/>
                  <a:pt x="812675" y="42090"/>
                  <a:pt x="813354" y="40733"/>
                </a:cubicBezTo>
                <a:lnTo>
                  <a:pt x="816154" y="40733"/>
                </a:lnTo>
                <a:close/>
                <a:moveTo>
                  <a:pt x="923135" y="155124"/>
                </a:moveTo>
                <a:lnTo>
                  <a:pt x="885797" y="155124"/>
                </a:lnTo>
                <a:lnTo>
                  <a:pt x="885797" y="2885"/>
                </a:lnTo>
                <a:lnTo>
                  <a:pt x="923135" y="2885"/>
                </a:lnTo>
                <a:lnTo>
                  <a:pt x="923135" y="9589"/>
                </a:lnTo>
                <a:lnTo>
                  <a:pt x="898526" y="9589"/>
                </a:lnTo>
                <a:lnTo>
                  <a:pt x="898526" y="148590"/>
                </a:lnTo>
                <a:lnTo>
                  <a:pt x="923135" y="148590"/>
                </a:lnTo>
                <a:lnTo>
                  <a:pt x="923135" y="155124"/>
                </a:lnTo>
                <a:close/>
                <a:moveTo>
                  <a:pt x="931705" y="42939"/>
                </a:moveTo>
                <a:lnTo>
                  <a:pt x="968279" y="42939"/>
                </a:lnTo>
                <a:lnTo>
                  <a:pt x="968279" y="46079"/>
                </a:lnTo>
                <a:cubicBezTo>
                  <a:pt x="965960" y="46079"/>
                  <a:pt x="964333" y="46475"/>
                  <a:pt x="963400" y="47267"/>
                </a:cubicBezTo>
                <a:cubicBezTo>
                  <a:pt x="962466" y="48059"/>
                  <a:pt x="962000" y="49106"/>
                  <a:pt x="962000" y="50407"/>
                </a:cubicBezTo>
                <a:cubicBezTo>
                  <a:pt x="962000" y="51764"/>
                  <a:pt x="962990" y="53858"/>
                  <a:pt x="964970" y="56686"/>
                </a:cubicBezTo>
                <a:cubicBezTo>
                  <a:pt x="965592" y="57592"/>
                  <a:pt x="966526" y="59006"/>
                  <a:pt x="967770" y="60929"/>
                </a:cubicBezTo>
                <a:lnTo>
                  <a:pt x="973286" y="69755"/>
                </a:lnTo>
                <a:lnTo>
                  <a:pt x="979651" y="60929"/>
                </a:lnTo>
                <a:cubicBezTo>
                  <a:pt x="983724" y="55329"/>
                  <a:pt x="985760" y="51793"/>
                  <a:pt x="985760" y="50322"/>
                </a:cubicBezTo>
                <a:cubicBezTo>
                  <a:pt x="985760" y="49134"/>
                  <a:pt x="985280" y="48130"/>
                  <a:pt x="984318" y="47309"/>
                </a:cubicBezTo>
                <a:cubicBezTo>
                  <a:pt x="983356" y="46489"/>
                  <a:pt x="981800" y="46079"/>
                  <a:pt x="979651" y="46079"/>
                </a:cubicBezTo>
                <a:lnTo>
                  <a:pt x="979651" y="42939"/>
                </a:lnTo>
                <a:lnTo>
                  <a:pt x="1005957" y="42939"/>
                </a:lnTo>
                <a:lnTo>
                  <a:pt x="1005957" y="46079"/>
                </a:lnTo>
                <a:cubicBezTo>
                  <a:pt x="1003185" y="46249"/>
                  <a:pt x="1000781" y="47012"/>
                  <a:pt x="998744" y="48370"/>
                </a:cubicBezTo>
                <a:cubicBezTo>
                  <a:pt x="995972" y="50294"/>
                  <a:pt x="992181" y="54480"/>
                  <a:pt x="987373" y="60929"/>
                </a:cubicBezTo>
                <a:lnTo>
                  <a:pt x="976765" y="75101"/>
                </a:lnTo>
                <a:lnTo>
                  <a:pt x="996113" y="102879"/>
                </a:lnTo>
                <a:cubicBezTo>
                  <a:pt x="1000865" y="109710"/>
                  <a:pt x="1004260" y="113818"/>
                  <a:pt x="1006297" y="115202"/>
                </a:cubicBezTo>
                <a:cubicBezTo>
                  <a:pt x="1008333" y="116585"/>
                  <a:pt x="1010964" y="117361"/>
                  <a:pt x="1014188" y="117531"/>
                </a:cubicBezTo>
                <a:lnTo>
                  <a:pt x="1014188" y="120671"/>
                </a:lnTo>
                <a:lnTo>
                  <a:pt x="977529" y="120671"/>
                </a:lnTo>
                <a:lnTo>
                  <a:pt x="977529" y="117531"/>
                </a:lnTo>
                <a:cubicBezTo>
                  <a:pt x="980075" y="117531"/>
                  <a:pt x="982055" y="116967"/>
                  <a:pt x="983469" y="115839"/>
                </a:cubicBezTo>
                <a:cubicBezTo>
                  <a:pt x="984544" y="115049"/>
                  <a:pt x="985082" y="114005"/>
                  <a:pt x="985082" y="112707"/>
                </a:cubicBezTo>
                <a:cubicBezTo>
                  <a:pt x="985082" y="111409"/>
                  <a:pt x="983271" y="108137"/>
                  <a:pt x="979651" y="102890"/>
                </a:cubicBezTo>
                <a:lnTo>
                  <a:pt x="968279" y="86302"/>
                </a:lnTo>
                <a:lnTo>
                  <a:pt x="955805" y="102890"/>
                </a:lnTo>
                <a:cubicBezTo>
                  <a:pt x="951958" y="108024"/>
                  <a:pt x="950034" y="111071"/>
                  <a:pt x="950034" y="112031"/>
                </a:cubicBezTo>
                <a:cubicBezTo>
                  <a:pt x="950034" y="113385"/>
                  <a:pt x="950671" y="114612"/>
                  <a:pt x="951944" y="115712"/>
                </a:cubicBezTo>
                <a:cubicBezTo>
                  <a:pt x="953217" y="116811"/>
                  <a:pt x="955126" y="117418"/>
                  <a:pt x="957672" y="117531"/>
                </a:cubicBezTo>
                <a:lnTo>
                  <a:pt x="957672" y="120671"/>
                </a:lnTo>
                <a:lnTo>
                  <a:pt x="932299" y="120671"/>
                </a:lnTo>
                <a:lnTo>
                  <a:pt x="932299" y="117531"/>
                </a:lnTo>
                <a:cubicBezTo>
                  <a:pt x="934335" y="117248"/>
                  <a:pt x="936117" y="116543"/>
                  <a:pt x="937645" y="115415"/>
                </a:cubicBezTo>
                <a:cubicBezTo>
                  <a:pt x="939795" y="113778"/>
                  <a:pt x="943415" y="109601"/>
                  <a:pt x="948507" y="102885"/>
                </a:cubicBezTo>
                <a:lnTo>
                  <a:pt x="964800" y="81296"/>
                </a:lnTo>
                <a:lnTo>
                  <a:pt x="950034" y="59911"/>
                </a:lnTo>
                <a:cubicBezTo>
                  <a:pt x="945848" y="53801"/>
                  <a:pt x="942609" y="49968"/>
                  <a:pt x="940318" y="48413"/>
                </a:cubicBezTo>
                <a:cubicBezTo>
                  <a:pt x="938027" y="46857"/>
                  <a:pt x="935156" y="46079"/>
                  <a:pt x="931705" y="46079"/>
                </a:cubicBezTo>
                <a:lnTo>
                  <a:pt x="931705" y="42939"/>
                </a:lnTo>
                <a:close/>
                <a:moveTo>
                  <a:pt x="1022674" y="2885"/>
                </a:moveTo>
                <a:lnTo>
                  <a:pt x="1060013" y="2885"/>
                </a:lnTo>
                <a:lnTo>
                  <a:pt x="1060013" y="155124"/>
                </a:lnTo>
                <a:lnTo>
                  <a:pt x="1022674" y="155124"/>
                </a:lnTo>
                <a:lnTo>
                  <a:pt x="1022674" y="148420"/>
                </a:lnTo>
                <a:lnTo>
                  <a:pt x="1047284" y="148420"/>
                </a:lnTo>
                <a:lnTo>
                  <a:pt x="1047284" y="9589"/>
                </a:lnTo>
                <a:lnTo>
                  <a:pt x="1022674" y="9589"/>
                </a:lnTo>
                <a:lnTo>
                  <a:pt x="1022674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53347-D297-4B73-9C68-7D67DE4E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2710363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B1178F-9C18-4F82-9D60-9F314903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2710363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96" name="Text Whatare[x]">
            <a:extLst xmlns:a="http://schemas.openxmlformats.org/drawingml/2006/main">
              <a:ext uri="{FF2B5EF4-FFF2-40B4-BE49-F238E27FC236}">
                <a16:creationId xmlns:a16="http://schemas.microsoft.com/office/drawing/2014/main" id="{F1017503-7EF3-481E-B796-7CD70CE1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260" y="2783538"/>
            <a:ext cx="861715" cy="155124"/>
          </a:xfrm>
          <a:custGeom xmlns:a="http://schemas.openxmlformats.org/drawingml/2006/main">
            <a:pathLst>
              <a:path w="861715" h="155124">
                <a:moveTo>
                  <a:pt x="160385" y="5601"/>
                </a:moveTo>
                <a:lnTo>
                  <a:pt x="160385" y="8741"/>
                </a:lnTo>
                <a:cubicBezTo>
                  <a:pt x="157387" y="8741"/>
                  <a:pt x="154954" y="9278"/>
                  <a:pt x="153087" y="10353"/>
                </a:cubicBezTo>
                <a:cubicBezTo>
                  <a:pt x="151220" y="11426"/>
                  <a:pt x="149438" y="13433"/>
                  <a:pt x="147741" y="16373"/>
                </a:cubicBezTo>
                <a:cubicBezTo>
                  <a:pt x="146609" y="18351"/>
                  <a:pt x="144827" y="23071"/>
                  <a:pt x="142395" y="30534"/>
                </a:cubicBezTo>
                <a:lnTo>
                  <a:pt x="110318" y="123216"/>
                </a:lnTo>
                <a:lnTo>
                  <a:pt x="106923" y="123216"/>
                </a:lnTo>
                <a:lnTo>
                  <a:pt x="80702" y="49696"/>
                </a:lnTo>
                <a:lnTo>
                  <a:pt x="54650" y="123216"/>
                </a:lnTo>
                <a:lnTo>
                  <a:pt x="51595" y="123216"/>
                </a:lnTo>
                <a:lnTo>
                  <a:pt x="17396" y="27736"/>
                </a:lnTo>
                <a:cubicBezTo>
                  <a:pt x="14850" y="20613"/>
                  <a:pt x="13238" y="16401"/>
                  <a:pt x="12559" y="15100"/>
                </a:cubicBezTo>
                <a:cubicBezTo>
                  <a:pt x="11428" y="12952"/>
                  <a:pt x="9886" y="11355"/>
                  <a:pt x="7934" y="10310"/>
                </a:cubicBezTo>
                <a:cubicBezTo>
                  <a:pt x="5983" y="9264"/>
                  <a:pt x="3338" y="8741"/>
                  <a:pt x="0" y="8741"/>
                </a:cubicBezTo>
                <a:lnTo>
                  <a:pt x="0" y="5601"/>
                </a:lnTo>
                <a:lnTo>
                  <a:pt x="42600" y="5601"/>
                </a:lnTo>
                <a:lnTo>
                  <a:pt x="42600" y="8741"/>
                </a:lnTo>
                <a:lnTo>
                  <a:pt x="40563" y="8741"/>
                </a:lnTo>
                <a:cubicBezTo>
                  <a:pt x="37565" y="8741"/>
                  <a:pt x="35273" y="9419"/>
                  <a:pt x="33689" y="10777"/>
                </a:cubicBezTo>
                <a:cubicBezTo>
                  <a:pt x="32105" y="12133"/>
                  <a:pt x="31313" y="13772"/>
                  <a:pt x="31313" y="15694"/>
                </a:cubicBezTo>
                <a:cubicBezTo>
                  <a:pt x="31313" y="17672"/>
                  <a:pt x="32558" y="22223"/>
                  <a:pt x="35047" y="29346"/>
                </a:cubicBezTo>
                <a:lnTo>
                  <a:pt x="57705" y="93876"/>
                </a:lnTo>
                <a:lnTo>
                  <a:pt x="76798" y="39012"/>
                </a:lnTo>
                <a:lnTo>
                  <a:pt x="73404" y="29346"/>
                </a:lnTo>
                <a:lnTo>
                  <a:pt x="70688" y="21629"/>
                </a:lnTo>
                <a:cubicBezTo>
                  <a:pt x="69500" y="18802"/>
                  <a:pt x="68171" y="16314"/>
                  <a:pt x="66700" y="14166"/>
                </a:cubicBezTo>
                <a:cubicBezTo>
                  <a:pt x="65964" y="13093"/>
                  <a:pt x="65059" y="12189"/>
                  <a:pt x="63984" y="11453"/>
                </a:cubicBezTo>
                <a:cubicBezTo>
                  <a:pt x="62570" y="10437"/>
                  <a:pt x="61156" y="9702"/>
                  <a:pt x="59741" y="9250"/>
                </a:cubicBezTo>
                <a:cubicBezTo>
                  <a:pt x="58666" y="8910"/>
                  <a:pt x="56969" y="8741"/>
                  <a:pt x="54650" y="8741"/>
                </a:cubicBezTo>
                <a:lnTo>
                  <a:pt x="54650" y="5601"/>
                </a:lnTo>
                <a:lnTo>
                  <a:pt x="99456" y="5601"/>
                </a:lnTo>
                <a:lnTo>
                  <a:pt x="99456" y="8741"/>
                </a:lnTo>
                <a:lnTo>
                  <a:pt x="96401" y="8741"/>
                </a:lnTo>
                <a:cubicBezTo>
                  <a:pt x="93233" y="8741"/>
                  <a:pt x="90913" y="9419"/>
                  <a:pt x="89442" y="10777"/>
                </a:cubicBezTo>
                <a:cubicBezTo>
                  <a:pt x="87971" y="12133"/>
                  <a:pt x="87236" y="13970"/>
                  <a:pt x="87236" y="16288"/>
                </a:cubicBezTo>
                <a:cubicBezTo>
                  <a:pt x="87236" y="19171"/>
                  <a:pt x="88509" y="24203"/>
                  <a:pt x="91055" y="31382"/>
                </a:cubicBezTo>
                <a:lnTo>
                  <a:pt x="113118" y="93876"/>
                </a:lnTo>
                <a:lnTo>
                  <a:pt x="135012" y="30534"/>
                </a:lnTo>
                <a:cubicBezTo>
                  <a:pt x="137501" y="23524"/>
                  <a:pt x="138746" y="18662"/>
                  <a:pt x="138746" y="15948"/>
                </a:cubicBezTo>
                <a:cubicBezTo>
                  <a:pt x="138746" y="14649"/>
                  <a:pt x="138336" y="13433"/>
                  <a:pt x="137515" y="12302"/>
                </a:cubicBezTo>
                <a:cubicBezTo>
                  <a:pt x="136695" y="11171"/>
                  <a:pt x="135663" y="10379"/>
                  <a:pt x="134418" y="9929"/>
                </a:cubicBezTo>
                <a:cubicBezTo>
                  <a:pt x="132268" y="9137"/>
                  <a:pt x="129468" y="8741"/>
                  <a:pt x="126017" y="8741"/>
                </a:cubicBezTo>
                <a:lnTo>
                  <a:pt x="126017" y="5601"/>
                </a:lnTo>
                <a:lnTo>
                  <a:pt x="160385" y="5601"/>
                </a:lnTo>
                <a:close/>
                <a:moveTo>
                  <a:pt x="190027" y="0"/>
                </a:moveTo>
                <a:lnTo>
                  <a:pt x="190027" y="56941"/>
                </a:lnTo>
                <a:cubicBezTo>
                  <a:pt x="196307" y="50039"/>
                  <a:pt x="201285" y="45612"/>
                  <a:pt x="204963" y="43660"/>
                </a:cubicBezTo>
                <a:cubicBezTo>
                  <a:pt x="208640" y="41709"/>
                  <a:pt x="212317" y="40733"/>
                  <a:pt x="215994" y="40733"/>
                </a:cubicBezTo>
                <a:cubicBezTo>
                  <a:pt x="220407" y="40733"/>
                  <a:pt x="224198" y="41946"/>
                  <a:pt x="227366" y="44374"/>
                </a:cubicBezTo>
                <a:cubicBezTo>
                  <a:pt x="230534" y="46801"/>
                  <a:pt x="232882" y="50611"/>
                  <a:pt x="234409" y="55803"/>
                </a:cubicBezTo>
                <a:cubicBezTo>
                  <a:pt x="235484" y="59417"/>
                  <a:pt x="236021" y="66022"/>
                  <a:pt x="236021" y="75618"/>
                </a:cubicBezTo>
                <a:lnTo>
                  <a:pt x="236021" y="103052"/>
                </a:lnTo>
                <a:cubicBezTo>
                  <a:pt x="236021" y="107963"/>
                  <a:pt x="236417" y="111322"/>
                  <a:pt x="237209" y="113129"/>
                </a:cubicBezTo>
                <a:cubicBezTo>
                  <a:pt x="237775" y="114483"/>
                  <a:pt x="238737" y="115555"/>
                  <a:pt x="240095" y="116345"/>
                </a:cubicBezTo>
                <a:cubicBezTo>
                  <a:pt x="241452" y="117136"/>
                  <a:pt x="243942" y="117531"/>
                  <a:pt x="247562" y="117531"/>
                </a:cubicBezTo>
                <a:lnTo>
                  <a:pt x="247562" y="120671"/>
                </a:lnTo>
                <a:lnTo>
                  <a:pt x="209375" y="120671"/>
                </a:lnTo>
                <a:lnTo>
                  <a:pt x="209375" y="117531"/>
                </a:lnTo>
                <a:lnTo>
                  <a:pt x="211157" y="117531"/>
                </a:lnTo>
                <a:cubicBezTo>
                  <a:pt x="214778" y="117531"/>
                  <a:pt x="217296" y="116979"/>
                  <a:pt x="218710" y="115876"/>
                </a:cubicBezTo>
                <a:cubicBezTo>
                  <a:pt x="220124" y="114773"/>
                  <a:pt x="221114" y="113146"/>
                  <a:pt x="221680" y="110997"/>
                </a:cubicBezTo>
                <a:cubicBezTo>
                  <a:pt x="221850" y="110091"/>
                  <a:pt x="221935" y="107433"/>
                  <a:pt x="221935" y="103020"/>
                </a:cubicBezTo>
                <a:lnTo>
                  <a:pt x="221935" y="75525"/>
                </a:lnTo>
                <a:cubicBezTo>
                  <a:pt x="221935" y="67039"/>
                  <a:pt x="221496" y="61467"/>
                  <a:pt x="220619" y="58808"/>
                </a:cubicBezTo>
                <a:cubicBezTo>
                  <a:pt x="219742" y="56149"/>
                  <a:pt x="218342" y="54155"/>
                  <a:pt x="216419" y="52825"/>
                </a:cubicBezTo>
                <a:cubicBezTo>
                  <a:pt x="214495" y="51496"/>
                  <a:pt x="212176" y="50831"/>
                  <a:pt x="209460" y="50831"/>
                </a:cubicBezTo>
                <a:cubicBezTo>
                  <a:pt x="206688" y="50831"/>
                  <a:pt x="203803" y="51566"/>
                  <a:pt x="200805" y="53037"/>
                </a:cubicBezTo>
                <a:cubicBezTo>
                  <a:pt x="197806" y="54508"/>
                  <a:pt x="194214" y="57478"/>
                  <a:pt x="190027" y="61948"/>
                </a:cubicBezTo>
                <a:lnTo>
                  <a:pt x="190027" y="103020"/>
                </a:lnTo>
                <a:cubicBezTo>
                  <a:pt x="190027" y="108338"/>
                  <a:pt x="190324" y="111647"/>
                  <a:pt x="190918" y="112948"/>
                </a:cubicBezTo>
                <a:cubicBezTo>
                  <a:pt x="191512" y="114250"/>
                  <a:pt x="192616" y="115339"/>
                  <a:pt x="194228" y="116216"/>
                </a:cubicBezTo>
                <a:cubicBezTo>
                  <a:pt x="195840" y="117092"/>
                  <a:pt x="198626" y="117531"/>
                  <a:pt x="202587" y="117531"/>
                </a:cubicBezTo>
                <a:lnTo>
                  <a:pt x="202587" y="120671"/>
                </a:lnTo>
                <a:lnTo>
                  <a:pt x="164060" y="120671"/>
                </a:lnTo>
                <a:lnTo>
                  <a:pt x="164060" y="117531"/>
                </a:lnTo>
                <a:cubicBezTo>
                  <a:pt x="167511" y="117531"/>
                  <a:pt x="170227" y="116993"/>
                  <a:pt x="172207" y="115919"/>
                </a:cubicBezTo>
                <a:cubicBezTo>
                  <a:pt x="173338" y="115355"/>
                  <a:pt x="174243" y="114281"/>
                  <a:pt x="174922" y="112699"/>
                </a:cubicBezTo>
                <a:cubicBezTo>
                  <a:pt x="175601" y="111115"/>
                  <a:pt x="175941" y="107892"/>
                  <a:pt x="175941" y="103030"/>
                </a:cubicBezTo>
                <a:lnTo>
                  <a:pt x="175941" y="32732"/>
                </a:lnTo>
                <a:cubicBezTo>
                  <a:pt x="175941" y="23857"/>
                  <a:pt x="175728" y="18402"/>
                  <a:pt x="175304" y="16367"/>
                </a:cubicBezTo>
                <a:cubicBezTo>
                  <a:pt x="174880" y="14331"/>
                  <a:pt x="174229" y="12946"/>
                  <a:pt x="173352" y="12212"/>
                </a:cubicBezTo>
                <a:cubicBezTo>
                  <a:pt x="172475" y="11476"/>
                  <a:pt x="171302" y="11109"/>
                  <a:pt x="169831" y="11109"/>
                </a:cubicBezTo>
                <a:cubicBezTo>
                  <a:pt x="168643" y="11109"/>
                  <a:pt x="166719" y="11561"/>
                  <a:pt x="164060" y="12466"/>
                </a:cubicBezTo>
                <a:lnTo>
                  <a:pt x="162872" y="9496"/>
                </a:lnTo>
                <a:lnTo>
                  <a:pt x="186124" y="0"/>
                </a:lnTo>
                <a:lnTo>
                  <a:pt x="190027" y="0"/>
                </a:lnTo>
                <a:close/>
                <a:moveTo>
                  <a:pt x="298139" y="109469"/>
                </a:moveTo>
                <a:cubicBezTo>
                  <a:pt x="290162" y="115636"/>
                  <a:pt x="285155" y="119200"/>
                  <a:pt x="283119" y="120161"/>
                </a:cubicBezTo>
                <a:cubicBezTo>
                  <a:pt x="280064" y="121632"/>
                  <a:pt x="276811" y="122368"/>
                  <a:pt x="273360" y="122368"/>
                </a:cubicBezTo>
                <a:cubicBezTo>
                  <a:pt x="267985" y="122368"/>
                  <a:pt x="263558" y="120529"/>
                  <a:pt x="260079" y="116852"/>
                </a:cubicBezTo>
                <a:cubicBezTo>
                  <a:pt x="256600" y="113175"/>
                  <a:pt x="254860" y="108338"/>
                  <a:pt x="254860" y="102341"/>
                </a:cubicBezTo>
                <a:cubicBezTo>
                  <a:pt x="254860" y="98551"/>
                  <a:pt x="255709" y="95269"/>
                  <a:pt x="257406" y="92497"/>
                </a:cubicBezTo>
                <a:cubicBezTo>
                  <a:pt x="259726" y="88650"/>
                  <a:pt x="263756" y="85030"/>
                  <a:pt x="269499" y="81635"/>
                </a:cubicBezTo>
                <a:cubicBezTo>
                  <a:pt x="275241" y="78241"/>
                  <a:pt x="284788" y="74111"/>
                  <a:pt x="298139" y="69246"/>
                </a:cubicBezTo>
                <a:lnTo>
                  <a:pt x="298139" y="66191"/>
                </a:lnTo>
                <a:cubicBezTo>
                  <a:pt x="298139" y="58440"/>
                  <a:pt x="296908" y="53122"/>
                  <a:pt x="294447" y="50237"/>
                </a:cubicBezTo>
                <a:cubicBezTo>
                  <a:pt x="291987" y="47352"/>
                  <a:pt x="288408" y="45909"/>
                  <a:pt x="283713" y="45909"/>
                </a:cubicBezTo>
                <a:cubicBezTo>
                  <a:pt x="280149" y="45909"/>
                  <a:pt x="277320" y="46867"/>
                  <a:pt x="275227" y="48784"/>
                </a:cubicBezTo>
                <a:cubicBezTo>
                  <a:pt x="273077" y="50700"/>
                  <a:pt x="272002" y="52899"/>
                  <a:pt x="272002" y="55379"/>
                </a:cubicBezTo>
                <a:lnTo>
                  <a:pt x="272172" y="60282"/>
                </a:lnTo>
                <a:cubicBezTo>
                  <a:pt x="272172" y="62874"/>
                  <a:pt x="271507" y="64874"/>
                  <a:pt x="270178" y="66283"/>
                </a:cubicBezTo>
                <a:cubicBezTo>
                  <a:pt x="268848" y="67692"/>
                  <a:pt x="267108" y="68397"/>
                  <a:pt x="264959" y="68397"/>
                </a:cubicBezTo>
                <a:cubicBezTo>
                  <a:pt x="262865" y="68397"/>
                  <a:pt x="261154" y="67664"/>
                  <a:pt x="259825" y="66199"/>
                </a:cubicBezTo>
                <a:cubicBezTo>
                  <a:pt x="258495" y="64731"/>
                  <a:pt x="257830" y="62728"/>
                  <a:pt x="257830" y="60189"/>
                </a:cubicBezTo>
                <a:cubicBezTo>
                  <a:pt x="257830" y="55340"/>
                  <a:pt x="260320" y="50885"/>
                  <a:pt x="265298" y="46824"/>
                </a:cubicBezTo>
                <a:cubicBezTo>
                  <a:pt x="270277" y="42763"/>
                  <a:pt x="277263" y="40733"/>
                  <a:pt x="286258" y="40733"/>
                </a:cubicBezTo>
                <a:cubicBezTo>
                  <a:pt x="293160" y="40733"/>
                  <a:pt x="298818" y="41891"/>
                  <a:pt x="303230" y="44207"/>
                </a:cubicBezTo>
                <a:cubicBezTo>
                  <a:pt x="306568" y="45959"/>
                  <a:pt x="309029" y="48700"/>
                  <a:pt x="310613" y="52430"/>
                </a:cubicBezTo>
                <a:cubicBezTo>
                  <a:pt x="311632" y="54859"/>
                  <a:pt x="312141" y="59831"/>
                  <a:pt x="312141" y="67347"/>
                </a:cubicBezTo>
                <a:lnTo>
                  <a:pt x="312141" y="93706"/>
                </a:lnTo>
                <a:cubicBezTo>
                  <a:pt x="312141" y="101109"/>
                  <a:pt x="312282" y="105643"/>
                  <a:pt x="312565" y="107311"/>
                </a:cubicBezTo>
                <a:cubicBezTo>
                  <a:pt x="312848" y="108978"/>
                  <a:pt x="313315" y="110094"/>
                  <a:pt x="313965" y="110660"/>
                </a:cubicBezTo>
                <a:cubicBezTo>
                  <a:pt x="314616" y="111224"/>
                  <a:pt x="315365" y="111506"/>
                  <a:pt x="316214" y="111506"/>
                </a:cubicBezTo>
                <a:cubicBezTo>
                  <a:pt x="317119" y="111506"/>
                  <a:pt x="317911" y="111308"/>
                  <a:pt x="318590" y="110912"/>
                </a:cubicBezTo>
                <a:cubicBezTo>
                  <a:pt x="319778" y="110176"/>
                  <a:pt x="322069" y="108111"/>
                  <a:pt x="325464" y="104717"/>
                </a:cubicBezTo>
                <a:lnTo>
                  <a:pt x="325464" y="109469"/>
                </a:lnTo>
                <a:cubicBezTo>
                  <a:pt x="319128" y="117955"/>
                  <a:pt x="313074" y="122198"/>
                  <a:pt x="307304" y="122198"/>
                </a:cubicBezTo>
                <a:cubicBezTo>
                  <a:pt x="304532" y="122198"/>
                  <a:pt x="302325" y="121236"/>
                  <a:pt x="300685" y="119313"/>
                </a:cubicBezTo>
                <a:cubicBezTo>
                  <a:pt x="299044" y="117389"/>
                  <a:pt x="298195" y="114108"/>
                  <a:pt x="298139" y="109469"/>
                </a:cubicBezTo>
                <a:moveTo>
                  <a:pt x="298139" y="103906"/>
                </a:moveTo>
                <a:lnTo>
                  <a:pt x="298139" y="74422"/>
                </a:lnTo>
                <a:cubicBezTo>
                  <a:pt x="289596" y="77801"/>
                  <a:pt x="284080" y="80194"/>
                  <a:pt x="281591" y="81603"/>
                </a:cubicBezTo>
                <a:cubicBezTo>
                  <a:pt x="277122" y="84082"/>
                  <a:pt x="273926" y="86673"/>
                  <a:pt x="272002" y="89376"/>
                </a:cubicBezTo>
                <a:cubicBezTo>
                  <a:pt x="270079" y="92079"/>
                  <a:pt x="269117" y="95036"/>
                  <a:pt x="269117" y="98246"/>
                </a:cubicBezTo>
                <a:cubicBezTo>
                  <a:pt x="269117" y="102302"/>
                  <a:pt x="270333" y="105667"/>
                  <a:pt x="272766" y="108342"/>
                </a:cubicBezTo>
                <a:cubicBezTo>
                  <a:pt x="275198" y="111017"/>
                  <a:pt x="277999" y="112354"/>
                  <a:pt x="281167" y="112354"/>
                </a:cubicBezTo>
                <a:cubicBezTo>
                  <a:pt x="285466" y="112354"/>
                  <a:pt x="291124" y="109538"/>
                  <a:pt x="298139" y="103906"/>
                </a:cubicBezTo>
                <a:close/>
                <a:moveTo>
                  <a:pt x="353834" y="17311"/>
                </a:moveTo>
                <a:lnTo>
                  <a:pt x="353834" y="42939"/>
                </a:lnTo>
                <a:lnTo>
                  <a:pt x="371994" y="42939"/>
                </a:lnTo>
                <a:lnTo>
                  <a:pt x="371994" y="48879"/>
                </a:lnTo>
                <a:lnTo>
                  <a:pt x="353834" y="48879"/>
                </a:lnTo>
                <a:lnTo>
                  <a:pt x="353834" y="99217"/>
                </a:lnTo>
                <a:cubicBezTo>
                  <a:pt x="353834" y="104247"/>
                  <a:pt x="354555" y="107638"/>
                  <a:pt x="355997" y="109390"/>
                </a:cubicBezTo>
                <a:cubicBezTo>
                  <a:pt x="357440" y="111140"/>
                  <a:pt x="359293" y="112015"/>
                  <a:pt x="361556" y="112015"/>
                </a:cubicBezTo>
                <a:cubicBezTo>
                  <a:pt x="363423" y="112015"/>
                  <a:pt x="365233" y="111435"/>
                  <a:pt x="366987" y="110275"/>
                </a:cubicBezTo>
                <a:cubicBezTo>
                  <a:pt x="368741" y="109116"/>
                  <a:pt x="370098" y="107404"/>
                  <a:pt x="371060" y="105141"/>
                </a:cubicBezTo>
                <a:lnTo>
                  <a:pt x="374370" y="105141"/>
                </a:lnTo>
                <a:cubicBezTo>
                  <a:pt x="372390" y="110701"/>
                  <a:pt x="369589" y="114906"/>
                  <a:pt x="365968" y="117756"/>
                </a:cubicBezTo>
                <a:cubicBezTo>
                  <a:pt x="362348" y="120604"/>
                  <a:pt x="358614" y="122028"/>
                  <a:pt x="354767" y="122028"/>
                </a:cubicBezTo>
                <a:cubicBezTo>
                  <a:pt x="352165" y="122028"/>
                  <a:pt x="349619" y="121306"/>
                  <a:pt x="347130" y="119862"/>
                </a:cubicBezTo>
                <a:cubicBezTo>
                  <a:pt x="344640" y="118417"/>
                  <a:pt x="342802" y="116351"/>
                  <a:pt x="341614" y="113662"/>
                </a:cubicBezTo>
                <a:cubicBezTo>
                  <a:pt x="340426" y="110971"/>
                  <a:pt x="339832" y="106822"/>
                  <a:pt x="339832" y="101214"/>
                </a:cubicBezTo>
                <a:lnTo>
                  <a:pt x="339832" y="48879"/>
                </a:lnTo>
                <a:lnTo>
                  <a:pt x="327527" y="48879"/>
                </a:lnTo>
                <a:lnTo>
                  <a:pt x="327527" y="46079"/>
                </a:lnTo>
                <a:cubicBezTo>
                  <a:pt x="330639" y="44831"/>
                  <a:pt x="333821" y="42717"/>
                  <a:pt x="337074" y="39738"/>
                </a:cubicBezTo>
                <a:cubicBezTo>
                  <a:pt x="340327" y="36759"/>
                  <a:pt x="343226" y="33227"/>
                  <a:pt x="345772" y="29141"/>
                </a:cubicBezTo>
                <a:cubicBezTo>
                  <a:pt x="347073" y="26986"/>
                  <a:pt x="348883" y="23043"/>
                  <a:pt x="351203" y="17311"/>
                </a:cubicBezTo>
                <a:lnTo>
                  <a:pt x="353834" y="17311"/>
                </a:lnTo>
                <a:close/>
                <a:moveTo>
                  <a:pt x="467066" y="109469"/>
                </a:moveTo>
                <a:cubicBezTo>
                  <a:pt x="459089" y="115636"/>
                  <a:pt x="454082" y="119200"/>
                  <a:pt x="452045" y="120161"/>
                </a:cubicBezTo>
                <a:cubicBezTo>
                  <a:pt x="448991" y="121632"/>
                  <a:pt x="445738" y="122368"/>
                  <a:pt x="442287" y="122368"/>
                </a:cubicBezTo>
                <a:cubicBezTo>
                  <a:pt x="436912" y="122368"/>
                  <a:pt x="432485" y="120529"/>
                  <a:pt x="429006" y="116852"/>
                </a:cubicBezTo>
                <a:cubicBezTo>
                  <a:pt x="425527" y="113175"/>
                  <a:pt x="423787" y="108338"/>
                  <a:pt x="423787" y="102341"/>
                </a:cubicBezTo>
                <a:cubicBezTo>
                  <a:pt x="423787" y="98551"/>
                  <a:pt x="424636" y="95269"/>
                  <a:pt x="426333" y="92497"/>
                </a:cubicBezTo>
                <a:cubicBezTo>
                  <a:pt x="428652" y="88650"/>
                  <a:pt x="432683" y="85030"/>
                  <a:pt x="438425" y="81635"/>
                </a:cubicBezTo>
                <a:cubicBezTo>
                  <a:pt x="444168" y="78241"/>
                  <a:pt x="453714" y="74111"/>
                  <a:pt x="467066" y="69246"/>
                </a:cubicBezTo>
                <a:lnTo>
                  <a:pt x="467066" y="66191"/>
                </a:lnTo>
                <a:cubicBezTo>
                  <a:pt x="467066" y="58440"/>
                  <a:pt x="465835" y="53122"/>
                  <a:pt x="463374" y="50237"/>
                </a:cubicBezTo>
                <a:cubicBezTo>
                  <a:pt x="460913" y="47352"/>
                  <a:pt x="457335" y="45909"/>
                  <a:pt x="452640" y="45909"/>
                </a:cubicBezTo>
                <a:cubicBezTo>
                  <a:pt x="449075" y="45909"/>
                  <a:pt x="446247" y="46867"/>
                  <a:pt x="444154" y="48784"/>
                </a:cubicBezTo>
                <a:cubicBezTo>
                  <a:pt x="442004" y="50700"/>
                  <a:pt x="440929" y="52899"/>
                  <a:pt x="440929" y="55379"/>
                </a:cubicBezTo>
                <a:lnTo>
                  <a:pt x="441099" y="60282"/>
                </a:lnTo>
                <a:cubicBezTo>
                  <a:pt x="441099" y="62874"/>
                  <a:pt x="440434" y="64874"/>
                  <a:pt x="439104" y="66283"/>
                </a:cubicBezTo>
                <a:cubicBezTo>
                  <a:pt x="437775" y="67692"/>
                  <a:pt x="436035" y="68397"/>
                  <a:pt x="433885" y="68397"/>
                </a:cubicBezTo>
                <a:cubicBezTo>
                  <a:pt x="431792" y="68397"/>
                  <a:pt x="430081" y="67664"/>
                  <a:pt x="428751" y="66199"/>
                </a:cubicBezTo>
                <a:cubicBezTo>
                  <a:pt x="427422" y="64731"/>
                  <a:pt x="426757" y="62728"/>
                  <a:pt x="426757" y="60189"/>
                </a:cubicBezTo>
                <a:cubicBezTo>
                  <a:pt x="426757" y="55340"/>
                  <a:pt x="429246" y="50885"/>
                  <a:pt x="434225" y="46824"/>
                </a:cubicBezTo>
                <a:cubicBezTo>
                  <a:pt x="439203" y="42763"/>
                  <a:pt x="446190" y="40733"/>
                  <a:pt x="455185" y="40733"/>
                </a:cubicBezTo>
                <a:cubicBezTo>
                  <a:pt x="462087" y="40733"/>
                  <a:pt x="467745" y="41891"/>
                  <a:pt x="472157" y="44207"/>
                </a:cubicBezTo>
                <a:cubicBezTo>
                  <a:pt x="475495" y="45959"/>
                  <a:pt x="477956" y="48700"/>
                  <a:pt x="479540" y="52430"/>
                </a:cubicBezTo>
                <a:cubicBezTo>
                  <a:pt x="480558" y="54859"/>
                  <a:pt x="481068" y="59831"/>
                  <a:pt x="481068" y="67347"/>
                </a:cubicBezTo>
                <a:lnTo>
                  <a:pt x="481068" y="93706"/>
                </a:lnTo>
                <a:cubicBezTo>
                  <a:pt x="481068" y="101109"/>
                  <a:pt x="481209" y="105643"/>
                  <a:pt x="481492" y="107311"/>
                </a:cubicBezTo>
                <a:cubicBezTo>
                  <a:pt x="481775" y="108978"/>
                  <a:pt x="482241" y="110094"/>
                  <a:pt x="482892" y="110660"/>
                </a:cubicBezTo>
                <a:cubicBezTo>
                  <a:pt x="483543" y="111224"/>
                  <a:pt x="484292" y="111506"/>
                  <a:pt x="485141" y="111506"/>
                </a:cubicBezTo>
                <a:cubicBezTo>
                  <a:pt x="486046" y="111506"/>
                  <a:pt x="486838" y="111308"/>
                  <a:pt x="487517" y="110912"/>
                </a:cubicBezTo>
                <a:cubicBezTo>
                  <a:pt x="488705" y="110176"/>
                  <a:pt x="490996" y="108111"/>
                  <a:pt x="494391" y="104717"/>
                </a:cubicBezTo>
                <a:lnTo>
                  <a:pt x="494391" y="109469"/>
                </a:lnTo>
                <a:cubicBezTo>
                  <a:pt x="488054" y="117955"/>
                  <a:pt x="482001" y="122198"/>
                  <a:pt x="476231" y="122198"/>
                </a:cubicBezTo>
                <a:cubicBezTo>
                  <a:pt x="473458" y="122198"/>
                  <a:pt x="471252" y="121236"/>
                  <a:pt x="469611" y="119313"/>
                </a:cubicBezTo>
                <a:cubicBezTo>
                  <a:pt x="467971" y="117389"/>
                  <a:pt x="467122" y="114108"/>
                  <a:pt x="467066" y="109469"/>
                </a:cubicBezTo>
                <a:moveTo>
                  <a:pt x="467066" y="103906"/>
                </a:moveTo>
                <a:lnTo>
                  <a:pt x="467066" y="74422"/>
                </a:lnTo>
                <a:cubicBezTo>
                  <a:pt x="458523" y="77801"/>
                  <a:pt x="453007" y="80194"/>
                  <a:pt x="450518" y="81603"/>
                </a:cubicBezTo>
                <a:cubicBezTo>
                  <a:pt x="446049" y="84082"/>
                  <a:pt x="442852" y="86673"/>
                  <a:pt x="440929" y="89376"/>
                </a:cubicBezTo>
                <a:cubicBezTo>
                  <a:pt x="439005" y="92079"/>
                  <a:pt x="438044" y="95036"/>
                  <a:pt x="438044" y="98246"/>
                </a:cubicBezTo>
                <a:cubicBezTo>
                  <a:pt x="438044" y="102302"/>
                  <a:pt x="439260" y="105667"/>
                  <a:pt x="441693" y="108342"/>
                </a:cubicBezTo>
                <a:cubicBezTo>
                  <a:pt x="444125" y="111017"/>
                  <a:pt x="446926" y="112354"/>
                  <a:pt x="450094" y="112354"/>
                </a:cubicBezTo>
                <a:cubicBezTo>
                  <a:pt x="454393" y="112354"/>
                  <a:pt x="460051" y="109538"/>
                  <a:pt x="467066" y="103906"/>
                </a:cubicBezTo>
                <a:close/>
                <a:moveTo>
                  <a:pt x="522930" y="40733"/>
                </a:moveTo>
                <a:lnTo>
                  <a:pt x="522930" y="58214"/>
                </a:lnTo>
                <a:cubicBezTo>
                  <a:pt x="529436" y="46560"/>
                  <a:pt x="536112" y="40733"/>
                  <a:pt x="542957" y="40733"/>
                </a:cubicBezTo>
                <a:cubicBezTo>
                  <a:pt x="546069" y="40733"/>
                  <a:pt x="548643" y="41680"/>
                  <a:pt x="550679" y="43576"/>
                </a:cubicBezTo>
                <a:cubicBezTo>
                  <a:pt x="552716" y="45471"/>
                  <a:pt x="553734" y="47663"/>
                  <a:pt x="553734" y="50152"/>
                </a:cubicBezTo>
                <a:cubicBezTo>
                  <a:pt x="553734" y="52359"/>
                  <a:pt x="552999" y="54225"/>
                  <a:pt x="551528" y="55753"/>
                </a:cubicBezTo>
                <a:cubicBezTo>
                  <a:pt x="550057" y="57280"/>
                  <a:pt x="548303" y="58044"/>
                  <a:pt x="546267" y="58044"/>
                </a:cubicBezTo>
                <a:cubicBezTo>
                  <a:pt x="544286" y="58044"/>
                  <a:pt x="542066" y="57068"/>
                  <a:pt x="539605" y="55116"/>
                </a:cubicBezTo>
                <a:cubicBezTo>
                  <a:pt x="537144" y="53165"/>
                  <a:pt x="535320" y="52189"/>
                  <a:pt x="534132" y="52189"/>
                </a:cubicBezTo>
                <a:cubicBezTo>
                  <a:pt x="533113" y="52189"/>
                  <a:pt x="532010" y="52753"/>
                  <a:pt x="530822" y="53881"/>
                </a:cubicBezTo>
                <a:cubicBezTo>
                  <a:pt x="528276" y="56195"/>
                  <a:pt x="525646" y="60004"/>
                  <a:pt x="522930" y="65308"/>
                </a:cubicBezTo>
                <a:lnTo>
                  <a:pt x="522930" y="102466"/>
                </a:lnTo>
                <a:cubicBezTo>
                  <a:pt x="522930" y="106753"/>
                  <a:pt x="523468" y="109997"/>
                  <a:pt x="524542" y="112198"/>
                </a:cubicBezTo>
                <a:cubicBezTo>
                  <a:pt x="525278" y="113722"/>
                  <a:pt x="526579" y="114992"/>
                  <a:pt x="528446" y="116009"/>
                </a:cubicBezTo>
                <a:cubicBezTo>
                  <a:pt x="530313" y="117023"/>
                  <a:pt x="533000" y="117531"/>
                  <a:pt x="536508" y="117531"/>
                </a:cubicBezTo>
                <a:lnTo>
                  <a:pt x="536508" y="120671"/>
                </a:lnTo>
                <a:lnTo>
                  <a:pt x="496708" y="120671"/>
                </a:lnTo>
                <a:lnTo>
                  <a:pt x="496708" y="117531"/>
                </a:lnTo>
                <a:cubicBezTo>
                  <a:pt x="500669" y="117531"/>
                  <a:pt x="503610" y="116910"/>
                  <a:pt x="505534" y="115669"/>
                </a:cubicBezTo>
                <a:cubicBezTo>
                  <a:pt x="506948" y="114766"/>
                  <a:pt x="507938" y="113326"/>
                  <a:pt x="508504" y="111349"/>
                </a:cubicBezTo>
                <a:cubicBezTo>
                  <a:pt x="508787" y="110389"/>
                  <a:pt x="508928" y="107652"/>
                  <a:pt x="508928" y="103136"/>
                </a:cubicBezTo>
                <a:lnTo>
                  <a:pt x="508928" y="73078"/>
                </a:lnTo>
                <a:cubicBezTo>
                  <a:pt x="508928" y="64045"/>
                  <a:pt x="508744" y="58669"/>
                  <a:pt x="508377" y="56949"/>
                </a:cubicBezTo>
                <a:cubicBezTo>
                  <a:pt x="508009" y="55227"/>
                  <a:pt x="507330" y="53971"/>
                  <a:pt x="506340" y="53181"/>
                </a:cubicBezTo>
                <a:cubicBezTo>
                  <a:pt x="505350" y="52390"/>
                  <a:pt x="504119" y="51995"/>
                  <a:pt x="502649" y="51995"/>
                </a:cubicBezTo>
                <a:cubicBezTo>
                  <a:pt x="500895" y="51995"/>
                  <a:pt x="498915" y="52419"/>
                  <a:pt x="496708" y="53265"/>
                </a:cubicBezTo>
                <a:lnTo>
                  <a:pt x="495860" y="50216"/>
                </a:lnTo>
                <a:lnTo>
                  <a:pt x="519366" y="40733"/>
                </a:lnTo>
                <a:lnTo>
                  <a:pt x="522930" y="40733"/>
                </a:lnTo>
                <a:close/>
                <a:moveTo>
                  <a:pt x="571129" y="72301"/>
                </a:moveTo>
                <a:cubicBezTo>
                  <a:pt x="571073" y="83815"/>
                  <a:pt x="573873" y="92846"/>
                  <a:pt x="579530" y="99395"/>
                </a:cubicBezTo>
                <a:cubicBezTo>
                  <a:pt x="585188" y="105941"/>
                  <a:pt x="591835" y="109215"/>
                  <a:pt x="599472" y="109215"/>
                </a:cubicBezTo>
                <a:cubicBezTo>
                  <a:pt x="604564" y="109215"/>
                  <a:pt x="608991" y="107814"/>
                  <a:pt x="612753" y="105014"/>
                </a:cubicBezTo>
                <a:cubicBezTo>
                  <a:pt x="616515" y="102214"/>
                  <a:pt x="619669" y="97419"/>
                  <a:pt x="622215" y="90630"/>
                </a:cubicBezTo>
                <a:lnTo>
                  <a:pt x="624846" y="92327"/>
                </a:lnTo>
                <a:cubicBezTo>
                  <a:pt x="623658" y="100078"/>
                  <a:pt x="620207" y="107136"/>
                  <a:pt x="614493" y="113500"/>
                </a:cubicBezTo>
                <a:cubicBezTo>
                  <a:pt x="608779" y="119864"/>
                  <a:pt x="601622" y="123047"/>
                  <a:pt x="593023" y="123047"/>
                </a:cubicBezTo>
                <a:cubicBezTo>
                  <a:pt x="583689" y="123047"/>
                  <a:pt x="575698" y="119420"/>
                  <a:pt x="569050" y="112166"/>
                </a:cubicBezTo>
                <a:cubicBezTo>
                  <a:pt x="562403" y="104911"/>
                  <a:pt x="559079" y="95157"/>
                  <a:pt x="559079" y="82905"/>
                </a:cubicBezTo>
                <a:cubicBezTo>
                  <a:pt x="559079" y="69639"/>
                  <a:pt x="562488" y="59294"/>
                  <a:pt x="569305" y="51871"/>
                </a:cubicBezTo>
                <a:cubicBezTo>
                  <a:pt x="576122" y="44445"/>
                  <a:pt x="584679" y="40733"/>
                  <a:pt x="594975" y="40733"/>
                </a:cubicBezTo>
                <a:cubicBezTo>
                  <a:pt x="603687" y="40733"/>
                  <a:pt x="610844" y="43597"/>
                  <a:pt x="616444" y="49325"/>
                </a:cubicBezTo>
                <a:cubicBezTo>
                  <a:pt x="622045" y="55051"/>
                  <a:pt x="624846" y="62710"/>
                  <a:pt x="624846" y="72301"/>
                </a:cubicBezTo>
                <a:lnTo>
                  <a:pt x="571129" y="72301"/>
                </a:lnTo>
                <a:moveTo>
                  <a:pt x="571129" y="67379"/>
                </a:moveTo>
                <a:lnTo>
                  <a:pt x="607110" y="67379"/>
                </a:lnTo>
                <a:cubicBezTo>
                  <a:pt x="606827" y="62400"/>
                  <a:pt x="606233" y="58893"/>
                  <a:pt x="605328" y="56856"/>
                </a:cubicBezTo>
                <a:cubicBezTo>
                  <a:pt x="603913" y="53688"/>
                  <a:pt x="601806" y="51199"/>
                  <a:pt x="599006" y="49388"/>
                </a:cubicBezTo>
                <a:cubicBezTo>
                  <a:pt x="596205" y="47578"/>
                  <a:pt x="593278" y="46673"/>
                  <a:pt x="590223" y="46673"/>
                </a:cubicBezTo>
                <a:cubicBezTo>
                  <a:pt x="585527" y="46673"/>
                  <a:pt x="581327" y="48497"/>
                  <a:pt x="577621" y="52146"/>
                </a:cubicBezTo>
                <a:cubicBezTo>
                  <a:pt x="573916" y="55795"/>
                  <a:pt x="571752" y="60873"/>
                  <a:pt x="571129" y="67379"/>
                </a:cubicBezTo>
                <a:close/>
                <a:moveTo>
                  <a:pt x="724837" y="155124"/>
                </a:moveTo>
                <a:lnTo>
                  <a:pt x="687499" y="155124"/>
                </a:lnTo>
                <a:lnTo>
                  <a:pt x="687499" y="2885"/>
                </a:lnTo>
                <a:lnTo>
                  <a:pt x="724837" y="2885"/>
                </a:lnTo>
                <a:lnTo>
                  <a:pt x="724837" y="9589"/>
                </a:lnTo>
                <a:lnTo>
                  <a:pt x="700228" y="9589"/>
                </a:lnTo>
                <a:lnTo>
                  <a:pt x="700228" y="148590"/>
                </a:lnTo>
                <a:lnTo>
                  <a:pt x="724837" y="148590"/>
                </a:lnTo>
                <a:lnTo>
                  <a:pt x="724837" y="155124"/>
                </a:lnTo>
                <a:close/>
                <a:moveTo>
                  <a:pt x="733407" y="42939"/>
                </a:moveTo>
                <a:lnTo>
                  <a:pt x="769981" y="42939"/>
                </a:lnTo>
                <a:lnTo>
                  <a:pt x="769981" y="46079"/>
                </a:lnTo>
                <a:cubicBezTo>
                  <a:pt x="767662" y="46079"/>
                  <a:pt x="766035" y="46475"/>
                  <a:pt x="765102" y="47267"/>
                </a:cubicBezTo>
                <a:cubicBezTo>
                  <a:pt x="764168" y="48059"/>
                  <a:pt x="763701" y="49106"/>
                  <a:pt x="763701" y="50407"/>
                </a:cubicBezTo>
                <a:cubicBezTo>
                  <a:pt x="763701" y="51764"/>
                  <a:pt x="764692" y="53858"/>
                  <a:pt x="766672" y="56686"/>
                </a:cubicBezTo>
                <a:cubicBezTo>
                  <a:pt x="767294" y="57592"/>
                  <a:pt x="768227" y="59006"/>
                  <a:pt x="769472" y="60929"/>
                </a:cubicBezTo>
                <a:lnTo>
                  <a:pt x="774988" y="69755"/>
                </a:lnTo>
                <a:lnTo>
                  <a:pt x="781352" y="60929"/>
                </a:lnTo>
                <a:cubicBezTo>
                  <a:pt x="785426" y="55329"/>
                  <a:pt x="787462" y="51793"/>
                  <a:pt x="787462" y="50322"/>
                </a:cubicBezTo>
                <a:cubicBezTo>
                  <a:pt x="787462" y="49134"/>
                  <a:pt x="786981" y="48130"/>
                  <a:pt x="786020" y="47309"/>
                </a:cubicBezTo>
                <a:cubicBezTo>
                  <a:pt x="785058" y="46489"/>
                  <a:pt x="783502" y="46079"/>
                  <a:pt x="781352" y="46079"/>
                </a:cubicBezTo>
                <a:lnTo>
                  <a:pt x="781352" y="42939"/>
                </a:lnTo>
                <a:lnTo>
                  <a:pt x="807659" y="42939"/>
                </a:lnTo>
                <a:lnTo>
                  <a:pt x="807659" y="46079"/>
                </a:lnTo>
                <a:cubicBezTo>
                  <a:pt x="804887" y="46249"/>
                  <a:pt x="802482" y="47012"/>
                  <a:pt x="800446" y="48370"/>
                </a:cubicBezTo>
                <a:cubicBezTo>
                  <a:pt x="797674" y="50294"/>
                  <a:pt x="793883" y="54480"/>
                  <a:pt x="789075" y="60929"/>
                </a:cubicBezTo>
                <a:lnTo>
                  <a:pt x="778467" y="75101"/>
                </a:lnTo>
                <a:lnTo>
                  <a:pt x="797815" y="102879"/>
                </a:lnTo>
                <a:cubicBezTo>
                  <a:pt x="802567" y="109710"/>
                  <a:pt x="805962" y="113818"/>
                  <a:pt x="807998" y="115202"/>
                </a:cubicBezTo>
                <a:cubicBezTo>
                  <a:pt x="810035" y="116585"/>
                  <a:pt x="812666" y="117361"/>
                  <a:pt x="815890" y="117531"/>
                </a:cubicBezTo>
                <a:lnTo>
                  <a:pt x="815890" y="120671"/>
                </a:lnTo>
                <a:lnTo>
                  <a:pt x="779231" y="120671"/>
                </a:lnTo>
                <a:lnTo>
                  <a:pt x="779231" y="117531"/>
                </a:lnTo>
                <a:cubicBezTo>
                  <a:pt x="781777" y="117531"/>
                  <a:pt x="783757" y="116967"/>
                  <a:pt x="785171" y="115839"/>
                </a:cubicBezTo>
                <a:cubicBezTo>
                  <a:pt x="786246" y="115049"/>
                  <a:pt x="786783" y="114005"/>
                  <a:pt x="786783" y="112707"/>
                </a:cubicBezTo>
                <a:cubicBezTo>
                  <a:pt x="786783" y="111409"/>
                  <a:pt x="784973" y="108137"/>
                  <a:pt x="781352" y="102890"/>
                </a:cubicBezTo>
                <a:lnTo>
                  <a:pt x="769981" y="86302"/>
                </a:lnTo>
                <a:lnTo>
                  <a:pt x="757507" y="102890"/>
                </a:lnTo>
                <a:cubicBezTo>
                  <a:pt x="753660" y="108024"/>
                  <a:pt x="751736" y="111071"/>
                  <a:pt x="751736" y="112031"/>
                </a:cubicBezTo>
                <a:cubicBezTo>
                  <a:pt x="751736" y="113385"/>
                  <a:pt x="752373" y="114612"/>
                  <a:pt x="753646" y="115712"/>
                </a:cubicBezTo>
                <a:cubicBezTo>
                  <a:pt x="754918" y="116811"/>
                  <a:pt x="756828" y="117418"/>
                  <a:pt x="759374" y="117531"/>
                </a:cubicBezTo>
                <a:lnTo>
                  <a:pt x="759374" y="120671"/>
                </a:lnTo>
                <a:lnTo>
                  <a:pt x="734001" y="120671"/>
                </a:lnTo>
                <a:lnTo>
                  <a:pt x="734001" y="117531"/>
                </a:lnTo>
                <a:cubicBezTo>
                  <a:pt x="736037" y="117248"/>
                  <a:pt x="737819" y="116543"/>
                  <a:pt x="739347" y="115415"/>
                </a:cubicBezTo>
                <a:cubicBezTo>
                  <a:pt x="741496" y="113778"/>
                  <a:pt x="745117" y="109601"/>
                  <a:pt x="750209" y="102885"/>
                </a:cubicBezTo>
                <a:lnTo>
                  <a:pt x="766502" y="81296"/>
                </a:lnTo>
                <a:lnTo>
                  <a:pt x="751736" y="59911"/>
                </a:lnTo>
                <a:cubicBezTo>
                  <a:pt x="747550" y="53801"/>
                  <a:pt x="744311" y="49968"/>
                  <a:pt x="742020" y="48413"/>
                </a:cubicBezTo>
                <a:cubicBezTo>
                  <a:pt x="739729" y="46857"/>
                  <a:pt x="736857" y="46079"/>
                  <a:pt x="733407" y="46079"/>
                </a:cubicBezTo>
                <a:lnTo>
                  <a:pt x="733407" y="42939"/>
                </a:lnTo>
                <a:close/>
                <a:moveTo>
                  <a:pt x="824376" y="2885"/>
                </a:moveTo>
                <a:lnTo>
                  <a:pt x="861715" y="2885"/>
                </a:lnTo>
                <a:lnTo>
                  <a:pt x="861715" y="155124"/>
                </a:lnTo>
                <a:lnTo>
                  <a:pt x="824376" y="155124"/>
                </a:lnTo>
                <a:lnTo>
                  <a:pt x="824376" y="148420"/>
                </a:lnTo>
                <a:lnTo>
                  <a:pt x="848986" y="148420"/>
                </a:lnTo>
                <a:lnTo>
                  <a:pt x="848986" y="9589"/>
                </a:lnTo>
                <a:lnTo>
                  <a:pt x="824376" y="9589"/>
                </a:lnTo>
                <a:lnTo>
                  <a:pt x="824376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91AF1-0416-4A5E-82BC-7C7A481C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714" y="2549939"/>
            <a:ext cx="80212" cy="10"/>
          </a:xfrm>
          <a:custGeom xmlns:a="http://schemas.openxmlformats.org/drawingml/2006/main">
            <a:pathLst>
              <a:path w="80212" h="1" fill="none">
                <a:moveTo>
                  <a:pt x="0" y="0"/>
                </a:moveTo>
                <a:lnTo>
                  <a:pt x="80212" y="0"/>
                </a:lnTo>
                <a:lnTo>
                  <a:pt x="752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B8E7A-A9EB-49E9-84CF-2A9AE5CF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2503149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1718F9-A8F4-42A2-907A-F8F0604B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2503149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8D88C-BD8C-4CC5-BEEF-9524785E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2122141"/>
            <a:ext cx="1898353" cy="855596"/>
          </a:xfrm>
          <a:custGeom xmlns:a="http://schemas.openxmlformats.org/drawingml/2006/main">
            <a:pathLst>
              <a:path w="1898353" h="855596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C2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49085-F600-4BC5-9F11-035CED79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2122141"/>
            <a:ext cx="1898353" cy="855596"/>
          </a:xfrm>
          <a:custGeom xmlns:a="http://schemas.openxmlformats.org/drawingml/2006/main">
            <a:pathLst>
              <a:path w="1898353" h="855596" fill="none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02" name="Text Def">
            <a:extLst xmlns:a="http://schemas.openxmlformats.org/drawingml/2006/main">
              <a:ext uri="{FF2B5EF4-FFF2-40B4-BE49-F238E27FC236}">
                <a16:creationId xmlns:a16="http://schemas.microsoft.com/office/drawing/2014/main" id="{096EC4AF-7C8A-48A7-8A36-5C607C56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6" y="2171634"/>
            <a:ext cx="271124" cy="119992"/>
          </a:xfrm>
          <a:custGeom xmlns:a="http://schemas.openxmlformats.org/drawingml/2006/main">
            <a:pathLst>
              <a:path w="271124" h="119992">
                <a:moveTo>
                  <a:pt x="0" y="117616"/>
                </a:moveTo>
                <a:lnTo>
                  <a:pt x="0" y="114561"/>
                </a:lnTo>
                <a:lnTo>
                  <a:pt x="3819" y="114561"/>
                </a:lnTo>
                <a:cubicBezTo>
                  <a:pt x="7157" y="114561"/>
                  <a:pt x="9716" y="114035"/>
                  <a:pt x="11499" y="112983"/>
                </a:cubicBezTo>
                <a:cubicBezTo>
                  <a:pt x="13281" y="111931"/>
                  <a:pt x="14596" y="110495"/>
                  <a:pt x="15444" y="108676"/>
                </a:cubicBezTo>
                <a:cubicBezTo>
                  <a:pt x="15954" y="107481"/>
                  <a:pt x="16208" y="103898"/>
                  <a:pt x="16208" y="97928"/>
                </a:cubicBezTo>
                <a:lnTo>
                  <a:pt x="16208" y="22233"/>
                </a:lnTo>
                <a:cubicBezTo>
                  <a:pt x="16208" y="16320"/>
                  <a:pt x="15897" y="12624"/>
                  <a:pt x="15275" y="11146"/>
                </a:cubicBezTo>
                <a:cubicBezTo>
                  <a:pt x="14652" y="9666"/>
                  <a:pt x="13394" y="8372"/>
                  <a:pt x="11499" y="7263"/>
                </a:cubicBezTo>
                <a:cubicBezTo>
                  <a:pt x="9603" y="6155"/>
                  <a:pt x="7043" y="5601"/>
                  <a:pt x="3819" y="5601"/>
                </a:cubicBezTo>
                <a:lnTo>
                  <a:pt x="0" y="5601"/>
                </a:lnTo>
                <a:lnTo>
                  <a:pt x="0" y="2546"/>
                </a:lnTo>
                <a:lnTo>
                  <a:pt x="51510" y="2546"/>
                </a:lnTo>
                <a:cubicBezTo>
                  <a:pt x="65257" y="2546"/>
                  <a:pt x="76317" y="4413"/>
                  <a:pt x="84690" y="8147"/>
                </a:cubicBezTo>
                <a:cubicBezTo>
                  <a:pt x="94930" y="12729"/>
                  <a:pt x="102695" y="19659"/>
                  <a:pt x="107984" y="28937"/>
                </a:cubicBezTo>
                <a:cubicBezTo>
                  <a:pt x="113274" y="38215"/>
                  <a:pt x="115919" y="48710"/>
                  <a:pt x="115919" y="60420"/>
                </a:cubicBezTo>
                <a:cubicBezTo>
                  <a:pt x="115919" y="68510"/>
                  <a:pt x="114617" y="75964"/>
                  <a:pt x="112015" y="82781"/>
                </a:cubicBezTo>
                <a:cubicBezTo>
                  <a:pt x="109413" y="89598"/>
                  <a:pt x="106046" y="95227"/>
                  <a:pt x="101917" y="99668"/>
                </a:cubicBezTo>
                <a:cubicBezTo>
                  <a:pt x="97787" y="104109"/>
                  <a:pt x="93020" y="107673"/>
                  <a:pt x="87618" y="110360"/>
                </a:cubicBezTo>
                <a:cubicBezTo>
                  <a:pt x="82215" y="113047"/>
                  <a:pt x="75610" y="115126"/>
                  <a:pt x="67803" y="116597"/>
                </a:cubicBezTo>
                <a:cubicBezTo>
                  <a:pt x="64352" y="117276"/>
                  <a:pt x="58921" y="117616"/>
                  <a:pt x="51510" y="117616"/>
                </a:cubicBezTo>
                <a:lnTo>
                  <a:pt x="0" y="117616"/>
                </a:lnTo>
                <a:moveTo>
                  <a:pt x="43873" y="8995"/>
                </a:moveTo>
                <a:lnTo>
                  <a:pt x="43873" y="98703"/>
                </a:lnTo>
                <a:cubicBezTo>
                  <a:pt x="43873" y="103451"/>
                  <a:pt x="44099" y="106363"/>
                  <a:pt x="44551" y="107438"/>
                </a:cubicBezTo>
                <a:cubicBezTo>
                  <a:pt x="45004" y="108511"/>
                  <a:pt x="45768" y="109329"/>
                  <a:pt x="46843" y="109893"/>
                </a:cubicBezTo>
                <a:cubicBezTo>
                  <a:pt x="48370" y="110742"/>
                  <a:pt x="50576" y="111166"/>
                  <a:pt x="53462" y="111166"/>
                </a:cubicBezTo>
                <a:cubicBezTo>
                  <a:pt x="62909" y="111166"/>
                  <a:pt x="70122" y="107944"/>
                  <a:pt x="75101" y="101500"/>
                </a:cubicBezTo>
                <a:cubicBezTo>
                  <a:pt x="81890" y="92795"/>
                  <a:pt x="85284" y="79286"/>
                  <a:pt x="85284" y="60972"/>
                </a:cubicBezTo>
                <a:cubicBezTo>
                  <a:pt x="85284" y="46219"/>
                  <a:pt x="82965" y="34433"/>
                  <a:pt x="78326" y="25614"/>
                </a:cubicBezTo>
                <a:cubicBezTo>
                  <a:pt x="74648" y="18718"/>
                  <a:pt x="69924" y="14026"/>
                  <a:pt x="64154" y="11538"/>
                </a:cubicBezTo>
                <a:cubicBezTo>
                  <a:pt x="60081" y="9786"/>
                  <a:pt x="53320" y="8939"/>
                  <a:pt x="43873" y="8995"/>
                </a:cubicBezTo>
                <a:close/>
                <a:moveTo>
                  <a:pt x="196252" y="75016"/>
                </a:moveTo>
                <a:lnTo>
                  <a:pt x="152718" y="75016"/>
                </a:lnTo>
                <a:cubicBezTo>
                  <a:pt x="153228" y="85567"/>
                  <a:pt x="156028" y="93905"/>
                  <a:pt x="161120" y="100031"/>
                </a:cubicBezTo>
                <a:cubicBezTo>
                  <a:pt x="165023" y="104739"/>
                  <a:pt x="169719" y="107093"/>
                  <a:pt x="175206" y="107093"/>
                </a:cubicBezTo>
                <a:cubicBezTo>
                  <a:pt x="178601" y="107093"/>
                  <a:pt x="181684" y="106145"/>
                  <a:pt x="184456" y="104250"/>
                </a:cubicBezTo>
                <a:cubicBezTo>
                  <a:pt x="187228" y="102355"/>
                  <a:pt x="190198" y="98947"/>
                  <a:pt x="193366" y="94025"/>
                </a:cubicBezTo>
                <a:lnTo>
                  <a:pt x="196252" y="95892"/>
                </a:lnTo>
                <a:cubicBezTo>
                  <a:pt x="191952" y="104660"/>
                  <a:pt x="187200" y="110869"/>
                  <a:pt x="181995" y="114518"/>
                </a:cubicBezTo>
                <a:cubicBezTo>
                  <a:pt x="176790" y="118167"/>
                  <a:pt x="170765" y="119992"/>
                  <a:pt x="163920" y="119992"/>
                </a:cubicBezTo>
                <a:cubicBezTo>
                  <a:pt x="152153" y="119992"/>
                  <a:pt x="143242" y="115461"/>
                  <a:pt x="137189" y="106401"/>
                </a:cubicBezTo>
                <a:cubicBezTo>
                  <a:pt x="132324" y="99096"/>
                  <a:pt x="129891" y="90035"/>
                  <a:pt x="129891" y="79219"/>
                </a:cubicBezTo>
                <a:cubicBezTo>
                  <a:pt x="129891" y="65967"/>
                  <a:pt x="133469" y="55420"/>
                  <a:pt x="140626" y="47577"/>
                </a:cubicBezTo>
                <a:cubicBezTo>
                  <a:pt x="147782" y="39733"/>
                  <a:pt x="156169" y="35811"/>
                  <a:pt x="165787" y="35811"/>
                </a:cubicBezTo>
                <a:cubicBezTo>
                  <a:pt x="173820" y="35811"/>
                  <a:pt x="180793" y="39106"/>
                  <a:pt x="186705" y="45697"/>
                </a:cubicBezTo>
                <a:cubicBezTo>
                  <a:pt x="192617" y="52288"/>
                  <a:pt x="195799" y="62061"/>
                  <a:pt x="196252" y="75016"/>
                </a:cubicBezTo>
                <a:moveTo>
                  <a:pt x="175376" y="69415"/>
                </a:moveTo>
                <a:cubicBezTo>
                  <a:pt x="175376" y="60307"/>
                  <a:pt x="174881" y="54056"/>
                  <a:pt x="173891" y="50661"/>
                </a:cubicBezTo>
                <a:cubicBezTo>
                  <a:pt x="172901" y="47267"/>
                  <a:pt x="171359" y="44693"/>
                  <a:pt x="169266" y="42939"/>
                </a:cubicBezTo>
                <a:cubicBezTo>
                  <a:pt x="168078" y="41921"/>
                  <a:pt x="166494" y="41412"/>
                  <a:pt x="164514" y="41412"/>
                </a:cubicBezTo>
                <a:cubicBezTo>
                  <a:pt x="161572" y="41412"/>
                  <a:pt x="159168" y="42854"/>
                  <a:pt x="157301" y="45739"/>
                </a:cubicBezTo>
                <a:cubicBezTo>
                  <a:pt x="153963" y="50774"/>
                  <a:pt x="152294" y="57676"/>
                  <a:pt x="152294" y="66445"/>
                </a:cubicBezTo>
                <a:lnTo>
                  <a:pt x="152294" y="69415"/>
                </a:lnTo>
                <a:lnTo>
                  <a:pt x="175376" y="69415"/>
                </a:lnTo>
                <a:close/>
                <a:moveTo>
                  <a:pt x="240999" y="46503"/>
                </a:moveTo>
                <a:lnTo>
                  <a:pt x="240999" y="101662"/>
                </a:lnTo>
                <a:cubicBezTo>
                  <a:pt x="240999" y="106980"/>
                  <a:pt x="241565" y="110318"/>
                  <a:pt x="242696" y="111676"/>
                </a:cubicBezTo>
                <a:cubicBezTo>
                  <a:pt x="244507" y="113769"/>
                  <a:pt x="247845" y="114730"/>
                  <a:pt x="252710" y="114561"/>
                </a:cubicBezTo>
                <a:lnTo>
                  <a:pt x="252710" y="117616"/>
                </a:lnTo>
                <a:lnTo>
                  <a:pt x="205952" y="117616"/>
                </a:lnTo>
                <a:lnTo>
                  <a:pt x="205952" y="114561"/>
                </a:lnTo>
                <a:cubicBezTo>
                  <a:pt x="209516" y="114504"/>
                  <a:pt x="212048" y="114094"/>
                  <a:pt x="213547" y="113330"/>
                </a:cubicBezTo>
                <a:cubicBezTo>
                  <a:pt x="215046" y="112567"/>
                  <a:pt x="216079" y="111506"/>
                  <a:pt x="216644" y="110148"/>
                </a:cubicBezTo>
                <a:cubicBezTo>
                  <a:pt x="217210" y="108790"/>
                  <a:pt x="217493" y="105962"/>
                  <a:pt x="217493" y="101662"/>
                </a:cubicBezTo>
                <a:lnTo>
                  <a:pt x="217493" y="46503"/>
                </a:lnTo>
                <a:lnTo>
                  <a:pt x="205952" y="46503"/>
                </a:lnTo>
                <a:lnTo>
                  <a:pt x="205952" y="38187"/>
                </a:lnTo>
                <a:lnTo>
                  <a:pt x="217493" y="38187"/>
                </a:lnTo>
                <a:lnTo>
                  <a:pt x="217493" y="32358"/>
                </a:lnTo>
                <a:lnTo>
                  <a:pt x="217408" y="28386"/>
                </a:lnTo>
                <a:cubicBezTo>
                  <a:pt x="217408" y="20276"/>
                  <a:pt x="220392" y="13518"/>
                  <a:pt x="226361" y="8112"/>
                </a:cubicBezTo>
                <a:cubicBezTo>
                  <a:pt x="232329" y="2704"/>
                  <a:pt x="240405" y="0"/>
                  <a:pt x="250588" y="0"/>
                </a:cubicBezTo>
                <a:cubicBezTo>
                  <a:pt x="257547" y="0"/>
                  <a:pt x="262709" y="1306"/>
                  <a:pt x="266075" y="3919"/>
                </a:cubicBezTo>
                <a:cubicBezTo>
                  <a:pt x="269441" y="6531"/>
                  <a:pt x="271124" y="9427"/>
                  <a:pt x="271124" y="12607"/>
                </a:cubicBezTo>
                <a:cubicBezTo>
                  <a:pt x="271124" y="15163"/>
                  <a:pt x="270078" y="17379"/>
                  <a:pt x="267985" y="19253"/>
                </a:cubicBezTo>
                <a:cubicBezTo>
                  <a:pt x="265891" y="21127"/>
                  <a:pt x="263119" y="22064"/>
                  <a:pt x="259668" y="22064"/>
                </a:cubicBezTo>
                <a:cubicBezTo>
                  <a:pt x="256727" y="22064"/>
                  <a:pt x="254393" y="21300"/>
                  <a:pt x="252667" y="19772"/>
                </a:cubicBezTo>
                <a:cubicBezTo>
                  <a:pt x="250942" y="18245"/>
                  <a:pt x="250079" y="16548"/>
                  <a:pt x="250079" y="14681"/>
                </a:cubicBezTo>
                <a:cubicBezTo>
                  <a:pt x="250079" y="14172"/>
                  <a:pt x="250249" y="13125"/>
                  <a:pt x="250588" y="11541"/>
                </a:cubicBezTo>
                <a:cubicBezTo>
                  <a:pt x="250815" y="10579"/>
                  <a:pt x="250928" y="9674"/>
                  <a:pt x="250928" y="8825"/>
                </a:cubicBezTo>
                <a:cubicBezTo>
                  <a:pt x="250928" y="7637"/>
                  <a:pt x="250588" y="6760"/>
                  <a:pt x="249909" y="6195"/>
                </a:cubicBezTo>
                <a:cubicBezTo>
                  <a:pt x="249004" y="5346"/>
                  <a:pt x="247901" y="4922"/>
                  <a:pt x="246600" y="4922"/>
                </a:cubicBezTo>
                <a:cubicBezTo>
                  <a:pt x="244959" y="4922"/>
                  <a:pt x="243587" y="5595"/>
                  <a:pt x="242484" y="6943"/>
                </a:cubicBezTo>
                <a:cubicBezTo>
                  <a:pt x="241381" y="8290"/>
                  <a:pt x="240829" y="10451"/>
                  <a:pt x="240829" y="13426"/>
                </a:cubicBezTo>
                <a:lnTo>
                  <a:pt x="240999" y="28166"/>
                </a:lnTo>
                <a:lnTo>
                  <a:pt x="240999" y="38187"/>
                </a:lnTo>
                <a:lnTo>
                  <a:pt x="252710" y="38187"/>
                </a:lnTo>
                <a:lnTo>
                  <a:pt x="252710" y="46503"/>
                </a:lnTo>
                <a:lnTo>
                  <a:pt x="240999" y="465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inition,Clarif">
            <a:extLst xmlns:a="http://schemas.openxmlformats.org/drawingml/2006/main">
              <a:ext uri="{FF2B5EF4-FFF2-40B4-BE49-F238E27FC236}">
                <a16:creationId xmlns:a16="http://schemas.microsoft.com/office/drawing/2014/main" id="{58E504F3-3D00-45A1-9060-88672A69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494" y="2171634"/>
            <a:ext cx="1023244" cy="148165"/>
          </a:xfrm>
          <a:custGeom xmlns:a="http://schemas.openxmlformats.org/drawingml/2006/main">
            <a:pathLst>
              <a:path w="1023244" h="148165">
                <a:moveTo>
                  <a:pt x="21385" y="0"/>
                </a:moveTo>
                <a:cubicBezTo>
                  <a:pt x="25062" y="0"/>
                  <a:pt x="28173" y="1291"/>
                  <a:pt x="30719" y="3874"/>
                </a:cubicBezTo>
                <a:cubicBezTo>
                  <a:pt x="33265" y="6456"/>
                  <a:pt x="34538" y="9563"/>
                  <a:pt x="34538" y="13196"/>
                </a:cubicBezTo>
                <a:cubicBezTo>
                  <a:pt x="34538" y="16829"/>
                  <a:pt x="33251" y="19923"/>
                  <a:pt x="30677" y="22477"/>
                </a:cubicBezTo>
                <a:cubicBezTo>
                  <a:pt x="28103" y="25030"/>
                  <a:pt x="25005" y="26307"/>
                  <a:pt x="21385" y="26307"/>
                </a:cubicBezTo>
                <a:cubicBezTo>
                  <a:pt x="17764" y="26307"/>
                  <a:pt x="14681" y="25030"/>
                  <a:pt x="12135" y="22477"/>
                </a:cubicBezTo>
                <a:cubicBezTo>
                  <a:pt x="9589" y="19923"/>
                  <a:pt x="8316" y="16829"/>
                  <a:pt x="8316" y="13196"/>
                </a:cubicBezTo>
                <a:cubicBezTo>
                  <a:pt x="8316" y="9563"/>
                  <a:pt x="9589" y="6456"/>
                  <a:pt x="12135" y="3874"/>
                </a:cubicBezTo>
                <a:cubicBezTo>
                  <a:pt x="14681" y="1291"/>
                  <a:pt x="17764" y="0"/>
                  <a:pt x="21385" y="0"/>
                </a:cubicBezTo>
                <a:moveTo>
                  <a:pt x="33265" y="38187"/>
                </a:moveTo>
                <a:lnTo>
                  <a:pt x="33265" y="101153"/>
                </a:lnTo>
                <a:cubicBezTo>
                  <a:pt x="33265" y="106754"/>
                  <a:pt x="33916" y="110332"/>
                  <a:pt x="35217" y="111888"/>
                </a:cubicBezTo>
                <a:cubicBezTo>
                  <a:pt x="36518" y="113443"/>
                  <a:pt x="39064" y="114334"/>
                  <a:pt x="42854" y="114561"/>
                </a:cubicBezTo>
                <a:lnTo>
                  <a:pt x="42854" y="117616"/>
                </a:lnTo>
                <a:lnTo>
                  <a:pt x="0" y="117616"/>
                </a:lnTo>
                <a:lnTo>
                  <a:pt x="0" y="114561"/>
                </a:lnTo>
                <a:cubicBezTo>
                  <a:pt x="3508" y="114448"/>
                  <a:pt x="6110" y="113429"/>
                  <a:pt x="7807" y="111506"/>
                </a:cubicBezTo>
                <a:cubicBezTo>
                  <a:pt x="8939" y="110205"/>
                  <a:pt x="9504" y="106754"/>
                  <a:pt x="9504" y="101153"/>
                </a:cubicBezTo>
                <a:lnTo>
                  <a:pt x="9504" y="54819"/>
                </a:lnTo>
                <a:cubicBezTo>
                  <a:pt x="9504" y="49148"/>
                  <a:pt x="8854" y="45525"/>
                  <a:pt x="7553" y="43949"/>
                </a:cubicBezTo>
                <a:cubicBezTo>
                  <a:pt x="6251" y="42374"/>
                  <a:pt x="3734" y="41472"/>
                  <a:pt x="0" y="41242"/>
                </a:cubicBezTo>
                <a:lnTo>
                  <a:pt x="0" y="38187"/>
                </a:lnTo>
                <a:lnTo>
                  <a:pt x="33265" y="38187"/>
                </a:lnTo>
                <a:close/>
                <a:moveTo>
                  <a:pt x="83022" y="38187"/>
                </a:moveTo>
                <a:lnTo>
                  <a:pt x="83022" y="48540"/>
                </a:lnTo>
                <a:cubicBezTo>
                  <a:pt x="87095" y="44097"/>
                  <a:pt x="90999" y="40865"/>
                  <a:pt x="94733" y="38845"/>
                </a:cubicBezTo>
                <a:cubicBezTo>
                  <a:pt x="98467" y="36822"/>
                  <a:pt x="102483" y="35811"/>
                  <a:pt x="106783" y="35811"/>
                </a:cubicBezTo>
                <a:cubicBezTo>
                  <a:pt x="111931" y="35811"/>
                  <a:pt x="116202" y="37241"/>
                  <a:pt x="119597" y="40102"/>
                </a:cubicBezTo>
                <a:cubicBezTo>
                  <a:pt x="122991" y="42962"/>
                  <a:pt x="125254" y="46516"/>
                  <a:pt x="126385" y="50765"/>
                </a:cubicBezTo>
                <a:cubicBezTo>
                  <a:pt x="127291" y="53995"/>
                  <a:pt x="127743" y="60198"/>
                  <a:pt x="127743" y="69376"/>
                </a:cubicBezTo>
                <a:lnTo>
                  <a:pt x="127743" y="100304"/>
                </a:lnTo>
                <a:cubicBezTo>
                  <a:pt x="127743" y="106414"/>
                  <a:pt x="128295" y="110219"/>
                  <a:pt x="129398" y="111718"/>
                </a:cubicBezTo>
                <a:cubicBezTo>
                  <a:pt x="130501" y="113217"/>
                  <a:pt x="132806" y="114165"/>
                  <a:pt x="136314" y="114561"/>
                </a:cubicBezTo>
                <a:lnTo>
                  <a:pt x="136314" y="117616"/>
                </a:lnTo>
                <a:lnTo>
                  <a:pt x="96175" y="117616"/>
                </a:lnTo>
                <a:lnTo>
                  <a:pt x="96175" y="114561"/>
                </a:lnTo>
                <a:cubicBezTo>
                  <a:pt x="99174" y="114165"/>
                  <a:pt x="101323" y="112920"/>
                  <a:pt x="102625" y="110827"/>
                </a:cubicBezTo>
                <a:cubicBezTo>
                  <a:pt x="103530" y="109413"/>
                  <a:pt x="103982" y="105905"/>
                  <a:pt x="103982" y="100304"/>
                </a:cubicBezTo>
                <a:lnTo>
                  <a:pt x="103982" y="65003"/>
                </a:lnTo>
                <a:cubicBezTo>
                  <a:pt x="103982" y="58497"/>
                  <a:pt x="103728" y="54395"/>
                  <a:pt x="103219" y="52698"/>
                </a:cubicBezTo>
                <a:cubicBezTo>
                  <a:pt x="102710" y="51001"/>
                  <a:pt x="101847" y="49685"/>
                  <a:pt x="100630" y="48752"/>
                </a:cubicBezTo>
                <a:cubicBezTo>
                  <a:pt x="99414" y="47818"/>
                  <a:pt x="98071" y="47352"/>
                  <a:pt x="96600" y="47352"/>
                </a:cubicBezTo>
                <a:cubicBezTo>
                  <a:pt x="91734" y="47352"/>
                  <a:pt x="87208" y="50859"/>
                  <a:pt x="83022" y="57874"/>
                </a:cubicBezTo>
                <a:lnTo>
                  <a:pt x="83022" y="100304"/>
                </a:lnTo>
                <a:cubicBezTo>
                  <a:pt x="83022" y="106244"/>
                  <a:pt x="83574" y="110007"/>
                  <a:pt x="84677" y="111591"/>
                </a:cubicBezTo>
                <a:cubicBezTo>
                  <a:pt x="85780" y="113175"/>
                  <a:pt x="87831" y="114165"/>
                  <a:pt x="90829" y="114561"/>
                </a:cubicBezTo>
                <a:lnTo>
                  <a:pt x="90829" y="117616"/>
                </a:lnTo>
                <a:lnTo>
                  <a:pt x="50690" y="117616"/>
                </a:lnTo>
                <a:lnTo>
                  <a:pt x="50690" y="114561"/>
                </a:lnTo>
                <a:cubicBezTo>
                  <a:pt x="54028" y="114221"/>
                  <a:pt x="56404" y="113146"/>
                  <a:pt x="57819" y="111336"/>
                </a:cubicBezTo>
                <a:cubicBezTo>
                  <a:pt x="58780" y="110091"/>
                  <a:pt x="59261" y="106414"/>
                  <a:pt x="59261" y="100304"/>
                </a:cubicBezTo>
                <a:lnTo>
                  <a:pt x="59261" y="55498"/>
                </a:lnTo>
                <a:cubicBezTo>
                  <a:pt x="59261" y="49429"/>
                  <a:pt x="58710" y="45650"/>
                  <a:pt x="57607" y="44162"/>
                </a:cubicBezTo>
                <a:cubicBezTo>
                  <a:pt x="56503" y="42673"/>
                  <a:pt x="54198" y="41700"/>
                  <a:pt x="50690" y="41242"/>
                </a:cubicBezTo>
                <a:lnTo>
                  <a:pt x="50690" y="38187"/>
                </a:lnTo>
                <a:lnTo>
                  <a:pt x="83022" y="38187"/>
                </a:lnTo>
                <a:close/>
                <a:moveTo>
                  <a:pt x="166328" y="0"/>
                </a:moveTo>
                <a:cubicBezTo>
                  <a:pt x="170005" y="0"/>
                  <a:pt x="173117" y="1291"/>
                  <a:pt x="175663" y="3874"/>
                </a:cubicBezTo>
                <a:cubicBezTo>
                  <a:pt x="178208" y="6456"/>
                  <a:pt x="179481" y="9563"/>
                  <a:pt x="179481" y="13196"/>
                </a:cubicBezTo>
                <a:cubicBezTo>
                  <a:pt x="179481" y="16829"/>
                  <a:pt x="178194" y="19923"/>
                  <a:pt x="175620" y="22477"/>
                </a:cubicBezTo>
                <a:cubicBezTo>
                  <a:pt x="173046" y="25030"/>
                  <a:pt x="169949" y="26307"/>
                  <a:pt x="166328" y="26307"/>
                </a:cubicBezTo>
                <a:cubicBezTo>
                  <a:pt x="162707" y="26307"/>
                  <a:pt x="159624" y="25030"/>
                  <a:pt x="157078" y="22477"/>
                </a:cubicBezTo>
                <a:cubicBezTo>
                  <a:pt x="154532" y="19923"/>
                  <a:pt x="153260" y="16829"/>
                  <a:pt x="153260" y="13196"/>
                </a:cubicBezTo>
                <a:cubicBezTo>
                  <a:pt x="153260" y="9563"/>
                  <a:pt x="154532" y="6456"/>
                  <a:pt x="157078" y="3874"/>
                </a:cubicBezTo>
                <a:cubicBezTo>
                  <a:pt x="159624" y="1291"/>
                  <a:pt x="162707" y="0"/>
                  <a:pt x="166328" y="0"/>
                </a:cubicBezTo>
                <a:moveTo>
                  <a:pt x="178208" y="38187"/>
                </a:moveTo>
                <a:lnTo>
                  <a:pt x="178208" y="101153"/>
                </a:lnTo>
                <a:cubicBezTo>
                  <a:pt x="178208" y="106754"/>
                  <a:pt x="178859" y="110332"/>
                  <a:pt x="180160" y="111888"/>
                </a:cubicBezTo>
                <a:cubicBezTo>
                  <a:pt x="181461" y="113443"/>
                  <a:pt x="184007" y="114334"/>
                  <a:pt x="187797" y="114561"/>
                </a:cubicBezTo>
                <a:lnTo>
                  <a:pt x="187797" y="117616"/>
                </a:lnTo>
                <a:lnTo>
                  <a:pt x="144943" y="117616"/>
                </a:lnTo>
                <a:lnTo>
                  <a:pt x="144943" y="114561"/>
                </a:lnTo>
                <a:cubicBezTo>
                  <a:pt x="148451" y="114448"/>
                  <a:pt x="151053" y="113429"/>
                  <a:pt x="152750" y="111506"/>
                </a:cubicBezTo>
                <a:cubicBezTo>
                  <a:pt x="153882" y="110205"/>
                  <a:pt x="154448" y="106754"/>
                  <a:pt x="154448" y="101153"/>
                </a:cubicBezTo>
                <a:lnTo>
                  <a:pt x="154448" y="54819"/>
                </a:lnTo>
                <a:cubicBezTo>
                  <a:pt x="154448" y="49148"/>
                  <a:pt x="153797" y="45525"/>
                  <a:pt x="152496" y="43949"/>
                </a:cubicBezTo>
                <a:cubicBezTo>
                  <a:pt x="151195" y="42374"/>
                  <a:pt x="148677" y="41472"/>
                  <a:pt x="144943" y="41242"/>
                </a:cubicBezTo>
                <a:lnTo>
                  <a:pt x="144943" y="38187"/>
                </a:lnTo>
                <a:lnTo>
                  <a:pt x="178208" y="38187"/>
                </a:lnTo>
                <a:close/>
                <a:moveTo>
                  <a:pt x="227032" y="8995"/>
                </a:moveTo>
                <a:lnTo>
                  <a:pt x="227032" y="38187"/>
                </a:lnTo>
                <a:lnTo>
                  <a:pt x="245871" y="38187"/>
                </a:lnTo>
                <a:lnTo>
                  <a:pt x="245871" y="46503"/>
                </a:lnTo>
                <a:lnTo>
                  <a:pt x="227032" y="46503"/>
                </a:lnTo>
                <a:lnTo>
                  <a:pt x="227032" y="95600"/>
                </a:lnTo>
                <a:cubicBezTo>
                  <a:pt x="227032" y="100195"/>
                  <a:pt x="227244" y="103159"/>
                  <a:pt x="227668" y="104492"/>
                </a:cubicBezTo>
                <a:cubicBezTo>
                  <a:pt x="228093" y="105825"/>
                  <a:pt x="228842" y="106903"/>
                  <a:pt x="229917" y="107727"/>
                </a:cubicBezTo>
                <a:cubicBezTo>
                  <a:pt x="230992" y="108549"/>
                  <a:pt x="231982" y="108960"/>
                  <a:pt x="232887" y="108960"/>
                </a:cubicBezTo>
                <a:cubicBezTo>
                  <a:pt x="236564" y="108960"/>
                  <a:pt x="240044" y="106131"/>
                  <a:pt x="243325" y="100474"/>
                </a:cubicBezTo>
                <a:lnTo>
                  <a:pt x="245871" y="102359"/>
                </a:lnTo>
                <a:cubicBezTo>
                  <a:pt x="241288" y="113322"/>
                  <a:pt x="233849" y="118804"/>
                  <a:pt x="223553" y="118804"/>
                </a:cubicBezTo>
                <a:cubicBezTo>
                  <a:pt x="218518" y="118804"/>
                  <a:pt x="214260" y="117399"/>
                  <a:pt x="210781" y="114590"/>
                </a:cubicBezTo>
                <a:cubicBezTo>
                  <a:pt x="207302" y="111779"/>
                  <a:pt x="205081" y="108642"/>
                  <a:pt x="204120" y="105178"/>
                </a:cubicBezTo>
                <a:cubicBezTo>
                  <a:pt x="203554" y="103248"/>
                  <a:pt x="203271" y="98025"/>
                  <a:pt x="203271" y="89509"/>
                </a:cubicBezTo>
                <a:lnTo>
                  <a:pt x="203271" y="46503"/>
                </a:lnTo>
                <a:lnTo>
                  <a:pt x="192918" y="46503"/>
                </a:lnTo>
                <a:lnTo>
                  <a:pt x="192918" y="43525"/>
                </a:lnTo>
                <a:cubicBezTo>
                  <a:pt x="200046" y="38480"/>
                  <a:pt x="206114" y="33178"/>
                  <a:pt x="211121" y="27622"/>
                </a:cubicBezTo>
                <a:cubicBezTo>
                  <a:pt x="216127" y="22065"/>
                  <a:pt x="220498" y="15856"/>
                  <a:pt x="224232" y="8995"/>
                </a:cubicBezTo>
                <a:lnTo>
                  <a:pt x="227032" y="8995"/>
                </a:lnTo>
                <a:close/>
                <a:moveTo>
                  <a:pt x="272515" y="0"/>
                </a:moveTo>
                <a:cubicBezTo>
                  <a:pt x="276193" y="0"/>
                  <a:pt x="279304" y="1291"/>
                  <a:pt x="281850" y="3874"/>
                </a:cubicBezTo>
                <a:cubicBezTo>
                  <a:pt x="284396" y="6456"/>
                  <a:pt x="285669" y="9563"/>
                  <a:pt x="285669" y="13196"/>
                </a:cubicBezTo>
                <a:cubicBezTo>
                  <a:pt x="285669" y="16829"/>
                  <a:pt x="284382" y="19923"/>
                  <a:pt x="281808" y="22477"/>
                </a:cubicBezTo>
                <a:cubicBezTo>
                  <a:pt x="279233" y="25030"/>
                  <a:pt x="276136" y="26307"/>
                  <a:pt x="272515" y="26307"/>
                </a:cubicBezTo>
                <a:cubicBezTo>
                  <a:pt x="268895" y="26307"/>
                  <a:pt x="265811" y="25030"/>
                  <a:pt x="263266" y="22477"/>
                </a:cubicBezTo>
                <a:cubicBezTo>
                  <a:pt x="260720" y="19923"/>
                  <a:pt x="259447" y="16829"/>
                  <a:pt x="259447" y="13196"/>
                </a:cubicBezTo>
                <a:cubicBezTo>
                  <a:pt x="259447" y="9563"/>
                  <a:pt x="260720" y="6456"/>
                  <a:pt x="263266" y="3874"/>
                </a:cubicBezTo>
                <a:cubicBezTo>
                  <a:pt x="265811" y="1291"/>
                  <a:pt x="268895" y="0"/>
                  <a:pt x="272515" y="0"/>
                </a:cubicBezTo>
                <a:moveTo>
                  <a:pt x="284396" y="38187"/>
                </a:moveTo>
                <a:lnTo>
                  <a:pt x="284396" y="101153"/>
                </a:lnTo>
                <a:cubicBezTo>
                  <a:pt x="284396" y="106754"/>
                  <a:pt x="285046" y="110332"/>
                  <a:pt x="286348" y="111888"/>
                </a:cubicBezTo>
                <a:cubicBezTo>
                  <a:pt x="287649" y="113443"/>
                  <a:pt x="290195" y="114334"/>
                  <a:pt x="293985" y="114561"/>
                </a:cubicBezTo>
                <a:lnTo>
                  <a:pt x="293985" y="117616"/>
                </a:lnTo>
                <a:lnTo>
                  <a:pt x="251131" y="117616"/>
                </a:lnTo>
                <a:lnTo>
                  <a:pt x="251131" y="114561"/>
                </a:lnTo>
                <a:cubicBezTo>
                  <a:pt x="254638" y="114448"/>
                  <a:pt x="257241" y="113429"/>
                  <a:pt x="258938" y="111506"/>
                </a:cubicBezTo>
                <a:cubicBezTo>
                  <a:pt x="260069" y="110205"/>
                  <a:pt x="260635" y="106754"/>
                  <a:pt x="260635" y="101153"/>
                </a:cubicBezTo>
                <a:lnTo>
                  <a:pt x="260635" y="54819"/>
                </a:lnTo>
                <a:cubicBezTo>
                  <a:pt x="260635" y="49148"/>
                  <a:pt x="259984" y="45525"/>
                  <a:pt x="258683" y="43949"/>
                </a:cubicBezTo>
                <a:cubicBezTo>
                  <a:pt x="257382" y="42374"/>
                  <a:pt x="254865" y="41472"/>
                  <a:pt x="251131" y="41242"/>
                </a:cubicBezTo>
                <a:lnTo>
                  <a:pt x="251131" y="38187"/>
                </a:lnTo>
                <a:lnTo>
                  <a:pt x="284396" y="38187"/>
                </a:lnTo>
                <a:close/>
                <a:moveTo>
                  <a:pt x="339160" y="35811"/>
                </a:moveTo>
                <a:cubicBezTo>
                  <a:pt x="346061" y="35811"/>
                  <a:pt x="352483" y="37595"/>
                  <a:pt x="358423" y="41162"/>
                </a:cubicBezTo>
                <a:cubicBezTo>
                  <a:pt x="364363" y="44730"/>
                  <a:pt x="368875" y="49799"/>
                  <a:pt x="371958" y="56368"/>
                </a:cubicBezTo>
                <a:cubicBezTo>
                  <a:pt x="375041" y="62938"/>
                  <a:pt x="376583" y="70130"/>
                  <a:pt x="376583" y="77944"/>
                </a:cubicBezTo>
                <a:cubicBezTo>
                  <a:pt x="376583" y="89212"/>
                  <a:pt x="373726" y="98642"/>
                  <a:pt x="368012" y="106231"/>
                </a:cubicBezTo>
                <a:cubicBezTo>
                  <a:pt x="361110" y="115405"/>
                  <a:pt x="351577" y="119992"/>
                  <a:pt x="339414" y="119992"/>
                </a:cubicBezTo>
                <a:cubicBezTo>
                  <a:pt x="327477" y="119992"/>
                  <a:pt x="318284" y="115801"/>
                  <a:pt x="311835" y="107419"/>
                </a:cubicBezTo>
                <a:cubicBezTo>
                  <a:pt x="305385" y="99038"/>
                  <a:pt x="302161" y="89326"/>
                  <a:pt x="302161" y="78283"/>
                </a:cubicBezTo>
                <a:cubicBezTo>
                  <a:pt x="302161" y="66901"/>
                  <a:pt x="305456" y="56977"/>
                  <a:pt x="312047" y="48511"/>
                </a:cubicBezTo>
                <a:cubicBezTo>
                  <a:pt x="318638" y="40044"/>
                  <a:pt x="327675" y="35811"/>
                  <a:pt x="339160" y="35811"/>
                </a:cubicBezTo>
                <a:moveTo>
                  <a:pt x="339499" y="41751"/>
                </a:moveTo>
                <a:cubicBezTo>
                  <a:pt x="336614" y="41751"/>
                  <a:pt x="334139" y="42842"/>
                  <a:pt x="332074" y="45023"/>
                </a:cubicBezTo>
                <a:cubicBezTo>
                  <a:pt x="330009" y="47203"/>
                  <a:pt x="328651" y="51507"/>
                  <a:pt x="328000" y="57935"/>
                </a:cubicBezTo>
                <a:cubicBezTo>
                  <a:pt x="327350" y="64364"/>
                  <a:pt x="327025" y="73299"/>
                  <a:pt x="327025" y="84740"/>
                </a:cubicBezTo>
                <a:cubicBezTo>
                  <a:pt x="327025" y="90801"/>
                  <a:pt x="327421" y="96465"/>
                  <a:pt x="328213" y="101734"/>
                </a:cubicBezTo>
                <a:cubicBezTo>
                  <a:pt x="328835" y="105754"/>
                  <a:pt x="330164" y="108812"/>
                  <a:pt x="332201" y="110909"/>
                </a:cubicBezTo>
                <a:cubicBezTo>
                  <a:pt x="334238" y="113004"/>
                  <a:pt x="336557" y="114052"/>
                  <a:pt x="339160" y="114052"/>
                </a:cubicBezTo>
                <a:cubicBezTo>
                  <a:pt x="341705" y="114052"/>
                  <a:pt x="343827" y="113344"/>
                  <a:pt x="345524" y="111927"/>
                </a:cubicBezTo>
                <a:cubicBezTo>
                  <a:pt x="347730" y="110002"/>
                  <a:pt x="349201" y="107311"/>
                  <a:pt x="349937" y="103855"/>
                </a:cubicBezTo>
                <a:cubicBezTo>
                  <a:pt x="351068" y="98475"/>
                  <a:pt x="351634" y="87601"/>
                  <a:pt x="351634" y="71232"/>
                </a:cubicBezTo>
                <a:cubicBezTo>
                  <a:pt x="351634" y="61604"/>
                  <a:pt x="351097" y="54992"/>
                  <a:pt x="350022" y="51396"/>
                </a:cubicBezTo>
                <a:cubicBezTo>
                  <a:pt x="348947" y="47798"/>
                  <a:pt x="347363" y="45178"/>
                  <a:pt x="345269" y="43536"/>
                </a:cubicBezTo>
                <a:cubicBezTo>
                  <a:pt x="343799" y="42346"/>
                  <a:pt x="341875" y="41751"/>
                  <a:pt x="339499" y="41751"/>
                </a:cubicBezTo>
                <a:close/>
                <a:moveTo>
                  <a:pt x="421049" y="38187"/>
                </a:moveTo>
                <a:lnTo>
                  <a:pt x="421049" y="48540"/>
                </a:lnTo>
                <a:cubicBezTo>
                  <a:pt x="425123" y="44097"/>
                  <a:pt x="429026" y="40865"/>
                  <a:pt x="432760" y="38845"/>
                </a:cubicBezTo>
                <a:cubicBezTo>
                  <a:pt x="436494" y="36822"/>
                  <a:pt x="440510" y="35811"/>
                  <a:pt x="444810" y="35811"/>
                </a:cubicBezTo>
                <a:cubicBezTo>
                  <a:pt x="449958" y="35811"/>
                  <a:pt x="454229" y="37241"/>
                  <a:pt x="457624" y="40102"/>
                </a:cubicBezTo>
                <a:cubicBezTo>
                  <a:pt x="461018" y="42962"/>
                  <a:pt x="463281" y="46516"/>
                  <a:pt x="464413" y="50765"/>
                </a:cubicBezTo>
                <a:cubicBezTo>
                  <a:pt x="465318" y="53995"/>
                  <a:pt x="465770" y="60198"/>
                  <a:pt x="465770" y="69376"/>
                </a:cubicBezTo>
                <a:lnTo>
                  <a:pt x="465770" y="100304"/>
                </a:lnTo>
                <a:cubicBezTo>
                  <a:pt x="465770" y="106414"/>
                  <a:pt x="466322" y="110219"/>
                  <a:pt x="467425" y="111718"/>
                </a:cubicBezTo>
                <a:cubicBezTo>
                  <a:pt x="468528" y="113217"/>
                  <a:pt x="470834" y="114165"/>
                  <a:pt x="474341" y="114561"/>
                </a:cubicBezTo>
                <a:lnTo>
                  <a:pt x="474341" y="117616"/>
                </a:lnTo>
                <a:lnTo>
                  <a:pt x="434203" y="117616"/>
                </a:lnTo>
                <a:lnTo>
                  <a:pt x="434203" y="114561"/>
                </a:lnTo>
                <a:cubicBezTo>
                  <a:pt x="437201" y="114165"/>
                  <a:pt x="439351" y="112920"/>
                  <a:pt x="440652" y="110827"/>
                </a:cubicBezTo>
                <a:cubicBezTo>
                  <a:pt x="441557" y="109413"/>
                  <a:pt x="442010" y="105905"/>
                  <a:pt x="442010" y="100304"/>
                </a:cubicBezTo>
                <a:lnTo>
                  <a:pt x="442010" y="65003"/>
                </a:lnTo>
                <a:cubicBezTo>
                  <a:pt x="442010" y="58497"/>
                  <a:pt x="441755" y="54395"/>
                  <a:pt x="441246" y="52698"/>
                </a:cubicBezTo>
                <a:cubicBezTo>
                  <a:pt x="440737" y="51001"/>
                  <a:pt x="439874" y="49685"/>
                  <a:pt x="438658" y="48752"/>
                </a:cubicBezTo>
                <a:cubicBezTo>
                  <a:pt x="437441" y="47818"/>
                  <a:pt x="436098" y="47352"/>
                  <a:pt x="434627" y="47352"/>
                </a:cubicBezTo>
                <a:cubicBezTo>
                  <a:pt x="429762" y="47352"/>
                  <a:pt x="425236" y="50859"/>
                  <a:pt x="421049" y="57874"/>
                </a:cubicBezTo>
                <a:lnTo>
                  <a:pt x="421049" y="100304"/>
                </a:lnTo>
                <a:cubicBezTo>
                  <a:pt x="421049" y="106244"/>
                  <a:pt x="421601" y="110007"/>
                  <a:pt x="422704" y="111591"/>
                </a:cubicBezTo>
                <a:cubicBezTo>
                  <a:pt x="423807" y="113175"/>
                  <a:pt x="425858" y="114165"/>
                  <a:pt x="428856" y="114561"/>
                </a:cubicBezTo>
                <a:lnTo>
                  <a:pt x="428856" y="117616"/>
                </a:lnTo>
                <a:lnTo>
                  <a:pt x="388718" y="117616"/>
                </a:lnTo>
                <a:lnTo>
                  <a:pt x="388718" y="114561"/>
                </a:lnTo>
                <a:cubicBezTo>
                  <a:pt x="392055" y="114221"/>
                  <a:pt x="394432" y="113146"/>
                  <a:pt x="395846" y="111336"/>
                </a:cubicBezTo>
                <a:cubicBezTo>
                  <a:pt x="396808" y="110091"/>
                  <a:pt x="397288" y="106414"/>
                  <a:pt x="397288" y="100304"/>
                </a:cubicBezTo>
                <a:lnTo>
                  <a:pt x="397288" y="55498"/>
                </a:lnTo>
                <a:cubicBezTo>
                  <a:pt x="397288" y="49429"/>
                  <a:pt x="396737" y="45650"/>
                  <a:pt x="395634" y="44162"/>
                </a:cubicBezTo>
                <a:cubicBezTo>
                  <a:pt x="394531" y="42673"/>
                  <a:pt x="392225" y="41700"/>
                  <a:pt x="388718" y="41242"/>
                </a:cubicBezTo>
                <a:lnTo>
                  <a:pt x="388718" y="38187"/>
                </a:lnTo>
                <a:lnTo>
                  <a:pt x="421049" y="38187"/>
                </a:lnTo>
                <a:close/>
                <a:moveTo>
                  <a:pt x="488062" y="148165"/>
                </a:moveTo>
                <a:lnTo>
                  <a:pt x="488062" y="144431"/>
                </a:lnTo>
                <a:cubicBezTo>
                  <a:pt x="494625" y="141603"/>
                  <a:pt x="499391" y="137940"/>
                  <a:pt x="502361" y="133442"/>
                </a:cubicBezTo>
                <a:cubicBezTo>
                  <a:pt x="505331" y="128944"/>
                  <a:pt x="506816" y="124348"/>
                  <a:pt x="506816" y="119652"/>
                </a:cubicBezTo>
                <a:cubicBezTo>
                  <a:pt x="506816" y="118691"/>
                  <a:pt x="506618" y="117955"/>
                  <a:pt x="506222" y="117446"/>
                </a:cubicBezTo>
                <a:cubicBezTo>
                  <a:pt x="505826" y="116993"/>
                  <a:pt x="505430" y="116767"/>
                  <a:pt x="505034" y="116767"/>
                </a:cubicBezTo>
                <a:cubicBezTo>
                  <a:pt x="504695" y="116767"/>
                  <a:pt x="504185" y="116965"/>
                  <a:pt x="503506" y="117361"/>
                </a:cubicBezTo>
                <a:cubicBezTo>
                  <a:pt x="501866" y="118323"/>
                  <a:pt x="499829" y="118804"/>
                  <a:pt x="497397" y="118804"/>
                </a:cubicBezTo>
                <a:cubicBezTo>
                  <a:pt x="494059" y="118804"/>
                  <a:pt x="491159" y="117503"/>
                  <a:pt x="488698" y="114900"/>
                </a:cubicBezTo>
                <a:cubicBezTo>
                  <a:pt x="486238" y="112298"/>
                  <a:pt x="485007" y="109243"/>
                  <a:pt x="485007" y="105735"/>
                </a:cubicBezTo>
                <a:cubicBezTo>
                  <a:pt x="485007" y="102001"/>
                  <a:pt x="486421" y="98720"/>
                  <a:pt x="489250" y="95892"/>
                </a:cubicBezTo>
                <a:cubicBezTo>
                  <a:pt x="492079" y="93063"/>
                  <a:pt x="495501" y="91649"/>
                  <a:pt x="499518" y="91649"/>
                </a:cubicBezTo>
                <a:cubicBezTo>
                  <a:pt x="504383" y="91649"/>
                  <a:pt x="508542" y="93530"/>
                  <a:pt x="511992" y="97292"/>
                </a:cubicBezTo>
                <a:cubicBezTo>
                  <a:pt x="515443" y="101054"/>
                  <a:pt x="517169" y="106216"/>
                  <a:pt x="517169" y="112779"/>
                </a:cubicBezTo>
                <a:cubicBezTo>
                  <a:pt x="517169" y="120869"/>
                  <a:pt x="514722" y="128053"/>
                  <a:pt x="509829" y="134333"/>
                </a:cubicBezTo>
                <a:cubicBezTo>
                  <a:pt x="504935" y="140613"/>
                  <a:pt x="497679" y="145223"/>
                  <a:pt x="488062" y="148165"/>
                </a:cubicBezTo>
                <a:close/>
                <a:moveTo>
                  <a:pt x="682306" y="0"/>
                </a:moveTo>
                <a:lnTo>
                  <a:pt x="682306" y="39884"/>
                </a:lnTo>
                <a:lnTo>
                  <a:pt x="678997" y="39884"/>
                </a:lnTo>
                <a:cubicBezTo>
                  <a:pt x="676507" y="29420"/>
                  <a:pt x="671868" y="21401"/>
                  <a:pt x="665080" y="15829"/>
                </a:cubicBezTo>
                <a:cubicBezTo>
                  <a:pt x="658291" y="10255"/>
                  <a:pt x="650597" y="7468"/>
                  <a:pt x="641998" y="7468"/>
                </a:cubicBezTo>
                <a:cubicBezTo>
                  <a:pt x="634813" y="7468"/>
                  <a:pt x="628222" y="9533"/>
                  <a:pt x="622225" y="13662"/>
                </a:cubicBezTo>
                <a:cubicBezTo>
                  <a:pt x="616229" y="17792"/>
                  <a:pt x="611844" y="23195"/>
                  <a:pt x="609072" y="29871"/>
                </a:cubicBezTo>
                <a:cubicBezTo>
                  <a:pt x="605508" y="38413"/>
                  <a:pt x="603726" y="47918"/>
                  <a:pt x="603726" y="58384"/>
                </a:cubicBezTo>
                <a:cubicBezTo>
                  <a:pt x="603726" y="68680"/>
                  <a:pt x="605027" y="78057"/>
                  <a:pt x="607629" y="86515"/>
                </a:cubicBezTo>
                <a:cubicBezTo>
                  <a:pt x="610232" y="94972"/>
                  <a:pt x="614305" y="101365"/>
                  <a:pt x="619849" y="105693"/>
                </a:cubicBezTo>
                <a:cubicBezTo>
                  <a:pt x="625393" y="110021"/>
                  <a:pt x="632578" y="112185"/>
                  <a:pt x="641404" y="112185"/>
                </a:cubicBezTo>
                <a:cubicBezTo>
                  <a:pt x="648645" y="112185"/>
                  <a:pt x="655278" y="110601"/>
                  <a:pt x="661303" y="107433"/>
                </a:cubicBezTo>
                <a:cubicBezTo>
                  <a:pt x="667328" y="104264"/>
                  <a:pt x="673679" y="98805"/>
                  <a:pt x="680354" y="91055"/>
                </a:cubicBezTo>
                <a:lnTo>
                  <a:pt x="680354" y="100983"/>
                </a:lnTo>
                <a:cubicBezTo>
                  <a:pt x="673905" y="107715"/>
                  <a:pt x="667187" y="112595"/>
                  <a:pt x="660200" y="115621"/>
                </a:cubicBezTo>
                <a:cubicBezTo>
                  <a:pt x="653213" y="118648"/>
                  <a:pt x="645053" y="120161"/>
                  <a:pt x="635718" y="120161"/>
                </a:cubicBezTo>
                <a:cubicBezTo>
                  <a:pt x="623442" y="120161"/>
                  <a:pt x="612537" y="117704"/>
                  <a:pt x="603005" y="112789"/>
                </a:cubicBezTo>
                <a:cubicBezTo>
                  <a:pt x="593472" y="107874"/>
                  <a:pt x="586118" y="100813"/>
                  <a:pt x="580941" y="91606"/>
                </a:cubicBezTo>
                <a:cubicBezTo>
                  <a:pt x="575765" y="82397"/>
                  <a:pt x="573176" y="72595"/>
                  <a:pt x="573176" y="62200"/>
                </a:cubicBezTo>
                <a:cubicBezTo>
                  <a:pt x="573176" y="51240"/>
                  <a:pt x="576048" y="40846"/>
                  <a:pt x="581790" y="31016"/>
                </a:cubicBezTo>
                <a:cubicBezTo>
                  <a:pt x="587532" y="21185"/>
                  <a:pt x="595282" y="13558"/>
                  <a:pt x="605041" y="8136"/>
                </a:cubicBezTo>
                <a:cubicBezTo>
                  <a:pt x="614800" y="2712"/>
                  <a:pt x="625167" y="0"/>
                  <a:pt x="636142" y="0"/>
                </a:cubicBezTo>
                <a:cubicBezTo>
                  <a:pt x="644232" y="0"/>
                  <a:pt x="652775" y="1754"/>
                  <a:pt x="661770" y="5261"/>
                </a:cubicBezTo>
                <a:cubicBezTo>
                  <a:pt x="666975" y="7298"/>
                  <a:pt x="670284" y="8316"/>
                  <a:pt x="671699" y="8316"/>
                </a:cubicBezTo>
                <a:cubicBezTo>
                  <a:pt x="673509" y="8316"/>
                  <a:pt x="675079" y="7652"/>
                  <a:pt x="676408" y="6322"/>
                </a:cubicBezTo>
                <a:cubicBezTo>
                  <a:pt x="677738" y="4993"/>
                  <a:pt x="678601" y="2885"/>
                  <a:pt x="678997" y="0"/>
                </a:cubicBezTo>
                <a:lnTo>
                  <a:pt x="682306" y="0"/>
                </a:lnTo>
                <a:close/>
                <a:moveTo>
                  <a:pt x="728695" y="2546"/>
                </a:moveTo>
                <a:lnTo>
                  <a:pt x="728695" y="101153"/>
                </a:lnTo>
                <a:cubicBezTo>
                  <a:pt x="728695" y="106754"/>
                  <a:pt x="729346" y="110332"/>
                  <a:pt x="730647" y="111888"/>
                </a:cubicBezTo>
                <a:cubicBezTo>
                  <a:pt x="731948" y="113443"/>
                  <a:pt x="734494" y="114334"/>
                  <a:pt x="738284" y="114561"/>
                </a:cubicBezTo>
                <a:lnTo>
                  <a:pt x="738284" y="117616"/>
                </a:lnTo>
                <a:lnTo>
                  <a:pt x="695430" y="117616"/>
                </a:lnTo>
                <a:lnTo>
                  <a:pt x="695430" y="114561"/>
                </a:lnTo>
                <a:cubicBezTo>
                  <a:pt x="698938" y="114448"/>
                  <a:pt x="701540" y="113429"/>
                  <a:pt x="703237" y="111506"/>
                </a:cubicBezTo>
                <a:cubicBezTo>
                  <a:pt x="704369" y="110205"/>
                  <a:pt x="704934" y="106754"/>
                  <a:pt x="704934" y="101153"/>
                </a:cubicBezTo>
                <a:lnTo>
                  <a:pt x="704934" y="19009"/>
                </a:lnTo>
                <a:cubicBezTo>
                  <a:pt x="704934" y="13429"/>
                  <a:pt x="704284" y="9857"/>
                  <a:pt x="702983" y="8292"/>
                </a:cubicBezTo>
                <a:cubicBezTo>
                  <a:pt x="701682" y="6726"/>
                  <a:pt x="699164" y="5829"/>
                  <a:pt x="695430" y="5601"/>
                </a:cubicBezTo>
                <a:lnTo>
                  <a:pt x="695430" y="2546"/>
                </a:lnTo>
                <a:lnTo>
                  <a:pt x="728695" y="2546"/>
                </a:lnTo>
                <a:close/>
                <a:moveTo>
                  <a:pt x="789739" y="105905"/>
                </a:moveTo>
                <a:cubicBezTo>
                  <a:pt x="780065" y="114504"/>
                  <a:pt x="771381" y="118804"/>
                  <a:pt x="763687" y="118804"/>
                </a:cubicBezTo>
                <a:cubicBezTo>
                  <a:pt x="759161" y="118804"/>
                  <a:pt x="755399" y="117314"/>
                  <a:pt x="752400" y="114335"/>
                </a:cubicBezTo>
                <a:cubicBezTo>
                  <a:pt x="749402" y="111355"/>
                  <a:pt x="747903" y="107623"/>
                  <a:pt x="747903" y="103139"/>
                </a:cubicBezTo>
                <a:cubicBezTo>
                  <a:pt x="747903" y="97065"/>
                  <a:pt x="750505" y="91601"/>
                  <a:pt x="755710" y="86748"/>
                </a:cubicBezTo>
                <a:cubicBezTo>
                  <a:pt x="760915" y="81895"/>
                  <a:pt x="772258" y="75439"/>
                  <a:pt x="789739" y="67379"/>
                </a:cubicBezTo>
                <a:lnTo>
                  <a:pt x="789739" y="59402"/>
                </a:lnTo>
                <a:cubicBezTo>
                  <a:pt x="789739" y="53405"/>
                  <a:pt x="789413" y="49629"/>
                  <a:pt x="788763" y="48073"/>
                </a:cubicBezTo>
                <a:cubicBezTo>
                  <a:pt x="788112" y="46517"/>
                  <a:pt x="786882" y="45160"/>
                  <a:pt x="785071" y="44000"/>
                </a:cubicBezTo>
                <a:cubicBezTo>
                  <a:pt x="783261" y="42840"/>
                  <a:pt x="781224" y="42260"/>
                  <a:pt x="778961" y="42260"/>
                </a:cubicBezTo>
                <a:cubicBezTo>
                  <a:pt x="775284" y="42260"/>
                  <a:pt x="772258" y="43080"/>
                  <a:pt x="769881" y="44721"/>
                </a:cubicBezTo>
                <a:cubicBezTo>
                  <a:pt x="768411" y="45739"/>
                  <a:pt x="767675" y="46927"/>
                  <a:pt x="767675" y="48285"/>
                </a:cubicBezTo>
                <a:cubicBezTo>
                  <a:pt x="767675" y="49473"/>
                  <a:pt x="768467" y="50944"/>
                  <a:pt x="770051" y="52698"/>
                </a:cubicBezTo>
                <a:cubicBezTo>
                  <a:pt x="772201" y="55131"/>
                  <a:pt x="773276" y="57478"/>
                  <a:pt x="773276" y="59741"/>
                </a:cubicBezTo>
                <a:cubicBezTo>
                  <a:pt x="773276" y="62513"/>
                  <a:pt x="772243" y="64875"/>
                  <a:pt x="770178" y="66827"/>
                </a:cubicBezTo>
                <a:cubicBezTo>
                  <a:pt x="768114" y="68779"/>
                  <a:pt x="765412" y="69755"/>
                  <a:pt x="762074" y="69755"/>
                </a:cubicBezTo>
                <a:cubicBezTo>
                  <a:pt x="758510" y="69755"/>
                  <a:pt x="755526" y="68680"/>
                  <a:pt x="753122" y="66530"/>
                </a:cubicBezTo>
                <a:cubicBezTo>
                  <a:pt x="750717" y="64380"/>
                  <a:pt x="749515" y="61863"/>
                  <a:pt x="749515" y="58978"/>
                </a:cubicBezTo>
                <a:cubicBezTo>
                  <a:pt x="749515" y="54904"/>
                  <a:pt x="751127" y="51015"/>
                  <a:pt x="754352" y="47309"/>
                </a:cubicBezTo>
                <a:cubicBezTo>
                  <a:pt x="757577" y="43604"/>
                  <a:pt x="762074" y="40761"/>
                  <a:pt x="767845" y="38781"/>
                </a:cubicBezTo>
                <a:cubicBezTo>
                  <a:pt x="773615" y="36801"/>
                  <a:pt x="779612" y="35811"/>
                  <a:pt x="785835" y="35811"/>
                </a:cubicBezTo>
                <a:cubicBezTo>
                  <a:pt x="793359" y="35811"/>
                  <a:pt x="799314" y="37413"/>
                  <a:pt x="803698" y="40619"/>
                </a:cubicBezTo>
                <a:cubicBezTo>
                  <a:pt x="808082" y="43822"/>
                  <a:pt x="810925" y="47295"/>
                  <a:pt x="812226" y="51038"/>
                </a:cubicBezTo>
                <a:cubicBezTo>
                  <a:pt x="813018" y="53419"/>
                  <a:pt x="813415" y="58891"/>
                  <a:pt x="813415" y="67453"/>
                </a:cubicBezTo>
                <a:lnTo>
                  <a:pt x="813415" y="98329"/>
                </a:lnTo>
                <a:cubicBezTo>
                  <a:pt x="813415" y="101958"/>
                  <a:pt x="813556" y="104241"/>
                  <a:pt x="813839" y="105178"/>
                </a:cubicBezTo>
                <a:cubicBezTo>
                  <a:pt x="814122" y="106114"/>
                  <a:pt x="814546" y="106808"/>
                  <a:pt x="815112" y="107263"/>
                </a:cubicBezTo>
                <a:cubicBezTo>
                  <a:pt x="815677" y="107715"/>
                  <a:pt x="816328" y="107942"/>
                  <a:pt x="817063" y="107942"/>
                </a:cubicBezTo>
                <a:cubicBezTo>
                  <a:pt x="818534" y="107942"/>
                  <a:pt x="820034" y="106895"/>
                  <a:pt x="821561" y="104802"/>
                </a:cubicBezTo>
                <a:lnTo>
                  <a:pt x="824107" y="106838"/>
                </a:lnTo>
                <a:cubicBezTo>
                  <a:pt x="821278" y="111025"/>
                  <a:pt x="818351" y="114066"/>
                  <a:pt x="815324" y="115961"/>
                </a:cubicBezTo>
                <a:cubicBezTo>
                  <a:pt x="812297" y="117856"/>
                  <a:pt x="808860" y="118804"/>
                  <a:pt x="805013" y="118804"/>
                </a:cubicBezTo>
                <a:cubicBezTo>
                  <a:pt x="800488" y="118804"/>
                  <a:pt x="796952" y="117736"/>
                  <a:pt x="794406" y="115600"/>
                </a:cubicBezTo>
                <a:cubicBezTo>
                  <a:pt x="791860" y="113465"/>
                  <a:pt x="790304" y="110233"/>
                  <a:pt x="789739" y="105905"/>
                </a:cubicBezTo>
                <a:moveTo>
                  <a:pt x="789739" y="99625"/>
                </a:moveTo>
                <a:lnTo>
                  <a:pt x="789739" y="73080"/>
                </a:lnTo>
                <a:cubicBezTo>
                  <a:pt x="782893" y="77116"/>
                  <a:pt x="777802" y="81437"/>
                  <a:pt x="774464" y="86043"/>
                </a:cubicBezTo>
                <a:cubicBezTo>
                  <a:pt x="772258" y="89112"/>
                  <a:pt x="771154" y="92210"/>
                  <a:pt x="771154" y="95337"/>
                </a:cubicBezTo>
                <a:cubicBezTo>
                  <a:pt x="771154" y="97952"/>
                  <a:pt x="772088" y="100255"/>
                  <a:pt x="773955" y="102245"/>
                </a:cubicBezTo>
                <a:cubicBezTo>
                  <a:pt x="775369" y="103780"/>
                  <a:pt x="777349" y="104547"/>
                  <a:pt x="779895" y="104547"/>
                </a:cubicBezTo>
                <a:cubicBezTo>
                  <a:pt x="782724" y="104547"/>
                  <a:pt x="786005" y="102907"/>
                  <a:pt x="789739" y="99625"/>
                </a:cubicBezTo>
                <a:close/>
                <a:moveTo>
                  <a:pt x="865773" y="38187"/>
                </a:moveTo>
                <a:lnTo>
                  <a:pt x="865773" y="56177"/>
                </a:lnTo>
                <a:cubicBezTo>
                  <a:pt x="871034" y="47974"/>
                  <a:pt x="875645" y="42529"/>
                  <a:pt x="879605" y="39842"/>
                </a:cubicBezTo>
                <a:cubicBezTo>
                  <a:pt x="883565" y="37154"/>
                  <a:pt x="887384" y="35811"/>
                  <a:pt x="891061" y="35811"/>
                </a:cubicBezTo>
                <a:cubicBezTo>
                  <a:pt x="894229" y="35811"/>
                  <a:pt x="896761" y="36790"/>
                  <a:pt x="898656" y="38749"/>
                </a:cubicBezTo>
                <a:cubicBezTo>
                  <a:pt x="900551" y="40708"/>
                  <a:pt x="901499" y="43476"/>
                  <a:pt x="901499" y="47052"/>
                </a:cubicBezTo>
                <a:cubicBezTo>
                  <a:pt x="901499" y="50857"/>
                  <a:pt x="900580" y="53810"/>
                  <a:pt x="898741" y="55912"/>
                </a:cubicBezTo>
                <a:cubicBezTo>
                  <a:pt x="896902" y="58012"/>
                  <a:pt x="894682" y="59062"/>
                  <a:pt x="892080" y="59062"/>
                </a:cubicBezTo>
                <a:cubicBezTo>
                  <a:pt x="889081" y="59062"/>
                  <a:pt x="886479" y="58101"/>
                  <a:pt x="884272" y="56177"/>
                </a:cubicBezTo>
                <a:cubicBezTo>
                  <a:pt x="882066" y="54254"/>
                  <a:pt x="880765" y="53179"/>
                  <a:pt x="880369" y="52953"/>
                </a:cubicBezTo>
                <a:cubicBezTo>
                  <a:pt x="879803" y="52613"/>
                  <a:pt x="879153" y="52443"/>
                  <a:pt x="878417" y="52443"/>
                </a:cubicBezTo>
                <a:cubicBezTo>
                  <a:pt x="876777" y="52443"/>
                  <a:pt x="875221" y="53066"/>
                  <a:pt x="873750" y="54310"/>
                </a:cubicBezTo>
                <a:cubicBezTo>
                  <a:pt x="871430" y="56234"/>
                  <a:pt x="869677" y="58978"/>
                  <a:pt x="868489" y="62542"/>
                </a:cubicBezTo>
                <a:cubicBezTo>
                  <a:pt x="866678" y="68029"/>
                  <a:pt x="865773" y="74083"/>
                  <a:pt x="865773" y="80702"/>
                </a:cubicBezTo>
                <a:lnTo>
                  <a:pt x="865773" y="98947"/>
                </a:lnTo>
                <a:lnTo>
                  <a:pt x="865858" y="103699"/>
                </a:lnTo>
                <a:cubicBezTo>
                  <a:pt x="865858" y="106923"/>
                  <a:pt x="866056" y="108988"/>
                  <a:pt x="866452" y="109893"/>
                </a:cubicBezTo>
                <a:cubicBezTo>
                  <a:pt x="867131" y="111421"/>
                  <a:pt x="868135" y="112538"/>
                  <a:pt x="869464" y="113245"/>
                </a:cubicBezTo>
                <a:cubicBezTo>
                  <a:pt x="870794" y="113953"/>
                  <a:pt x="873043" y="114391"/>
                  <a:pt x="876211" y="114561"/>
                </a:cubicBezTo>
                <a:lnTo>
                  <a:pt x="876211" y="117616"/>
                </a:lnTo>
                <a:lnTo>
                  <a:pt x="833357" y="117616"/>
                </a:lnTo>
                <a:lnTo>
                  <a:pt x="833357" y="114561"/>
                </a:lnTo>
                <a:cubicBezTo>
                  <a:pt x="836808" y="114278"/>
                  <a:pt x="839141" y="113330"/>
                  <a:pt x="840358" y="111718"/>
                </a:cubicBezTo>
                <a:cubicBezTo>
                  <a:pt x="841574" y="110106"/>
                  <a:pt x="842182" y="105848"/>
                  <a:pt x="842182" y="98947"/>
                </a:cubicBezTo>
                <a:lnTo>
                  <a:pt x="842182" y="54989"/>
                </a:lnTo>
                <a:cubicBezTo>
                  <a:pt x="842182" y="50435"/>
                  <a:pt x="841956" y="47532"/>
                  <a:pt x="841503" y="46280"/>
                </a:cubicBezTo>
                <a:cubicBezTo>
                  <a:pt x="840937" y="44686"/>
                  <a:pt x="840117" y="43519"/>
                  <a:pt x="839042" y="42780"/>
                </a:cubicBezTo>
                <a:cubicBezTo>
                  <a:pt x="837967" y="42039"/>
                  <a:pt x="836072" y="41526"/>
                  <a:pt x="833357" y="41242"/>
                </a:cubicBezTo>
                <a:lnTo>
                  <a:pt x="833357" y="38187"/>
                </a:lnTo>
                <a:lnTo>
                  <a:pt x="865773" y="38187"/>
                </a:lnTo>
                <a:close/>
                <a:moveTo>
                  <a:pt x="929105" y="0"/>
                </a:moveTo>
                <a:cubicBezTo>
                  <a:pt x="932782" y="0"/>
                  <a:pt x="935894" y="1291"/>
                  <a:pt x="938440" y="3874"/>
                </a:cubicBezTo>
                <a:cubicBezTo>
                  <a:pt x="940985" y="6456"/>
                  <a:pt x="942258" y="9563"/>
                  <a:pt x="942258" y="13196"/>
                </a:cubicBezTo>
                <a:cubicBezTo>
                  <a:pt x="942258" y="16829"/>
                  <a:pt x="940971" y="19923"/>
                  <a:pt x="938397" y="22477"/>
                </a:cubicBezTo>
                <a:cubicBezTo>
                  <a:pt x="935823" y="25030"/>
                  <a:pt x="932726" y="26307"/>
                  <a:pt x="929105" y="26307"/>
                </a:cubicBezTo>
                <a:cubicBezTo>
                  <a:pt x="925484" y="26307"/>
                  <a:pt x="922401" y="25030"/>
                  <a:pt x="919855" y="22477"/>
                </a:cubicBezTo>
                <a:cubicBezTo>
                  <a:pt x="917309" y="19923"/>
                  <a:pt x="916037" y="16829"/>
                  <a:pt x="916037" y="13196"/>
                </a:cubicBezTo>
                <a:cubicBezTo>
                  <a:pt x="916037" y="9563"/>
                  <a:pt x="917309" y="6456"/>
                  <a:pt x="919855" y="3874"/>
                </a:cubicBezTo>
                <a:cubicBezTo>
                  <a:pt x="922401" y="1291"/>
                  <a:pt x="925484" y="0"/>
                  <a:pt x="929105" y="0"/>
                </a:cubicBezTo>
                <a:moveTo>
                  <a:pt x="940985" y="38187"/>
                </a:moveTo>
                <a:lnTo>
                  <a:pt x="940985" y="101153"/>
                </a:lnTo>
                <a:cubicBezTo>
                  <a:pt x="940985" y="106754"/>
                  <a:pt x="941636" y="110332"/>
                  <a:pt x="942937" y="111888"/>
                </a:cubicBezTo>
                <a:cubicBezTo>
                  <a:pt x="944238" y="113443"/>
                  <a:pt x="946784" y="114334"/>
                  <a:pt x="950575" y="114561"/>
                </a:cubicBezTo>
                <a:lnTo>
                  <a:pt x="950575" y="117616"/>
                </a:lnTo>
                <a:lnTo>
                  <a:pt x="907720" y="117616"/>
                </a:lnTo>
                <a:lnTo>
                  <a:pt x="907720" y="114561"/>
                </a:lnTo>
                <a:cubicBezTo>
                  <a:pt x="911228" y="114448"/>
                  <a:pt x="913830" y="113429"/>
                  <a:pt x="915527" y="111506"/>
                </a:cubicBezTo>
                <a:cubicBezTo>
                  <a:pt x="916659" y="110205"/>
                  <a:pt x="917225" y="106754"/>
                  <a:pt x="917225" y="101153"/>
                </a:cubicBezTo>
                <a:lnTo>
                  <a:pt x="917225" y="54819"/>
                </a:lnTo>
                <a:cubicBezTo>
                  <a:pt x="917225" y="49148"/>
                  <a:pt x="916574" y="45525"/>
                  <a:pt x="915273" y="43949"/>
                </a:cubicBezTo>
                <a:cubicBezTo>
                  <a:pt x="913972" y="42374"/>
                  <a:pt x="911454" y="41472"/>
                  <a:pt x="907720" y="41242"/>
                </a:cubicBezTo>
                <a:lnTo>
                  <a:pt x="907720" y="38187"/>
                </a:lnTo>
                <a:lnTo>
                  <a:pt x="940985" y="38187"/>
                </a:lnTo>
                <a:close/>
                <a:moveTo>
                  <a:pt x="993118" y="46503"/>
                </a:moveTo>
                <a:lnTo>
                  <a:pt x="993118" y="101662"/>
                </a:lnTo>
                <a:cubicBezTo>
                  <a:pt x="993118" y="106980"/>
                  <a:pt x="993684" y="110318"/>
                  <a:pt x="994816" y="111676"/>
                </a:cubicBezTo>
                <a:cubicBezTo>
                  <a:pt x="996626" y="113769"/>
                  <a:pt x="999964" y="114730"/>
                  <a:pt x="1004829" y="114561"/>
                </a:cubicBezTo>
                <a:lnTo>
                  <a:pt x="1004829" y="117616"/>
                </a:lnTo>
                <a:lnTo>
                  <a:pt x="958071" y="117616"/>
                </a:lnTo>
                <a:lnTo>
                  <a:pt x="958071" y="114561"/>
                </a:lnTo>
                <a:cubicBezTo>
                  <a:pt x="961635" y="114504"/>
                  <a:pt x="964167" y="114094"/>
                  <a:pt x="965666" y="113330"/>
                </a:cubicBezTo>
                <a:cubicBezTo>
                  <a:pt x="967165" y="112567"/>
                  <a:pt x="968198" y="111506"/>
                  <a:pt x="968764" y="110148"/>
                </a:cubicBezTo>
                <a:cubicBezTo>
                  <a:pt x="969329" y="108790"/>
                  <a:pt x="969612" y="105962"/>
                  <a:pt x="969612" y="101662"/>
                </a:cubicBezTo>
                <a:lnTo>
                  <a:pt x="969612" y="46503"/>
                </a:lnTo>
                <a:lnTo>
                  <a:pt x="958071" y="46503"/>
                </a:lnTo>
                <a:lnTo>
                  <a:pt x="958071" y="38187"/>
                </a:lnTo>
                <a:lnTo>
                  <a:pt x="969612" y="38187"/>
                </a:lnTo>
                <a:lnTo>
                  <a:pt x="969612" y="32358"/>
                </a:lnTo>
                <a:lnTo>
                  <a:pt x="969527" y="28386"/>
                </a:lnTo>
                <a:cubicBezTo>
                  <a:pt x="969527" y="20276"/>
                  <a:pt x="972512" y="13518"/>
                  <a:pt x="978480" y="8112"/>
                </a:cubicBezTo>
                <a:cubicBezTo>
                  <a:pt x="984449" y="2704"/>
                  <a:pt x="992524" y="0"/>
                  <a:pt x="1002708" y="0"/>
                </a:cubicBezTo>
                <a:cubicBezTo>
                  <a:pt x="1009666" y="0"/>
                  <a:pt x="1014828" y="1306"/>
                  <a:pt x="1018195" y="3919"/>
                </a:cubicBezTo>
                <a:cubicBezTo>
                  <a:pt x="1021561" y="6531"/>
                  <a:pt x="1023244" y="9427"/>
                  <a:pt x="1023244" y="12607"/>
                </a:cubicBezTo>
                <a:cubicBezTo>
                  <a:pt x="1023244" y="15163"/>
                  <a:pt x="1022197" y="17379"/>
                  <a:pt x="1020104" y="19253"/>
                </a:cubicBezTo>
                <a:cubicBezTo>
                  <a:pt x="1018011" y="21127"/>
                  <a:pt x="1015239" y="22064"/>
                  <a:pt x="1011788" y="22064"/>
                </a:cubicBezTo>
                <a:cubicBezTo>
                  <a:pt x="1008846" y="22064"/>
                  <a:pt x="1006512" y="21300"/>
                  <a:pt x="1004787" y="19772"/>
                </a:cubicBezTo>
                <a:cubicBezTo>
                  <a:pt x="1003061" y="18245"/>
                  <a:pt x="1002198" y="16548"/>
                  <a:pt x="1002198" y="14681"/>
                </a:cubicBezTo>
                <a:cubicBezTo>
                  <a:pt x="1002198" y="14172"/>
                  <a:pt x="1002368" y="13125"/>
                  <a:pt x="1002708" y="11541"/>
                </a:cubicBezTo>
                <a:cubicBezTo>
                  <a:pt x="1002934" y="10579"/>
                  <a:pt x="1003047" y="9674"/>
                  <a:pt x="1003047" y="8825"/>
                </a:cubicBezTo>
                <a:cubicBezTo>
                  <a:pt x="1003047" y="7637"/>
                  <a:pt x="1002708" y="6760"/>
                  <a:pt x="1002029" y="6195"/>
                </a:cubicBezTo>
                <a:cubicBezTo>
                  <a:pt x="1001124" y="5346"/>
                  <a:pt x="1000020" y="4922"/>
                  <a:pt x="998719" y="4922"/>
                </a:cubicBezTo>
                <a:cubicBezTo>
                  <a:pt x="997079" y="4922"/>
                  <a:pt x="995707" y="5595"/>
                  <a:pt x="994603" y="6943"/>
                </a:cubicBezTo>
                <a:cubicBezTo>
                  <a:pt x="993500" y="8290"/>
                  <a:pt x="992949" y="10451"/>
                  <a:pt x="992949" y="13426"/>
                </a:cubicBezTo>
                <a:lnTo>
                  <a:pt x="993118" y="28166"/>
                </a:lnTo>
                <a:lnTo>
                  <a:pt x="993118" y="38187"/>
                </a:lnTo>
                <a:lnTo>
                  <a:pt x="1004829" y="38187"/>
                </a:lnTo>
                <a:lnTo>
                  <a:pt x="1004829" y="46503"/>
                </a:lnTo>
                <a:lnTo>
                  <a:pt x="993118" y="465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ication">
            <a:extLst xmlns:a="http://schemas.openxmlformats.org/drawingml/2006/main">
              <a:ext uri="{FF2B5EF4-FFF2-40B4-BE49-F238E27FC236}">
                <a16:creationId xmlns:a16="http://schemas.microsoft.com/office/drawing/2014/main" id="{9CBDAF16-BA6C-418C-A21B-D022AC44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402" y="2171634"/>
            <a:ext cx="493458" cy="119992"/>
          </a:xfrm>
          <a:custGeom xmlns:a="http://schemas.openxmlformats.org/drawingml/2006/main">
            <a:pathLst>
              <a:path w="493458" h="119992">
                <a:moveTo>
                  <a:pt x="21385" y="0"/>
                </a:moveTo>
                <a:cubicBezTo>
                  <a:pt x="25062" y="0"/>
                  <a:pt x="28173" y="1291"/>
                  <a:pt x="30719" y="3874"/>
                </a:cubicBezTo>
                <a:cubicBezTo>
                  <a:pt x="33265" y="6456"/>
                  <a:pt x="34538" y="9563"/>
                  <a:pt x="34538" y="13196"/>
                </a:cubicBezTo>
                <a:cubicBezTo>
                  <a:pt x="34538" y="16829"/>
                  <a:pt x="33251" y="19923"/>
                  <a:pt x="30677" y="22477"/>
                </a:cubicBezTo>
                <a:cubicBezTo>
                  <a:pt x="28103" y="25030"/>
                  <a:pt x="25005" y="26307"/>
                  <a:pt x="21385" y="26307"/>
                </a:cubicBezTo>
                <a:cubicBezTo>
                  <a:pt x="17764" y="26307"/>
                  <a:pt x="14681" y="25030"/>
                  <a:pt x="12135" y="22477"/>
                </a:cubicBezTo>
                <a:cubicBezTo>
                  <a:pt x="9589" y="19923"/>
                  <a:pt x="8316" y="16829"/>
                  <a:pt x="8316" y="13196"/>
                </a:cubicBezTo>
                <a:cubicBezTo>
                  <a:pt x="8316" y="9563"/>
                  <a:pt x="9589" y="6456"/>
                  <a:pt x="12135" y="3874"/>
                </a:cubicBezTo>
                <a:cubicBezTo>
                  <a:pt x="14681" y="1291"/>
                  <a:pt x="17764" y="0"/>
                  <a:pt x="21385" y="0"/>
                </a:cubicBezTo>
                <a:moveTo>
                  <a:pt x="33265" y="38187"/>
                </a:moveTo>
                <a:lnTo>
                  <a:pt x="33265" y="101153"/>
                </a:lnTo>
                <a:cubicBezTo>
                  <a:pt x="33265" y="106754"/>
                  <a:pt x="33916" y="110332"/>
                  <a:pt x="35217" y="111888"/>
                </a:cubicBezTo>
                <a:cubicBezTo>
                  <a:pt x="36518" y="113443"/>
                  <a:pt x="39064" y="114334"/>
                  <a:pt x="42854" y="114561"/>
                </a:cubicBezTo>
                <a:lnTo>
                  <a:pt x="42854" y="117616"/>
                </a:lnTo>
                <a:lnTo>
                  <a:pt x="0" y="117616"/>
                </a:lnTo>
                <a:lnTo>
                  <a:pt x="0" y="114561"/>
                </a:lnTo>
                <a:cubicBezTo>
                  <a:pt x="3508" y="114448"/>
                  <a:pt x="6110" y="113429"/>
                  <a:pt x="7807" y="111506"/>
                </a:cubicBezTo>
                <a:cubicBezTo>
                  <a:pt x="8939" y="110205"/>
                  <a:pt x="9504" y="106754"/>
                  <a:pt x="9504" y="101153"/>
                </a:cubicBezTo>
                <a:lnTo>
                  <a:pt x="9504" y="54819"/>
                </a:lnTo>
                <a:cubicBezTo>
                  <a:pt x="9504" y="49148"/>
                  <a:pt x="8854" y="45525"/>
                  <a:pt x="7553" y="43949"/>
                </a:cubicBezTo>
                <a:cubicBezTo>
                  <a:pt x="6251" y="42374"/>
                  <a:pt x="3734" y="41472"/>
                  <a:pt x="0" y="41242"/>
                </a:cubicBezTo>
                <a:lnTo>
                  <a:pt x="0" y="38187"/>
                </a:lnTo>
                <a:lnTo>
                  <a:pt x="33265" y="38187"/>
                </a:lnTo>
                <a:close/>
                <a:moveTo>
                  <a:pt x="115354" y="97098"/>
                </a:moveTo>
                <a:lnTo>
                  <a:pt x="117984" y="99132"/>
                </a:lnTo>
                <a:cubicBezTo>
                  <a:pt x="114250" y="106170"/>
                  <a:pt x="109597" y="111407"/>
                  <a:pt x="104025" y="114842"/>
                </a:cubicBezTo>
                <a:cubicBezTo>
                  <a:pt x="98452" y="118275"/>
                  <a:pt x="92526" y="119992"/>
                  <a:pt x="86247" y="119992"/>
                </a:cubicBezTo>
                <a:cubicBezTo>
                  <a:pt x="75667" y="119992"/>
                  <a:pt x="67210" y="116000"/>
                  <a:pt x="60874" y="108016"/>
                </a:cubicBezTo>
                <a:cubicBezTo>
                  <a:pt x="54537" y="100030"/>
                  <a:pt x="51369" y="90431"/>
                  <a:pt x="51369" y="79219"/>
                </a:cubicBezTo>
                <a:cubicBezTo>
                  <a:pt x="51369" y="68401"/>
                  <a:pt x="54255" y="58887"/>
                  <a:pt x="60025" y="50677"/>
                </a:cubicBezTo>
                <a:cubicBezTo>
                  <a:pt x="66983" y="40766"/>
                  <a:pt x="76573" y="35811"/>
                  <a:pt x="88792" y="35811"/>
                </a:cubicBezTo>
                <a:cubicBezTo>
                  <a:pt x="96996" y="35811"/>
                  <a:pt x="103516" y="37882"/>
                  <a:pt x="108353" y="42024"/>
                </a:cubicBezTo>
                <a:cubicBezTo>
                  <a:pt x="113190" y="46165"/>
                  <a:pt x="115608" y="50788"/>
                  <a:pt x="115608" y="55893"/>
                </a:cubicBezTo>
                <a:cubicBezTo>
                  <a:pt x="115608" y="59127"/>
                  <a:pt x="114632" y="61708"/>
                  <a:pt x="112680" y="63637"/>
                </a:cubicBezTo>
                <a:cubicBezTo>
                  <a:pt x="110729" y="65566"/>
                  <a:pt x="108169" y="66530"/>
                  <a:pt x="105001" y="66530"/>
                </a:cubicBezTo>
                <a:cubicBezTo>
                  <a:pt x="101663" y="66530"/>
                  <a:pt x="98905" y="65423"/>
                  <a:pt x="96727" y="63210"/>
                </a:cubicBezTo>
                <a:cubicBezTo>
                  <a:pt x="94549" y="60995"/>
                  <a:pt x="93205" y="57049"/>
                  <a:pt x="92696" y="51372"/>
                </a:cubicBezTo>
                <a:cubicBezTo>
                  <a:pt x="92357" y="47796"/>
                  <a:pt x="91536" y="45297"/>
                  <a:pt x="90235" y="43878"/>
                </a:cubicBezTo>
                <a:cubicBezTo>
                  <a:pt x="88934" y="42460"/>
                  <a:pt x="87406" y="41751"/>
                  <a:pt x="85653" y="41751"/>
                </a:cubicBezTo>
                <a:cubicBezTo>
                  <a:pt x="82937" y="41751"/>
                  <a:pt x="80618" y="43194"/>
                  <a:pt x="78694" y="46079"/>
                </a:cubicBezTo>
                <a:cubicBezTo>
                  <a:pt x="75752" y="50435"/>
                  <a:pt x="74281" y="57111"/>
                  <a:pt x="74281" y="66106"/>
                </a:cubicBezTo>
                <a:cubicBezTo>
                  <a:pt x="74281" y="73573"/>
                  <a:pt x="75469" y="80716"/>
                  <a:pt x="77846" y="87533"/>
                </a:cubicBezTo>
                <a:cubicBezTo>
                  <a:pt x="80222" y="94350"/>
                  <a:pt x="83475" y="99427"/>
                  <a:pt x="87604" y="102765"/>
                </a:cubicBezTo>
                <a:cubicBezTo>
                  <a:pt x="90716" y="105198"/>
                  <a:pt x="94393" y="106414"/>
                  <a:pt x="98636" y="106414"/>
                </a:cubicBezTo>
                <a:cubicBezTo>
                  <a:pt x="101408" y="106414"/>
                  <a:pt x="104039" y="105765"/>
                  <a:pt x="106528" y="104468"/>
                </a:cubicBezTo>
                <a:cubicBezTo>
                  <a:pt x="109017" y="103168"/>
                  <a:pt x="111959" y="100712"/>
                  <a:pt x="115354" y="97098"/>
                </a:cubicBezTo>
                <a:close/>
                <a:moveTo>
                  <a:pt x="171557" y="105905"/>
                </a:moveTo>
                <a:cubicBezTo>
                  <a:pt x="161883" y="114504"/>
                  <a:pt x="153199" y="118804"/>
                  <a:pt x="145505" y="118804"/>
                </a:cubicBezTo>
                <a:cubicBezTo>
                  <a:pt x="140980" y="118804"/>
                  <a:pt x="137217" y="117314"/>
                  <a:pt x="134219" y="114335"/>
                </a:cubicBezTo>
                <a:cubicBezTo>
                  <a:pt x="131221" y="111355"/>
                  <a:pt x="129722" y="107623"/>
                  <a:pt x="129722" y="103139"/>
                </a:cubicBezTo>
                <a:cubicBezTo>
                  <a:pt x="129722" y="97065"/>
                  <a:pt x="132324" y="91601"/>
                  <a:pt x="137529" y="86748"/>
                </a:cubicBezTo>
                <a:cubicBezTo>
                  <a:pt x="142733" y="81895"/>
                  <a:pt x="154076" y="75439"/>
                  <a:pt x="171557" y="67379"/>
                </a:cubicBezTo>
                <a:lnTo>
                  <a:pt x="171557" y="59402"/>
                </a:lnTo>
                <a:cubicBezTo>
                  <a:pt x="171557" y="53405"/>
                  <a:pt x="171232" y="49629"/>
                  <a:pt x="170582" y="48073"/>
                </a:cubicBezTo>
                <a:cubicBezTo>
                  <a:pt x="169931" y="46517"/>
                  <a:pt x="168700" y="45160"/>
                  <a:pt x="166890" y="44000"/>
                </a:cubicBezTo>
                <a:cubicBezTo>
                  <a:pt x="165080" y="42840"/>
                  <a:pt x="163043" y="42260"/>
                  <a:pt x="160780" y="42260"/>
                </a:cubicBezTo>
                <a:cubicBezTo>
                  <a:pt x="157103" y="42260"/>
                  <a:pt x="154076" y="43080"/>
                  <a:pt x="151700" y="44721"/>
                </a:cubicBezTo>
                <a:cubicBezTo>
                  <a:pt x="150229" y="45739"/>
                  <a:pt x="149494" y="46927"/>
                  <a:pt x="149494" y="48285"/>
                </a:cubicBezTo>
                <a:cubicBezTo>
                  <a:pt x="149494" y="49473"/>
                  <a:pt x="150286" y="50944"/>
                  <a:pt x="151870" y="52698"/>
                </a:cubicBezTo>
                <a:cubicBezTo>
                  <a:pt x="154020" y="55131"/>
                  <a:pt x="155095" y="57478"/>
                  <a:pt x="155095" y="59741"/>
                </a:cubicBezTo>
                <a:cubicBezTo>
                  <a:pt x="155095" y="62513"/>
                  <a:pt x="154062" y="64875"/>
                  <a:pt x="151997" y="66827"/>
                </a:cubicBezTo>
                <a:cubicBezTo>
                  <a:pt x="149932" y="68779"/>
                  <a:pt x="147231" y="69755"/>
                  <a:pt x="143893" y="69755"/>
                </a:cubicBezTo>
                <a:cubicBezTo>
                  <a:pt x="140329" y="69755"/>
                  <a:pt x="137345" y="68680"/>
                  <a:pt x="134940" y="66530"/>
                </a:cubicBezTo>
                <a:cubicBezTo>
                  <a:pt x="132536" y="64380"/>
                  <a:pt x="131334" y="61863"/>
                  <a:pt x="131334" y="58978"/>
                </a:cubicBezTo>
                <a:cubicBezTo>
                  <a:pt x="131334" y="54904"/>
                  <a:pt x="132946" y="51015"/>
                  <a:pt x="136171" y="47309"/>
                </a:cubicBezTo>
                <a:cubicBezTo>
                  <a:pt x="139396" y="43604"/>
                  <a:pt x="143893" y="40761"/>
                  <a:pt x="149664" y="38781"/>
                </a:cubicBezTo>
                <a:cubicBezTo>
                  <a:pt x="155434" y="36801"/>
                  <a:pt x="161431" y="35811"/>
                  <a:pt x="167654" y="35811"/>
                </a:cubicBezTo>
                <a:cubicBezTo>
                  <a:pt x="175178" y="35811"/>
                  <a:pt x="181132" y="37413"/>
                  <a:pt x="185517" y="40619"/>
                </a:cubicBezTo>
                <a:cubicBezTo>
                  <a:pt x="189901" y="43822"/>
                  <a:pt x="192744" y="47295"/>
                  <a:pt x="194045" y="51038"/>
                </a:cubicBezTo>
                <a:cubicBezTo>
                  <a:pt x="194837" y="53419"/>
                  <a:pt x="195233" y="58891"/>
                  <a:pt x="195233" y="67453"/>
                </a:cubicBezTo>
                <a:lnTo>
                  <a:pt x="195233" y="98329"/>
                </a:lnTo>
                <a:cubicBezTo>
                  <a:pt x="195233" y="101958"/>
                  <a:pt x="195375" y="104241"/>
                  <a:pt x="195658" y="105178"/>
                </a:cubicBezTo>
                <a:cubicBezTo>
                  <a:pt x="195940" y="106114"/>
                  <a:pt x="196365" y="106808"/>
                  <a:pt x="196931" y="107263"/>
                </a:cubicBezTo>
                <a:cubicBezTo>
                  <a:pt x="197496" y="107715"/>
                  <a:pt x="198147" y="107942"/>
                  <a:pt x="198882" y="107942"/>
                </a:cubicBezTo>
                <a:cubicBezTo>
                  <a:pt x="200353" y="107942"/>
                  <a:pt x="201852" y="106895"/>
                  <a:pt x="203380" y="104802"/>
                </a:cubicBezTo>
                <a:lnTo>
                  <a:pt x="205926" y="106838"/>
                </a:lnTo>
                <a:cubicBezTo>
                  <a:pt x="203097" y="111025"/>
                  <a:pt x="200169" y="114066"/>
                  <a:pt x="197143" y="115961"/>
                </a:cubicBezTo>
                <a:cubicBezTo>
                  <a:pt x="194116" y="117856"/>
                  <a:pt x="190679" y="118804"/>
                  <a:pt x="186832" y="118804"/>
                </a:cubicBezTo>
                <a:cubicBezTo>
                  <a:pt x="182306" y="118804"/>
                  <a:pt x="178771" y="117736"/>
                  <a:pt x="176225" y="115600"/>
                </a:cubicBezTo>
                <a:cubicBezTo>
                  <a:pt x="173679" y="113465"/>
                  <a:pt x="172123" y="110233"/>
                  <a:pt x="171557" y="105905"/>
                </a:cubicBezTo>
                <a:moveTo>
                  <a:pt x="171557" y="99625"/>
                </a:moveTo>
                <a:lnTo>
                  <a:pt x="171557" y="73080"/>
                </a:lnTo>
                <a:cubicBezTo>
                  <a:pt x="164712" y="77116"/>
                  <a:pt x="159620" y="81437"/>
                  <a:pt x="156283" y="86043"/>
                </a:cubicBezTo>
                <a:cubicBezTo>
                  <a:pt x="154076" y="89112"/>
                  <a:pt x="152973" y="92210"/>
                  <a:pt x="152973" y="95337"/>
                </a:cubicBezTo>
                <a:cubicBezTo>
                  <a:pt x="152973" y="97952"/>
                  <a:pt x="153907" y="100255"/>
                  <a:pt x="155773" y="102245"/>
                </a:cubicBezTo>
                <a:cubicBezTo>
                  <a:pt x="157188" y="103780"/>
                  <a:pt x="159168" y="104547"/>
                  <a:pt x="161714" y="104547"/>
                </a:cubicBezTo>
                <a:cubicBezTo>
                  <a:pt x="164542" y="104547"/>
                  <a:pt x="167824" y="102907"/>
                  <a:pt x="171557" y="99625"/>
                </a:cubicBezTo>
                <a:close/>
                <a:moveTo>
                  <a:pt x="246149" y="8995"/>
                </a:moveTo>
                <a:lnTo>
                  <a:pt x="246149" y="38187"/>
                </a:lnTo>
                <a:lnTo>
                  <a:pt x="264988" y="38187"/>
                </a:lnTo>
                <a:lnTo>
                  <a:pt x="264988" y="46503"/>
                </a:lnTo>
                <a:lnTo>
                  <a:pt x="246149" y="46503"/>
                </a:lnTo>
                <a:lnTo>
                  <a:pt x="246149" y="95600"/>
                </a:lnTo>
                <a:cubicBezTo>
                  <a:pt x="246149" y="100195"/>
                  <a:pt x="246361" y="103159"/>
                  <a:pt x="246786" y="104492"/>
                </a:cubicBezTo>
                <a:cubicBezTo>
                  <a:pt x="247210" y="105825"/>
                  <a:pt x="247959" y="106903"/>
                  <a:pt x="249034" y="107727"/>
                </a:cubicBezTo>
                <a:cubicBezTo>
                  <a:pt x="250109" y="108549"/>
                  <a:pt x="251099" y="108960"/>
                  <a:pt x="252004" y="108960"/>
                </a:cubicBezTo>
                <a:cubicBezTo>
                  <a:pt x="255682" y="108960"/>
                  <a:pt x="259161" y="106131"/>
                  <a:pt x="262442" y="100474"/>
                </a:cubicBezTo>
                <a:lnTo>
                  <a:pt x="264988" y="102359"/>
                </a:lnTo>
                <a:cubicBezTo>
                  <a:pt x="260406" y="113322"/>
                  <a:pt x="252966" y="118804"/>
                  <a:pt x="242670" y="118804"/>
                </a:cubicBezTo>
                <a:cubicBezTo>
                  <a:pt x="237635" y="118804"/>
                  <a:pt x="233378" y="117399"/>
                  <a:pt x="229898" y="114590"/>
                </a:cubicBezTo>
                <a:cubicBezTo>
                  <a:pt x="226419" y="111779"/>
                  <a:pt x="224199" y="108642"/>
                  <a:pt x="223237" y="105178"/>
                </a:cubicBezTo>
                <a:cubicBezTo>
                  <a:pt x="222671" y="103248"/>
                  <a:pt x="222388" y="98025"/>
                  <a:pt x="222388" y="89509"/>
                </a:cubicBezTo>
                <a:lnTo>
                  <a:pt x="222388" y="46503"/>
                </a:lnTo>
                <a:lnTo>
                  <a:pt x="212036" y="46503"/>
                </a:lnTo>
                <a:lnTo>
                  <a:pt x="212036" y="43525"/>
                </a:lnTo>
                <a:cubicBezTo>
                  <a:pt x="219164" y="38480"/>
                  <a:pt x="225231" y="33178"/>
                  <a:pt x="230238" y="27622"/>
                </a:cubicBezTo>
                <a:cubicBezTo>
                  <a:pt x="235245" y="22065"/>
                  <a:pt x="239615" y="15856"/>
                  <a:pt x="243349" y="8995"/>
                </a:cubicBezTo>
                <a:lnTo>
                  <a:pt x="246149" y="8995"/>
                </a:lnTo>
                <a:close/>
                <a:moveTo>
                  <a:pt x="291633" y="0"/>
                </a:moveTo>
                <a:cubicBezTo>
                  <a:pt x="295310" y="0"/>
                  <a:pt x="298422" y="1291"/>
                  <a:pt x="300967" y="3874"/>
                </a:cubicBezTo>
                <a:cubicBezTo>
                  <a:pt x="303513" y="6456"/>
                  <a:pt x="304786" y="9563"/>
                  <a:pt x="304786" y="13196"/>
                </a:cubicBezTo>
                <a:cubicBezTo>
                  <a:pt x="304786" y="16829"/>
                  <a:pt x="303499" y="19923"/>
                  <a:pt x="300925" y="22477"/>
                </a:cubicBezTo>
                <a:cubicBezTo>
                  <a:pt x="298351" y="25030"/>
                  <a:pt x="295253" y="26307"/>
                  <a:pt x="291633" y="26307"/>
                </a:cubicBezTo>
                <a:cubicBezTo>
                  <a:pt x="288012" y="26307"/>
                  <a:pt x="284929" y="25030"/>
                  <a:pt x="282383" y="22477"/>
                </a:cubicBezTo>
                <a:cubicBezTo>
                  <a:pt x="279837" y="19923"/>
                  <a:pt x="278564" y="16829"/>
                  <a:pt x="278564" y="13196"/>
                </a:cubicBezTo>
                <a:cubicBezTo>
                  <a:pt x="278564" y="9563"/>
                  <a:pt x="279837" y="6456"/>
                  <a:pt x="282383" y="3874"/>
                </a:cubicBezTo>
                <a:cubicBezTo>
                  <a:pt x="284929" y="1291"/>
                  <a:pt x="288012" y="0"/>
                  <a:pt x="291633" y="0"/>
                </a:cubicBezTo>
                <a:moveTo>
                  <a:pt x="303513" y="38187"/>
                </a:moveTo>
                <a:lnTo>
                  <a:pt x="303513" y="101153"/>
                </a:lnTo>
                <a:cubicBezTo>
                  <a:pt x="303513" y="106754"/>
                  <a:pt x="304164" y="110332"/>
                  <a:pt x="305465" y="111888"/>
                </a:cubicBezTo>
                <a:cubicBezTo>
                  <a:pt x="306766" y="113443"/>
                  <a:pt x="309312" y="114334"/>
                  <a:pt x="313102" y="114561"/>
                </a:cubicBezTo>
                <a:lnTo>
                  <a:pt x="313102" y="117616"/>
                </a:lnTo>
                <a:lnTo>
                  <a:pt x="270248" y="117616"/>
                </a:lnTo>
                <a:lnTo>
                  <a:pt x="270248" y="114561"/>
                </a:lnTo>
                <a:cubicBezTo>
                  <a:pt x="273756" y="114448"/>
                  <a:pt x="276358" y="113429"/>
                  <a:pt x="278055" y="111506"/>
                </a:cubicBezTo>
                <a:cubicBezTo>
                  <a:pt x="279187" y="110205"/>
                  <a:pt x="279752" y="106754"/>
                  <a:pt x="279752" y="101153"/>
                </a:cubicBezTo>
                <a:lnTo>
                  <a:pt x="279752" y="54819"/>
                </a:lnTo>
                <a:cubicBezTo>
                  <a:pt x="279752" y="49148"/>
                  <a:pt x="279102" y="45525"/>
                  <a:pt x="277801" y="43949"/>
                </a:cubicBezTo>
                <a:cubicBezTo>
                  <a:pt x="276499" y="42374"/>
                  <a:pt x="273982" y="41472"/>
                  <a:pt x="270248" y="41242"/>
                </a:cubicBezTo>
                <a:lnTo>
                  <a:pt x="270248" y="38187"/>
                </a:lnTo>
                <a:lnTo>
                  <a:pt x="303513" y="38187"/>
                </a:lnTo>
                <a:close/>
                <a:moveTo>
                  <a:pt x="358277" y="35811"/>
                </a:moveTo>
                <a:cubicBezTo>
                  <a:pt x="365179" y="35811"/>
                  <a:pt x="371600" y="37595"/>
                  <a:pt x="377540" y="41162"/>
                </a:cubicBezTo>
                <a:cubicBezTo>
                  <a:pt x="383480" y="44730"/>
                  <a:pt x="387992" y="49799"/>
                  <a:pt x="391075" y="56368"/>
                </a:cubicBezTo>
                <a:cubicBezTo>
                  <a:pt x="394158" y="62938"/>
                  <a:pt x="395700" y="70130"/>
                  <a:pt x="395700" y="77944"/>
                </a:cubicBezTo>
                <a:cubicBezTo>
                  <a:pt x="395700" y="89212"/>
                  <a:pt x="392843" y="98642"/>
                  <a:pt x="387129" y="106231"/>
                </a:cubicBezTo>
                <a:cubicBezTo>
                  <a:pt x="380227" y="115405"/>
                  <a:pt x="370695" y="119992"/>
                  <a:pt x="358531" y="119992"/>
                </a:cubicBezTo>
                <a:cubicBezTo>
                  <a:pt x="346594" y="119992"/>
                  <a:pt x="337401" y="115801"/>
                  <a:pt x="330952" y="107419"/>
                </a:cubicBezTo>
                <a:cubicBezTo>
                  <a:pt x="324503" y="99038"/>
                  <a:pt x="321278" y="89326"/>
                  <a:pt x="321278" y="78283"/>
                </a:cubicBezTo>
                <a:cubicBezTo>
                  <a:pt x="321278" y="66901"/>
                  <a:pt x="324573" y="56977"/>
                  <a:pt x="331164" y="48511"/>
                </a:cubicBezTo>
                <a:cubicBezTo>
                  <a:pt x="337755" y="40044"/>
                  <a:pt x="346792" y="35811"/>
                  <a:pt x="358277" y="35811"/>
                </a:cubicBezTo>
                <a:moveTo>
                  <a:pt x="358616" y="41751"/>
                </a:moveTo>
                <a:cubicBezTo>
                  <a:pt x="355731" y="41751"/>
                  <a:pt x="353256" y="42842"/>
                  <a:pt x="351191" y="45023"/>
                </a:cubicBezTo>
                <a:cubicBezTo>
                  <a:pt x="349126" y="47203"/>
                  <a:pt x="347768" y="51507"/>
                  <a:pt x="347118" y="57935"/>
                </a:cubicBezTo>
                <a:cubicBezTo>
                  <a:pt x="346467" y="64364"/>
                  <a:pt x="346142" y="73299"/>
                  <a:pt x="346142" y="84740"/>
                </a:cubicBezTo>
                <a:cubicBezTo>
                  <a:pt x="346142" y="90801"/>
                  <a:pt x="346538" y="96465"/>
                  <a:pt x="347330" y="101734"/>
                </a:cubicBezTo>
                <a:cubicBezTo>
                  <a:pt x="347952" y="105754"/>
                  <a:pt x="349282" y="108812"/>
                  <a:pt x="351318" y="110909"/>
                </a:cubicBezTo>
                <a:cubicBezTo>
                  <a:pt x="353355" y="113004"/>
                  <a:pt x="355674" y="114052"/>
                  <a:pt x="358277" y="114052"/>
                </a:cubicBezTo>
                <a:cubicBezTo>
                  <a:pt x="360823" y="114052"/>
                  <a:pt x="362944" y="113344"/>
                  <a:pt x="364641" y="111927"/>
                </a:cubicBezTo>
                <a:cubicBezTo>
                  <a:pt x="366848" y="110002"/>
                  <a:pt x="368319" y="107311"/>
                  <a:pt x="369054" y="103855"/>
                </a:cubicBezTo>
                <a:cubicBezTo>
                  <a:pt x="370185" y="98475"/>
                  <a:pt x="370751" y="87601"/>
                  <a:pt x="370751" y="71232"/>
                </a:cubicBezTo>
                <a:cubicBezTo>
                  <a:pt x="370751" y="61604"/>
                  <a:pt x="370214" y="54992"/>
                  <a:pt x="369139" y="51396"/>
                </a:cubicBezTo>
                <a:cubicBezTo>
                  <a:pt x="368064" y="47798"/>
                  <a:pt x="366480" y="45178"/>
                  <a:pt x="364387" y="43536"/>
                </a:cubicBezTo>
                <a:cubicBezTo>
                  <a:pt x="362916" y="42346"/>
                  <a:pt x="360992" y="41751"/>
                  <a:pt x="358616" y="41751"/>
                </a:cubicBezTo>
                <a:close/>
                <a:moveTo>
                  <a:pt x="440166" y="38187"/>
                </a:moveTo>
                <a:lnTo>
                  <a:pt x="440166" y="48540"/>
                </a:lnTo>
                <a:cubicBezTo>
                  <a:pt x="444240" y="44097"/>
                  <a:pt x="448143" y="40865"/>
                  <a:pt x="451877" y="38845"/>
                </a:cubicBezTo>
                <a:cubicBezTo>
                  <a:pt x="455611" y="36822"/>
                  <a:pt x="459628" y="35811"/>
                  <a:pt x="463927" y="35811"/>
                </a:cubicBezTo>
                <a:cubicBezTo>
                  <a:pt x="469075" y="35811"/>
                  <a:pt x="473347" y="37241"/>
                  <a:pt x="476741" y="40102"/>
                </a:cubicBezTo>
                <a:cubicBezTo>
                  <a:pt x="480135" y="42962"/>
                  <a:pt x="482398" y="46516"/>
                  <a:pt x="483530" y="50765"/>
                </a:cubicBezTo>
                <a:cubicBezTo>
                  <a:pt x="484435" y="53995"/>
                  <a:pt x="484888" y="60198"/>
                  <a:pt x="484888" y="69376"/>
                </a:cubicBezTo>
                <a:lnTo>
                  <a:pt x="484888" y="100304"/>
                </a:lnTo>
                <a:cubicBezTo>
                  <a:pt x="484888" y="106414"/>
                  <a:pt x="485439" y="110219"/>
                  <a:pt x="486542" y="111718"/>
                </a:cubicBezTo>
                <a:cubicBezTo>
                  <a:pt x="487646" y="113217"/>
                  <a:pt x="489951" y="114165"/>
                  <a:pt x="493458" y="114561"/>
                </a:cubicBezTo>
                <a:lnTo>
                  <a:pt x="493458" y="117616"/>
                </a:lnTo>
                <a:lnTo>
                  <a:pt x="453320" y="117616"/>
                </a:lnTo>
                <a:lnTo>
                  <a:pt x="453320" y="114561"/>
                </a:lnTo>
                <a:cubicBezTo>
                  <a:pt x="456318" y="114165"/>
                  <a:pt x="458468" y="112920"/>
                  <a:pt x="459769" y="110827"/>
                </a:cubicBezTo>
                <a:cubicBezTo>
                  <a:pt x="460674" y="109413"/>
                  <a:pt x="461127" y="105905"/>
                  <a:pt x="461127" y="100304"/>
                </a:cubicBezTo>
                <a:lnTo>
                  <a:pt x="461127" y="65003"/>
                </a:lnTo>
                <a:cubicBezTo>
                  <a:pt x="461127" y="58497"/>
                  <a:pt x="460872" y="54395"/>
                  <a:pt x="460363" y="52698"/>
                </a:cubicBezTo>
                <a:cubicBezTo>
                  <a:pt x="459854" y="51001"/>
                  <a:pt x="458991" y="49685"/>
                  <a:pt x="457775" y="48752"/>
                </a:cubicBezTo>
                <a:cubicBezTo>
                  <a:pt x="456559" y="47818"/>
                  <a:pt x="455215" y="47352"/>
                  <a:pt x="453744" y="47352"/>
                </a:cubicBezTo>
                <a:cubicBezTo>
                  <a:pt x="448879" y="47352"/>
                  <a:pt x="444353" y="50859"/>
                  <a:pt x="440166" y="57874"/>
                </a:cubicBezTo>
                <a:lnTo>
                  <a:pt x="440166" y="100304"/>
                </a:lnTo>
                <a:cubicBezTo>
                  <a:pt x="440166" y="106244"/>
                  <a:pt x="440718" y="110007"/>
                  <a:pt x="441821" y="111591"/>
                </a:cubicBezTo>
                <a:cubicBezTo>
                  <a:pt x="442924" y="113175"/>
                  <a:pt x="444975" y="114165"/>
                  <a:pt x="447974" y="114561"/>
                </a:cubicBezTo>
                <a:lnTo>
                  <a:pt x="447974" y="117616"/>
                </a:lnTo>
                <a:lnTo>
                  <a:pt x="407835" y="117616"/>
                </a:lnTo>
                <a:lnTo>
                  <a:pt x="407835" y="114561"/>
                </a:lnTo>
                <a:cubicBezTo>
                  <a:pt x="411173" y="114221"/>
                  <a:pt x="413549" y="113146"/>
                  <a:pt x="414963" y="111336"/>
                </a:cubicBezTo>
                <a:cubicBezTo>
                  <a:pt x="415925" y="110091"/>
                  <a:pt x="416406" y="106414"/>
                  <a:pt x="416406" y="100304"/>
                </a:cubicBezTo>
                <a:lnTo>
                  <a:pt x="416406" y="55498"/>
                </a:lnTo>
                <a:cubicBezTo>
                  <a:pt x="416406" y="49429"/>
                  <a:pt x="415854" y="45650"/>
                  <a:pt x="414751" y="44162"/>
                </a:cubicBezTo>
                <a:cubicBezTo>
                  <a:pt x="413648" y="42673"/>
                  <a:pt x="411342" y="41700"/>
                  <a:pt x="407835" y="41242"/>
                </a:cubicBezTo>
                <a:lnTo>
                  <a:pt x="407835" y="38187"/>
                </a:lnTo>
                <a:lnTo>
                  <a:pt x="440166" y="381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orCategorisation">
            <a:extLst xmlns:a="http://schemas.openxmlformats.org/drawingml/2006/main">
              <a:ext uri="{FF2B5EF4-FFF2-40B4-BE49-F238E27FC236}">
                <a16:creationId xmlns:a16="http://schemas.microsoft.com/office/drawing/2014/main" id="{A96A7535-620D-44B1-96F8-A221BF40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4" y="2385533"/>
            <a:ext cx="1283896" cy="155124"/>
          </a:xfrm>
          <a:custGeom xmlns:a="http://schemas.openxmlformats.org/drawingml/2006/main">
            <a:pathLst>
              <a:path w="1283896" h="155124">
                <a:moveTo>
                  <a:pt x="36999" y="35811"/>
                </a:moveTo>
                <a:cubicBezTo>
                  <a:pt x="43901" y="35811"/>
                  <a:pt x="50322" y="37595"/>
                  <a:pt x="56262" y="41162"/>
                </a:cubicBezTo>
                <a:cubicBezTo>
                  <a:pt x="62202" y="44730"/>
                  <a:pt x="66714" y="49799"/>
                  <a:pt x="69797" y="56368"/>
                </a:cubicBezTo>
                <a:cubicBezTo>
                  <a:pt x="72880" y="62938"/>
                  <a:pt x="74422" y="70130"/>
                  <a:pt x="74422" y="77944"/>
                </a:cubicBezTo>
                <a:cubicBezTo>
                  <a:pt x="74422" y="89212"/>
                  <a:pt x="71565" y="98642"/>
                  <a:pt x="65851" y="106231"/>
                </a:cubicBezTo>
                <a:cubicBezTo>
                  <a:pt x="58949" y="115405"/>
                  <a:pt x="49417" y="119992"/>
                  <a:pt x="37253" y="119992"/>
                </a:cubicBezTo>
                <a:cubicBezTo>
                  <a:pt x="25317" y="119992"/>
                  <a:pt x="16123" y="115801"/>
                  <a:pt x="9674" y="107419"/>
                </a:cubicBezTo>
                <a:cubicBezTo>
                  <a:pt x="3225" y="99038"/>
                  <a:pt x="0" y="89326"/>
                  <a:pt x="0" y="78283"/>
                </a:cubicBezTo>
                <a:cubicBezTo>
                  <a:pt x="0" y="66901"/>
                  <a:pt x="3295" y="56977"/>
                  <a:pt x="9886" y="48511"/>
                </a:cubicBezTo>
                <a:cubicBezTo>
                  <a:pt x="16477" y="40044"/>
                  <a:pt x="25515" y="35811"/>
                  <a:pt x="36999" y="35811"/>
                </a:cubicBezTo>
                <a:moveTo>
                  <a:pt x="37338" y="41751"/>
                </a:moveTo>
                <a:cubicBezTo>
                  <a:pt x="34453" y="41751"/>
                  <a:pt x="31978" y="42842"/>
                  <a:pt x="29913" y="45023"/>
                </a:cubicBezTo>
                <a:cubicBezTo>
                  <a:pt x="27848" y="47203"/>
                  <a:pt x="26490" y="51507"/>
                  <a:pt x="25840" y="57935"/>
                </a:cubicBezTo>
                <a:cubicBezTo>
                  <a:pt x="25189" y="64364"/>
                  <a:pt x="24864" y="73299"/>
                  <a:pt x="24864" y="84740"/>
                </a:cubicBezTo>
                <a:cubicBezTo>
                  <a:pt x="24864" y="90801"/>
                  <a:pt x="25260" y="96465"/>
                  <a:pt x="26052" y="101734"/>
                </a:cubicBezTo>
                <a:cubicBezTo>
                  <a:pt x="26674" y="105754"/>
                  <a:pt x="28004" y="108812"/>
                  <a:pt x="30040" y="110909"/>
                </a:cubicBezTo>
                <a:cubicBezTo>
                  <a:pt x="32077" y="113004"/>
                  <a:pt x="34397" y="114052"/>
                  <a:pt x="36999" y="114052"/>
                </a:cubicBezTo>
                <a:cubicBezTo>
                  <a:pt x="39545" y="114052"/>
                  <a:pt x="41666" y="113344"/>
                  <a:pt x="43363" y="111927"/>
                </a:cubicBezTo>
                <a:cubicBezTo>
                  <a:pt x="45570" y="110002"/>
                  <a:pt x="47041" y="107311"/>
                  <a:pt x="47776" y="103855"/>
                </a:cubicBezTo>
                <a:cubicBezTo>
                  <a:pt x="48908" y="98475"/>
                  <a:pt x="49473" y="87601"/>
                  <a:pt x="49473" y="71232"/>
                </a:cubicBezTo>
                <a:cubicBezTo>
                  <a:pt x="49473" y="61604"/>
                  <a:pt x="48936" y="54992"/>
                  <a:pt x="47861" y="51396"/>
                </a:cubicBezTo>
                <a:cubicBezTo>
                  <a:pt x="46786" y="47798"/>
                  <a:pt x="45202" y="45178"/>
                  <a:pt x="43109" y="43536"/>
                </a:cubicBezTo>
                <a:cubicBezTo>
                  <a:pt x="41638" y="42346"/>
                  <a:pt x="39714" y="41751"/>
                  <a:pt x="37338" y="41751"/>
                </a:cubicBezTo>
                <a:close/>
                <a:moveTo>
                  <a:pt x="119398" y="38187"/>
                </a:moveTo>
                <a:lnTo>
                  <a:pt x="119398" y="56177"/>
                </a:lnTo>
                <a:cubicBezTo>
                  <a:pt x="124659" y="47974"/>
                  <a:pt x="129270" y="42529"/>
                  <a:pt x="133230" y="39842"/>
                </a:cubicBezTo>
                <a:cubicBezTo>
                  <a:pt x="137190" y="37154"/>
                  <a:pt x="141009" y="35811"/>
                  <a:pt x="144686" y="35811"/>
                </a:cubicBezTo>
                <a:cubicBezTo>
                  <a:pt x="147854" y="35811"/>
                  <a:pt x="150386" y="36790"/>
                  <a:pt x="152281" y="38749"/>
                </a:cubicBezTo>
                <a:cubicBezTo>
                  <a:pt x="154176" y="40708"/>
                  <a:pt x="155124" y="43476"/>
                  <a:pt x="155124" y="47052"/>
                </a:cubicBezTo>
                <a:cubicBezTo>
                  <a:pt x="155124" y="50857"/>
                  <a:pt x="154204" y="53810"/>
                  <a:pt x="152366" y="55912"/>
                </a:cubicBezTo>
                <a:cubicBezTo>
                  <a:pt x="150527" y="58012"/>
                  <a:pt x="148307" y="59062"/>
                  <a:pt x="145704" y="59062"/>
                </a:cubicBezTo>
                <a:cubicBezTo>
                  <a:pt x="142706" y="59062"/>
                  <a:pt x="140104" y="58101"/>
                  <a:pt x="137897" y="56177"/>
                </a:cubicBezTo>
                <a:cubicBezTo>
                  <a:pt x="135691" y="54254"/>
                  <a:pt x="134390" y="53179"/>
                  <a:pt x="133994" y="52953"/>
                </a:cubicBezTo>
                <a:cubicBezTo>
                  <a:pt x="133428" y="52613"/>
                  <a:pt x="132777" y="52443"/>
                  <a:pt x="132042" y="52443"/>
                </a:cubicBezTo>
                <a:cubicBezTo>
                  <a:pt x="130401" y="52443"/>
                  <a:pt x="128845" y="53066"/>
                  <a:pt x="127375" y="54310"/>
                </a:cubicBezTo>
                <a:cubicBezTo>
                  <a:pt x="125055" y="56234"/>
                  <a:pt x="123301" y="58978"/>
                  <a:pt x="122113" y="62542"/>
                </a:cubicBezTo>
                <a:cubicBezTo>
                  <a:pt x="120303" y="68029"/>
                  <a:pt x="119398" y="74083"/>
                  <a:pt x="119398" y="80702"/>
                </a:cubicBezTo>
                <a:lnTo>
                  <a:pt x="119398" y="98947"/>
                </a:lnTo>
                <a:lnTo>
                  <a:pt x="119483" y="103699"/>
                </a:lnTo>
                <a:cubicBezTo>
                  <a:pt x="119483" y="106923"/>
                  <a:pt x="119681" y="108988"/>
                  <a:pt x="120077" y="109893"/>
                </a:cubicBezTo>
                <a:cubicBezTo>
                  <a:pt x="120755" y="111421"/>
                  <a:pt x="121760" y="112538"/>
                  <a:pt x="123089" y="113245"/>
                </a:cubicBezTo>
                <a:cubicBezTo>
                  <a:pt x="124419" y="113953"/>
                  <a:pt x="126667" y="114391"/>
                  <a:pt x="129835" y="114561"/>
                </a:cubicBezTo>
                <a:lnTo>
                  <a:pt x="129835" y="117616"/>
                </a:lnTo>
                <a:lnTo>
                  <a:pt x="86981" y="117616"/>
                </a:lnTo>
                <a:lnTo>
                  <a:pt x="86981" y="114561"/>
                </a:lnTo>
                <a:cubicBezTo>
                  <a:pt x="90432" y="114278"/>
                  <a:pt x="92766" y="113330"/>
                  <a:pt x="93982" y="111718"/>
                </a:cubicBezTo>
                <a:cubicBezTo>
                  <a:pt x="95199" y="110106"/>
                  <a:pt x="95807" y="105848"/>
                  <a:pt x="95807" y="98947"/>
                </a:cubicBezTo>
                <a:lnTo>
                  <a:pt x="95807" y="54989"/>
                </a:lnTo>
                <a:cubicBezTo>
                  <a:pt x="95807" y="50435"/>
                  <a:pt x="95580" y="47532"/>
                  <a:pt x="95128" y="46280"/>
                </a:cubicBezTo>
                <a:cubicBezTo>
                  <a:pt x="94562" y="44686"/>
                  <a:pt x="93742" y="43519"/>
                  <a:pt x="92667" y="42780"/>
                </a:cubicBezTo>
                <a:cubicBezTo>
                  <a:pt x="91592" y="42039"/>
                  <a:pt x="89697" y="41526"/>
                  <a:pt x="86981" y="41242"/>
                </a:cubicBezTo>
                <a:lnTo>
                  <a:pt x="86981" y="38187"/>
                </a:lnTo>
                <a:lnTo>
                  <a:pt x="119398" y="38187"/>
                </a:lnTo>
                <a:close/>
                <a:moveTo>
                  <a:pt x="314066" y="0"/>
                </a:moveTo>
                <a:lnTo>
                  <a:pt x="314066" y="39884"/>
                </a:lnTo>
                <a:lnTo>
                  <a:pt x="310757" y="39884"/>
                </a:lnTo>
                <a:cubicBezTo>
                  <a:pt x="308267" y="29420"/>
                  <a:pt x="303628" y="21401"/>
                  <a:pt x="296840" y="15829"/>
                </a:cubicBezTo>
                <a:cubicBezTo>
                  <a:pt x="290051" y="10255"/>
                  <a:pt x="282357" y="7468"/>
                  <a:pt x="273758" y="7468"/>
                </a:cubicBezTo>
                <a:cubicBezTo>
                  <a:pt x="266573" y="7468"/>
                  <a:pt x="259982" y="9533"/>
                  <a:pt x="253985" y="13662"/>
                </a:cubicBezTo>
                <a:cubicBezTo>
                  <a:pt x="247989" y="17792"/>
                  <a:pt x="243604" y="23195"/>
                  <a:pt x="240832" y="29871"/>
                </a:cubicBezTo>
                <a:cubicBezTo>
                  <a:pt x="237268" y="38413"/>
                  <a:pt x="235486" y="47918"/>
                  <a:pt x="235486" y="58384"/>
                </a:cubicBezTo>
                <a:cubicBezTo>
                  <a:pt x="235486" y="68680"/>
                  <a:pt x="236787" y="78057"/>
                  <a:pt x="239390" y="86515"/>
                </a:cubicBezTo>
                <a:cubicBezTo>
                  <a:pt x="241992" y="94972"/>
                  <a:pt x="246065" y="101365"/>
                  <a:pt x="251609" y="105693"/>
                </a:cubicBezTo>
                <a:cubicBezTo>
                  <a:pt x="257154" y="110021"/>
                  <a:pt x="264338" y="112185"/>
                  <a:pt x="273164" y="112185"/>
                </a:cubicBezTo>
                <a:cubicBezTo>
                  <a:pt x="280405" y="112185"/>
                  <a:pt x="287038" y="110601"/>
                  <a:pt x="293063" y="107433"/>
                </a:cubicBezTo>
                <a:cubicBezTo>
                  <a:pt x="299088" y="104264"/>
                  <a:pt x="305439" y="98805"/>
                  <a:pt x="312114" y="91055"/>
                </a:cubicBezTo>
                <a:lnTo>
                  <a:pt x="312114" y="100983"/>
                </a:lnTo>
                <a:cubicBezTo>
                  <a:pt x="305665" y="107715"/>
                  <a:pt x="298947" y="112595"/>
                  <a:pt x="291960" y="115621"/>
                </a:cubicBezTo>
                <a:cubicBezTo>
                  <a:pt x="284973" y="118648"/>
                  <a:pt x="276813" y="120161"/>
                  <a:pt x="267478" y="120161"/>
                </a:cubicBezTo>
                <a:cubicBezTo>
                  <a:pt x="255202" y="120161"/>
                  <a:pt x="244297" y="117704"/>
                  <a:pt x="234765" y="112789"/>
                </a:cubicBezTo>
                <a:cubicBezTo>
                  <a:pt x="225232" y="107874"/>
                  <a:pt x="217878" y="100813"/>
                  <a:pt x="212701" y="91606"/>
                </a:cubicBezTo>
                <a:cubicBezTo>
                  <a:pt x="207525" y="82397"/>
                  <a:pt x="204936" y="72595"/>
                  <a:pt x="204936" y="62200"/>
                </a:cubicBezTo>
                <a:cubicBezTo>
                  <a:pt x="204936" y="51240"/>
                  <a:pt x="207808" y="40846"/>
                  <a:pt x="213550" y="31016"/>
                </a:cubicBezTo>
                <a:cubicBezTo>
                  <a:pt x="219292" y="21185"/>
                  <a:pt x="227042" y="13558"/>
                  <a:pt x="236801" y="8136"/>
                </a:cubicBezTo>
                <a:cubicBezTo>
                  <a:pt x="246560" y="2712"/>
                  <a:pt x="256927" y="0"/>
                  <a:pt x="267902" y="0"/>
                </a:cubicBezTo>
                <a:cubicBezTo>
                  <a:pt x="275992" y="0"/>
                  <a:pt x="284535" y="1754"/>
                  <a:pt x="293530" y="5261"/>
                </a:cubicBezTo>
                <a:cubicBezTo>
                  <a:pt x="298735" y="7298"/>
                  <a:pt x="302044" y="8316"/>
                  <a:pt x="303459" y="8316"/>
                </a:cubicBezTo>
                <a:cubicBezTo>
                  <a:pt x="305269" y="8316"/>
                  <a:pt x="306839" y="7652"/>
                  <a:pt x="308168" y="6322"/>
                </a:cubicBezTo>
                <a:cubicBezTo>
                  <a:pt x="309498" y="4993"/>
                  <a:pt x="310361" y="2885"/>
                  <a:pt x="310757" y="0"/>
                </a:cubicBezTo>
                <a:lnTo>
                  <a:pt x="314066" y="0"/>
                </a:lnTo>
                <a:close/>
                <a:moveTo>
                  <a:pt x="373184" y="105905"/>
                </a:moveTo>
                <a:cubicBezTo>
                  <a:pt x="363510" y="114504"/>
                  <a:pt x="354826" y="118804"/>
                  <a:pt x="347132" y="118804"/>
                </a:cubicBezTo>
                <a:cubicBezTo>
                  <a:pt x="342606" y="118804"/>
                  <a:pt x="338844" y="117314"/>
                  <a:pt x="335846" y="114335"/>
                </a:cubicBezTo>
                <a:cubicBezTo>
                  <a:pt x="332848" y="111355"/>
                  <a:pt x="331348" y="107623"/>
                  <a:pt x="331348" y="103139"/>
                </a:cubicBezTo>
                <a:cubicBezTo>
                  <a:pt x="331348" y="97065"/>
                  <a:pt x="333951" y="91601"/>
                  <a:pt x="339155" y="86748"/>
                </a:cubicBezTo>
                <a:cubicBezTo>
                  <a:pt x="344360" y="81895"/>
                  <a:pt x="355703" y="75439"/>
                  <a:pt x="373184" y="67379"/>
                </a:cubicBezTo>
                <a:lnTo>
                  <a:pt x="373184" y="59402"/>
                </a:lnTo>
                <a:cubicBezTo>
                  <a:pt x="373184" y="53405"/>
                  <a:pt x="372859" y="49629"/>
                  <a:pt x="372208" y="48073"/>
                </a:cubicBezTo>
                <a:cubicBezTo>
                  <a:pt x="371558" y="46517"/>
                  <a:pt x="370327" y="45160"/>
                  <a:pt x="368517" y="44000"/>
                </a:cubicBezTo>
                <a:cubicBezTo>
                  <a:pt x="366707" y="42840"/>
                  <a:pt x="364670" y="42260"/>
                  <a:pt x="362407" y="42260"/>
                </a:cubicBezTo>
                <a:cubicBezTo>
                  <a:pt x="358730" y="42260"/>
                  <a:pt x="355703" y="43080"/>
                  <a:pt x="353327" y="44721"/>
                </a:cubicBezTo>
                <a:cubicBezTo>
                  <a:pt x="351856" y="45739"/>
                  <a:pt x="351121" y="46927"/>
                  <a:pt x="351121" y="48285"/>
                </a:cubicBezTo>
                <a:cubicBezTo>
                  <a:pt x="351121" y="49473"/>
                  <a:pt x="351913" y="50944"/>
                  <a:pt x="353497" y="52698"/>
                </a:cubicBezTo>
                <a:cubicBezTo>
                  <a:pt x="355647" y="55131"/>
                  <a:pt x="356721" y="57478"/>
                  <a:pt x="356721" y="59741"/>
                </a:cubicBezTo>
                <a:cubicBezTo>
                  <a:pt x="356721" y="62513"/>
                  <a:pt x="355689" y="64875"/>
                  <a:pt x="353624" y="66827"/>
                </a:cubicBezTo>
                <a:cubicBezTo>
                  <a:pt x="351559" y="68779"/>
                  <a:pt x="348858" y="69755"/>
                  <a:pt x="345520" y="69755"/>
                </a:cubicBezTo>
                <a:cubicBezTo>
                  <a:pt x="341956" y="69755"/>
                  <a:pt x="338972" y="68680"/>
                  <a:pt x="336567" y="66530"/>
                </a:cubicBezTo>
                <a:cubicBezTo>
                  <a:pt x="334163" y="64380"/>
                  <a:pt x="332961" y="61863"/>
                  <a:pt x="332961" y="58978"/>
                </a:cubicBezTo>
                <a:cubicBezTo>
                  <a:pt x="332961" y="54904"/>
                  <a:pt x="334573" y="51015"/>
                  <a:pt x="337798" y="47309"/>
                </a:cubicBezTo>
                <a:cubicBezTo>
                  <a:pt x="341022" y="43604"/>
                  <a:pt x="345520" y="40761"/>
                  <a:pt x="351290" y="38781"/>
                </a:cubicBezTo>
                <a:cubicBezTo>
                  <a:pt x="357061" y="36801"/>
                  <a:pt x="363058" y="35811"/>
                  <a:pt x="369281" y="35811"/>
                </a:cubicBezTo>
                <a:cubicBezTo>
                  <a:pt x="376805" y="35811"/>
                  <a:pt x="382759" y="37413"/>
                  <a:pt x="387144" y="40619"/>
                </a:cubicBezTo>
                <a:cubicBezTo>
                  <a:pt x="391528" y="43822"/>
                  <a:pt x="394371" y="47295"/>
                  <a:pt x="395672" y="51038"/>
                </a:cubicBezTo>
                <a:cubicBezTo>
                  <a:pt x="396464" y="53419"/>
                  <a:pt x="396860" y="58891"/>
                  <a:pt x="396860" y="67453"/>
                </a:cubicBezTo>
                <a:lnTo>
                  <a:pt x="396860" y="98329"/>
                </a:lnTo>
                <a:cubicBezTo>
                  <a:pt x="396860" y="101958"/>
                  <a:pt x="397002" y="104241"/>
                  <a:pt x="397284" y="105178"/>
                </a:cubicBezTo>
                <a:cubicBezTo>
                  <a:pt x="397567" y="106114"/>
                  <a:pt x="397992" y="106808"/>
                  <a:pt x="398557" y="107263"/>
                </a:cubicBezTo>
                <a:cubicBezTo>
                  <a:pt x="399123" y="107715"/>
                  <a:pt x="399774" y="107942"/>
                  <a:pt x="400509" y="107942"/>
                </a:cubicBezTo>
                <a:cubicBezTo>
                  <a:pt x="401980" y="107942"/>
                  <a:pt x="403479" y="106895"/>
                  <a:pt x="405007" y="104802"/>
                </a:cubicBezTo>
                <a:lnTo>
                  <a:pt x="407552" y="106838"/>
                </a:lnTo>
                <a:cubicBezTo>
                  <a:pt x="404724" y="111025"/>
                  <a:pt x="401796" y="114066"/>
                  <a:pt x="398769" y="115961"/>
                </a:cubicBezTo>
                <a:cubicBezTo>
                  <a:pt x="395743" y="117856"/>
                  <a:pt x="392306" y="118804"/>
                  <a:pt x="388459" y="118804"/>
                </a:cubicBezTo>
                <a:cubicBezTo>
                  <a:pt x="383933" y="118804"/>
                  <a:pt x="380397" y="117736"/>
                  <a:pt x="377852" y="115600"/>
                </a:cubicBezTo>
                <a:cubicBezTo>
                  <a:pt x="375306" y="113465"/>
                  <a:pt x="373750" y="110233"/>
                  <a:pt x="373184" y="105905"/>
                </a:cubicBezTo>
                <a:moveTo>
                  <a:pt x="373184" y="99625"/>
                </a:moveTo>
                <a:lnTo>
                  <a:pt x="373184" y="73080"/>
                </a:lnTo>
                <a:cubicBezTo>
                  <a:pt x="366339" y="77116"/>
                  <a:pt x="361247" y="81437"/>
                  <a:pt x="357909" y="86043"/>
                </a:cubicBezTo>
                <a:cubicBezTo>
                  <a:pt x="355703" y="89112"/>
                  <a:pt x="354600" y="92210"/>
                  <a:pt x="354600" y="95337"/>
                </a:cubicBezTo>
                <a:cubicBezTo>
                  <a:pt x="354600" y="97952"/>
                  <a:pt x="355533" y="100255"/>
                  <a:pt x="357400" y="102245"/>
                </a:cubicBezTo>
                <a:cubicBezTo>
                  <a:pt x="358815" y="103780"/>
                  <a:pt x="360795" y="104547"/>
                  <a:pt x="363341" y="104547"/>
                </a:cubicBezTo>
                <a:cubicBezTo>
                  <a:pt x="366169" y="104547"/>
                  <a:pt x="369450" y="102907"/>
                  <a:pt x="373184" y="99625"/>
                </a:cubicBezTo>
                <a:close/>
                <a:moveTo>
                  <a:pt x="447776" y="8995"/>
                </a:moveTo>
                <a:lnTo>
                  <a:pt x="447776" y="38187"/>
                </a:lnTo>
                <a:lnTo>
                  <a:pt x="466615" y="38187"/>
                </a:lnTo>
                <a:lnTo>
                  <a:pt x="466615" y="46503"/>
                </a:lnTo>
                <a:lnTo>
                  <a:pt x="447776" y="46503"/>
                </a:lnTo>
                <a:lnTo>
                  <a:pt x="447776" y="95600"/>
                </a:lnTo>
                <a:cubicBezTo>
                  <a:pt x="447776" y="100195"/>
                  <a:pt x="447988" y="103159"/>
                  <a:pt x="448413" y="104492"/>
                </a:cubicBezTo>
                <a:cubicBezTo>
                  <a:pt x="448837" y="105825"/>
                  <a:pt x="449586" y="106903"/>
                  <a:pt x="450661" y="107727"/>
                </a:cubicBezTo>
                <a:cubicBezTo>
                  <a:pt x="451736" y="108549"/>
                  <a:pt x="452726" y="108960"/>
                  <a:pt x="453631" y="108960"/>
                </a:cubicBezTo>
                <a:cubicBezTo>
                  <a:pt x="457309" y="108960"/>
                  <a:pt x="460788" y="106131"/>
                  <a:pt x="464069" y="100474"/>
                </a:cubicBezTo>
                <a:lnTo>
                  <a:pt x="466615" y="102359"/>
                </a:lnTo>
                <a:cubicBezTo>
                  <a:pt x="462033" y="113322"/>
                  <a:pt x="454593" y="118804"/>
                  <a:pt x="444297" y="118804"/>
                </a:cubicBezTo>
                <a:cubicBezTo>
                  <a:pt x="439262" y="118804"/>
                  <a:pt x="435005" y="117399"/>
                  <a:pt x="431525" y="114590"/>
                </a:cubicBezTo>
                <a:cubicBezTo>
                  <a:pt x="428046" y="111779"/>
                  <a:pt x="425826" y="108642"/>
                  <a:pt x="424864" y="105178"/>
                </a:cubicBezTo>
                <a:cubicBezTo>
                  <a:pt x="424298" y="103248"/>
                  <a:pt x="424015" y="98025"/>
                  <a:pt x="424015" y="89509"/>
                </a:cubicBezTo>
                <a:lnTo>
                  <a:pt x="424015" y="46503"/>
                </a:lnTo>
                <a:lnTo>
                  <a:pt x="413662" y="46503"/>
                </a:lnTo>
                <a:lnTo>
                  <a:pt x="413662" y="43525"/>
                </a:lnTo>
                <a:cubicBezTo>
                  <a:pt x="420791" y="38480"/>
                  <a:pt x="426858" y="33178"/>
                  <a:pt x="431865" y="27622"/>
                </a:cubicBezTo>
                <a:cubicBezTo>
                  <a:pt x="436872" y="22065"/>
                  <a:pt x="441242" y="15856"/>
                  <a:pt x="444976" y="8995"/>
                </a:cubicBezTo>
                <a:lnTo>
                  <a:pt x="447776" y="8995"/>
                </a:lnTo>
                <a:close/>
                <a:moveTo>
                  <a:pt x="541375" y="75016"/>
                </a:moveTo>
                <a:lnTo>
                  <a:pt x="497842" y="75016"/>
                </a:lnTo>
                <a:cubicBezTo>
                  <a:pt x="498351" y="85567"/>
                  <a:pt x="501151" y="93905"/>
                  <a:pt x="506243" y="100031"/>
                </a:cubicBezTo>
                <a:cubicBezTo>
                  <a:pt x="510147" y="104739"/>
                  <a:pt x="514842" y="107093"/>
                  <a:pt x="520330" y="107093"/>
                </a:cubicBezTo>
                <a:cubicBezTo>
                  <a:pt x="523724" y="107093"/>
                  <a:pt x="526807" y="106145"/>
                  <a:pt x="529580" y="104250"/>
                </a:cubicBezTo>
                <a:cubicBezTo>
                  <a:pt x="532352" y="102355"/>
                  <a:pt x="535322" y="98947"/>
                  <a:pt x="538490" y="94025"/>
                </a:cubicBezTo>
                <a:lnTo>
                  <a:pt x="541375" y="95892"/>
                </a:lnTo>
                <a:cubicBezTo>
                  <a:pt x="537075" y="104660"/>
                  <a:pt x="532323" y="110869"/>
                  <a:pt x="527119" y="114518"/>
                </a:cubicBezTo>
                <a:cubicBezTo>
                  <a:pt x="521914" y="118167"/>
                  <a:pt x="515889" y="119992"/>
                  <a:pt x="509043" y="119992"/>
                </a:cubicBezTo>
                <a:cubicBezTo>
                  <a:pt x="497276" y="119992"/>
                  <a:pt x="488366" y="115461"/>
                  <a:pt x="482313" y="106401"/>
                </a:cubicBezTo>
                <a:cubicBezTo>
                  <a:pt x="477447" y="99096"/>
                  <a:pt x="475015" y="90035"/>
                  <a:pt x="475015" y="79219"/>
                </a:cubicBezTo>
                <a:cubicBezTo>
                  <a:pt x="475015" y="65967"/>
                  <a:pt x="478593" y="55420"/>
                  <a:pt x="485749" y="47577"/>
                </a:cubicBezTo>
                <a:cubicBezTo>
                  <a:pt x="492906" y="39733"/>
                  <a:pt x="501293" y="35811"/>
                  <a:pt x="510910" y="35811"/>
                </a:cubicBezTo>
                <a:cubicBezTo>
                  <a:pt x="518944" y="35811"/>
                  <a:pt x="525916" y="39106"/>
                  <a:pt x="531828" y="45697"/>
                </a:cubicBezTo>
                <a:cubicBezTo>
                  <a:pt x="537740" y="52288"/>
                  <a:pt x="540922" y="62061"/>
                  <a:pt x="541375" y="75016"/>
                </a:cubicBezTo>
                <a:moveTo>
                  <a:pt x="520500" y="69415"/>
                </a:moveTo>
                <a:cubicBezTo>
                  <a:pt x="520500" y="60307"/>
                  <a:pt x="520004" y="54056"/>
                  <a:pt x="519014" y="50661"/>
                </a:cubicBezTo>
                <a:cubicBezTo>
                  <a:pt x="518024" y="47267"/>
                  <a:pt x="516483" y="44693"/>
                  <a:pt x="514390" y="42939"/>
                </a:cubicBezTo>
                <a:cubicBezTo>
                  <a:pt x="513202" y="41921"/>
                  <a:pt x="511618" y="41412"/>
                  <a:pt x="509637" y="41412"/>
                </a:cubicBezTo>
                <a:cubicBezTo>
                  <a:pt x="506696" y="41412"/>
                  <a:pt x="504291" y="42854"/>
                  <a:pt x="502424" y="45739"/>
                </a:cubicBezTo>
                <a:cubicBezTo>
                  <a:pt x="499087" y="50774"/>
                  <a:pt x="497418" y="57676"/>
                  <a:pt x="497418" y="66445"/>
                </a:cubicBezTo>
                <a:lnTo>
                  <a:pt x="497418" y="69415"/>
                </a:lnTo>
                <a:lnTo>
                  <a:pt x="520500" y="69415"/>
                </a:lnTo>
                <a:close/>
                <a:moveTo>
                  <a:pt x="602246" y="39205"/>
                </a:moveTo>
                <a:lnTo>
                  <a:pt x="628977" y="39205"/>
                </a:lnTo>
                <a:lnTo>
                  <a:pt x="628977" y="48540"/>
                </a:lnTo>
                <a:lnTo>
                  <a:pt x="613787" y="48540"/>
                </a:lnTo>
                <a:cubicBezTo>
                  <a:pt x="616559" y="51312"/>
                  <a:pt x="618482" y="53829"/>
                  <a:pt x="619557" y="56092"/>
                </a:cubicBezTo>
                <a:cubicBezTo>
                  <a:pt x="620915" y="59147"/>
                  <a:pt x="621594" y="62344"/>
                  <a:pt x="621594" y="65681"/>
                </a:cubicBezTo>
                <a:cubicBezTo>
                  <a:pt x="621594" y="71339"/>
                  <a:pt x="620024" y="76247"/>
                  <a:pt x="616884" y="80405"/>
                </a:cubicBezTo>
                <a:cubicBezTo>
                  <a:pt x="613744" y="84563"/>
                  <a:pt x="609473" y="87816"/>
                  <a:pt x="604070" y="90164"/>
                </a:cubicBezTo>
                <a:cubicBezTo>
                  <a:pt x="598668" y="92511"/>
                  <a:pt x="593873" y="93685"/>
                  <a:pt x="589687" y="93685"/>
                </a:cubicBezTo>
                <a:cubicBezTo>
                  <a:pt x="589347" y="93685"/>
                  <a:pt x="585953" y="93544"/>
                  <a:pt x="579504" y="93261"/>
                </a:cubicBezTo>
                <a:cubicBezTo>
                  <a:pt x="576958" y="93261"/>
                  <a:pt x="574822" y="94091"/>
                  <a:pt x="573097" y="95751"/>
                </a:cubicBezTo>
                <a:cubicBezTo>
                  <a:pt x="571371" y="97411"/>
                  <a:pt x="570508" y="99394"/>
                  <a:pt x="570508" y="101699"/>
                </a:cubicBezTo>
                <a:cubicBezTo>
                  <a:pt x="570508" y="103725"/>
                  <a:pt x="571286" y="105385"/>
                  <a:pt x="572842" y="106679"/>
                </a:cubicBezTo>
                <a:cubicBezTo>
                  <a:pt x="574398" y="107973"/>
                  <a:pt x="576929" y="108621"/>
                  <a:pt x="580437" y="108621"/>
                </a:cubicBezTo>
                <a:lnTo>
                  <a:pt x="595118" y="108451"/>
                </a:lnTo>
                <a:cubicBezTo>
                  <a:pt x="606998" y="108451"/>
                  <a:pt x="615173" y="109755"/>
                  <a:pt x="619642" y="112362"/>
                </a:cubicBezTo>
                <a:cubicBezTo>
                  <a:pt x="626035" y="115988"/>
                  <a:pt x="629231" y="121571"/>
                  <a:pt x="629231" y="129109"/>
                </a:cubicBezTo>
                <a:cubicBezTo>
                  <a:pt x="629231" y="133926"/>
                  <a:pt x="627760" y="138305"/>
                  <a:pt x="624819" y="142244"/>
                </a:cubicBezTo>
                <a:cubicBezTo>
                  <a:pt x="621877" y="146183"/>
                  <a:pt x="618002" y="149087"/>
                  <a:pt x="613193" y="150958"/>
                </a:cubicBezTo>
                <a:cubicBezTo>
                  <a:pt x="605895" y="153735"/>
                  <a:pt x="597494" y="155124"/>
                  <a:pt x="587990" y="155124"/>
                </a:cubicBezTo>
                <a:cubicBezTo>
                  <a:pt x="580861" y="155124"/>
                  <a:pt x="574355" y="154431"/>
                  <a:pt x="568472" y="153045"/>
                </a:cubicBezTo>
                <a:cubicBezTo>
                  <a:pt x="562588" y="151659"/>
                  <a:pt x="558373" y="149734"/>
                  <a:pt x="555828" y="147272"/>
                </a:cubicBezTo>
                <a:cubicBezTo>
                  <a:pt x="553282" y="144811"/>
                  <a:pt x="552009" y="142222"/>
                  <a:pt x="552009" y="139504"/>
                </a:cubicBezTo>
                <a:cubicBezTo>
                  <a:pt x="552009" y="136902"/>
                  <a:pt x="552985" y="134567"/>
                  <a:pt x="554937" y="132501"/>
                </a:cubicBezTo>
                <a:cubicBezTo>
                  <a:pt x="556888" y="130436"/>
                  <a:pt x="560523" y="128696"/>
                  <a:pt x="565841" y="127282"/>
                </a:cubicBezTo>
                <a:cubicBezTo>
                  <a:pt x="558487" y="123661"/>
                  <a:pt x="554809" y="118627"/>
                  <a:pt x="554809" y="112179"/>
                </a:cubicBezTo>
                <a:cubicBezTo>
                  <a:pt x="554809" y="108276"/>
                  <a:pt x="556309" y="104486"/>
                  <a:pt x="559307" y="100811"/>
                </a:cubicBezTo>
                <a:cubicBezTo>
                  <a:pt x="562305" y="97134"/>
                  <a:pt x="567057" y="93937"/>
                  <a:pt x="573563" y="91222"/>
                </a:cubicBezTo>
                <a:cubicBezTo>
                  <a:pt x="565983" y="88446"/>
                  <a:pt x="560495" y="84792"/>
                  <a:pt x="557101" y="80259"/>
                </a:cubicBezTo>
                <a:cubicBezTo>
                  <a:pt x="553706" y="75726"/>
                  <a:pt x="552009" y="70485"/>
                  <a:pt x="552009" y="64536"/>
                </a:cubicBezTo>
                <a:cubicBezTo>
                  <a:pt x="552009" y="56775"/>
                  <a:pt x="555177" y="50047"/>
                  <a:pt x="561513" y="44353"/>
                </a:cubicBezTo>
                <a:cubicBezTo>
                  <a:pt x="567849" y="38658"/>
                  <a:pt x="575996" y="35811"/>
                  <a:pt x="585953" y="35811"/>
                </a:cubicBezTo>
                <a:cubicBezTo>
                  <a:pt x="591214" y="35811"/>
                  <a:pt x="596645" y="36942"/>
                  <a:pt x="602246" y="39205"/>
                </a:cubicBezTo>
                <a:moveTo>
                  <a:pt x="587565" y="41242"/>
                </a:moveTo>
                <a:cubicBezTo>
                  <a:pt x="584284" y="41242"/>
                  <a:pt x="581512" y="42894"/>
                  <a:pt x="579249" y="46198"/>
                </a:cubicBezTo>
                <a:cubicBezTo>
                  <a:pt x="576986" y="49501"/>
                  <a:pt x="575855" y="56348"/>
                  <a:pt x="575855" y="66740"/>
                </a:cubicBezTo>
                <a:cubicBezTo>
                  <a:pt x="575855" y="75153"/>
                  <a:pt x="576972" y="80927"/>
                  <a:pt x="579207" y="84062"/>
                </a:cubicBezTo>
                <a:cubicBezTo>
                  <a:pt x="581441" y="87196"/>
                  <a:pt x="584086" y="88763"/>
                  <a:pt x="587141" y="88763"/>
                </a:cubicBezTo>
                <a:cubicBezTo>
                  <a:pt x="590535" y="88763"/>
                  <a:pt x="593364" y="87210"/>
                  <a:pt x="595627" y="84104"/>
                </a:cubicBezTo>
                <a:cubicBezTo>
                  <a:pt x="597890" y="80998"/>
                  <a:pt x="599021" y="74955"/>
                  <a:pt x="599021" y="65976"/>
                </a:cubicBezTo>
                <a:cubicBezTo>
                  <a:pt x="599021" y="55869"/>
                  <a:pt x="597748" y="48979"/>
                  <a:pt x="595203" y="45307"/>
                </a:cubicBezTo>
                <a:cubicBezTo>
                  <a:pt x="593392" y="42597"/>
                  <a:pt x="590846" y="41242"/>
                  <a:pt x="587565" y="41242"/>
                </a:cubicBezTo>
                <a:moveTo>
                  <a:pt x="582558" y="129326"/>
                </a:moveTo>
                <a:cubicBezTo>
                  <a:pt x="576788" y="129326"/>
                  <a:pt x="572969" y="129805"/>
                  <a:pt x="571102" y="130764"/>
                </a:cubicBezTo>
                <a:cubicBezTo>
                  <a:pt x="567878" y="132509"/>
                  <a:pt x="566265" y="134874"/>
                  <a:pt x="566265" y="137860"/>
                </a:cubicBezTo>
                <a:cubicBezTo>
                  <a:pt x="566265" y="140733"/>
                  <a:pt x="567934" y="143338"/>
                  <a:pt x="571272" y="145675"/>
                </a:cubicBezTo>
                <a:cubicBezTo>
                  <a:pt x="574610" y="148014"/>
                  <a:pt x="580890" y="149184"/>
                  <a:pt x="590111" y="149184"/>
                </a:cubicBezTo>
                <a:cubicBezTo>
                  <a:pt x="597975" y="149184"/>
                  <a:pt x="604155" y="148141"/>
                  <a:pt x="608653" y="146057"/>
                </a:cubicBezTo>
                <a:cubicBezTo>
                  <a:pt x="613150" y="143973"/>
                  <a:pt x="615399" y="141043"/>
                  <a:pt x="615399" y="137269"/>
                </a:cubicBezTo>
                <a:cubicBezTo>
                  <a:pt x="615399" y="135861"/>
                  <a:pt x="614975" y="134679"/>
                  <a:pt x="614126" y="133720"/>
                </a:cubicBezTo>
                <a:cubicBezTo>
                  <a:pt x="612599" y="132030"/>
                  <a:pt x="610293" y="130875"/>
                  <a:pt x="607210" y="130255"/>
                </a:cubicBezTo>
                <a:cubicBezTo>
                  <a:pt x="604127" y="129636"/>
                  <a:pt x="595910" y="129326"/>
                  <a:pt x="582558" y="129326"/>
                </a:cubicBezTo>
                <a:close/>
                <a:moveTo>
                  <a:pt x="675650" y="35811"/>
                </a:moveTo>
                <a:cubicBezTo>
                  <a:pt x="682552" y="35811"/>
                  <a:pt x="688973" y="37595"/>
                  <a:pt x="694913" y="41162"/>
                </a:cubicBezTo>
                <a:cubicBezTo>
                  <a:pt x="700853" y="44730"/>
                  <a:pt x="705365" y="49799"/>
                  <a:pt x="708448" y="56368"/>
                </a:cubicBezTo>
                <a:cubicBezTo>
                  <a:pt x="711531" y="62938"/>
                  <a:pt x="713073" y="70130"/>
                  <a:pt x="713073" y="77944"/>
                </a:cubicBezTo>
                <a:cubicBezTo>
                  <a:pt x="713073" y="89212"/>
                  <a:pt x="710216" y="98642"/>
                  <a:pt x="704502" y="106231"/>
                </a:cubicBezTo>
                <a:cubicBezTo>
                  <a:pt x="697600" y="115405"/>
                  <a:pt x="688068" y="119992"/>
                  <a:pt x="675904" y="119992"/>
                </a:cubicBezTo>
                <a:cubicBezTo>
                  <a:pt x="663967" y="119992"/>
                  <a:pt x="654774" y="115801"/>
                  <a:pt x="648325" y="107419"/>
                </a:cubicBezTo>
                <a:cubicBezTo>
                  <a:pt x="641876" y="99038"/>
                  <a:pt x="638651" y="89326"/>
                  <a:pt x="638651" y="78283"/>
                </a:cubicBezTo>
                <a:cubicBezTo>
                  <a:pt x="638651" y="66901"/>
                  <a:pt x="641946" y="56977"/>
                  <a:pt x="648537" y="48511"/>
                </a:cubicBezTo>
                <a:cubicBezTo>
                  <a:pt x="655128" y="40044"/>
                  <a:pt x="664165" y="35811"/>
                  <a:pt x="675650" y="35811"/>
                </a:cubicBezTo>
                <a:moveTo>
                  <a:pt x="675989" y="41751"/>
                </a:moveTo>
                <a:cubicBezTo>
                  <a:pt x="673104" y="41751"/>
                  <a:pt x="670629" y="42842"/>
                  <a:pt x="668564" y="45023"/>
                </a:cubicBezTo>
                <a:cubicBezTo>
                  <a:pt x="666499" y="47203"/>
                  <a:pt x="665141" y="51507"/>
                  <a:pt x="664491" y="57935"/>
                </a:cubicBezTo>
                <a:cubicBezTo>
                  <a:pt x="663840" y="64364"/>
                  <a:pt x="663515" y="73299"/>
                  <a:pt x="663515" y="84740"/>
                </a:cubicBezTo>
                <a:cubicBezTo>
                  <a:pt x="663515" y="90801"/>
                  <a:pt x="663911" y="96465"/>
                  <a:pt x="664703" y="101734"/>
                </a:cubicBezTo>
                <a:cubicBezTo>
                  <a:pt x="665325" y="105754"/>
                  <a:pt x="666655" y="108812"/>
                  <a:pt x="668691" y="110909"/>
                </a:cubicBezTo>
                <a:cubicBezTo>
                  <a:pt x="670728" y="113004"/>
                  <a:pt x="673047" y="114052"/>
                  <a:pt x="675650" y="114052"/>
                </a:cubicBezTo>
                <a:cubicBezTo>
                  <a:pt x="678196" y="114052"/>
                  <a:pt x="680317" y="113344"/>
                  <a:pt x="682014" y="111927"/>
                </a:cubicBezTo>
                <a:cubicBezTo>
                  <a:pt x="684221" y="110002"/>
                  <a:pt x="685691" y="107311"/>
                  <a:pt x="686427" y="103855"/>
                </a:cubicBezTo>
                <a:cubicBezTo>
                  <a:pt x="687558" y="98475"/>
                  <a:pt x="688124" y="87601"/>
                  <a:pt x="688124" y="71232"/>
                </a:cubicBezTo>
                <a:cubicBezTo>
                  <a:pt x="688124" y="61604"/>
                  <a:pt x="687587" y="54992"/>
                  <a:pt x="686512" y="51396"/>
                </a:cubicBezTo>
                <a:cubicBezTo>
                  <a:pt x="685437" y="47798"/>
                  <a:pt x="683853" y="45178"/>
                  <a:pt x="681760" y="43536"/>
                </a:cubicBezTo>
                <a:cubicBezTo>
                  <a:pt x="680289" y="42346"/>
                  <a:pt x="678365" y="41751"/>
                  <a:pt x="675989" y="41751"/>
                </a:cubicBezTo>
                <a:close/>
                <a:moveTo>
                  <a:pt x="758049" y="38187"/>
                </a:moveTo>
                <a:lnTo>
                  <a:pt x="758049" y="56177"/>
                </a:lnTo>
                <a:cubicBezTo>
                  <a:pt x="763310" y="47974"/>
                  <a:pt x="767921" y="42529"/>
                  <a:pt x="771881" y="39842"/>
                </a:cubicBezTo>
                <a:cubicBezTo>
                  <a:pt x="775841" y="37154"/>
                  <a:pt x="779660" y="35811"/>
                  <a:pt x="783337" y="35811"/>
                </a:cubicBezTo>
                <a:cubicBezTo>
                  <a:pt x="786505" y="35811"/>
                  <a:pt x="789037" y="36790"/>
                  <a:pt x="790932" y="38749"/>
                </a:cubicBezTo>
                <a:cubicBezTo>
                  <a:pt x="792827" y="40708"/>
                  <a:pt x="793775" y="43476"/>
                  <a:pt x="793775" y="47052"/>
                </a:cubicBezTo>
                <a:cubicBezTo>
                  <a:pt x="793775" y="50857"/>
                  <a:pt x="792855" y="53810"/>
                  <a:pt x="791017" y="55912"/>
                </a:cubicBezTo>
                <a:cubicBezTo>
                  <a:pt x="789178" y="58012"/>
                  <a:pt x="786958" y="59062"/>
                  <a:pt x="784355" y="59062"/>
                </a:cubicBezTo>
                <a:cubicBezTo>
                  <a:pt x="781357" y="59062"/>
                  <a:pt x="778754" y="58101"/>
                  <a:pt x="776548" y="56177"/>
                </a:cubicBezTo>
                <a:cubicBezTo>
                  <a:pt x="774342" y="54254"/>
                  <a:pt x="773040" y="53179"/>
                  <a:pt x="772644" y="52953"/>
                </a:cubicBezTo>
                <a:cubicBezTo>
                  <a:pt x="772079" y="52613"/>
                  <a:pt x="771428" y="52443"/>
                  <a:pt x="770693" y="52443"/>
                </a:cubicBezTo>
                <a:cubicBezTo>
                  <a:pt x="769052" y="52443"/>
                  <a:pt x="767496" y="53066"/>
                  <a:pt x="766025" y="54310"/>
                </a:cubicBezTo>
                <a:cubicBezTo>
                  <a:pt x="763706" y="56234"/>
                  <a:pt x="761952" y="58978"/>
                  <a:pt x="760764" y="62542"/>
                </a:cubicBezTo>
                <a:cubicBezTo>
                  <a:pt x="758954" y="68029"/>
                  <a:pt x="758049" y="74083"/>
                  <a:pt x="758049" y="80702"/>
                </a:cubicBezTo>
                <a:lnTo>
                  <a:pt x="758049" y="98947"/>
                </a:lnTo>
                <a:lnTo>
                  <a:pt x="758133" y="103699"/>
                </a:lnTo>
                <a:cubicBezTo>
                  <a:pt x="758133" y="106923"/>
                  <a:pt x="758331" y="108988"/>
                  <a:pt x="758727" y="109893"/>
                </a:cubicBezTo>
                <a:cubicBezTo>
                  <a:pt x="759406" y="111421"/>
                  <a:pt x="760411" y="112538"/>
                  <a:pt x="761740" y="113245"/>
                </a:cubicBezTo>
                <a:cubicBezTo>
                  <a:pt x="763069" y="113953"/>
                  <a:pt x="765318" y="114391"/>
                  <a:pt x="768486" y="114561"/>
                </a:cubicBezTo>
                <a:lnTo>
                  <a:pt x="768486" y="117616"/>
                </a:lnTo>
                <a:lnTo>
                  <a:pt x="725632" y="117616"/>
                </a:lnTo>
                <a:lnTo>
                  <a:pt x="725632" y="114561"/>
                </a:lnTo>
                <a:cubicBezTo>
                  <a:pt x="729083" y="114278"/>
                  <a:pt x="731417" y="113330"/>
                  <a:pt x="732633" y="111718"/>
                </a:cubicBezTo>
                <a:cubicBezTo>
                  <a:pt x="733849" y="110106"/>
                  <a:pt x="734458" y="105848"/>
                  <a:pt x="734458" y="98947"/>
                </a:cubicBezTo>
                <a:lnTo>
                  <a:pt x="734458" y="54989"/>
                </a:lnTo>
                <a:cubicBezTo>
                  <a:pt x="734458" y="50435"/>
                  <a:pt x="734231" y="47532"/>
                  <a:pt x="733779" y="46280"/>
                </a:cubicBezTo>
                <a:cubicBezTo>
                  <a:pt x="733213" y="44686"/>
                  <a:pt x="732393" y="43519"/>
                  <a:pt x="731318" y="42780"/>
                </a:cubicBezTo>
                <a:cubicBezTo>
                  <a:pt x="730243" y="42039"/>
                  <a:pt x="728348" y="41526"/>
                  <a:pt x="725632" y="41242"/>
                </a:cubicBezTo>
                <a:lnTo>
                  <a:pt x="725632" y="38187"/>
                </a:lnTo>
                <a:lnTo>
                  <a:pt x="758049" y="38187"/>
                </a:lnTo>
                <a:close/>
                <a:moveTo>
                  <a:pt x="821381" y="0"/>
                </a:moveTo>
                <a:cubicBezTo>
                  <a:pt x="825058" y="0"/>
                  <a:pt x="828169" y="1291"/>
                  <a:pt x="830715" y="3874"/>
                </a:cubicBezTo>
                <a:cubicBezTo>
                  <a:pt x="833261" y="6456"/>
                  <a:pt x="834534" y="9563"/>
                  <a:pt x="834534" y="13196"/>
                </a:cubicBezTo>
                <a:cubicBezTo>
                  <a:pt x="834534" y="16829"/>
                  <a:pt x="833247" y="19923"/>
                  <a:pt x="830673" y="22477"/>
                </a:cubicBezTo>
                <a:cubicBezTo>
                  <a:pt x="828099" y="25030"/>
                  <a:pt x="825001" y="26307"/>
                  <a:pt x="821381" y="26307"/>
                </a:cubicBezTo>
                <a:cubicBezTo>
                  <a:pt x="817760" y="26307"/>
                  <a:pt x="814677" y="25030"/>
                  <a:pt x="812131" y="22477"/>
                </a:cubicBezTo>
                <a:cubicBezTo>
                  <a:pt x="809585" y="19923"/>
                  <a:pt x="808312" y="16829"/>
                  <a:pt x="808312" y="13196"/>
                </a:cubicBezTo>
                <a:cubicBezTo>
                  <a:pt x="808312" y="9563"/>
                  <a:pt x="809585" y="6456"/>
                  <a:pt x="812131" y="3874"/>
                </a:cubicBezTo>
                <a:cubicBezTo>
                  <a:pt x="814677" y="1291"/>
                  <a:pt x="817760" y="0"/>
                  <a:pt x="821381" y="0"/>
                </a:cubicBezTo>
                <a:moveTo>
                  <a:pt x="833261" y="38187"/>
                </a:moveTo>
                <a:lnTo>
                  <a:pt x="833261" y="101153"/>
                </a:lnTo>
                <a:cubicBezTo>
                  <a:pt x="833261" y="106754"/>
                  <a:pt x="833912" y="110332"/>
                  <a:pt x="835213" y="111888"/>
                </a:cubicBezTo>
                <a:cubicBezTo>
                  <a:pt x="836514" y="113443"/>
                  <a:pt x="839060" y="114334"/>
                  <a:pt x="842850" y="114561"/>
                </a:cubicBezTo>
                <a:lnTo>
                  <a:pt x="842850" y="117616"/>
                </a:lnTo>
                <a:lnTo>
                  <a:pt x="799996" y="117616"/>
                </a:lnTo>
                <a:lnTo>
                  <a:pt x="799996" y="114561"/>
                </a:lnTo>
                <a:cubicBezTo>
                  <a:pt x="803503" y="114448"/>
                  <a:pt x="806106" y="113429"/>
                  <a:pt x="807803" y="111506"/>
                </a:cubicBezTo>
                <a:cubicBezTo>
                  <a:pt x="808934" y="110205"/>
                  <a:pt x="809500" y="106754"/>
                  <a:pt x="809500" y="101153"/>
                </a:cubicBezTo>
                <a:lnTo>
                  <a:pt x="809500" y="54819"/>
                </a:lnTo>
                <a:cubicBezTo>
                  <a:pt x="809500" y="49148"/>
                  <a:pt x="808850" y="45525"/>
                  <a:pt x="807548" y="43949"/>
                </a:cubicBezTo>
                <a:cubicBezTo>
                  <a:pt x="806247" y="42374"/>
                  <a:pt x="803730" y="41472"/>
                  <a:pt x="799996" y="41242"/>
                </a:cubicBezTo>
                <a:lnTo>
                  <a:pt x="799996" y="38187"/>
                </a:lnTo>
                <a:lnTo>
                  <a:pt x="833261" y="38187"/>
                </a:lnTo>
                <a:close/>
                <a:moveTo>
                  <a:pt x="900754" y="36150"/>
                </a:moveTo>
                <a:lnTo>
                  <a:pt x="902027" y="63305"/>
                </a:lnTo>
                <a:lnTo>
                  <a:pt x="899141" y="63305"/>
                </a:lnTo>
                <a:cubicBezTo>
                  <a:pt x="895690" y="55207"/>
                  <a:pt x="892112" y="49675"/>
                  <a:pt x="888407" y="46710"/>
                </a:cubicBezTo>
                <a:cubicBezTo>
                  <a:pt x="884701" y="43743"/>
                  <a:pt x="881010" y="42260"/>
                  <a:pt x="877332" y="42260"/>
                </a:cubicBezTo>
                <a:cubicBezTo>
                  <a:pt x="875013" y="42260"/>
                  <a:pt x="873033" y="43038"/>
                  <a:pt x="871392" y="44594"/>
                </a:cubicBezTo>
                <a:cubicBezTo>
                  <a:pt x="869751" y="46150"/>
                  <a:pt x="868931" y="47946"/>
                  <a:pt x="868931" y="49982"/>
                </a:cubicBezTo>
                <a:cubicBezTo>
                  <a:pt x="868931" y="51510"/>
                  <a:pt x="869497" y="52981"/>
                  <a:pt x="870628" y="54395"/>
                </a:cubicBezTo>
                <a:cubicBezTo>
                  <a:pt x="872439" y="56715"/>
                  <a:pt x="877502" y="60689"/>
                  <a:pt x="885818" y="66318"/>
                </a:cubicBezTo>
                <a:cubicBezTo>
                  <a:pt x="894135" y="71947"/>
                  <a:pt x="899608" y="76727"/>
                  <a:pt x="902239" y="80659"/>
                </a:cubicBezTo>
                <a:cubicBezTo>
                  <a:pt x="904869" y="84591"/>
                  <a:pt x="906185" y="88990"/>
                  <a:pt x="906185" y="93855"/>
                </a:cubicBezTo>
                <a:cubicBezTo>
                  <a:pt x="906185" y="98268"/>
                  <a:pt x="905081" y="102596"/>
                  <a:pt x="902875" y="106838"/>
                </a:cubicBezTo>
                <a:cubicBezTo>
                  <a:pt x="900669" y="111081"/>
                  <a:pt x="897557" y="114334"/>
                  <a:pt x="893541" y="116597"/>
                </a:cubicBezTo>
                <a:cubicBezTo>
                  <a:pt x="889524" y="118860"/>
                  <a:pt x="885083" y="119992"/>
                  <a:pt x="880218" y="119992"/>
                </a:cubicBezTo>
                <a:cubicBezTo>
                  <a:pt x="876427" y="119992"/>
                  <a:pt x="871364" y="118782"/>
                  <a:pt x="865028" y="116361"/>
                </a:cubicBezTo>
                <a:cubicBezTo>
                  <a:pt x="863330" y="115727"/>
                  <a:pt x="862171" y="115409"/>
                  <a:pt x="861548" y="115409"/>
                </a:cubicBezTo>
                <a:cubicBezTo>
                  <a:pt x="859681" y="115409"/>
                  <a:pt x="858126" y="116824"/>
                  <a:pt x="856881" y="119652"/>
                </a:cubicBezTo>
                <a:lnTo>
                  <a:pt x="854081" y="119652"/>
                </a:lnTo>
                <a:lnTo>
                  <a:pt x="852723" y="91139"/>
                </a:lnTo>
                <a:lnTo>
                  <a:pt x="855608" y="91139"/>
                </a:lnTo>
                <a:cubicBezTo>
                  <a:pt x="858154" y="98607"/>
                  <a:pt x="861647" y="104208"/>
                  <a:pt x="866088" y="107942"/>
                </a:cubicBezTo>
                <a:cubicBezTo>
                  <a:pt x="870529" y="111676"/>
                  <a:pt x="874730" y="113542"/>
                  <a:pt x="878690" y="113542"/>
                </a:cubicBezTo>
                <a:cubicBezTo>
                  <a:pt x="881406" y="113542"/>
                  <a:pt x="883626" y="112708"/>
                  <a:pt x="885352" y="111039"/>
                </a:cubicBezTo>
                <a:cubicBezTo>
                  <a:pt x="887077" y="109370"/>
                  <a:pt x="887940" y="107348"/>
                  <a:pt x="887940" y="104972"/>
                </a:cubicBezTo>
                <a:cubicBezTo>
                  <a:pt x="887940" y="102256"/>
                  <a:pt x="887091" y="99908"/>
                  <a:pt x="885394" y="97928"/>
                </a:cubicBezTo>
                <a:cubicBezTo>
                  <a:pt x="883697" y="95948"/>
                  <a:pt x="879906" y="92950"/>
                  <a:pt x="874023" y="88933"/>
                </a:cubicBezTo>
                <a:cubicBezTo>
                  <a:pt x="865367" y="82936"/>
                  <a:pt x="859766" y="78354"/>
                  <a:pt x="857221" y="75186"/>
                </a:cubicBezTo>
                <a:cubicBezTo>
                  <a:pt x="853487" y="70547"/>
                  <a:pt x="851620" y="65427"/>
                  <a:pt x="851620" y="59826"/>
                </a:cubicBezTo>
                <a:cubicBezTo>
                  <a:pt x="851620" y="53716"/>
                  <a:pt x="853727" y="48186"/>
                  <a:pt x="857942" y="43236"/>
                </a:cubicBezTo>
                <a:cubicBezTo>
                  <a:pt x="862157" y="38286"/>
                  <a:pt x="868252" y="35811"/>
                  <a:pt x="876229" y="35811"/>
                </a:cubicBezTo>
                <a:cubicBezTo>
                  <a:pt x="880529" y="35811"/>
                  <a:pt x="884687" y="36898"/>
                  <a:pt x="888704" y="39073"/>
                </a:cubicBezTo>
                <a:cubicBezTo>
                  <a:pt x="890231" y="39953"/>
                  <a:pt x="891476" y="40393"/>
                  <a:pt x="892437" y="40393"/>
                </a:cubicBezTo>
                <a:cubicBezTo>
                  <a:pt x="893456" y="40393"/>
                  <a:pt x="894276" y="40181"/>
                  <a:pt x="894898" y="39757"/>
                </a:cubicBezTo>
                <a:cubicBezTo>
                  <a:pt x="895521" y="39333"/>
                  <a:pt x="896511" y="38130"/>
                  <a:pt x="897868" y="36150"/>
                </a:cubicBezTo>
                <a:lnTo>
                  <a:pt x="900754" y="36150"/>
                </a:lnTo>
                <a:close/>
                <a:moveTo>
                  <a:pt x="961995" y="105905"/>
                </a:moveTo>
                <a:cubicBezTo>
                  <a:pt x="952321" y="114504"/>
                  <a:pt x="943637" y="118804"/>
                  <a:pt x="935943" y="118804"/>
                </a:cubicBezTo>
                <a:cubicBezTo>
                  <a:pt x="931417" y="118804"/>
                  <a:pt x="927655" y="117314"/>
                  <a:pt x="924656" y="114335"/>
                </a:cubicBezTo>
                <a:cubicBezTo>
                  <a:pt x="921658" y="111355"/>
                  <a:pt x="920159" y="107623"/>
                  <a:pt x="920159" y="103139"/>
                </a:cubicBezTo>
                <a:cubicBezTo>
                  <a:pt x="920159" y="97065"/>
                  <a:pt x="922761" y="91601"/>
                  <a:pt x="927966" y="86748"/>
                </a:cubicBezTo>
                <a:cubicBezTo>
                  <a:pt x="933171" y="81895"/>
                  <a:pt x="944513" y="75439"/>
                  <a:pt x="961995" y="67379"/>
                </a:cubicBezTo>
                <a:lnTo>
                  <a:pt x="961995" y="59402"/>
                </a:lnTo>
                <a:cubicBezTo>
                  <a:pt x="961995" y="53405"/>
                  <a:pt x="961669" y="49629"/>
                  <a:pt x="961019" y="48073"/>
                </a:cubicBezTo>
                <a:cubicBezTo>
                  <a:pt x="960368" y="46517"/>
                  <a:pt x="959138" y="45160"/>
                  <a:pt x="957327" y="44000"/>
                </a:cubicBezTo>
                <a:cubicBezTo>
                  <a:pt x="955517" y="42840"/>
                  <a:pt x="953480" y="42260"/>
                  <a:pt x="951217" y="42260"/>
                </a:cubicBezTo>
                <a:cubicBezTo>
                  <a:pt x="947540" y="42260"/>
                  <a:pt x="944513" y="43080"/>
                  <a:pt x="942137" y="44721"/>
                </a:cubicBezTo>
                <a:cubicBezTo>
                  <a:pt x="940667" y="45739"/>
                  <a:pt x="939931" y="46927"/>
                  <a:pt x="939931" y="48285"/>
                </a:cubicBezTo>
                <a:cubicBezTo>
                  <a:pt x="939931" y="49473"/>
                  <a:pt x="940723" y="50944"/>
                  <a:pt x="942307" y="52698"/>
                </a:cubicBezTo>
                <a:cubicBezTo>
                  <a:pt x="944457" y="55131"/>
                  <a:pt x="945532" y="57478"/>
                  <a:pt x="945532" y="59741"/>
                </a:cubicBezTo>
                <a:cubicBezTo>
                  <a:pt x="945532" y="62513"/>
                  <a:pt x="944499" y="64875"/>
                  <a:pt x="942434" y="66827"/>
                </a:cubicBezTo>
                <a:cubicBezTo>
                  <a:pt x="940369" y="68779"/>
                  <a:pt x="937668" y="69755"/>
                  <a:pt x="934330" y="69755"/>
                </a:cubicBezTo>
                <a:cubicBezTo>
                  <a:pt x="930766" y="69755"/>
                  <a:pt x="927782" y="68680"/>
                  <a:pt x="925378" y="66530"/>
                </a:cubicBezTo>
                <a:cubicBezTo>
                  <a:pt x="922973" y="64380"/>
                  <a:pt x="921771" y="61863"/>
                  <a:pt x="921771" y="58978"/>
                </a:cubicBezTo>
                <a:cubicBezTo>
                  <a:pt x="921771" y="54904"/>
                  <a:pt x="923383" y="51015"/>
                  <a:pt x="926608" y="47309"/>
                </a:cubicBezTo>
                <a:cubicBezTo>
                  <a:pt x="929833" y="43604"/>
                  <a:pt x="934330" y="40761"/>
                  <a:pt x="940101" y="38781"/>
                </a:cubicBezTo>
                <a:cubicBezTo>
                  <a:pt x="945871" y="36801"/>
                  <a:pt x="951868" y="35811"/>
                  <a:pt x="958091" y="35811"/>
                </a:cubicBezTo>
                <a:cubicBezTo>
                  <a:pt x="965615" y="35811"/>
                  <a:pt x="971570" y="37413"/>
                  <a:pt x="975954" y="40619"/>
                </a:cubicBezTo>
                <a:cubicBezTo>
                  <a:pt x="980338" y="43822"/>
                  <a:pt x="983181" y="47295"/>
                  <a:pt x="984482" y="51038"/>
                </a:cubicBezTo>
                <a:cubicBezTo>
                  <a:pt x="985274" y="53419"/>
                  <a:pt x="985670" y="58891"/>
                  <a:pt x="985670" y="67453"/>
                </a:cubicBezTo>
                <a:lnTo>
                  <a:pt x="985670" y="98329"/>
                </a:lnTo>
                <a:cubicBezTo>
                  <a:pt x="985670" y="101958"/>
                  <a:pt x="985812" y="104241"/>
                  <a:pt x="986095" y="105178"/>
                </a:cubicBezTo>
                <a:cubicBezTo>
                  <a:pt x="986378" y="106114"/>
                  <a:pt x="986802" y="106808"/>
                  <a:pt x="987368" y="107263"/>
                </a:cubicBezTo>
                <a:cubicBezTo>
                  <a:pt x="987933" y="107715"/>
                  <a:pt x="988584" y="107942"/>
                  <a:pt x="989319" y="107942"/>
                </a:cubicBezTo>
                <a:cubicBezTo>
                  <a:pt x="990790" y="107942"/>
                  <a:pt x="992290" y="106895"/>
                  <a:pt x="993817" y="104802"/>
                </a:cubicBezTo>
                <a:lnTo>
                  <a:pt x="996363" y="106838"/>
                </a:lnTo>
                <a:cubicBezTo>
                  <a:pt x="993534" y="111025"/>
                  <a:pt x="990607" y="114066"/>
                  <a:pt x="987580" y="115961"/>
                </a:cubicBezTo>
                <a:cubicBezTo>
                  <a:pt x="984553" y="117856"/>
                  <a:pt x="981116" y="118804"/>
                  <a:pt x="977269" y="118804"/>
                </a:cubicBezTo>
                <a:cubicBezTo>
                  <a:pt x="972744" y="118804"/>
                  <a:pt x="969208" y="117736"/>
                  <a:pt x="966662" y="115600"/>
                </a:cubicBezTo>
                <a:cubicBezTo>
                  <a:pt x="964116" y="113465"/>
                  <a:pt x="962560" y="110233"/>
                  <a:pt x="961995" y="105905"/>
                </a:cubicBezTo>
                <a:moveTo>
                  <a:pt x="961995" y="99625"/>
                </a:moveTo>
                <a:lnTo>
                  <a:pt x="961995" y="73080"/>
                </a:lnTo>
                <a:cubicBezTo>
                  <a:pt x="955149" y="77116"/>
                  <a:pt x="950058" y="81437"/>
                  <a:pt x="946720" y="86043"/>
                </a:cubicBezTo>
                <a:cubicBezTo>
                  <a:pt x="944513" y="89112"/>
                  <a:pt x="943410" y="92210"/>
                  <a:pt x="943410" y="95337"/>
                </a:cubicBezTo>
                <a:cubicBezTo>
                  <a:pt x="943410" y="97952"/>
                  <a:pt x="944344" y="100255"/>
                  <a:pt x="946211" y="102245"/>
                </a:cubicBezTo>
                <a:cubicBezTo>
                  <a:pt x="947625" y="103780"/>
                  <a:pt x="949605" y="104547"/>
                  <a:pt x="952151" y="104547"/>
                </a:cubicBezTo>
                <a:cubicBezTo>
                  <a:pt x="954980" y="104547"/>
                  <a:pt x="958261" y="102907"/>
                  <a:pt x="961995" y="99625"/>
                </a:cubicBezTo>
                <a:close/>
                <a:moveTo>
                  <a:pt x="1036586" y="8995"/>
                </a:moveTo>
                <a:lnTo>
                  <a:pt x="1036586" y="38187"/>
                </a:lnTo>
                <a:lnTo>
                  <a:pt x="1055425" y="38187"/>
                </a:lnTo>
                <a:lnTo>
                  <a:pt x="1055425" y="46503"/>
                </a:lnTo>
                <a:lnTo>
                  <a:pt x="1036586" y="46503"/>
                </a:lnTo>
                <a:lnTo>
                  <a:pt x="1036586" y="95600"/>
                </a:lnTo>
                <a:cubicBezTo>
                  <a:pt x="1036586" y="100195"/>
                  <a:pt x="1036798" y="103159"/>
                  <a:pt x="1037223" y="104492"/>
                </a:cubicBezTo>
                <a:cubicBezTo>
                  <a:pt x="1037647" y="105825"/>
                  <a:pt x="1038397" y="106903"/>
                  <a:pt x="1039472" y="107727"/>
                </a:cubicBezTo>
                <a:cubicBezTo>
                  <a:pt x="1040546" y="108549"/>
                  <a:pt x="1041536" y="108960"/>
                  <a:pt x="1042442" y="108960"/>
                </a:cubicBezTo>
                <a:cubicBezTo>
                  <a:pt x="1046119" y="108960"/>
                  <a:pt x="1049598" y="106131"/>
                  <a:pt x="1052879" y="100474"/>
                </a:cubicBezTo>
                <a:lnTo>
                  <a:pt x="1055425" y="102359"/>
                </a:lnTo>
                <a:cubicBezTo>
                  <a:pt x="1050843" y="113322"/>
                  <a:pt x="1043403" y="118804"/>
                  <a:pt x="1033107" y="118804"/>
                </a:cubicBezTo>
                <a:cubicBezTo>
                  <a:pt x="1028072" y="118804"/>
                  <a:pt x="1023815" y="117399"/>
                  <a:pt x="1020336" y="114590"/>
                </a:cubicBezTo>
                <a:cubicBezTo>
                  <a:pt x="1016856" y="111779"/>
                  <a:pt x="1014636" y="108642"/>
                  <a:pt x="1013674" y="105178"/>
                </a:cubicBezTo>
                <a:cubicBezTo>
                  <a:pt x="1013108" y="103248"/>
                  <a:pt x="1012826" y="98025"/>
                  <a:pt x="1012826" y="89509"/>
                </a:cubicBezTo>
                <a:lnTo>
                  <a:pt x="1012826" y="46503"/>
                </a:lnTo>
                <a:lnTo>
                  <a:pt x="1002473" y="46503"/>
                </a:lnTo>
                <a:lnTo>
                  <a:pt x="1002473" y="43525"/>
                </a:lnTo>
                <a:cubicBezTo>
                  <a:pt x="1009601" y="38480"/>
                  <a:pt x="1015668" y="33178"/>
                  <a:pt x="1020675" y="27622"/>
                </a:cubicBezTo>
                <a:cubicBezTo>
                  <a:pt x="1025682" y="22065"/>
                  <a:pt x="1030052" y="15856"/>
                  <a:pt x="1033786" y="8995"/>
                </a:cubicBezTo>
                <a:lnTo>
                  <a:pt x="1036586" y="8995"/>
                </a:lnTo>
                <a:close/>
                <a:moveTo>
                  <a:pt x="1082070" y="0"/>
                </a:moveTo>
                <a:cubicBezTo>
                  <a:pt x="1085747" y="0"/>
                  <a:pt x="1088859" y="1291"/>
                  <a:pt x="1091404" y="3874"/>
                </a:cubicBezTo>
                <a:cubicBezTo>
                  <a:pt x="1093950" y="6456"/>
                  <a:pt x="1095223" y="9563"/>
                  <a:pt x="1095223" y="13196"/>
                </a:cubicBezTo>
                <a:cubicBezTo>
                  <a:pt x="1095223" y="16829"/>
                  <a:pt x="1093936" y="19923"/>
                  <a:pt x="1091362" y="22477"/>
                </a:cubicBezTo>
                <a:cubicBezTo>
                  <a:pt x="1088788" y="25030"/>
                  <a:pt x="1085691" y="26307"/>
                  <a:pt x="1082070" y="26307"/>
                </a:cubicBezTo>
                <a:cubicBezTo>
                  <a:pt x="1078449" y="26307"/>
                  <a:pt x="1075366" y="25030"/>
                  <a:pt x="1072820" y="22477"/>
                </a:cubicBezTo>
                <a:cubicBezTo>
                  <a:pt x="1070274" y="19923"/>
                  <a:pt x="1069001" y="16829"/>
                  <a:pt x="1069001" y="13196"/>
                </a:cubicBezTo>
                <a:cubicBezTo>
                  <a:pt x="1069001" y="9563"/>
                  <a:pt x="1070274" y="6456"/>
                  <a:pt x="1072820" y="3874"/>
                </a:cubicBezTo>
                <a:cubicBezTo>
                  <a:pt x="1075366" y="1291"/>
                  <a:pt x="1078449" y="0"/>
                  <a:pt x="1082070" y="0"/>
                </a:cubicBezTo>
                <a:moveTo>
                  <a:pt x="1093950" y="38187"/>
                </a:moveTo>
                <a:lnTo>
                  <a:pt x="1093950" y="101153"/>
                </a:lnTo>
                <a:cubicBezTo>
                  <a:pt x="1093950" y="106754"/>
                  <a:pt x="1094601" y="110332"/>
                  <a:pt x="1095902" y="111888"/>
                </a:cubicBezTo>
                <a:cubicBezTo>
                  <a:pt x="1097203" y="113443"/>
                  <a:pt x="1099749" y="114334"/>
                  <a:pt x="1103539" y="114561"/>
                </a:cubicBezTo>
                <a:lnTo>
                  <a:pt x="1103539" y="117616"/>
                </a:lnTo>
                <a:lnTo>
                  <a:pt x="1060685" y="117616"/>
                </a:lnTo>
                <a:lnTo>
                  <a:pt x="1060685" y="114561"/>
                </a:lnTo>
                <a:cubicBezTo>
                  <a:pt x="1064193" y="114448"/>
                  <a:pt x="1066795" y="113429"/>
                  <a:pt x="1068492" y="111506"/>
                </a:cubicBezTo>
                <a:cubicBezTo>
                  <a:pt x="1069624" y="110205"/>
                  <a:pt x="1070190" y="106754"/>
                  <a:pt x="1070190" y="101153"/>
                </a:cubicBezTo>
                <a:lnTo>
                  <a:pt x="1070190" y="54819"/>
                </a:lnTo>
                <a:cubicBezTo>
                  <a:pt x="1070190" y="49148"/>
                  <a:pt x="1069539" y="45525"/>
                  <a:pt x="1068238" y="43949"/>
                </a:cubicBezTo>
                <a:cubicBezTo>
                  <a:pt x="1066937" y="42374"/>
                  <a:pt x="1064419" y="41472"/>
                  <a:pt x="1060685" y="41242"/>
                </a:cubicBezTo>
                <a:lnTo>
                  <a:pt x="1060685" y="38187"/>
                </a:lnTo>
                <a:lnTo>
                  <a:pt x="1093950" y="38187"/>
                </a:lnTo>
                <a:close/>
                <a:moveTo>
                  <a:pt x="1148714" y="35811"/>
                </a:moveTo>
                <a:cubicBezTo>
                  <a:pt x="1155616" y="35811"/>
                  <a:pt x="1162037" y="37595"/>
                  <a:pt x="1167977" y="41162"/>
                </a:cubicBezTo>
                <a:cubicBezTo>
                  <a:pt x="1173917" y="44730"/>
                  <a:pt x="1178429" y="49799"/>
                  <a:pt x="1181512" y="56368"/>
                </a:cubicBezTo>
                <a:cubicBezTo>
                  <a:pt x="1184596" y="62938"/>
                  <a:pt x="1186137" y="70130"/>
                  <a:pt x="1186137" y="77944"/>
                </a:cubicBezTo>
                <a:cubicBezTo>
                  <a:pt x="1186137" y="89212"/>
                  <a:pt x="1183280" y="98642"/>
                  <a:pt x="1177566" y="106231"/>
                </a:cubicBezTo>
                <a:cubicBezTo>
                  <a:pt x="1170664" y="115405"/>
                  <a:pt x="1161132" y="119992"/>
                  <a:pt x="1148969" y="119992"/>
                </a:cubicBezTo>
                <a:cubicBezTo>
                  <a:pt x="1137032" y="119992"/>
                  <a:pt x="1127838" y="115801"/>
                  <a:pt x="1121389" y="107419"/>
                </a:cubicBezTo>
                <a:cubicBezTo>
                  <a:pt x="1114940" y="99038"/>
                  <a:pt x="1111715" y="89326"/>
                  <a:pt x="1111715" y="78283"/>
                </a:cubicBezTo>
                <a:cubicBezTo>
                  <a:pt x="1111715" y="66901"/>
                  <a:pt x="1115011" y="56977"/>
                  <a:pt x="1121601" y="48511"/>
                </a:cubicBezTo>
                <a:cubicBezTo>
                  <a:pt x="1128192" y="40044"/>
                  <a:pt x="1137230" y="35811"/>
                  <a:pt x="1148714" y="35811"/>
                </a:cubicBezTo>
                <a:moveTo>
                  <a:pt x="1149053" y="41751"/>
                </a:moveTo>
                <a:cubicBezTo>
                  <a:pt x="1146168" y="41751"/>
                  <a:pt x="1143693" y="42842"/>
                  <a:pt x="1141628" y="45023"/>
                </a:cubicBezTo>
                <a:cubicBezTo>
                  <a:pt x="1139563" y="47203"/>
                  <a:pt x="1138206" y="51507"/>
                  <a:pt x="1137555" y="57935"/>
                </a:cubicBezTo>
                <a:cubicBezTo>
                  <a:pt x="1136904" y="64364"/>
                  <a:pt x="1136579" y="73299"/>
                  <a:pt x="1136579" y="84740"/>
                </a:cubicBezTo>
                <a:cubicBezTo>
                  <a:pt x="1136579" y="90801"/>
                  <a:pt x="1136975" y="96465"/>
                  <a:pt x="1137767" y="101734"/>
                </a:cubicBezTo>
                <a:cubicBezTo>
                  <a:pt x="1138389" y="105754"/>
                  <a:pt x="1139719" y="108812"/>
                  <a:pt x="1141755" y="110909"/>
                </a:cubicBezTo>
                <a:cubicBezTo>
                  <a:pt x="1143792" y="113004"/>
                  <a:pt x="1146112" y="114052"/>
                  <a:pt x="1148714" y="114052"/>
                </a:cubicBezTo>
                <a:cubicBezTo>
                  <a:pt x="1151260" y="114052"/>
                  <a:pt x="1153381" y="113344"/>
                  <a:pt x="1155078" y="111927"/>
                </a:cubicBezTo>
                <a:cubicBezTo>
                  <a:pt x="1157285" y="110002"/>
                  <a:pt x="1158756" y="107311"/>
                  <a:pt x="1159491" y="103855"/>
                </a:cubicBezTo>
                <a:cubicBezTo>
                  <a:pt x="1160623" y="98475"/>
                  <a:pt x="1161188" y="87601"/>
                  <a:pt x="1161188" y="71232"/>
                </a:cubicBezTo>
                <a:cubicBezTo>
                  <a:pt x="1161188" y="61604"/>
                  <a:pt x="1160651" y="54992"/>
                  <a:pt x="1159576" y="51396"/>
                </a:cubicBezTo>
                <a:cubicBezTo>
                  <a:pt x="1158501" y="47798"/>
                  <a:pt x="1156917" y="45178"/>
                  <a:pt x="1154824" y="43536"/>
                </a:cubicBezTo>
                <a:cubicBezTo>
                  <a:pt x="1153353" y="42346"/>
                  <a:pt x="1151430" y="41751"/>
                  <a:pt x="1149053" y="41751"/>
                </a:cubicBezTo>
                <a:close/>
                <a:moveTo>
                  <a:pt x="1230604" y="38187"/>
                </a:moveTo>
                <a:lnTo>
                  <a:pt x="1230604" y="48540"/>
                </a:lnTo>
                <a:cubicBezTo>
                  <a:pt x="1234677" y="44097"/>
                  <a:pt x="1238581" y="40865"/>
                  <a:pt x="1242314" y="38845"/>
                </a:cubicBezTo>
                <a:cubicBezTo>
                  <a:pt x="1246048" y="36822"/>
                  <a:pt x="1250065" y="35811"/>
                  <a:pt x="1254365" y="35811"/>
                </a:cubicBezTo>
                <a:cubicBezTo>
                  <a:pt x="1259513" y="35811"/>
                  <a:pt x="1263784" y="37241"/>
                  <a:pt x="1267178" y="40102"/>
                </a:cubicBezTo>
                <a:cubicBezTo>
                  <a:pt x="1270573" y="42962"/>
                  <a:pt x="1272836" y="46516"/>
                  <a:pt x="1273967" y="50765"/>
                </a:cubicBezTo>
                <a:cubicBezTo>
                  <a:pt x="1274872" y="53995"/>
                  <a:pt x="1275325" y="60198"/>
                  <a:pt x="1275325" y="69376"/>
                </a:cubicBezTo>
                <a:lnTo>
                  <a:pt x="1275325" y="100304"/>
                </a:lnTo>
                <a:cubicBezTo>
                  <a:pt x="1275325" y="106414"/>
                  <a:pt x="1275876" y="110219"/>
                  <a:pt x="1276980" y="111718"/>
                </a:cubicBezTo>
                <a:cubicBezTo>
                  <a:pt x="1278083" y="113217"/>
                  <a:pt x="1280388" y="114165"/>
                  <a:pt x="1283896" y="114561"/>
                </a:cubicBezTo>
                <a:lnTo>
                  <a:pt x="1283896" y="117616"/>
                </a:lnTo>
                <a:lnTo>
                  <a:pt x="1243757" y="117616"/>
                </a:lnTo>
                <a:lnTo>
                  <a:pt x="1243757" y="114561"/>
                </a:lnTo>
                <a:cubicBezTo>
                  <a:pt x="1246755" y="114165"/>
                  <a:pt x="1248905" y="112920"/>
                  <a:pt x="1250206" y="110827"/>
                </a:cubicBezTo>
                <a:cubicBezTo>
                  <a:pt x="1251112" y="109413"/>
                  <a:pt x="1251564" y="105905"/>
                  <a:pt x="1251564" y="100304"/>
                </a:cubicBezTo>
                <a:lnTo>
                  <a:pt x="1251564" y="65003"/>
                </a:lnTo>
                <a:cubicBezTo>
                  <a:pt x="1251564" y="58497"/>
                  <a:pt x="1251310" y="54395"/>
                  <a:pt x="1250800" y="52698"/>
                </a:cubicBezTo>
                <a:cubicBezTo>
                  <a:pt x="1250291" y="51001"/>
                  <a:pt x="1249428" y="49685"/>
                  <a:pt x="1248212" y="48752"/>
                </a:cubicBezTo>
                <a:cubicBezTo>
                  <a:pt x="1246996" y="47818"/>
                  <a:pt x="1245652" y="47352"/>
                  <a:pt x="1244181" y="47352"/>
                </a:cubicBezTo>
                <a:cubicBezTo>
                  <a:pt x="1239316" y="47352"/>
                  <a:pt x="1234790" y="50859"/>
                  <a:pt x="1230604" y="57874"/>
                </a:cubicBezTo>
                <a:lnTo>
                  <a:pt x="1230604" y="100304"/>
                </a:lnTo>
                <a:cubicBezTo>
                  <a:pt x="1230604" y="106244"/>
                  <a:pt x="1231155" y="110007"/>
                  <a:pt x="1232259" y="111591"/>
                </a:cubicBezTo>
                <a:cubicBezTo>
                  <a:pt x="1233362" y="113175"/>
                  <a:pt x="1235412" y="114165"/>
                  <a:pt x="1238411" y="114561"/>
                </a:cubicBezTo>
                <a:lnTo>
                  <a:pt x="1238411" y="117616"/>
                </a:lnTo>
                <a:lnTo>
                  <a:pt x="1198272" y="117616"/>
                </a:lnTo>
                <a:lnTo>
                  <a:pt x="1198272" y="114561"/>
                </a:lnTo>
                <a:cubicBezTo>
                  <a:pt x="1201610" y="114221"/>
                  <a:pt x="1203986" y="113146"/>
                  <a:pt x="1205400" y="111336"/>
                </a:cubicBezTo>
                <a:cubicBezTo>
                  <a:pt x="1206362" y="110091"/>
                  <a:pt x="1206843" y="106414"/>
                  <a:pt x="1206843" y="100304"/>
                </a:cubicBezTo>
                <a:lnTo>
                  <a:pt x="1206843" y="55498"/>
                </a:lnTo>
                <a:cubicBezTo>
                  <a:pt x="1206843" y="49429"/>
                  <a:pt x="1206291" y="45650"/>
                  <a:pt x="1205188" y="44162"/>
                </a:cubicBezTo>
                <a:cubicBezTo>
                  <a:pt x="1204085" y="42673"/>
                  <a:pt x="1201780" y="41700"/>
                  <a:pt x="1198272" y="41242"/>
                </a:cubicBezTo>
                <a:lnTo>
                  <a:pt x="1198272" y="38187"/>
                </a:lnTo>
                <a:lnTo>
                  <a:pt x="1230604" y="381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Requests">
            <a:extLst xmlns:a="http://schemas.openxmlformats.org/drawingml/2006/main">
              <a:ext uri="{FF2B5EF4-FFF2-40B4-BE49-F238E27FC236}">
                <a16:creationId xmlns:a16="http://schemas.microsoft.com/office/drawing/2014/main" id="{02DDE52E-4DE4-46AF-B645-FCD2A3EC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9" y="2588609"/>
            <a:ext cx="656757" cy="152239"/>
          </a:xfrm>
          <a:custGeom xmlns:a="http://schemas.openxmlformats.org/drawingml/2006/main">
            <a:pathLst>
              <a:path w="656757" h="152239">
                <a:moveTo>
                  <a:pt x="42939" y="62627"/>
                </a:moveTo>
                <a:lnTo>
                  <a:pt x="42939" y="95043"/>
                </a:lnTo>
                <a:cubicBezTo>
                  <a:pt x="42939" y="101234"/>
                  <a:pt x="43321" y="105132"/>
                  <a:pt x="44085" y="106738"/>
                </a:cubicBezTo>
                <a:cubicBezTo>
                  <a:pt x="44848" y="108341"/>
                  <a:pt x="46192" y="109622"/>
                  <a:pt x="48116" y="110580"/>
                </a:cubicBezTo>
                <a:cubicBezTo>
                  <a:pt x="50039" y="111537"/>
                  <a:pt x="53631" y="112015"/>
                  <a:pt x="58893" y="112015"/>
                </a:cubicBezTo>
                <a:lnTo>
                  <a:pt x="58893" y="115070"/>
                </a:lnTo>
                <a:lnTo>
                  <a:pt x="0" y="115070"/>
                </a:lnTo>
                <a:lnTo>
                  <a:pt x="0" y="112015"/>
                </a:lnTo>
                <a:cubicBezTo>
                  <a:pt x="5318" y="112015"/>
                  <a:pt x="8924" y="111523"/>
                  <a:pt x="10820" y="110538"/>
                </a:cubicBezTo>
                <a:cubicBezTo>
                  <a:pt x="12715" y="109553"/>
                  <a:pt x="14044" y="108272"/>
                  <a:pt x="14808" y="106695"/>
                </a:cubicBezTo>
                <a:cubicBezTo>
                  <a:pt x="15572" y="105118"/>
                  <a:pt x="15954" y="101234"/>
                  <a:pt x="15954" y="95043"/>
                </a:cubicBezTo>
                <a:lnTo>
                  <a:pt x="15954" y="20027"/>
                </a:lnTo>
                <a:cubicBezTo>
                  <a:pt x="15954" y="13836"/>
                  <a:pt x="15572" y="9938"/>
                  <a:pt x="14808" y="8335"/>
                </a:cubicBezTo>
                <a:cubicBezTo>
                  <a:pt x="14044" y="6730"/>
                  <a:pt x="12701" y="5449"/>
                  <a:pt x="10777" y="4492"/>
                </a:cubicBezTo>
                <a:cubicBezTo>
                  <a:pt x="8854" y="3534"/>
                  <a:pt x="5261" y="3055"/>
                  <a:pt x="0" y="3055"/>
                </a:cubicBezTo>
                <a:lnTo>
                  <a:pt x="0" y="0"/>
                </a:lnTo>
                <a:lnTo>
                  <a:pt x="53462" y="0"/>
                </a:lnTo>
                <a:cubicBezTo>
                  <a:pt x="67379" y="0"/>
                  <a:pt x="77562" y="961"/>
                  <a:pt x="84011" y="2883"/>
                </a:cubicBezTo>
                <a:cubicBezTo>
                  <a:pt x="90461" y="4804"/>
                  <a:pt x="95722" y="8351"/>
                  <a:pt x="99795" y="13522"/>
                </a:cubicBezTo>
                <a:cubicBezTo>
                  <a:pt x="103868" y="18693"/>
                  <a:pt x="105905" y="24754"/>
                  <a:pt x="105905" y="31706"/>
                </a:cubicBezTo>
                <a:cubicBezTo>
                  <a:pt x="105905" y="40185"/>
                  <a:pt x="102850" y="47194"/>
                  <a:pt x="96740" y="52732"/>
                </a:cubicBezTo>
                <a:cubicBezTo>
                  <a:pt x="92837" y="56236"/>
                  <a:pt x="87377" y="58864"/>
                  <a:pt x="80362" y="60616"/>
                </a:cubicBezTo>
                <a:lnTo>
                  <a:pt x="108027" y="99663"/>
                </a:lnTo>
                <a:cubicBezTo>
                  <a:pt x="111647" y="104648"/>
                  <a:pt x="114221" y="107757"/>
                  <a:pt x="115749" y="108989"/>
                </a:cubicBezTo>
                <a:cubicBezTo>
                  <a:pt x="118068" y="110725"/>
                  <a:pt x="120756" y="111677"/>
                  <a:pt x="123810" y="111845"/>
                </a:cubicBezTo>
                <a:lnTo>
                  <a:pt x="123810" y="115070"/>
                </a:lnTo>
                <a:lnTo>
                  <a:pt x="87575" y="115070"/>
                </a:lnTo>
                <a:lnTo>
                  <a:pt x="50492" y="62627"/>
                </a:lnTo>
                <a:lnTo>
                  <a:pt x="42939" y="62627"/>
                </a:lnTo>
                <a:moveTo>
                  <a:pt x="42939" y="6449"/>
                </a:moveTo>
                <a:lnTo>
                  <a:pt x="42939" y="56517"/>
                </a:lnTo>
                <a:lnTo>
                  <a:pt x="47776" y="56517"/>
                </a:lnTo>
                <a:cubicBezTo>
                  <a:pt x="55640" y="56517"/>
                  <a:pt x="61523" y="55801"/>
                  <a:pt x="65427" y="54369"/>
                </a:cubicBezTo>
                <a:cubicBezTo>
                  <a:pt x="69330" y="52935"/>
                  <a:pt x="72400" y="50350"/>
                  <a:pt x="74634" y="46615"/>
                </a:cubicBezTo>
                <a:cubicBezTo>
                  <a:pt x="76869" y="42877"/>
                  <a:pt x="77986" y="38002"/>
                  <a:pt x="77986" y="31990"/>
                </a:cubicBezTo>
                <a:cubicBezTo>
                  <a:pt x="77986" y="23279"/>
                  <a:pt x="75935" y="16845"/>
                  <a:pt x="71834" y="12687"/>
                </a:cubicBezTo>
                <a:cubicBezTo>
                  <a:pt x="67732" y="8528"/>
                  <a:pt x="61127" y="6449"/>
                  <a:pt x="52019" y="6449"/>
                </a:cubicBezTo>
                <a:lnTo>
                  <a:pt x="42939" y="6449"/>
                </a:lnTo>
                <a:close/>
                <a:moveTo>
                  <a:pt x="195318" y="72470"/>
                </a:moveTo>
                <a:lnTo>
                  <a:pt x="151785" y="72470"/>
                </a:lnTo>
                <a:cubicBezTo>
                  <a:pt x="152294" y="83021"/>
                  <a:pt x="155095" y="91360"/>
                  <a:pt x="160186" y="97485"/>
                </a:cubicBezTo>
                <a:cubicBezTo>
                  <a:pt x="164090" y="102193"/>
                  <a:pt x="168785" y="104547"/>
                  <a:pt x="174273" y="104547"/>
                </a:cubicBezTo>
                <a:cubicBezTo>
                  <a:pt x="177667" y="104547"/>
                  <a:pt x="180750" y="103600"/>
                  <a:pt x="183523" y="101704"/>
                </a:cubicBezTo>
                <a:cubicBezTo>
                  <a:pt x="186295" y="99809"/>
                  <a:pt x="189265" y="96401"/>
                  <a:pt x="192433" y="91479"/>
                </a:cubicBezTo>
                <a:lnTo>
                  <a:pt x="195318" y="93346"/>
                </a:lnTo>
                <a:cubicBezTo>
                  <a:pt x="191019" y="102115"/>
                  <a:pt x="186266" y="108324"/>
                  <a:pt x="181062" y="111973"/>
                </a:cubicBezTo>
                <a:cubicBezTo>
                  <a:pt x="175857" y="115621"/>
                  <a:pt x="169832" y="117446"/>
                  <a:pt x="162987" y="117446"/>
                </a:cubicBezTo>
                <a:cubicBezTo>
                  <a:pt x="151219" y="117446"/>
                  <a:pt x="142309" y="112916"/>
                  <a:pt x="136256" y="103855"/>
                </a:cubicBezTo>
                <a:cubicBezTo>
                  <a:pt x="131390" y="96550"/>
                  <a:pt x="128958" y="87490"/>
                  <a:pt x="128958" y="76673"/>
                </a:cubicBezTo>
                <a:cubicBezTo>
                  <a:pt x="128958" y="63421"/>
                  <a:pt x="132536" y="52874"/>
                  <a:pt x="139692" y="45031"/>
                </a:cubicBezTo>
                <a:cubicBezTo>
                  <a:pt x="146849" y="37187"/>
                  <a:pt x="155236" y="33265"/>
                  <a:pt x="164853" y="33265"/>
                </a:cubicBezTo>
                <a:cubicBezTo>
                  <a:pt x="172887" y="33265"/>
                  <a:pt x="179859" y="36560"/>
                  <a:pt x="185771" y="43151"/>
                </a:cubicBezTo>
                <a:cubicBezTo>
                  <a:pt x="191683" y="49742"/>
                  <a:pt x="194866" y="59515"/>
                  <a:pt x="195318" y="72470"/>
                </a:cubicBezTo>
                <a:moveTo>
                  <a:pt x="174443" y="66870"/>
                </a:moveTo>
                <a:cubicBezTo>
                  <a:pt x="174443" y="57761"/>
                  <a:pt x="173948" y="51510"/>
                  <a:pt x="172958" y="48116"/>
                </a:cubicBezTo>
                <a:cubicBezTo>
                  <a:pt x="171968" y="44721"/>
                  <a:pt x="170426" y="42147"/>
                  <a:pt x="168333" y="40393"/>
                </a:cubicBezTo>
                <a:cubicBezTo>
                  <a:pt x="167145" y="39375"/>
                  <a:pt x="165561" y="38866"/>
                  <a:pt x="163581" y="38866"/>
                </a:cubicBezTo>
                <a:cubicBezTo>
                  <a:pt x="160639" y="38866"/>
                  <a:pt x="158234" y="40308"/>
                  <a:pt x="156367" y="43194"/>
                </a:cubicBezTo>
                <a:cubicBezTo>
                  <a:pt x="153030" y="48229"/>
                  <a:pt x="151361" y="55131"/>
                  <a:pt x="151361" y="63899"/>
                </a:cubicBezTo>
                <a:lnTo>
                  <a:pt x="151361" y="66870"/>
                </a:lnTo>
                <a:lnTo>
                  <a:pt x="174443" y="66870"/>
                </a:lnTo>
                <a:close/>
                <a:moveTo>
                  <a:pt x="258565" y="106754"/>
                </a:moveTo>
                <a:cubicBezTo>
                  <a:pt x="255114" y="110374"/>
                  <a:pt x="251890" y="112920"/>
                  <a:pt x="248891" y="114391"/>
                </a:cubicBezTo>
                <a:cubicBezTo>
                  <a:pt x="244931" y="116428"/>
                  <a:pt x="240801" y="117446"/>
                  <a:pt x="236502" y="117446"/>
                </a:cubicBezTo>
                <a:cubicBezTo>
                  <a:pt x="226545" y="117446"/>
                  <a:pt x="218681" y="113001"/>
                  <a:pt x="212911" y="104110"/>
                </a:cubicBezTo>
                <a:cubicBezTo>
                  <a:pt x="208328" y="97031"/>
                  <a:pt x="206037" y="88564"/>
                  <a:pt x="206037" y="78710"/>
                </a:cubicBezTo>
                <a:cubicBezTo>
                  <a:pt x="206037" y="70500"/>
                  <a:pt x="207777" y="62785"/>
                  <a:pt x="211256" y="55565"/>
                </a:cubicBezTo>
                <a:cubicBezTo>
                  <a:pt x="214735" y="48343"/>
                  <a:pt x="219515" y="42821"/>
                  <a:pt x="225597" y="38998"/>
                </a:cubicBezTo>
                <a:cubicBezTo>
                  <a:pt x="231679" y="35176"/>
                  <a:pt x="238114" y="33265"/>
                  <a:pt x="244903" y="33265"/>
                </a:cubicBezTo>
                <a:cubicBezTo>
                  <a:pt x="249429" y="33265"/>
                  <a:pt x="253459" y="34036"/>
                  <a:pt x="256995" y="35577"/>
                </a:cubicBezTo>
                <a:cubicBezTo>
                  <a:pt x="260531" y="37119"/>
                  <a:pt x="263572" y="39460"/>
                  <a:pt x="266118" y="42600"/>
                </a:cubicBezTo>
                <a:lnTo>
                  <a:pt x="279441" y="33265"/>
                </a:lnTo>
                <a:lnTo>
                  <a:pt x="282326" y="33265"/>
                </a:lnTo>
                <a:lnTo>
                  <a:pt x="282326" y="136115"/>
                </a:lnTo>
                <a:cubicBezTo>
                  <a:pt x="282326" y="141353"/>
                  <a:pt x="282778" y="144628"/>
                  <a:pt x="283684" y="145938"/>
                </a:cubicBezTo>
                <a:cubicBezTo>
                  <a:pt x="285155" y="148045"/>
                  <a:pt x="288125" y="149127"/>
                  <a:pt x="292594" y="149184"/>
                </a:cubicBezTo>
                <a:lnTo>
                  <a:pt x="292594" y="152239"/>
                </a:lnTo>
                <a:lnTo>
                  <a:pt x="246770" y="152239"/>
                </a:lnTo>
                <a:lnTo>
                  <a:pt x="246770" y="149184"/>
                </a:lnTo>
                <a:cubicBezTo>
                  <a:pt x="250277" y="149184"/>
                  <a:pt x="252823" y="148785"/>
                  <a:pt x="254407" y="147988"/>
                </a:cubicBezTo>
                <a:cubicBezTo>
                  <a:pt x="255991" y="147190"/>
                  <a:pt x="257080" y="146137"/>
                  <a:pt x="257674" y="144827"/>
                </a:cubicBezTo>
                <a:cubicBezTo>
                  <a:pt x="258268" y="143517"/>
                  <a:pt x="258565" y="140839"/>
                  <a:pt x="258565" y="136794"/>
                </a:cubicBezTo>
                <a:lnTo>
                  <a:pt x="258565" y="106754"/>
                </a:lnTo>
                <a:moveTo>
                  <a:pt x="258565" y="98978"/>
                </a:moveTo>
                <a:lnTo>
                  <a:pt x="258565" y="66429"/>
                </a:lnTo>
                <a:cubicBezTo>
                  <a:pt x="258565" y="57355"/>
                  <a:pt x="258070" y="51352"/>
                  <a:pt x="257080" y="48420"/>
                </a:cubicBezTo>
                <a:cubicBezTo>
                  <a:pt x="256090" y="45489"/>
                  <a:pt x="254266" y="42953"/>
                  <a:pt x="251607" y="40812"/>
                </a:cubicBezTo>
                <a:cubicBezTo>
                  <a:pt x="250249" y="39741"/>
                  <a:pt x="248523" y="39205"/>
                  <a:pt x="246430" y="39205"/>
                </a:cubicBezTo>
                <a:cubicBezTo>
                  <a:pt x="242131" y="39205"/>
                  <a:pt x="238793" y="41093"/>
                  <a:pt x="236417" y="44870"/>
                </a:cubicBezTo>
                <a:cubicBezTo>
                  <a:pt x="232683" y="50675"/>
                  <a:pt x="230816" y="61469"/>
                  <a:pt x="230816" y="77252"/>
                </a:cubicBezTo>
                <a:cubicBezTo>
                  <a:pt x="230816" y="89369"/>
                  <a:pt x="232428" y="97880"/>
                  <a:pt x="235653" y="102784"/>
                </a:cubicBezTo>
                <a:cubicBezTo>
                  <a:pt x="237859" y="106109"/>
                  <a:pt x="240716" y="107772"/>
                  <a:pt x="244224" y="107772"/>
                </a:cubicBezTo>
                <a:cubicBezTo>
                  <a:pt x="246260" y="107772"/>
                  <a:pt x="248566" y="107067"/>
                  <a:pt x="251140" y="105658"/>
                </a:cubicBezTo>
                <a:cubicBezTo>
                  <a:pt x="253714" y="104249"/>
                  <a:pt x="256189" y="102023"/>
                  <a:pt x="258565" y="98978"/>
                </a:cubicBezTo>
                <a:close/>
                <a:moveTo>
                  <a:pt x="378530" y="35641"/>
                </a:moveTo>
                <a:lnTo>
                  <a:pt x="378530" y="97759"/>
                </a:lnTo>
                <a:cubicBezTo>
                  <a:pt x="378530" y="103849"/>
                  <a:pt x="379096" y="107648"/>
                  <a:pt x="380228" y="109156"/>
                </a:cubicBezTo>
                <a:cubicBezTo>
                  <a:pt x="381359" y="110664"/>
                  <a:pt x="383650" y="111617"/>
                  <a:pt x="387101" y="112015"/>
                </a:cubicBezTo>
                <a:lnTo>
                  <a:pt x="387101" y="115070"/>
                </a:lnTo>
                <a:lnTo>
                  <a:pt x="354770" y="115070"/>
                </a:lnTo>
                <a:lnTo>
                  <a:pt x="354770" y="104462"/>
                </a:lnTo>
                <a:cubicBezTo>
                  <a:pt x="350979" y="108988"/>
                  <a:pt x="347189" y="112284"/>
                  <a:pt x="343398" y="114349"/>
                </a:cubicBezTo>
                <a:cubicBezTo>
                  <a:pt x="339608" y="116414"/>
                  <a:pt x="335365" y="117446"/>
                  <a:pt x="330670" y="117446"/>
                </a:cubicBezTo>
                <a:cubicBezTo>
                  <a:pt x="326200" y="117446"/>
                  <a:pt x="322226" y="116074"/>
                  <a:pt x="318747" y="113330"/>
                </a:cubicBezTo>
                <a:cubicBezTo>
                  <a:pt x="315267" y="110586"/>
                  <a:pt x="312934" y="107376"/>
                  <a:pt x="311746" y="103699"/>
                </a:cubicBezTo>
                <a:cubicBezTo>
                  <a:pt x="310558" y="100021"/>
                  <a:pt x="309964" y="93600"/>
                  <a:pt x="309964" y="84436"/>
                </a:cubicBezTo>
                <a:lnTo>
                  <a:pt x="309964" y="52953"/>
                </a:lnTo>
                <a:cubicBezTo>
                  <a:pt x="309964" y="46883"/>
                  <a:pt x="309412" y="43104"/>
                  <a:pt x="308309" y="41616"/>
                </a:cubicBezTo>
                <a:cubicBezTo>
                  <a:pt x="307206" y="40127"/>
                  <a:pt x="304900" y="39154"/>
                  <a:pt x="301393" y="38696"/>
                </a:cubicBezTo>
                <a:lnTo>
                  <a:pt x="301393" y="35641"/>
                </a:lnTo>
                <a:lnTo>
                  <a:pt x="333724" y="35641"/>
                </a:lnTo>
                <a:lnTo>
                  <a:pt x="333724" y="89933"/>
                </a:lnTo>
                <a:cubicBezTo>
                  <a:pt x="333724" y="95597"/>
                  <a:pt x="333993" y="99251"/>
                  <a:pt x="334531" y="100893"/>
                </a:cubicBezTo>
                <a:cubicBezTo>
                  <a:pt x="335068" y="102535"/>
                  <a:pt x="335917" y="103782"/>
                  <a:pt x="337076" y="104632"/>
                </a:cubicBezTo>
                <a:cubicBezTo>
                  <a:pt x="338236" y="105481"/>
                  <a:pt x="339580" y="105905"/>
                  <a:pt x="341107" y="105905"/>
                </a:cubicBezTo>
                <a:cubicBezTo>
                  <a:pt x="343144" y="105905"/>
                  <a:pt x="344983" y="105368"/>
                  <a:pt x="346623" y="104293"/>
                </a:cubicBezTo>
                <a:cubicBezTo>
                  <a:pt x="348886" y="102822"/>
                  <a:pt x="351602" y="99852"/>
                  <a:pt x="354770" y="95382"/>
                </a:cubicBezTo>
                <a:lnTo>
                  <a:pt x="354770" y="52953"/>
                </a:lnTo>
                <a:cubicBezTo>
                  <a:pt x="354770" y="46883"/>
                  <a:pt x="354218" y="43104"/>
                  <a:pt x="353115" y="41616"/>
                </a:cubicBezTo>
                <a:cubicBezTo>
                  <a:pt x="352012" y="40127"/>
                  <a:pt x="349706" y="39154"/>
                  <a:pt x="346199" y="38696"/>
                </a:cubicBezTo>
                <a:lnTo>
                  <a:pt x="346199" y="35641"/>
                </a:lnTo>
                <a:lnTo>
                  <a:pt x="378530" y="35641"/>
                </a:lnTo>
                <a:close/>
                <a:moveTo>
                  <a:pt x="465740" y="72470"/>
                </a:moveTo>
                <a:lnTo>
                  <a:pt x="422207" y="72470"/>
                </a:lnTo>
                <a:cubicBezTo>
                  <a:pt x="422716" y="83021"/>
                  <a:pt x="425516" y="91360"/>
                  <a:pt x="430608" y="97485"/>
                </a:cubicBezTo>
                <a:cubicBezTo>
                  <a:pt x="434511" y="102193"/>
                  <a:pt x="439207" y="104547"/>
                  <a:pt x="444695" y="104547"/>
                </a:cubicBezTo>
                <a:cubicBezTo>
                  <a:pt x="448089" y="104547"/>
                  <a:pt x="451172" y="103600"/>
                  <a:pt x="453944" y="101704"/>
                </a:cubicBezTo>
                <a:cubicBezTo>
                  <a:pt x="456716" y="99809"/>
                  <a:pt x="459686" y="96401"/>
                  <a:pt x="462855" y="91479"/>
                </a:cubicBezTo>
                <a:lnTo>
                  <a:pt x="465740" y="93346"/>
                </a:lnTo>
                <a:cubicBezTo>
                  <a:pt x="461440" y="102115"/>
                  <a:pt x="456688" y="108324"/>
                  <a:pt x="451483" y="111973"/>
                </a:cubicBezTo>
                <a:cubicBezTo>
                  <a:pt x="446279" y="115621"/>
                  <a:pt x="440254" y="117446"/>
                  <a:pt x="433408" y="117446"/>
                </a:cubicBezTo>
                <a:cubicBezTo>
                  <a:pt x="421641" y="117446"/>
                  <a:pt x="412731" y="112916"/>
                  <a:pt x="406677" y="103855"/>
                </a:cubicBezTo>
                <a:cubicBezTo>
                  <a:pt x="401812" y="96550"/>
                  <a:pt x="399379" y="87490"/>
                  <a:pt x="399379" y="76673"/>
                </a:cubicBezTo>
                <a:cubicBezTo>
                  <a:pt x="399379" y="63421"/>
                  <a:pt x="402958" y="52874"/>
                  <a:pt x="410114" y="45031"/>
                </a:cubicBezTo>
                <a:cubicBezTo>
                  <a:pt x="417271" y="37187"/>
                  <a:pt x="425658" y="33265"/>
                  <a:pt x="435275" y="33265"/>
                </a:cubicBezTo>
                <a:cubicBezTo>
                  <a:pt x="443309" y="33265"/>
                  <a:pt x="450281" y="36560"/>
                  <a:pt x="456193" y="43151"/>
                </a:cubicBezTo>
                <a:cubicBezTo>
                  <a:pt x="462105" y="49742"/>
                  <a:pt x="465287" y="59515"/>
                  <a:pt x="465740" y="72470"/>
                </a:cubicBezTo>
                <a:moveTo>
                  <a:pt x="444864" y="66870"/>
                </a:moveTo>
                <a:cubicBezTo>
                  <a:pt x="444864" y="57761"/>
                  <a:pt x="444369" y="51510"/>
                  <a:pt x="443379" y="48116"/>
                </a:cubicBezTo>
                <a:cubicBezTo>
                  <a:pt x="442389" y="44721"/>
                  <a:pt x="440848" y="42147"/>
                  <a:pt x="438754" y="40393"/>
                </a:cubicBezTo>
                <a:cubicBezTo>
                  <a:pt x="437566" y="39375"/>
                  <a:pt x="435982" y="38866"/>
                  <a:pt x="434002" y="38866"/>
                </a:cubicBezTo>
                <a:cubicBezTo>
                  <a:pt x="431060" y="38866"/>
                  <a:pt x="428656" y="40308"/>
                  <a:pt x="426789" y="43194"/>
                </a:cubicBezTo>
                <a:cubicBezTo>
                  <a:pt x="423451" y="48229"/>
                  <a:pt x="421782" y="55131"/>
                  <a:pt x="421782" y="63899"/>
                </a:cubicBezTo>
                <a:lnTo>
                  <a:pt x="421782" y="66870"/>
                </a:lnTo>
                <a:lnTo>
                  <a:pt x="444864" y="66870"/>
                </a:lnTo>
                <a:close/>
                <a:moveTo>
                  <a:pt x="525847" y="33604"/>
                </a:moveTo>
                <a:lnTo>
                  <a:pt x="527120" y="60760"/>
                </a:lnTo>
                <a:lnTo>
                  <a:pt x="524235" y="60760"/>
                </a:lnTo>
                <a:cubicBezTo>
                  <a:pt x="520784" y="52661"/>
                  <a:pt x="517205" y="47129"/>
                  <a:pt x="513500" y="44164"/>
                </a:cubicBezTo>
                <a:cubicBezTo>
                  <a:pt x="509794" y="41198"/>
                  <a:pt x="506103" y="39714"/>
                  <a:pt x="502426" y="39714"/>
                </a:cubicBezTo>
                <a:cubicBezTo>
                  <a:pt x="500106" y="39714"/>
                  <a:pt x="498126" y="40492"/>
                  <a:pt x="496486" y="42048"/>
                </a:cubicBezTo>
                <a:cubicBezTo>
                  <a:pt x="494845" y="43604"/>
                  <a:pt x="494025" y="45400"/>
                  <a:pt x="494025" y="47437"/>
                </a:cubicBezTo>
                <a:cubicBezTo>
                  <a:pt x="494025" y="48964"/>
                  <a:pt x="494590" y="50435"/>
                  <a:pt x="495722" y="51849"/>
                </a:cubicBezTo>
                <a:cubicBezTo>
                  <a:pt x="497532" y="54169"/>
                  <a:pt x="502595" y="58143"/>
                  <a:pt x="510912" y="63772"/>
                </a:cubicBezTo>
                <a:cubicBezTo>
                  <a:pt x="519228" y="69401"/>
                  <a:pt x="524701" y="74182"/>
                  <a:pt x="527332" y="78113"/>
                </a:cubicBezTo>
                <a:cubicBezTo>
                  <a:pt x="529963" y="82045"/>
                  <a:pt x="531278" y="86444"/>
                  <a:pt x="531278" y="91309"/>
                </a:cubicBezTo>
                <a:cubicBezTo>
                  <a:pt x="531278" y="95722"/>
                  <a:pt x="530175" y="100050"/>
                  <a:pt x="527969" y="104293"/>
                </a:cubicBezTo>
                <a:cubicBezTo>
                  <a:pt x="525762" y="108536"/>
                  <a:pt x="522651" y="111789"/>
                  <a:pt x="518634" y="114052"/>
                </a:cubicBezTo>
                <a:cubicBezTo>
                  <a:pt x="514617" y="116315"/>
                  <a:pt x="510176" y="117446"/>
                  <a:pt x="505311" y="117446"/>
                </a:cubicBezTo>
                <a:cubicBezTo>
                  <a:pt x="501521" y="117446"/>
                  <a:pt x="496457" y="116236"/>
                  <a:pt x="490121" y="113816"/>
                </a:cubicBezTo>
                <a:cubicBezTo>
                  <a:pt x="488424" y="113181"/>
                  <a:pt x="487264" y="112864"/>
                  <a:pt x="486642" y="112864"/>
                </a:cubicBezTo>
                <a:cubicBezTo>
                  <a:pt x="484775" y="112864"/>
                  <a:pt x="483219" y="114278"/>
                  <a:pt x="481975" y="117107"/>
                </a:cubicBezTo>
                <a:lnTo>
                  <a:pt x="479174" y="117107"/>
                </a:lnTo>
                <a:lnTo>
                  <a:pt x="477816" y="88594"/>
                </a:lnTo>
                <a:lnTo>
                  <a:pt x="480702" y="88594"/>
                </a:lnTo>
                <a:cubicBezTo>
                  <a:pt x="483247" y="96061"/>
                  <a:pt x="486741" y="101662"/>
                  <a:pt x="491182" y="105396"/>
                </a:cubicBezTo>
                <a:cubicBezTo>
                  <a:pt x="495623" y="109130"/>
                  <a:pt x="499823" y="110997"/>
                  <a:pt x="503783" y="110997"/>
                </a:cubicBezTo>
                <a:cubicBezTo>
                  <a:pt x="506499" y="110997"/>
                  <a:pt x="508720" y="110162"/>
                  <a:pt x="510445" y="108493"/>
                </a:cubicBezTo>
                <a:cubicBezTo>
                  <a:pt x="512170" y="106824"/>
                  <a:pt x="513033" y="104802"/>
                  <a:pt x="513033" y="102426"/>
                </a:cubicBezTo>
                <a:cubicBezTo>
                  <a:pt x="513033" y="99710"/>
                  <a:pt x="512185" y="97362"/>
                  <a:pt x="510487" y="95382"/>
                </a:cubicBezTo>
                <a:cubicBezTo>
                  <a:pt x="508790" y="93402"/>
                  <a:pt x="505000" y="90404"/>
                  <a:pt x="499116" y="86387"/>
                </a:cubicBezTo>
                <a:cubicBezTo>
                  <a:pt x="490461" y="80391"/>
                  <a:pt x="484860" y="75808"/>
                  <a:pt x="482314" y="72640"/>
                </a:cubicBezTo>
                <a:cubicBezTo>
                  <a:pt x="478580" y="68001"/>
                  <a:pt x="476713" y="62881"/>
                  <a:pt x="476713" y="57280"/>
                </a:cubicBezTo>
                <a:cubicBezTo>
                  <a:pt x="476713" y="51170"/>
                  <a:pt x="478821" y="45640"/>
                  <a:pt x="483035" y="40690"/>
                </a:cubicBezTo>
                <a:cubicBezTo>
                  <a:pt x="487250" y="35740"/>
                  <a:pt x="493346" y="33265"/>
                  <a:pt x="501323" y="33265"/>
                </a:cubicBezTo>
                <a:cubicBezTo>
                  <a:pt x="505622" y="33265"/>
                  <a:pt x="509780" y="34352"/>
                  <a:pt x="513797" y="36527"/>
                </a:cubicBezTo>
                <a:cubicBezTo>
                  <a:pt x="515324" y="37407"/>
                  <a:pt x="516569" y="37847"/>
                  <a:pt x="517531" y="37847"/>
                </a:cubicBezTo>
                <a:cubicBezTo>
                  <a:pt x="518549" y="37847"/>
                  <a:pt x="519369" y="37635"/>
                  <a:pt x="519992" y="37211"/>
                </a:cubicBezTo>
                <a:cubicBezTo>
                  <a:pt x="520614" y="36787"/>
                  <a:pt x="521604" y="35585"/>
                  <a:pt x="522962" y="33604"/>
                </a:cubicBezTo>
                <a:lnTo>
                  <a:pt x="525847" y="33604"/>
                </a:lnTo>
                <a:close/>
                <a:moveTo>
                  <a:pt x="574783" y="6449"/>
                </a:moveTo>
                <a:lnTo>
                  <a:pt x="574783" y="35641"/>
                </a:lnTo>
                <a:lnTo>
                  <a:pt x="593622" y="35641"/>
                </a:lnTo>
                <a:lnTo>
                  <a:pt x="593622" y="43957"/>
                </a:lnTo>
                <a:lnTo>
                  <a:pt x="574783" y="43957"/>
                </a:lnTo>
                <a:lnTo>
                  <a:pt x="574783" y="93054"/>
                </a:lnTo>
                <a:cubicBezTo>
                  <a:pt x="574783" y="97649"/>
                  <a:pt x="574996" y="100613"/>
                  <a:pt x="575420" y="101946"/>
                </a:cubicBezTo>
                <a:cubicBezTo>
                  <a:pt x="575844" y="103279"/>
                  <a:pt x="576594" y="104357"/>
                  <a:pt x="577669" y="105181"/>
                </a:cubicBezTo>
                <a:cubicBezTo>
                  <a:pt x="578743" y="106003"/>
                  <a:pt x="579734" y="106414"/>
                  <a:pt x="580639" y="106414"/>
                </a:cubicBezTo>
                <a:cubicBezTo>
                  <a:pt x="584316" y="106414"/>
                  <a:pt x="587795" y="103586"/>
                  <a:pt x="591076" y="97928"/>
                </a:cubicBezTo>
                <a:lnTo>
                  <a:pt x="593622" y="99814"/>
                </a:lnTo>
                <a:cubicBezTo>
                  <a:pt x="589040" y="110777"/>
                  <a:pt x="581600" y="116258"/>
                  <a:pt x="571304" y="116258"/>
                </a:cubicBezTo>
                <a:cubicBezTo>
                  <a:pt x="566269" y="116258"/>
                  <a:pt x="562012" y="114853"/>
                  <a:pt x="558533" y="112044"/>
                </a:cubicBezTo>
                <a:cubicBezTo>
                  <a:pt x="555053" y="109233"/>
                  <a:pt x="552833" y="106096"/>
                  <a:pt x="551871" y="102633"/>
                </a:cubicBezTo>
                <a:cubicBezTo>
                  <a:pt x="551305" y="100702"/>
                  <a:pt x="551023" y="95479"/>
                  <a:pt x="551023" y="86963"/>
                </a:cubicBezTo>
                <a:lnTo>
                  <a:pt x="551023" y="43957"/>
                </a:lnTo>
                <a:lnTo>
                  <a:pt x="540670" y="43957"/>
                </a:lnTo>
                <a:lnTo>
                  <a:pt x="540670" y="40979"/>
                </a:lnTo>
                <a:cubicBezTo>
                  <a:pt x="547798" y="35934"/>
                  <a:pt x="553865" y="30633"/>
                  <a:pt x="558872" y="25076"/>
                </a:cubicBezTo>
                <a:cubicBezTo>
                  <a:pt x="563879" y="19520"/>
                  <a:pt x="568249" y="13311"/>
                  <a:pt x="571983" y="6449"/>
                </a:cubicBezTo>
                <a:lnTo>
                  <a:pt x="574783" y="6449"/>
                </a:lnTo>
                <a:close/>
                <a:moveTo>
                  <a:pt x="651325" y="33604"/>
                </a:moveTo>
                <a:lnTo>
                  <a:pt x="652598" y="60760"/>
                </a:lnTo>
                <a:lnTo>
                  <a:pt x="649713" y="60760"/>
                </a:lnTo>
                <a:cubicBezTo>
                  <a:pt x="646262" y="52661"/>
                  <a:pt x="642684" y="47129"/>
                  <a:pt x="638978" y="44164"/>
                </a:cubicBezTo>
                <a:cubicBezTo>
                  <a:pt x="635273" y="41198"/>
                  <a:pt x="631581" y="39714"/>
                  <a:pt x="627904" y="39714"/>
                </a:cubicBezTo>
                <a:cubicBezTo>
                  <a:pt x="625585" y="39714"/>
                  <a:pt x="623605" y="40492"/>
                  <a:pt x="621964" y="42048"/>
                </a:cubicBezTo>
                <a:cubicBezTo>
                  <a:pt x="620323" y="43604"/>
                  <a:pt x="619503" y="45400"/>
                  <a:pt x="619503" y="47437"/>
                </a:cubicBezTo>
                <a:cubicBezTo>
                  <a:pt x="619503" y="48964"/>
                  <a:pt x="620069" y="50435"/>
                  <a:pt x="621200" y="51849"/>
                </a:cubicBezTo>
                <a:cubicBezTo>
                  <a:pt x="623011" y="54169"/>
                  <a:pt x="628074" y="58143"/>
                  <a:pt x="636390" y="63772"/>
                </a:cubicBezTo>
                <a:cubicBezTo>
                  <a:pt x="644706" y="69401"/>
                  <a:pt x="650180" y="74182"/>
                  <a:pt x="652811" y="78113"/>
                </a:cubicBezTo>
                <a:cubicBezTo>
                  <a:pt x="655441" y="82045"/>
                  <a:pt x="656757" y="86444"/>
                  <a:pt x="656757" y="91309"/>
                </a:cubicBezTo>
                <a:cubicBezTo>
                  <a:pt x="656757" y="95722"/>
                  <a:pt x="655653" y="100050"/>
                  <a:pt x="653447" y="104293"/>
                </a:cubicBezTo>
                <a:cubicBezTo>
                  <a:pt x="651241" y="108536"/>
                  <a:pt x="648129" y="111789"/>
                  <a:pt x="644112" y="114052"/>
                </a:cubicBezTo>
                <a:cubicBezTo>
                  <a:pt x="640096" y="116315"/>
                  <a:pt x="635655" y="117446"/>
                  <a:pt x="630789" y="117446"/>
                </a:cubicBezTo>
                <a:cubicBezTo>
                  <a:pt x="626999" y="117446"/>
                  <a:pt x="621936" y="116236"/>
                  <a:pt x="615600" y="113816"/>
                </a:cubicBezTo>
                <a:cubicBezTo>
                  <a:pt x="613902" y="113181"/>
                  <a:pt x="612743" y="112864"/>
                  <a:pt x="612120" y="112864"/>
                </a:cubicBezTo>
                <a:cubicBezTo>
                  <a:pt x="610253" y="112864"/>
                  <a:pt x="608698" y="114278"/>
                  <a:pt x="607453" y="117107"/>
                </a:cubicBezTo>
                <a:lnTo>
                  <a:pt x="604653" y="117107"/>
                </a:lnTo>
                <a:lnTo>
                  <a:pt x="603295" y="88594"/>
                </a:lnTo>
                <a:lnTo>
                  <a:pt x="606180" y="88594"/>
                </a:lnTo>
                <a:cubicBezTo>
                  <a:pt x="608726" y="96061"/>
                  <a:pt x="612219" y="101662"/>
                  <a:pt x="616660" y="105396"/>
                </a:cubicBezTo>
                <a:cubicBezTo>
                  <a:pt x="621101" y="109130"/>
                  <a:pt x="625302" y="110997"/>
                  <a:pt x="629262" y="110997"/>
                </a:cubicBezTo>
                <a:cubicBezTo>
                  <a:pt x="631977" y="110997"/>
                  <a:pt x="634198" y="110162"/>
                  <a:pt x="635923" y="108493"/>
                </a:cubicBezTo>
                <a:cubicBezTo>
                  <a:pt x="637649" y="106824"/>
                  <a:pt x="638512" y="104802"/>
                  <a:pt x="638512" y="102426"/>
                </a:cubicBezTo>
                <a:cubicBezTo>
                  <a:pt x="638512" y="99710"/>
                  <a:pt x="637663" y="97362"/>
                  <a:pt x="635966" y="95382"/>
                </a:cubicBezTo>
                <a:cubicBezTo>
                  <a:pt x="634269" y="93402"/>
                  <a:pt x="630478" y="90404"/>
                  <a:pt x="624595" y="86387"/>
                </a:cubicBezTo>
                <a:cubicBezTo>
                  <a:pt x="615939" y="80391"/>
                  <a:pt x="610338" y="75808"/>
                  <a:pt x="607792" y="72640"/>
                </a:cubicBezTo>
                <a:cubicBezTo>
                  <a:pt x="604059" y="68001"/>
                  <a:pt x="602192" y="62881"/>
                  <a:pt x="602192" y="57280"/>
                </a:cubicBezTo>
                <a:cubicBezTo>
                  <a:pt x="602192" y="51170"/>
                  <a:pt x="604299" y="45640"/>
                  <a:pt x="608514" y="40690"/>
                </a:cubicBezTo>
                <a:cubicBezTo>
                  <a:pt x="612728" y="35740"/>
                  <a:pt x="618824" y="33265"/>
                  <a:pt x="626801" y="33265"/>
                </a:cubicBezTo>
                <a:cubicBezTo>
                  <a:pt x="631101" y="33265"/>
                  <a:pt x="635259" y="34352"/>
                  <a:pt x="639275" y="36527"/>
                </a:cubicBezTo>
                <a:cubicBezTo>
                  <a:pt x="640803" y="37407"/>
                  <a:pt x="642047" y="37847"/>
                  <a:pt x="643009" y="37847"/>
                </a:cubicBezTo>
                <a:cubicBezTo>
                  <a:pt x="644028" y="37847"/>
                  <a:pt x="644848" y="37635"/>
                  <a:pt x="645470" y="37211"/>
                </a:cubicBezTo>
                <a:cubicBezTo>
                  <a:pt x="646092" y="36787"/>
                  <a:pt x="647083" y="35585"/>
                  <a:pt x="648440" y="33604"/>
                </a:cubicBezTo>
                <a:lnTo>
                  <a:pt x="651325" y="336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2FD41C-E671-4EA0-B08B-729E2428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3178267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294111"/>
                </a:moveTo>
                <a:cubicBezTo>
                  <a:pt x="89125" y="294111"/>
                  <a:pt x="133687" y="245093"/>
                  <a:pt x="133687" y="147056"/>
                </a:cubicBezTo>
                <a:cubicBezTo>
                  <a:pt x="133687" y="49019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74DBA4-198F-42C7-897C-03D99096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3131477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17F29C-7A89-4FCB-9D01-4B025AD8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3131477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BEA010-A006-4101-AFA3-F8E8800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3472378"/>
            <a:ext cx="182215" cy="10"/>
          </a:xfrm>
          <a:custGeom xmlns:a="http://schemas.openxmlformats.org/drawingml/2006/main">
            <a:pathLst>
              <a:path w="182215" h="1" fill="none">
                <a:moveTo>
                  <a:pt x="0" y="0"/>
                </a:moveTo>
                <a:cubicBezTo>
                  <a:pt x="89125" y="0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5A957-47A0-4BD4-919C-04EDE58D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3425588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D99EE9-C34B-4258-AB04-415D6312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3425588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8155A-B842-4302-99AA-5B4A7733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3472378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0"/>
                </a:moveTo>
                <a:cubicBezTo>
                  <a:pt x="89125" y="0"/>
                  <a:pt x="133687" y="49019"/>
                  <a:pt x="133687" y="147056"/>
                </a:cubicBezTo>
                <a:cubicBezTo>
                  <a:pt x="133687" y="245093"/>
                  <a:pt x="149863" y="294111"/>
                  <a:pt x="182215" y="29411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1CB221-A87C-4400-A794-0CAD80E6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3719699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B98E3-44EA-4D53-8BB5-9FBCFDE3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3719699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897425-D4EE-41BF-8C81-D726434F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3044580"/>
            <a:ext cx="1804772" cy="855596"/>
          </a:xfrm>
          <a:custGeom xmlns:a="http://schemas.openxmlformats.org/drawingml/2006/main">
            <a:pathLst>
              <a:path w="1804772" h="855596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6"/>
                  <a:pt x="1804772" y="17112"/>
                </a:cubicBezTo>
                <a:lnTo>
                  <a:pt x="1804772" y="838484"/>
                </a:lnTo>
                <a:cubicBezTo>
                  <a:pt x="1804772" y="843209"/>
                  <a:pt x="1803101" y="847242"/>
                  <a:pt x="1799760" y="850584"/>
                </a:cubicBezTo>
                <a:cubicBezTo>
                  <a:pt x="1796419" y="853925"/>
                  <a:pt x="1792386" y="855595"/>
                  <a:pt x="1787661" y="855596"/>
                </a:cubicBezTo>
                <a:lnTo>
                  <a:pt x="17112" y="855596"/>
                </a:lnTo>
                <a:cubicBezTo>
                  <a:pt x="12387" y="855595"/>
                  <a:pt x="8353" y="853925"/>
                  <a:pt x="5012" y="850583"/>
                </a:cubicBezTo>
                <a:cubicBezTo>
                  <a:pt x="1671" y="847242"/>
                  <a:pt x="0" y="843209"/>
                  <a:pt x="0" y="838484"/>
                </a:cubicBezTo>
                <a:lnTo>
                  <a:pt x="0" y="17112"/>
                </a:lnTo>
                <a:cubicBezTo>
                  <a:pt x="0" y="12386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solidFill xmlns:a="http://schemas.openxmlformats.org/drawingml/2006/main">
            <a:srgbClr val="B8F5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1F211-F710-4846-844F-6B73FC2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3044580"/>
            <a:ext cx="1804772" cy="855596"/>
          </a:xfrm>
          <a:custGeom xmlns:a="http://schemas.openxmlformats.org/drawingml/2006/main">
            <a:pathLst>
              <a:path w="1804772" h="855596" fill="none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6"/>
                  <a:pt x="1804772" y="17112"/>
                </a:cubicBezTo>
                <a:lnTo>
                  <a:pt x="1804772" y="838484"/>
                </a:lnTo>
                <a:cubicBezTo>
                  <a:pt x="1804772" y="843209"/>
                  <a:pt x="1803101" y="847242"/>
                  <a:pt x="1799760" y="850584"/>
                </a:cubicBezTo>
                <a:cubicBezTo>
                  <a:pt x="1796419" y="853925"/>
                  <a:pt x="1792386" y="855595"/>
                  <a:pt x="1787661" y="855596"/>
                </a:cubicBezTo>
                <a:lnTo>
                  <a:pt x="17112" y="855596"/>
                </a:lnTo>
                <a:cubicBezTo>
                  <a:pt x="12387" y="855595"/>
                  <a:pt x="8353" y="853925"/>
                  <a:pt x="5012" y="850583"/>
                </a:cubicBezTo>
                <a:cubicBezTo>
                  <a:pt x="1671" y="847242"/>
                  <a:pt x="0" y="843209"/>
                  <a:pt x="0" y="838484"/>
                </a:cubicBezTo>
                <a:lnTo>
                  <a:pt x="0" y="17112"/>
                </a:lnTo>
                <a:cubicBezTo>
                  <a:pt x="0" y="12386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18" name="Text Requestsf">
            <a:extLst xmlns:a="http://schemas.openxmlformats.org/drawingml/2006/main">
              <a:ext uri="{FF2B5EF4-FFF2-40B4-BE49-F238E27FC236}">
                <a16:creationId xmlns:a16="http://schemas.microsoft.com/office/drawing/2014/main" id="{B87966DC-8276-426B-AF29-37B7FF9C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331" y="3091018"/>
            <a:ext cx="743570" cy="157839"/>
          </a:xfrm>
          <a:custGeom xmlns:a="http://schemas.openxmlformats.org/drawingml/2006/main">
            <a:pathLst>
              <a:path w="743570" h="157839">
                <a:moveTo>
                  <a:pt x="114476" y="120671"/>
                </a:moveTo>
                <a:lnTo>
                  <a:pt x="83757" y="120671"/>
                </a:lnTo>
                <a:lnTo>
                  <a:pt x="44806" y="66700"/>
                </a:lnTo>
                <a:cubicBezTo>
                  <a:pt x="41921" y="66813"/>
                  <a:pt x="39573" y="66870"/>
                  <a:pt x="37763" y="66870"/>
                </a:cubicBezTo>
                <a:cubicBezTo>
                  <a:pt x="37027" y="66870"/>
                  <a:pt x="36235" y="66855"/>
                  <a:pt x="35387" y="66827"/>
                </a:cubicBezTo>
                <a:cubicBezTo>
                  <a:pt x="34538" y="66799"/>
                  <a:pt x="33661" y="66756"/>
                  <a:pt x="32756" y="66700"/>
                </a:cubicBezTo>
                <a:lnTo>
                  <a:pt x="32756" y="100246"/>
                </a:lnTo>
                <a:cubicBezTo>
                  <a:pt x="32756" y="107512"/>
                  <a:pt x="33548" y="112025"/>
                  <a:pt x="35132" y="113784"/>
                </a:cubicBezTo>
                <a:cubicBezTo>
                  <a:pt x="37282" y="116282"/>
                  <a:pt x="40506" y="117531"/>
                  <a:pt x="44806" y="117531"/>
                </a:cubicBezTo>
                <a:lnTo>
                  <a:pt x="49304" y="117531"/>
                </a:lnTo>
                <a:lnTo>
                  <a:pt x="49304" y="120671"/>
                </a:lnTo>
                <a:lnTo>
                  <a:pt x="0" y="120671"/>
                </a:lnTo>
                <a:lnTo>
                  <a:pt x="0" y="117531"/>
                </a:lnTo>
                <a:lnTo>
                  <a:pt x="4328" y="117531"/>
                </a:lnTo>
                <a:cubicBezTo>
                  <a:pt x="9193" y="117531"/>
                  <a:pt x="12672" y="115947"/>
                  <a:pt x="14766" y="112779"/>
                </a:cubicBezTo>
                <a:cubicBezTo>
                  <a:pt x="15954" y="111025"/>
                  <a:pt x="16548" y="106867"/>
                  <a:pt x="16548" y="100304"/>
                </a:cubicBezTo>
                <a:lnTo>
                  <a:pt x="16548" y="25967"/>
                </a:lnTo>
                <a:cubicBezTo>
                  <a:pt x="16548" y="18726"/>
                  <a:pt x="15756" y="14228"/>
                  <a:pt x="14172" y="12474"/>
                </a:cubicBezTo>
                <a:cubicBezTo>
                  <a:pt x="11965" y="9985"/>
                  <a:pt x="8684" y="8741"/>
                  <a:pt x="4328" y="8741"/>
                </a:cubicBezTo>
                <a:lnTo>
                  <a:pt x="0" y="8741"/>
                </a:lnTo>
                <a:lnTo>
                  <a:pt x="0" y="5601"/>
                </a:lnTo>
                <a:lnTo>
                  <a:pt x="41921" y="5601"/>
                </a:lnTo>
                <a:cubicBezTo>
                  <a:pt x="54141" y="5601"/>
                  <a:pt x="63150" y="6489"/>
                  <a:pt x="68949" y="8266"/>
                </a:cubicBezTo>
                <a:cubicBezTo>
                  <a:pt x="74747" y="10043"/>
                  <a:pt x="79669" y="13315"/>
                  <a:pt x="83714" y="18083"/>
                </a:cubicBezTo>
                <a:cubicBezTo>
                  <a:pt x="87759" y="22849"/>
                  <a:pt x="89782" y="28532"/>
                  <a:pt x="89782" y="35132"/>
                </a:cubicBezTo>
                <a:cubicBezTo>
                  <a:pt x="89782" y="42182"/>
                  <a:pt x="87476" y="48303"/>
                  <a:pt x="82866" y="53494"/>
                </a:cubicBezTo>
                <a:cubicBezTo>
                  <a:pt x="78255" y="58682"/>
                  <a:pt x="71113" y="62349"/>
                  <a:pt x="61439" y="64493"/>
                </a:cubicBezTo>
                <a:lnTo>
                  <a:pt x="85199" y="97610"/>
                </a:lnTo>
                <a:cubicBezTo>
                  <a:pt x="90630" y="105216"/>
                  <a:pt x="95298" y="110267"/>
                  <a:pt x="99201" y="112765"/>
                </a:cubicBezTo>
                <a:cubicBezTo>
                  <a:pt x="103105" y="115262"/>
                  <a:pt x="108196" y="116850"/>
                  <a:pt x="114476" y="117531"/>
                </a:cubicBezTo>
                <a:lnTo>
                  <a:pt x="114476" y="120671"/>
                </a:lnTo>
                <a:moveTo>
                  <a:pt x="32756" y="61523"/>
                </a:moveTo>
                <a:cubicBezTo>
                  <a:pt x="33831" y="61523"/>
                  <a:pt x="34764" y="61538"/>
                  <a:pt x="35556" y="61566"/>
                </a:cubicBezTo>
                <a:cubicBezTo>
                  <a:pt x="36348" y="61594"/>
                  <a:pt x="36999" y="61608"/>
                  <a:pt x="37508" y="61608"/>
                </a:cubicBezTo>
                <a:cubicBezTo>
                  <a:pt x="48483" y="61608"/>
                  <a:pt x="56757" y="59232"/>
                  <a:pt x="62330" y="54480"/>
                </a:cubicBezTo>
                <a:cubicBezTo>
                  <a:pt x="67902" y="49728"/>
                  <a:pt x="70688" y="43675"/>
                  <a:pt x="70688" y="36320"/>
                </a:cubicBezTo>
                <a:cubicBezTo>
                  <a:pt x="70688" y="29135"/>
                  <a:pt x="68439" y="23294"/>
                  <a:pt x="63942" y="18796"/>
                </a:cubicBezTo>
                <a:cubicBezTo>
                  <a:pt x="59444" y="14299"/>
                  <a:pt x="53490" y="12050"/>
                  <a:pt x="46079" y="12050"/>
                </a:cubicBezTo>
                <a:cubicBezTo>
                  <a:pt x="42798" y="12050"/>
                  <a:pt x="38357" y="12588"/>
                  <a:pt x="32756" y="13662"/>
                </a:cubicBezTo>
                <a:lnTo>
                  <a:pt x="32756" y="61523"/>
                </a:lnTo>
                <a:close/>
                <a:moveTo>
                  <a:pt x="131449" y="72301"/>
                </a:moveTo>
                <a:cubicBezTo>
                  <a:pt x="131393" y="83815"/>
                  <a:pt x="134193" y="92846"/>
                  <a:pt x="139850" y="99395"/>
                </a:cubicBezTo>
                <a:cubicBezTo>
                  <a:pt x="145508" y="105941"/>
                  <a:pt x="152155" y="109215"/>
                  <a:pt x="159792" y="109215"/>
                </a:cubicBezTo>
                <a:cubicBezTo>
                  <a:pt x="164884" y="109215"/>
                  <a:pt x="169311" y="107814"/>
                  <a:pt x="173073" y="105014"/>
                </a:cubicBezTo>
                <a:cubicBezTo>
                  <a:pt x="176835" y="102214"/>
                  <a:pt x="179989" y="97419"/>
                  <a:pt x="182535" y="90630"/>
                </a:cubicBezTo>
                <a:lnTo>
                  <a:pt x="185166" y="92327"/>
                </a:lnTo>
                <a:cubicBezTo>
                  <a:pt x="183977" y="100078"/>
                  <a:pt x="180527" y="107136"/>
                  <a:pt x="174813" y="113500"/>
                </a:cubicBezTo>
                <a:cubicBezTo>
                  <a:pt x="169099" y="119864"/>
                  <a:pt x="161942" y="123047"/>
                  <a:pt x="153343" y="123047"/>
                </a:cubicBezTo>
                <a:cubicBezTo>
                  <a:pt x="144009" y="123047"/>
                  <a:pt x="136018" y="119420"/>
                  <a:pt x="129370" y="112166"/>
                </a:cubicBezTo>
                <a:cubicBezTo>
                  <a:pt x="122723" y="104911"/>
                  <a:pt x="119399" y="95157"/>
                  <a:pt x="119399" y="82905"/>
                </a:cubicBezTo>
                <a:cubicBezTo>
                  <a:pt x="119399" y="69639"/>
                  <a:pt x="122808" y="59294"/>
                  <a:pt x="129625" y="51871"/>
                </a:cubicBezTo>
                <a:cubicBezTo>
                  <a:pt x="136442" y="44445"/>
                  <a:pt x="144999" y="40733"/>
                  <a:pt x="155295" y="40733"/>
                </a:cubicBezTo>
                <a:cubicBezTo>
                  <a:pt x="164007" y="40733"/>
                  <a:pt x="171164" y="43597"/>
                  <a:pt x="176764" y="49325"/>
                </a:cubicBezTo>
                <a:cubicBezTo>
                  <a:pt x="182365" y="55051"/>
                  <a:pt x="185166" y="62710"/>
                  <a:pt x="185166" y="72301"/>
                </a:cubicBezTo>
                <a:lnTo>
                  <a:pt x="131449" y="72301"/>
                </a:lnTo>
                <a:moveTo>
                  <a:pt x="131449" y="67379"/>
                </a:moveTo>
                <a:lnTo>
                  <a:pt x="167430" y="67379"/>
                </a:lnTo>
                <a:cubicBezTo>
                  <a:pt x="167147" y="62400"/>
                  <a:pt x="166553" y="58893"/>
                  <a:pt x="165648" y="56856"/>
                </a:cubicBezTo>
                <a:cubicBezTo>
                  <a:pt x="164233" y="53688"/>
                  <a:pt x="162126" y="51199"/>
                  <a:pt x="159326" y="49388"/>
                </a:cubicBezTo>
                <a:cubicBezTo>
                  <a:pt x="156525" y="47578"/>
                  <a:pt x="153598" y="46673"/>
                  <a:pt x="150543" y="46673"/>
                </a:cubicBezTo>
                <a:cubicBezTo>
                  <a:pt x="145847" y="46673"/>
                  <a:pt x="141647" y="48497"/>
                  <a:pt x="137941" y="52146"/>
                </a:cubicBezTo>
                <a:cubicBezTo>
                  <a:pt x="134235" y="55795"/>
                  <a:pt x="132072" y="60873"/>
                  <a:pt x="131449" y="67379"/>
                </a:cubicBezTo>
                <a:close/>
                <a:moveTo>
                  <a:pt x="264366" y="40733"/>
                </a:moveTo>
                <a:lnTo>
                  <a:pt x="264366" y="140623"/>
                </a:lnTo>
                <a:cubicBezTo>
                  <a:pt x="264366" y="145598"/>
                  <a:pt x="264706" y="148792"/>
                  <a:pt x="265385" y="150205"/>
                </a:cubicBezTo>
                <a:cubicBezTo>
                  <a:pt x="266064" y="151619"/>
                  <a:pt x="267124" y="152721"/>
                  <a:pt x="268567" y="153511"/>
                </a:cubicBezTo>
                <a:cubicBezTo>
                  <a:pt x="270010" y="154303"/>
                  <a:pt x="272824" y="154699"/>
                  <a:pt x="277010" y="154699"/>
                </a:cubicBezTo>
                <a:lnTo>
                  <a:pt x="277010" y="157839"/>
                </a:lnTo>
                <a:lnTo>
                  <a:pt x="237805" y="157839"/>
                </a:lnTo>
                <a:lnTo>
                  <a:pt x="237805" y="154699"/>
                </a:lnTo>
                <a:lnTo>
                  <a:pt x="239418" y="154699"/>
                </a:lnTo>
                <a:cubicBezTo>
                  <a:pt x="242586" y="154699"/>
                  <a:pt x="244990" y="154247"/>
                  <a:pt x="246631" y="153342"/>
                </a:cubicBezTo>
                <a:cubicBezTo>
                  <a:pt x="247762" y="152719"/>
                  <a:pt x="248667" y="151602"/>
                  <a:pt x="249346" y="149990"/>
                </a:cubicBezTo>
                <a:cubicBezTo>
                  <a:pt x="250025" y="148377"/>
                  <a:pt x="250365" y="145252"/>
                  <a:pt x="250365" y="140613"/>
                </a:cubicBezTo>
                <a:lnTo>
                  <a:pt x="250365" y="107178"/>
                </a:lnTo>
                <a:cubicBezTo>
                  <a:pt x="245216" y="113288"/>
                  <a:pt x="240719" y="117460"/>
                  <a:pt x="236872" y="119695"/>
                </a:cubicBezTo>
                <a:cubicBezTo>
                  <a:pt x="233025" y="121929"/>
                  <a:pt x="229036" y="123047"/>
                  <a:pt x="224907" y="123047"/>
                </a:cubicBezTo>
                <a:cubicBezTo>
                  <a:pt x="217382" y="123047"/>
                  <a:pt x="210664" y="119628"/>
                  <a:pt x="204752" y="112789"/>
                </a:cubicBezTo>
                <a:cubicBezTo>
                  <a:pt x="198840" y="105951"/>
                  <a:pt x="195885" y="96796"/>
                  <a:pt x="195885" y="85324"/>
                </a:cubicBezTo>
                <a:cubicBezTo>
                  <a:pt x="195885" y="72155"/>
                  <a:pt x="199788" y="61431"/>
                  <a:pt x="207595" y="53151"/>
                </a:cubicBezTo>
                <a:cubicBezTo>
                  <a:pt x="215402" y="44872"/>
                  <a:pt x="224822" y="40733"/>
                  <a:pt x="235853" y="40733"/>
                </a:cubicBezTo>
                <a:cubicBezTo>
                  <a:pt x="239078" y="40733"/>
                  <a:pt x="242048" y="41185"/>
                  <a:pt x="244764" y="42090"/>
                </a:cubicBezTo>
                <a:cubicBezTo>
                  <a:pt x="247479" y="42996"/>
                  <a:pt x="249912" y="44353"/>
                  <a:pt x="252062" y="46164"/>
                </a:cubicBezTo>
                <a:cubicBezTo>
                  <a:pt x="255343" y="44580"/>
                  <a:pt x="258483" y="42769"/>
                  <a:pt x="261481" y="40733"/>
                </a:cubicBezTo>
                <a:lnTo>
                  <a:pt x="264366" y="40733"/>
                </a:lnTo>
                <a:moveTo>
                  <a:pt x="250365" y="101845"/>
                </a:moveTo>
                <a:lnTo>
                  <a:pt x="250365" y="65403"/>
                </a:lnTo>
                <a:cubicBezTo>
                  <a:pt x="250365" y="61165"/>
                  <a:pt x="249813" y="57832"/>
                  <a:pt x="248710" y="55403"/>
                </a:cubicBezTo>
                <a:cubicBezTo>
                  <a:pt x="247607" y="52972"/>
                  <a:pt x="245641" y="50910"/>
                  <a:pt x="242812" y="49216"/>
                </a:cubicBezTo>
                <a:cubicBezTo>
                  <a:pt x="239983" y="47521"/>
                  <a:pt x="236787" y="46673"/>
                  <a:pt x="233223" y="46673"/>
                </a:cubicBezTo>
                <a:cubicBezTo>
                  <a:pt x="226887" y="46673"/>
                  <a:pt x="221456" y="49357"/>
                  <a:pt x="216930" y="54724"/>
                </a:cubicBezTo>
                <a:cubicBezTo>
                  <a:pt x="212404" y="60091"/>
                  <a:pt x="210141" y="68227"/>
                  <a:pt x="210141" y="79132"/>
                </a:cubicBezTo>
                <a:cubicBezTo>
                  <a:pt x="210141" y="89584"/>
                  <a:pt x="212446" y="97522"/>
                  <a:pt x="217057" y="102946"/>
                </a:cubicBezTo>
                <a:cubicBezTo>
                  <a:pt x="221668" y="108370"/>
                  <a:pt x="227226" y="111081"/>
                  <a:pt x="233732" y="111081"/>
                </a:cubicBezTo>
                <a:cubicBezTo>
                  <a:pt x="237070" y="111081"/>
                  <a:pt x="240040" y="110361"/>
                  <a:pt x="242642" y="108920"/>
                </a:cubicBezTo>
                <a:cubicBezTo>
                  <a:pt x="245245" y="107479"/>
                  <a:pt x="247819" y="105121"/>
                  <a:pt x="250365" y="101845"/>
                </a:cubicBezTo>
                <a:close/>
                <a:moveTo>
                  <a:pt x="350584" y="42939"/>
                </a:moveTo>
                <a:lnTo>
                  <a:pt x="350584" y="90036"/>
                </a:lnTo>
                <a:cubicBezTo>
                  <a:pt x="350584" y="99031"/>
                  <a:pt x="350796" y="104533"/>
                  <a:pt x="351221" y="106541"/>
                </a:cubicBezTo>
                <a:cubicBezTo>
                  <a:pt x="351645" y="108550"/>
                  <a:pt x="352324" y="109950"/>
                  <a:pt x="353257" y="110742"/>
                </a:cubicBezTo>
                <a:cubicBezTo>
                  <a:pt x="354191" y="111534"/>
                  <a:pt x="355280" y="111930"/>
                  <a:pt x="356524" y="111930"/>
                </a:cubicBezTo>
                <a:cubicBezTo>
                  <a:pt x="358278" y="111930"/>
                  <a:pt x="360258" y="111449"/>
                  <a:pt x="362464" y="110487"/>
                </a:cubicBezTo>
                <a:lnTo>
                  <a:pt x="363652" y="113458"/>
                </a:lnTo>
                <a:lnTo>
                  <a:pt x="340401" y="123047"/>
                </a:lnTo>
                <a:lnTo>
                  <a:pt x="336582" y="123047"/>
                </a:lnTo>
                <a:lnTo>
                  <a:pt x="336582" y="106584"/>
                </a:lnTo>
                <a:cubicBezTo>
                  <a:pt x="329907" y="113825"/>
                  <a:pt x="324815" y="118379"/>
                  <a:pt x="321307" y="120246"/>
                </a:cubicBezTo>
                <a:cubicBezTo>
                  <a:pt x="317800" y="122113"/>
                  <a:pt x="314094" y="123047"/>
                  <a:pt x="310191" y="123047"/>
                </a:cubicBezTo>
                <a:cubicBezTo>
                  <a:pt x="305835" y="123047"/>
                  <a:pt x="302058" y="121788"/>
                  <a:pt x="298862" y="119270"/>
                </a:cubicBezTo>
                <a:cubicBezTo>
                  <a:pt x="295666" y="116753"/>
                  <a:pt x="293445" y="113514"/>
                  <a:pt x="292201" y="109554"/>
                </a:cubicBezTo>
                <a:cubicBezTo>
                  <a:pt x="290956" y="105594"/>
                  <a:pt x="290334" y="99993"/>
                  <a:pt x="290334" y="92752"/>
                </a:cubicBezTo>
                <a:lnTo>
                  <a:pt x="290334" y="58044"/>
                </a:lnTo>
                <a:cubicBezTo>
                  <a:pt x="290334" y="54367"/>
                  <a:pt x="289938" y="51821"/>
                  <a:pt x="289146" y="50407"/>
                </a:cubicBezTo>
                <a:cubicBezTo>
                  <a:pt x="288354" y="48992"/>
                  <a:pt x="287180" y="47903"/>
                  <a:pt x="285624" y="47140"/>
                </a:cubicBezTo>
                <a:cubicBezTo>
                  <a:pt x="284068" y="46376"/>
                  <a:pt x="281254" y="46022"/>
                  <a:pt x="277180" y="46079"/>
                </a:cubicBezTo>
                <a:lnTo>
                  <a:pt x="277180" y="42939"/>
                </a:lnTo>
                <a:lnTo>
                  <a:pt x="304420" y="42939"/>
                </a:lnTo>
                <a:lnTo>
                  <a:pt x="304420" y="94831"/>
                </a:lnTo>
                <a:cubicBezTo>
                  <a:pt x="304420" y="102055"/>
                  <a:pt x="305679" y="106795"/>
                  <a:pt x="308197" y="109053"/>
                </a:cubicBezTo>
                <a:cubicBezTo>
                  <a:pt x="310714" y="111310"/>
                  <a:pt x="313755" y="112439"/>
                  <a:pt x="317319" y="112439"/>
                </a:cubicBezTo>
                <a:cubicBezTo>
                  <a:pt x="319752" y="112439"/>
                  <a:pt x="322510" y="111677"/>
                  <a:pt x="325593" y="110153"/>
                </a:cubicBezTo>
                <a:cubicBezTo>
                  <a:pt x="328676" y="108629"/>
                  <a:pt x="332339" y="105724"/>
                  <a:pt x="336582" y="101437"/>
                </a:cubicBezTo>
                <a:lnTo>
                  <a:pt x="336582" y="57506"/>
                </a:lnTo>
                <a:cubicBezTo>
                  <a:pt x="336582" y="53104"/>
                  <a:pt x="335776" y="50127"/>
                  <a:pt x="334164" y="48577"/>
                </a:cubicBezTo>
                <a:cubicBezTo>
                  <a:pt x="332551" y="47025"/>
                  <a:pt x="329199" y="46192"/>
                  <a:pt x="324108" y="46079"/>
                </a:cubicBezTo>
                <a:lnTo>
                  <a:pt x="324108" y="42939"/>
                </a:lnTo>
                <a:lnTo>
                  <a:pt x="350584" y="42939"/>
                </a:lnTo>
                <a:close/>
                <a:moveTo>
                  <a:pt x="382406" y="72301"/>
                </a:moveTo>
                <a:cubicBezTo>
                  <a:pt x="382349" y="83815"/>
                  <a:pt x="385150" y="92846"/>
                  <a:pt x="390807" y="99395"/>
                </a:cubicBezTo>
                <a:cubicBezTo>
                  <a:pt x="396464" y="105941"/>
                  <a:pt x="403112" y="109215"/>
                  <a:pt x="410749" y="109215"/>
                </a:cubicBezTo>
                <a:cubicBezTo>
                  <a:pt x="415841" y="109215"/>
                  <a:pt x="420268" y="107814"/>
                  <a:pt x="424030" y="105014"/>
                </a:cubicBezTo>
                <a:cubicBezTo>
                  <a:pt x="427792" y="102214"/>
                  <a:pt x="430946" y="97419"/>
                  <a:pt x="433492" y="90630"/>
                </a:cubicBezTo>
                <a:lnTo>
                  <a:pt x="436122" y="92327"/>
                </a:lnTo>
                <a:cubicBezTo>
                  <a:pt x="434934" y="100078"/>
                  <a:pt x="431483" y="107136"/>
                  <a:pt x="425769" y="113500"/>
                </a:cubicBezTo>
                <a:cubicBezTo>
                  <a:pt x="420056" y="119864"/>
                  <a:pt x="412899" y="123047"/>
                  <a:pt x="404300" y="123047"/>
                </a:cubicBezTo>
                <a:cubicBezTo>
                  <a:pt x="394965" y="123047"/>
                  <a:pt x="386974" y="119420"/>
                  <a:pt x="380327" y="112166"/>
                </a:cubicBezTo>
                <a:cubicBezTo>
                  <a:pt x="373680" y="104911"/>
                  <a:pt x="370356" y="95157"/>
                  <a:pt x="370356" y="82905"/>
                </a:cubicBezTo>
                <a:cubicBezTo>
                  <a:pt x="370356" y="69639"/>
                  <a:pt x="373764" y="59294"/>
                  <a:pt x="380582" y="51871"/>
                </a:cubicBezTo>
                <a:cubicBezTo>
                  <a:pt x="387399" y="44445"/>
                  <a:pt x="395955" y="40733"/>
                  <a:pt x="406252" y="40733"/>
                </a:cubicBezTo>
                <a:cubicBezTo>
                  <a:pt x="414964" y="40733"/>
                  <a:pt x="422120" y="43597"/>
                  <a:pt x="427721" y="49325"/>
                </a:cubicBezTo>
                <a:cubicBezTo>
                  <a:pt x="433322" y="55051"/>
                  <a:pt x="436122" y="62710"/>
                  <a:pt x="436122" y="72301"/>
                </a:cubicBezTo>
                <a:lnTo>
                  <a:pt x="382406" y="72301"/>
                </a:lnTo>
                <a:moveTo>
                  <a:pt x="382406" y="67379"/>
                </a:moveTo>
                <a:lnTo>
                  <a:pt x="418387" y="67379"/>
                </a:lnTo>
                <a:cubicBezTo>
                  <a:pt x="418104" y="62400"/>
                  <a:pt x="417510" y="58893"/>
                  <a:pt x="416605" y="56856"/>
                </a:cubicBezTo>
                <a:cubicBezTo>
                  <a:pt x="415190" y="53688"/>
                  <a:pt x="413083" y="51199"/>
                  <a:pt x="410283" y="49388"/>
                </a:cubicBezTo>
                <a:cubicBezTo>
                  <a:pt x="407482" y="47578"/>
                  <a:pt x="404554" y="46673"/>
                  <a:pt x="401500" y="46673"/>
                </a:cubicBezTo>
                <a:cubicBezTo>
                  <a:pt x="396804" y="46673"/>
                  <a:pt x="392603" y="48497"/>
                  <a:pt x="388898" y="52146"/>
                </a:cubicBezTo>
                <a:cubicBezTo>
                  <a:pt x="385192" y="55795"/>
                  <a:pt x="383028" y="60873"/>
                  <a:pt x="382406" y="67379"/>
                </a:cubicBezTo>
                <a:close/>
                <a:moveTo>
                  <a:pt x="496739" y="40733"/>
                </a:moveTo>
                <a:lnTo>
                  <a:pt x="496739" y="67039"/>
                </a:lnTo>
                <a:lnTo>
                  <a:pt x="493938" y="67039"/>
                </a:lnTo>
                <a:cubicBezTo>
                  <a:pt x="491789" y="58788"/>
                  <a:pt x="489031" y="53176"/>
                  <a:pt x="485665" y="50203"/>
                </a:cubicBezTo>
                <a:cubicBezTo>
                  <a:pt x="482299" y="47227"/>
                  <a:pt x="478013" y="45739"/>
                  <a:pt x="472808" y="45739"/>
                </a:cubicBezTo>
                <a:cubicBezTo>
                  <a:pt x="468848" y="45739"/>
                  <a:pt x="465652" y="46785"/>
                  <a:pt x="463219" y="48877"/>
                </a:cubicBezTo>
                <a:cubicBezTo>
                  <a:pt x="460787" y="50966"/>
                  <a:pt x="459570" y="53283"/>
                  <a:pt x="459570" y="55827"/>
                </a:cubicBezTo>
                <a:cubicBezTo>
                  <a:pt x="459570" y="58992"/>
                  <a:pt x="460475" y="61704"/>
                  <a:pt x="462286" y="63963"/>
                </a:cubicBezTo>
                <a:cubicBezTo>
                  <a:pt x="464040" y="66281"/>
                  <a:pt x="467604" y="68739"/>
                  <a:pt x="472978" y="71338"/>
                </a:cubicBezTo>
                <a:lnTo>
                  <a:pt x="485368" y="77358"/>
                </a:lnTo>
                <a:cubicBezTo>
                  <a:pt x="496852" y="82951"/>
                  <a:pt x="502594" y="90326"/>
                  <a:pt x="502594" y="99482"/>
                </a:cubicBezTo>
                <a:cubicBezTo>
                  <a:pt x="502594" y="106545"/>
                  <a:pt x="499921" y="112239"/>
                  <a:pt x="494575" y="116563"/>
                </a:cubicBezTo>
                <a:cubicBezTo>
                  <a:pt x="489229" y="120885"/>
                  <a:pt x="483246" y="123047"/>
                  <a:pt x="476627" y="123047"/>
                </a:cubicBezTo>
                <a:cubicBezTo>
                  <a:pt x="471875" y="123047"/>
                  <a:pt x="466444" y="122198"/>
                  <a:pt x="460334" y="120501"/>
                </a:cubicBezTo>
                <a:cubicBezTo>
                  <a:pt x="458467" y="119935"/>
                  <a:pt x="456940" y="119652"/>
                  <a:pt x="455752" y="119652"/>
                </a:cubicBezTo>
                <a:cubicBezTo>
                  <a:pt x="454450" y="119652"/>
                  <a:pt x="453432" y="120388"/>
                  <a:pt x="452697" y="121859"/>
                </a:cubicBezTo>
                <a:lnTo>
                  <a:pt x="449896" y="121859"/>
                </a:lnTo>
                <a:lnTo>
                  <a:pt x="449896" y="94025"/>
                </a:lnTo>
                <a:lnTo>
                  <a:pt x="452697" y="94025"/>
                </a:lnTo>
                <a:cubicBezTo>
                  <a:pt x="454281" y="101973"/>
                  <a:pt x="457307" y="107963"/>
                  <a:pt x="461777" y="111994"/>
                </a:cubicBezTo>
                <a:cubicBezTo>
                  <a:pt x="466246" y="116025"/>
                  <a:pt x="471253" y="118040"/>
                  <a:pt x="476797" y="118040"/>
                </a:cubicBezTo>
                <a:cubicBezTo>
                  <a:pt x="480700" y="118040"/>
                  <a:pt x="483883" y="116896"/>
                  <a:pt x="486344" y="114608"/>
                </a:cubicBezTo>
                <a:cubicBezTo>
                  <a:pt x="488804" y="112319"/>
                  <a:pt x="490035" y="109564"/>
                  <a:pt x="490035" y="106343"/>
                </a:cubicBezTo>
                <a:cubicBezTo>
                  <a:pt x="490035" y="102443"/>
                  <a:pt x="488663" y="99165"/>
                  <a:pt x="485919" y="96509"/>
                </a:cubicBezTo>
                <a:cubicBezTo>
                  <a:pt x="483175" y="93854"/>
                  <a:pt x="477702" y="90492"/>
                  <a:pt x="469499" y="86424"/>
                </a:cubicBezTo>
                <a:cubicBezTo>
                  <a:pt x="461296" y="82355"/>
                  <a:pt x="455921" y="78681"/>
                  <a:pt x="453376" y="75403"/>
                </a:cubicBezTo>
                <a:cubicBezTo>
                  <a:pt x="450830" y="72182"/>
                  <a:pt x="449557" y="68113"/>
                  <a:pt x="449557" y="63197"/>
                </a:cubicBezTo>
                <a:cubicBezTo>
                  <a:pt x="449557" y="56811"/>
                  <a:pt x="451749" y="51471"/>
                  <a:pt x="456133" y="47177"/>
                </a:cubicBezTo>
                <a:cubicBezTo>
                  <a:pt x="460518" y="42881"/>
                  <a:pt x="466189" y="40733"/>
                  <a:pt x="473148" y="40733"/>
                </a:cubicBezTo>
                <a:cubicBezTo>
                  <a:pt x="476203" y="40733"/>
                  <a:pt x="479908" y="41383"/>
                  <a:pt x="484264" y="42684"/>
                </a:cubicBezTo>
                <a:cubicBezTo>
                  <a:pt x="487150" y="43533"/>
                  <a:pt x="489073" y="43957"/>
                  <a:pt x="490035" y="43957"/>
                </a:cubicBezTo>
                <a:cubicBezTo>
                  <a:pt x="490940" y="43957"/>
                  <a:pt x="491647" y="43759"/>
                  <a:pt x="492156" y="43363"/>
                </a:cubicBezTo>
                <a:cubicBezTo>
                  <a:pt x="492666" y="42967"/>
                  <a:pt x="493260" y="42090"/>
                  <a:pt x="493938" y="40733"/>
                </a:cubicBezTo>
                <a:lnTo>
                  <a:pt x="496739" y="40733"/>
                </a:lnTo>
                <a:close/>
                <a:moveTo>
                  <a:pt x="536680" y="17311"/>
                </a:moveTo>
                <a:lnTo>
                  <a:pt x="536680" y="42939"/>
                </a:lnTo>
                <a:lnTo>
                  <a:pt x="554840" y="42939"/>
                </a:lnTo>
                <a:lnTo>
                  <a:pt x="554840" y="48879"/>
                </a:lnTo>
                <a:lnTo>
                  <a:pt x="536680" y="48879"/>
                </a:lnTo>
                <a:lnTo>
                  <a:pt x="536680" y="99217"/>
                </a:lnTo>
                <a:cubicBezTo>
                  <a:pt x="536680" y="104247"/>
                  <a:pt x="537402" y="107638"/>
                  <a:pt x="538844" y="109390"/>
                </a:cubicBezTo>
                <a:cubicBezTo>
                  <a:pt x="540287" y="111140"/>
                  <a:pt x="542140" y="112015"/>
                  <a:pt x="544403" y="112015"/>
                </a:cubicBezTo>
                <a:cubicBezTo>
                  <a:pt x="546270" y="112015"/>
                  <a:pt x="548080" y="111435"/>
                  <a:pt x="549834" y="110275"/>
                </a:cubicBezTo>
                <a:cubicBezTo>
                  <a:pt x="551587" y="109116"/>
                  <a:pt x="552945" y="107404"/>
                  <a:pt x="553907" y="105141"/>
                </a:cubicBezTo>
                <a:lnTo>
                  <a:pt x="557217" y="105141"/>
                </a:lnTo>
                <a:cubicBezTo>
                  <a:pt x="555236" y="110701"/>
                  <a:pt x="552436" y="114906"/>
                  <a:pt x="548815" y="117756"/>
                </a:cubicBezTo>
                <a:cubicBezTo>
                  <a:pt x="545195" y="120604"/>
                  <a:pt x="541461" y="122028"/>
                  <a:pt x="537614" y="122028"/>
                </a:cubicBezTo>
                <a:cubicBezTo>
                  <a:pt x="535012" y="122028"/>
                  <a:pt x="532466" y="121306"/>
                  <a:pt x="529977" y="119862"/>
                </a:cubicBezTo>
                <a:cubicBezTo>
                  <a:pt x="527487" y="118417"/>
                  <a:pt x="525649" y="116351"/>
                  <a:pt x="524461" y="113662"/>
                </a:cubicBezTo>
                <a:cubicBezTo>
                  <a:pt x="523273" y="110971"/>
                  <a:pt x="522679" y="106822"/>
                  <a:pt x="522679" y="101214"/>
                </a:cubicBezTo>
                <a:lnTo>
                  <a:pt x="522679" y="48879"/>
                </a:lnTo>
                <a:lnTo>
                  <a:pt x="510374" y="48879"/>
                </a:lnTo>
                <a:lnTo>
                  <a:pt x="510374" y="46079"/>
                </a:lnTo>
                <a:cubicBezTo>
                  <a:pt x="513485" y="44831"/>
                  <a:pt x="516668" y="42717"/>
                  <a:pt x="519921" y="39738"/>
                </a:cubicBezTo>
                <a:cubicBezTo>
                  <a:pt x="523174" y="36759"/>
                  <a:pt x="526073" y="33227"/>
                  <a:pt x="528619" y="29141"/>
                </a:cubicBezTo>
                <a:cubicBezTo>
                  <a:pt x="529920" y="26986"/>
                  <a:pt x="531730" y="23043"/>
                  <a:pt x="534050" y="17311"/>
                </a:cubicBezTo>
                <a:lnTo>
                  <a:pt x="536680" y="17311"/>
                </a:lnTo>
                <a:close/>
                <a:moveTo>
                  <a:pt x="612659" y="40733"/>
                </a:moveTo>
                <a:lnTo>
                  <a:pt x="612659" y="67039"/>
                </a:lnTo>
                <a:lnTo>
                  <a:pt x="609858" y="67039"/>
                </a:lnTo>
                <a:cubicBezTo>
                  <a:pt x="607709" y="58788"/>
                  <a:pt x="604951" y="53176"/>
                  <a:pt x="601585" y="50203"/>
                </a:cubicBezTo>
                <a:cubicBezTo>
                  <a:pt x="598218" y="47227"/>
                  <a:pt x="593933" y="45739"/>
                  <a:pt x="588728" y="45739"/>
                </a:cubicBezTo>
                <a:cubicBezTo>
                  <a:pt x="584768" y="45739"/>
                  <a:pt x="581572" y="46785"/>
                  <a:pt x="579139" y="48877"/>
                </a:cubicBezTo>
                <a:cubicBezTo>
                  <a:pt x="576707" y="50966"/>
                  <a:pt x="575490" y="53283"/>
                  <a:pt x="575490" y="55827"/>
                </a:cubicBezTo>
                <a:cubicBezTo>
                  <a:pt x="575490" y="58992"/>
                  <a:pt x="576395" y="61704"/>
                  <a:pt x="578206" y="63963"/>
                </a:cubicBezTo>
                <a:cubicBezTo>
                  <a:pt x="579959" y="66281"/>
                  <a:pt x="583524" y="68739"/>
                  <a:pt x="588898" y="71338"/>
                </a:cubicBezTo>
                <a:lnTo>
                  <a:pt x="601288" y="77358"/>
                </a:lnTo>
                <a:cubicBezTo>
                  <a:pt x="612772" y="82951"/>
                  <a:pt x="618514" y="90326"/>
                  <a:pt x="618514" y="99482"/>
                </a:cubicBezTo>
                <a:cubicBezTo>
                  <a:pt x="618514" y="106545"/>
                  <a:pt x="615841" y="112239"/>
                  <a:pt x="610495" y="116563"/>
                </a:cubicBezTo>
                <a:cubicBezTo>
                  <a:pt x="605149" y="120885"/>
                  <a:pt x="599166" y="123047"/>
                  <a:pt x="592547" y="123047"/>
                </a:cubicBezTo>
                <a:cubicBezTo>
                  <a:pt x="587795" y="123047"/>
                  <a:pt x="582364" y="122198"/>
                  <a:pt x="576254" y="120501"/>
                </a:cubicBezTo>
                <a:cubicBezTo>
                  <a:pt x="574387" y="119935"/>
                  <a:pt x="572860" y="119652"/>
                  <a:pt x="571671" y="119652"/>
                </a:cubicBezTo>
                <a:cubicBezTo>
                  <a:pt x="570370" y="119652"/>
                  <a:pt x="569352" y="120388"/>
                  <a:pt x="568617" y="121859"/>
                </a:cubicBezTo>
                <a:lnTo>
                  <a:pt x="565816" y="121859"/>
                </a:lnTo>
                <a:lnTo>
                  <a:pt x="565816" y="94025"/>
                </a:lnTo>
                <a:lnTo>
                  <a:pt x="568617" y="94025"/>
                </a:lnTo>
                <a:cubicBezTo>
                  <a:pt x="570201" y="101973"/>
                  <a:pt x="573227" y="107963"/>
                  <a:pt x="577697" y="111994"/>
                </a:cubicBezTo>
                <a:cubicBezTo>
                  <a:pt x="582166" y="116025"/>
                  <a:pt x="587173" y="118040"/>
                  <a:pt x="592717" y="118040"/>
                </a:cubicBezTo>
                <a:cubicBezTo>
                  <a:pt x="596620" y="118040"/>
                  <a:pt x="599803" y="116896"/>
                  <a:pt x="602263" y="114608"/>
                </a:cubicBezTo>
                <a:cubicBezTo>
                  <a:pt x="604724" y="112319"/>
                  <a:pt x="605955" y="109564"/>
                  <a:pt x="605955" y="106343"/>
                </a:cubicBezTo>
                <a:cubicBezTo>
                  <a:pt x="605955" y="102443"/>
                  <a:pt x="604583" y="99165"/>
                  <a:pt x="601839" y="96509"/>
                </a:cubicBezTo>
                <a:cubicBezTo>
                  <a:pt x="599095" y="93854"/>
                  <a:pt x="593622" y="90492"/>
                  <a:pt x="585419" y="86424"/>
                </a:cubicBezTo>
                <a:cubicBezTo>
                  <a:pt x="577216" y="82355"/>
                  <a:pt x="571841" y="78681"/>
                  <a:pt x="569295" y="75403"/>
                </a:cubicBezTo>
                <a:cubicBezTo>
                  <a:pt x="566750" y="72182"/>
                  <a:pt x="565477" y="68113"/>
                  <a:pt x="565477" y="63197"/>
                </a:cubicBezTo>
                <a:cubicBezTo>
                  <a:pt x="565477" y="56811"/>
                  <a:pt x="567669" y="51471"/>
                  <a:pt x="572053" y="47177"/>
                </a:cubicBezTo>
                <a:cubicBezTo>
                  <a:pt x="576438" y="42881"/>
                  <a:pt x="582109" y="40733"/>
                  <a:pt x="589068" y="40733"/>
                </a:cubicBezTo>
                <a:cubicBezTo>
                  <a:pt x="592123" y="40733"/>
                  <a:pt x="595828" y="41383"/>
                  <a:pt x="600184" y="42684"/>
                </a:cubicBezTo>
                <a:cubicBezTo>
                  <a:pt x="603070" y="43533"/>
                  <a:pt x="604993" y="43957"/>
                  <a:pt x="605955" y="43957"/>
                </a:cubicBezTo>
                <a:cubicBezTo>
                  <a:pt x="606860" y="43957"/>
                  <a:pt x="607567" y="43759"/>
                  <a:pt x="608076" y="43363"/>
                </a:cubicBezTo>
                <a:cubicBezTo>
                  <a:pt x="608586" y="42967"/>
                  <a:pt x="609180" y="42090"/>
                  <a:pt x="609858" y="40733"/>
                </a:cubicBezTo>
                <a:lnTo>
                  <a:pt x="612659" y="40733"/>
                </a:lnTo>
                <a:close/>
                <a:moveTo>
                  <a:pt x="703855" y="48879"/>
                </a:moveTo>
                <a:lnTo>
                  <a:pt x="703855" y="100029"/>
                </a:lnTo>
                <a:cubicBezTo>
                  <a:pt x="703855" y="107279"/>
                  <a:pt x="704647" y="111866"/>
                  <a:pt x="706232" y="113792"/>
                </a:cubicBezTo>
                <a:cubicBezTo>
                  <a:pt x="708325" y="116284"/>
                  <a:pt x="711125" y="117531"/>
                  <a:pt x="714633" y="117531"/>
                </a:cubicBezTo>
                <a:lnTo>
                  <a:pt x="721676" y="117531"/>
                </a:lnTo>
                <a:lnTo>
                  <a:pt x="721676" y="120671"/>
                </a:lnTo>
                <a:lnTo>
                  <a:pt x="675258" y="120671"/>
                </a:lnTo>
                <a:lnTo>
                  <a:pt x="675258" y="117531"/>
                </a:lnTo>
                <a:lnTo>
                  <a:pt x="678737" y="117531"/>
                </a:lnTo>
                <a:cubicBezTo>
                  <a:pt x="681000" y="117531"/>
                  <a:pt x="683065" y="116964"/>
                  <a:pt x="684932" y="115831"/>
                </a:cubicBezTo>
                <a:cubicBezTo>
                  <a:pt x="686799" y="114698"/>
                  <a:pt x="688086" y="113169"/>
                  <a:pt x="688793" y="111243"/>
                </a:cubicBezTo>
                <a:cubicBezTo>
                  <a:pt x="689500" y="109318"/>
                  <a:pt x="689854" y="105580"/>
                  <a:pt x="689854" y="100029"/>
                </a:cubicBezTo>
                <a:lnTo>
                  <a:pt x="689854" y="48879"/>
                </a:lnTo>
                <a:lnTo>
                  <a:pt x="674749" y="48879"/>
                </a:lnTo>
                <a:lnTo>
                  <a:pt x="674749" y="42939"/>
                </a:lnTo>
                <a:lnTo>
                  <a:pt x="689854" y="42939"/>
                </a:lnTo>
                <a:lnTo>
                  <a:pt x="689854" y="37826"/>
                </a:lnTo>
                <a:cubicBezTo>
                  <a:pt x="689854" y="30046"/>
                  <a:pt x="691098" y="23458"/>
                  <a:pt x="693587" y="18062"/>
                </a:cubicBezTo>
                <a:cubicBezTo>
                  <a:pt x="696077" y="12666"/>
                  <a:pt x="699881" y="8307"/>
                  <a:pt x="705001" y="4986"/>
                </a:cubicBezTo>
                <a:cubicBezTo>
                  <a:pt x="710121" y="1662"/>
                  <a:pt x="715877" y="0"/>
                  <a:pt x="722270" y="0"/>
                </a:cubicBezTo>
                <a:cubicBezTo>
                  <a:pt x="728210" y="0"/>
                  <a:pt x="733670" y="1923"/>
                  <a:pt x="738648" y="5770"/>
                </a:cubicBezTo>
                <a:cubicBezTo>
                  <a:pt x="741929" y="8316"/>
                  <a:pt x="743570" y="11173"/>
                  <a:pt x="743570" y="14341"/>
                </a:cubicBezTo>
                <a:cubicBezTo>
                  <a:pt x="743570" y="16039"/>
                  <a:pt x="742834" y="17637"/>
                  <a:pt x="741364" y="19136"/>
                </a:cubicBezTo>
                <a:cubicBezTo>
                  <a:pt x="739893" y="20635"/>
                  <a:pt x="738309" y="21385"/>
                  <a:pt x="736611" y="21385"/>
                </a:cubicBezTo>
                <a:cubicBezTo>
                  <a:pt x="735310" y="21385"/>
                  <a:pt x="733938" y="20913"/>
                  <a:pt x="732496" y="19969"/>
                </a:cubicBezTo>
                <a:cubicBezTo>
                  <a:pt x="731053" y="19025"/>
                  <a:pt x="729285" y="16994"/>
                  <a:pt x="727192" y="13877"/>
                </a:cubicBezTo>
                <a:cubicBezTo>
                  <a:pt x="725099" y="10760"/>
                  <a:pt x="723175" y="8658"/>
                  <a:pt x="721421" y="7571"/>
                </a:cubicBezTo>
                <a:cubicBezTo>
                  <a:pt x="719668" y="6484"/>
                  <a:pt x="717716" y="5940"/>
                  <a:pt x="715566" y="5940"/>
                </a:cubicBezTo>
                <a:cubicBezTo>
                  <a:pt x="712964" y="5940"/>
                  <a:pt x="710757" y="6640"/>
                  <a:pt x="708947" y="8040"/>
                </a:cubicBezTo>
                <a:cubicBezTo>
                  <a:pt x="707137" y="9439"/>
                  <a:pt x="705836" y="11608"/>
                  <a:pt x="705044" y="14548"/>
                </a:cubicBezTo>
                <a:cubicBezTo>
                  <a:pt x="704251" y="17488"/>
                  <a:pt x="703855" y="25067"/>
                  <a:pt x="703855" y="37285"/>
                </a:cubicBezTo>
                <a:lnTo>
                  <a:pt x="703855" y="42939"/>
                </a:lnTo>
                <a:lnTo>
                  <a:pt x="723882" y="42939"/>
                </a:lnTo>
                <a:lnTo>
                  <a:pt x="723882" y="48879"/>
                </a:lnTo>
                <a:lnTo>
                  <a:pt x="703855" y="48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orreasoningor">
            <a:extLst xmlns:a="http://schemas.openxmlformats.org/drawingml/2006/main">
              <a:ext uri="{FF2B5EF4-FFF2-40B4-BE49-F238E27FC236}">
                <a16:creationId xmlns:a16="http://schemas.microsoft.com/office/drawing/2014/main" id="{75C4349B-E0D5-4D98-8A9A-DD0AA859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104" y="3091018"/>
            <a:ext cx="1047391" cy="158179"/>
          </a:xfrm>
          <a:custGeom xmlns:a="http://schemas.openxmlformats.org/drawingml/2006/main">
            <a:pathLst>
              <a:path w="1047391" h="158179">
                <a:moveTo>
                  <a:pt x="37593" y="40733"/>
                </a:moveTo>
                <a:cubicBezTo>
                  <a:pt x="49360" y="40733"/>
                  <a:pt x="58808" y="45198"/>
                  <a:pt x="65936" y="54127"/>
                </a:cubicBezTo>
                <a:cubicBezTo>
                  <a:pt x="71989" y="61756"/>
                  <a:pt x="75016" y="70516"/>
                  <a:pt x="75016" y="80407"/>
                </a:cubicBezTo>
                <a:cubicBezTo>
                  <a:pt x="75016" y="87359"/>
                  <a:pt x="73347" y="94395"/>
                  <a:pt x="70009" y="101516"/>
                </a:cubicBezTo>
                <a:cubicBezTo>
                  <a:pt x="66672" y="108636"/>
                  <a:pt x="62075" y="114004"/>
                  <a:pt x="56220" y="117621"/>
                </a:cubicBezTo>
                <a:cubicBezTo>
                  <a:pt x="50364" y="121238"/>
                  <a:pt x="43844" y="123047"/>
                  <a:pt x="36659" y="123047"/>
                </a:cubicBezTo>
                <a:cubicBezTo>
                  <a:pt x="24949" y="123047"/>
                  <a:pt x="15642" y="118384"/>
                  <a:pt x="8741" y="109058"/>
                </a:cubicBezTo>
                <a:cubicBezTo>
                  <a:pt x="2914" y="101203"/>
                  <a:pt x="0" y="92388"/>
                  <a:pt x="0" y="82611"/>
                </a:cubicBezTo>
                <a:cubicBezTo>
                  <a:pt x="0" y="75490"/>
                  <a:pt x="1768" y="68411"/>
                  <a:pt x="5304" y="61375"/>
                </a:cubicBezTo>
                <a:cubicBezTo>
                  <a:pt x="8840" y="54339"/>
                  <a:pt x="13493" y="49139"/>
                  <a:pt x="19263" y="45777"/>
                </a:cubicBezTo>
                <a:cubicBezTo>
                  <a:pt x="25034" y="42414"/>
                  <a:pt x="31144" y="40733"/>
                  <a:pt x="37593" y="40733"/>
                </a:cubicBezTo>
                <a:moveTo>
                  <a:pt x="34962" y="46333"/>
                </a:moveTo>
                <a:cubicBezTo>
                  <a:pt x="31964" y="46333"/>
                  <a:pt x="28951" y="47224"/>
                  <a:pt x="25925" y="49004"/>
                </a:cubicBezTo>
                <a:cubicBezTo>
                  <a:pt x="22898" y="50784"/>
                  <a:pt x="20451" y="53906"/>
                  <a:pt x="18584" y="58370"/>
                </a:cubicBezTo>
                <a:cubicBezTo>
                  <a:pt x="16717" y="62834"/>
                  <a:pt x="15784" y="68569"/>
                  <a:pt x="15784" y="75576"/>
                </a:cubicBezTo>
                <a:cubicBezTo>
                  <a:pt x="15784" y="86876"/>
                  <a:pt x="18033" y="96624"/>
                  <a:pt x="22530" y="104818"/>
                </a:cubicBezTo>
                <a:cubicBezTo>
                  <a:pt x="27028" y="113010"/>
                  <a:pt x="32954" y="117107"/>
                  <a:pt x="40308" y="117107"/>
                </a:cubicBezTo>
                <a:cubicBezTo>
                  <a:pt x="45796" y="117107"/>
                  <a:pt x="50322" y="114846"/>
                  <a:pt x="53886" y="110326"/>
                </a:cubicBezTo>
                <a:cubicBezTo>
                  <a:pt x="57450" y="105805"/>
                  <a:pt x="59232" y="98036"/>
                  <a:pt x="59232" y="87018"/>
                </a:cubicBezTo>
                <a:cubicBezTo>
                  <a:pt x="59232" y="73230"/>
                  <a:pt x="56262" y="62381"/>
                  <a:pt x="50322" y="54469"/>
                </a:cubicBezTo>
                <a:cubicBezTo>
                  <a:pt x="46305" y="49045"/>
                  <a:pt x="41185" y="46333"/>
                  <a:pt x="34962" y="46333"/>
                </a:cubicBezTo>
                <a:close/>
                <a:moveTo>
                  <a:pt x="109215" y="40733"/>
                </a:moveTo>
                <a:lnTo>
                  <a:pt x="109215" y="58214"/>
                </a:lnTo>
                <a:cubicBezTo>
                  <a:pt x="115721" y="46560"/>
                  <a:pt x="122396" y="40733"/>
                  <a:pt x="129242" y="40733"/>
                </a:cubicBezTo>
                <a:cubicBezTo>
                  <a:pt x="132353" y="40733"/>
                  <a:pt x="134927" y="41680"/>
                  <a:pt x="136964" y="43576"/>
                </a:cubicBezTo>
                <a:cubicBezTo>
                  <a:pt x="139000" y="45471"/>
                  <a:pt x="140019" y="47663"/>
                  <a:pt x="140019" y="50152"/>
                </a:cubicBezTo>
                <a:cubicBezTo>
                  <a:pt x="140019" y="52359"/>
                  <a:pt x="139283" y="54225"/>
                  <a:pt x="137812" y="55753"/>
                </a:cubicBezTo>
                <a:cubicBezTo>
                  <a:pt x="136342" y="57280"/>
                  <a:pt x="134588" y="58044"/>
                  <a:pt x="132551" y="58044"/>
                </a:cubicBezTo>
                <a:cubicBezTo>
                  <a:pt x="130571" y="58044"/>
                  <a:pt x="128351" y="57068"/>
                  <a:pt x="125890" y="55116"/>
                </a:cubicBezTo>
                <a:cubicBezTo>
                  <a:pt x="123429" y="53165"/>
                  <a:pt x="121604" y="52189"/>
                  <a:pt x="120416" y="52189"/>
                </a:cubicBezTo>
                <a:cubicBezTo>
                  <a:pt x="119398" y="52189"/>
                  <a:pt x="118295" y="52753"/>
                  <a:pt x="117107" y="53881"/>
                </a:cubicBezTo>
                <a:cubicBezTo>
                  <a:pt x="114561" y="56195"/>
                  <a:pt x="111930" y="60004"/>
                  <a:pt x="109215" y="65308"/>
                </a:cubicBezTo>
                <a:lnTo>
                  <a:pt x="109215" y="102466"/>
                </a:lnTo>
                <a:cubicBezTo>
                  <a:pt x="109215" y="106753"/>
                  <a:pt x="109752" y="109997"/>
                  <a:pt x="110827" y="112198"/>
                </a:cubicBezTo>
                <a:cubicBezTo>
                  <a:pt x="111562" y="113722"/>
                  <a:pt x="112864" y="114992"/>
                  <a:pt x="114731" y="116009"/>
                </a:cubicBezTo>
                <a:cubicBezTo>
                  <a:pt x="116598" y="117023"/>
                  <a:pt x="119285" y="117531"/>
                  <a:pt x="122792" y="117531"/>
                </a:cubicBezTo>
                <a:lnTo>
                  <a:pt x="122792" y="120671"/>
                </a:lnTo>
                <a:lnTo>
                  <a:pt x="82993" y="120671"/>
                </a:lnTo>
                <a:lnTo>
                  <a:pt x="82993" y="117531"/>
                </a:lnTo>
                <a:cubicBezTo>
                  <a:pt x="86953" y="117531"/>
                  <a:pt x="89895" y="116910"/>
                  <a:pt x="91818" y="115669"/>
                </a:cubicBezTo>
                <a:cubicBezTo>
                  <a:pt x="93233" y="114766"/>
                  <a:pt x="94223" y="113326"/>
                  <a:pt x="94789" y="111349"/>
                </a:cubicBezTo>
                <a:cubicBezTo>
                  <a:pt x="95071" y="110389"/>
                  <a:pt x="95213" y="107652"/>
                  <a:pt x="95213" y="103136"/>
                </a:cubicBezTo>
                <a:lnTo>
                  <a:pt x="95213" y="73078"/>
                </a:lnTo>
                <a:cubicBezTo>
                  <a:pt x="95213" y="64045"/>
                  <a:pt x="95029" y="58669"/>
                  <a:pt x="94661" y="56949"/>
                </a:cubicBezTo>
                <a:cubicBezTo>
                  <a:pt x="94294" y="55227"/>
                  <a:pt x="93615" y="53971"/>
                  <a:pt x="92625" y="53181"/>
                </a:cubicBezTo>
                <a:cubicBezTo>
                  <a:pt x="91635" y="52390"/>
                  <a:pt x="90404" y="51995"/>
                  <a:pt x="88933" y="51995"/>
                </a:cubicBezTo>
                <a:cubicBezTo>
                  <a:pt x="87179" y="51995"/>
                  <a:pt x="85199" y="52419"/>
                  <a:pt x="82993" y="53265"/>
                </a:cubicBezTo>
                <a:lnTo>
                  <a:pt x="82144" y="50216"/>
                </a:lnTo>
                <a:lnTo>
                  <a:pt x="105651" y="40733"/>
                </a:lnTo>
                <a:lnTo>
                  <a:pt x="109215" y="40733"/>
                </a:lnTo>
                <a:close/>
                <a:moveTo>
                  <a:pt x="210536" y="40733"/>
                </a:moveTo>
                <a:lnTo>
                  <a:pt x="210536" y="58214"/>
                </a:lnTo>
                <a:cubicBezTo>
                  <a:pt x="217042" y="46560"/>
                  <a:pt x="223717" y="40733"/>
                  <a:pt x="230563" y="40733"/>
                </a:cubicBezTo>
                <a:cubicBezTo>
                  <a:pt x="233674" y="40733"/>
                  <a:pt x="236248" y="41680"/>
                  <a:pt x="238285" y="43576"/>
                </a:cubicBezTo>
                <a:cubicBezTo>
                  <a:pt x="240321" y="45471"/>
                  <a:pt x="241340" y="47663"/>
                  <a:pt x="241340" y="50152"/>
                </a:cubicBezTo>
                <a:cubicBezTo>
                  <a:pt x="241340" y="52359"/>
                  <a:pt x="240604" y="54225"/>
                  <a:pt x="239133" y="55753"/>
                </a:cubicBezTo>
                <a:cubicBezTo>
                  <a:pt x="237663" y="57280"/>
                  <a:pt x="235909" y="58044"/>
                  <a:pt x="233872" y="58044"/>
                </a:cubicBezTo>
                <a:cubicBezTo>
                  <a:pt x="231892" y="58044"/>
                  <a:pt x="229672" y="57068"/>
                  <a:pt x="227211" y="55116"/>
                </a:cubicBezTo>
                <a:cubicBezTo>
                  <a:pt x="224750" y="53165"/>
                  <a:pt x="222925" y="52189"/>
                  <a:pt x="221737" y="52189"/>
                </a:cubicBezTo>
                <a:cubicBezTo>
                  <a:pt x="220719" y="52189"/>
                  <a:pt x="219616" y="52753"/>
                  <a:pt x="218428" y="53881"/>
                </a:cubicBezTo>
                <a:cubicBezTo>
                  <a:pt x="215882" y="56195"/>
                  <a:pt x="213251" y="60004"/>
                  <a:pt x="210536" y="65308"/>
                </a:cubicBezTo>
                <a:lnTo>
                  <a:pt x="210536" y="102466"/>
                </a:lnTo>
                <a:cubicBezTo>
                  <a:pt x="210536" y="106753"/>
                  <a:pt x="211073" y="109997"/>
                  <a:pt x="212148" y="112198"/>
                </a:cubicBezTo>
                <a:cubicBezTo>
                  <a:pt x="212883" y="113722"/>
                  <a:pt x="214185" y="114992"/>
                  <a:pt x="216052" y="116009"/>
                </a:cubicBezTo>
                <a:cubicBezTo>
                  <a:pt x="217918" y="117023"/>
                  <a:pt x="220606" y="117531"/>
                  <a:pt x="224113" y="117531"/>
                </a:cubicBezTo>
                <a:lnTo>
                  <a:pt x="224113" y="120671"/>
                </a:lnTo>
                <a:lnTo>
                  <a:pt x="184314" y="120671"/>
                </a:lnTo>
                <a:lnTo>
                  <a:pt x="184314" y="117531"/>
                </a:lnTo>
                <a:cubicBezTo>
                  <a:pt x="188274" y="117531"/>
                  <a:pt x="191216" y="116910"/>
                  <a:pt x="193139" y="115669"/>
                </a:cubicBezTo>
                <a:cubicBezTo>
                  <a:pt x="194554" y="114766"/>
                  <a:pt x="195544" y="113326"/>
                  <a:pt x="196110" y="111349"/>
                </a:cubicBezTo>
                <a:cubicBezTo>
                  <a:pt x="196392" y="110389"/>
                  <a:pt x="196534" y="107652"/>
                  <a:pt x="196534" y="103136"/>
                </a:cubicBezTo>
                <a:lnTo>
                  <a:pt x="196534" y="73078"/>
                </a:lnTo>
                <a:cubicBezTo>
                  <a:pt x="196534" y="64045"/>
                  <a:pt x="196350" y="58669"/>
                  <a:pt x="195982" y="56949"/>
                </a:cubicBezTo>
                <a:cubicBezTo>
                  <a:pt x="195615" y="55227"/>
                  <a:pt x="194936" y="53971"/>
                  <a:pt x="193946" y="53181"/>
                </a:cubicBezTo>
                <a:cubicBezTo>
                  <a:pt x="192956" y="52390"/>
                  <a:pt x="191725" y="51995"/>
                  <a:pt x="190254" y="51995"/>
                </a:cubicBezTo>
                <a:cubicBezTo>
                  <a:pt x="188500" y="51995"/>
                  <a:pt x="186520" y="52419"/>
                  <a:pt x="184314" y="53265"/>
                </a:cubicBezTo>
                <a:lnTo>
                  <a:pt x="183465" y="50216"/>
                </a:lnTo>
                <a:lnTo>
                  <a:pt x="206972" y="40733"/>
                </a:lnTo>
                <a:lnTo>
                  <a:pt x="210536" y="40733"/>
                </a:lnTo>
                <a:close/>
                <a:moveTo>
                  <a:pt x="258735" y="72301"/>
                </a:moveTo>
                <a:cubicBezTo>
                  <a:pt x="258678" y="83815"/>
                  <a:pt x="261479" y="92846"/>
                  <a:pt x="267136" y="99395"/>
                </a:cubicBezTo>
                <a:cubicBezTo>
                  <a:pt x="272793" y="105941"/>
                  <a:pt x="279441" y="109215"/>
                  <a:pt x="287078" y="109215"/>
                </a:cubicBezTo>
                <a:cubicBezTo>
                  <a:pt x="292170" y="109215"/>
                  <a:pt x="296597" y="107814"/>
                  <a:pt x="300359" y="105014"/>
                </a:cubicBezTo>
                <a:cubicBezTo>
                  <a:pt x="304121" y="102214"/>
                  <a:pt x="307275" y="97419"/>
                  <a:pt x="309821" y="90630"/>
                </a:cubicBezTo>
                <a:lnTo>
                  <a:pt x="312451" y="92327"/>
                </a:lnTo>
                <a:cubicBezTo>
                  <a:pt x="311263" y="100078"/>
                  <a:pt x="307812" y="107136"/>
                  <a:pt x="302098" y="113500"/>
                </a:cubicBezTo>
                <a:cubicBezTo>
                  <a:pt x="296384" y="119864"/>
                  <a:pt x="289228" y="123047"/>
                  <a:pt x="280629" y="123047"/>
                </a:cubicBezTo>
                <a:cubicBezTo>
                  <a:pt x="271294" y="123047"/>
                  <a:pt x="263303" y="119420"/>
                  <a:pt x="256656" y="112166"/>
                </a:cubicBezTo>
                <a:cubicBezTo>
                  <a:pt x="250008" y="104911"/>
                  <a:pt x="246685" y="95157"/>
                  <a:pt x="246685" y="82905"/>
                </a:cubicBezTo>
                <a:cubicBezTo>
                  <a:pt x="246685" y="69639"/>
                  <a:pt x="250093" y="59294"/>
                  <a:pt x="256910" y="51871"/>
                </a:cubicBezTo>
                <a:cubicBezTo>
                  <a:pt x="263727" y="44445"/>
                  <a:pt x="272284" y="40733"/>
                  <a:pt x="282581" y="40733"/>
                </a:cubicBezTo>
                <a:cubicBezTo>
                  <a:pt x="291293" y="40733"/>
                  <a:pt x="298449" y="43597"/>
                  <a:pt x="304050" y="49325"/>
                </a:cubicBezTo>
                <a:cubicBezTo>
                  <a:pt x="309651" y="55051"/>
                  <a:pt x="312451" y="62710"/>
                  <a:pt x="312451" y="72301"/>
                </a:cubicBezTo>
                <a:lnTo>
                  <a:pt x="258735" y="72301"/>
                </a:lnTo>
                <a:moveTo>
                  <a:pt x="258735" y="67379"/>
                </a:moveTo>
                <a:lnTo>
                  <a:pt x="294715" y="67379"/>
                </a:lnTo>
                <a:cubicBezTo>
                  <a:pt x="294433" y="62400"/>
                  <a:pt x="293839" y="58893"/>
                  <a:pt x="292933" y="56856"/>
                </a:cubicBezTo>
                <a:cubicBezTo>
                  <a:pt x="291519" y="53688"/>
                  <a:pt x="289412" y="51199"/>
                  <a:pt x="286611" y="49388"/>
                </a:cubicBezTo>
                <a:cubicBezTo>
                  <a:pt x="283811" y="47578"/>
                  <a:pt x="280883" y="46673"/>
                  <a:pt x="277828" y="46673"/>
                </a:cubicBezTo>
                <a:cubicBezTo>
                  <a:pt x="273133" y="46673"/>
                  <a:pt x="268932" y="48497"/>
                  <a:pt x="265227" y="52146"/>
                </a:cubicBezTo>
                <a:cubicBezTo>
                  <a:pt x="261521" y="55795"/>
                  <a:pt x="259357" y="60873"/>
                  <a:pt x="258735" y="67379"/>
                </a:cubicBezTo>
                <a:close/>
                <a:moveTo>
                  <a:pt x="366873" y="109469"/>
                </a:moveTo>
                <a:cubicBezTo>
                  <a:pt x="358896" y="115636"/>
                  <a:pt x="353889" y="119200"/>
                  <a:pt x="351852" y="120161"/>
                </a:cubicBezTo>
                <a:cubicBezTo>
                  <a:pt x="348797" y="121632"/>
                  <a:pt x="345545" y="122368"/>
                  <a:pt x="342094" y="122368"/>
                </a:cubicBezTo>
                <a:cubicBezTo>
                  <a:pt x="336719" y="122368"/>
                  <a:pt x="332292" y="120529"/>
                  <a:pt x="328813" y="116852"/>
                </a:cubicBezTo>
                <a:cubicBezTo>
                  <a:pt x="325334" y="113175"/>
                  <a:pt x="323594" y="108338"/>
                  <a:pt x="323594" y="102341"/>
                </a:cubicBezTo>
                <a:cubicBezTo>
                  <a:pt x="323594" y="98551"/>
                  <a:pt x="324443" y="95269"/>
                  <a:pt x="326140" y="92497"/>
                </a:cubicBezTo>
                <a:cubicBezTo>
                  <a:pt x="328459" y="88650"/>
                  <a:pt x="332490" y="85030"/>
                  <a:pt x="338232" y="81635"/>
                </a:cubicBezTo>
                <a:cubicBezTo>
                  <a:pt x="343975" y="78241"/>
                  <a:pt x="353521" y="74111"/>
                  <a:pt x="366873" y="69246"/>
                </a:cubicBezTo>
                <a:lnTo>
                  <a:pt x="366873" y="66191"/>
                </a:lnTo>
                <a:cubicBezTo>
                  <a:pt x="366873" y="58440"/>
                  <a:pt x="365642" y="53122"/>
                  <a:pt x="363181" y="50237"/>
                </a:cubicBezTo>
                <a:cubicBezTo>
                  <a:pt x="360720" y="47352"/>
                  <a:pt x="357142" y="45909"/>
                  <a:pt x="352446" y="45909"/>
                </a:cubicBezTo>
                <a:cubicBezTo>
                  <a:pt x="348882" y="45909"/>
                  <a:pt x="346054" y="46867"/>
                  <a:pt x="343960" y="48784"/>
                </a:cubicBezTo>
                <a:cubicBezTo>
                  <a:pt x="341811" y="50700"/>
                  <a:pt x="340736" y="52899"/>
                  <a:pt x="340736" y="55379"/>
                </a:cubicBezTo>
                <a:lnTo>
                  <a:pt x="340906" y="60282"/>
                </a:lnTo>
                <a:cubicBezTo>
                  <a:pt x="340906" y="62874"/>
                  <a:pt x="340241" y="64874"/>
                  <a:pt x="338911" y="66283"/>
                </a:cubicBezTo>
                <a:cubicBezTo>
                  <a:pt x="337582" y="67692"/>
                  <a:pt x="335842" y="68397"/>
                  <a:pt x="333692" y="68397"/>
                </a:cubicBezTo>
                <a:cubicBezTo>
                  <a:pt x="331599" y="68397"/>
                  <a:pt x="329888" y="67664"/>
                  <a:pt x="328558" y="66199"/>
                </a:cubicBezTo>
                <a:cubicBezTo>
                  <a:pt x="327229" y="64731"/>
                  <a:pt x="326564" y="62728"/>
                  <a:pt x="326564" y="60189"/>
                </a:cubicBezTo>
                <a:cubicBezTo>
                  <a:pt x="326564" y="55340"/>
                  <a:pt x="329053" y="50885"/>
                  <a:pt x="334032" y="46824"/>
                </a:cubicBezTo>
                <a:cubicBezTo>
                  <a:pt x="339010" y="42763"/>
                  <a:pt x="345997" y="40733"/>
                  <a:pt x="354992" y="40733"/>
                </a:cubicBezTo>
                <a:cubicBezTo>
                  <a:pt x="361894" y="40733"/>
                  <a:pt x="367552" y="41891"/>
                  <a:pt x="371964" y="44207"/>
                </a:cubicBezTo>
                <a:cubicBezTo>
                  <a:pt x="375302" y="45959"/>
                  <a:pt x="377763" y="48700"/>
                  <a:pt x="379347" y="52430"/>
                </a:cubicBezTo>
                <a:cubicBezTo>
                  <a:pt x="380365" y="54859"/>
                  <a:pt x="380874" y="59831"/>
                  <a:pt x="380874" y="67347"/>
                </a:cubicBezTo>
                <a:lnTo>
                  <a:pt x="380874" y="93706"/>
                </a:lnTo>
                <a:cubicBezTo>
                  <a:pt x="380874" y="101109"/>
                  <a:pt x="381016" y="105643"/>
                  <a:pt x="381299" y="107311"/>
                </a:cubicBezTo>
                <a:cubicBezTo>
                  <a:pt x="381582" y="108978"/>
                  <a:pt x="382048" y="110094"/>
                  <a:pt x="382699" y="110660"/>
                </a:cubicBezTo>
                <a:cubicBezTo>
                  <a:pt x="383350" y="111224"/>
                  <a:pt x="384099" y="111506"/>
                  <a:pt x="384948" y="111506"/>
                </a:cubicBezTo>
                <a:cubicBezTo>
                  <a:pt x="385853" y="111506"/>
                  <a:pt x="386645" y="111308"/>
                  <a:pt x="387324" y="110912"/>
                </a:cubicBezTo>
                <a:cubicBezTo>
                  <a:pt x="388512" y="110176"/>
                  <a:pt x="390803" y="108111"/>
                  <a:pt x="394197" y="104717"/>
                </a:cubicBezTo>
                <a:lnTo>
                  <a:pt x="394197" y="109469"/>
                </a:lnTo>
                <a:cubicBezTo>
                  <a:pt x="387861" y="117955"/>
                  <a:pt x="381808" y="122198"/>
                  <a:pt x="376037" y="122198"/>
                </a:cubicBezTo>
                <a:cubicBezTo>
                  <a:pt x="373265" y="122198"/>
                  <a:pt x="371059" y="121236"/>
                  <a:pt x="369418" y="119313"/>
                </a:cubicBezTo>
                <a:cubicBezTo>
                  <a:pt x="367778" y="117389"/>
                  <a:pt x="366929" y="114108"/>
                  <a:pt x="366873" y="109469"/>
                </a:cubicBezTo>
                <a:moveTo>
                  <a:pt x="366873" y="103906"/>
                </a:moveTo>
                <a:lnTo>
                  <a:pt x="366873" y="74422"/>
                </a:lnTo>
                <a:cubicBezTo>
                  <a:pt x="358330" y="77801"/>
                  <a:pt x="352814" y="80194"/>
                  <a:pt x="350325" y="81603"/>
                </a:cubicBezTo>
                <a:cubicBezTo>
                  <a:pt x="345856" y="84082"/>
                  <a:pt x="342659" y="86673"/>
                  <a:pt x="340736" y="89376"/>
                </a:cubicBezTo>
                <a:cubicBezTo>
                  <a:pt x="338812" y="92079"/>
                  <a:pt x="337851" y="95036"/>
                  <a:pt x="337851" y="98246"/>
                </a:cubicBezTo>
                <a:cubicBezTo>
                  <a:pt x="337851" y="102302"/>
                  <a:pt x="339067" y="105667"/>
                  <a:pt x="341500" y="108342"/>
                </a:cubicBezTo>
                <a:cubicBezTo>
                  <a:pt x="343932" y="111017"/>
                  <a:pt x="346733" y="112354"/>
                  <a:pt x="349901" y="112354"/>
                </a:cubicBezTo>
                <a:cubicBezTo>
                  <a:pt x="354200" y="112354"/>
                  <a:pt x="359858" y="109538"/>
                  <a:pt x="366873" y="103906"/>
                </a:cubicBezTo>
                <a:close/>
                <a:moveTo>
                  <a:pt x="450232" y="40733"/>
                </a:moveTo>
                <a:lnTo>
                  <a:pt x="450232" y="67039"/>
                </a:lnTo>
                <a:lnTo>
                  <a:pt x="447431" y="67039"/>
                </a:lnTo>
                <a:cubicBezTo>
                  <a:pt x="445281" y="58788"/>
                  <a:pt x="442523" y="53176"/>
                  <a:pt x="439157" y="50203"/>
                </a:cubicBezTo>
                <a:cubicBezTo>
                  <a:pt x="435791" y="47227"/>
                  <a:pt x="431506" y="45739"/>
                  <a:pt x="426301" y="45739"/>
                </a:cubicBezTo>
                <a:cubicBezTo>
                  <a:pt x="422341" y="45739"/>
                  <a:pt x="419145" y="46785"/>
                  <a:pt x="416712" y="48877"/>
                </a:cubicBezTo>
                <a:cubicBezTo>
                  <a:pt x="414279" y="50966"/>
                  <a:pt x="413063" y="53283"/>
                  <a:pt x="413063" y="55827"/>
                </a:cubicBezTo>
                <a:cubicBezTo>
                  <a:pt x="413063" y="58992"/>
                  <a:pt x="413968" y="61704"/>
                  <a:pt x="415778" y="63963"/>
                </a:cubicBezTo>
                <a:cubicBezTo>
                  <a:pt x="417532" y="66281"/>
                  <a:pt x="421096" y="68739"/>
                  <a:pt x="426471" y="71338"/>
                </a:cubicBezTo>
                <a:lnTo>
                  <a:pt x="438860" y="77358"/>
                </a:lnTo>
                <a:cubicBezTo>
                  <a:pt x="450345" y="82951"/>
                  <a:pt x="456087" y="90326"/>
                  <a:pt x="456087" y="99482"/>
                </a:cubicBezTo>
                <a:cubicBezTo>
                  <a:pt x="456087" y="106545"/>
                  <a:pt x="453414" y="112239"/>
                  <a:pt x="448068" y="116563"/>
                </a:cubicBezTo>
                <a:cubicBezTo>
                  <a:pt x="442721" y="120885"/>
                  <a:pt x="436739" y="123047"/>
                  <a:pt x="430120" y="123047"/>
                </a:cubicBezTo>
                <a:cubicBezTo>
                  <a:pt x="425368" y="123047"/>
                  <a:pt x="419937" y="122198"/>
                  <a:pt x="413827" y="120501"/>
                </a:cubicBezTo>
                <a:cubicBezTo>
                  <a:pt x="411960" y="119935"/>
                  <a:pt x="410432" y="119652"/>
                  <a:pt x="409244" y="119652"/>
                </a:cubicBezTo>
                <a:cubicBezTo>
                  <a:pt x="407943" y="119652"/>
                  <a:pt x="406925" y="120388"/>
                  <a:pt x="406189" y="121859"/>
                </a:cubicBezTo>
                <a:lnTo>
                  <a:pt x="403389" y="121859"/>
                </a:lnTo>
                <a:lnTo>
                  <a:pt x="403389" y="94025"/>
                </a:lnTo>
                <a:lnTo>
                  <a:pt x="406189" y="94025"/>
                </a:lnTo>
                <a:cubicBezTo>
                  <a:pt x="407773" y="101973"/>
                  <a:pt x="410800" y="107963"/>
                  <a:pt x="415269" y="111994"/>
                </a:cubicBezTo>
                <a:cubicBezTo>
                  <a:pt x="419739" y="116025"/>
                  <a:pt x="424745" y="118040"/>
                  <a:pt x="430290" y="118040"/>
                </a:cubicBezTo>
                <a:cubicBezTo>
                  <a:pt x="434193" y="118040"/>
                  <a:pt x="437375" y="116896"/>
                  <a:pt x="439836" y="114608"/>
                </a:cubicBezTo>
                <a:cubicBezTo>
                  <a:pt x="442297" y="112319"/>
                  <a:pt x="443528" y="109564"/>
                  <a:pt x="443528" y="106343"/>
                </a:cubicBezTo>
                <a:cubicBezTo>
                  <a:pt x="443528" y="102443"/>
                  <a:pt x="442156" y="99165"/>
                  <a:pt x="439412" y="96509"/>
                </a:cubicBezTo>
                <a:cubicBezTo>
                  <a:pt x="436668" y="93854"/>
                  <a:pt x="431195" y="90492"/>
                  <a:pt x="422992" y="86424"/>
                </a:cubicBezTo>
                <a:cubicBezTo>
                  <a:pt x="414788" y="82355"/>
                  <a:pt x="409414" y="78681"/>
                  <a:pt x="406868" y="75403"/>
                </a:cubicBezTo>
                <a:cubicBezTo>
                  <a:pt x="404322" y="72182"/>
                  <a:pt x="403050" y="68113"/>
                  <a:pt x="403050" y="63197"/>
                </a:cubicBezTo>
                <a:cubicBezTo>
                  <a:pt x="403050" y="56811"/>
                  <a:pt x="405242" y="51471"/>
                  <a:pt x="409626" y="47177"/>
                </a:cubicBezTo>
                <a:cubicBezTo>
                  <a:pt x="414011" y="42881"/>
                  <a:pt x="419682" y="40733"/>
                  <a:pt x="426641" y="40733"/>
                </a:cubicBezTo>
                <a:cubicBezTo>
                  <a:pt x="429696" y="40733"/>
                  <a:pt x="433401" y="41383"/>
                  <a:pt x="437757" y="42684"/>
                </a:cubicBezTo>
                <a:cubicBezTo>
                  <a:pt x="440642" y="43533"/>
                  <a:pt x="442566" y="43957"/>
                  <a:pt x="443528" y="43957"/>
                </a:cubicBezTo>
                <a:cubicBezTo>
                  <a:pt x="444433" y="43957"/>
                  <a:pt x="445140" y="43759"/>
                  <a:pt x="445649" y="43363"/>
                </a:cubicBezTo>
                <a:cubicBezTo>
                  <a:pt x="446158" y="42967"/>
                  <a:pt x="446752" y="42090"/>
                  <a:pt x="447431" y="40733"/>
                </a:cubicBezTo>
                <a:lnTo>
                  <a:pt x="450232" y="40733"/>
                </a:lnTo>
                <a:close/>
                <a:moveTo>
                  <a:pt x="505617" y="40733"/>
                </a:moveTo>
                <a:cubicBezTo>
                  <a:pt x="517385" y="40733"/>
                  <a:pt x="526832" y="45198"/>
                  <a:pt x="533961" y="54127"/>
                </a:cubicBezTo>
                <a:cubicBezTo>
                  <a:pt x="540014" y="61756"/>
                  <a:pt x="543041" y="70516"/>
                  <a:pt x="543041" y="80407"/>
                </a:cubicBezTo>
                <a:cubicBezTo>
                  <a:pt x="543041" y="87359"/>
                  <a:pt x="541372" y="94395"/>
                  <a:pt x="538034" y="101516"/>
                </a:cubicBezTo>
                <a:cubicBezTo>
                  <a:pt x="534696" y="108636"/>
                  <a:pt x="530099" y="114004"/>
                  <a:pt x="524244" y="117621"/>
                </a:cubicBezTo>
                <a:cubicBezTo>
                  <a:pt x="518389" y="121238"/>
                  <a:pt x="511869" y="123047"/>
                  <a:pt x="504684" y="123047"/>
                </a:cubicBezTo>
                <a:cubicBezTo>
                  <a:pt x="492973" y="123047"/>
                  <a:pt x="483667" y="118384"/>
                  <a:pt x="476765" y="109058"/>
                </a:cubicBezTo>
                <a:cubicBezTo>
                  <a:pt x="470938" y="101203"/>
                  <a:pt x="468025" y="92388"/>
                  <a:pt x="468025" y="82611"/>
                </a:cubicBezTo>
                <a:cubicBezTo>
                  <a:pt x="468025" y="75490"/>
                  <a:pt x="469792" y="68411"/>
                  <a:pt x="473328" y="61375"/>
                </a:cubicBezTo>
                <a:cubicBezTo>
                  <a:pt x="476864" y="54339"/>
                  <a:pt x="481517" y="49139"/>
                  <a:pt x="487288" y="45777"/>
                </a:cubicBezTo>
                <a:cubicBezTo>
                  <a:pt x="493058" y="42414"/>
                  <a:pt x="499168" y="40733"/>
                  <a:pt x="505617" y="40733"/>
                </a:cubicBezTo>
                <a:moveTo>
                  <a:pt x="502987" y="46333"/>
                </a:moveTo>
                <a:cubicBezTo>
                  <a:pt x="499988" y="46333"/>
                  <a:pt x="496976" y="47224"/>
                  <a:pt x="493949" y="49004"/>
                </a:cubicBezTo>
                <a:cubicBezTo>
                  <a:pt x="490923" y="50784"/>
                  <a:pt x="488476" y="53906"/>
                  <a:pt x="486609" y="58370"/>
                </a:cubicBezTo>
                <a:cubicBezTo>
                  <a:pt x="484742" y="62834"/>
                  <a:pt x="483808" y="68569"/>
                  <a:pt x="483808" y="75576"/>
                </a:cubicBezTo>
                <a:cubicBezTo>
                  <a:pt x="483808" y="86876"/>
                  <a:pt x="486057" y="96624"/>
                  <a:pt x="490555" y="104818"/>
                </a:cubicBezTo>
                <a:cubicBezTo>
                  <a:pt x="495052" y="113010"/>
                  <a:pt x="500978" y="117107"/>
                  <a:pt x="508333" y="117107"/>
                </a:cubicBezTo>
                <a:cubicBezTo>
                  <a:pt x="513821" y="117107"/>
                  <a:pt x="518346" y="114846"/>
                  <a:pt x="521911" y="110326"/>
                </a:cubicBezTo>
                <a:cubicBezTo>
                  <a:pt x="525475" y="105805"/>
                  <a:pt x="527257" y="98036"/>
                  <a:pt x="527257" y="87018"/>
                </a:cubicBezTo>
                <a:cubicBezTo>
                  <a:pt x="527257" y="73230"/>
                  <a:pt x="524287" y="62381"/>
                  <a:pt x="518346" y="54469"/>
                </a:cubicBezTo>
                <a:cubicBezTo>
                  <a:pt x="514330" y="49045"/>
                  <a:pt x="509210" y="46333"/>
                  <a:pt x="502987" y="46333"/>
                </a:cubicBezTo>
                <a:close/>
                <a:moveTo>
                  <a:pt x="577154" y="57196"/>
                </a:moveTo>
                <a:cubicBezTo>
                  <a:pt x="586262" y="46220"/>
                  <a:pt x="594946" y="40733"/>
                  <a:pt x="603206" y="40733"/>
                </a:cubicBezTo>
                <a:cubicBezTo>
                  <a:pt x="607449" y="40733"/>
                  <a:pt x="611098" y="41792"/>
                  <a:pt x="614153" y="43910"/>
                </a:cubicBezTo>
                <a:cubicBezTo>
                  <a:pt x="617208" y="46026"/>
                  <a:pt x="619641" y="49511"/>
                  <a:pt x="621451" y="54366"/>
                </a:cubicBezTo>
                <a:cubicBezTo>
                  <a:pt x="622695" y="57752"/>
                  <a:pt x="623318" y="62945"/>
                  <a:pt x="623318" y="69946"/>
                </a:cubicBezTo>
                <a:lnTo>
                  <a:pt x="623318" y="103052"/>
                </a:lnTo>
                <a:cubicBezTo>
                  <a:pt x="623318" y="107963"/>
                  <a:pt x="623714" y="111294"/>
                  <a:pt x="624506" y="113044"/>
                </a:cubicBezTo>
                <a:cubicBezTo>
                  <a:pt x="625128" y="114455"/>
                  <a:pt x="626132" y="115555"/>
                  <a:pt x="627518" y="116345"/>
                </a:cubicBezTo>
                <a:cubicBezTo>
                  <a:pt x="628904" y="117136"/>
                  <a:pt x="631464" y="117531"/>
                  <a:pt x="635198" y="117531"/>
                </a:cubicBezTo>
                <a:lnTo>
                  <a:pt x="635198" y="120671"/>
                </a:lnTo>
                <a:lnTo>
                  <a:pt x="596757" y="120671"/>
                </a:lnTo>
                <a:lnTo>
                  <a:pt x="596757" y="117531"/>
                </a:lnTo>
                <a:lnTo>
                  <a:pt x="598369" y="117531"/>
                </a:lnTo>
                <a:cubicBezTo>
                  <a:pt x="601990" y="117531"/>
                  <a:pt x="604521" y="116982"/>
                  <a:pt x="605964" y="115884"/>
                </a:cubicBezTo>
                <a:cubicBezTo>
                  <a:pt x="607407" y="114786"/>
                  <a:pt x="608411" y="113169"/>
                  <a:pt x="608976" y="111031"/>
                </a:cubicBezTo>
                <a:cubicBezTo>
                  <a:pt x="609203" y="110186"/>
                  <a:pt x="609316" y="107540"/>
                  <a:pt x="609316" y="103094"/>
                </a:cubicBezTo>
                <a:lnTo>
                  <a:pt x="609316" y="71433"/>
                </a:lnTo>
                <a:cubicBezTo>
                  <a:pt x="609316" y="64399"/>
                  <a:pt x="608397" y="59291"/>
                  <a:pt x="606558" y="56111"/>
                </a:cubicBezTo>
                <a:cubicBezTo>
                  <a:pt x="604719" y="52930"/>
                  <a:pt x="601622" y="51340"/>
                  <a:pt x="597266" y="51340"/>
                </a:cubicBezTo>
                <a:cubicBezTo>
                  <a:pt x="590534" y="51340"/>
                  <a:pt x="583830" y="54999"/>
                  <a:pt x="577154" y="62316"/>
                </a:cubicBezTo>
                <a:lnTo>
                  <a:pt x="577154" y="103094"/>
                </a:lnTo>
                <a:cubicBezTo>
                  <a:pt x="577154" y="108329"/>
                  <a:pt x="577465" y="111565"/>
                  <a:pt x="578087" y="112803"/>
                </a:cubicBezTo>
                <a:cubicBezTo>
                  <a:pt x="578880" y="114434"/>
                  <a:pt x="579969" y="115630"/>
                  <a:pt x="581355" y="116391"/>
                </a:cubicBezTo>
                <a:cubicBezTo>
                  <a:pt x="582741" y="117151"/>
                  <a:pt x="585555" y="117531"/>
                  <a:pt x="589798" y="117531"/>
                </a:cubicBezTo>
                <a:lnTo>
                  <a:pt x="589798" y="120671"/>
                </a:lnTo>
                <a:lnTo>
                  <a:pt x="551357" y="120671"/>
                </a:lnTo>
                <a:lnTo>
                  <a:pt x="551357" y="117531"/>
                </a:lnTo>
                <a:lnTo>
                  <a:pt x="553054" y="117531"/>
                </a:lnTo>
                <a:cubicBezTo>
                  <a:pt x="557014" y="117531"/>
                  <a:pt x="559687" y="116529"/>
                  <a:pt x="561073" y="114526"/>
                </a:cubicBezTo>
                <a:cubicBezTo>
                  <a:pt x="562459" y="112521"/>
                  <a:pt x="563152" y="108697"/>
                  <a:pt x="563152" y="103052"/>
                </a:cubicBezTo>
                <a:lnTo>
                  <a:pt x="563152" y="74263"/>
                </a:lnTo>
                <a:cubicBezTo>
                  <a:pt x="563152" y="64950"/>
                  <a:pt x="562940" y="59277"/>
                  <a:pt x="562516" y="57246"/>
                </a:cubicBezTo>
                <a:cubicBezTo>
                  <a:pt x="562091" y="55213"/>
                  <a:pt x="561441" y="53829"/>
                  <a:pt x="560564" y="53096"/>
                </a:cubicBezTo>
                <a:cubicBezTo>
                  <a:pt x="559687" y="52362"/>
                  <a:pt x="558513" y="51995"/>
                  <a:pt x="557042" y="51995"/>
                </a:cubicBezTo>
                <a:cubicBezTo>
                  <a:pt x="555458" y="51995"/>
                  <a:pt x="553563" y="52419"/>
                  <a:pt x="551357" y="53265"/>
                </a:cubicBezTo>
                <a:lnTo>
                  <a:pt x="550084" y="50216"/>
                </a:lnTo>
                <a:lnTo>
                  <a:pt x="573505" y="40733"/>
                </a:lnTo>
                <a:lnTo>
                  <a:pt x="577154" y="40733"/>
                </a:lnTo>
                <a:lnTo>
                  <a:pt x="577154" y="57196"/>
                </a:lnTo>
                <a:close/>
                <a:moveTo>
                  <a:pt x="661165" y="0"/>
                </a:moveTo>
                <a:cubicBezTo>
                  <a:pt x="663541" y="0"/>
                  <a:pt x="665563" y="839"/>
                  <a:pt x="667232" y="2517"/>
                </a:cubicBezTo>
                <a:cubicBezTo>
                  <a:pt x="668901" y="4193"/>
                  <a:pt x="669736" y="6225"/>
                  <a:pt x="669736" y="8613"/>
                </a:cubicBezTo>
                <a:cubicBezTo>
                  <a:pt x="669736" y="11002"/>
                  <a:pt x="668901" y="13049"/>
                  <a:pt x="667232" y="14755"/>
                </a:cubicBezTo>
                <a:cubicBezTo>
                  <a:pt x="665563" y="16459"/>
                  <a:pt x="663541" y="17311"/>
                  <a:pt x="661165" y="17311"/>
                </a:cubicBezTo>
                <a:cubicBezTo>
                  <a:pt x="658789" y="17311"/>
                  <a:pt x="656752" y="16459"/>
                  <a:pt x="655055" y="14755"/>
                </a:cubicBezTo>
                <a:cubicBezTo>
                  <a:pt x="653358" y="13049"/>
                  <a:pt x="652509" y="11002"/>
                  <a:pt x="652509" y="8613"/>
                </a:cubicBezTo>
                <a:cubicBezTo>
                  <a:pt x="652509" y="6225"/>
                  <a:pt x="653344" y="4193"/>
                  <a:pt x="655013" y="2517"/>
                </a:cubicBezTo>
                <a:cubicBezTo>
                  <a:pt x="656681" y="839"/>
                  <a:pt x="658732" y="0"/>
                  <a:pt x="661165" y="0"/>
                </a:cubicBezTo>
                <a:moveTo>
                  <a:pt x="668208" y="40733"/>
                </a:moveTo>
                <a:lnTo>
                  <a:pt x="668208" y="103052"/>
                </a:lnTo>
                <a:cubicBezTo>
                  <a:pt x="668208" y="107906"/>
                  <a:pt x="668562" y="111138"/>
                  <a:pt x="669269" y="112747"/>
                </a:cubicBezTo>
                <a:cubicBezTo>
                  <a:pt x="669976" y="114356"/>
                  <a:pt x="671023" y="115555"/>
                  <a:pt x="672409" y="116345"/>
                </a:cubicBezTo>
                <a:cubicBezTo>
                  <a:pt x="673795" y="117136"/>
                  <a:pt x="676326" y="117531"/>
                  <a:pt x="680004" y="117531"/>
                </a:cubicBezTo>
                <a:lnTo>
                  <a:pt x="680004" y="120671"/>
                </a:lnTo>
                <a:lnTo>
                  <a:pt x="642241" y="120671"/>
                </a:lnTo>
                <a:lnTo>
                  <a:pt x="642241" y="117531"/>
                </a:lnTo>
                <a:cubicBezTo>
                  <a:pt x="646032" y="117531"/>
                  <a:pt x="648577" y="117164"/>
                  <a:pt x="649878" y="116430"/>
                </a:cubicBezTo>
                <a:cubicBezTo>
                  <a:pt x="651180" y="115697"/>
                  <a:pt x="652212" y="114483"/>
                  <a:pt x="652976" y="112789"/>
                </a:cubicBezTo>
                <a:cubicBezTo>
                  <a:pt x="653740" y="111096"/>
                  <a:pt x="654121" y="107850"/>
                  <a:pt x="654121" y="103052"/>
                </a:cubicBezTo>
                <a:lnTo>
                  <a:pt x="654121" y="73162"/>
                </a:lnTo>
                <a:cubicBezTo>
                  <a:pt x="654121" y="64751"/>
                  <a:pt x="653867" y="59304"/>
                  <a:pt x="653358" y="56822"/>
                </a:cubicBezTo>
                <a:cubicBezTo>
                  <a:pt x="652962" y="55015"/>
                  <a:pt x="652339" y="53759"/>
                  <a:pt x="651491" y="53053"/>
                </a:cubicBezTo>
                <a:cubicBezTo>
                  <a:pt x="650642" y="52348"/>
                  <a:pt x="649482" y="51995"/>
                  <a:pt x="648012" y="51995"/>
                </a:cubicBezTo>
                <a:cubicBezTo>
                  <a:pt x="646428" y="51995"/>
                  <a:pt x="644504" y="52419"/>
                  <a:pt x="642241" y="53265"/>
                </a:cubicBezTo>
                <a:lnTo>
                  <a:pt x="641053" y="50216"/>
                </a:lnTo>
                <a:lnTo>
                  <a:pt x="664474" y="40733"/>
                </a:lnTo>
                <a:lnTo>
                  <a:pt x="668208" y="40733"/>
                </a:lnTo>
                <a:close/>
                <a:moveTo>
                  <a:pt x="712365" y="57196"/>
                </a:moveTo>
                <a:cubicBezTo>
                  <a:pt x="721473" y="46220"/>
                  <a:pt x="730157" y="40733"/>
                  <a:pt x="738417" y="40733"/>
                </a:cubicBezTo>
                <a:cubicBezTo>
                  <a:pt x="742660" y="40733"/>
                  <a:pt x="746309" y="41792"/>
                  <a:pt x="749364" y="43910"/>
                </a:cubicBezTo>
                <a:cubicBezTo>
                  <a:pt x="752419" y="46026"/>
                  <a:pt x="754851" y="49511"/>
                  <a:pt x="756662" y="54366"/>
                </a:cubicBezTo>
                <a:cubicBezTo>
                  <a:pt x="757906" y="57752"/>
                  <a:pt x="758529" y="62945"/>
                  <a:pt x="758529" y="69946"/>
                </a:cubicBezTo>
                <a:lnTo>
                  <a:pt x="758529" y="103052"/>
                </a:lnTo>
                <a:cubicBezTo>
                  <a:pt x="758529" y="107963"/>
                  <a:pt x="758925" y="111294"/>
                  <a:pt x="759717" y="113044"/>
                </a:cubicBezTo>
                <a:cubicBezTo>
                  <a:pt x="760339" y="114455"/>
                  <a:pt x="761343" y="115555"/>
                  <a:pt x="762729" y="116345"/>
                </a:cubicBezTo>
                <a:cubicBezTo>
                  <a:pt x="764115" y="117136"/>
                  <a:pt x="766675" y="117531"/>
                  <a:pt x="770409" y="117531"/>
                </a:cubicBezTo>
                <a:lnTo>
                  <a:pt x="770409" y="120671"/>
                </a:lnTo>
                <a:lnTo>
                  <a:pt x="731968" y="120671"/>
                </a:lnTo>
                <a:lnTo>
                  <a:pt x="731968" y="117531"/>
                </a:lnTo>
                <a:lnTo>
                  <a:pt x="733580" y="117531"/>
                </a:lnTo>
                <a:cubicBezTo>
                  <a:pt x="737201" y="117531"/>
                  <a:pt x="739732" y="116982"/>
                  <a:pt x="741175" y="115884"/>
                </a:cubicBezTo>
                <a:cubicBezTo>
                  <a:pt x="742618" y="114786"/>
                  <a:pt x="743622" y="113169"/>
                  <a:pt x="744187" y="111031"/>
                </a:cubicBezTo>
                <a:cubicBezTo>
                  <a:pt x="744414" y="110186"/>
                  <a:pt x="744527" y="107540"/>
                  <a:pt x="744527" y="103094"/>
                </a:cubicBezTo>
                <a:lnTo>
                  <a:pt x="744527" y="71433"/>
                </a:lnTo>
                <a:cubicBezTo>
                  <a:pt x="744527" y="64399"/>
                  <a:pt x="743608" y="59291"/>
                  <a:pt x="741769" y="56111"/>
                </a:cubicBezTo>
                <a:cubicBezTo>
                  <a:pt x="739930" y="52930"/>
                  <a:pt x="736833" y="51340"/>
                  <a:pt x="732477" y="51340"/>
                </a:cubicBezTo>
                <a:cubicBezTo>
                  <a:pt x="725745" y="51340"/>
                  <a:pt x="719041" y="54999"/>
                  <a:pt x="712365" y="62316"/>
                </a:cubicBezTo>
                <a:lnTo>
                  <a:pt x="712365" y="103094"/>
                </a:lnTo>
                <a:cubicBezTo>
                  <a:pt x="712365" y="108329"/>
                  <a:pt x="712676" y="111565"/>
                  <a:pt x="713298" y="112803"/>
                </a:cubicBezTo>
                <a:cubicBezTo>
                  <a:pt x="714090" y="114434"/>
                  <a:pt x="715179" y="115630"/>
                  <a:pt x="716566" y="116391"/>
                </a:cubicBezTo>
                <a:cubicBezTo>
                  <a:pt x="717952" y="117151"/>
                  <a:pt x="720766" y="117531"/>
                  <a:pt x="725009" y="117531"/>
                </a:cubicBezTo>
                <a:lnTo>
                  <a:pt x="725009" y="120671"/>
                </a:lnTo>
                <a:lnTo>
                  <a:pt x="686568" y="120671"/>
                </a:lnTo>
                <a:lnTo>
                  <a:pt x="686568" y="117531"/>
                </a:lnTo>
                <a:lnTo>
                  <a:pt x="688265" y="117531"/>
                </a:lnTo>
                <a:cubicBezTo>
                  <a:pt x="692225" y="117531"/>
                  <a:pt x="694898" y="116529"/>
                  <a:pt x="696284" y="114526"/>
                </a:cubicBezTo>
                <a:cubicBezTo>
                  <a:pt x="697670" y="112521"/>
                  <a:pt x="698363" y="108697"/>
                  <a:pt x="698363" y="103052"/>
                </a:cubicBezTo>
                <a:lnTo>
                  <a:pt x="698363" y="74263"/>
                </a:lnTo>
                <a:cubicBezTo>
                  <a:pt x="698363" y="64950"/>
                  <a:pt x="698151" y="59277"/>
                  <a:pt x="697727" y="57246"/>
                </a:cubicBezTo>
                <a:cubicBezTo>
                  <a:pt x="697302" y="55213"/>
                  <a:pt x="696652" y="53829"/>
                  <a:pt x="695775" y="53096"/>
                </a:cubicBezTo>
                <a:cubicBezTo>
                  <a:pt x="694898" y="52362"/>
                  <a:pt x="693724" y="51995"/>
                  <a:pt x="692253" y="51995"/>
                </a:cubicBezTo>
                <a:cubicBezTo>
                  <a:pt x="690669" y="51995"/>
                  <a:pt x="688774" y="52419"/>
                  <a:pt x="686568" y="53265"/>
                </a:cubicBezTo>
                <a:lnTo>
                  <a:pt x="685295" y="50216"/>
                </a:lnTo>
                <a:lnTo>
                  <a:pt x="708716" y="40733"/>
                </a:lnTo>
                <a:lnTo>
                  <a:pt x="712365" y="40733"/>
                </a:lnTo>
                <a:lnTo>
                  <a:pt x="712365" y="57196"/>
                </a:lnTo>
                <a:close/>
                <a:moveTo>
                  <a:pt x="797394" y="92346"/>
                </a:moveTo>
                <a:cubicBezTo>
                  <a:pt x="792642" y="90030"/>
                  <a:pt x="788993" y="86796"/>
                  <a:pt x="786447" y="82643"/>
                </a:cubicBezTo>
                <a:cubicBezTo>
                  <a:pt x="783902" y="78490"/>
                  <a:pt x="782629" y="73899"/>
                  <a:pt x="782629" y="68869"/>
                </a:cubicBezTo>
                <a:cubicBezTo>
                  <a:pt x="782629" y="61186"/>
                  <a:pt x="785528" y="54575"/>
                  <a:pt x="791327" y="49038"/>
                </a:cubicBezTo>
                <a:cubicBezTo>
                  <a:pt x="797126" y="43501"/>
                  <a:pt x="804551" y="40733"/>
                  <a:pt x="813603" y="40733"/>
                </a:cubicBezTo>
                <a:cubicBezTo>
                  <a:pt x="821014" y="40733"/>
                  <a:pt x="827435" y="42543"/>
                  <a:pt x="832866" y="46164"/>
                </a:cubicBezTo>
                <a:lnTo>
                  <a:pt x="849329" y="46164"/>
                </a:lnTo>
                <a:cubicBezTo>
                  <a:pt x="851761" y="46164"/>
                  <a:pt x="853176" y="46234"/>
                  <a:pt x="853572" y="46373"/>
                </a:cubicBezTo>
                <a:cubicBezTo>
                  <a:pt x="853968" y="46513"/>
                  <a:pt x="854250" y="46751"/>
                  <a:pt x="854420" y="47087"/>
                </a:cubicBezTo>
                <a:cubicBezTo>
                  <a:pt x="854760" y="47590"/>
                  <a:pt x="854929" y="48486"/>
                  <a:pt x="854929" y="49773"/>
                </a:cubicBezTo>
                <a:cubicBezTo>
                  <a:pt x="854929" y="51226"/>
                  <a:pt x="854788" y="52233"/>
                  <a:pt x="854505" y="52793"/>
                </a:cubicBezTo>
                <a:cubicBezTo>
                  <a:pt x="854335" y="53073"/>
                  <a:pt x="854038" y="53296"/>
                  <a:pt x="853614" y="53464"/>
                </a:cubicBezTo>
                <a:cubicBezTo>
                  <a:pt x="853190" y="53632"/>
                  <a:pt x="851761" y="53716"/>
                  <a:pt x="849329" y="53716"/>
                </a:cubicBezTo>
                <a:lnTo>
                  <a:pt x="839230" y="53716"/>
                </a:lnTo>
                <a:cubicBezTo>
                  <a:pt x="842398" y="57798"/>
                  <a:pt x="843982" y="63014"/>
                  <a:pt x="843982" y="69362"/>
                </a:cubicBezTo>
                <a:cubicBezTo>
                  <a:pt x="843982" y="76618"/>
                  <a:pt x="841210" y="82825"/>
                  <a:pt x="835666" y="87984"/>
                </a:cubicBezTo>
                <a:cubicBezTo>
                  <a:pt x="830122" y="93142"/>
                  <a:pt x="822683" y="95722"/>
                  <a:pt x="813348" y="95722"/>
                </a:cubicBezTo>
                <a:cubicBezTo>
                  <a:pt x="809501" y="95722"/>
                  <a:pt x="805569" y="95145"/>
                  <a:pt x="801552" y="93990"/>
                </a:cubicBezTo>
                <a:cubicBezTo>
                  <a:pt x="799063" y="96138"/>
                  <a:pt x="797380" y="98018"/>
                  <a:pt x="796503" y="99631"/>
                </a:cubicBezTo>
                <a:cubicBezTo>
                  <a:pt x="795626" y="101241"/>
                  <a:pt x="795188" y="102611"/>
                  <a:pt x="795188" y="103741"/>
                </a:cubicBezTo>
                <a:cubicBezTo>
                  <a:pt x="795188" y="104703"/>
                  <a:pt x="795655" y="105636"/>
                  <a:pt x="796588" y="106541"/>
                </a:cubicBezTo>
                <a:cubicBezTo>
                  <a:pt x="797522" y="107445"/>
                  <a:pt x="799346" y="108095"/>
                  <a:pt x="802062" y="108491"/>
                </a:cubicBezTo>
                <a:cubicBezTo>
                  <a:pt x="803646" y="108717"/>
                  <a:pt x="807606" y="108915"/>
                  <a:pt x="813942" y="109085"/>
                </a:cubicBezTo>
                <a:cubicBezTo>
                  <a:pt x="825596" y="109366"/>
                  <a:pt x="833149" y="109761"/>
                  <a:pt x="836600" y="110270"/>
                </a:cubicBezTo>
                <a:cubicBezTo>
                  <a:pt x="841861" y="111005"/>
                  <a:pt x="846061" y="112956"/>
                  <a:pt x="849201" y="116123"/>
                </a:cubicBezTo>
                <a:cubicBezTo>
                  <a:pt x="852341" y="119287"/>
                  <a:pt x="853911" y="123187"/>
                  <a:pt x="853911" y="127823"/>
                </a:cubicBezTo>
                <a:cubicBezTo>
                  <a:pt x="853911" y="134210"/>
                  <a:pt x="850913" y="140203"/>
                  <a:pt x="844916" y="145800"/>
                </a:cubicBezTo>
                <a:cubicBezTo>
                  <a:pt x="836090" y="154052"/>
                  <a:pt x="824578" y="158179"/>
                  <a:pt x="810378" y="158179"/>
                </a:cubicBezTo>
                <a:cubicBezTo>
                  <a:pt x="799459" y="158179"/>
                  <a:pt x="790238" y="155721"/>
                  <a:pt x="782714" y="150806"/>
                </a:cubicBezTo>
                <a:cubicBezTo>
                  <a:pt x="778471" y="147981"/>
                  <a:pt x="776349" y="145043"/>
                  <a:pt x="776349" y="141992"/>
                </a:cubicBezTo>
                <a:cubicBezTo>
                  <a:pt x="776349" y="140637"/>
                  <a:pt x="776660" y="139282"/>
                  <a:pt x="777283" y="137926"/>
                </a:cubicBezTo>
                <a:cubicBezTo>
                  <a:pt x="778244" y="135835"/>
                  <a:pt x="780224" y="132925"/>
                  <a:pt x="783223" y="129196"/>
                </a:cubicBezTo>
                <a:cubicBezTo>
                  <a:pt x="783619" y="128689"/>
                  <a:pt x="786504" y="125638"/>
                  <a:pt x="791878" y="120045"/>
                </a:cubicBezTo>
                <a:cubicBezTo>
                  <a:pt x="788937" y="118289"/>
                  <a:pt x="786858" y="116718"/>
                  <a:pt x="785641" y="115330"/>
                </a:cubicBezTo>
                <a:cubicBezTo>
                  <a:pt x="784425" y="113942"/>
                  <a:pt x="783817" y="112370"/>
                  <a:pt x="783817" y="110615"/>
                </a:cubicBezTo>
                <a:cubicBezTo>
                  <a:pt x="783817" y="108631"/>
                  <a:pt x="784623" y="106308"/>
                  <a:pt x="786235" y="103646"/>
                </a:cubicBezTo>
                <a:cubicBezTo>
                  <a:pt x="787848" y="100983"/>
                  <a:pt x="791567" y="97217"/>
                  <a:pt x="797394" y="92346"/>
                </a:cubicBezTo>
                <a:moveTo>
                  <a:pt x="812160" y="44976"/>
                </a:moveTo>
                <a:cubicBezTo>
                  <a:pt x="807974" y="44976"/>
                  <a:pt x="804466" y="46636"/>
                  <a:pt x="801637" y="49956"/>
                </a:cubicBezTo>
                <a:cubicBezTo>
                  <a:pt x="798809" y="53274"/>
                  <a:pt x="797394" y="58366"/>
                  <a:pt x="797394" y="65231"/>
                </a:cubicBezTo>
                <a:cubicBezTo>
                  <a:pt x="797394" y="74122"/>
                  <a:pt x="799318" y="81014"/>
                  <a:pt x="803165" y="85907"/>
                </a:cubicBezTo>
                <a:cubicBezTo>
                  <a:pt x="806107" y="89622"/>
                  <a:pt x="809840" y="91479"/>
                  <a:pt x="814366" y="91479"/>
                </a:cubicBezTo>
                <a:cubicBezTo>
                  <a:pt x="818666" y="91479"/>
                  <a:pt x="822202" y="89875"/>
                  <a:pt x="824974" y="86668"/>
                </a:cubicBezTo>
                <a:cubicBezTo>
                  <a:pt x="827746" y="83461"/>
                  <a:pt x="829132" y="78425"/>
                  <a:pt x="829132" y="71561"/>
                </a:cubicBezTo>
                <a:cubicBezTo>
                  <a:pt x="829132" y="62615"/>
                  <a:pt x="827180" y="55610"/>
                  <a:pt x="823277" y="50545"/>
                </a:cubicBezTo>
                <a:cubicBezTo>
                  <a:pt x="820391" y="46832"/>
                  <a:pt x="816686" y="44976"/>
                  <a:pt x="812160" y="44976"/>
                </a:cubicBezTo>
                <a:moveTo>
                  <a:pt x="796546" y="120721"/>
                </a:moveTo>
                <a:cubicBezTo>
                  <a:pt x="793887" y="123601"/>
                  <a:pt x="791878" y="126283"/>
                  <a:pt x="790521" y="128767"/>
                </a:cubicBezTo>
                <a:cubicBezTo>
                  <a:pt x="789163" y="131252"/>
                  <a:pt x="788484" y="133540"/>
                  <a:pt x="788484" y="135630"/>
                </a:cubicBezTo>
                <a:cubicBezTo>
                  <a:pt x="788484" y="138340"/>
                  <a:pt x="790125" y="140712"/>
                  <a:pt x="793406" y="142745"/>
                </a:cubicBezTo>
                <a:cubicBezTo>
                  <a:pt x="799063" y="146245"/>
                  <a:pt x="807238" y="147996"/>
                  <a:pt x="817930" y="147996"/>
                </a:cubicBezTo>
                <a:cubicBezTo>
                  <a:pt x="828114" y="147996"/>
                  <a:pt x="835624" y="146202"/>
                  <a:pt x="840461" y="142615"/>
                </a:cubicBezTo>
                <a:cubicBezTo>
                  <a:pt x="845298" y="139030"/>
                  <a:pt x="847716" y="135205"/>
                  <a:pt x="847716" y="131140"/>
                </a:cubicBezTo>
                <a:cubicBezTo>
                  <a:pt x="847716" y="128204"/>
                  <a:pt x="846274" y="126114"/>
                  <a:pt x="843388" y="124871"/>
                </a:cubicBezTo>
                <a:cubicBezTo>
                  <a:pt x="840447" y="123628"/>
                  <a:pt x="834620" y="122895"/>
                  <a:pt x="825907" y="122670"/>
                </a:cubicBezTo>
                <a:cubicBezTo>
                  <a:pt x="813178" y="122331"/>
                  <a:pt x="803391" y="121681"/>
                  <a:pt x="796546" y="120721"/>
                </a:cubicBezTo>
                <a:close/>
                <a:moveTo>
                  <a:pt x="944965" y="40733"/>
                </a:moveTo>
                <a:cubicBezTo>
                  <a:pt x="956733" y="40733"/>
                  <a:pt x="966180" y="45198"/>
                  <a:pt x="973309" y="54127"/>
                </a:cubicBezTo>
                <a:cubicBezTo>
                  <a:pt x="979362" y="61756"/>
                  <a:pt x="982389" y="70516"/>
                  <a:pt x="982389" y="80407"/>
                </a:cubicBezTo>
                <a:cubicBezTo>
                  <a:pt x="982389" y="87359"/>
                  <a:pt x="980720" y="94395"/>
                  <a:pt x="977382" y="101516"/>
                </a:cubicBezTo>
                <a:cubicBezTo>
                  <a:pt x="974044" y="108636"/>
                  <a:pt x="969448" y="114004"/>
                  <a:pt x="963592" y="117621"/>
                </a:cubicBezTo>
                <a:cubicBezTo>
                  <a:pt x="957737" y="121238"/>
                  <a:pt x="951217" y="123047"/>
                  <a:pt x="944032" y="123047"/>
                </a:cubicBezTo>
                <a:cubicBezTo>
                  <a:pt x="932321" y="123047"/>
                  <a:pt x="923015" y="118384"/>
                  <a:pt x="916113" y="109058"/>
                </a:cubicBezTo>
                <a:cubicBezTo>
                  <a:pt x="910286" y="101203"/>
                  <a:pt x="907373" y="92388"/>
                  <a:pt x="907373" y="82611"/>
                </a:cubicBezTo>
                <a:cubicBezTo>
                  <a:pt x="907373" y="75490"/>
                  <a:pt x="909140" y="68411"/>
                  <a:pt x="912676" y="61375"/>
                </a:cubicBezTo>
                <a:cubicBezTo>
                  <a:pt x="916212" y="54339"/>
                  <a:pt x="920865" y="49139"/>
                  <a:pt x="926636" y="45777"/>
                </a:cubicBezTo>
                <a:cubicBezTo>
                  <a:pt x="932406" y="42414"/>
                  <a:pt x="938516" y="40733"/>
                  <a:pt x="944965" y="40733"/>
                </a:cubicBezTo>
                <a:moveTo>
                  <a:pt x="942335" y="46333"/>
                </a:moveTo>
                <a:cubicBezTo>
                  <a:pt x="939336" y="46333"/>
                  <a:pt x="936324" y="47224"/>
                  <a:pt x="933297" y="49004"/>
                </a:cubicBezTo>
                <a:cubicBezTo>
                  <a:pt x="930271" y="50784"/>
                  <a:pt x="927824" y="53906"/>
                  <a:pt x="925957" y="58370"/>
                </a:cubicBezTo>
                <a:cubicBezTo>
                  <a:pt x="924090" y="62834"/>
                  <a:pt x="923157" y="68569"/>
                  <a:pt x="923157" y="75576"/>
                </a:cubicBezTo>
                <a:cubicBezTo>
                  <a:pt x="923157" y="86876"/>
                  <a:pt x="925405" y="96624"/>
                  <a:pt x="929903" y="104818"/>
                </a:cubicBezTo>
                <a:cubicBezTo>
                  <a:pt x="934400" y="113010"/>
                  <a:pt x="940326" y="117107"/>
                  <a:pt x="947681" y="117107"/>
                </a:cubicBezTo>
                <a:cubicBezTo>
                  <a:pt x="953169" y="117107"/>
                  <a:pt x="957694" y="114846"/>
                  <a:pt x="961259" y="110326"/>
                </a:cubicBezTo>
                <a:cubicBezTo>
                  <a:pt x="964823" y="105805"/>
                  <a:pt x="966605" y="98036"/>
                  <a:pt x="966605" y="87018"/>
                </a:cubicBezTo>
                <a:cubicBezTo>
                  <a:pt x="966605" y="73230"/>
                  <a:pt x="963635" y="62381"/>
                  <a:pt x="957694" y="54469"/>
                </a:cubicBezTo>
                <a:cubicBezTo>
                  <a:pt x="953678" y="49045"/>
                  <a:pt x="948558" y="46333"/>
                  <a:pt x="942335" y="46333"/>
                </a:cubicBezTo>
                <a:close/>
                <a:moveTo>
                  <a:pt x="1016587" y="40733"/>
                </a:moveTo>
                <a:lnTo>
                  <a:pt x="1016587" y="58214"/>
                </a:lnTo>
                <a:cubicBezTo>
                  <a:pt x="1023093" y="46560"/>
                  <a:pt x="1029769" y="40733"/>
                  <a:pt x="1036614" y="40733"/>
                </a:cubicBezTo>
                <a:cubicBezTo>
                  <a:pt x="1039726" y="40733"/>
                  <a:pt x="1042300" y="41680"/>
                  <a:pt x="1044336" y="43576"/>
                </a:cubicBezTo>
                <a:cubicBezTo>
                  <a:pt x="1046373" y="45471"/>
                  <a:pt x="1047391" y="47663"/>
                  <a:pt x="1047391" y="50152"/>
                </a:cubicBezTo>
                <a:cubicBezTo>
                  <a:pt x="1047391" y="52359"/>
                  <a:pt x="1046656" y="54225"/>
                  <a:pt x="1045185" y="55753"/>
                </a:cubicBezTo>
                <a:cubicBezTo>
                  <a:pt x="1043714" y="57280"/>
                  <a:pt x="1041960" y="58044"/>
                  <a:pt x="1039924" y="58044"/>
                </a:cubicBezTo>
                <a:cubicBezTo>
                  <a:pt x="1037944" y="58044"/>
                  <a:pt x="1035723" y="57068"/>
                  <a:pt x="1033262" y="55116"/>
                </a:cubicBezTo>
                <a:cubicBezTo>
                  <a:pt x="1030801" y="53165"/>
                  <a:pt x="1028977" y="52189"/>
                  <a:pt x="1027789" y="52189"/>
                </a:cubicBezTo>
                <a:cubicBezTo>
                  <a:pt x="1026770" y="52189"/>
                  <a:pt x="1025667" y="52753"/>
                  <a:pt x="1024479" y="53881"/>
                </a:cubicBezTo>
                <a:cubicBezTo>
                  <a:pt x="1021933" y="56195"/>
                  <a:pt x="1019303" y="60004"/>
                  <a:pt x="1016587" y="65308"/>
                </a:cubicBezTo>
                <a:lnTo>
                  <a:pt x="1016587" y="102466"/>
                </a:lnTo>
                <a:cubicBezTo>
                  <a:pt x="1016587" y="106753"/>
                  <a:pt x="1017125" y="109997"/>
                  <a:pt x="1018200" y="112198"/>
                </a:cubicBezTo>
                <a:cubicBezTo>
                  <a:pt x="1018935" y="113722"/>
                  <a:pt x="1020236" y="114992"/>
                  <a:pt x="1022103" y="116009"/>
                </a:cubicBezTo>
                <a:cubicBezTo>
                  <a:pt x="1023970" y="117023"/>
                  <a:pt x="1026657" y="117531"/>
                  <a:pt x="1030165" y="117531"/>
                </a:cubicBezTo>
                <a:lnTo>
                  <a:pt x="1030165" y="120671"/>
                </a:lnTo>
                <a:lnTo>
                  <a:pt x="990366" y="120671"/>
                </a:lnTo>
                <a:lnTo>
                  <a:pt x="990366" y="117531"/>
                </a:lnTo>
                <a:cubicBezTo>
                  <a:pt x="994326" y="117531"/>
                  <a:pt x="997268" y="116910"/>
                  <a:pt x="999191" y="115669"/>
                </a:cubicBezTo>
                <a:cubicBezTo>
                  <a:pt x="1000605" y="114766"/>
                  <a:pt x="1001595" y="113326"/>
                  <a:pt x="1002161" y="111349"/>
                </a:cubicBezTo>
                <a:cubicBezTo>
                  <a:pt x="1002444" y="110389"/>
                  <a:pt x="1002585" y="107652"/>
                  <a:pt x="1002585" y="103136"/>
                </a:cubicBezTo>
                <a:lnTo>
                  <a:pt x="1002585" y="73078"/>
                </a:lnTo>
                <a:cubicBezTo>
                  <a:pt x="1002585" y="64045"/>
                  <a:pt x="1002402" y="58669"/>
                  <a:pt x="1002034" y="56949"/>
                </a:cubicBezTo>
                <a:cubicBezTo>
                  <a:pt x="1001666" y="55227"/>
                  <a:pt x="1000987" y="53971"/>
                  <a:pt x="999997" y="53181"/>
                </a:cubicBezTo>
                <a:cubicBezTo>
                  <a:pt x="999007" y="52390"/>
                  <a:pt x="997777" y="51995"/>
                  <a:pt x="996306" y="51995"/>
                </a:cubicBezTo>
                <a:cubicBezTo>
                  <a:pt x="994552" y="51995"/>
                  <a:pt x="992572" y="52419"/>
                  <a:pt x="990366" y="53265"/>
                </a:cubicBezTo>
                <a:lnTo>
                  <a:pt x="989517" y="50216"/>
                </a:lnTo>
                <a:lnTo>
                  <a:pt x="1013023" y="40733"/>
                </a:lnTo>
                <a:lnTo>
                  <a:pt x="1016587" y="4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explanationsaboutwhat">
            <a:extLst xmlns:a="http://schemas.openxmlformats.org/drawingml/2006/main">
              <a:ext uri="{FF2B5EF4-FFF2-40B4-BE49-F238E27FC236}">
                <a16:creationId xmlns:a16="http://schemas.microsoft.com/office/drawing/2014/main" id="{361D7D38-4CAB-435B-913E-57A622D9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556" y="3304917"/>
            <a:ext cx="1683216" cy="157839"/>
          </a:xfrm>
          <a:custGeom xmlns:a="http://schemas.openxmlformats.org/drawingml/2006/main">
            <a:pathLst>
              <a:path w="1683216" h="157839">
                <a:moveTo>
                  <a:pt x="12050" y="72301"/>
                </a:moveTo>
                <a:cubicBezTo>
                  <a:pt x="11994" y="83815"/>
                  <a:pt x="14794" y="92846"/>
                  <a:pt x="20451" y="99395"/>
                </a:cubicBezTo>
                <a:cubicBezTo>
                  <a:pt x="26109" y="105941"/>
                  <a:pt x="32756" y="109215"/>
                  <a:pt x="40393" y="109215"/>
                </a:cubicBezTo>
                <a:cubicBezTo>
                  <a:pt x="45485" y="109215"/>
                  <a:pt x="49912" y="107814"/>
                  <a:pt x="53674" y="105014"/>
                </a:cubicBezTo>
                <a:cubicBezTo>
                  <a:pt x="57436" y="102214"/>
                  <a:pt x="60590" y="97419"/>
                  <a:pt x="63136" y="90630"/>
                </a:cubicBezTo>
                <a:lnTo>
                  <a:pt x="65766" y="92327"/>
                </a:lnTo>
                <a:cubicBezTo>
                  <a:pt x="64578" y="100078"/>
                  <a:pt x="61127" y="107136"/>
                  <a:pt x="55413" y="113500"/>
                </a:cubicBezTo>
                <a:cubicBezTo>
                  <a:pt x="49700" y="119864"/>
                  <a:pt x="42543" y="123047"/>
                  <a:pt x="33944" y="123047"/>
                </a:cubicBezTo>
                <a:cubicBezTo>
                  <a:pt x="24609" y="123047"/>
                  <a:pt x="16618" y="119420"/>
                  <a:pt x="9971" y="112166"/>
                </a:cubicBezTo>
                <a:cubicBezTo>
                  <a:pt x="3324" y="104911"/>
                  <a:pt x="0" y="95157"/>
                  <a:pt x="0" y="82905"/>
                </a:cubicBezTo>
                <a:cubicBezTo>
                  <a:pt x="0" y="69639"/>
                  <a:pt x="3409" y="59294"/>
                  <a:pt x="10226" y="51871"/>
                </a:cubicBezTo>
                <a:cubicBezTo>
                  <a:pt x="17043" y="44445"/>
                  <a:pt x="25599" y="40733"/>
                  <a:pt x="35896" y="40733"/>
                </a:cubicBezTo>
                <a:cubicBezTo>
                  <a:pt x="44608" y="40733"/>
                  <a:pt x="51764" y="43597"/>
                  <a:pt x="57365" y="49325"/>
                </a:cubicBezTo>
                <a:cubicBezTo>
                  <a:pt x="62966" y="55051"/>
                  <a:pt x="65766" y="62710"/>
                  <a:pt x="65766" y="72301"/>
                </a:cubicBezTo>
                <a:lnTo>
                  <a:pt x="12050" y="72301"/>
                </a:lnTo>
                <a:moveTo>
                  <a:pt x="12050" y="67379"/>
                </a:moveTo>
                <a:lnTo>
                  <a:pt x="48031" y="67379"/>
                </a:lnTo>
                <a:cubicBezTo>
                  <a:pt x="47748" y="62400"/>
                  <a:pt x="47154" y="58893"/>
                  <a:pt x="46249" y="56856"/>
                </a:cubicBezTo>
                <a:cubicBezTo>
                  <a:pt x="44834" y="53688"/>
                  <a:pt x="42727" y="51199"/>
                  <a:pt x="39927" y="49388"/>
                </a:cubicBezTo>
                <a:cubicBezTo>
                  <a:pt x="37126" y="47578"/>
                  <a:pt x="34199" y="46673"/>
                  <a:pt x="31144" y="46673"/>
                </a:cubicBezTo>
                <a:cubicBezTo>
                  <a:pt x="26448" y="46673"/>
                  <a:pt x="22247" y="48497"/>
                  <a:pt x="18542" y="52146"/>
                </a:cubicBezTo>
                <a:cubicBezTo>
                  <a:pt x="14836" y="55795"/>
                  <a:pt x="12672" y="60873"/>
                  <a:pt x="12050" y="67379"/>
                </a:cubicBezTo>
                <a:close/>
                <a:moveTo>
                  <a:pt x="73006" y="42939"/>
                </a:moveTo>
                <a:lnTo>
                  <a:pt x="109581" y="42939"/>
                </a:lnTo>
                <a:lnTo>
                  <a:pt x="109581" y="46079"/>
                </a:lnTo>
                <a:cubicBezTo>
                  <a:pt x="107261" y="46079"/>
                  <a:pt x="105635" y="46475"/>
                  <a:pt x="104701" y="47267"/>
                </a:cubicBezTo>
                <a:cubicBezTo>
                  <a:pt x="103768" y="48059"/>
                  <a:pt x="103301" y="49106"/>
                  <a:pt x="103301" y="50407"/>
                </a:cubicBezTo>
                <a:cubicBezTo>
                  <a:pt x="103301" y="51764"/>
                  <a:pt x="104291" y="53858"/>
                  <a:pt x="106271" y="56686"/>
                </a:cubicBezTo>
                <a:cubicBezTo>
                  <a:pt x="106893" y="57592"/>
                  <a:pt x="107827" y="59006"/>
                  <a:pt x="109072" y="60929"/>
                </a:cubicBezTo>
                <a:lnTo>
                  <a:pt x="114587" y="69755"/>
                </a:lnTo>
                <a:lnTo>
                  <a:pt x="120952" y="60929"/>
                </a:lnTo>
                <a:cubicBezTo>
                  <a:pt x="125025" y="55329"/>
                  <a:pt x="127062" y="51793"/>
                  <a:pt x="127062" y="50322"/>
                </a:cubicBezTo>
                <a:cubicBezTo>
                  <a:pt x="127062" y="49134"/>
                  <a:pt x="126581" y="48130"/>
                  <a:pt x="125619" y="47309"/>
                </a:cubicBezTo>
                <a:cubicBezTo>
                  <a:pt x="124657" y="46489"/>
                  <a:pt x="123102" y="46079"/>
                  <a:pt x="120952" y="46079"/>
                </a:cubicBezTo>
                <a:lnTo>
                  <a:pt x="120952" y="42939"/>
                </a:lnTo>
                <a:lnTo>
                  <a:pt x="147258" y="42939"/>
                </a:lnTo>
                <a:lnTo>
                  <a:pt x="147258" y="46079"/>
                </a:lnTo>
                <a:cubicBezTo>
                  <a:pt x="144486" y="46249"/>
                  <a:pt x="142082" y="47012"/>
                  <a:pt x="140045" y="48370"/>
                </a:cubicBezTo>
                <a:cubicBezTo>
                  <a:pt x="137273" y="50294"/>
                  <a:pt x="133483" y="54480"/>
                  <a:pt x="128674" y="60929"/>
                </a:cubicBezTo>
                <a:lnTo>
                  <a:pt x="118067" y="75101"/>
                </a:lnTo>
                <a:lnTo>
                  <a:pt x="137415" y="102879"/>
                </a:lnTo>
                <a:cubicBezTo>
                  <a:pt x="142167" y="109710"/>
                  <a:pt x="145561" y="113818"/>
                  <a:pt x="147598" y="115202"/>
                </a:cubicBezTo>
                <a:cubicBezTo>
                  <a:pt x="149634" y="116585"/>
                  <a:pt x="152265" y="117361"/>
                  <a:pt x="155490" y="117531"/>
                </a:cubicBezTo>
                <a:lnTo>
                  <a:pt x="155490" y="120671"/>
                </a:lnTo>
                <a:lnTo>
                  <a:pt x="118830" y="120671"/>
                </a:lnTo>
                <a:lnTo>
                  <a:pt x="118830" y="117531"/>
                </a:lnTo>
                <a:cubicBezTo>
                  <a:pt x="121376" y="117531"/>
                  <a:pt x="123356" y="116967"/>
                  <a:pt x="124771" y="115839"/>
                </a:cubicBezTo>
                <a:cubicBezTo>
                  <a:pt x="125845" y="115049"/>
                  <a:pt x="126383" y="114005"/>
                  <a:pt x="126383" y="112707"/>
                </a:cubicBezTo>
                <a:cubicBezTo>
                  <a:pt x="126383" y="111409"/>
                  <a:pt x="124573" y="108137"/>
                  <a:pt x="120952" y="102890"/>
                </a:cubicBezTo>
                <a:lnTo>
                  <a:pt x="109581" y="86302"/>
                </a:lnTo>
                <a:lnTo>
                  <a:pt x="97106" y="102890"/>
                </a:lnTo>
                <a:cubicBezTo>
                  <a:pt x="93259" y="108024"/>
                  <a:pt x="91336" y="111071"/>
                  <a:pt x="91336" y="112031"/>
                </a:cubicBezTo>
                <a:cubicBezTo>
                  <a:pt x="91336" y="113385"/>
                  <a:pt x="91972" y="114612"/>
                  <a:pt x="93245" y="115712"/>
                </a:cubicBezTo>
                <a:cubicBezTo>
                  <a:pt x="94518" y="116811"/>
                  <a:pt x="96427" y="117418"/>
                  <a:pt x="98973" y="117531"/>
                </a:cubicBezTo>
                <a:lnTo>
                  <a:pt x="98973" y="120671"/>
                </a:lnTo>
                <a:lnTo>
                  <a:pt x="73600" y="120671"/>
                </a:lnTo>
                <a:lnTo>
                  <a:pt x="73600" y="117531"/>
                </a:lnTo>
                <a:cubicBezTo>
                  <a:pt x="75637" y="117248"/>
                  <a:pt x="77419" y="116543"/>
                  <a:pt x="78946" y="115415"/>
                </a:cubicBezTo>
                <a:cubicBezTo>
                  <a:pt x="81096" y="113778"/>
                  <a:pt x="84717" y="109601"/>
                  <a:pt x="89808" y="102885"/>
                </a:cubicBezTo>
                <a:lnTo>
                  <a:pt x="106101" y="81296"/>
                </a:lnTo>
                <a:lnTo>
                  <a:pt x="91336" y="59911"/>
                </a:lnTo>
                <a:cubicBezTo>
                  <a:pt x="87149" y="53801"/>
                  <a:pt x="83911" y="49968"/>
                  <a:pt x="81619" y="48413"/>
                </a:cubicBezTo>
                <a:cubicBezTo>
                  <a:pt x="79328" y="46857"/>
                  <a:pt x="76457" y="46079"/>
                  <a:pt x="73006" y="46079"/>
                </a:cubicBezTo>
                <a:lnTo>
                  <a:pt x="73006" y="42939"/>
                </a:lnTo>
                <a:close/>
                <a:moveTo>
                  <a:pt x="157442" y="50584"/>
                </a:moveTo>
                <a:lnTo>
                  <a:pt x="181372" y="40902"/>
                </a:lnTo>
                <a:lnTo>
                  <a:pt x="184597" y="40902"/>
                </a:lnTo>
                <a:lnTo>
                  <a:pt x="184597" y="59062"/>
                </a:lnTo>
                <a:cubicBezTo>
                  <a:pt x="188614" y="52217"/>
                  <a:pt x="192644" y="47451"/>
                  <a:pt x="196689" y="44764"/>
                </a:cubicBezTo>
                <a:cubicBezTo>
                  <a:pt x="200734" y="42076"/>
                  <a:pt x="204992" y="40733"/>
                  <a:pt x="209461" y="40733"/>
                </a:cubicBezTo>
                <a:cubicBezTo>
                  <a:pt x="217268" y="40733"/>
                  <a:pt x="223774" y="43784"/>
                  <a:pt x="228979" y="49887"/>
                </a:cubicBezTo>
                <a:cubicBezTo>
                  <a:pt x="235371" y="57348"/>
                  <a:pt x="238568" y="67068"/>
                  <a:pt x="238568" y="79050"/>
                </a:cubicBezTo>
                <a:cubicBezTo>
                  <a:pt x="238568" y="92443"/>
                  <a:pt x="234721" y="103520"/>
                  <a:pt x="227027" y="112280"/>
                </a:cubicBezTo>
                <a:cubicBezTo>
                  <a:pt x="220691" y="119458"/>
                  <a:pt x="212714" y="123047"/>
                  <a:pt x="203096" y="123047"/>
                </a:cubicBezTo>
                <a:cubicBezTo>
                  <a:pt x="198910" y="123047"/>
                  <a:pt x="195289" y="122453"/>
                  <a:pt x="192234" y="121265"/>
                </a:cubicBezTo>
                <a:cubicBezTo>
                  <a:pt x="189971" y="120416"/>
                  <a:pt x="187426" y="118719"/>
                  <a:pt x="184597" y="116173"/>
                </a:cubicBezTo>
                <a:lnTo>
                  <a:pt x="184597" y="139849"/>
                </a:lnTo>
                <a:cubicBezTo>
                  <a:pt x="184597" y="145167"/>
                  <a:pt x="184922" y="148547"/>
                  <a:pt x="185573" y="149990"/>
                </a:cubicBezTo>
                <a:cubicBezTo>
                  <a:pt x="186223" y="151432"/>
                  <a:pt x="187355" y="152578"/>
                  <a:pt x="188967" y="153427"/>
                </a:cubicBezTo>
                <a:cubicBezTo>
                  <a:pt x="190579" y="154275"/>
                  <a:pt x="193507" y="154699"/>
                  <a:pt x="197750" y="154699"/>
                </a:cubicBezTo>
                <a:lnTo>
                  <a:pt x="197750" y="157839"/>
                </a:lnTo>
                <a:lnTo>
                  <a:pt x="157017" y="157839"/>
                </a:lnTo>
                <a:lnTo>
                  <a:pt x="157017" y="154699"/>
                </a:lnTo>
                <a:lnTo>
                  <a:pt x="159139" y="154699"/>
                </a:lnTo>
                <a:cubicBezTo>
                  <a:pt x="162250" y="154756"/>
                  <a:pt x="164909" y="154161"/>
                  <a:pt x="167116" y="152915"/>
                </a:cubicBezTo>
                <a:cubicBezTo>
                  <a:pt x="168191" y="152292"/>
                  <a:pt x="169025" y="151287"/>
                  <a:pt x="169619" y="149900"/>
                </a:cubicBezTo>
                <a:cubicBezTo>
                  <a:pt x="170213" y="148514"/>
                  <a:pt x="170510" y="144990"/>
                  <a:pt x="170510" y="139329"/>
                </a:cubicBezTo>
                <a:lnTo>
                  <a:pt x="170510" y="65785"/>
                </a:lnTo>
                <a:cubicBezTo>
                  <a:pt x="170510" y="60746"/>
                  <a:pt x="170284" y="57548"/>
                  <a:pt x="169831" y="56190"/>
                </a:cubicBezTo>
                <a:cubicBezTo>
                  <a:pt x="169379" y="54831"/>
                  <a:pt x="168657" y="53812"/>
                  <a:pt x="167667" y="53133"/>
                </a:cubicBezTo>
                <a:cubicBezTo>
                  <a:pt x="166677" y="52452"/>
                  <a:pt x="165334" y="52112"/>
                  <a:pt x="163636" y="52112"/>
                </a:cubicBezTo>
                <a:cubicBezTo>
                  <a:pt x="162279" y="52112"/>
                  <a:pt x="160553" y="52508"/>
                  <a:pt x="158460" y="53300"/>
                </a:cubicBezTo>
                <a:lnTo>
                  <a:pt x="157442" y="50584"/>
                </a:lnTo>
                <a:moveTo>
                  <a:pt x="184597" y="64223"/>
                </a:moveTo>
                <a:lnTo>
                  <a:pt x="184597" y="93208"/>
                </a:lnTo>
                <a:cubicBezTo>
                  <a:pt x="184597" y="99480"/>
                  <a:pt x="184851" y="103605"/>
                  <a:pt x="185361" y="105582"/>
                </a:cubicBezTo>
                <a:cubicBezTo>
                  <a:pt x="186153" y="108859"/>
                  <a:pt x="188090" y="111741"/>
                  <a:pt x="191174" y="114227"/>
                </a:cubicBezTo>
                <a:cubicBezTo>
                  <a:pt x="194257" y="116712"/>
                  <a:pt x="198146" y="117955"/>
                  <a:pt x="202842" y="117955"/>
                </a:cubicBezTo>
                <a:cubicBezTo>
                  <a:pt x="208499" y="117955"/>
                  <a:pt x="213081" y="115751"/>
                  <a:pt x="216589" y="111344"/>
                </a:cubicBezTo>
                <a:cubicBezTo>
                  <a:pt x="221171" y="105582"/>
                  <a:pt x="223463" y="97475"/>
                  <a:pt x="223463" y="87021"/>
                </a:cubicBezTo>
                <a:cubicBezTo>
                  <a:pt x="223463" y="75157"/>
                  <a:pt x="220860" y="66032"/>
                  <a:pt x="215656" y="59648"/>
                </a:cubicBezTo>
                <a:cubicBezTo>
                  <a:pt x="212035" y="55241"/>
                  <a:pt x="207735" y="53037"/>
                  <a:pt x="202757" y="53037"/>
                </a:cubicBezTo>
                <a:cubicBezTo>
                  <a:pt x="200041" y="53037"/>
                  <a:pt x="197354" y="53715"/>
                  <a:pt x="194695" y="55071"/>
                </a:cubicBezTo>
                <a:cubicBezTo>
                  <a:pt x="192659" y="56088"/>
                  <a:pt x="189292" y="59138"/>
                  <a:pt x="184597" y="64223"/>
                </a:cubicBezTo>
                <a:close/>
                <a:moveTo>
                  <a:pt x="276669" y="0"/>
                </a:moveTo>
                <a:lnTo>
                  <a:pt x="276669" y="103030"/>
                </a:lnTo>
                <a:cubicBezTo>
                  <a:pt x="276669" y="107892"/>
                  <a:pt x="277023" y="111115"/>
                  <a:pt x="277730" y="112699"/>
                </a:cubicBezTo>
                <a:cubicBezTo>
                  <a:pt x="278437" y="114281"/>
                  <a:pt x="279526" y="115483"/>
                  <a:pt x="280997" y="116303"/>
                </a:cubicBezTo>
                <a:cubicBezTo>
                  <a:pt x="282468" y="117122"/>
                  <a:pt x="285212" y="117531"/>
                  <a:pt x="289229" y="117531"/>
                </a:cubicBezTo>
                <a:lnTo>
                  <a:pt x="289229" y="120671"/>
                </a:lnTo>
                <a:lnTo>
                  <a:pt x="251127" y="120671"/>
                </a:lnTo>
                <a:lnTo>
                  <a:pt x="251127" y="117531"/>
                </a:lnTo>
                <a:cubicBezTo>
                  <a:pt x="254691" y="117531"/>
                  <a:pt x="257123" y="117164"/>
                  <a:pt x="258424" y="116430"/>
                </a:cubicBezTo>
                <a:cubicBezTo>
                  <a:pt x="259726" y="115695"/>
                  <a:pt x="260744" y="114479"/>
                  <a:pt x="261479" y="112784"/>
                </a:cubicBezTo>
                <a:cubicBezTo>
                  <a:pt x="262215" y="111087"/>
                  <a:pt x="262583" y="107836"/>
                  <a:pt x="262583" y="103030"/>
                </a:cubicBezTo>
                <a:lnTo>
                  <a:pt x="262583" y="32477"/>
                </a:lnTo>
                <a:cubicBezTo>
                  <a:pt x="262583" y="23716"/>
                  <a:pt x="262385" y="18331"/>
                  <a:pt x="261989" y="16325"/>
                </a:cubicBezTo>
                <a:cubicBezTo>
                  <a:pt x="261593" y="14317"/>
                  <a:pt x="260956" y="12946"/>
                  <a:pt x="260079" y="12212"/>
                </a:cubicBezTo>
                <a:cubicBezTo>
                  <a:pt x="259202" y="11476"/>
                  <a:pt x="258085" y="11109"/>
                  <a:pt x="256727" y="11109"/>
                </a:cubicBezTo>
                <a:cubicBezTo>
                  <a:pt x="255256" y="11109"/>
                  <a:pt x="253389" y="11561"/>
                  <a:pt x="251127" y="12466"/>
                </a:cubicBezTo>
                <a:lnTo>
                  <a:pt x="249684" y="9496"/>
                </a:lnTo>
                <a:lnTo>
                  <a:pt x="272851" y="0"/>
                </a:lnTo>
                <a:lnTo>
                  <a:pt x="276669" y="0"/>
                </a:lnTo>
                <a:close/>
                <a:moveTo>
                  <a:pt x="342295" y="109469"/>
                </a:moveTo>
                <a:cubicBezTo>
                  <a:pt x="334319" y="115636"/>
                  <a:pt x="329312" y="119200"/>
                  <a:pt x="327275" y="120161"/>
                </a:cubicBezTo>
                <a:cubicBezTo>
                  <a:pt x="324220" y="121632"/>
                  <a:pt x="320967" y="122368"/>
                  <a:pt x="317516" y="122368"/>
                </a:cubicBezTo>
                <a:cubicBezTo>
                  <a:pt x="312142" y="122368"/>
                  <a:pt x="307715" y="120529"/>
                  <a:pt x="304236" y="116852"/>
                </a:cubicBezTo>
                <a:cubicBezTo>
                  <a:pt x="300756" y="113175"/>
                  <a:pt x="299017" y="108338"/>
                  <a:pt x="299017" y="102341"/>
                </a:cubicBezTo>
                <a:cubicBezTo>
                  <a:pt x="299017" y="98551"/>
                  <a:pt x="299865" y="95269"/>
                  <a:pt x="301563" y="92497"/>
                </a:cubicBezTo>
                <a:cubicBezTo>
                  <a:pt x="303882" y="88650"/>
                  <a:pt x="307913" y="85030"/>
                  <a:pt x="313655" y="81635"/>
                </a:cubicBezTo>
                <a:cubicBezTo>
                  <a:pt x="319397" y="78241"/>
                  <a:pt x="328944" y="74111"/>
                  <a:pt x="342295" y="69246"/>
                </a:cubicBezTo>
                <a:lnTo>
                  <a:pt x="342295" y="66191"/>
                </a:lnTo>
                <a:cubicBezTo>
                  <a:pt x="342295" y="58440"/>
                  <a:pt x="341065" y="53122"/>
                  <a:pt x="338604" y="50237"/>
                </a:cubicBezTo>
                <a:cubicBezTo>
                  <a:pt x="336143" y="47352"/>
                  <a:pt x="332565" y="45909"/>
                  <a:pt x="327869" y="45909"/>
                </a:cubicBezTo>
                <a:cubicBezTo>
                  <a:pt x="324305" y="45909"/>
                  <a:pt x="321476" y="46867"/>
                  <a:pt x="319383" y="48784"/>
                </a:cubicBezTo>
                <a:cubicBezTo>
                  <a:pt x="317233" y="50700"/>
                  <a:pt x="316159" y="52899"/>
                  <a:pt x="316159" y="55379"/>
                </a:cubicBezTo>
                <a:lnTo>
                  <a:pt x="316328" y="60282"/>
                </a:lnTo>
                <a:cubicBezTo>
                  <a:pt x="316328" y="62874"/>
                  <a:pt x="315663" y="64874"/>
                  <a:pt x="314334" y="66283"/>
                </a:cubicBezTo>
                <a:cubicBezTo>
                  <a:pt x="313005" y="67692"/>
                  <a:pt x="311265" y="68397"/>
                  <a:pt x="309115" y="68397"/>
                </a:cubicBezTo>
                <a:cubicBezTo>
                  <a:pt x="307022" y="68397"/>
                  <a:pt x="305311" y="67664"/>
                  <a:pt x="303981" y="66199"/>
                </a:cubicBezTo>
                <a:cubicBezTo>
                  <a:pt x="302652" y="64731"/>
                  <a:pt x="301987" y="62728"/>
                  <a:pt x="301987" y="60189"/>
                </a:cubicBezTo>
                <a:cubicBezTo>
                  <a:pt x="301987" y="55340"/>
                  <a:pt x="304476" y="50885"/>
                  <a:pt x="309455" y="46824"/>
                </a:cubicBezTo>
                <a:cubicBezTo>
                  <a:pt x="314433" y="42763"/>
                  <a:pt x="321420" y="40733"/>
                  <a:pt x="330415" y="40733"/>
                </a:cubicBezTo>
                <a:cubicBezTo>
                  <a:pt x="337317" y="40733"/>
                  <a:pt x="342974" y="41891"/>
                  <a:pt x="347387" y="44207"/>
                </a:cubicBezTo>
                <a:cubicBezTo>
                  <a:pt x="350725" y="45959"/>
                  <a:pt x="353186" y="48700"/>
                  <a:pt x="354770" y="52430"/>
                </a:cubicBezTo>
                <a:cubicBezTo>
                  <a:pt x="355788" y="54859"/>
                  <a:pt x="356297" y="59831"/>
                  <a:pt x="356297" y="67347"/>
                </a:cubicBezTo>
                <a:lnTo>
                  <a:pt x="356297" y="93706"/>
                </a:lnTo>
                <a:cubicBezTo>
                  <a:pt x="356297" y="101109"/>
                  <a:pt x="356439" y="105643"/>
                  <a:pt x="356721" y="107311"/>
                </a:cubicBezTo>
                <a:cubicBezTo>
                  <a:pt x="357004" y="108978"/>
                  <a:pt x="357471" y="110094"/>
                  <a:pt x="358122" y="110660"/>
                </a:cubicBezTo>
                <a:cubicBezTo>
                  <a:pt x="358772" y="111224"/>
                  <a:pt x="359522" y="111506"/>
                  <a:pt x="360370" y="111506"/>
                </a:cubicBezTo>
                <a:cubicBezTo>
                  <a:pt x="361276" y="111506"/>
                  <a:pt x="362068" y="111308"/>
                  <a:pt x="362747" y="110912"/>
                </a:cubicBezTo>
                <a:cubicBezTo>
                  <a:pt x="363935" y="110176"/>
                  <a:pt x="366226" y="108111"/>
                  <a:pt x="369620" y="104717"/>
                </a:cubicBezTo>
                <a:lnTo>
                  <a:pt x="369620" y="109469"/>
                </a:lnTo>
                <a:cubicBezTo>
                  <a:pt x="363284" y="117955"/>
                  <a:pt x="357231" y="122198"/>
                  <a:pt x="351460" y="122198"/>
                </a:cubicBezTo>
                <a:cubicBezTo>
                  <a:pt x="348688" y="122198"/>
                  <a:pt x="346482" y="121236"/>
                  <a:pt x="344841" y="119313"/>
                </a:cubicBezTo>
                <a:cubicBezTo>
                  <a:pt x="343200" y="117389"/>
                  <a:pt x="342352" y="114108"/>
                  <a:pt x="342295" y="109469"/>
                </a:cubicBezTo>
                <a:moveTo>
                  <a:pt x="342295" y="103906"/>
                </a:moveTo>
                <a:lnTo>
                  <a:pt x="342295" y="74422"/>
                </a:lnTo>
                <a:cubicBezTo>
                  <a:pt x="333753" y="77801"/>
                  <a:pt x="328237" y="80194"/>
                  <a:pt x="325748" y="81603"/>
                </a:cubicBezTo>
                <a:cubicBezTo>
                  <a:pt x="321278" y="84082"/>
                  <a:pt x="318082" y="86673"/>
                  <a:pt x="316159" y="89376"/>
                </a:cubicBezTo>
                <a:cubicBezTo>
                  <a:pt x="314235" y="92079"/>
                  <a:pt x="313273" y="95036"/>
                  <a:pt x="313273" y="98246"/>
                </a:cubicBezTo>
                <a:cubicBezTo>
                  <a:pt x="313273" y="102302"/>
                  <a:pt x="314490" y="105667"/>
                  <a:pt x="316922" y="108342"/>
                </a:cubicBezTo>
                <a:cubicBezTo>
                  <a:pt x="319355" y="111017"/>
                  <a:pt x="322155" y="112354"/>
                  <a:pt x="325323" y="112354"/>
                </a:cubicBezTo>
                <a:cubicBezTo>
                  <a:pt x="329623" y="112354"/>
                  <a:pt x="335280" y="109538"/>
                  <a:pt x="342295" y="103906"/>
                </a:cubicBezTo>
                <a:close/>
                <a:moveTo>
                  <a:pt x="398075" y="57196"/>
                </a:moveTo>
                <a:cubicBezTo>
                  <a:pt x="407183" y="46220"/>
                  <a:pt x="415867" y="40733"/>
                  <a:pt x="424127" y="40733"/>
                </a:cubicBezTo>
                <a:cubicBezTo>
                  <a:pt x="428370" y="40733"/>
                  <a:pt x="432019" y="41792"/>
                  <a:pt x="435074" y="43910"/>
                </a:cubicBezTo>
                <a:cubicBezTo>
                  <a:pt x="438129" y="46026"/>
                  <a:pt x="440561" y="49511"/>
                  <a:pt x="442372" y="54366"/>
                </a:cubicBezTo>
                <a:cubicBezTo>
                  <a:pt x="443616" y="57752"/>
                  <a:pt x="444239" y="62945"/>
                  <a:pt x="444239" y="69946"/>
                </a:cubicBezTo>
                <a:lnTo>
                  <a:pt x="444239" y="103052"/>
                </a:lnTo>
                <a:cubicBezTo>
                  <a:pt x="444239" y="107963"/>
                  <a:pt x="444635" y="111294"/>
                  <a:pt x="445427" y="113044"/>
                </a:cubicBezTo>
                <a:cubicBezTo>
                  <a:pt x="446049" y="114455"/>
                  <a:pt x="447053" y="115555"/>
                  <a:pt x="448439" y="116345"/>
                </a:cubicBezTo>
                <a:cubicBezTo>
                  <a:pt x="449825" y="117136"/>
                  <a:pt x="452385" y="117531"/>
                  <a:pt x="456119" y="117531"/>
                </a:cubicBezTo>
                <a:lnTo>
                  <a:pt x="456119" y="120671"/>
                </a:lnTo>
                <a:lnTo>
                  <a:pt x="417677" y="120671"/>
                </a:lnTo>
                <a:lnTo>
                  <a:pt x="417677" y="117531"/>
                </a:lnTo>
                <a:lnTo>
                  <a:pt x="419290" y="117531"/>
                </a:lnTo>
                <a:cubicBezTo>
                  <a:pt x="422911" y="117531"/>
                  <a:pt x="425442" y="116982"/>
                  <a:pt x="426885" y="115884"/>
                </a:cubicBezTo>
                <a:cubicBezTo>
                  <a:pt x="428327" y="114786"/>
                  <a:pt x="429332" y="113169"/>
                  <a:pt x="429897" y="111031"/>
                </a:cubicBezTo>
                <a:cubicBezTo>
                  <a:pt x="430124" y="110186"/>
                  <a:pt x="430237" y="107540"/>
                  <a:pt x="430237" y="103094"/>
                </a:cubicBezTo>
                <a:lnTo>
                  <a:pt x="430237" y="71433"/>
                </a:lnTo>
                <a:cubicBezTo>
                  <a:pt x="430237" y="64399"/>
                  <a:pt x="429317" y="59291"/>
                  <a:pt x="427479" y="56111"/>
                </a:cubicBezTo>
                <a:cubicBezTo>
                  <a:pt x="425640" y="52930"/>
                  <a:pt x="422543" y="51340"/>
                  <a:pt x="418187" y="51340"/>
                </a:cubicBezTo>
                <a:cubicBezTo>
                  <a:pt x="411454" y="51340"/>
                  <a:pt x="404751" y="54999"/>
                  <a:pt x="398075" y="62316"/>
                </a:cubicBezTo>
                <a:lnTo>
                  <a:pt x="398075" y="103094"/>
                </a:lnTo>
                <a:cubicBezTo>
                  <a:pt x="398075" y="108329"/>
                  <a:pt x="398386" y="111565"/>
                  <a:pt x="399008" y="112803"/>
                </a:cubicBezTo>
                <a:cubicBezTo>
                  <a:pt x="399800" y="114434"/>
                  <a:pt x="400889" y="115630"/>
                  <a:pt x="402275" y="116391"/>
                </a:cubicBezTo>
                <a:cubicBezTo>
                  <a:pt x="403661" y="117151"/>
                  <a:pt x="406476" y="117531"/>
                  <a:pt x="410719" y="117531"/>
                </a:cubicBezTo>
                <a:lnTo>
                  <a:pt x="410719" y="120671"/>
                </a:lnTo>
                <a:lnTo>
                  <a:pt x="372277" y="120671"/>
                </a:lnTo>
                <a:lnTo>
                  <a:pt x="372277" y="117531"/>
                </a:lnTo>
                <a:lnTo>
                  <a:pt x="373975" y="117531"/>
                </a:lnTo>
                <a:cubicBezTo>
                  <a:pt x="377935" y="117531"/>
                  <a:pt x="380608" y="116529"/>
                  <a:pt x="381994" y="114526"/>
                </a:cubicBezTo>
                <a:cubicBezTo>
                  <a:pt x="383380" y="112521"/>
                  <a:pt x="384073" y="108697"/>
                  <a:pt x="384073" y="103052"/>
                </a:cubicBezTo>
                <a:lnTo>
                  <a:pt x="384073" y="74263"/>
                </a:lnTo>
                <a:cubicBezTo>
                  <a:pt x="384073" y="64950"/>
                  <a:pt x="383861" y="59277"/>
                  <a:pt x="383437" y="57246"/>
                </a:cubicBezTo>
                <a:cubicBezTo>
                  <a:pt x="383012" y="55213"/>
                  <a:pt x="382362" y="53829"/>
                  <a:pt x="381485" y="53096"/>
                </a:cubicBezTo>
                <a:cubicBezTo>
                  <a:pt x="380608" y="52362"/>
                  <a:pt x="379434" y="51995"/>
                  <a:pt x="377963" y="51995"/>
                </a:cubicBezTo>
                <a:cubicBezTo>
                  <a:pt x="376379" y="51995"/>
                  <a:pt x="374484" y="52419"/>
                  <a:pt x="372277" y="53265"/>
                </a:cubicBezTo>
                <a:lnTo>
                  <a:pt x="371005" y="50216"/>
                </a:lnTo>
                <a:lnTo>
                  <a:pt x="394426" y="40733"/>
                </a:lnTo>
                <a:lnTo>
                  <a:pt x="398075" y="40733"/>
                </a:lnTo>
                <a:lnTo>
                  <a:pt x="398075" y="57196"/>
                </a:lnTo>
                <a:close/>
                <a:moveTo>
                  <a:pt x="506356" y="109469"/>
                </a:moveTo>
                <a:cubicBezTo>
                  <a:pt x="498379" y="115636"/>
                  <a:pt x="493373" y="119200"/>
                  <a:pt x="491336" y="120161"/>
                </a:cubicBezTo>
                <a:cubicBezTo>
                  <a:pt x="488281" y="121632"/>
                  <a:pt x="485028" y="122368"/>
                  <a:pt x="481577" y="122368"/>
                </a:cubicBezTo>
                <a:cubicBezTo>
                  <a:pt x="476203" y="122368"/>
                  <a:pt x="471776" y="120529"/>
                  <a:pt x="468296" y="116852"/>
                </a:cubicBezTo>
                <a:cubicBezTo>
                  <a:pt x="464817" y="113175"/>
                  <a:pt x="463078" y="108338"/>
                  <a:pt x="463078" y="102341"/>
                </a:cubicBezTo>
                <a:cubicBezTo>
                  <a:pt x="463078" y="98551"/>
                  <a:pt x="463926" y="95269"/>
                  <a:pt x="465623" y="92497"/>
                </a:cubicBezTo>
                <a:cubicBezTo>
                  <a:pt x="467943" y="88650"/>
                  <a:pt x="471974" y="85030"/>
                  <a:pt x="477716" y="81635"/>
                </a:cubicBezTo>
                <a:cubicBezTo>
                  <a:pt x="483458" y="78241"/>
                  <a:pt x="493005" y="74111"/>
                  <a:pt x="506356" y="69246"/>
                </a:cubicBezTo>
                <a:lnTo>
                  <a:pt x="506356" y="66191"/>
                </a:lnTo>
                <a:cubicBezTo>
                  <a:pt x="506356" y="58440"/>
                  <a:pt x="505126" y="53122"/>
                  <a:pt x="502665" y="50237"/>
                </a:cubicBezTo>
                <a:cubicBezTo>
                  <a:pt x="500204" y="47352"/>
                  <a:pt x="496626" y="45909"/>
                  <a:pt x="491930" y="45909"/>
                </a:cubicBezTo>
                <a:cubicBezTo>
                  <a:pt x="488366" y="45909"/>
                  <a:pt x="485537" y="46867"/>
                  <a:pt x="483444" y="48784"/>
                </a:cubicBezTo>
                <a:cubicBezTo>
                  <a:pt x="481294" y="50700"/>
                  <a:pt x="480219" y="52899"/>
                  <a:pt x="480219" y="55379"/>
                </a:cubicBezTo>
                <a:lnTo>
                  <a:pt x="480389" y="60282"/>
                </a:lnTo>
                <a:cubicBezTo>
                  <a:pt x="480389" y="62874"/>
                  <a:pt x="479724" y="64874"/>
                  <a:pt x="478395" y="66283"/>
                </a:cubicBezTo>
                <a:cubicBezTo>
                  <a:pt x="477065" y="67692"/>
                  <a:pt x="475326" y="68397"/>
                  <a:pt x="473176" y="68397"/>
                </a:cubicBezTo>
                <a:cubicBezTo>
                  <a:pt x="471083" y="68397"/>
                  <a:pt x="469371" y="67664"/>
                  <a:pt x="468042" y="66199"/>
                </a:cubicBezTo>
                <a:cubicBezTo>
                  <a:pt x="466712" y="64731"/>
                  <a:pt x="466048" y="62728"/>
                  <a:pt x="466048" y="60189"/>
                </a:cubicBezTo>
                <a:cubicBezTo>
                  <a:pt x="466048" y="55340"/>
                  <a:pt x="468537" y="50885"/>
                  <a:pt x="473515" y="46824"/>
                </a:cubicBezTo>
                <a:cubicBezTo>
                  <a:pt x="478494" y="42763"/>
                  <a:pt x="485481" y="40733"/>
                  <a:pt x="494476" y="40733"/>
                </a:cubicBezTo>
                <a:cubicBezTo>
                  <a:pt x="501378" y="40733"/>
                  <a:pt x="507035" y="41891"/>
                  <a:pt x="511448" y="44207"/>
                </a:cubicBezTo>
                <a:cubicBezTo>
                  <a:pt x="514786" y="45959"/>
                  <a:pt x="517246" y="48700"/>
                  <a:pt x="518831" y="52430"/>
                </a:cubicBezTo>
                <a:cubicBezTo>
                  <a:pt x="519849" y="54859"/>
                  <a:pt x="520358" y="59831"/>
                  <a:pt x="520358" y="67347"/>
                </a:cubicBezTo>
                <a:lnTo>
                  <a:pt x="520358" y="93706"/>
                </a:lnTo>
                <a:cubicBezTo>
                  <a:pt x="520358" y="101109"/>
                  <a:pt x="520499" y="105643"/>
                  <a:pt x="520782" y="107311"/>
                </a:cubicBezTo>
                <a:cubicBezTo>
                  <a:pt x="521065" y="108978"/>
                  <a:pt x="521532" y="110094"/>
                  <a:pt x="522182" y="110660"/>
                </a:cubicBezTo>
                <a:cubicBezTo>
                  <a:pt x="522833" y="111224"/>
                  <a:pt x="523583" y="111506"/>
                  <a:pt x="524431" y="111506"/>
                </a:cubicBezTo>
                <a:cubicBezTo>
                  <a:pt x="525336" y="111506"/>
                  <a:pt x="526128" y="111308"/>
                  <a:pt x="526807" y="110912"/>
                </a:cubicBezTo>
                <a:cubicBezTo>
                  <a:pt x="527995" y="110176"/>
                  <a:pt x="530287" y="108111"/>
                  <a:pt x="533681" y="104717"/>
                </a:cubicBezTo>
                <a:lnTo>
                  <a:pt x="533681" y="109469"/>
                </a:lnTo>
                <a:cubicBezTo>
                  <a:pt x="527345" y="117955"/>
                  <a:pt x="521291" y="122198"/>
                  <a:pt x="515521" y="122198"/>
                </a:cubicBezTo>
                <a:cubicBezTo>
                  <a:pt x="512749" y="122198"/>
                  <a:pt x="510543" y="121236"/>
                  <a:pt x="508902" y="119313"/>
                </a:cubicBezTo>
                <a:cubicBezTo>
                  <a:pt x="507261" y="117389"/>
                  <a:pt x="506413" y="114108"/>
                  <a:pt x="506356" y="109469"/>
                </a:cubicBezTo>
                <a:moveTo>
                  <a:pt x="506356" y="103906"/>
                </a:moveTo>
                <a:lnTo>
                  <a:pt x="506356" y="74422"/>
                </a:lnTo>
                <a:cubicBezTo>
                  <a:pt x="497814" y="77801"/>
                  <a:pt x="492298" y="80194"/>
                  <a:pt x="489808" y="81603"/>
                </a:cubicBezTo>
                <a:cubicBezTo>
                  <a:pt x="485339" y="84082"/>
                  <a:pt x="482143" y="86673"/>
                  <a:pt x="480219" y="89376"/>
                </a:cubicBezTo>
                <a:cubicBezTo>
                  <a:pt x="478296" y="92079"/>
                  <a:pt x="477334" y="95036"/>
                  <a:pt x="477334" y="98246"/>
                </a:cubicBezTo>
                <a:cubicBezTo>
                  <a:pt x="477334" y="102302"/>
                  <a:pt x="478550" y="105667"/>
                  <a:pt x="480983" y="108342"/>
                </a:cubicBezTo>
                <a:cubicBezTo>
                  <a:pt x="483416" y="111017"/>
                  <a:pt x="486216" y="112354"/>
                  <a:pt x="489384" y="112354"/>
                </a:cubicBezTo>
                <a:cubicBezTo>
                  <a:pt x="493684" y="112354"/>
                  <a:pt x="499341" y="109538"/>
                  <a:pt x="506356" y="103906"/>
                </a:cubicBezTo>
                <a:close/>
                <a:moveTo>
                  <a:pt x="562050" y="17311"/>
                </a:moveTo>
                <a:lnTo>
                  <a:pt x="562050" y="42939"/>
                </a:lnTo>
                <a:lnTo>
                  <a:pt x="580210" y="42939"/>
                </a:lnTo>
                <a:lnTo>
                  <a:pt x="580210" y="48879"/>
                </a:lnTo>
                <a:lnTo>
                  <a:pt x="562050" y="48879"/>
                </a:lnTo>
                <a:lnTo>
                  <a:pt x="562050" y="99217"/>
                </a:lnTo>
                <a:cubicBezTo>
                  <a:pt x="562050" y="104247"/>
                  <a:pt x="562772" y="107638"/>
                  <a:pt x="564214" y="109390"/>
                </a:cubicBezTo>
                <a:cubicBezTo>
                  <a:pt x="565657" y="111140"/>
                  <a:pt x="567510" y="112015"/>
                  <a:pt x="569772" y="112015"/>
                </a:cubicBezTo>
                <a:cubicBezTo>
                  <a:pt x="571639" y="112015"/>
                  <a:pt x="573450" y="111435"/>
                  <a:pt x="575204" y="110275"/>
                </a:cubicBezTo>
                <a:cubicBezTo>
                  <a:pt x="576957" y="109116"/>
                  <a:pt x="578315" y="107404"/>
                  <a:pt x="579277" y="105141"/>
                </a:cubicBezTo>
                <a:lnTo>
                  <a:pt x="582586" y="105141"/>
                </a:lnTo>
                <a:cubicBezTo>
                  <a:pt x="580606" y="110701"/>
                  <a:pt x="577806" y="114906"/>
                  <a:pt x="574185" y="117756"/>
                </a:cubicBezTo>
                <a:cubicBezTo>
                  <a:pt x="570564" y="120604"/>
                  <a:pt x="566831" y="122028"/>
                  <a:pt x="562984" y="122028"/>
                </a:cubicBezTo>
                <a:cubicBezTo>
                  <a:pt x="560381" y="122028"/>
                  <a:pt x="557836" y="121306"/>
                  <a:pt x="555346" y="119862"/>
                </a:cubicBezTo>
                <a:cubicBezTo>
                  <a:pt x="552857" y="118417"/>
                  <a:pt x="551018" y="116351"/>
                  <a:pt x="549830" y="113662"/>
                </a:cubicBezTo>
                <a:cubicBezTo>
                  <a:pt x="548642" y="110971"/>
                  <a:pt x="548048" y="106822"/>
                  <a:pt x="548048" y="101214"/>
                </a:cubicBezTo>
                <a:lnTo>
                  <a:pt x="548048" y="48879"/>
                </a:lnTo>
                <a:lnTo>
                  <a:pt x="535744" y="48879"/>
                </a:lnTo>
                <a:lnTo>
                  <a:pt x="535744" y="46079"/>
                </a:lnTo>
                <a:cubicBezTo>
                  <a:pt x="538855" y="44831"/>
                  <a:pt x="542037" y="42717"/>
                  <a:pt x="545290" y="39738"/>
                </a:cubicBezTo>
                <a:cubicBezTo>
                  <a:pt x="548543" y="36759"/>
                  <a:pt x="551443" y="33227"/>
                  <a:pt x="553989" y="29141"/>
                </a:cubicBezTo>
                <a:cubicBezTo>
                  <a:pt x="555290" y="26986"/>
                  <a:pt x="557100" y="23043"/>
                  <a:pt x="559420" y="17311"/>
                </a:cubicBezTo>
                <a:lnTo>
                  <a:pt x="562050" y="17311"/>
                </a:lnTo>
                <a:close/>
                <a:moveTo>
                  <a:pt x="607564" y="0"/>
                </a:moveTo>
                <a:cubicBezTo>
                  <a:pt x="609941" y="0"/>
                  <a:pt x="611963" y="839"/>
                  <a:pt x="613632" y="2517"/>
                </a:cubicBezTo>
                <a:cubicBezTo>
                  <a:pt x="615301" y="4193"/>
                  <a:pt x="616135" y="6225"/>
                  <a:pt x="616135" y="8613"/>
                </a:cubicBezTo>
                <a:cubicBezTo>
                  <a:pt x="616135" y="11002"/>
                  <a:pt x="615301" y="13049"/>
                  <a:pt x="613632" y="14755"/>
                </a:cubicBezTo>
                <a:cubicBezTo>
                  <a:pt x="611963" y="16459"/>
                  <a:pt x="609941" y="17311"/>
                  <a:pt x="607564" y="17311"/>
                </a:cubicBezTo>
                <a:cubicBezTo>
                  <a:pt x="605188" y="17311"/>
                  <a:pt x="603152" y="16459"/>
                  <a:pt x="601455" y="14755"/>
                </a:cubicBezTo>
                <a:cubicBezTo>
                  <a:pt x="599757" y="13049"/>
                  <a:pt x="598909" y="11002"/>
                  <a:pt x="598909" y="8613"/>
                </a:cubicBezTo>
                <a:cubicBezTo>
                  <a:pt x="598909" y="6225"/>
                  <a:pt x="599743" y="4193"/>
                  <a:pt x="601412" y="2517"/>
                </a:cubicBezTo>
                <a:cubicBezTo>
                  <a:pt x="603081" y="839"/>
                  <a:pt x="605132" y="0"/>
                  <a:pt x="607564" y="0"/>
                </a:cubicBezTo>
                <a:moveTo>
                  <a:pt x="614608" y="40733"/>
                </a:moveTo>
                <a:lnTo>
                  <a:pt x="614608" y="103052"/>
                </a:lnTo>
                <a:cubicBezTo>
                  <a:pt x="614608" y="107906"/>
                  <a:pt x="614961" y="111138"/>
                  <a:pt x="615669" y="112747"/>
                </a:cubicBezTo>
                <a:cubicBezTo>
                  <a:pt x="616376" y="114356"/>
                  <a:pt x="617422" y="115555"/>
                  <a:pt x="618808" y="116345"/>
                </a:cubicBezTo>
                <a:cubicBezTo>
                  <a:pt x="620194" y="117136"/>
                  <a:pt x="622726" y="117531"/>
                  <a:pt x="626403" y="117531"/>
                </a:cubicBezTo>
                <a:lnTo>
                  <a:pt x="626403" y="120671"/>
                </a:lnTo>
                <a:lnTo>
                  <a:pt x="588641" y="120671"/>
                </a:lnTo>
                <a:lnTo>
                  <a:pt x="588641" y="117531"/>
                </a:lnTo>
                <a:cubicBezTo>
                  <a:pt x="592431" y="117531"/>
                  <a:pt x="594977" y="117164"/>
                  <a:pt x="596278" y="116430"/>
                </a:cubicBezTo>
                <a:cubicBezTo>
                  <a:pt x="597579" y="115697"/>
                  <a:pt x="598612" y="114483"/>
                  <a:pt x="599375" y="112789"/>
                </a:cubicBezTo>
                <a:cubicBezTo>
                  <a:pt x="600139" y="111096"/>
                  <a:pt x="600521" y="107850"/>
                  <a:pt x="600521" y="103052"/>
                </a:cubicBezTo>
                <a:lnTo>
                  <a:pt x="600521" y="73162"/>
                </a:lnTo>
                <a:cubicBezTo>
                  <a:pt x="600521" y="64751"/>
                  <a:pt x="600267" y="59304"/>
                  <a:pt x="599757" y="56822"/>
                </a:cubicBezTo>
                <a:cubicBezTo>
                  <a:pt x="599361" y="55015"/>
                  <a:pt x="598739" y="53759"/>
                  <a:pt x="597890" y="53053"/>
                </a:cubicBezTo>
                <a:cubicBezTo>
                  <a:pt x="597042" y="52348"/>
                  <a:pt x="595882" y="51995"/>
                  <a:pt x="594411" y="51995"/>
                </a:cubicBezTo>
                <a:cubicBezTo>
                  <a:pt x="592827" y="51995"/>
                  <a:pt x="590904" y="52419"/>
                  <a:pt x="588641" y="53265"/>
                </a:cubicBezTo>
                <a:lnTo>
                  <a:pt x="587453" y="50216"/>
                </a:lnTo>
                <a:lnTo>
                  <a:pt x="610874" y="40733"/>
                </a:lnTo>
                <a:lnTo>
                  <a:pt x="614608" y="40733"/>
                </a:lnTo>
                <a:close/>
                <a:moveTo>
                  <a:pt x="674124" y="40733"/>
                </a:moveTo>
                <a:cubicBezTo>
                  <a:pt x="685891" y="40733"/>
                  <a:pt x="695339" y="45198"/>
                  <a:pt x="702467" y="54127"/>
                </a:cubicBezTo>
                <a:cubicBezTo>
                  <a:pt x="708520" y="61756"/>
                  <a:pt x="711547" y="70516"/>
                  <a:pt x="711547" y="80407"/>
                </a:cubicBezTo>
                <a:cubicBezTo>
                  <a:pt x="711547" y="87359"/>
                  <a:pt x="709878" y="94395"/>
                  <a:pt x="706540" y="101516"/>
                </a:cubicBezTo>
                <a:cubicBezTo>
                  <a:pt x="703202" y="108636"/>
                  <a:pt x="698606" y="114004"/>
                  <a:pt x="692750" y="117621"/>
                </a:cubicBezTo>
                <a:cubicBezTo>
                  <a:pt x="686895" y="121238"/>
                  <a:pt x="680375" y="123047"/>
                  <a:pt x="673190" y="123047"/>
                </a:cubicBezTo>
                <a:cubicBezTo>
                  <a:pt x="661480" y="123047"/>
                  <a:pt x="652173" y="118384"/>
                  <a:pt x="645271" y="109058"/>
                </a:cubicBezTo>
                <a:cubicBezTo>
                  <a:pt x="639444" y="101203"/>
                  <a:pt x="636531" y="92388"/>
                  <a:pt x="636531" y="82611"/>
                </a:cubicBezTo>
                <a:cubicBezTo>
                  <a:pt x="636531" y="75490"/>
                  <a:pt x="638299" y="68411"/>
                  <a:pt x="641834" y="61375"/>
                </a:cubicBezTo>
                <a:cubicBezTo>
                  <a:pt x="645370" y="54339"/>
                  <a:pt x="650023" y="49139"/>
                  <a:pt x="655794" y="45777"/>
                </a:cubicBezTo>
                <a:cubicBezTo>
                  <a:pt x="661564" y="42414"/>
                  <a:pt x="667674" y="40733"/>
                  <a:pt x="674124" y="40733"/>
                </a:cubicBezTo>
                <a:moveTo>
                  <a:pt x="671493" y="46333"/>
                </a:moveTo>
                <a:cubicBezTo>
                  <a:pt x="668495" y="46333"/>
                  <a:pt x="665482" y="47224"/>
                  <a:pt x="662455" y="49004"/>
                </a:cubicBezTo>
                <a:cubicBezTo>
                  <a:pt x="659429" y="50784"/>
                  <a:pt x="656982" y="53906"/>
                  <a:pt x="655115" y="58370"/>
                </a:cubicBezTo>
                <a:cubicBezTo>
                  <a:pt x="653248" y="62834"/>
                  <a:pt x="652315" y="68569"/>
                  <a:pt x="652315" y="75576"/>
                </a:cubicBezTo>
                <a:cubicBezTo>
                  <a:pt x="652315" y="86876"/>
                  <a:pt x="654563" y="96624"/>
                  <a:pt x="659061" y="104818"/>
                </a:cubicBezTo>
                <a:cubicBezTo>
                  <a:pt x="663559" y="113010"/>
                  <a:pt x="669485" y="117107"/>
                  <a:pt x="676839" y="117107"/>
                </a:cubicBezTo>
                <a:cubicBezTo>
                  <a:pt x="682327" y="117107"/>
                  <a:pt x="686853" y="114846"/>
                  <a:pt x="690417" y="110326"/>
                </a:cubicBezTo>
                <a:cubicBezTo>
                  <a:pt x="693981" y="105805"/>
                  <a:pt x="695763" y="98036"/>
                  <a:pt x="695763" y="87018"/>
                </a:cubicBezTo>
                <a:cubicBezTo>
                  <a:pt x="695763" y="73230"/>
                  <a:pt x="692793" y="62381"/>
                  <a:pt x="686853" y="54469"/>
                </a:cubicBezTo>
                <a:cubicBezTo>
                  <a:pt x="682836" y="49045"/>
                  <a:pt x="677716" y="46333"/>
                  <a:pt x="671493" y="46333"/>
                </a:cubicBezTo>
                <a:close/>
                <a:moveTo>
                  <a:pt x="745661" y="57196"/>
                </a:moveTo>
                <a:cubicBezTo>
                  <a:pt x="754769" y="46220"/>
                  <a:pt x="763453" y="40733"/>
                  <a:pt x="771713" y="40733"/>
                </a:cubicBezTo>
                <a:cubicBezTo>
                  <a:pt x="775956" y="40733"/>
                  <a:pt x="779605" y="41792"/>
                  <a:pt x="782659" y="43910"/>
                </a:cubicBezTo>
                <a:cubicBezTo>
                  <a:pt x="785714" y="46026"/>
                  <a:pt x="788147" y="49511"/>
                  <a:pt x="789957" y="54366"/>
                </a:cubicBezTo>
                <a:cubicBezTo>
                  <a:pt x="791202" y="57752"/>
                  <a:pt x="791824" y="62945"/>
                  <a:pt x="791824" y="69946"/>
                </a:cubicBezTo>
                <a:lnTo>
                  <a:pt x="791824" y="103052"/>
                </a:lnTo>
                <a:cubicBezTo>
                  <a:pt x="791824" y="107963"/>
                  <a:pt x="792220" y="111294"/>
                  <a:pt x="793012" y="113044"/>
                </a:cubicBezTo>
                <a:cubicBezTo>
                  <a:pt x="793635" y="114455"/>
                  <a:pt x="794639" y="115555"/>
                  <a:pt x="796025" y="116345"/>
                </a:cubicBezTo>
                <a:cubicBezTo>
                  <a:pt x="797411" y="117136"/>
                  <a:pt x="799971" y="117531"/>
                  <a:pt x="803705" y="117531"/>
                </a:cubicBezTo>
                <a:lnTo>
                  <a:pt x="803705" y="120671"/>
                </a:lnTo>
                <a:lnTo>
                  <a:pt x="765263" y="120671"/>
                </a:lnTo>
                <a:lnTo>
                  <a:pt x="765263" y="117531"/>
                </a:lnTo>
                <a:lnTo>
                  <a:pt x="766876" y="117531"/>
                </a:lnTo>
                <a:cubicBezTo>
                  <a:pt x="770496" y="117531"/>
                  <a:pt x="773028" y="116982"/>
                  <a:pt x="774471" y="115884"/>
                </a:cubicBezTo>
                <a:cubicBezTo>
                  <a:pt x="775913" y="114786"/>
                  <a:pt x="776917" y="113169"/>
                  <a:pt x="777483" y="111031"/>
                </a:cubicBezTo>
                <a:cubicBezTo>
                  <a:pt x="777709" y="110186"/>
                  <a:pt x="777822" y="107540"/>
                  <a:pt x="777822" y="103094"/>
                </a:cubicBezTo>
                <a:lnTo>
                  <a:pt x="777822" y="71433"/>
                </a:lnTo>
                <a:cubicBezTo>
                  <a:pt x="777822" y="64399"/>
                  <a:pt x="776903" y="59291"/>
                  <a:pt x="775065" y="56111"/>
                </a:cubicBezTo>
                <a:cubicBezTo>
                  <a:pt x="773226" y="52930"/>
                  <a:pt x="770129" y="51340"/>
                  <a:pt x="765772" y="51340"/>
                </a:cubicBezTo>
                <a:cubicBezTo>
                  <a:pt x="759040" y="51340"/>
                  <a:pt x="752336" y="54999"/>
                  <a:pt x="745661" y="62316"/>
                </a:cubicBezTo>
                <a:lnTo>
                  <a:pt x="745661" y="103094"/>
                </a:lnTo>
                <a:cubicBezTo>
                  <a:pt x="745661" y="108329"/>
                  <a:pt x="745972" y="111565"/>
                  <a:pt x="746594" y="112803"/>
                </a:cubicBezTo>
                <a:cubicBezTo>
                  <a:pt x="747386" y="114434"/>
                  <a:pt x="748475" y="115630"/>
                  <a:pt x="749861" y="116391"/>
                </a:cubicBezTo>
                <a:cubicBezTo>
                  <a:pt x="751247" y="117151"/>
                  <a:pt x="754062" y="117531"/>
                  <a:pt x="758305" y="117531"/>
                </a:cubicBezTo>
                <a:lnTo>
                  <a:pt x="758305" y="120671"/>
                </a:lnTo>
                <a:lnTo>
                  <a:pt x="719863" y="120671"/>
                </a:lnTo>
                <a:lnTo>
                  <a:pt x="719863" y="117531"/>
                </a:lnTo>
                <a:lnTo>
                  <a:pt x="721560" y="117531"/>
                </a:lnTo>
                <a:cubicBezTo>
                  <a:pt x="725521" y="117531"/>
                  <a:pt x="728194" y="116529"/>
                  <a:pt x="729580" y="114526"/>
                </a:cubicBezTo>
                <a:cubicBezTo>
                  <a:pt x="730966" y="112521"/>
                  <a:pt x="731659" y="108697"/>
                  <a:pt x="731659" y="103052"/>
                </a:cubicBezTo>
                <a:lnTo>
                  <a:pt x="731659" y="74263"/>
                </a:lnTo>
                <a:cubicBezTo>
                  <a:pt x="731659" y="64950"/>
                  <a:pt x="731447" y="59277"/>
                  <a:pt x="731022" y="57246"/>
                </a:cubicBezTo>
                <a:cubicBezTo>
                  <a:pt x="730598" y="55213"/>
                  <a:pt x="729947" y="53829"/>
                  <a:pt x="729071" y="53096"/>
                </a:cubicBezTo>
                <a:cubicBezTo>
                  <a:pt x="728194" y="52362"/>
                  <a:pt x="727020" y="51995"/>
                  <a:pt x="725549" y="51995"/>
                </a:cubicBezTo>
                <a:cubicBezTo>
                  <a:pt x="723965" y="51995"/>
                  <a:pt x="722070" y="52419"/>
                  <a:pt x="719863" y="53265"/>
                </a:cubicBezTo>
                <a:lnTo>
                  <a:pt x="718590" y="50216"/>
                </a:lnTo>
                <a:lnTo>
                  <a:pt x="742012" y="40733"/>
                </a:lnTo>
                <a:lnTo>
                  <a:pt x="745661" y="40733"/>
                </a:lnTo>
                <a:lnTo>
                  <a:pt x="745661" y="57196"/>
                </a:lnTo>
                <a:close/>
                <a:moveTo>
                  <a:pt x="860136" y="40733"/>
                </a:moveTo>
                <a:lnTo>
                  <a:pt x="860136" y="67039"/>
                </a:lnTo>
                <a:lnTo>
                  <a:pt x="857336" y="67039"/>
                </a:lnTo>
                <a:cubicBezTo>
                  <a:pt x="855186" y="58788"/>
                  <a:pt x="852428" y="53176"/>
                  <a:pt x="849062" y="50203"/>
                </a:cubicBezTo>
                <a:cubicBezTo>
                  <a:pt x="845696" y="47227"/>
                  <a:pt x="841411" y="45739"/>
                  <a:pt x="836206" y="45739"/>
                </a:cubicBezTo>
                <a:cubicBezTo>
                  <a:pt x="832246" y="45739"/>
                  <a:pt x="829049" y="46785"/>
                  <a:pt x="826617" y="48877"/>
                </a:cubicBezTo>
                <a:cubicBezTo>
                  <a:pt x="824184" y="50966"/>
                  <a:pt x="822968" y="53283"/>
                  <a:pt x="822968" y="55827"/>
                </a:cubicBezTo>
                <a:cubicBezTo>
                  <a:pt x="822968" y="58992"/>
                  <a:pt x="823873" y="61704"/>
                  <a:pt x="825683" y="63963"/>
                </a:cubicBezTo>
                <a:cubicBezTo>
                  <a:pt x="827437" y="66281"/>
                  <a:pt x="831001" y="68739"/>
                  <a:pt x="836376" y="71338"/>
                </a:cubicBezTo>
                <a:lnTo>
                  <a:pt x="848765" y="77358"/>
                </a:lnTo>
                <a:cubicBezTo>
                  <a:pt x="860249" y="82951"/>
                  <a:pt x="865992" y="90326"/>
                  <a:pt x="865992" y="99482"/>
                </a:cubicBezTo>
                <a:cubicBezTo>
                  <a:pt x="865992" y="106545"/>
                  <a:pt x="863319" y="112239"/>
                  <a:pt x="857972" y="116563"/>
                </a:cubicBezTo>
                <a:cubicBezTo>
                  <a:pt x="852626" y="120885"/>
                  <a:pt x="846644" y="123047"/>
                  <a:pt x="840025" y="123047"/>
                </a:cubicBezTo>
                <a:cubicBezTo>
                  <a:pt x="835272" y="123047"/>
                  <a:pt x="829841" y="122198"/>
                  <a:pt x="823731" y="120501"/>
                </a:cubicBezTo>
                <a:cubicBezTo>
                  <a:pt x="821865" y="119935"/>
                  <a:pt x="820337" y="119652"/>
                  <a:pt x="819149" y="119652"/>
                </a:cubicBezTo>
                <a:cubicBezTo>
                  <a:pt x="817848" y="119652"/>
                  <a:pt x="816830" y="120388"/>
                  <a:pt x="816094" y="121859"/>
                </a:cubicBezTo>
                <a:lnTo>
                  <a:pt x="813294" y="121859"/>
                </a:lnTo>
                <a:lnTo>
                  <a:pt x="813294" y="94025"/>
                </a:lnTo>
                <a:lnTo>
                  <a:pt x="816094" y="94025"/>
                </a:lnTo>
                <a:cubicBezTo>
                  <a:pt x="817678" y="101973"/>
                  <a:pt x="820705" y="107963"/>
                  <a:pt x="825174" y="111994"/>
                </a:cubicBezTo>
                <a:cubicBezTo>
                  <a:pt x="829643" y="116025"/>
                  <a:pt x="834650" y="118040"/>
                  <a:pt x="840194" y="118040"/>
                </a:cubicBezTo>
                <a:cubicBezTo>
                  <a:pt x="844098" y="118040"/>
                  <a:pt x="847280" y="116896"/>
                  <a:pt x="849741" y="114608"/>
                </a:cubicBezTo>
                <a:cubicBezTo>
                  <a:pt x="852202" y="112319"/>
                  <a:pt x="853432" y="109564"/>
                  <a:pt x="853432" y="106343"/>
                </a:cubicBezTo>
                <a:cubicBezTo>
                  <a:pt x="853432" y="102443"/>
                  <a:pt x="852061" y="99165"/>
                  <a:pt x="849317" y="96509"/>
                </a:cubicBezTo>
                <a:cubicBezTo>
                  <a:pt x="846573" y="93854"/>
                  <a:pt x="841099" y="90492"/>
                  <a:pt x="832896" y="86424"/>
                </a:cubicBezTo>
                <a:cubicBezTo>
                  <a:pt x="824693" y="82355"/>
                  <a:pt x="819319" y="78681"/>
                  <a:pt x="816773" y="75403"/>
                </a:cubicBezTo>
                <a:cubicBezTo>
                  <a:pt x="814227" y="72182"/>
                  <a:pt x="812954" y="68113"/>
                  <a:pt x="812954" y="63197"/>
                </a:cubicBezTo>
                <a:cubicBezTo>
                  <a:pt x="812954" y="56811"/>
                  <a:pt x="815146" y="51471"/>
                  <a:pt x="819531" y="47177"/>
                </a:cubicBezTo>
                <a:cubicBezTo>
                  <a:pt x="823915" y="42881"/>
                  <a:pt x="829587" y="40733"/>
                  <a:pt x="836545" y="40733"/>
                </a:cubicBezTo>
                <a:cubicBezTo>
                  <a:pt x="839600" y="40733"/>
                  <a:pt x="843306" y="41383"/>
                  <a:pt x="847662" y="42684"/>
                </a:cubicBezTo>
                <a:cubicBezTo>
                  <a:pt x="850547" y="43533"/>
                  <a:pt x="852471" y="43957"/>
                  <a:pt x="853432" y="43957"/>
                </a:cubicBezTo>
                <a:cubicBezTo>
                  <a:pt x="854338" y="43957"/>
                  <a:pt x="855045" y="43759"/>
                  <a:pt x="855554" y="43363"/>
                </a:cubicBezTo>
                <a:cubicBezTo>
                  <a:pt x="856063" y="42967"/>
                  <a:pt x="856657" y="42090"/>
                  <a:pt x="857336" y="40733"/>
                </a:cubicBezTo>
                <a:lnTo>
                  <a:pt x="860136" y="40733"/>
                </a:lnTo>
                <a:close/>
                <a:moveTo>
                  <a:pt x="964995" y="109469"/>
                </a:moveTo>
                <a:cubicBezTo>
                  <a:pt x="957019" y="115636"/>
                  <a:pt x="952012" y="119200"/>
                  <a:pt x="949975" y="120161"/>
                </a:cubicBezTo>
                <a:cubicBezTo>
                  <a:pt x="946920" y="121632"/>
                  <a:pt x="943667" y="122368"/>
                  <a:pt x="940216" y="122368"/>
                </a:cubicBezTo>
                <a:cubicBezTo>
                  <a:pt x="934842" y="122368"/>
                  <a:pt x="930415" y="120529"/>
                  <a:pt x="926936" y="116852"/>
                </a:cubicBezTo>
                <a:cubicBezTo>
                  <a:pt x="923457" y="113175"/>
                  <a:pt x="921717" y="108338"/>
                  <a:pt x="921717" y="102341"/>
                </a:cubicBezTo>
                <a:cubicBezTo>
                  <a:pt x="921717" y="98551"/>
                  <a:pt x="922566" y="95269"/>
                  <a:pt x="924263" y="92497"/>
                </a:cubicBezTo>
                <a:cubicBezTo>
                  <a:pt x="926582" y="88650"/>
                  <a:pt x="930613" y="85030"/>
                  <a:pt x="936355" y="81635"/>
                </a:cubicBezTo>
                <a:cubicBezTo>
                  <a:pt x="942097" y="78241"/>
                  <a:pt x="951644" y="74111"/>
                  <a:pt x="964995" y="69246"/>
                </a:cubicBezTo>
                <a:lnTo>
                  <a:pt x="964995" y="66191"/>
                </a:lnTo>
                <a:cubicBezTo>
                  <a:pt x="964995" y="58440"/>
                  <a:pt x="963765" y="53122"/>
                  <a:pt x="961304" y="50237"/>
                </a:cubicBezTo>
                <a:cubicBezTo>
                  <a:pt x="958843" y="47352"/>
                  <a:pt x="955265" y="45909"/>
                  <a:pt x="950569" y="45909"/>
                </a:cubicBezTo>
                <a:cubicBezTo>
                  <a:pt x="947005" y="45909"/>
                  <a:pt x="944177" y="46867"/>
                  <a:pt x="942083" y="48784"/>
                </a:cubicBezTo>
                <a:cubicBezTo>
                  <a:pt x="939934" y="50700"/>
                  <a:pt x="938859" y="52899"/>
                  <a:pt x="938859" y="55379"/>
                </a:cubicBezTo>
                <a:lnTo>
                  <a:pt x="939028" y="60282"/>
                </a:lnTo>
                <a:cubicBezTo>
                  <a:pt x="939028" y="62874"/>
                  <a:pt x="938364" y="64874"/>
                  <a:pt x="937034" y="66283"/>
                </a:cubicBezTo>
                <a:cubicBezTo>
                  <a:pt x="935705" y="67692"/>
                  <a:pt x="933965" y="68397"/>
                  <a:pt x="931815" y="68397"/>
                </a:cubicBezTo>
                <a:cubicBezTo>
                  <a:pt x="929722" y="68397"/>
                  <a:pt x="928011" y="67664"/>
                  <a:pt x="926681" y="66199"/>
                </a:cubicBezTo>
                <a:cubicBezTo>
                  <a:pt x="925352" y="64731"/>
                  <a:pt x="924687" y="62728"/>
                  <a:pt x="924687" y="60189"/>
                </a:cubicBezTo>
                <a:cubicBezTo>
                  <a:pt x="924687" y="55340"/>
                  <a:pt x="927176" y="50885"/>
                  <a:pt x="932155" y="46824"/>
                </a:cubicBezTo>
                <a:cubicBezTo>
                  <a:pt x="937133" y="42763"/>
                  <a:pt x="944120" y="40733"/>
                  <a:pt x="953115" y="40733"/>
                </a:cubicBezTo>
                <a:cubicBezTo>
                  <a:pt x="960017" y="40733"/>
                  <a:pt x="965674" y="41891"/>
                  <a:pt x="970087" y="44207"/>
                </a:cubicBezTo>
                <a:cubicBezTo>
                  <a:pt x="973425" y="45959"/>
                  <a:pt x="975886" y="48700"/>
                  <a:pt x="977470" y="52430"/>
                </a:cubicBezTo>
                <a:cubicBezTo>
                  <a:pt x="978488" y="54859"/>
                  <a:pt x="978997" y="59831"/>
                  <a:pt x="978997" y="67347"/>
                </a:cubicBezTo>
                <a:lnTo>
                  <a:pt x="978997" y="93706"/>
                </a:lnTo>
                <a:cubicBezTo>
                  <a:pt x="978997" y="101109"/>
                  <a:pt x="979139" y="105643"/>
                  <a:pt x="979422" y="107311"/>
                </a:cubicBezTo>
                <a:cubicBezTo>
                  <a:pt x="979704" y="108978"/>
                  <a:pt x="980171" y="110094"/>
                  <a:pt x="980822" y="110660"/>
                </a:cubicBezTo>
                <a:cubicBezTo>
                  <a:pt x="981472" y="111224"/>
                  <a:pt x="982222" y="111506"/>
                  <a:pt x="983071" y="111506"/>
                </a:cubicBezTo>
                <a:cubicBezTo>
                  <a:pt x="983976" y="111506"/>
                  <a:pt x="984768" y="111308"/>
                  <a:pt x="985447" y="110912"/>
                </a:cubicBezTo>
                <a:cubicBezTo>
                  <a:pt x="986635" y="110176"/>
                  <a:pt x="988926" y="108111"/>
                  <a:pt x="992320" y="104717"/>
                </a:cubicBezTo>
                <a:lnTo>
                  <a:pt x="992320" y="109469"/>
                </a:lnTo>
                <a:cubicBezTo>
                  <a:pt x="985984" y="117955"/>
                  <a:pt x="979931" y="122198"/>
                  <a:pt x="974160" y="122198"/>
                </a:cubicBezTo>
                <a:cubicBezTo>
                  <a:pt x="971388" y="122198"/>
                  <a:pt x="969182" y="121236"/>
                  <a:pt x="967541" y="119313"/>
                </a:cubicBezTo>
                <a:cubicBezTo>
                  <a:pt x="965901" y="117389"/>
                  <a:pt x="965052" y="114108"/>
                  <a:pt x="964995" y="109469"/>
                </a:cubicBezTo>
                <a:moveTo>
                  <a:pt x="964995" y="103906"/>
                </a:moveTo>
                <a:lnTo>
                  <a:pt x="964995" y="74422"/>
                </a:lnTo>
                <a:cubicBezTo>
                  <a:pt x="956453" y="77801"/>
                  <a:pt x="950937" y="80194"/>
                  <a:pt x="948448" y="81603"/>
                </a:cubicBezTo>
                <a:cubicBezTo>
                  <a:pt x="943978" y="84082"/>
                  <a:pt x="940782" y="86673"/>
                  <a:pt x="938859" y="89376"/>
                </a:cubicBezTo>
                <a:cubicBezTo>
                  <a:pt x="936935" y="92079"/>
                  <a:pt x="935973" y="95036"/>
                  <a:pt x="935973" y="98246"/>
                </a:cubicBezTo>
                <a:cubicBezTo>
                  <a:pt x="935973" y="102302"/>
                  <a:pt x="937190" y="105667"/>
                  <a:pt x="939622" y="108342"/>
                </a:cubicBezTo>
                <a:cubicBezTo>
                  <a:pt x="942055" y="111017"/>
                  <a:pt x="944855" y="112354"/>
                  <a:pt x="948023" y="112354"/>
                </a:cubicBezTo>
                <a:cubicBezTo>
                  <a:pt x="952323" y="112354"/>
                  <a:pt x="957980" y="109538"/>
                  <a:pt x="964995" y="103906"/>
                </a:cubicBezTo>
                <a:close/>
                <a:moveTo>
                  <a:pt x="1019417" y="56432"/>
                </a:moveTo>
                <a:cubicBezTo>
                  <a:pt x="1026941" y="45966"/>
                  <a:pt x="1035060" y="40733"/>
                  <a:pt x="1043772" y="40733"/>
                </a:cubicBezTo>
                <a:cubicBezTo>
                  <a:pt x="1051749" y="40733"/>
                  <a:pt x="1058707" y="44138"/>
                  <a:pt x="1064647" y="50948"/>
                </a:cubicBezTo>
                <a:cubicBezTo>
                  <a:pt x="1070588" y="57758"/>
                  <a:pt x="1073558" y="67068"/>
                  <a:pt x="1073558" y="78880"/>
                </a:cubicBezTo>
                <a:cubicBezTo>
                  <a:pt x="1073558" y="92670"/>
                  <a:pt x="1068975" y="103775"/>
                  <a:pt x="1059810" y="112195"/>
                </a:cubicBezTo>
                <a:cubicBezTo>
                  <a:pt x="1051947" y="119430"/>
                  <a:pt x="1043178" y="123047"/>
                  <a:pt x="1033504" y="123047"/>
                </a:cubicBezTo>
                <a:cubicBezTo>
                  <a:pt x="1028978" y="123047"/>
                  <a:pt x="1024381" y="122226"/>
                  <a:pt x="1019714" y="120586"/>
                </a:cubicBezTo>
                <a:cubicBezTo>
                  <a:pt x="1015047" y="118945"/>
                  <a:pt x="1010281" y="116484"/>
                  <a:pt x="1005415" y="113203"/>
                </a:cubicBezTo>
                <a:lnTo>
                  <a:pt x="1005415" y="32671"/>
                </a:lnTo>
                <a:cubicBezTo>
                  <a:pt x="1005415" y="23846"/>
                  <a:pt x="1005203" y="18415"/>
                  <a:pt x="1004779" y="16378"/>
                </a:cubicBezTo>
                <a:cubicBezTo>
                  <a:pt x="1004355" y="14341"/>
                  <a:pt x="1003690" y="12955"/>
                  <a:pt x="1002785" y="12220"/>
                </a:cubicBezTo>
                <a:cubicBezTo>
                  <a:pt x="1001880" y="11484"/>
                  <a:pt x="1000748" y="11117"/>
                  <a:pt x="999390" y="11117"/>
                </a:cubicBezTo>
                <a:cubicBezTo>
                  <a:pt x="997806" y="11117"/>
                  <a:pt x="995826" y="11569"/>
                  <a:pt x="993450" y="12474"/>
                </a:cubicBezTo>
                <a:lnTo>
                  <a:pt x="992262" y="9504"/>
                </a:lnTo>
                <a:lnTo>
                  <a:pt x="1015599" y="0"/>
                </a:lnTo>
                <a:lnTo>
                  <a:pt x="1019417" y="0"/>
                </a:lnTo>
                <a:lnTo>
                  <a:pt x="1019417" y="56432"/>
                </a:lnTo>
                <a:moveTo>
                  <a:pt x="1019417" y="61839"/>
                </a:moveTo>
                <a:lnTo>
                  <a:pt x="1019417" y="108220"/>
                </a:lnTo>
                <a:cubicBezTo>
                  <a:pt x="1022302" y="111040"/>
                  <a:pt x="1025287" y="113169"/>
                  <a:pt x="1028370" y="114608"/>
                </a:cubicBezTo>
                <a:cubicBezTo>
                  <a:pt x="1031453" y="116048"/>
                  <a:pt x="1034607" y="116767"/>
                  <a:pt x="1037832" y="116767"/>
                </a:cubicBezTo>
                <a:cubicBezTo>
                  <a:pt x="1042980" y="116767"/>
                  <a:pt x="1047775" y="113946"/>
                  <a:pt x="1052216" y="108305"/>
                </a:cubicBezTo>
                <a:cubicBezTo>
                  <a:pt x="1056657" y="102662"/>
                  <a:pt x="1058877" y="94452"/>
                  <a:pt x="1058877" y="83674"/>
                </a:cubicBezTo>
                <a:cubicBezTo>
                  <a:pt x="1058877" y="73744"/>
                  <a:pt x="1056657" y="66113"/>
                  <a:pt x="1052216" y="60781"/>
                </a:cubicBezTo>
                <a:cubicBezTo>
                  <a:pt x="1047775" y="55449"/>
                  <a:pt x="1042725" y="52783"/>
                  <a:pt x="1037068" y="52783"/>
                </a:cubicBezTo>
                <a:cubicBezTo>
                  <a:pt x="1034070" y="52783"/>
                  <a:pt x="1031071" y="53545"/>
                  <a:pt x="1028073" y="55069"/>
                </a:cubicBezTo>
                <a:cubicBezTo>
                  <a:pt x="1025810" y="56197"/>
                  <a:pt x="1022925" y="58453"/>
                  <a:pt x="1019417" y="61839"/>
                </a:cubicBezTo>
                <a:close/>
                <a:moveTo>
                  <a:pt x="1123031" y="40733"/>
                </a:moveTo>
                <a:cubicBezTo>
                  <a:pt x="1134798" y="40733"/>
                  <a:pt x="1144246" y="45198"/>
                  <a:pt x="1151374" y="54127"/>
                </a:cubicBezTo>
                <a:cubicBezTo>
                  <a:pt x="1157427" y="61756"/>
                  <a:pt x="1160454" y="70516"/>
                  <a:pt x="1160454" y="80407"/>
                </a:cubicBezTo>
                <a:cubicBezTo>
                  <a:pt x="1160454" y="87359"/>
                  <a:pt x="1158785" y="94395"/>
                  <a:pt x="1155447" y="101516"/>
                </a:cubicBezTo>
                <a:cubicBezTo>
                  <a:pt x="1152109" y="108636"/>
                  <a:pt x="1147513" y="114004"/>
                  <a:pt x="1141657" y="117621"/>
                </a:cubicBezTo>
                <a:cubicBezTo>
                  <a:pt x="1135802" y="121238"/>
                  <a:pt x="1129282" y="123047"/>
                  <a:pt x="1122097" y="123047"/>
                </a:cubicBezTo>
                <a:cubicBezTo>
                  <a:pt x="1110387" y="123047"/>
                  <a:pt x="1101080" y="118384"/>
                  <a:pt x="1094178" y="109058"/>
                </a:cubicBezTo>
                <a:cubicBezTo>
                  <a:pt x="1088351" y="101203"/>
                  <a:pt x="1085438" y="92388"/>
                  <a:pt x="1085438" y="82611"/>
                </a:cubicBezTo>
                <a:cubicBezTo>
                  <a:pt x="1085438" y="75490"/>
                  <a:pt x="1087206" y="68411"/>
                  <a:pt x="1090741" y="61375"/>
                </a:cubicBezTo>
                <a:cubicBezTo>
                  <a:pt x="1094277" y="54339"/>
                  <a:pt x="1098930" y="49139"/>
                  <a:pt x="1104701" y="45777"/>
                </a:cubicBezTo>
                <a:cubicBezTo>
                  <a:pt x="1110471" y="42414"/>
                  <a:pt x="1116581" y="40733"/>
                  <a:pt x="1123031" y="40733"/>
                </a:cubicBezTo>
                <a:moveTo>
                  <a:pt x="1120400" y="46333"/>
                </a:moveTo>
                <a:cubicBezTo>
                  <a:pt x="1117402" y="46333"/>
                  <a:pt x="1114389" y="47224"/>
                  <a:pt x="1111362" y="49004"/>
                </a:cubicBezTo>
                <a:cubicBezTo>
                  <a:pt x="1108336" y="50784"/>
                  <a:pt x="1105889" y="53906"/>
                  <a:pt x="1104022" y="58370"/>
                </a:cubicBezTo>
                <a:cubicBezTo>
                  <a:pt x="1102155" y="62834"/>
                  <a:pt x="1101222" y="68569"/>
                  <a:pt x="1101222" y="75576"/>
                </a:cubicBezTo>
                <a:cubicBezTo>
                  <a:pt x="1101222" y="86876"/>
                  <a:pt x="1103470" y="96624"/>
                  <a:pt x="1107968" y="104818"/>
                </a:cubicBezTo>
                <a:cubicBezTo>
                  <a:pt x="1112466" y="113010"/>
                  <a:pt x="1118392" y="117107"/>
                  <a:pt x="1125746" y="117107"/>
                </a:cubicBezTo>
                <a:cubicBezTo>
                  <a:pt x="1131234" y="117107"/>
                  <a:pt x="1135760" y="114846"/>
                  <a:pt x="1139324" y="110326"/>
                </a:cubicBezTo>
                <a:cubicBezTo>
                  <a:pt x="1142888" y="105805"/>
                  <a:pt x="1144670" y="98036"/>
                  <a:pt x="1144670" y="87018"/>
                </a:cubicBezTo>
                <a:cubicBezTo>
                  <a:pt x="1144670" y="73230"/>
                  <a:pt x="1141700" y="62381"/>
                  <a:pt x="1135760" y="54469"/>
                </a:cubicBezTo>
                <a:cubicBezTo>
                  <a:pt x="1131743" y="49045"/>
                  <a:pt x="1126623" y="46333"/>
                  <a:pt x="1120400" y="46333"/>
                </a:cubicBezTo>
                <a:close/>
                <a:moveTo>
                  <a:pt x="1240052" y="42939"/>
                </a:moveTo>
                <a:lnTo>
                  <a:pt x="1240052" y="90036"/>
                </a:lnTo>
                <a:cubicBezTo>
                  <a:pt x="1240052" y="99031"/>
                  <a:pt x="1240265" y="104533"/>
                  <a:pt x="1240689" y="106541"/>
                </a:cubicBezTo>
                <a:cubicBezTo>
                  <a:pt x="1241113" y="108550"/>
                  <a:pt x="1241792" y="109950"/>
                  <a:pt x="1242726" y="110742"/>
                </a:cubicBezTo>
                <a:cubicBezTo>
                  <a:pt x="1243659" y="111534"/>
                  <a:pt x="1244748" y="111930"/>
                  <a:pt x="1245993" y="111930"/>
                </a:cubicBezTo>
                <a:cubicBezTo>
                  <a:pt x="1247746" y="111930"/>
                  <a:pt x="1249726" y="111449"/>
                  <a:pt x="1251933" y="110487"/>
                </a:cubicBezTo>
                <a:lnTo>
                  <a:pt x="1253121" y="113458"/>
                </a:lnTo>
                <a:lnTo>
                  <a:pt x="1229869" y="123047"/>
                </a:lnTo>
                <a:lnTo>
                  <a:pt x="1226051" y="123047"/>
                </a:lnTo>
                <a:lnTo>
                  <a:pt x="1226051" y="106584"/>
                </a:lnTo>
                <a:cubicBezTo>
                  <a:pt x="1219375" y="113825"/>
                  <a:pt x="1214283" y="118379"/>
                  <a:pt x="1210776" y="120246"/>
                </a:cubicBezTo>
                <a:cubicBezTo>
                  <a:pt x="1207268" y="122113"/>
                  <a:pt x="1203563" y="123047"/>
                  <a:pt x="1199659" y="123047"/>
                </a:cubicBezTo>
                <a:cubicBezTo>
                  <a:pt x="1195303" y="123047"/>
                  <a:pt x="1191527" y="121788"/>
                  <a:pt x="1188330" y="119270"/>
                </a:cubicBezTo>
                <a:cubicBezTo>
                  <a:pt x="1185134" y="116753"/>
                  <a:pt x="1182913" y="113514"/>
                  <a:pt x="1181669" y="109554"/>
                </a:cubicBezTo>
                <a:cubicBezTo>
                  <a:pt x="1180424" y="105594"/>
                  <a:pt x="1179802" y="99993"/>
                  <a:pt x="1179802" y="92752"/>
                </a:cubicBezTo>
                <a:lnTo>
                  <a:pt x="1179802" y="58044"/>
                </a:lnTo>
                <a:cubicBezTo>
                  <a:pt x="1179802" y="54367"/>
                  <a:pt x="1179406" y="51821"/>
                  <a:pt x="1178614" y="50407"/>
                </a:cubicBezTo>
                <a:cubicBezTo>
                  <a:pt x="1177822" y="48992"/>
                  <a:pt x="1176648" y="47903"/>
                  <a:pt x="1175092" y="47140"/>
                </a:cubicBezTo>
                <a:cubicBezTo>
                  <a:pt x="1173536" y="46376"/>
                  <a:pt x="1170722" y="46022"/>
                  <a:pt x="1166649" y="46079"/>
                </a:cubicBezTo>
                <a:lnTo>
                  <a:pt x="1166649" y="42939"/>
                </a:lnTo>
                <a:lnTo>
                  <a:pt x="1193889" y="42939"/>
                </a:lnTo>
                <a:lnTo>
                  <a:pt x="1193889" y="94831"/>
                </a:lnTo>
                <a:cubicBezTo>
                  <a:pt x="1193889" y="102055"/>
                  <a:pt x="1195147" y="106795"/>
                  <a:pt x="1197665" y="109053"/>
                </a:cubicBezTo>
                <a:cubicBezTo>
                  <a:pt x="1200182" y="111310"/>
                  <a:pt x="1203223" y="112439"/>
                  <a:pt x="1206787" y="112439"/>
                </a:cubicBezTo>
                <a:cubicBezTo>
                  <a:pt x="1209220" y="112439"/>
                  <a:pt x="1211978" y="111677"/>
                  <a:pt x="1215061" y="110153"/>
                </a:cubicBezTo>
                <a:cubicBezTo>
                  <a:pt x="1218144" y="108629"/>
                  <a:pt x="1221808" y="105724"/>
                  <a:pt x="1226051" y="101437"/>
                </a:cubicBezTo>
                <a:lnTo>
                  <a:pt x="1226051" y="57506"/>
                </a:lnTo>
                <a:cubicBezTo>
                  <a:pt x="1226051" y="53104"/>
                  <a:pt x="1225244" y="50127"/>
                  <a:pt x="1223632" y="48577"/>
                </a:cubicBezTo>
                <a:cubicBezTo>
                  <a:pt x="1222020" y="47025"/>
                  <a:pt x="1218668" y="46192"/>
                  <a:pt x="1213576" y="46079"/>
                </a:cubicBezTo>
                <a:lnTo>
                  <a:pt x="1213576" y="42939"/>
                </a:lnTo>
                <a:lnTo>
                  <a:pt x="1240052" y="42939"/>
                </a:lnTo>
                <a:close/>
                <a:moveTo>
                  <a:pt x="1281379" y="17311"/>
                </a:moveTo>
                <a:lnTo>
                  <a:pt x="1281379" y="42939"/>
                </a:lnTo>
                <a:lnTo>
                  <a:pt x="1299539" y="42939"/>
                </a:lnTo>
                <a:lnTo>
                  <a:pt x="1299539" y="48879"/>
                </a:lnTo>
                <a:lnTo>
                  <a:pt x="1281379" y="48879"/>
                </a:lnTo>
                <a:lnTo>
                  <a:pt x="1281379" y="99217"/>
                </a:lnTo>
                <a:cubicBezTo>
                  <a:pt x="1281379" y="104247"/>
                  <a:pt x="1282100" y="107638"/>
                  <a:pt x="1283543" y="109390"/>
                </a:cubicBezTo>
                <a:cubicBezTo>
                  <a:pt x="1284986" y="111140"/>
                  <a:pt x="1286838" y="112015"/>
                  <a:pt x="1289101" y="112015"/>
                </a:cubicBezTo>
                <a:cubicBezTo>
                  <a:pt x="1290968" y="112015"/>
                  <a:pt x="1292778" y="111435"/>
                  <a:pt x="1294532" y="110275"/>
                </a:cubicBezTo>
                <a:cubicBezTo>
                  <a:pt x="1296286" y="109116"/>
                  <a:pt x="1297644" y="107404"/>
                  <a:pt x="1298606" y="105141"/>
                </a:cubicBezTo>
                <a:lnTo>
                  <a:pt x="1301915" y="105141"/>
                </a:lnTo>
                <a:cubicBezTo>
                  <a:pt x="1299935" y="110701"/>
                  <a:pt x="1297135" y="114906"/>
                  <a:pt x="1293514" y="117756"/>
                </a:cubicBezTo>
                <a:cubicBezTo>
                  <a:pt x="1289893" y="120604"/>
                  <a:pt x="1286159" y="122028"/>
                  <a:pt x="1282312" y="122028"/>
                </a:cubicBezTo>
                <a:cubicBezTo>
                  <a:pt x="1279710" y="122028"/>
                  <a:pt x="1277164" y="121306"/>
                  <a:pt x="1274675" y="119862"/>
                </a:cubicBezTo>
                <a:cubicBezTo>
                  <a:pt x="1272186" y="118417"/>
                  <a:pt x="1270347" y="116351"/>
                  <a:pt x="1269159" y="113662"/>
                </a:cubicBezTo>
                <a:cubicBezTo>
                  <a:pt x="1267971" y="110971"/>
                  <a:pt x="1267377" y="106822"/>
                  <a:pt x="1267377" y="101214"/>
                </a:cubicBezTo>
                <a:lnTo>
                  <a:pt x="1267377" y="48879"/>
                </a:lnTo>
                <a:lnTo>
                  <a:pt x="1255072" y="48879"/>
                </a:lnTo>
                <a:lnTo>
                  <a:pt x="1255072" y="46079"/>
                </a:lnTo>
                <a:cubicBezTo>
                  <a:pt x="1258184" y="44831"/>
                  <a:pt x="1261366" y="42717"/>
                  <a:pt x="1264619" y="39738"/>
                </a:cubicBezTo>
                <a:cubicBezTo>
                  <a:pt x="1267872" y="36759"/>
                  <a:pt x="1270772" y="33227"/>
                  <a:pt x="1273317" y="29141"/>
                </a:cubicBezTo>
                <a:cubicBezTo>
                  <a:pt x="1274618" y="26986"/>
                  <a:pt x="1276429" y="23043"/>
                  <a:pt x="1278748" y="17311"/>
                </a:cubicBezTo>
                <a:lnTo>
                  <a:pt x="1281379" y="17311"/>
                </a:lnTo>
                <a:close/>
                <a:moveTo>
                  <a:pt x="1346241" y="42939"/>
                </a:moveTo>
                <a:lnTo>
                  <a:pt x="1378827" y="42939"/>
                </a:lnTo>
                <a:lnTo>
                  <a:pt x="1378827" y="46079"/>
                </a:lnTo>
                <a:cubicBezTo>
                  <a:pt x="1375829" y="46305"/>
                  <a:pt x="1373863" y="46843"/>
                  <a:pt x="1372930" y="47691"/>
                </a:cubicBezTo>
                <a:cubicBezTo>
                  <a:pt x="1371996" y="48540"/>
                  <a:pt x="1371530" y="49756"/>
                  <a:pt x="1371530" y="51340"/>
                </a:cubicBezTo>
                <a:cubicBezTo>
                  <a:pt x="1371530" y="53094"/>
                  <a:pt x="1372010" y="55215"/>
                  <a:pt x="1372972" y="57705"/>
                </a:cubicBezTo>
                <a:lnTo>
                  <a:pt x="1389605" y="102426"/>
                </a:lnTo>
                <a:lnTo>
                  <a:pt x="1406322" y="66021"/>
                </a:lnTo>
                <a:lnTo>
                  <a:pt x="1401909" y="54565"/>
                </a:lnTo>
                <a:cubicBezTo>
                  <a:pt x="1400552" y="51170"/>
                  <a:pt x="1398770" y="48823"/>
                  <a:pt x="1396563" y="47521"/>
                </a:cubicBezTo>
                <a:cubicBezTo>
                  <a:pt x="1395319" y="46729"/>
                  <a:pt x="1392999" y="46249"/>
                  <a:pt x="1389605" y="46079"/>
                </a:cubicBezTo>
                <a:lnTo>
                  <a:pt x="1389605" y="42939"/>
                </a:lnTo>
                <a:lnTo>
                  <a:pt x="1426604" y="42939"/>
                </a:lnTo>
                <a:lnTo>
                  <a:pt x="1426604" y="46079"/>
                </a:lnTo>
                <a:cubicBezTo>
                  <a:pt x="1422530" y="46249"/>
                  <a:pt x="1419645" y="46984"/>
                  <a:pt x="1417948" y="48285"/>
                </a:cubicBezTo>
                <a:cubicBezTo>
                  <a:pt x="1416816" y="49190"/>
                  <a:pt x="1416251" y="50633"/>
                  <a:pt x="1416251" y="52613"/>
                </a:cubicBezTo>
                <a:cubicBezTo>
                  <a:pt x="1416251" y="53745"/>
                  <a:pt x="1416477" y="54904"/>
                  <a:pt x="1416930" y="56092"/>
                </a:cubicBezTo>
                <a:lnTo>
                  <a:pt x="1434580" y="100729"/>
                </a:lnTo>
                <a:lnTo>
                  <a:pt x="1450958" y="57705"/>
                </a:lnTo>
                <a:cubicBezTo>
                  <a:pt x="1452090" y="54650"/>
                  <a:pt x="1452656" y="52217"/>
                  <a:pt x="1452656" y="50407"/>
                </a:cubicBezTo>
                <a:cubicBezTo>
                  <a:pt x="1452656" y="49332"/>
                  <a:pt x="1452104" y="48370"/>
                  <a:pt x="1451001" y="47521"/>
                </a:cubicBezTo>
                <a:cubicBezTo>
                  <a:pt x="1449898" y="46673"/>
                  <a:pt x="1447734" y="46192"/>
                  <a:pt x="1444509" y="46079"/>
                </a:cubicBezTo>
                <a:lnTo>
                  <a:pt x="1444509" y="42939"/>
                </a:lnTo>
                <a:lnTo>
                  <a:pt x="1469033" y="42939"/>
                </a:lnTo>
                <a:lnTo>
                  <a:pt x="1469033" y="46079"/>
                </a:lnTo>
                <a:cubicBezTo>
                  <a:pt x="1464112" y="46814"/>
                  <a:pt x="1460491" y="50152"/>
                  <a:pt x="1458171" y="56092"/>
                </a:cubicBezTo>
                <a:lnTo>
                  <a:pt x="1432204" y="123047"/>
                </a:lnTo>
                <a:lnTo>
                  <a:pt x="1428725" y="123047"/>
                </a:lnTo>
                <a:lnTo>
                  <a:pt x="1409292" y="73404"/>
                </a:lnTo>
                <a:lnTo>
                  <a:pt x="1386635" y="123047"/>
                </a:lnTo>
                <a:lnTo>
                  <a:pt x="1383495" y="123047"/>
                </a:lnTo>
                <a:lnTo>
                  <a:pt x="1358546" y="57705"/>
                </a:lnTo>
                <a:cubicBezTo>
                  <a:pt x="1356905" y="53575"/>
                  <a:pt x="1355293" y="50789"/>
                  <a:pt x="1353709" y="49346"/>
                </a:cubicBezTo>
                <a:cubicBezTo>
                  <a:pt x="1352125" y="47903"/>
                  <a:pt x="1349636" y="46814"/>
                  <a:pt x="1346241" y="46079"/>
                </a:cubicBezTo>
                <a:lnTo>
                  <a:pt x="1346241" y="42939"/>
                </a:lnTo>
                <a:close/>
                <a:moveTo>
                  <a:pt x="1498875" y="0"/>
                </a:moveTo>
                <a:lnTo>
                  <a:pt x="1498875" y="56941"/>
                </a:lnTo>
                <a:cubicBezTo>
                  <a:pt x="1505154" y="50039"/>
                  <a:pt x="1510133" y="45612"/>
                  <a:pt x="1513810" y="43660"/>
                </a:cubicBezTo>
                <a:cubicBezTo>
                  <a:pt x="1517487" y="41709"/>
                  <a:pt x="1521165" y="40733"/>
                  <a:pt x="1524842" y="40733"/>
                </a:cubicBezTo>
                <a:cubicBezTo>
                  <a:pt x="1529255" y="40733"/>
                  <a:pt x="1533045" y="41946"/>
                  <a:pt x="1536213" y="44374"/>
                </a:cubicBezTo>
                <a:cubicBezTo>
                  <a:pt x="1539381" y="46801"/>
                  <a:pt x="1541729" y="50611"/>
                  <a:pt x="1543256" y="55803"/>
                </a:cubicBezTo>
                <a:cubicBezTo>
                  <a:pt x="1544331" y="59417"/>
                  <a:pt x="1544869" y="66022"/>
                  <a:pt x="1544869" y="75618"/>
                </a:cubicBezTo>
                <a:lnTo>
                  <a:pt x="1544869" y="103052"/>
                </a:lnTo>
                <a:cubicBezTo>
                  <a:pt x="1544869" y="107963"/>
                  <a:pt x="1545265" y="111322"/>
                  <a:pt x="1546057" y="113129"/>
                </a:cubicBezTo>
                <a:cubicBezTo>
                  <a:pt x="1546623" y="114483"/>
                  <a:pt x="1547584" y="115555"/>
                  <a:pt x="1548942" y="116345"/>
                </a:cubicBezTo>
                <a:cubicBezTo>
                  <a:pt x="1550300" y="117136"/>
                  <a:pt x="1552789" y="117531"/>
                  <a:pt x="1556410" y="117531"/>
                </a:cubicBezTo>
                <a:lnTo>
                  <a:pt x="1556410" y="120671"/>
                </a:lnTo>
                <a:lnTo>
                  <a:pt x="1518223" y="120671"/>
                </a:lnTo>
                <a:lnTo>
                  <a:pt x="1518223" y="117531"/>
                </a:lnTo>
                <a:lnTo>
                  <a:pt x="1520005" y="117531"/>
                </a:lnTo>
                <a:cubicBezTo>
                  <a:pt x="1523626" y="117531"/>
                  <a:pt x="1526143" y="116979"/>
                  <a:pt x="1527557" y="115876"/>
                </a:cubicBezTo>
                <a:cubicBezTo>
                  <a:pt x="1528972" y="114773"/>
                  <a:pt x="1529962" y="113146"/>
                  <a:pt x="1530527" y="110997"/>
                </a:cubicBezTo>
                <a:cubicBezTo>
                  <a:pt x="1530697" y="110091"/>
                  <a:pt x="1530782" y="107433"/>
                  <a:pt x="1530782" y="103020"/>
                </a:cubicBezTo>
                <a:lnTo>
                  <a:pt x="1530782" y="75525"/>
                </a:lnTo>
                <a:cubicBezTo>
                  <a:pt x="1530782" y="67039"/>
                  <a:pt x="1530344" y="61467"/>
                  <a:pt x="1529467" y="58808"/>
                </a:cubicBezTo>
                <a:cubicBezTo>
                  <a:pt x="1528590" y="56149"/>
                  <a:pt x="1527190" y="54155"/>
                  <a:pt x="1525266" y="52825"/>
                </a:cubicBezTo>
                <a:cubicBezTo>
                  <a:pt x="1523343" y="51496"/>
                  <a:pt x="1521023" y="50831"/>
                  <a:pt x="1518308" y="50831"/>
                </a:cubicBezTo>
                <a:cubicBezTo>
                  <a:pt x="1515536" y="50831"/>
                  <a:pt x="1512650" y="51566"/>
                  <a:pt x="1509652" y="53037"/>
                </a:cubicBezTo>
                <a:cubicBezTo>
                  <a:pt x="1506654" y="54508"/>
                  <a:pt x="1503061" y="57478"/>
                  <a:pt x="1498875" y="61948"/>
                </a:cubicBezTo>
                <a:lnTo>
                  <a:pt x="1498875" y="103020"/>
                </a:lnTo>
                <a:cubicBezTo>
                  <a:pt x="1498875" y="108338"/>
                  <a:pt x="1499172" y="111647"/>
                  <a:pt x="1499766" y="112948"/>
                </a:cubicBezTo>
                <a:cubicBezTo>
                  <a:pt x="1500360" y="114250"/>
                  <a:pt x="1501463" y="115339"/>
                  <a:pt x="1503075" y="116216"/>
                </a:cubicBezTo>
                <a:cubicBezTo>
                  <a:pt x="1504688" y="117092"/>
                  <a:pt x="1507474" y="117531"/>
                  <a:pt x="1511434" y="117531"/>
                </a:cubicBezTo>
                <a:lnTo>
                  <a:pt x="1511434" y="120671"/>
                </a:lnTo>
                <a:lnTo>
                  <a:pt x="1472908" y="120671"/>
                </a:lnTo>
                <a:lnTo>
                  <a:pt x="1472908" y="117531"/>
                </a:lnTo>
                <a:cubicBezTo>
                  <a:pt x="1476359" y="117531"/>
                  <a:pt x="1479074" y="116993"/>
                  <a:pt x="1481054" y="115919"/>
                </a:cubicBezTo>
                <a:cubicBezTo>
                  <a:pt x="1482186" y="115355"/>
                  <a:pt x="1483091" y="114281"/>
                  <a:pt x="1483770" y="112699"/>
                </a:cubicBezTo>
                <a:cubicBezTo>
                  <a:pt x="1484449" y="111115"/>
                  <a:pt x="1484788" y="107892"/>
                  <a:pt x="1484788" y="103030"/>
                </a:cubicBezTo>
                <a:lnTo>
                  <a:pt x="1484788" y="32732"/>
                </a:lnTo>
                <a:cubicBezTo>
                  <a:pt x="1484788" y="23857"/>
                  <a:pt x="1484576" y="18402"/>
                  <a:pt x="1484152" y="16367"/>
                </a:cubicBezTo>
                <a:cubicBezTo>
                  <a:pt x="1483727" y="14331"/>
                  <a:pt x="1483077" y="12946"/>
                  <a:pt x="1482200" y="12212"/>
                </a:cubicBezTo>
                <a:cubicBezTo>
                  <a:pt x="1481323" y="11476"/>
                  <a:pt x="1480149" y="11109"/>
                  <a:pt x="1478678" y="11109"/>
                </a:cubicBezTo>
                <a:cubicBezTo>
                  <a:pt x="1477490" y="11109"/>
                  <a:pt x="1475567" y="11561"/>
                  <a:pt x="1472908" y="12466"/>
                </a:cubicBezTo>
                <a:lnTo>
                  <a:pt x="1471720" y="9496"/>
                </a:lnTo>
                <a:lnTo>
                  <a:pt x="1494971" y="0"/>
                </a:lnTo>
                <a:lnTo>
                  <a:pt x="1498875" y="0"/>
                </a:lnTo>
                <a:close/>
                <a:moveTo>
                  <a:pt x="1606986" y="109469"/>
                </a:moveTo>
                <a:cubicBezTo>
                  <a:pt x="1599009" y="115636"/>
                  <a:pt x="1594002" y="119200"/>
                  <a:pt x="1591966" y="120161"/>
                </a:cubicBezTo>
                <a:cubicBezTo>
                  <a:pt x="1588911" y="121632"/>
                  <a:pt x="1585658" y="122368"/>
                  <a:pt x="1582207" y="122368"/>
                </a:cubicBezTo>
                <a:cubicBezTo>
                  <a:pt x="1576832" y="122368"/>
                  <a:pt x="1572406" y="120529"/>
                  <a:pt x="1568926" y="116852"/>
                </a:cubicBezTo>
                <a:cubicBezTo>
                  <a:pt x="1565447" y="113175"/>
                  <a:pt x="1563707" y="108338"/>
                  <a:pt x="1563707" y="102341"/>
                </a:cubicBezTo>
                <a:cubicBezTo>
                  <a:pt x="1563707" y="98551"/>
                  <a:pt x="1564556" y="95269"/>
                  <a:pt x="1566253" y="92497"/>
                </a:cubicBezTo>
                <a:cubicBezTo>
                  <a:pt x="1568573" y="88650"/>
                  <a:pt x="1572604" y="85030"/>
                  <a:pt x="1578346" y="81635"/>
                </a:cubicBezTo>
                <a:cubicBezTo>
                  <a:pt x="1584088" y="78241"/>
                  <a:pt x="1593635" y="74111"/>
                  <a:pt x="1606986" y="69246"/>
                </a:cubicBezTo>
                <a:lnTo>
                  <a:pt x="1606986" y="66191"/>
                </a:lnTo>
                <a:cubicBezTo>
                  <a:pt x="1606986" y="58440"/>
                  <a:pt x="1605755" y="53122"/>
                  <a:pt x="1603295" y="50237"/>
                </a:cubicBezTo>
                <a:cubicBezTo>
                  <a:pt x="1600834" y="47352"/>
                  <a:pt x="1597255" y="45909"/>
                  <a:pt x="1592560" y="45909"/>
                </a:cubicBezTo>
                <a:cubicBezTo>
                  <a:pt x="1588996" y="45909"/>
                  <a:pt x="1586167" y="46867"/>
                  <a:pt x="1584074" y="48784"/>
                </a:cubicBezTo>
                <a:cubicBezTo>
                  <a:pt x="1581924" y="50700"/>
                  <a:pt x="1580849" y="52899"/>
                  <a:pt x="1580849" y="55379"/>
                </a:cubicBezTo>
                <a:lnTo>
                  <a:pt x="1581019" y="60282"/>
                </a:lnTo>
                <a:cubicBezTo>
                  <a:pt x="1581019" y="62874"/>
                  <a:pt x="1580354" y="64874"/>
                  <a:pt x="1579025" y="66283"/>
                </a:cubicBezTo>
                <a:cubicBezTo>
                  <a:pt x="1577695" y="67692"/>
                  <a:pt x="1575956" y="68397"/>
                  <a:pt x="1573806" y="68397"/>
                </a:cubicBezTo>
                <a:cubicBezTo>
                  <a:pt x="1571713" y="68397"/>
                  <a:pt x="1570001" y="67664"/>
                  <a:pt x="1568672" y="66199"/>
                </a:cubicBezTo>
                <a:cubicBezTo>
                  <a:pt x="1567342" y="64731"/>
                  <a:pt x="1566678" y="62728"/>
                  <a:pt x="1566678" y="60189"/>
                </a:cubicBezTo>
                <a:cubicBezTo>
                  <a:pt x="1566678" y="55340"/>
                  <a:pt x="1569167" y="50885"/>
                  <a:pt x="1574145" y="46824"/>
                </a:cubicBezTo>
                <a:cubicBezTo>
                  <a:pt x="1579124" y="42763"/>
                  <a:pt x="1586110" y="40733"/>
                  <a:pt x="1595106" y="40733"/>
                </a:cubicBezTo>
                <a:cubicBezTo>
                  <a:pt x="1602008" y="40733"/>
                  <a:pt x="1607665" y="41891"/>
                  <a:pt x="1612078" y="44207"/>
                </a:cubicBezTo>
                <a:cubicBezTo>
                  <a:pt x="1615415" y="45959"/>
                  <a:pt x="1617876" y="48700"/>
                  <a:pt x="1619460" y="52430"/>
                </a:cubicBezTo>
                <a:cubicBezTo>
                  <a:pt x="1620479" y="54859"/>
                  <a:pt x="1620988" y="59831"/>
                  <a:pt x="1620988" y="67347"/>
                </a:cubicBezTo>
                <a:lnTo>
                  <a:pt x="1620988" y="93706"/>
                </a:lnTo>
                <a:cubicBezTo>
                  <a:pt x="1620988" y="101109"/>
                  <a:pt x="1621129" y="105643"/>
                  <a:pt x="1621412" y="107311"/>
                </a:cubicBezTo>
                <a:cubicBezTo>
                  <a:pt x="1621695" y="108978"/>
                  <a:pt x="1622162" y="110094"/>
                  <a:pt x="1622812" y="110660"/>
                </a:cubicBezTo>
                <a:cubicBezTo>
                  <a:pt x="1623463" y="111224"/>
                  <a:pt x="1624213" y="111506"/>
                  <a:pt x="1625061" y="111506"/>
                </a:cubicBezTo>
                <a:cubicBezTo>
                  <a:pt x="1625966" y="111506"/>
                  <a:pt x="1626758" y="111308"/>
                  <a:pt x="1627437" y="110912"/>
                </a:cubicBezTo>
                <a:cubicBezTo>
                  <a:pt x="1628625" y="110176"/>
                  <a:pt x="1630916" y="108111"/>
                  <a:pt x="1634311" y="104717"/>
                </a:cubicBezTo>
                <a:lnTo>
                  <a:pt x="1634311" y="109469"/>
                </a:lnTo>
                <a:cubicBezTo>
                  <a:pt x="1627975" y="117955"/>
                  <a:pt x="1621921" y="122198"/>
                  <a:pt x="1616151" y="122198"/>
                </a:cubicBezTo>
                <a:cubicBezTo>
                  <a:pt x="1613379" y="122198"/>
                  <a:pt x="1611172" y="121236"/>
                  <a:pt x="1609532" y="119313"/>
                </a:cubicBezTo>
                <a:cubicBezTo>
                  <a:pt x="1607891" y="117389"/>
                  <a:pt x="1607043" y="114108"/>
                  <a:pt x="1606986" y="109469"/>
                </a:cubicBezTo>
                <a:moveTo>
                  <a:pt x="1606986" y="103906"/>
                </a:moveTo>
                <a:lnTo>
                  <a:pt x="1606986" y="74422"/>
                </a:lnTo>
                <a:cubicBezTo>
                  <a:pt x="1598443" y="77801"/>
                  <a:pt x="1592928" y="80194"/>
                  <a:pt x="1590438" y="81603"/>
                </a:cubicBezTo>
                <a:cubicBezTo>
                  <a:pt x="1585969" y="84082"/>
                  <a:pt x="1582773" y="86673"/>
                  <a:pt x="1580849" y="89376"/>
                </a:cubicBezTo>
                <a:cubicBezTo>
                  <a:pt x="1578926" y="92079"/>
                  <a:pt x="1577964" y="95036"/>
                  <a:pt x="1577964" y="98246"/>
                </a:cubicBezTo>
                <a:cubicBezTo>
                  <a:pt x="1577964" y="102302"/>
                  <a:pt x="1579180" y="105667"/>
                  <a:pt x="1581613" y="108342"/>
                </a:cubicBezTo>
                <a:cubicBezTo>
                  <a:pt x="1584046" y="111017"/>
                  <a:pt x="1586846" y="112354"/>
                  <a:pt x="1590014" y="112354"/>
                </a:cubicBezTo>
                <a:cubicBezTo>
                  <a:pt x="1594314" y="112354"/>
                  <a:pt x="1599971" y="109538"/>
                  <a:pt x="1606986" y="103906"/>
                </a:cubicBezTo>
                <a:close/>
                <a:moveTo>
                  <a:pt x="1662680" y="17311"/>
                </a:moveTo>
                <a:lnTo>
                  <a:pt x="1662680" y="42939"/>
                </a:lnTo>
                <a:lnTo>
                  <a:pt x="1680840" y="42939"/>
                </a:lnTo>
                <a:lnTo>
                  <a:pt x="1680840" y="48879"/>
                </a:lnTo>
                <a:lnTo>
                  <a:pt x="1662680" y="48879"/>
                </a:lnTo>
                <a:lnTo>
                  <a:pt x="1662680" y="99217"/>
                </a:lnTo>
                <a:cubicBezTo>
                  <a:pt x="1662680" y="104247"/>
                  <a:pt x="1663402" y="107638"/>
                  <a:pt x="1664844" y="109390"/>
                </a:cubicBezTo>
                <a:cubicBezTo>
                  <a:pt x="1666287" y="111140"/>
                  <a:pt x="1668140" y="112015"/>
                  <a:pt x="1670403" y="112015"/>
                </a:cubicBezTo>
                <a:cubicBezTo>
                  <a:pt x="1672270" y="112015"/>
                  <a:pt x="1674080" y="111435"/>
                  <a:pt x="1675834" y="110275"/>
                </a:cubicBezTo>
                <a:cubicBezTo>
                  <a:pt x="1677587" y="109116"/>
                  <a:pt x="1678945" y="107404"/>
                  <a:pt x="1679907" y="105141"/>
                </a:cubicBezTo>
                <a:lnTo>
                  <a:pt x="1683216" y="105141"/>
                </a:lnTo>
                <a:cubicBezTo>
                  <a:pt x="1681236" y="110701"/>
                  <a:pt x="1678436" y="114906"/>
                  <a:pt x="1674815" y="117756"/>
                </a:cubicBezTo>
                <a:cubicBezTo>
                  <a:pt x="1671195" y="120604"/>
                  <a:pt x="1667461" y="122028"/>
                  <a:pt x="1663614" y="122028"/>
                </a:cubicBezTo>
                <a:cubicBezTo>
                  <a:pt x="1661011" y="122028"/>
                  <a:pt x="1658466" y="121306"/>
                  <a:pt x="1655976" y="119862"/>
                </a:cubicBezTo>
                <a:cubicBezTo>
                  <a:pt x="1653487" y="118417"/>
                  <a:pt x="1651649" y="116351"/>
                  <a:pt x="1650461" y="113662"/>
                </a:cubicBezTo>
                <a:cubicBezTo>
                  <a:pt x="1649273" y="110971"/>
                  <a:pt x="1648678" y="106822"/>
                  <a:pt x="1648678" y="101214"/>
                </a:cubicBezTo>
                <a:lnTo>
                  <a:pt x="1648678" y="48879"/>
                </a:lnTo>
                <a:lnTo>
                  <a:pt x="1636374" y="48879"/>
                </a:lnTo>
                <a:lnTo>
                  <a:pt x="1636374" y="46079"/>
                </a:lnTo>
                <a:cubicBezTo>
                  <a:pt x="1639485" y="44831"/>
                  <a:pt x="1642668" y="42717"/>
                  <a:pt x="1645921" y="39738"/>
                </a:cubicBezTo>
                <a:cubicBezTo>
                  <a:pt x="1649174" y="36759"/>
                  <a:pt x="1652073" y="33227"/>
                  <a:pt x="1654619" y="29141"/>
                </a:cubicBezTo>
                <a:cubicBezTo>
                  <a:pt x="1655920" y="26986"/>
                  <a:pt x="1657730" y="23043"/>
                  <a:pt x="1660050" y="17311"/>
                </a:cubicBezTo>
                <a:lnTo>
                  <a:pt x="1662680" y="17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somethingdoesorwhyit">
            <a:extLst xmlns:a="http://schemas.openxmlformats.org/drawingml/2006/main">
              <a:ext uri="{FF2B5EF4-FFF2-40B4-BE49-F238E27FC236}">
                <a16:creationId xmlns:a16="http://schemas.microsoft.com/office/drawing/2014/main" id="{8A6DB5A2-BD9C-4889-9DC0-C1C5D346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753" y="3518816"/>
            <a:ext cx="1748959" cy="158179"/>
          </a:xfrm>
          <a:custGeom xmlns:a="http://schemas.openxmlformats.org/drawingml/2006/main">
            <a:pathLst>
              <a:path w="1748959" h="158179">
                <a:moveTo>
                  <a:pt x="47182" y="40733"/>
                </a:moveTo>
                <a:lnTo>
                  <a:pt x="47182" y="67039"/>
                </a:lnTo>
                <a:lnTo>
                  <a:pt x="44382" y="67039"/>
                </a:lnTo>
                <a:cubicBezTo>
                  <a:pt x="42232" y="58788"/>
                  <a:pt x="39474" y="53176"/>
                  <a:pt x="36108" y="50203"/>
                </a:cubicBezTo>
                <a:cubicBezTo>
                  <a:pt x="32742" y="47227"/>
                  <a:pt x="28456" y="45739"/>
                  <a:pt x="23252" y="45739"/>
                </a:cubicBezTo>
                <a:cubicBezTo>
                  <a:pt x="19291" y="45739"/>
                  <a:pt x="16095" y="46785"/>
                  <a:pt x="13662" y="48877"/>
                </a:cubicBezTo>
                <a:cubicBezTo>
                  <a:pt x="11230" y="50966"/>
                  <a:pt x="10013" y="53283"/>
                  <a:pt x="10013" y="55827"/>
                </a:cubicBezTo>
                <a:cubicBezTo>
                  <a:pt x="10013" y="58992"/>
                  <a:pt x="10919" y="61704"/>
                  <a:pt x="12729" y="63963"/>
                </a:cubicBezTo>
                <a:cubicBezTo>
                  <a:pt x="14483" y="66281"/>
                  <a:pt x="18047" y="68739"/>
                  <a:pt x="23421" y="71338"/>
                </a:cubicBezTo>
                <a:lnTo>
                  <a:pt x="35811" y="77358"/>
                </a:lnTo>
                <a:cubicBezTo>
                  <a:pt x="47295" y="82951"/>
                  <a:pt x="53037" y="90326"/>
                  <a:pt x="53037" y="99482"/>
                </a:cubicBezTo>
                <a:cubicBezTo>
                  <a:pt x="53037" y="106545"/>
                  <a:pt x="50364" y="112239"/>
                  <a:pt x="45018" y="116563"/>
                </a:cubicBezTo>
                <a:cubicBezTo>
                  <a:pt x="39672" y="120885"/>
                  <a:pt x="33689" y="123047"/>
                  <a:pt x="27070" y="123047"/>
                </a:cubicBezTo>
                <a:cubicBezTo>
                  <a:pt x="22318" y="123047"/>
                  <a:pt x="16887" y="122198"/>
                  <a:pt x="10777" y="120501"/>
                </a:cubicBezTo>
                <a:cubicBezTo>
                  <a:pt x="8910" y="119935"/>
                  <a:pt x="7383" y="119652"/>
                  <a:pt x="6195" y="119652"/>
                </a:cubicBezTo>
                <a:cubicBezTo>
                  <a:pt x="4894" y="119652"/>
                  <a:pt x="3875" y="120388"/>
                  <a:pt x="3140" y="121859"/>
                </a:cubicBezTo>
                <a:lnTo>
                  <a:pt x="339" y="121859"/>
                </a:lnTo>
                <a:lnTo>
                  <a:pt x="339" y="94025"/>
                </a:lnTo>
                <a:lnTo>
                  <a:pt x="3140" y="94025"/>
                </a:lnTo>
                <a:cubicBezTo>
                  <a:pt x="4724" y="101973"/>
                  <a:pt x="7751" y="107963"/>
                  <a:pt x="12220" y="111994"/>
                </a:cubicBezTo>
                <a:cubicBezTo>
                  <a:pt x="16689" y="116025"/>
                  <a:pt x="21696" y="118040"/>
                  <a:pt x="27240" y="118040"/>
                </a:cubicBezTo>
                <a:cubicBezTo>
                  <a:pt x="31144" y="118040"/>
                  <a:pt x="34326" y="116896"/>
                  <a:pt x="36787" y="114608"/>
                </a:cubicBezTo>
                <a:cubicBezTo>
                  <a:pt x="39248" y="112319"/>
                  <a:pt x="40478" y="109564"/>
                  <a:pt x="40478" y="106343"/>
                </a:cubicBezTo>
                <a:cubicBezTo>
                  <a:pt x="40478" y="102443"/>
                  <a:pt x="39106" y="99165"/>
                  <a:pt x="36362" y="96509"/>
                </a:cubicBezTo>
                <a:cubicBezTo>
                  <a:pt x="33619" y="93854"/>
                  <a:pt x="28145" y="90492"/>
                  <a:pt x="19942" y="86424"/>
                </a:cubicBezTo>
                <a:cubicBezTo>
                  <a:pt x="11739" y="82355"/>
                  <a:pt x="6364" y="78681"/>
                  <a:pt x="3819" y="75403"/>
                </a:cubicBezTo>
                <a:cubicBezTo>
                  <a:pt x="1273" y="72182"/>
                  <a:pt x="0" y="68113"/>
                  <a:pt x="0" y="63197"/>
                </a:cubicBezTo>
                <a:cubicBezTo>
                  <a:pt x="0" y="56811"/>
                  <a:pt x="2192" y="51471"/>
                  <a:pt x="6577" y="47177"/>
                </a:cubicBezTo>
                <a:cubicBezTo>
                  <a:pt x="10961" y="42881"/>
                  <a:pt x="16633" y="40733"/>
                  <a:pt x="23591" y="40733"/>
                </a:cubicBezTo>
                <a:cubicBezTo>
                  <a:pt x="26646" y="40733"/>
                  <a:pt x="30352" y="41383"/>
                  <a:pt x="34708" y="42684"/>
                </a:cubicBezTo>
                <a:cubicBezTo>
                  <a:pt x="37593" y="43533"/>
                  <a:pt x="39516" y="43957"/>
                  <a:pt x="40478" y="43957"/>
                </a:cubicBezTo>
                <a:cubicBezTo>
                  <a:pt x="41383" y="43957"/>
                  <a:pt x="42090" y="43759"/>
                  <a:pt x="42600" y="43363"/>
                </a:cubicBezTo>
                <a:cubicBezTo>
                  <a:pt x="43109" y="42967"/>
                  <a:pt x="43703" y="42090"/>
                  <a:pt x="44382" y="40733"/>
                </a:cubicBezTo>
                <a:lnTo>
                  <a:pt x="47182" y="40733"/>
                </a:lnTo>
                <a:close/>
                <a:moveTo>
                  <a:pt x="102568" y="40733"/>
                </a:moveTo>
                <a:cubicBezTo>
                  <a:pt x="114335" y="40733"/>
                  <a:pt x="123783" y="45198"/>
                  <a:pt x="130911" y="54127"/>
                </a:cubicBezTo>
                <a:cubicBezTo>
                  <a:pt x="136965" y="61756"/>
                  <a:pt x="139991" y="70516"/>
                  <a:pt x="139991" y="80407"/>
                </a:cubicBezTo>
                <a:cubicBezTo>
                  <a:pt x="139991" y="87359"/>
                  <a:pt x="138322" y="94395"/>
                  <a:pt x="134985" y="101516"/>
                </a:cubicBezTo>
                <a:cubicBezTo>
                  <a:pt x="131647" y="108636"/>
                  <a:pt x="127050" y="114004"/>
                  <a:pt x="121195" y="117621"/>
                </a:cubicBezTo>
                <a:cubicBezTo>
                  <a:pt x="115340" y="121238"/>
                  <a:pt x="108819" y="123047"/>
                  <a:pt x="101635" y="123047"/>
                </a:cubicBezTo>
                <a:cubicBezTo>
                  <a:pt x="89924" y="123047"/>
                  <a:pt x="80618" y="118384"/>
                  <a:pt x="73716" y="109058"/>
                </a:cubicBezTo>
                <a:cubicBezTo>
                  <a:pt x="67889" y="101203"/>
                  <a:pt x="64975" y="92388"/>
                  <a:pt x="64975" y="82611"/>
                </a:cubicBezTo>
                <a:cubicBezTo>
                  <a:pt x="64975" y="75490"/>
                  <a:pt x="66743" y="68411"/>
                  <a:pt x="70279" y="61375"/>
                </a:cubicBezTo>
                <a:cubicBezTo>
                  <a:pt x="73815" y="54339"/>
                  <a:pt x="78468" y="49139"/>
                  <a:pt x="84238" y="45777"/>
                </a:cubicBezTo>
                <a:cubicBezTo>
                  <a:pt x="90009" y="42414"/>
                  <a:pt x="96119" y="40733"/>
                  <a:pt x="102568" y="40733"/>
                </a:cubicBezTo>
                <a:moveTo>
                  <a:pt x="99937" y="46333"/>
                </a:moveTo>
                <a:cubicBezTo>
                  <a:pt x="96939" y="46333"/>
                  <a:pt x="93927" y="47224"/>
                  <a:pt x="90900" y="49004"/>
                </a:cubicBezTo>
                <a:cubicBezTo>
                  <a:pt x="87873" y="50784"/>
                  <a:pt x="85426" y="53906"/>
                  <a:pt x="83560" y="58370"/>
                </a:cubicBezTo>
                <a:cubicBezTo>
                  <a:pt x="81693" y="62834"/>
                  <a:pt x="80759" y="68569"/>
                  <a:pt x="80759" y="75576"/>
                </a:cubicBezTo>
                <a:cubicBezTo>
                  <a:pt x="80759" y="86876"/>
                  <a:pt x="83008" y="96624"/>
                  <a:pt x="87506" y="104818"/>
                </a:cubicBezTo>
                <a:cubicBezTo>
                  <a:pt x="92003" y="113010"/>
                  <a:pt x="97929" y="117107"/>
                  <a:pt x="105284" y="117107"/>
                </a:cubicBezTo>
                <a:cubicBezTo>
                  <a:pt x="110771" y="117107"/>
                  <a:pt x="115297" y="114846"/>
                  <a:pt x="118861" y="110326"/>
                </a:cubicBezTo>
                <a:cubicBezTo>
                  <a:pt x="122425" y="105805"/>
                  <a:pt x="124207" y="98036"/>
                  <a:pt x="124207" y="87018"/>
                </a:cubicBezTo>
                <a:cubicBezTo>
                  <a:pt x="124207" y="73230"/>
                  <a:pt x="121237" y="62381"/>
                  <a:pt x="115297" y="54469"/>
                </a:cubicBezTo>
                <a:cubicBezTo>
                  <a:pt x="111280" y="49045"/>
                  <a:pt x="106161" y="46333"/>
                  <a:pt x="99937" y="46333"/>
                </a:cubicBezTo>
                <a:close/>
                <a:moveTo>
                  <a:pt x="174529" y="57280"/>
                </a:moveTo>
                <a:cubicBezTo>
                  <a:pt x="180186" y="51623"/>
                  <a:pt x="183524" y="48370"/>
                  <a:pt x="184542" y="47521"/>
                </a:cubicBezTo>
                <a:cubicBezTo>
                  <a:pt x="187088" y="45372"/>
                  <a:pt x="189832" y="43703"/>
                  <a:pt x="192774" y="42515"/>
                </a:cubicBezTo>
                <a:cubicBezTo>
                  <a:pt x="195716" y="41327"/>
                  <a:pt x="198629" y="40733"/>
                  <a:pt x="201514" y="40733"/>
                </a:cubicBezTo>
                <a:cubicBezTo>
                  <a:pt x="206380" y="40733"/>
                  <a:pt x="210566" y="42147"/>
                  <a:pt x="214074" y="44976"/>
                </a:cubicBezTo>
                <a:cubicBezTo>
                  <a:pt x="217581" y="47804"/>
                  <a:pt x="219929" y="51906"/>
                  <a:pt x="221117" y="57280"/>
                </a:cubicBezTo>
                <a:cubicBezTo>
                  <a:pt x="226944" y="50492"/>
                  <a:pt x="231866" y="46036"/>
                  <a:pt x="235883" y="43915"/>
                </a:cubicBezTo>
                <a:cubicBezTo>
                  <a:pt x="239899" y="41793"/>
                  <a:pt x="244029" y="40733"/>
                  <a:pt x="248272" y="40733"/>
                </a:cubicBezTo>
                <a:cubicBezTo>
                  <a:pt x="252402" y="40733"/>
                  <a:pt x="256065" y="41792"/>
                  <a:pt x="259262" y="43910"/>
                </a:cubicBezTo>
                <a:cubicBezTo>
                  <a:pt x="262458" y="46026"/>
                  <a:pt x="264990" y="49483"/>
                  <a:pt x="266856" y="54281"/>
                </a:cubicBezTo>
                <a:cubicBezTo>
                  <a:pt x="268101" y="57555"/>
                  <a:pt x="268723" y="62692"/>
                  <a:pt x="268723" y="69691"/>
                </a:cubicBezTo>
                <a:lnTo>
                  <a:pt x="268723" y="103052"/>
                </a:lnTo>
                <a:cubicBezTo>
                  <a:pt x="268723" y="107906"/>
                  <a:pt x="269091" y="111237"/>
                  <a:pt x="269827" y="113044"/>
                </a:cubicBezTo>
                <a:cubicBezTo>
                  <a:pt x="270392" y="114285"/>
                  <a:pt x="271439" y="115343"/>
                  <a:pt x="272966" y="116218"/>
                </a:cubicBezTo>
                <a:cubicBezTo>
                  <a:pt x="274494" y="117093"/>
                  <a:pt x="276983" y="117531"/>
                  <a:pt x="280434" y="117531"/>
                </a:cubicBezTo>
                <a:lnTo>
                  <a:pt x="280434" y="120671"/>
                </a:lnTo>
                <a:lnTo>
                  <a:pt x="242077" y="120671"/>
                </a:lnTo>
                <a:lnTo>
                  <a:pt x="242077" y="117531"/>
                </a:lnTo>
                <a:lnTo>
                  <a:pt x="243690" y="117531"/>
                </a:lnTo>
                <a:cubicBezTo>
                  <a:pt x="247028" y="117531"/>
                  <a:pt x="249630" y="116884"/>
                  <a:pt x="251497" y="115590"/>
                </a:cubicBezTo>
                <a:cubicBezTo>
                  <a:pt x="252798" y="114688"/>
                  <a:pt x="253732" y="113252"/>
                  <a:pt x="254297" y="111283"/>
                </a:cubicBezTo>
                <a:cubicBezTo>
                  <a:pt x="254524" y="110327"/>
                  <a:pt x="254637" y="107597"/>
                  <a:pt x="254637" y="103094"/>
                </a:cubicBezTo>
                <a:lnTo>
                  <a:pt x="254637" y="69829"/>
                </a:lnTo>
                <a:cubicBezTo>
                  <a:pt x="254637" y="63525"/>
                  <a:pt x="253873" y="59078"/>
                  <a:pt x="252345" y="56490"/>
                </a:cubicBezTo>
                <a:cubicBezTo>
                  <a:pt x="250139" y="52887"/>
                  <a:pt x="246603" y="51086"/>
                  <a:pt x="241738" y="51086"/>
                </a:cubicBezTo>
                <a:cubicBezTo>
                  <a:pt x="238740" y="51086"/>
                  <a:pt x="235727" y="51832"/>
                  <a:pt x="232700" y="53324"/>
                </a:cubicBezTo>
                <a:cubicBezTo>
                  <a:pt x="229674" y="54814"/>
                  <a:pt x="226011" y="57586"/>
                  <a:pt x="221711" y="61640"/>
                </a:cubicBezTo>
                <a:lnTo>
                  <a:pt x="221541" y="62568"/>
                </a:lnTo>
                <a:lnTo>
                  <a:pt x="221711" y="66199"/>
                </a:lnTo>
                <a:lnTo>
                  <a:pt x="221711" y="103094"/>
                </a:lnTo>
                <a:cubicBezTo>
                  <a:pt x="221711" y="108385"/>
                  <a:pt x="222008" y="111678"/>
                  <a:pt x="222602" y="112972"/>
                </a:cubicBezTo>
                <a:cubicBezTo>
                  <a:pt x="223196" y="114266"/>
                  <a:pt x="224313" y="115350"/>
                  <a:pt x="225954" y="116223"/>
                </a:cubicBezTo>
                <a:cubicBezTo>
                  <a:pt x="227595" y="117095"/>
                  <a:pt x="230395" y="117531"/>
                  <a:pt x="234355" y="117531"/>
                </a:cubicBezTo>
                <a:lnTo>
                  <a:pt x="234355" y="120671"/>
                </a:lnTo>
                <a:lnTo>
                  <a:pt x="195065" y="120671"/>
                </a:lnTo>
                <a:lnTo>
                  <a:pt x="195065" y="117531"/>
                </a:lnTo>
                <a:cubicBezTo>
                  <a:pt x="199365" y="117531"/>
                  <a:pt x="202321" y="117024"/>
                  <a:pt x="203933" y="116011"/>
                </a:cubicBezTo>
                <a:cubicBezTo>
                  <a:pt x="205545" y="114998"/>
                  <a:pt x="206663" y="113479"/>
                  <a:pt x="207285" y="111453"/>
                </a:cubicBezTo>
                <a:cubicBezTo>
                  <a:pt x="207568" y="110495"/>
                  <a:pt x="207709" y="107708"/>
                  <a:pt x="207709" y="103094"/>
                </a:cubicBezTo>
                <a:lnTo>
                  <a:pt x="207709" y="69829"/>
                </a:lnTo>
                <a:cubicBezTo>
                  <a:pt x="207709" y="63525"/>
                  <a:pt x="206776" y="58993"/>
                  <a:pt x="204909" y="56236"/>
                </a:cubicBezTo>
                <a:cubicBezTo>
                  <a:pt x="202420" y="52633"/>
                  <a:pt x="198940" y="50831"/>
                  <a:pt x="194471" y="50831"/>
                </a:cubicBezTo>
                <a:cubicBezTo>
                  <a:pt x="191416" y="50831"/>
                  <a:pt x="188389" y="51647"/>
                  <a:pt x="185391" y="53279"/>
                </a:cubicBezTo>
                <a:cubicBezTo>
                  <a:pt x="180696" y="55756"/>
                  <a:pt x="177075" y="58542"/>
                  <a:pt x="174529" y="61637"/>
                </a:cubicBezTo>
                <a:lnTo>
                  <a:pt x="174529" y="103094"/>
                </a:lnTo>
                <a:cubicBezTo>
                  <a:pt x="174529" y="108159"/>
                  <a:pt x="174883" y="111452"/>
                  <a:pt x="175590" y="112972"/>
                </a:cubicBezTo>
                <a:cubicBezTo>
                  <a:pt x="176297" y="114491"/>
                  <a:pt x="177344" y="115630"/>
                  <a:pt x="178730" y="116391"/>
                </a:cubicBezTo>
                <a:cubicBezTo>
                  <a:pt x="180116" y="117151"/>
                  <a:pt x="182930" y="117531"/>
                  <a:pt x="187173" y="117531"/>
                </a:cubicBezTo>
                <a:lnTo>
                  <a:pt x="187173" y="120671"/>
                </a:lnTo>
                <a:lnTo>
                  <a:pt x="148732" y="120671"/>
                </a:lnTo>
                <a:lnTo>
                  <a:pt x="148732" y="117531"/>
                </a:lnTo>
                <a:cubicBezTo>
                  <a:pt x="152296" y="117531"/>
                  <a:pt x="154785" y="117150"/>
                  <a:pt x="156199" y="116388"/>
                </a:cubicBezTo>
                <a:cubicBezTo>
                  <a:pt x="157614" y="115626"/>
                  <a:pt x="158689" y="114412"/>
                  <a:pt x="159424" y="112747"/>
                </a:cubicBezTo>
                <a:cubicBezTo>
                  <a:pt x="160159" y="111081"/>
                  <a:pt x="160527" y="107850"/>
                  <a:pt x="160527" y="103052"/>
                </a:cubicBezTo>
                <a:lnTo>
                  <a:pt x="160527" y="73417"/>
                </a:lnTo>
                <a:cubicBezTo>
                  <a:pt x="160527" y="64892"/>
                  <a:pt x="160273" y="59389"/>
                  <a:pt x="159763" y="56906"/>
                </a:cubicBezTo>
                <a:cubicBezTo>
                  <a:pt x="159367" y="55043"/>
                  <a:pt x="158745" y="53759"/>
                  <a:pt x="157897" y="53053"/>
                </a:cubicBezTo>
                <a:cubicBezTo>
                  <a:pt x="157048" y="52348"/>
                  <a:pt x="155888" y="51995"/>
                  <a:pt x="154417" y="51995"/>
                </a:cubicBezTo>
                <a:cubicBezTo>
                  <a:pt x="152833" y="51995"/>
                  <a:pt x="150938" y="52419"/>
                  <a:pt x="148732" y="53265"/>
                </a:cubicBezTo>
                <a:lnTo>
                  <a:pt x="147459" y="50216"/>
                </a:lnTo>
                <a:lnTo>
                  <a:pt x="170880" y="40733"/>
                </a:lnTo>
                <a:lnTo>
                  <a:pt x="174529" y="40733"/>
                </a:lnTo>
                <a:lnTo>
                  <a:pt x="174529" y="57280"/>
                </a:lnTo>
                <a:close/>
                <a:moveTo>
                  <a:pt x="299727" y="72301"/>
                </a:moveTo>
                <a:cubicBezTo>
                  <a:pt x="299670" y="83815"/>
                  <a:pt x="302470" y="92846"/>
                  <a:pt x="308128" y="99395"/>
                </a:cubicBezTo>
                <a:cubicBezTo>
                  <a:pt x="313785" y="105941"/>
                  <a:pt x="320432" y="109215"/>
                  <a:pt x="328070" y="109215"/>
                </a:cubicBezTo>
                <a:cubicBezTo>
                  <a:pt x="333161" y="109215"/>
                  <a:pt x="337588" y="107814"/>
                  <a:pt x="341350" y="105014"/>
                </a:cubicBezTo>
                <a:cubicBezTo>
                  <a:pt x="345112" y="102214"/>
                  <a:pt x="348266" y="97419"/>
                  <a:pt x="350812" y="90630"/>
                </a:cubicBezTo>
                <a:lnTo>
                  <a:pt x="353443" y="92327"/>
                </a:lnTo>
                <a:cubicBezTo>
                  <a:pt x="352255" y="100078"/>
                  <a:pt x="348804" y="107136"/>
                  <a:pt x="343090" y="113500"/>
                </a:cubicBezTo>
                <a:cubicBezTo>
                  <a:pt x="337376" y="119864"/>
                  <a:pt x="330219" y="123047"/>
                  <a:pt x="321620" y="123047"/>
                </a:cubicBezTo>
                <a:cubicBezTo>
                  <a:pt x="312286" y="123047"/>
                  <a:pt x="304295" y="119420"/>
                  <a:pt x="297647" y="112166"/>
                </a:cubicBezTo>
                <a:cubicBezTo>
                  <a:pt x="291000" y="104911"/>
                  <a:pt x="287676" y="95157"/>
                  <a:pt x="287676" y="82905"/>
                </a:cubicBezTo>
                <a:cubicBezTo>
                  <a:pt x="287676" y="69639"/>
                  <a:pt x="291085" y="59294"/>
                  <a:pt x="297902" y="51871"/>
                </a:cubicBezTo>
                <a:cubicBezTo>
                  <a:pt x="304719" y="44445"/>
                  <a:pt x="313276" y="40733"/>
                  <a:pt x="323572" y="40733"/>
                </a:cubicBezTo>
                <a:cubicBezTo>
                  <a:pt x="332284" y="40733"/>
                  <a:pt x="339441" y="43597"/>
                  <a:pt x="345042" y="49325"/>
                </a:cubicBezTo>
                <a:cubicBezTo>
                  <a:pt x="350642" y="55051"/>
                  <a:pt x="353443" y="62710"/>
                  <a:pt x="353443" y="72301"/>
                </a:cubicBezTo>
                <a:lnTo>
                  <a:pt x="299727" y="72301"/>
                </a:lnTo>
                <a:moveTo>
                  <a:pt x="299727" y="67379"/>
                </a:moveTo>
                <a:lnTo>
                  <a:pt x="335707" y="67379"/>
                </a:lnTo>
                <a:cubicBezTo>
                  <a:pt x="335424" y="62400"/>
                  <a:pt x="334830" y="58893"/>
                  <a:pt x="333925" y="56856"/>
                </a:cubicBezTo>
                <a:cubicBezTo>
                  <a:pt x="332511" y="53688"/>
                  <a:pt x="330403" y="51199"/>
                  <a:pt x="327603" y="49388"/>
                </a:cubicBezTo>
                <a:cubicBezTo>
                  <a:pt x="324803" y="47578"/>
                  <a:pt x="321875" y="46673"/>
                  <a:pt x="318820" y="46673"/>
                </a:cubicBezTo>
                <a:cubicBezTo>
                  <a:pt x="314124" y="46673"/>
                  <a:pt x="309924" y="48497"/>
                  <a:pt x="306218" y="52146"/>
                </a:cubicBezTo>
                <a:cubicBezTo>
                  <a:pt x="302513" y="55795"/>
                  <a:pt x="300349" y="60873"/>
                  <a:pt x="299727" y="67379"/>
                </a:cubicBezTo>
                <a:close/>
                <a:moveTo>
                  <a:pt x="386395" y="17311"/>
                </a:moveTo>
                <a:lnTo>
                  <a:pt x="386395" y="42939"/>
                </a:lnTo>
                <a:lnTo>
                  <a:pt x="404555" y="42939"/>
                </a:lnTo>
                <a:lnTo>
                  <a:pt x="404555" y="48879"/>
                </a:lnTo>
                <a:lnTo>
                  <a:pt x="386395" y="48879"/>
                </a:lnTo>
                <a:lnTo>
                  <a:pt x="386395" y="99217"/>
                </a:lnTo>
                <a:cubicBezTo>
                  <a:pt x="386395" y="104247"/>
                  <a:pt x="387116" y="107638"/>
                  <a:pt x="388559" y="109390"/>
                </a:cubicBezTo>
                <a:cubicBezTo>
                  <a:pt x="390002" y="111140"/>
                  <a:pt x="391854" y="112015"/>
                  <a:pt x="394117" y="112015"/>
                </a:cubicBezTo>
                <a:cubicBezTo>
                  <a:pt x="395984" y="112015"/>
                  <a:pt x="397795" y="111435"/>
                  <a:pt x="399548" y="110275"/>
                </a:cubicBezTo>
                <a:cubicBezTo>
                  <a:pt x="401302" y="109116"/>
                  <a:pt x="402660" y="107404"/>
                  <a:pt x="403622" y="105141"/>
                </a:cubicBezTo>
                <a:lnTo>
                  <a:pt x="406931" y="105141"/>
                </a:lnTo>
                <a:cubicBezTo>
                  <a:pt x="404951" y="110701"/>
                  <a:pt x="402151" y="114906"/>
                  <a:pt x="398530" y="117756"/>
                </a:cubicBezTo>
                <a:cubicBezTo>
                  <a:pt x="394909" y="120604"/>
                  <a:pt x="391175" y="122028"/>
                  <a:pt x="387328" y="122028"/>
                </a:cubicBezTo>
                <a:cubicBezTo>
                  <a:pt x="384726" y="122028"/>
                  <a:pt x="382180" y="121306"/>
                  <a:pt x="379691" y="119862"/>
                </a:cubicBezTo>
                <a:cubicBezTo>
                  <a:pt x="377202" y="118417"/>
                  <a:pt x="375363" y="116351"/>
                  <a:pt x="374175" y="113662"/>
                </a:cubicBezTo>
                <a:cubicBezTo>
                  <a:pt x="372987" y="110971"/>
                  <a:pt x="372393" y="106822"/>
                  <a:pt x="372393" y="101214"/>
                </a:cubicBezTo>
                <a:lnTo>
                  <a:pt x="372393" y="48879"/>
                </a:lnTo>
                <a:lnTo>
                  <a:pt x="360088" y="48879"/>
                </a:lnTo>
                <a:lnTo>
                  <a:pt x="360088" y="46079"/>
                </a:lnTo>
                <a:cubicBezTo>
                  <a:pt x="363200" y="44831"/>
                  <a:pt x="366382" y="42717"/>
                  <a:pt x="369635" y="39738"/>
                </a:cubicBezTo>
                <a:cubicBezTo>
                  <a:pt x="372888" y="36759"/>
                  <a:pt x="375788" y="33227"/>
                  <a:pt x="378333" y="29141"/>
                </a:cubicBezTo>
                <a:cubicBezTo>
                  <a:pt x="379635" y="26986"/>
                  <a:pt x="381445" y="23043"/>
                  <a:pt x="383764" y="17311"/>
                </a:cubicBezTo>
                <a:lnTo>
                  <a:pt x="386395" y="17311"/>
                </a:lnTo>
                <a:close/>
                <a:moveTo>
                  <a:pt x="434964" y="0"/>
                </a:moveTo>
                <a:lnTo>
                  <a:pt x="434964" y="56941"/>
                </a:lnTo>
                <a:cubicBezTo>
                  <a:pt x="441243" y="50039"/>
                  <a:pt x="446222" y="45612"/>
                  <a:pt x="449899" y="43660"/>
                </a:cubicBezTo>
                <a:cubicBezTo>
                  <a:pt x="453576" y="41709"/>
                  <a:pt x="457254" y="40733"/>
                  <a:pt x="460931" y="40733"/>
                </a:cubicBezTo>
                <a:cubicBezTo>
                  <a:pt x="465343" y="40733"/>
                  <a:pt x="469134" y="41946"/>
                  <a:pt x="472302" y="44374"/>
                </a:cubicBezTo>
                <a:cubicBezTo>
                  <a:pt x="475470" y="46801"/>
                  <a:pt x="477818" y="50611"/>
                  <a:pt x="479345" y="55803"/>
                </a:cubicBezTo>
                <a:cubicBezTo>
                  <a:pt x="480420" y="59417"/>
                  <a:pt x="480958" y="66022"/>
                  <a:pt x="480958" y="75618"/>
                </a:cubicBezTo>
                <a:lnTo>
                  <a:pt x="480958" y="103052"/>
                </a:lnTo>
                <a:cubicBezTo>
                  <a:pt x="480958" y="107963"/>
                  <a:pt x="481354" y="111322"/>
                  <a:pt x="482146" y="113129"/>
                </a:cubicBezTo>
                <a:cubicBezTo>
                  <a:pt x="482711" y="114483"/>
                  <a:pt x="483673" y="115555"/>
                  <a:pt x="485031" y="116345"/>
                </a:cubicBezTo>
                <a:cubicBezTo>
                  <a:pt x="486389" y="117136"/>
                  <a:pt x="488878" y="117531"/>
                  <a:pt x="492499" y="117531"/>
                </a:cubicBezTo>
                <a:lnTo>
                  <a:pt x="492499" y="120671"/>
                </a:lnTo>
                <a:lnTo>
                  <a:pt x="454312" y="120671"/>
                </a:lnTo>
                <a:lnTo>
                  <a:pt x="454312" y="117531"/>
                </a:lnTo>
                <a:lnTo>
                  <a:pt x="456094" y="117531"/>
                </a:lnTo>
                <a:cubicBezTo>
                  <a:pt x="459714" y="117531"/>
                  <a:pt x="462232" y="116979"/>
                  <a:pt x="463646" y="115876"/>
                </a:cubicBezTo>
                <a:cubicBezTo>
                  <a:pt x="465061" y="114773"/>
                  <a:pt x="466051" y="113146"/>
                  <a:pt x="466616" y="110997"/>
                </a:cubicBezTo>
                <a:cubicBezTo>
                  <a:pt x="466786" y="110091"/>
                  <a:pt x="466871" y="107433"/>
                  <a:pt x="466871" y="103020"/>
                </a:cubicBezTo>
                <a:lnTo>
                  <a:pt x="466871" y="75525"/>
                </a:lnTo>
                <a:cubicBezTo>
                  <a:pt x="466871" y="67039"/>
                  <a:pt x="466432" y="61467"/>
                  <a:pt x="465556" y="58808"/>
                </a:cubicBezTo>
                <a:cubicBezTo>
                  <a:pt x="464679" y="56149"/>
                  <a:pt x="463279" y="54155"/>
                  <a:pt x="461355" y="52825"/>
                </a:cubicBezTo>
                <a:cubicBezTo>
                  <a:pt x="459432" y="51496"/>
                  <a:pt x="457112" y="50831"/>
                  <a:pt x="454397" y="50831"/>
                </a:cubicBezTo>
                <a:cubicBezTo>
                  <a:pt x="451624" y="50831"/>
                  <a:pt x="448739" y="51566"/>
                  <a:pt x="445741" y="53037"/>
                </a:cubicBezTo>
                <a:cubicBezTo>
                  <a:pt x="442742" y="54508"/>
                  <a:pt x="439150" y="57478"/>
                  <a:pt x="434964" y="61948"/>
                </a:cubicBezTo>
                <a:lnTo>
                  <a:pt x="434964" y="103020"/>
                </a:lnTo>
                <a:cubicBezTo>
                  <a:pt x="434964" y="108338"/>
                  <a:pt x="435261" y="111647"/>
                  <a:pt x="435855" y="112948"/>
                </a:cubicBezTo>
                <a:cubicBezTo>
                  <a:pt x="436449" y="114250"/>
                  <a:pt x="437552" y="115339"/>
                  <a:pt x="439164" y="116216"/>
                </a:cubicBezTo>
                <a:cubicBezTo>
                  <a:pt x="440777" y="117092"/>
                  <a:pt x="443563" y="117531"/>
                  <a:pt x="447523" y="117531"/>
                </a:cubicBezTo>
                <a:lnTo>
                  <a:pt x="447523" y="120671"/>
                </a:lnTo>
                <a:lnTo>
                  <a:pt x="408997" y="120671"/>
                </a:lnTo>
                <a:lnTo>
                  <a:pt x="408997" y="117531"/>
                </a:lnTo>
                <a:cubicBezTo>
                  <a:pt x="412448" y="117531"/>
                  <a:pt x="415163" y="116993"/>
                  <a:pt x="417143" y="115919"/>
                </a:cubicBezTo>
                <a:cubicBezTo>
                  <a:pt x="418275" y="115355"/>
                  <a:pt x="419180" y="114281"/>
                  <a:pt x="419859" y="112699"/>
                </a:cubicBezTo>
                <a:cubicBezTo>
                  <a:pt x="420537" y="111115"/>
                  <a:pt x="420877" y="107892"/>
                  <a:pt x="420877" y="103030"/>
                </a:cubicBezTo>
                <a:lnTo>
                  <a:pt x="420877" y="32732"/>
                </a:lnTo>
                <a:cubicBezTo>
                  <a:pt x="420877" y="23857"/>
                  <a:pt x="420665" y="18402"/>
                  <a:pt x="420240" y="16367"/>
                </a:cubicBezTo>
                <a:cubicBezTo>
                  <a:pt x="419816" y="14331"/>
                  <a:pt x="419166" y="12946"/>
                  <a:pt x="418289" y="12212"/>
                </a:cubicBezTo>
                <a:cubicBezTo>
                  <a:pt x="417412" y="11476"/>
                  <a:pt x="416238" y="11109"/>
                  <a:pt x="414767" y="11109"/>
                </a:cubicBezTo>
                <a:cubicBezTo>
                  <a:pt x="413579" y="11109"/>
                  <a:pt x="411655" y="11561"/>
                  <a:pt x="408997" y="12466"/>
                </a:cubicBezTo>
                <a:lnTo>
                  <a:pt x="407809" y="9496"/>
                </a:lnTo>
                <a:lnTo>
                  <a:pt x="431060" y="0"/>
                </a:lnTo>
                <a:lnTo>
                  <a:pt x="434964" y="0"/>
                </a:lnTo>
                <a:close/>
                <a:moveTo>
                  <a:pt x="518805" y="0"/>
                </a:moveTo>
                <a:cubicBezTo>
                  <a:pt x="521181" y="0"/>
                  <a:pt x="523204" y="839"/>
                  <a:pt x="524873" y="2517"/>
                </a:cubicBezTo>
                <a:cubicBezTo>
                  <a:pt x="526542" y="4193"/>
                  <a:pt x="527376" y="6225"/>
                  <a:pt x="527376" y="8613"/>
                </a:cubicBezTo>
                <a:cubicBezTo>
                  <a:pt x="527376" y="11002"/>
                  <a:pt x="526542" y="13049"/>
                  <a:pt x="524873" y="14755"/>
                </a:cubicBezTo>
                <a:cubicBezTo>
                  <a:pt x="523204" y="16459"/>
                  <a:pt x="521181" y="17311"/>
                  <a:pt x="518805" y="17311"/>
                </a:cubicBezTo>
                <a:cubicBezTo>
                  <a:pt x="516429" y="17311"/>
                  <a:pt x="514393" y="16459"/>
                  <a:pt x="512695" y="14755"/>
                </a:cubicBezTo>
                <a:cubicBezTo>
                  <a:pt x="510998" y="13049"/>
                  <a:pt x="510150" y="11002"/>
                  <a:pt x="510150" y="8613"/>
                </a:cubicBezTo>
                <a:cubicBezTo>
                  <a:pt x="510150" y="6225"/>
                  <a:pt x="510984" y="4193"/>
                  <a:pt x="512653" y="2517"/>
                </a:cubicBezTo>
                <a:cubicBezTo>
                  <a:pt x="514322" y="839"/>
                  <a:pt x="516373" y="0"/>
                  <a:pt x="518805" y="0"/>
                </a:cubicBezTo>
                <a:moveTo>
                  <a:pt x="525849" y="40733"/>
                </a:moveTo>
                <a:lnTo>
                  <a:pt x="525849" y="103052"/>
                </a:lnTo>
                <a:cubicBezTo>
                  <a:pt x="525849" y="107906"/>
                  <a:pt x="526202" y="111138"/>
                  <a:pt x="526909" y="112747"/>
                </a:cubicBezTo>
                <a:cubicBezTo>
                  <a:pt x="527617" y="114356"/>
                  <a:pt x="528663" y="115555"/>
                  <a:pt x="530049" y="116345"/>
                </a:cubicBezTo>
                <a:cubicBezTo>
                  <a:pt x="531435" y="117136"/>
                  <a:pt x="533967" y="117531"/>
                  <a:pt x="537644" y="117531"/>
                </a:cubicBezTo>
                <a:lnTo>
                  <a:pt x="537644" y="120671"/>
                </a:lnTo>
                <a:lnTo>
                  <a:pt x="499882" y="120671"/>
                </a:lnTo>
                <a:lnTo>
                  <a:pt x="499882" y="117531"/>
                </a:lnTo>
                <a:cubicBezTo>
                  <a:pt x="503672" y="117531"/>
                  <a:pt x="506218" y="117164"/>
                  <a:pt x="507519" y="116430"/>
                </a:cubicBezTo>
                <a:cubicBezTo>
                  <a:pt x="508820" y="115697"/>
                  <a:pt x="509853" y="114483"/>
                  <a:pt x="510616" y="112789"/>
                </a:cubicBezTo>
                <a:cubicBezTo>
                  <a:pt x="511380" y="111096"/>
                  <a:pt x="511762" y="107850"/>
                  <a:pt x="511762" y="103052"/>
                </a:cubicBezTo>
                <a:lnTo>
                  <a:pt x="511762" y="73162"/>
                </a:lnTo>
                <a:cubicBezTo>
                  <a:pt x="511762" y="64751"/>
                  <a:pt x="511507" y="59304"/>
                  <a:pt x="510998" y="56822"/>
                </a:cubicBezTo>
                <a:cubicBezTo>
                  <a:pt x="510602" y="55015"/>
                  <a:pt x="509980" y="53759"/>
                  <a:pt x="509131" y="53053"/>
                </a:cubicBezTo>
                <a:cubicBezTo>
                  <a:pt x="508283" y="52348"/>
                  <a:pt x="507123" y="51995"/>
                  <a:pt x="505652" y="51995"/>
                </a:cubicBezTo>
                <a:cubicBezTo>
                  <a:pt x="504068" y="51995"/>
                  <a:pt x="502144" y="52419"/>
                  <a:pt x="499882" y="53265"/>
                </a:cubicBezTo>
                <a:lnTo>
                  <a:pt x="498694" y="50216"/>
                </a:lnTo>
                <a:lnTo>
                  <a:pt x="522115" y="40733"/>
                </a:lnTo>
                <a:lnTo>
                  <a:pt x="525849" y="40733"/>
                </a:lnTo>
                <a:close/>
                <a:moveTo>
                  <a:pt x="570005" y="57196"/>
                </a:moveTo>
                <a:cubicBezTo>
                  <a:pt x="579113" y="46220"/>
                  <a:pt x="587797" y="40733"/>
                  <a:pt x="596057" y="40733"/>
                </a:cubicBezTo>
                <a:cubicBezTo>
                  <a:pt x="600300" y="40733"/>
                  <a:pt x="603949" y="41792"/>
                  <a:pt x="607004" y="43910"/>
                </a:cubicBezTo>
                <a:cubicBezTo>
                  <a:pt x="610059" y="46026"/>
                  <a:pt x="612492" y="49511"/>
                  <a:pt x="614302" y="54366"/>
                </a:cubicBezTo>
                <a:cubicBezTo>
                  <a:pt x="615547" y="57752"/>
                  <a:pt x="616169" y="62945"/>
                  <a:pt x="616169" y="69946"/>
                </a:cubicBezTo>
                <a:lnTo>
                  <a:pt x="616169" y="103052"/>
                </a:lnTo>
                <a:cubicBezTo>
                  <a:pt x="616169" y="107963"/>
                  <a:pt x="616565" y="111294"/>
                  <a:pt x="617357" y="113044"/>
                </a:cubicBezTo>
                <a:cubicBezTo>
                  <a:pt x="617979" y="114455"/>
                  <a:pt x="618983" y="115555"/>
                  <a:pt x="620369" y="116345"/>
                </a:cubicBezTo>
                <a:cubicBezTo>
                  <a:pt x="621755" y="117136"/>
                  <a:pt x="624315" y="117531"/>
                  <a:pt x="628049" y="117531"/>
                </a:cubicBezTo>
                <a:lnTo>
                  <a:pt x="628049" y="120671"/>
                </a:lnTo>
                <a:lnTo>
                  <a:pt x="589608" y="120671"/>
                </a:lnTo>
                <a:lnTo>
                  <a:pt x="589608" y="117531"/>
                </a:lnTo>
                <a:lnTo>
                  <a:pt x="591220" y="117531"/>
                </a:lnTo>
                <a:cubicBezTo>
                  <a:pt x="594841" y="117531"/>
                  <a:pt x="597372" y="116982"/>
                  <a:pt x="598815" y="115884"/>
                </a:cubicBezTo>
                <a:cubicBezTo>
                  <a:pt x="600258" y="114786"/>
                  <a:pt x="601262" y="113169"/>
                  <a:pt x="601828" y="111031"/>
                </a:cubicBezTo>
                <a:cubicBezTo>
                  <a:pt x="602054" y="110186"/>
                  <a:pt x="602167" y="107540"/>
                  <a:pt x="602167" y="103094"/>
                </a:cubicBezTo>
                <a:lnTo>
                  <a:pt x="602167" y="71433"/>
                </a:lnTo>
                <a:cubicBezTo>
                  <a:pt x="602167" y="64399"/>
                  <a:pt x="601248" y="59291"/>
                  <a:pt x="599409" y="56111"/>
                </a:cubicBezTo>
                <a:cubicBezTo>
                  <a:pt x="597570" y="52930"/>
                  <a:pt x="594473" y="51340"/>
                  <a:pt x="590117" y="51340"/>
                </a:cubicBezTo>
                <a:cubicBezTo>
                  <a:pt x="583385" y="51340"/>
                  <a:pt x="576681" y="54999"/>
                  <a:pt x="570005" y="62316"/>
                </a:cubicBezTo>
                <a:lnTo>
                  <a:pt x="570005" y="103094"/>
                </a:lnTo>
                <a:cubicBezTo>
                  <a:pt x="570005" y="108329"/>
                  <a:pt x="570316" y="111565"/>
                  <a:pt x="570939" y="112803"/>
                </a:cubicBezTo>
                <a:cubicBezTo>
                  <a:pt x="571731" y="114434"/>
                  <a:pt x="572820" y="115630"/>
                  <a:pt x="574206" y="116391"/>
                </a:cubicBezTo>
                <a:cubicBezTo>
                  <a:pt x="575592" y="117151"/>
                  <a:pt x="578406" y="117531"/>
                  <a:pt x="582649" y="117531"/>
                </a:cubicBezTo>
                <a:lnTo>
                  <a:pt x="582649" y="120671"/>
                </a:lnTo>
                <a:lnTo>
                  <a:pt x="544208" y="120671"/>
                </a:lnTo>
                <a:lnTo>
                  <a:pt x="544208" y="117531"/>
                </a:lnTo>
                <a:lnTo>
                  <a:pt x="545905" y="117531"/>
                </a:lnTo>
                <a:cubicBezTo>
                  <a:pt x="549865" y="117531"/>
                  <a:pt x="552538" y="116529"/>
                  <a:pt x="553924" y="114526"/>
                </a:cubicBezTo>
                <a:cubicBezTo>
                  <a:pt x="555310" y="112521"/>
                  <a:pt x="556003" y="108697"/>
                  <a:pt x="556003" y="103052"/>
                </a:cubicBezTo>
                <a:lnTo>
                  <a:pt x="556003" y="74263"/>
                </a:lnTo>
                <a:cubicBezTo>
                  <a:pt x="556003" y="64950"/>
                  <a:pt x="555791" y="59277"/>
                  <a:pt x="555367" y="57246"/>
                </a:cubicBezTo>
                <a:cubicBezTo>
                  <a:pt x="554943" y="55213"/>
                  <a:pt x="554292" y="53829"/>
                  <a:pt x="553415" y="53096"/>
                </a:cubicBezTo>
                <a:cubicBezTo>
                  <a:pt x="552538" y="52362"/>
                  <a:pt x="551364" y="51995"/>
                  <a:pt x="549893" y="51995"/>
                </a:cubicBezTo>
                <a:cubicBezTo>
                  <a:pt x="548309" y="51995"/>
                  <a:pt x="546414" y="52419"/>
                  <a:pt x="544208" y="53265"/>
                </a:cubicBezTo>
                <a:lnTo>
                  <a:pt x="542935" y="50216"/>
                </a:lnTo>
                <a:lnTo>
                  <a:pt x="566356" y="40733"/>
                </a:lnTo>
                <a:lnTo>
                  <a:pt x="570005" y="40733"/>
                </a:lnTo>
                <a:lnTo>
                  <a:pt x="570005" y="57196"/>
                </a:lnTo>
                <a:close/>
                <a:moveTo>
                  <a:pt x="655035" y="92346"/>
                </a:moveTo>
                <a:cubicBezTo>
                  <a:pt x="650283" y="90030"/>
                  <a:pt x="646634" y="86796"/>
                  <a:pt x="644088" y="82643"/>
                </a:cubicBezTo>
                <a:cubicBezTo>
                  <a:pt x="641542" y="78490"/>
                  <a:pt x="640269" y="73899"/>
                  <a:pt x="640269" y="68869"/>
                </a:cubicBezTo>
                <a:cubicBezTo>
                  <a:pt x="640269" y="61186"/>
                  <a:pt x="643169" y="54575"/>
                  <a:pt x="648967" y="49038"/>
                </a:cubicBezTo>
                <a:cubicBezTo>
                  <a:pt x="654766" y="43501"/>
                  <a:pt x="662191" y="40733"/>
                  <a:pt x="671243" y="40733"/>
                </a:cubicBezTo>
                <a:cubicBezTo>
                  <a:pt x="678654" y="40733"/>
                  <a:pt x="685075" y="42543"/>
                  <a:pt x="690506" y="46164"/>
                </a:cubicBezTo>
                <a:lnTo>
                  <a:pt x="706969" y="46164"/>
                </a:lnTo>
                <a:cubicBezTo>
                  <a:pt x="709402" y="46164"/>
                  <a:pt x="710816" y="46234"/>
                  <a:pt x="711212" y="46373"/>
                </a:cubicBezTo>
                <a:cubicBezTo>
                  <a:pt x="711608" y="46513"/>
                  <a:pt x="711891" y="46751"/>
                  <a:pt x="712061" y="47087"/>
                </a:cubicBezTo>
                <a:cubicBezTo>
                  <a:pt x="712400" y="47590"/>
                  <a:pt x="712570" y="48486"/>
                  <a:pt x="712570" y="49773"/>
                </a:cubicBezTo>
                <a:cubicBezTo>
                  <a:pt x="712570" y="51226"/>
                  <a:pt x="712428" y="52233"/>
                  <a:pt x="712145" y="52793"/>
                </a:cubicBezTo>
                <a:cubicBezTo>
                  <a:pt x="711976" y="53073"/>
                  <a:pt x="711679" y="53296"/>
                  <a:pt x="711254" y="53464"/>
                </a:cubicBezTo>
                <a:cubicBezTo>
                  <a:pt x="710830" y="53632"/>
                  <a:pt x="709402" y="53716"/>
                  <a:pt x="706969" y="53716"/>
                </a:cubicBezTo>
                <a:lnTo>
                  <a:pt x="696871" y="53716"/>
                </a:lnTo>
                <a:cubicBezTo>
                  <a:pt x="700039" y="57798"/>
                  <a:pt x="701623" y="63014"/>
                  <a:pt x="701623" y="69362"/>
                </a:cubicBezTo>
                <a:cubicBezTo>
                  <a:pt x="701623" y="76618"/>
                  <a:pt x="698851" y="82825"/>
                  <a:pt x="693307" y="87984"/>
                </a:cubicBezTo>
                <a:cubicBezTo>
                  <a:pt x="687762" y="93142"/>
                  <a:pt x="680323" y="95722"/>
                  <a:pt x="670988" y="95722"/>
                </a:cubicBezTo>
                <a:cubicBezTo>
                  <a:pt x="667141" y="95722"/>
                  <a:pt x="663210" y="95145"/>
                  <a:pt x="659193" y="93990"/>
                </a:cubicBezTo>
                <a:cubicBezTo>
                  <a:pt x="656704" y="96138"/>
                  <a:pt x="655021" y="98018"/>
                  <a:pt x="654144" y="99631"/>
                </a:cubicBezTo>
                <a:cubicBezTo>
                  <a:pt x="653267" y="101241"/>
                  <a:pt x="652828" y="102611"/>
                  <a:pt x="652828" y="103741"/>
                </a:cubicBezTo>
                <a:cubicBezTo>
                  <a:pt x="652828" y="104703"/>
                  <a:pt x="653295" y="105636"/>
                  <a:pt x="654229" y="106541"/>
                </a:cubicBezTo>
                <a:cubicBezTo>
                  <a:pt x="655162" y="107445"/>
                  <a:pt x="656987" y="108095"/>
                  <a:pt x="659702" y="108491"/>
                </a:cubicBezTo>
                <a:cubicBezTo>
                  <a:pt x="661286" y="108717"/>
                  <a:pt x="665246" y="108915"/>
                  <a:pt x="671582" y="109085"/>
                </a:cubicBezTo>
                <a:cubicBezTo>
                  <a:pt x="683237" y="109366"/>
                  <a:pt x="690789" y="109761"/>
                  <a:pt x="694240" y="110270"/>
                </a:cubicBezTo>
                <a:cubicBezTo>
                  <a:pt x="699501" y="111005"/>
                  <a:pt x="703702" y="112956"/>
                  <a:pt x="706842" y="116123"/>
                </a:cubicBezTo>
                <a:cubicBezTo>
                  <a:pt x="709982" y="119287"/>
                  <a:pt x="711551" y="123187"/>
                  <a:pt x="711551" y="127823"/>
                </a:cubicBezTo>
                <a:cubicBezTo>
                  <a:pt x="711551" y="134210"/>
                  <a:pt x="708553" y="140203"/>
                  <a:pt x="702556" y="145800"/>
                </a:cubicBezTo>
                <a:cubicBezTo>
                  <a:pt x="693731" y="154052"/>
                  <a:pt x="682218" y="158179"/>
                  <a:pt x="668018" y="158179"/>
                </a:cubicBezTo>
                <a:cubicBezTo>
                  <a:pt x="657100" y="158179"/>
                  <a:pt x="647878" y="155721"/>
                  <a:pt x="640354" y="150806"/>
                </a:cubicBezTo>
                <a:cubicBezTo>
                  <a:pt x="636111" y="147981"/>
                  <a:pt x="633990" y="145043"/>
                  <a:pt x="633990" y="141992"/>
                </a:cubicBezTo>
                <a:cubicBezTo>
                  <a:pt x="633990" y="140637"/>
                  <a:pt x="634301" y="139282"/>
                  <a:pt x="634923" y="137926"/>
                </a:cubicBezTo>
                <a:cubicBezTo>
                  <a:pt x="635885" y="135835"/>
                  <a:pt x="637865" y="132925"/>
                  <a:pt x="640863" y="129196"/>
                </a:cubicBezTo>
                <a:cubicBezTo>
                  <a:pt x="641259" y="128689"/>
                  <a:pt x="644144" y="125638"/>
                  <a:pt x="649519" y="120045"/>
                </a:cubicBezTo>
                <a:cubicBezTo>
                  <a:pt x="646577" y="118289"/>
                  <a:pt x="644498" y="116718"/>
                  <a:pt x="643282" y="115330"/>
                </a:cubicBezTo>
                <a:cubicBezTo>
                  <a:pt x="642065" y="113942"/>
                  <a:pt x="641457" y="112370"/>
                  <a:pt x="641457" y="110615"/>
                </a:cubicBezTo>
                <a:cubicBezTo>
                  <a:pt x="641457" y="108631"/>
                  <a:pt x="642263" y="106308"/>
                  <a:pt x="643876" y="103646"/>
                </a:cubicBezTo>
                <a:cubicBezTo>
                  <a:pt x="645488" y="100983"/>
                  <a:pt x="649208" y="97217"/>
                  <a:pt x="655035" y="92346"/>
                </a:cubicBezTo>
                <a:moveTo>
                  <a:pt x="669800" y="44976"/>
                </a:moveTo>
                <a:cubicBezTo>
                  <a:pt x="665614" y="44976"/>
                  <a:pt x="662106" y="46636"/>
                  <a:pt x="659278" y="49956"/>
                </a:cubicBezTo>
                <a:cubicBezTo>
                  <a:pt x="656449" y="53274"/>
                  <a:pt x="655035" y="58366"/>
                  <a:pt x="655035" y="65231"/>
                </a:cubicBezTo>
                <a:cubicBezTo>
                  <a:pt x="655035" y="74122"/>
                  <a:pt x="656958" y="81014"/>
                  <a:pt x="660805" y="85907"/>
                </a:cubicBezTo>
                <a:cubicBezTo>
                  <a:pt x="663747" y="89622"/>
                  <a:pt x="667481" y="91479"/>
                  <a:pt x="672007" y="91479"/>
                </a:cubicBezTo>
                <a:cubicBezTo>
                  <a:pt x="676306" y="91479"/>
                  <a:pt x="679842" y="89875"/>
                  <a:pt x="682614" y="86668"/>
                </a:cubicBezTo>
                <a:cubicBezTo>
                  <a:pt x="685386" y="83461"/>
                  <a:pt x="686772" y="78425"/>
                  <a:pt x="686772" y="71561"/>
                </a:cubicBezTo>
                <a:cubicBezTo>
                  <a:pt x="686772" y="62615"/>
                  <a:pt x="684821" y="55610"/>
                  <a:pt x="680917" y="50545"/>
                </a:cubicBezTo>
                <a:cubicBezTo>
                  <a:pt x="678032" y="46832"/>
                  <a:pt x="674326" y="44976"/>
                  <a:pt x="669800" y="44976"/>
                </a:cubicBezTo>
                <a:moveTo>
                  <a:pt x="654186" y="120721"/>
                </a:moveTo>
                <a:cubicBezTo>
                  <a:pt x="651527" y="123601"/>
                  <a:pt x="649519" y="126283"/>
                  <a:pt x="648161" y="128767"/>
                </a:cubicBezTo>
                <a:cubicBezTo>
                  <a:pt x="646803" y="131252"/>
                  <a:pt x="646125" y="133540"/>
                  <a:pt x="646125" y="135630"/>
                </a:cubicBezTo>
                <a:cubicBezTo>
                  <a:pt x="646125" y="138340"/>
                  <a:pt x="647765" y="140712"/>
                  <a:pt x="651046" y="142745"/>
                </a:cubicBezTo>
                <a:cubicBezTo>
                  <a:pt x="656704" y="146245"/>
                  <a:pt x="664879" y="147996"/>
                  <a:pt x="675571" y="147996"/>
                </a:cubicBezTo>
                <a:cubicBezTo>
                  <a:pt x="685754" y="147996"/>
                  <a:pt x="693264" y="146202"/>
                  <a:pt x="698101" y="142615"/>
                </a:cubicBezTo>
                <a:cubicBezTo>
                  <a:pt x="702938" y="139030"/>
                  <a:pt x="705357" y="135205"/>
                  <a:pt x="705357" y="131140"/>
                </a:cubicBezTo>
                <a:cubicBezTo>
                  <a:pt x="705357" y="128204"/>
                  <a:pt x="703914" y="126114"/>
                  <a:pt x="701029" y="124871"/>
                </a:cubicBezTo>
                <a:cubicBezTo>
                  <a:pt x="698087" y="123628"/>
                  <a:pt x="692260" y="122895"/>
                  <a:pt x="683548" y="122670"/>
                </a:cubicBezTo>
                <a:cubicBezTo>
                  <a:pt x="670819" y="122331"/>
                  <a:pt x="661032" y="121681"/>
                  <a:pt x="654186" y="120721"/>
                </a:cubicBezTo>
                <a:close/>
                <a:moveTo>
                  <a:pt x="819493" y="111930"/>
                </a:moveTo>
                <a:cubicBezTo>
                  <a:pt x="815703" y="115890"/>
                  <a:pt x="811997" y="118733"/>
                  <a:pt x="808376" y="120459"/>
                </a:cubicBezTo>
                <a:cubicBezTo>
                  <a:pt x="804756" y="122184"/>
                  <a:pt x="800852" y="123047"/>
                  <a:pt x="796666" y="123047"/>
                </a:cubicBezTo>
                <a:cubicBezTo>
                  <a:pt x="788180" y="123047"/>
                  <a:pt x="780769" y="119505"/>
                  <a:pt x="774432" y="112421"/>
                </a:cubicBezTo>
                <a:cubicBezTo>
                  <a:pt x="768096" y="105335"/>
                  <a:pt x="764928" y="96230"/>
                  <a:pt x="764928" y="85106"/>
                </a:cubicBezTo>
                <a:cubicBezTo>
                  <a:pt x="764928" y="73984"/>
                  <a:pt x="768436" y="63808"/>
                  <a:pt x="775451" y="54578"/>
                </a:cubicBezTo>
                <a:cubicBezTo>
                  <a:pt x="782466" y="45348"/>
                  <a:pt x="791489" y="40733"/>
                  <a:pt x="802521" y="40733"/>
                </a:cubicBezTo>
                <a:cubicBezTo>
                  <a:pt x="809366" y="40733"/>
                  <a:pt x="815024" y="42911"/>
                  <a:pt x="819493" y="47267"/>
                </a:cubicBezTo>
                <a:lnTo>
                  <a:pt x="819493" y="32894"/>
                </a:lnTo>
                <a:cubicBezTo>
                  <a:pt x="819493" y="23975"/>
                  <a:pt x="819281" y="18492"/>
                  <a:pt x="818857" y="16447"/>
                </a:cubicBezTo>
                <a:cubicBezTo>
                  <a:pt x="818432" y="14401"/>
                  <a:pt x="817768" y="13010"/>
                  <a:pt x="816862" y="12273"/>
                </a:cubicBezTo>
                <a:cubicBezTo>
                  <a:pt x="815957" y="11534"/>
                  <a:pt x="814826" y="11164"/>
                  <a:pt x="813468" y="11164"/>
                </a:cubicBezTo>
                <a:cubicBezTo>
                  <a:pt x="811997" y="11164"/>
                  <a:pt x="810045" y="11619"/>
                  <a:pt x="807613" y="12527"/>
                </a:cubicBezTo>
                <a:lnTo>
                  <a:pt x="806509" y="9544"/>
                </a:lnTo>
                <a:lnTo>
                  <a:pt x="829676" y="0"/>
                </a:lnTo>
                <a:lnTo>
                  <a:pt x="833495" y="0"/>
                </a:lnTo>
                <a:lnTo>
                  <a:pt x="833495" y="89867"/>
                </a:lnTo>
                <a:cubicBezTo>
                  <a:pt x="833495" y="98975"/>
                  <a:pt x="833707" y="104533"/>
                  <a:pt x="834131" y="106541"/>
                </a:cubicBezTo>
                <a:cubicBezTo>
                  <a:pt x="834556" y="108550"/>
                  <a:pt x="835234" y="109950"/>
                  <a:pt x="836168" y="110742"/>
                </a:cubicBezTo>
                <a:cubicBezTo>
                  <a:pt x="837101" y="111534"/>
                  <a:pt x="838190" y="111930"/>
                  <a:pt x="839435" y="111930"/>
                </a:cubicBezTo>
                <a:cubicBezTo>
                  <a:pt x="840963" y="111930"/>
                  <a:pt x="842999" y="111449"/>
                  <a:pt x="845545" y="110487"/>
                </a:cubicBezTo>
                <a:lnTo>
                  <a:pt x="846478" y="113458"/>
                </a:lnTo>
                <a:lnTo>
                  <a:pt x="823397" y="123047"/>
                </a:lnTo>
                <a:lnTo>
                  <a:pt x="819493" y="123047"/>
                </a:lnTo>
                <a:lnTo>
                  <a:pt x="819493" y="111930"/>
                </a:lnTo>
                <a:moveTo>
                  <a:pt x="819493" y="106008"/>
                </a:moveTo>
                <a:lnTo>
                  <a:pt x="819493" y="66055"/>
                </a:lnTo>
                <a:cubicBezTo>
                  <a:pt x="819154" y="62217"/>
                  <a:pt x="818135" y="58719"/>
                  <a:pt x="816438" y="55559"/>
                </a:cubicBezTo>
                <a:cubicBezTo>
                  <a:pt x="814741" y="52398"/>
                  <a:pt x="812492" y="50014"/>
                  <a:pt x="809692" y="48407"/>
                </a:cubicBezTo>
                <a:cubicBezTo>
                  <a:pt x="806891" y="46798"/>
                  <a:pt x="804162" y="45994"/>
                  <a:pt x="801503" y="45994"/>
                </a:cubicBezTo>
                <a:cubicBezTo>
                  <a:pt x="796524" y="45994"/>
                  <a:pt x="792083" y="48223"/>
                  <a:pt x="788180" y="52682"/>
                </a:cubicBezTo>
                <a:cubicBezTo>
                  <a:pt x="783032" y="58550"/>
                  <a:pt x="780457" y="67127"/>
                  <a:pt x="780457" y="78413"/>
                </a:cubicBezTo>
                <a:cubicBezTo>
                  <a:pt x="780457" y="89813"/>
                  <a:pt x="782947" y="98546"/>
                  <a:pt x="787925" y="104614"/>
                </a:cubicBezTo>
                <a:cubicBezTo>
                  <a:pt x="792904" y="110679"/>
                  <a:pt x="798448" y="113712"/>
                  <a:pt x="804558" y="113712"/>
                </a:cubicBezTo>
                <a:cubicBezTo>
                  <a:pt x="809706" y="113712"/>
                  <a:pt x="814684" y="111144"/>
                  <a:pt x="819493" y="106008"/>
                </a:cubicBezTo>
                <a:close/>
                <a:moveTo>
                  <a:pt x="889502" y="40733"/>
                </a:moveTo>
                <a:cubicBezTo>
                  <a:pt x="901269" y="40733"/>
                  <a:pt x="910717" y="45198"/>
                  <a:pt x="917845" y="54127"/>
                </a:cubicBezTo>
                <a:cubicBezTo>
                  <a:pt x="923899" y="61756"/>
                  <a:pt x="926925" y="70516"/>
                  <a:pt x="926925" y="80407"/>
                </a:cubicBezTo>
                <a:cubicBezTo>
                  <a:pt x="926925" y="87359"/>
                  <a:pt x="925256" y="94395"/>
                  <a:pt x="921919" y="101516"/>
                </a:cubicBezTo>
                <a:cubicBezTo>
                  <a:pt x="918581" y="108636"/>
                  <a:pt x="913984" y="114004"/>
                  <a:pt x="908129" y="117621"/>
                </a:cubicBezTo>
                <a:cubicBezTo>
                  <a:pt x="902274" y="121238"/>
                  <a:pt x="895753" y="123047"/>
                  <a:pt x="888569" y="123047"/>
                </a:cubicBezTo>
                <a:cubicBezTo>
                  <a:pt x="876858" y="123047"/>
                  <a:pt x="867552" y="118384"/>
                  <a:pt x="860650" y="109058"/>
                </a:cubicBezTo>
                <a:cubicBezTo>
                  <a:pt x="854823" y="101203"/>
                  <a:pt x="851909" y="92388"/>
                  <a:pt x="851909" y="82611"/>
                </a:cubicBezTo>
                <a:cubicBezTo>
                  <a:pt x="851909" y="75490"/>
                  <a:pt x="853677" y="68411"/>
                  <a:pt x="857213" y="61375"/>
                </a:cubicBezTo>
                <a:cubicBezTo>
                  <a:pt x="860749" y="54339"/>
                  <a:pt x="865402" y="49139"/>
                  <a:pt x="871172" y="45777"/>
                </a:cubicBezTo>
                <a:cubicBezTo>
                  <a:pt x="876943" y="42414"/>
                  <a:pt x="883053" y="40733"/>
                  <a:pt x="889502" y="40733"/>
                </a:cubicBezTo>
                <a:moveTo>
                  <a:pt x="886871" y="46333"/>
                </a:moveTo>
                <a:cubicBezTo>
                  <a:pt x="883873" y="46333"/>
                  <a:pt x="880861" y="47224"/>
                  <a:pt x="877834" y="49004"/>
                </a:cubicBezTo>
                <a:cubicBezTo>
                  <a:pt x="874807" y="50784"/>
                  <a:pt x="872360" y="53906"/>
                  <a:pt x="870494" y="58370"/>
                </a:cubicBezTo>
                <a:cubicBezTo>
                  <a:pt x="868627" y="62834"/>
                  <a:pt x="867693" y="68569"/>
                  <a:pt x="867693" y="75576"/>
                </a:cubicBezTo>
                <a:cubicBezTo>
                  <a:pt x="867693" y="86876"/>
                  <a:pt x="869942" y="96624"/>
                  <a:pt x="874440" y="104818"/>
                </a:cubicBezTo>
                <a:cubicBezTo>
                  <a:pt x="878937" y="113010"/>
                  <a:pt x="884863" y="117107"/>
                  <a:pt x="892218" y="117107"/>
                </a:cubicBezTo>
                <a:cubicBezTo>
                  <a:pt x="897705" y="117107"/>
                  <a:pt x="902231" y="114846"/>
                  <a:pt x="905795" y="110326"/>
                </a:cubicBezTo>
                <a:cubicBezTo>
                  <a:pt x="909359" y="105805"/>
                  <a:pt x="911141" y="98036"/>
                  <a:pt x="911141" y="87018"/>
                </a:cubicBezTo>
                <a:cubicBezTo>
                  <a:pt x="911141" y="73230"/>
                  <a:pt x="908171" y="62381"/>
                  <a:pt x="902231" y="54469"/>
                </a:cubicBezTo>
                <a:cubicBezTo>
                  <a:pt x="898214" y="49045"/>
                  <a:pt x="893095" y="46333"/>
                  <a:pt x="886871" y="46333"/>
                </a:cubicBezTo>
                <a:close/>
                <a:moveTo>
                  <a:pt x="951450" y="72301"/>
                </a:moveTo>
                <a:cubicBezTo>
                  <a:pt x="951393" y="83815"/>
                  <a:pt x="954194" y="92846"/>
                  <a:pt x="959851" y="99395"/>
                </a:cubicBezTo>
                <a:cubicBezTo>
                  <a:pt x="965508" y="105941"/>
                  <a:pt x="972156" y="109215"/>
                  <a:pt x="979793" y="109215"/>
                </a:cubicBezTo>
                <a:cubicBezTo>
                  <a:pt x="984885" y="109215"/>
                  <a:pt x="989312" y="107814"/>
                  <a:pt x="993074" y="105014"/>
                </a:cubicBezTo>
                <a:cubicBezTo>
                  <a:pt x="996836" y="102214"/>
                  <a:pt x="999990" y="97419"/>
                  <a:pt x="1002536" y="90630"/>
                </a:cubicBezTo>
                <a:lnTo>
                  <a:pt x="1005166" y="92327"/>
                </a:lnTo>
                <a:cubicBezTo>
                  <a:pt x="1003978" y="100078"/>
                  <a:pt x="1000527" y="107136"/>
                  <a:pt x="994813" y="113500"/>
                </a:cubicBezTo>
                <a:cubicBezTo>
                  <a:pt x="989099" y="119864"/>
                  <a:pt x="981943" y="123047"/>
                  <a:pt x="973344" y="123047"/>
                </a:cubicBezTo>
                <a:cubicBezTo>
                  <a:pt x="964009" y="123047"/>
                  <a:pt x="956018" y="119420"/>
                  <a:pt x="949371" y="112166"/>
                </a:cubicBezTo>
                <a:cubicBezTo>
                  <a:pt x="942724" y="104911"/>
                  <a:pt x="939400" y="95157"/>
                  <a:pt x="939400" y="82905"/>
                </a:cubicBezTo>
                <a:cubicBezTo>
                  <a:pt x="939400" y="69639"/>
                  <a:pt x="942808" y="59294"/>
                  <a:pt x="949625" y="51871"/>
                </a:cubicBezTo>
                <a:cubicBezTo>
                  <a:pt x="956443" y="44445"/>
                  <a:pt x="964999" y="40733"/>
                  <a:pt x="975296" y="40733"/>
                </a:cubicBezTo>
                <a:cubicBezTo>
                  <a:pt x="984008" y="40733"/>
                  <a:pt x="991164" y="43597"/>
                  <a:pt x="996765" y="49325"/>
                </a:cubicBezTo>
                <a:cubicBezTo>
                  <a:pt x="1002366" y="55051"/>
                  <a:pt x="1005166" y="62710"/>
                  <a:pt x="1005166" y="72301"/>
                </a:cubicBezTo>
                <a:lnTo>
                  <a:pt x="951450" y="72301"/>
                </a:lnTo>
                <a:moveTo>
                  <a:pt x="951450" y="67379"/>
                </a:moveTo>
                <a:lnTo>
                  <a:pt x="987431" y="67379"/>
                </a:lnTo>
                <a:cubicBezTo>
                  <a:pt x="987148" y="62400"/>
                  <a:pt x="986554" y="58893"/>
                  <a:pt x="985648" y="56856"/>
                </a:cubicBezTo>
                <a:cubicBezTo>
                  <a:pt x="984234" y="53688"/>
                  <a:pt x="982127" y="51199"/>
                  <a:pt x="979326" y="49388"/>
                </a:cubicBezTo>
                <a:cubicBezTo>
                  <a:pt x="976526" y="47578"/>
                  <a:pt x="973598" y="46673"/>
                  <a:pt x="970543" y="46673"/>
                </a:cubicBezTo>
                <a:cubicBezTo>
                  <a:pt x="965848" y="46673"/>
                  <a:pt x="961647" y="48497"/>
                  <a:pt x="957942" y="52146"/>
                </a:cubicBezTo>
                <a:cubicBezTo>
                  <a:pt x="954236" y="55795"/>
                  <a:pt x="952072" y="60873"/>
                  <a:pt x="951450" y="67379"/>
                </a:cubicBezTo>
                <a:close/>
                <a:moveTo>
                  <a:pt x="1065783" y="40733"/>
                </a:moveTo>
                <a:lnTo>
                  <a:pt x="1065783" y="67039"/>
                </a:lnTo>
                <a:lnTo>
                  <a:pt x="1062982" y="67039"/>
                </a:lnTo>
                <a:cubicBezTo>
                  <a:pt x="1060833" y="58788"/>
                  <a:pt x="1058075" y="53176"/>
                  <a:pt x="1054709" y="50203"/>
                </a:cubicBezTo>
                <a:cubicBezTo>
                  <a:pt x="1051342" y="47227"/>
                  <a:pt x="1047057" y="45739"/>
                  <a:pt x="1041852" y="45739"/>
                </a:cubicBezTo>
                <a:cubicBezTo>
                  <a:pt x="1037892" y="45739"/>
                  <a:pt x="1034696" y="46785"/>
                  <a:pt x="1032263" y="48877"/>
                </a:cubicBezTo>
                <a:cubicBezTo>
                  <a:pt x="1029830" y="50966"/>
                  <a:pt x="1028614" y="53283"/>
                  <a:pt x="1028614" y="55827"/>
                </a:cubicBezTo>
                <a:cubicBezTo>
                  <a:pt x="1028614" y="58992"/>
                  <a:pt x="1029519" y="61704"/>
                  <a:pt x="1031330" y="63963"/>
                </a:cubicBezTo>
                <a:cubicBezTo>
                  <a:pt x="1033083" y="66281"/>
                  <a:pt x="1036648" y="68739"/>
                  <a:pt x="1042022" y="71338"/>
                </a:cubicBezTo>
                <a:lnTo>
                  <a:pt x="1054412" y="77358"/>
                </a:lnTo>
                <a:cubicBezTo>
                  <a:pt x="1065896" y="82951"/>
                  <a:pt x="1071638" y="90326"/>
                  <a:pt x="1071638" y="99482"/>
                </a:cubicBezTo>
                <a:cubicBezTo>
                  <a:pt x="1071638" y="106545"/>
                  <a:pt x="1068965" y="112239"/>
                  <a:pt x="1063619" y="116563"/>
                </a:cubicBezTo>
                <a:cubicBezTo>
                  <a:pt x="1058273" y="120885"/>
                  <a:pt x="1052290" y="123047"/>
                  <a:pt x="1045671" y="123047"/>
                </a:cubicBezTo>
                <a:cubicBezTo>
                  <a:pt x="1040919" y="123047"/>
                  <a:pt x="1035488" y="122198"/>
                  <a:pt x="1029378" y="120501"/>
                </a:cubicBezTo>
                <a:cubicBezTo>
                  <a:pt x="1027511" y="119935"/>
                  <a:pt x="1025983" y="119652"/>
                  <a:pt x="1024795" y="119652"/>
                </a:cubicBezTo>
                <a:cubicBezTo>
                  <a:pt x="1023494" y="119652"/>
                  <a:pt x="1022476" y="120388"/>
                  <a:pt x="1021740" y="121859"/>
                </a:cubicBezTo>
                <a:lnTo>
                  <a:pt x="1018940" y="121859"/>
                </a:lnTo>
                <a:lnTo>
                  <a:pt x="1018940" y="94025"/>
                </a:lnTo>
                <a:lnTo>
                  <a:pt x="1021740" y="94025"/>
                </a:lnTo>
                <a:cubicBezTo>
                  <a:pt x="1023325" y="101973"/>
                  <a:pt x="1026351" y="107963"/>
                  <a:pt x="1030820" y="111994"/>
                </a:cubicBezTo>
                <a:cubicBezTo>
                  <a:pt x="1035290" y="116025"/>
                  <a:pt x="1040297" y="118040"/>
                  <a:pt x="1045841" y="118040"/>
                </a:cubicBezTo>
                <a:cubicBezTo>
                  <a:pt x="1049744" y="118040"/>
                  <a:pt x="1052926" y="116896"/>
                  <a:pt x="1055387" y="114608"/>
                </a:cubicBezTo>
                <a:cubicBezTo>
                  <a:pt x="1057848" y="112319"/>
                  <a:pt x="1059079" y="109564"/>
                  <a:pt x="1059079" y="106343"/>
                </a:cubicBezTo>
                <a:cubicBezTo>
                  <a:pt x="1059079" y="102443"/>
                  <a:pt x="1057707" y="99165"/>
                  <a:pt x="1054963" y="96509"/>
                </a:cubicBezTo>
                <a:cubicBezTo>
                  <a:pt x="1052219" y="93854"/>
                  <a:pt x="1046746" y="90492"/>
                  <a:pt x="1038543" y="86424"/>
                </a:cubicBezTo>
                <a:cubicBezTo>
                  <a:pt x="1030340" y="82355"/>
                  <a:pt x="1024965" y="78681"/>
                  <a:pt x="1022419" y="75403"/>
                </a:cubicBezTo>
                <a:cubicBezTo>
                  <a:pt x="1019874" y="72182"/>
                  <a:pt x="1018601" y="68113"/>
                  <a:pt x="1018601" y="63197"/>
                </a:cubicBezTo>
                <a:cubicBezTo>
                  <a:pt x="1018601" y="56811"/>
                  <a:pt x="1020793" y="51471"/>
                  <a:pt x="1025177" y="47177"/>
                </a:cubicBezTo>
                <a:cubicBezTo>
                  <a:pt x="1029562" y="42881"/>
                  <a:pt x="1035233" y="40733"/>
                  <a:pt x="1042192" y="40733"/>
                </a:cubicBezTo>
                <a:cubicBezTo>
                  <a:pt x="1045247" y="40733"/>
                  <a:pt x="1048952" y="41383"/>
                  <a:pt x="1053308" y="42684"/>
                </a:cubicBezTo>
                <a:cubicBezTo>
                  <a:pt x="1056194" y="43533"/>
                  <a:pt x="1058117" y="43957"/>
                  <a:pt x="1059079" y="43957"/>
                </a:cubicBezTo>
                <a:cubicBezTo>
                  <a:pt x="1059984" y="43957"/>
                  <a:pt x="1060691" y="43759"/>
                  <a:pt x="1061200" y="43363"/>
                </a:cubicBezTo>
                <a:cubicBezTo>
                  <a:pt x="1061709" y="42967"/>
                  <a:pt x="1062303" y="42090"/>
                  <a:pt x="1062982" y="40733"/>
                </a:cubicBezTo>
                <a:lnTo>
                  <a:pt x="1065783" y="40733"/>
                </a:lnTo>
                <a:close/>
                <a:moveTo>
                  <a:pt x="1164616" y="40733"/>
                </a:moveTo>
                <a:cubicBezTo>
                  <a:pt x="1176384" y="40733"/>
                  <a:pt x="1185831" y="45198"/>
                  <a:pt x="1192959" y="54127"/>
                </a:cubicBezTo>
                <a:cubicBezTo>
                  <a:pt x="1199013" y="61756"/>
                  <a:pt x="1202039" y="70516"/>
                  <a:pt x="1202039" y="80407"/>
                </a:cubicBezTo>
                <a:cubicBezTo>
                  <a:pt x="1202039" y="87359"/>
                  <a:pt x="1200371" y="94395"/>
                  <a:pt x="1197033" y="101516"/>
                </a:cubicBezTo>
                <a:cubicBezTo>
                  <a:pt x="1193695" y="108636"/>
                  <a:pt x="1189098" y="114004"/>
                  <a:pt x="1183243" y="117621"/>
                </a:cubicBezTo>
                <a:cubicBezTo>
                  <a:pt x="1177388" y="121238"/>
                  <a:pt x="1170868" y="123047"/>
                  <a:pt x="1163683" y="123047"/>
                </a:cubicBezTo>
                <a:cubicBezTo>
                  <a:pt x="1151972" y="123047"/>
                  <a:pt x="1142666" y="118384"/>
                  <a:pt x="1135764" y="109058"/>
                </a:cubicBezTo>
                <a:cubicBezTo>
                  <a:pt x="1129937" y="101203"/>
                  <a:pt x="1127023" y="92388"/>
                  <a:pt x="1127023" y="82611"/>
                </a:cubicBezTo>
                <a:cubicBezTo>
                  <a:pt x="1127023" y="75490"/>
                  <a:pt x="1128791" y="68411"/>
                  <a:pt x="1132327" y="61375"/>
                </a:cubicBezTo>
                <a:cubicBezTo>
                  <a:pt x="1135863" y="54339"/>
                  <a:pt x="1140516" y="49139"/>
                  <a:pt x="1146287" y="45777"/>
                </a:cubicBezTo>
                <a:cubicBezTo>
                  <a:pt x="1152057" y="42414"/>
                  <a:pt x="1158167" y="40733"/>
                  <a:pt x="1164616" y="40733"/>
                </a:cubicBezTo>
                <a:moveTo>
                  <a:pt x="1161986" y="46333"/>
                </a:moveTo>
                <a:cubicBezTo>
                  <a:pt x="1158987" y="46333"/>
                  <a:pt x="1155975" y="47224"/>
                  <a:pt x="1152948" y="49004"/>
                </a:cubicBezTo>
                <a:cubicBezTo>
                  <a:pt x="1149921" y="50784"/>
                  <a:pt x="1147475" y="53906"/>
                  <a:pt x="1145608" y="58370"/>
                </a:cubicBezTo>
                <a:cubicBezTo>
                  <a:pt x="1143741" y="62834"/>
                  <a:pt x="1142807" y="68569"/>
                  <a:pt x="1142807" y="75576"/>
                </a:cubicBezTo>
                <a:cubicBezTo>
                  <a:pt x="1142807" y="86876"/>
                  <a:pt x="1145056" y="96624"/>
                  <a:pt x="1149554" y="104818"/>
                </a:cubicBezTo>
                <a:cubicBezTo>
                  <a:pt x="1154051" y="113010"/>
                  <a:pt x="1159977" y="117107"/>
                  <a:pt x="1167332" y="117107"/>
                </a:cubicBezTo>
                <a:cubicBezTo>
                  <a:pt x="1172819" y="117107"/>
                  <a:pt x="1177345" y="114846"/>
                  <a:pt x="1180909" y="110326"/>
                </a:cubicBezTo>
                <a:cubicBezTo>
                  <a:pt x="1184473" y="105805"/>
                  <a:pt x="1186256" y="98036"/>
                  <a:pt x="1186256" y="87018"/>
                </a:cubicBezTo>
                <a:cubicBezTo>
                  <a:pt x="1186256" y="73230"/>
                  <a:pt x="1183285" y="62381"/>
                  <a:pt x="1177345" y="54469"/>
                </a:cubicBezTo>
                <a:cubicBezTo>
                  <a:pt x="1173329" y="49045"/>
                  <a:pt x="1168209" y="46333"/>
                  <a:pt x="1161986" y="46333"/>
                </a:cubicBezTo>
                <a:close/>
                <a:moveTo>
                  <a:pt x="1236238" y="40733"/>
                </a:moveTo>
                <a:lnTo>
                  <a:pt x="1236238" y="58214"/>
                </a:lnTo>
                <a:cubicBezTo>
                  <a:pt x="1242744" y="46560"/>
                  <a:pt x="1249420" y="40733"/>
                  <a:pt x="1256265" y="40733"/>
                </a:cubicBezTo>
                <a:cubicBezTo>
                  <a:pt x="1259377" y="40733"/>
                  <a:pt x="1261951" y="41680"/>
                  <a:pt x="1263987" y="43576"/>
                </a:cubicBezTo>
                <a:cubicBezTo>
                  <a:pt x="1266024" y="45471"/>
                  <a:pt x="1267042" y="47663"/>
                  <a:pt x="1267042" y="50152"/>
                </a:cubicBezTo>
                <a:cubicBezTo>
                  <a:pt x="1267042" y="52359"/>
                  <a:pt x="1266307" y="54225"/>
                  <a:pt x="1264836" y="55753"/>
                </a:cubicBezTo>
                <a:cubicBezTo>
                  <a:pt x="1263365" y="57280"/>
                  <a:pt x="1261611" y="58044"/>
                  <a:pt x="1259575" y="58044"/>
                </a:cubicBezTo>
                <a:cubicBezTo>
                  <a:pt x="1257594" y="58044"/>
                  <a:pt x="1255374" y="57068"/>
                  <a:pt x="1252913" y="55116"/>
                </a:cubicBezTo>
                <a:cubicBezTo>
                  <a:pt x="1250452" y="53165"/>
                  <a:pt x="1248628" y="52189"/>
                  <a:pt x="1247440" y="52189"/>
                </a:cubicBezTo>
                <a:cubicBezTo>
                  <a:pt x="1246421" y="52189"/>
                  <a:pt x="1245318" y="52753"/>
                  <a:pt x="1244130" y="53881"/>
                </a:cubicBezTo>
                <a:cubicBezTo>
                  <a:pt x="1241584" y="56195"/>
                  <a:pt x="1238954" y="60004"/>
                  <a:pt x="1236238" y="65308"/>
                </a:cubicBezTo>
                <a:lnTo>
                  <a:pt x="1236238" y="102466"/>
                </a:lnTo>
                <a:cubicBezTo>
                  <a:pt x="1236238" y="106753"/>
                  <a:pt x="1236776" y="109997"/>
                  <a:pt x="1237850" y="112198"/>
                </a:cubicBezTo>
                <a:cubicBezTo>
                  <a:pt x="1238586" y="113722"/>
                  <a:pt x="1239887" y="114992"/>
                  <a:pt x="1241754" y="116009"/>
                </a:cubicBezTo>
                <a:cubicBezTo>
                  <a:pt x="1243621" y="117023"/>
                  <a:pt x="1246308" y="117531"/>
                  <a:pt x="1249816" y="117531"/>
                </a:cubicBezTo>
                <a:lnTo>
                  <a:pt x="1249816" y="120671"/>
                </a:lnTo>
                <a:lnTo>
                  <a:pt x="1210016" y="120671"/>
                </a:lnTo>
                <a:lnTo>
                  <a:pt x="1210016" y="117531"/>
                </a:lnTo>
                <a:cubicBezTo>
                  <a:pt x="1213977" y="117531"/>
                  <a:pt x="1216918" y="116910"/>
                  <a:pt x="1218842" y="115669"/>
                </a:cubicBezTo>
                <a:cubicBezTo>
                  <a:pt x="1220256" y="114766"/>
                  <a:pt x="1221246" y="113326"/>
                  <a:pt x="1221812" y="111349"/>
                </a:cubicBezTo>
                <a:cubicBezTo>
                  <a:pt x="1222095" y="110389"/>
                  <a:pt x="1222236" y="107652"/>
                  <a:pt x="1222236" y="103136"/>
                </a:cubicBezTo>
                <a:lnTo>
                  <a:pt x="1222236" y="73078"/>
                </a:lnTo>
                <a:cubicBezTo>
                  <a:pt x="1222236" y="64045"/>
                  <a:pt x="1222052" y="58669"/>
                  <a:pt x="1221685" y="56949"/>
                </a:cubicBezTo>
                <a:cubicBezTo>
                  <a:pt x="1221317" y="55227"/>
                  <a:pt x="1220638" y="53971"/>
                  <a:pt x="1219648" y="53181"/>
                </a:cubicBezTo>
                <a:cubicBezTo>
                  <a:pt x="1218658" y="52390"/>
                  <a:pt x="1217428" y="51995"/>
                  <a:pt x="1215957" y="51995"/>
                </a:cubicBezTo>
                <a:cubicBezTo>
                  <a:pt x="1214203" y="51995"/>
                  <a:pt x="1212223" y="52419"/>
                  <a:pt x="1210016" y="53265"/>
                </a:cubicBezTo>
                <a:lnTo>
                  <a:pt x="1209168" y="50216"/>
                </a:lnTo>
                <a:lnTo>
                  <a:pt x="1232674" y="40733"/>
                </a:lnTo>
                <a:lnTo>
                  <a:pt x="1236238" y="40733"/>
                </a:lnTo>
                <a:close/>
                <a:moveTo>
                  <a:pt x="1310489" y="42939"/>
                </a:moveTo>
                <a:lnTo>
                  <a:pt x="1343075" y="42939"/>
                </a:lnTo>
                <a:lnTo>
                  <a:pt x="1343075" y="46079"/>
                </a:lnTo>
                <a:cubicBezTo>
                  <a:pt x="1340077" y="46305"/>
                  <a:pt x="1338111" y="46843"/>
                  <a:pt x="1337178" y="47691"/>
                </a:cubicBezTo>
                <a:cubicBezTo>
                  <a:pt x="1336244" y="48540"/>
                  <a:pt x="1335778" y="49756"/>
                  <a:pt x="1335778" y="51340"/>
                </a:cubicBezTo>
                <a:cubicBezTo>
                  <a:pt x="1335778" y="53094"/>
                  <a:pt x="1336258" y="55215"/>
                  <a:pt x="1337220" y="57705"/>
                </a:cubicBezTo>
                <a:lnTo>
                  <a:pt x="1353853" y="102426"/>
                </a:lnTo>
                <a:lnTo>
                  <a:pt x="1370570" y="66021"/>
                </a:lnTo>
                <a:lnTo>
                  <a:pt x="1366157" y="54565"/>
                </a:lnTo>
                <a:cubicBezTo>
                  <a:pt x="1364800" y="51170"/>
                  <a:pt x="1363018" y="48823"/>
                  <a:pt x="1360811" y="47521"/>
                </a:cubicBezTo>
                <a:cubicBezTo>
                  <a:pt x="1359567" y="46729"/>
                  <a:pt x="1357247" y="46249"/>
                  <a:pt x="1353853" y="46079"/>
                </a:cubicBezTo>
                <a:lnTo>
                  <a:pt x="1353853" y="42939"/>
                </a:lnTo>
                <a:lnTo>
                  <a:pt x="1390852" y="42939"/>
                </a:lnTo>
                <a:lnTo>
                  <a:pt x="1390852" y="46079"/>
                </a:lnTo>
                <a:cubicBezTo>
                  <a:pt x="1386778" y="46249"/>
                  <a:pt x="1383893" y="46984"/>
                  <a:pt x="1382196" y="48285"/>
                </a:cubicBezTo>
                <a:cubicBezTo>
                  <a:pt x="1381064" y="49190"/>
                  <a:pt x="1380499" y="50633"/>
                  <a:pt x="1380499" y="52613"/>
                </a:cubicBezTo>
                <a:cubicBezTo>
                  <a:pt x="1380499" y="53745"/>
                  <a:pt x="1380725" y="54904"/>
                  <a:pt x="1381178" y="56092"/>
                </a:cubicBezTo>
                <a:lnTo>
                  <a:pt x="1398828" y="100729"/>
                </a:lnTo>
                <a:lnTo>
                  <a:pt x="1415206" y="57705"/>
                </a:lnTo>
                <a:cubicBezTo>
                  <a:pt x="1416338" y="54650"/>
                  <a:pt x="1416903" y="52217"/>
                  <a:pt x="1416903" y="50407"/>
                </a:cubicBezTo>
                <a:cubicBezTo>
                  <a:pt x="1416903" y="49332"/>
                  <a:pt x="1416352" y="48370"/>
                  <a:pt x="1415249" y="47521"/>
                </a:cubicBezTo>
                <a:cubicBezTo>
                  <a:pt x="1414146" y="46673"/>
                  <a:pt x="1411982" y="46192"/>
                  <a:pt x="1408757" y="46079"/>
                </a:cubicBezTo>
                <a:lnTo>
                  <a:pt x="1408757" y="42939"/>
                </a:lnTo>
                <a:lnTo>
                  <a:pt x="1433281" y="42939"/>
                </a:lnTo>
                <a:lnTo>
                  <a:pt x="1433281" y="46079"/>
                </a:lnTo>
                <a:cubicBezTo>
                  <a:pt x="1428360" y="46814"/>
                  <a:pt x="1424739" y="50152"/>
                  <a:pt x="1422419" y="56092"/>
                </a:cubicBezTo>
                <a:lnTo>
                  <a:pt x="1396452" y="123047"/>
                </a:lnTo>
                <a:lnTo>
                  <a:pt x="1392973" y="123047"/>
                </a:lnTo>
                <a:lnTo>
                  <a:pt x="1373540" y="73404"/>
                </a:lnTo>
                <a:lnTo>
                  <a:pt x="1350883" y="123047"/>
                </a:lnTo>
                <a:lnTo>
                  <a:pt x="1347743" y="123047"/>
                </a:lnTo>
                <a:lnTo>
                  <a:pt x="1322794" y="57705"/>
                </a:lnTo>
                <a:cubicBezTo>
                  <a:pt x="1321153" y="53575"/>
                  <a:pt x="1319541" y="50789"/>
                  <a:pt x="1317957" y="49346"/>
                </a:cubicBezTo>
                <a:cubicBezTo>
                  <a:pt x="1316373" y="47903"/>
                  <a:pt x="1313884" y="46814"/>
                  <a:pt x="1310489" y="46079"/>
                </a:cubicBezTo>
                <a:lnTo>
                  <a:pt x="1310489" y="42939"/>
                </a:lnTo>
                <a:close/>
                <a:moveTo>
                  <a:pt x="1463122" y="0"/>
                </a:moveTo>
                <a:lnTo>
                  <a:pt x="1463122" y="56941"/>
                </a:lnTo>
                <a:cubicBezTo>
                  <a:pt x="1469402" y="50039"/>
                  <a:pt x="1474380" y="45612"/>
                  <a:pt x="1478057" y="43660"/>
                </a:cubicBezTo>
                <a:cubicBezTo>
                  <a:pt x="1481735" y="41709"/>
                  <a:pt x="1485412" y="40733"/>
                  <a:pt x="1489089" y="40733"/>
                </a:cubicBezTo>
                <a:cubicBezTo>
                  <a:pt x="1493502" y="40733"/>
                  <a:pt x="1497292" y="41946"/>
                  <a:pt x="1500460" y="44374"/>
                </a:cubicBezTo>
                <a:cubicBezTo>
                  <a:pt x="1503629" y="46801"/>
                  <a:pt x="1505976" y="50611"/>
                  <a:pt x="1507504" y="55803"/>
                </a:cubicBezTo>
                <a:cubicBezTo>
                  <a:pt x="1508579" y="59417"/>
                  <a:pt x="1509116" y="66022"/>
                  <a:pt x="1509116" y="75618"/>
                </a:cubicBezTo>
                <a:lnTo>
                  <a:pt x="1509116" y="103052"/>
                </a:lnTo>
                <a:cubicBezTo>
                  <a:pt x="1509116" y="107963"/>
                  <a:pt x="1509512" y="111322"/>
                  <a:pt x="1510304" y="113129"/>
                </a:cubicBezTo>
                <a:cubicBezTo>
                  <a:pt x="1510870" y="114483"/>
                  <a:pt x="1511832" y="115555"/>
                  <a:pt x="1513189" y="116345"/>
                </a:cubicBezTo>
                <a:cubicBezTo>
                  <a:pt x="1514547" y="117136"/>
                  <a:pt x="1517036" y="117531"/>
                  <a:pt x="1520657" y="117531"/>
                </a:cubicBezTo>
                <a:lnTo>
                  <a:pt x="1520657" y="120671"/>
                </a:lnTo>
                <a:lnTo>
                  <a:pt x="1482470" y="120671"/>
                </a:lnTo>
                <a:lnTo>
                  <a:pt x="1482470" y="117531"/>
                </a:lnTo>
                <a:lnTo>
                  <a:pt x="1484252" y="117531"/>
                </a:lnTo>
                <a:cubicBezTo>
                  <a:pt x="1487873" y="117531"/>
                  <a:pt x="1490390" y="116979"/>
                  <a:pt x="1491805" y="115876"/>
                </a:cubicBezTo>
                <a:cubicBezTo>
                  <a:pt x="1493219" y="114773"/>
                  <a:pt x="1494209" y="113146"/>
                  <a:pt x="1494775" y="110997"/>
                </a:cubicBezTo>
                <a:cubicBezTo>
                  <a:pt x="1494945" y="110091"/>
                  <a:pt x="1495029" y="107433"/>
                  <a:pt x="1495029" y="103020"/>
                </a:cubicBezTo>
                <a:lnTo>
                  <a:pt x="1495029" y="75525"/>
                </a:lnTo>
                <a:cubicBezTo>
                  <a:pt x="1495029" y="67039"/>
                  <a:pt x="1494591" y="61467"/>
                  <a:pt x="1493714" y="58808"/>
                </a:cubicBezTo>
                <a:cubicBezTo>
                  <a:pt x="1492837" y="56149"/>
                  <a:pt x="1491437" y="54155"/>
                  <a:pt x="1489514" y="52825"/>
                </a:cubicBezTo>
                <a:cubicBezTo>
                  <a:pt x="1487590" y="51496"/>
                  <a:pt x="1485271" y="50831"/>
                  <a:pt x="1482555" y="50831"/>
                </a:cubicBezTo>
                <a:cubicBezTo>
                  <a:pt x="1479783" y="50831"/>
                  <a:pt x="1476898" y="51566"/>
                  <a:pt x="1473899" y="53037"/>
                </a:cubicBezTo>
                <a:cubicBezTo>
                  <a:pt x="1470901" y="54508"/>
                  <a:pt x="1467309" y="57478"/>
                  <a:pt x="1463122" y="61948"/>
                </a:cubicBezTo>
                <a:lnTo>
                  <a:pt x="1463122" y="103020"/>
                </a:lnTo>
                <a:cubicBezTo>
                  <a:pt x="1463122" y="108338"/>
                  <a:pt x="1463419" y="111647"/>
                  <a:pt x="1464013" y="112948"/>
                </a:cubicBezTo>
                <a:cubicBezTo>
                  <a:pt x="1464607" y="114250"/>
                  <a:pt x="1465710" y="115339"/>
                  <a:pt x="1467323" y="116216"/>
                </a:cubicBezTo>
                <a:cubicBezTo>
                  <a:pt x="1468935" y="117092"/>
                  <a:pt x="1471721" y="117531"/>
                  <a:pt x="1475681" y="117531"/>
                </a:cubicBezTo>
                <a:lnTo>
                  <a:pt x="1475681" y="120671"/>
                </a:lnTo>
                <a:lnTo>
                  <a:pt x="1437155" y="120671"/>
                </a:lnTo>
                <a:lnTo>
                  <a:pt x="1437155" y="117531"/>
                </a:lnTo>
                <a:cubicBezTo>
                  <a:pt x="1440606" y="117531"/>
                  <a:pt x="1443322" y="116993"/>
                  <a:pt x="1445302" y="115919"/>
                </a:cubicBezTo>
                <a:cubicBezTo>
                  <a:pt x="1446433" y="115355"/>
                  <a:pt x="1447338" y="114281"/>
                  <a:pt x="1448017" y="112699"/>
                </a:cubicBezTo>
                <a:cubicBezTo>
                  <a:pt x="1448696" y="111115"/>
                  <a:pt x="1449035" y="107892"/>
                  <a:pt x="1449035" y="103030"/>
                </a:cubicBezTo>
                <a:lnTo>
                  <a:pt x="1449035" y="32732"/>
                </a:lnTo>
                <a:cubicBezTo>
                  <a:pt x="1449035" y="23857"/>
                  <a:pt x="1448823" y="18402"/>
                  <a:pt x="1448399" y="16367"/>
                </a:cubicBezTo>
                <a:cubicBezTo>
                  <a:pt x="1447975" y="14331"/>
                  <a:pt x="1447324" y="12946"/>
                  <a:pt x="1446447" y="12212"/>
                </a:cubicBezTo>
                <a:cubicBezTo>
                  <a:pt x="1445570" y="11476"/>
                  <a:pt x="1444396" y="11109"/>
                  <a:pt x="1442926" y="11109"/>
                </a:cubicBezTo>
                <a:cubicBezTo>
                  <a:pt x="1441737" y="11109"/>
                  <a:pt x="1439814" y="11561"/>
                  <a:pt x="1437155" y="12466"/>
                </a:cubicBezTo>
                <a:lnTo>
                  <a:pt x="1435967" y="9496"/>
                </a:lnTo>
                <a:lnTo>
                  <a:pt x="1459219" y="0"/>
                </a:lnTo>
                <a:lnTo>
                  <a:pt x="1463122" y="0"/>
                </a:lnTo>
                <a:close/>
                <a:moveTo>
                  <a:pt x="1522779" y="42939"/>
                </a:moveTo>
                <a:lnTo>
                  <a:pt x="1559014" y="42939"/>
                </a:lnTo>
                <a:lnTo>
                  <a:pt x="1559014" y="46079"/>
                </a:lnTo>
                <a:lnTo>
                  <a:pt x="1557232" y="46079"/>
                </a:lnTo>
                <a:cubicBezTo>
                  <a:pt x="1554686" y="46079"/>
                  <a:pt x="1552777" y="46630"/>
                  <a:pt x="1551504" y="47734"/>
                </a:cubicBezTo>
                <a:cubicBezTo>
                  <a:pt x="1550231" y="48837"/>
                  <a:pt x="1549594" y="50209"/>
                  <a:pt x="1549594" y="51849"/>
                </a:cubicBezTo>
                <a:cubicBezTo>
                  <a:pt x="1549594" y="54056"/>
                  <a:pt x="1550528" y="57111"/>
                  <a:pt x="1552395" y="61014"/>
                </a:cubicBezTo>
                <a:lnTo>
                  <a:pt x="1571319" y="100219"/>
                </a:lnTo>
                <a:lnTo>
                  <a:pt x="1588715" y="57280"/>
                </a:lnTo>
                <a:cubicBezTo>
                  <a:pt x="1589677" y="54961"/>
                  <a:pt x="1590157" y="52670"/>
                  <a:pt x="1590157" y="50407"/>
                </a:cubicBezTo>
                <a:cubicBezTo>
                  <a:pt x="1590157" y="49388"/>
                  <a:pt x="1589959" y="48625"/>
                  <a:pt x="1589563" y="48116"/>
                </a:cubicBezTo>
                <a:cubicBezTo>
                  <a:pt x="1589111" y="47493"/>
                  <a:pt x="1588404" y="46998"/>
                  <a:pt x="1587442" y="46630"/>
                </a:cubicBezTo>
                <a:cubicBezTo>
                  <a:pt x="1586480" y="46263"/>
                  <a:pt x="1584783" y="46079"/>
                  <a:pt x="1582350" y="46079"/>
                </a:cubicBezTo>
                <a:lnTo>
                  <a:pt x="1582350" y="42939"/>
                </a:lnTo>
                <a:lnTo>
                  <a:pt x="1607639" y="42939"/>
                </a:lnTo>
                <a:lnTo>
                  <a:pt x="1607639" y="46079"/>
                </a:lnTo>
                <a:cubicBezTo>
                  <a:pt x="1605545" y="46305"/>
                  <a:pt x="1603933" y="46758"/>
                  <a:pt x="1602802" y="47437"/>
                </a:cubicBezTo>
                <a:cubicBezTo>
                  <a:pt x="1601670" y="48116"/>
                  <a:pt x="1600425" y="49388"/>
                  <a:pt x="1599068" y="51255"/>
                </a:cubicBezTo>
                <a:cubicBezTo>
                  <a:pt x="1598559" y="52047"/>
                  <a:pt x="1597597" y="54225"/>
                  <a:pt x="1596182" y="57790"/>
                </a:cubicBezTo>
                <a:lnTo>
                  <a:pt x="1564530" y="135351"/>
                </a:lnTo>
                <a:cubicBezTo>
                  <a:pt x="1561475" y="142876"/>
                  <a:pt x="1557472" y="148561"/>
                  <a:pt x="1552522" y="152408"/>
                </a:cubicBezTo>
                <a:cubicBezTo>
                  <a:pt x="1547572" y="156255"/>
                  <a:pt x="1542806" y="158179"/>
                  <a:pt x="1538223" y="158179"/>
                </a:cubicBezTo>
                <a:cubicBezTo>
                  <a:pt x="1534885" y="158179"/>
                  <a:pt x="1532142" y="157228"/>
                  <a:pt x="1529992" y="155328"/>
                </a:cubicBezTo>
                <a:cubicBezTo>
                  <a:pt x="1527842" y="153427"/>
                  <a:pt x="1526767" y="151248"/>
                  <a:pt x="1526767" y="148788"/>
                </a:cubicBezTo>
                <a:cubicBezTo>
                  <a:pt x="1526767" y="146441"/>
                  <a:pt x="1527545" y="144547"/>
                  <a:pt x="1529101" y="143108"/>
                </a:cubicBezTo>
                <a:cubicBezTo>
                  <a:pt x="1530657" y="141671"/>
                  <a:pt x="1532792" y="140952"/>
                  <a:pt x="1535508" y="140952"/>
                </a:cubicBezTo>
                <a:cubicBezTo>
                  <a:pt x="1537375" y="140952"/>
                  <a:pt x="1539920" y="141574"/>
                  <a:pt x="1543145" y="142819"/>
                </a:cubicBezTo>
                <a:cubicBezTo>
                  <a:pt x="1545408" y="143668"/>
                  <a:pt x="1546822" y="144092"/>
                  <a:pt x="1547388" y="144092"/>
                </a:cubicBezTo>
                <a:cubicBezTo>
                  <a:pt x="1549085" y="144092"/>
                  <a:pt x="1550938" y="143209"/>
                  <a:pt x="1552946" y="141443"/>
                </a:cubicBezTo>
                <a:cubicBezTo>
                  <a:pt x="1554955" y="139678"/>
                  <a:pt x="1556977" y="136263"/>
                  <a:pt x="1559014" y="131196"/>
                </a:cubicBezTo>
                <a:lnTo>
                  <a:pt x="1564530" y="117616"/>
                </a:lnTo>
                <a:lnTo>
                  <a:pt x="1536611" y="58978"/>
                </a:lnTo>
                <a:cubicBezTo>
                  <a:pt x="1535762" y="57224"/>
                  <a:pt x="1534405" y="55046"/>
                  <a:pt x="1532538" y="52443"/>
                </a:cubicBezTo>
                <a:cubicBezTo>
                  <a:pt x="1531123" y="50463"/>
                  <a:pt x="1529964" y="49134"/>
                  <a:pt x="1529058" y="48455"/>
                </a:cubicBezTo>
                <a:cubicBezTo>
                  <a:pt x="1527757" y="47550"/>
                  <a:pt x="1525664" y="46758"/>
                  <a:pt x="1522779" y="46079"/>
                </a:cubicBezTo>
                <a:lnTo>
                  <a:pt x="1522779" y="42939"/>
                </a:lnTo>
                <a:close/>
                <a:moveTo>
                  <a:pt x="1677308" y="0"/>
                </a:moveTo>
                <a:cubicBezTo>
                  <a:pt x="1679684" y="0"/>
                  <a:pt x="1681707" y="839"/>
                  <a:pt x="1683376" y="2517"/>
                </a:cubicBezTo>
                <a:cubicBezTo>
                  <a:pt x="1685045" y="4193"/>
                  <a:pt x="1685879" y="6225"/>
                  <a:pt x="1685879" y="8613"/>
                </a:cubicBezTo>
                <a:cubicBezTo>
                  <a:pt x="1685879" y="11002"/>
                  <a:pt x="1685045" y="13049"/>
                  <a:pt x="1683376" y="14755"/>
                </a:cubicBezTo>
                <a:cubicBezTo>
                  <a:pt x="1681707" y="16459"/>
                  <a:pt x="1679684" y="17311"/>
                  <a:pt x="1677308" y="17311"/>
                </a:cubicBezTo>
                <a:cubicBezTo>
                  <a:pt x="1674932" y="17311"/>
                  <a:pt x="1672896" y="16459"/>
                  <a:pt x="1671198" y="14755"/>
                </a:cubicBezTo>
                <a:cubicBezTo>
                  <a:pt x="1669501" y="13049"/>
                  <a:pt x="1668653" y="11002"/>
                  <a:pt x="1668653" y="8613"/>
                </a:cubicBezTo>
                <a:cubicBezTo>
                  <a:pt x="1668653" y="6225"/>
                  <a:pt x="1669487" y="4193"/>
                  <a:pt x="1671156" y="2517"/>
                </a:cubicBezTo>
                <a:cubicBezTo>
                  <a:pt x="1672825" y="839"/>
                  <a:pt x="1674876" y="0"/>
                  <a:pt x="1677308" y="0"/>
                </a:cubicBezTo>
                <a:moveTo>
                  <a:pt x="1684352" y="40733"/>
                </a:moveTo>
                <a:lnTo>
                  <a:pt x="1684352" y="103052"/>
                </a:lnTo>
                <a:cubicBezTo>
                  <a:pt x="1684352" y="107906"/>
                  <a:pt x="1684705" y="111138"/>
                  <a:pt x="1685412" y="112747"/>
                </a:cubicBezTo>
                <a:cubicBezTo>
                  <a:pt x="1686120" y="114356"/>
                  <a:pt x="1687166" y="115555"/>
                  <a:pt x="1688552" y="116345"/>
                </a:cubicBezTo>
                <a:cubicBezTo>
                  <a:pt x="1689938" y="117136"/>
                  <a:pt x="1692470" y="117531"/>
                  <a:pt x="1696147" y="117531"/>
                </a:cubicBezTo>
                <a:lnTo>
                  <a:pt x="1696147" y="120671"/>
                </a:lnTo>
                <a:lnTo>
                  <a:pt x="1658385" y="120671"/>
                </a:lnTo>
                <a:lnTo>
                  <a:pt x="1658385" y="117531"/>
                </a:lnTo>
                <a:cubicBezTo>
                  <a:pt x="1662175" y="117531"/>
                  <a:pt x="1664721" y="117164"/>
                  <a:pt x="1666022" y="116430"/>
                </a:cubicBezTo>
                <a:cubicBezTo>
                  <a:pt x="1667323" y="115697"/>
                  <a:pt x="1668356" y="114483"/>
                  <a:pt x="1669119" y="112789"/>
                </a:cubicBezTo>
                <a:cubicBezTo>
                  <a:pt x="1669883" y="111096"/>
                  <a:pt x="1670265" y="107850"/>
                  <a:pt x="1670265" y="103052"/>
                </a:cubicBezTo>
                <a:lnTo>
                  <a:pt x="1670265" y="73162"/>
                </a:lnTo>
                <a:cubicBezTo>
                  <a:pt x="1670265" y="64751"/>
                  <a:pt x="1670010" y="59304"/>
                  <a:pt x="1669501" y="56822"/>
                </a:cubicBezTo>
                <a:cubicBezTo>
                  <a:pt x="1669105" y="55015"/>
                  <a:pt x="1668483" y="53759"/>
                  <a:pt x="1667634" y="53053"/>
                </a:cubicBezTo>
                <a:cubicBezTo>
                  <a:pt x="1666786" y="52348"/>
                  <a:pt x="1665626" y="51995"/>
                  <a:pt x="1664155" y="51995"/>
                </a:cubicBezTo>
                <a:cubicBezTo>
                  <a:pt x="1662571" y="51995"/>
                  <a:pt x="1660648" y="52419"/>
                  <a:pt x="1658385" y="53265"/>
                </a:cubicBezTo>
                <a:lnTo>
                  <a:pt x="1657197" y="50216"/>
                </a:lnTo>
                <a:lnTo>
                  <a:pt x="1680618" y="40733"/>
                </a:lnTo>
                <a:lnTo>
                  <a:pt x="1684352" y="40733"/>
                </a:lnTo>
                <a:close/>
                <a:moveTo>
                  <a:pt x="1728423" y="17311"/>
                </a:moveTo>
                <a:lnTo>
                  <a:pt x="1728423" y="42939"/>
                </a:lnTo>
                <a:lnTo>
                  <a:pt x="1746583" y="42939"/>
                </a:lnTo>
                <a:lnTo>
                  <a:pt x="1746583" y="48879"/>
                </a:lnTo>
                <a:lnTo>
                  <a:pt x="1728423" y="48879"/>
                </a:lnTo>
                <a:lnTo>
                  <a:pt x="1728423" y="99217"/>
                </a:lnTo>
                <a:cubicBezTo>
                  <a:pt x="1728423" y="104247"/>
                  <a:pt x="1729145" y="107638"/>
                  <a:pt x="1730587" y="109390"/>
                </a:cubicBezTo>
                <a:cubicBezTo>
                  <a:pt x="1732030" y="111140"/>
                  <a:pt x="1733883" y="112015"/>
                  <a:pt x="1736146" y="112015"/>
                </a:cubicBezTo>
                <a:cubicBezTo>
                  <a:pt x="1738013" y="112015"/>
                  <a:pt x="1739823" y="111435"/>
                  <a:pt x="1741577" y="110275"/>
                </a:cubicBezTo>
                <a:cubicBezTo>
                  <a:pt x="1743330" y="109116"/>
                  <a:pt x="1744688" y="107404"/>
                  <a:pt x="1745650" y="105141"/>
                </a:cubicBezTo>
                <a:lnTo>
                  <a:pt x="1748959" y="105141"/>
                </a:lnTo>
                <a:cubicBezTo>
                  <a:pt x="1746979" y="110701"/>
                  <a:pt x="1744179" y="114906"/>
                  <a:pt x="1740558" y="117756"/>
                </a:cubicBezTo>
                <a:cubicBezTo>
                  <a:pt x="1736938" y="120604"/>
                  <a:pt x="1733204" y="122028"/>
                  <a:pt x="1729357" y="122028"/>
                </a:cubicBezTo>
                <a:cubicBezTo>
                  <a:pt x="1726754" y="122028"/>
                  <a:pt x="1724209" y="121306"/>
                  <a:pt x="1721719" y="119862"/>
                </a:cubicBezTo>
                <a:cubicBezTo>
                  <a:pt x="1719230" y="118417"/>
                  <a:pt x="1717392" y="116351"/>
                  <a:pt x="1716204" y="113662"/>
                </a:cubicBezTo>
                <a:cubicBezTo>
                  <a:pt x="1715015" y="110971"/>
                  <a:pt x="1714421" y="106822"/>
                  <a:pt x="1714421" y="101214"/>
                </a:cubicBezTo>
                <a:lnTo>
                  <a:pt x="1714421" y="48879"/>
                </a:lnTo>
                <a:lnTo>
                  <a:pt x="1702117" y="48879"/>
                </a:lnTo>
                <a:lnTo>
                  <a:pt x="1702117" y="46079"/>
                </a:lnTo>
                <a:cubicBezTo>
                  <a:pt x="1705228" y="44831"/>
                  <a:pt x="1708411" y="42717"/>
                  <a:pt x="1711664" y="39738"/>
                </a:cubicBezTo>
                <a:cubicBezTo>
                  <a:pt x="1714916" y="36759"/>
                  <a:pt x="1717816" y="33227"/>
                  <a:pt x="1720362" y="29141"/>
                </a:cubicBezTo>
                <a:cubicBezTo>
                  <a:pt x="1721663" y="26986"/>
                  <a:pt x="1723473" y="23043"/>
                  <a:pt x="1725793" y="17311"/>
                </a:cubicBezTo>
                <a:lnTo>
                  <a:pt x="1728423" y="17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behavesacertainway">
            <a:extLst xmlns:a="http://schemas.openxmlformats.org/drawingml/2006/main">
              <a:ext uri="{FF2B5EF4-FFF2-40B4-BE49-F238E27FC236}">
                <a16:creationId xmlns:a16="http://schemas.microsoft.com/office/drawing/2014/main" id="{694568C7-0DEE-4FA3-AE4B-7F5C76A0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477" y="3719346"/>
            <a:ext cx="1529132" cy="158179"/>
          </a:xfrm>
          <a:custGeom xmlns:a="http://schemas.openxmlformats.org/drawingml/2006/main">
            <a:pathLst>
              <a:path w="1529132" h="158179">
                <a:moveTo>
                  <a:pt x="27155" y="56432"/>
                </a:moveTo>
                <a:cubicBezTo>
                  <a:pt x="34679" y="45966"/>
                  <a:pt x="42798" y="40733"/>
                  <a:pt x="51510" y="40733"/>
                </a:cubicBezTo>
                <a:cubicBezTo>
                  <a:pt x="59487" y="40733"/>
                  <a:pt x="66445" y="44138"/>
                  <a:pt x="72385" y="50948"/>
                </a:cubicBezTo>
                <a:cubicBezTo>
                  <a:pt x="78326" y="57758"/>
                  <a:pt x="81296" y="67068"/>
                  <a:pt x="81296" y="78880"/>
                </a:cubicBezTo>
                <a:cubicBezTo>
                  <a:pt x="81296" y="92670"/>
                  <a:pt x="76713" y="103775"/>
                  <a:pt x="67548" y="112195"/>
                </a:cubicBezTo>
                <a:cubicBezTo>
                  <a:pt x="59685" y="119430"/>
                  <a:pt x="50916" y="123047"/>
                  <a:pt x="41242" y="123047"/>
                </a:cubicBezTo>
                <a:cubicBezTo>
                  <a:pt x="36716" y="123047"/>
                  <a:pt x="32119" y="122226"/>
                  <a:pt x="27452" y="120586"/>
                </a:cubicBezTo>
                <a:cubicBezTo>
                  <a:pt x="22785" y="118945"/>
                  <a:pt x="18019" y="116484"/>
                  <a:pt x="13153" y="113203"/>
                </a:cubicBezTo>
                <a:lnTo>
                  <a:pt x="13153" y="32671"/>
                </a:lnTo>
                <a:cubicBezTo>
                  <a:pt x="13153" y="23846"/>
                  <a:pt x="12941" y="18415"/>
                  <a:pt x="12517" y="16378"/>
                </a:cubicBezTo>
                <a:cubicBezTo>
                  <a:pt x="12093" y="14341"/>
                  <a:pt x="11428" y="12955"/>
                  <a:pt x="10523" y="12220"/>
                </a:cubicBezTo>
                <a:cubicBezTo>
                  <a:pt x="9617" y="11484"/>
                  <a:pt x="8486" y="11117"/>
                  <a:pt x="7128" y="11117"/>
                </a:cubicBezTo>
                <a:cubicBezTo>
                  <a:pt x="5544" y="11117"/>
                  <a:pt x="3564" y="11569"/>
                  <a:pt x="1188" y="12474"/>
                </a:cubicBezTo>
                <a:lnTo>
                  <a:pt x="0" y="9504"/>
                </a:lnTo>
                <a:lnTo>
                  <a:pt x="23336" y="0"/>
                </a:lnTo>
                <a:lnTo>
                  <a:pt x="27155" y="0"/>
                </a:lnTo>
                <a:lnTo>
                  <a:pt x="27155" y="56432"/>
                </a:lnTo>
                <a:moveTo>
                  <a:pt x="27155" y="61839"/>
                </a:moveTo>
                <a:lnTo>
                  <a:pt x="27155" y="108220"/>
                </a:lnTo>
                <a:cubicBezTo>
                  <a:pt x="30040" y="111040"/>
                  <a:pt x="33025" y="113169"/>
                  <a:pt x="36108" y="114608"/>
                </a:cubicBezTo>
                <a:cubicBezTo>
                  <a:pt x="39191" y="116048"/>
                  <a:pt x="42345" y="116767"/>
                  <a:pt x="45570" y="116767"/>
                </a:cubicBezTo>
                <a:cubicBezTo>
                  <a:pt x="50718" y="116767"/>
                  <a:pt x="55512" y="113946"/>
                  <a:pt x="59953" y="108305"/>
                </a:cubicBezTo>
                <a:cubicBezTo>
                  <a:pt x="64394" y="102662"/>
                  <a:pt x="66615" y="94452"/>
                  <a:pt x="66615" y="83674"/>
                </a:cubicBezTo>
                <a:cubicBezTo>
                  <a:pt x="66615" y="73744"/>
                  <a:pt x="64394" y="66113"/>
                  <a:pt x="59953" y="60781"/>
                </a:cubicBezTo>
                <a:cubicBezTo>
                  <a:pt x="55512" y="55449"/>
                  <a:pt x="50463" y="52783"/>
                  <a:pt x="44806" y="52783"/>
                </a:cubicBezTo>
                <a:cubicBezTo>
                  <a:pt x="41808" y="52783"/>
                  <a:pt x="38809" y="53545"/>
                  <a:pt x="35811" y="55069"/>
                </a:cubicBezTo>
                <a:cubicBezTo>
                  <a:pt x="33548" y="56197"/>
                  <a:pt x="30663" y="58453"/>
                  <a:pt x="27155" y="61839"/>
                </a:cubicBezTo>
                <a:close/>
                <a:moveTo>
                  <a:pt x="105820" y="72301"/>
                </a:moveTo>
                <a:cubicBezTo>
                  <a:pt x="105764" y="83815"/>
                  <a:pt x="108564" y="92846"/>
                  <a:pt x="114221" y="99395"/>
                </a:cubicBezTo>
                <a:cubicBezTo>
                  <a:pt x="119879" y="105941"/>
                  <a:pt x="126526" y="109215"/>
                  <a:pt x="134163" y="109215"/>
                </a:cubicBezTo>
                <a:cubicBezTo>
                  <a:pt x="139255" y="109215"/>
                  <a:pt x="143682" y="107814"/>
                  <a:pt x="147444" y="105014"/>
                </a:cubicBezTo>
                <a:cubicBezTo>
                  <a:pt x="151206" y="102214"/>
                  <a:pt x="154360" y="97419"/>
                  <a:pt x="156906" y="90630"/>
                </a:cubicBezTo>
                <a:lnTo>
                  <a:pt x="159537" y="92327"/>
                </a:lnTo>
                <a:cubicBezTo>
                  <a:pt x="158349" y="100078"/>
                  <a:pt x="154898" y="107136"/>
                  <a:pt x="149184" y="113500"/>
                </a:cubicBezTo>
                <a:cubicBezTo>
                  <a:pt x="143470" y="119864"/>
                  <a:pt x="136313" y="123047"/>
                  <a:pt x="127714" y="123047"/>
                </a:cubicBezTo>
                <a:cubicBezTo>
                  <a:pt x="118380" y="123047"/>
                  <a:pt x="110389" y="119420"/>
                  <a:pt x="103741" y="112166"/>
                </a:cubicBezTo>
                <a:cubicBezTo>
                  <a:pt x="97094" y="104911"/>
                  <a:pt x="93770" y="95157"/>
                  <a:pt x="93770" y="82905"/>
                </a:cubicBezTo>
                <a:cubicBezTo>
                  <a:pt x="93770" y="69639"/>
                  <a:pt x="97179" y="59294"/>
                  <a:pt x="103996" y="51871"/>
                </a:cubicBezTo>
                <a:cubicBezTo>
                  <a:pt x="110813" y="44445"/>
                  <a:pt x="119370" y="40733"/>
                  <a:pt x="129666" y="40733"/>
                </a:cubicBezTo>
                <a:cubicBezTo>
                  <a:pt x="138378" y="40733"/>
                  <a:pt x="145535" y="43597"/>
                  <a:pt x="151135" y="49325"/>
                </a:cubicBezTo>
                <a:cubicBezTo>
                  <a:pt x="156736" y="55051"/>
                  <a:pt x="159537" y="62710"/>
                  <a:pt x="159537" y="72301"/>
                </a:cubicBezTo>
                <a:lnTo>
                  <a:pt x="105820" y="72301"/>
                </a:lnTo>
                <a:moveTo>
                  <a:pt x="105820" y="67379"/>
                </a:moveTo>
                <a:lnTo>
                  <a:pt x="141801" y="67379"/>
                </a:lnTo>
                <a:cubicBezTo>
                  <a:pt x="141518" y="62400"/>
                  <a:pt x="140924" y="58893"/>
                  <a:pt x="140019" y="56856"/>
                </a:cubicBezTo>
                <a:cubicBezTo>
                  <a:pt x="138604" y="53688"/>
                  <a:pt x="136497" y="51199"/>
                  <a:pt x="133697" y="49388"/>
                </a:cubicBezTo>
                <a:cubicBezTo>
                  <a:pt x="130896" y="47578"/>
                  <a:pt x="127969" y="46673"/>
                  <a:pt x="124914" y="46673"/>
                </a:cubicBezTo>
                <a:cubicBezTo>
                  <a:pt x="120218" y="46673"/>
                  <a:pt x="116018" y="48497"/>
                  <a:pt x="112312" y="52146"/>
                </a:cubicBezTo>
                <a:cubicBezTo>
                  <a:pt x="108607" y="55795"/>
                  <a:pt x="106443" y="60873"/>
                  <a:pt x="105820" y="67379"/>
                </a:cubicBezTo>
                <a:close/>
                <a:moveTo>
                  <a:pt x="192743" y="0"/>
                </a:moveTo>
                <a:lnTo>
                  <a:pt x="192743" y="56941"/>
                </a:lnTo>
                <a:cubicBezTo>
                  <a:pt x="199023" y="50039"/>
                  <a:pt x="204001" y="45612"/>
                  <a:pt x="207679" y="43660"/>
                </a:cubicBezTo>
                <a:cubicBezTo>
                  <a:pt x="211356" y="41709"/>
                  <a:pt x="215033" y="40733"/>
                  <a:pt x="218711" y="40733"/>
                </a:cubicBezTo>
                <a:cubicBezTo>
                  <a:pt x="223123" y="40733"/>
                  <a:pt x="226914" y="41946"/>
                  <a:pt x="230082" y="44374"/>
                </a:cubicBezTo>
                <a:cubicBezTo>
                  <a:pt x="233250" y="46801"/>
                  <a:pt x="235598" y="50611"/>
                  <a:pt x="237125" y="55803"/>
                </a:cubicBezTo>
                <a:cubicBezTo>
                  <a:pt x="238200" y="59417"/>
                  <a:pt x="238737" y="66022"/>
                  <a:pt x="238737" y="75618"/>
                </a:cubicBezTo>
                <a:lnTo>
                  <a:pt x="238737" y="103052"/>
                </a:lnTo>
                <a:cubicBezTo>
                  <a:pt x="238737" y="107963"/>
                  <a:pt x="239133" y="111322"/>
                  <a:pt x="239925" y="113129"/>
                </a:cubicBezTo>
                <a:cubicBezTo>
                  <a:pt x="240491" y="114483"/>
                  <a:pt x="241453" y="115555"/>
                  <a:pt x="242811" y="116345"/>
                </a:cubicBezTo>
                <a:cubicBezTo>
                  <a:pt x="244168" y="117136"/>
                  <a:pt x="246658" y="117531"/>
                  <a:pt x="250278" y="117531"/>
                </a:cubicBezTo>
                <a:lnTo>
                  <a:pt x="250278" y="120671"/>
                </a:lnTo>
                <a:lnTo>
                  <a:pt x="212091" y="120671"/>
                </a:lnTo>
                <a:lnTo>
                  <a:pt x="212091" y="117531"/>
                </a:lnTo>
                <a:lnTo>
                  <a:pt x="213874" y="117531"/>
                </a:lnTo>
                <a:cubicBezTo>
                  <a:pt x="217494" y="117531"/>
                  <a:pt x="220012" y="116979"/>
                  <a:pt x="221426" y="115876"/>
                </a:cubicBezTo>
                <a:cubicBezTo>
                  <a:pt x="222840" y="114773"/>
                  <a:pt x="223830" y="113146"/>
                  <a:pt x="224396" y="110997"/>
                </a:cubicBezTo>
                <a:cubicBezTo>
                  <a:pt x="224566" y="110091"/>
                  <a:pt x="224651" y="107433"/>
                  <a:pt x="224651" y="103020"/>
                </a:cubicBezTo>
                <a:lnTo>
                  <a:pt x="224651" y="75525"/>
                </a:lnTo>
                <a:cubicBezTo>
                  <a:pt x="224651" y="67039"/>
                  <a:pt x="224212" y="61467"/>
                  <a:pt x="223335" y="58808"/>
                </a:cubicBezTo>
                <a:cubicBezTo>
                  <a:pt x="222458" y="56149"/>
                  <a:pt x="221058" y="54155"/>
                  <a:pt x="219135" y="52825"/>
                </a:cubicBezTo>
                <a:cubicBezTo>
                  <a:pt x="217211" y="51496"/>
                  <a:pt x="214892" y="50831"/>
                  <a:pt x="212176" y="50831"/>
                </a:cubicBezTo>
                <a:cubicBezTo>
                  <a:pt x="209404" y="50831"/>
                  <a:pt x="206519" y="51566"/>
                  <a:pt x="203521" y="53037"/>
                </a:cubicBezTo>
                <a:cubicBezTo>
                  <a:pt x="200522" y="54508"/>
                  <a:pt x="196930" y="57478"/>
                  <a:pt x="192743" y="61948"/>
                </a:cubicBezTo>
                <a:lnTo>
                  <a:pt x="192743" y="103020"/>
                </a:lnTo>
                <a:cubicBezTo>
                  <a:pt x="192743" y="108338"/>
                  <a:pt x="193040" y="111647"/>
                  <a:pt x="193634" y="112948"/>
                </a:cubicBezTo>
                <a:cubicBezTo>
                  <a:pt x="194228" y="114250"/>
                  <a:pt x="195332" y="115339"/>
                  <a:pt x="196944" y="116216"/>
                </a:cubicBezTo>
                <a:cubicBezTo>
                  <a:pt x="198556" y="117092"/>
                  <a:pt x="201343" y="117531"/>
                  <a:pt x="205303" y="117531"/>
                </a:cubicBezTo>
                <a:lnTo>
                  <a:pt x="205303" y="120671"/>
                </a:lnTo>
                <a:lnTo>
                  <a:pt x="166776" y="120671"/>
                </a:lnTo>
                <a:lnTo>
                  <a:pt x="166776" y="117531"/>
                </a:lnTo>
                <a:cubicBezTo>
                  <a:pt x="170227" y="117531"/>
                  <a:pt x="172943" y="116993"/>
                  <a:pt x="174923" y="115919"/>
                </a:cubicBezTo>
                <a:cubicBezTo>
                  <a:pt x="176054" y="115355"/>
                  <a:pt x="176959" y="114281"/>
                  <a:pt x="177638" y="112699"/>
                </a:cubicBezTo>
                <a:cubicBezTo>
                  <a:pt x="178317" y="111115"/>
                  <a:pt x="178657" y="107892"/>
                  <a:pt x="178657" y="103030"/>
                </a:cubicBezTo>
                <a:lnTo>
                  <a:pt x="178657" y="32732"/>
                </a:lnTo>
                <a:cubicBezTo>
                  <a:pt x="178657" y="23857"/>
                  <a:pt x="178445" y="18402"/>
                  <a:pt x="178020" y="16367"/>
                </a:cubicBezTo>
                <a:cubicBezTo>
                  <a:pt x="177596" y="14331"/>
                  <a:pt x="176945" y="12946"/>
                  <a:pt x="176068" y="12212"/>
                </a:cubicBezTo>
                <a:cubicBezTo>
                  <a:pt x="175192" y="11476"/>
                  <a:pt x="174018" y="11109"/>
                  <a:pt x="172547" y="11109"/>
                </a:cubicBezTo>
                <a:cubicBezTo>
                  <a:pt x="171359" y="11109"/>
                  <a:pt x="169435" y="11561"/>
                  <a:pt x="166776" y="12466"/>
                </a:cubicBezTo>
                <a:lnTo>
                  <a:pt x="165588" y="9496"/>
                </a:lnTo>
                <a:lnTo>
                  <a:pt x="188840" y="0"/>
                </a:lnTo>
                <a:lnTo>
                  <a:pt x="192743" y="0"/>
                </a:lnTo>
                <a:close/>
                <a:moveTo>
                  <a:pt x="300854" y="109469"/>
                </a:moveTo>
                <a:cubicBezTo>
                  <a:pt x="292878" y="115636"/>
                  <a:pt x="287871" y="119200"/>
                  <a:pt x="285834" y="120161"/>
                </a:cubicBezTo>
                <a:cubicBezTo>
                  <a:pt x="282779" y="121632"/>
                  <a:pt x="279526" y="122368"/>
                  <a:pt x="276075" y="122368"/>
                </a:cubicBezTo>
                <a:cubicBezTo>
                  <a:pt x="270701" y="122368"/>
                  <a:pt x="266274" y="120529"/>
                  <a:pt x="262795" y="116852"/>
                </a:cubicBezTo>
                <a:cubicBezTo>
                  <a:pt x="259315" y="113175"/>
                  <a:pt x="257576" y="108338"/>
                  <a:pt x="257576" y="102341"/>
                </a:cubicBezTo>
                <a:cubicBezTo>
                  <a:pt x="257576" y="98551"/>
                  <a:pt x="258424" y="95269"/>
                  <a:pt x="260122" y="92497"/>
                </a:cubicBezTo>
                <a:cubicBezTo>
                  <a:pt x="262441" y="88650"/>
                  <a:pt x="266472" y="85030"/>
                  <a:pt x="272214" y="81635"/>
                </a:cubicBezTo>
                <a:cubicBezTo>
                  <a:pt x="277956" y="78241"/>
                  <a:pt x="287503" y="74111"/>
                  <a:pt x="300854" y="69246"/>
                </a:cubicBezTo>
                <a:lnTo>
                  <a:pt x="300854" y="66191"/>
                </a:lnTo>
                <a:cubicBezTo>
                  <a:pt x="300854" y="58440"/>
                  <a:pt x="299624" y="53122"/>
                  <a:pt x="297163" y="50237"/>
                </a:cubicBezTo>
                <a:cubicBezTo>
                  <a:pt x="294702" y="47352"/>
                  <a:pt x="291124" y="45909"/>
                  <a:pt x="286428" y="45909"/>
                </a:cubicBezTo>
                <a:cubicBezTo>
                  <a:pt x="282864" y="45909"/>
                  <a:pt x="280035" y="46867"/>
                  <a:pt x="277942" y="48784"/>
                </a:cubicBezTo>
                <a:cubicBezTo>
                  <a:pt x="275792" y="50700"/>
                  <a:pt x="274718" y="52899"/>
                  <a:pt x="274718" y="55379"/>
                </a:cubicBezTo>
                <a:lnTo>
                  <a:pt x="274887" y="60282"/>
                </a:lnTo>
                <a:cubicBezTo>
                  <a:pt x="274887" y="62874"/>
                  <a:pt x="274223" y="64874"/>
                  <a:pt x="272893" y="66283"/>
                </a:cubicBezTo>
                <a:cubicBezTo>
                  <a:pt x="271564" y="67692"/>
                  <a:pt x="269824" y="68397"/>
                  <a:pt x="267674" y="68397"/>
                </a:cubicBezTo>
                <a:cubicBezTo>
                  <a:pt x="265581" y="68397"/>
                  <a:pt x="263870" y="67664"/>
                  <a:pt x="262540" y="66199"/>
                </a:cubicBezTo>
                <a:cubicBezTo>
                  <a:pt x="261211" y="64731"/>
                  <a:pt x="260546" y="62728"/>
                  <a:pt x="260546" y="60189"/>
                </a:cubicBezTo>
                <a:cubicBezTo>
                  <a:pt x="260546" y="55340"/>
                  <a:pt x="263035" y="50885"/>
                  <a:pt x="268014" y="46824"/>
                </a:cubicBezTo>
                <a:cubicBezTo>
                  <a:pt x="272992" y="42763"/>
                  <a:pt x="279979" y="40733"/>
                  <a:pt x="288974" y="40733"/>
                </a:cubicBezTo>
                <a:cubicBezTo>
                  <a:pt x="295876" y="40733"/>
                  <a:pt x="301533" y="41891"/>
                  <a:pt x="305946" y="44207"/>
                </a:cubicBezTo>
                <a:cubicBezTo>
                  <a:pt x="309284" y="45959"/>
                  <a:pt x="311745" y="48700"/>
                  <a:pt x="313329" y="52430"/>
                </a:cubicBezTo>
                <a:cubicBezTo>
                  <a:pt x="314347" y="54859"/>
                  <a:pt x="314856" y="59831"/>
                  <a:pt x="314856" y="67347"/>
                </a:cubicBezTo>
                <a:lnTo>
                  <a:pt x="314856" y="93706"/>
                </a:lnTo>
                <a:cubicBezTo>
                  <a:pt x="314856" y="101109"/>
                  <a:pt x="314998" y="105643"/>
                  <a:pt x="315281" y="107311"/>
                </a:cubicBezTo>
                <a:cubicBezTo>
                  <a:pt x="315563" y="108978"/>
                  <a:pt x="316030" y="110094"/>
                  <a:pt x="316681" y="110660"/>
                </a:cubicBezTo>
                <a:cubicBezTo>
                  <a:pt x="317331" y="111224"/>
                  <a:pt x="318081" y="111506"/>
                  <a:pt x="318930" y="111506"/>
                </a:cubicBezTo>
                <a:cubicBezTo>
                  <a:pt x="319835" y="111506"/>
                  <a:pt x="320627" y="111308"/>
                  <a:pt x="321306" y="110912"/>
                </a:cubicBezTo>
                <a:cubicBezTo>
                  <a:pt x="322494" y="110176"/>
                  <a:pt x="324785" y="108111"/>
                  <a:pt x="328179" y="104717"/>
                </a:cubicBezTo>
                <a:lnTo>
                  <a:pt x="328179" y="109469"/>
                </a:lnTo>
                <a:cubicBezTo>
                  <a:pt x="321843" y="117955"/>
                  <a:pt x="315790" y="122198"/>
                  <a:pt x="310019" y="122198"/>
                </a:cubicBezTo>
                <a:cubicBezTo>
                  <a:pt x="307247" y="122198"/>
                  <a:pt x="305041" y="121236"/>
                  <a:pt x="303400" y="119313"/>
                </a:cubicBezTo>
                <a:cubicBezTo>
                  <a:pt x="301760" y="117389"/>
                  <a:pt x="300911" y="114108"/>
                  <a:pt x="300854" y="109469"/>
                </a:cubicBezTo>
                <a:moveTo>
                  <a:pt x="300854" y="103906"/>
                </a:moveTo>
                <a:lnTo>
                  <a:pt x="300854" y="74422"/>
                </a:lnTo>
                <a:cubicBezTo>
                  <a:pt x="292312" y="77801"/>
                  <a:pt x="286796" y="80194"/>
                  <a:pt x="284307" y="81603"/>
                </a:cubicBezTo>
                <a:cubicBezTo>
                  <a:pt x="279837" y="84082"/>
                  <a:pt x="276641" y="86673"/>
                  <a:pt x="274718" y="89376"/>
                </a:cubicBezTo>
                <a:cubicBezTo>
                  <a:pt x="272794" y="92079"/>
                  <a:pt x="271832" y="95036"/>
                  <a:pt x="271832" y="98246"/>
                </a:cubicBezTo>
                <a:cubicBezTo>
                  <a:pt x="271832" y="102302"/>
                  <a:pt x="273049" y="105667"/>
                  <a:pt x="275481" y="108342"/>
                </a:cubicBezTo>
                <a:cubicBezTo>
                  <a:pt x="277914" y="111017"/>
                  <a:pt x="280714" y="112354"/>
                  <a:pt x="283882" y="112354"/>
                </a:cubicBezTo>
                <a:cubicBezTo>
                  <a:pt x="288182" y="112354"/>
                  <a:pt x="293839" y="109538"/>
                  <a:pt x="300854" y="103906"/>
                </a:cubicBezTo>
                <a:close/>
                <a:moveTo>
                  <a:pt x="329988" y="42939"/>
                </a:moveTo>
                <a:lnTo>
                  <a:pt x="366563" y="42939"/>
                </a:lnTo>
                <a:lnTo>
                  <a:pt x="366563" y="46079"/>
                </a:lnTo>
                <a:lnTo>
                  <a:pt x="364186" y="46079"/>
                </a:lnTo>
                <a:cubicBezTo>
                  <a:pt x="361980" y="46079"/>
                  <a:pt x="360297" y="46616"/>
                  <a:pt x="359137" y="47691"/>
                </a:cubicBezTo>
                <a:cubicBezTo>
                  <a:pt x="357978" y="48766"/>
                  <a:pt x="357398" y="50209"/>
                  <a:pt x="357398" y="52019"/>
                </a:cubicBezTo>
                <a:cubicBezTo>
                  <a:pt x="357398" y="53999"/>
                  <a:pt x="357992" y="56347"/>
                  <a:pt x="359180" y="59062"/>
                </a:cubicBezTo>
                <a:lnTo>
                  <a:pt x="377255" y="102001"/>
                </a:lnTo>
                <a:lnTo>
                  <a:pt x="395415" y="57450"/>
                </a:lnTo>
                <a:cubicBezTo>
                  <a:pt x="396716" y="54282"/>
                  <a:pt x="397367" y="51878"/>
                  <a:pt x="397367" y="50237"/>
                </a:cubicBezTo>
                <a:cubicBezTo>
                  <a:pt x="397367" y="49445"/>
                  <a:pt x="397140" y="48794"/>
                  <a:pt x="396688" y="48285"/>
                </a:cubicBezTo>
                <a:cubicBezTo>
                  <a:pt x="396065" y="47437"/>
                  <a:pt x="395273" y="46857"/>
                  <a:pt x="394312" y="46546"/>
                </a:cubicBezTo>
                <a:cubicBezTo>
                  <a:pt x="393350" y="46234"/>
                  <a:pt x="391398" y="46079"/>
                  <a:pt x="388456" y="46079"/>
                </a:cubicBezTo>
                <a:lnTo>
                  <a:pt x="388456" y="42939"/>
                </a:lnTo>
                <a:lnTo>
                  <a:pt x="413829" y="42939"/>
                </a:lnTo>
                <a:lnTo>
                  <a:pt x="413829" y="46079"/>
                </a:lnTo>
                <a:cubicBezTo>
                  <a:pt x="410888" y="46305"/>
                  <a:pt x="408851" y="46899"/>
                  <a:pt x="407720" y="47861"/>
                </a:cubicBezTo>
                <a:cubicBezTo>
                  <a:pt x="405739" y="49558"/>
                  <a:pt x="403957" y="52387"/>
                  <a:pt x="402373" y="56347"/>
                </a:cubicBezTo>
                <a:lnTo>
                  <a:pt x="374794" y="123047"/>
                </a:lnTo>
                <a:lnTo>
                  <a:pt x="371315" y="123047"/>
                </a:lnTo>
                <a:lnTo>
                  <a:pt x="343565" y="57450"/>
                </a:lnTo>
                <a:cubicBezTo>
                  <a:pt x="342321" y="54395"/>
                  <a:pt x="341133" y="52203"/>
                  <a:pt x="340001" y="50873"/>
                </a:cubicBezTo>
                <a:cubicBezTo>
                  <a:pt x="338870" y="49544"/>
                  <a:pt x="337427" y="48427"/>
                  <a:pt x="335674" y="47521"/>
                </a:cubicBezTo>
                <a:cubicBezTo>
                  <a:pt x="334712" y="47012"/>
                  <a:pt x="332817" y="46531"/>
                  <a:pt x="329988" y="46079"/>
                </a:cubicBezTo>
                <a:lnTo>
                  <a:pt x="329988" y="42939"/>
                </a:lnTo>
                <a:close/>
                <a:moveTo>
                  <a:pt x="433941" y="72301"/>
                </a:moveTo>
                <a:cubicBezTo>
                  <a:pt x="433885" y="83815"/>
                  <a:pt x="436685" y="92846"/>
                  <a:pt x="442342" y="99395"/>
                </a:cubicBezTo>
                <a:cubicBezTo>
                  <a:pt x="448000" y="105941"/>
                  <a:pt x="454647" y="109215"/>
                  <a:pt x="462285" y="109215"/>
                </a:cubicBezTo>
                <a:cubicBezTo>
                  <a:pt x="467376" y="109215"/>
                  <a:pt x="471803" y="107814"/>
                  <a:pt x="475565" y="105014"/>
                </a:cubicBezTo>
                <a:cubicBezTo>
                  <a:pt x="479327" y="102214"/>
                  <a:pt x="482481" y="97419"/>
                  <a:pt x="485027" y="90630"/>
                </a:cubicBezTo>
                <a:lnTo>
                  <a:pt x="487658" y="92327"/>
                </a:lnTo>
                <a:cubicBezTo>
                  <a:pt x="486470" y="100078"/>
                  <a:pt x="483019" y="107136"/>
                  <a:pt x="477305" y="113500"/>
                </a:cubicBezTo>
                <a:cubicBezTo>
                  <a:pt x="471591" y="119864"/>
                  <a:pt x="464434" y="123047"/>
                  <a:pt x="455835" y="123047"/>
                </a:cubicBezTo>
                <a:cubicBezTo>
                  <a:pt x="446501" y="123047"/>
                  <a:pt x="438510" y="119420"/>
                  <a:pt x="431862" y="112166"/>
                </a:cubicBezTo>
                <a:cubicBezTo>
                  <a:pt x="425215" y="104911"/>
                  <a:pt x="421891" y="95157"/>
                  <a:pt x="421891" y="82905"/>
                </a:cubicBezTo>
                <a:cubicBezTo>
                  <a:pt x="421891" y="69639"/>
                  <a:pt x="425300" y="59294"/>
                  <a:pt x="432117" y="51871"/>
                </a:cubicBezTo>
                <a:cubicBezTo>
                  <a:pt x="438934" y="44445"/>
                  <a:pt x="447491" y="40733"/>
                  <a:pt x="457787" y="40733"/>
                </a:cubicBezTo>
                <a:cubicBezTo>
                  <a:pt x="466499" y="40733"/>
                  <a:pt x="473656" y="43597"/>
                  <a:pt x="479256" y="49325"/>
                </a:cubicBezTo>
                <a:cubicBezTo>
                  <a:pt x="484857" y="55051"/>
                  <a:pt x="487658" y="62710"/>
                  <a:pt x="487658" y="72301"/>
                </a:cubicBezTo>
                <a:lnTo>
                  <a:pt x="433941" y="72301"/>
                </a:lnTo>
                <a:moveTo>
                  <a:pt x="433941" y="67379"/>
                </a:moveTo>
                <a:lnTo>
                  <a:pt x="469922" y="67379"/>
                </a:lnTo>
                <a:cubicBezTo>
                  <a:pt x="469639" y="62400"/>
                  <a:pt x="469045" y="58893"/>
                  <a:pt x="468140" y="56856"/>
                </a:cubicBezTo>
                <a:cubicBezTo>
                  <a:pt x="466725" y="53688"/>
                  <a:pt x="464618" y="51199"/>
                  <a:pt x="461818" y="49388"/>
                </a:cubicBezTo>
                <a:cubicBezTo>
                  <a:pt x="459017" y="47578"/>
                  <a:pt x="456090" y="46673"/>
                  <a:pt x="453035" y="46673"/>
                </a:cubicBezTo>
                <a:cubicBezTo>
                  <a:pt x="448339" y="46673"/>
                  <a:pt x="444139" y="48497"/>
                  <a:pt x="440433" y="52146"/>
                </a:cubicBezTo>
                <a:cubicBezTo>
                  <a:pt x="436728" y="55795"/>
                  <a:pt x="434564" y="60873"/>
                  <a:pt x="433941" y="67379"/>
                </a:cubicBezTo>
                <a:close/>
                <a:moveTo>
                  <a:pt x="548274" y="40733"/>
                </a:moveTo>
                <a:lnTo>
                  <a:pt x="548274" y="67039"/>
                </a:lnTo>
                <a:lnTo>
                  <a:pt x="545474" y="67039"/>
                </a:lnTo>
                <a:cubicBezTo>
                  <a:pt x="543324" y="58788"/>
                  <a:pt x="540566" y="53176"/>
                  <a:pt x="537200" y="50203"/>
                </a:cubicBezTo>
                <a:cubicBezTo>
                  <a:pt x="533834" y="47227"/>
                  <a:pt x="529548" y="45739"/>
                  <a:pt x="524344" y="45739"/>
                </a:cubicBezTo>
                <a:cubicBezTo>
                  <a:pt x="520384" y="45739"/>
                  <a:pt x="517187" y="46785"/>
                  <a:pt x="514755" y="48877"/>
                </a:cubicBezTo>
                <a:cubicBezTo>
                  <a:pt x="512322" y="50966"/>
                  <a:pt x="511106" y="53283"/>
                  <a:pt x="511106" y="55827"/>
                </a:cubicBezTo>
                <a:cubicBezTo>
                  <a:pt x="511106" y="58992"/>
                  <a:pt x="512011" y="61704"/>
                  <a:pt x="513821" y="63963"/>
                </a:cubicBezTo>
                <a:cubicBezTo>
                  <a:pt x="515575" y="66281"/>
                  <a:pt x="519139" y="68739"/>
                  <a:pt x="524513" y="71338"/>
                </a:cubicBezTo>
                <a:lnTo>
                  <a:pt x="536903" y="77358"/>
                </a:lnTo>
                <a:cubicBezTo>
                  <a:pt x="548387" y="82951"/>
                  <a:pt x="554129" y="90326"/>
                  <a:pt x="554129" y="99482"/>
                </a:cubicBezTo>
                <a:cubicBezTo>
                  <a:pt x="554129" y="106545"/>
                  <a:pt x="551456" y="112239"/>
                  <a:pt x="546110" y="116563"/>
                </a:cubicBezTo>
                <a:cubicBezTo>
                  <a:pt x="540764" y="120885"/>
                  <a:pt x="534781" y="123047"/>
                  <a:pt x="528162" y="123047"/>
                </a:cubicBezTo>
                <a:cubicBezTo>
                  <a:pt x="523410" y="123047"/>
                  <a:pt x="517979" y="122198"/>
                  <a:pt x="511869" y="120501"/>
                </a:cubicBezTo>
                <a:cubicBezTo>
                  <a:pt x="510002" y="119935"/>
                  <a:pt x="508475" y="119652"/>
                  <a:pt x="507287" y="119652"/>
                </a:cubicBezTo>
                <a:cubicBezTo>
                  <a:pt x="505986" y="119652"/>
                  <a:pt x="504967" y="120388"/>
                  <a:pt x="504232" y="121859"/>
                </a:cubicBezTo>
                <a:lnTo>
                  <a:pt x="501432" y="121859"/>
                </a:lnTo>
                <a:lnTo>
                  <a:pt x="501432" y="94025"/>
                </a:lnTo>
                <a:lnTo>
                  <a:pt x="504232" y="94025"/>
                </a:lnTo>
                <a:cubicBezTo>
                  <a:pt x="505816" y="101973"/>
                  <a:pt x="508843" y="107963"/>
                  <a:pt x="513312" y="111994"/>
                </a:cubicBezTo>
                <a:cubicBezTo>
                  <a:pt x="517781" y="116025"/>
                  <a:pt x="522788" y="118040"/>
                  <a:pt x="528332" y="118040"/>
                </a:cubicBezTo>
                <a:cubicBezTo>
                  <a:pt x="532236" y="118040"/>
                  <a:pt x="535418" y="116896"/>
                  <a:pt x="537879" y="114608"/>
                </a:cubicBezTo>
                <a:cubicBezTo>
                  <a:pt x="540340" y="112319"/>
                  <a:pt x="541570" y="109564"/>
                  <a:pt x="541570" y="106343"/>
                </a:cubicBezTo>
                <a:cubicBezTo>
                  <a:pt x="541570" y="102443"/>
                  <a:pt x="540198" y="99165"/>
                  <a:pt x="537455" y="96509"/>
                </a:cubicBezTo>
                <a:cubicBezTo>
                  <a:pt x="534711" y="93854"/>
                  <a:pt x="529237" y="90492"/>
                  <a:pt x="521034" y="86424"/>
                </a:cubicBezTo>
                <a:cubicBezTo>
                  <a:pt x="512831" y="82355"/>
                  <a:pt x="507457" y="78681"/>
                  <a:pt x="504911" y="75403"/>
                </a:cubicBezTo>
                <a:cubicBezTo>
                  <a:pt x="502365" y="72182"/>
                  <a:pt x="501092" y="68113"/>
                  <a:pt x="501092" y="63197"/>
                </a:cubicBezTo>
                <a:cubicBezTo>
                  <a:pt x="501092" y="56811"/>
                  <a:pt x="503284" y="51471"/>
                  <a:pt x="507669" y="47177"/>
                </a:cubicBezTo>
                <a:cubicBezTo>
                  <a:pt x="512053" y="42881"/>
                  <a:pt x="517725" y="40733"/>
                  <a:pt x="524683" y="40733"/>
                </a:cubicBezTo>
                <a:cubicBezTo>
                  <a:pt x="527738" y="40733"/>
                  <a:pt x="531444" y="41383"/>
                  <a:pt x="535800" y="42684"/>
                </a:cubicBezTo>
                <a:cubicBezTo>
                  <a:pt x="538685" y="43533"/>
                  <a:pt x="540608" y="43957"/>
                  <a:pt x="541570" y="43957"/>
                </a:cubicBezTo>
                <a:cubicBezTo>
                  <a:pt x="542475" y="43957"/>
                  <a:pt x="543183" y="43759"/>
                  <a:pt x="543692" y="43363"/>
                </a:cubicBezTo>
                <a:cubicBezTo>
                  <a:pt x="544201" y="42967"/>
                  <a:pt x="544795" y="42090"/>
                  <a:pt x="545474" y="40733"/>
                </a:cubicBezTo>
                <a:lnTo>
                  <a:pt x="548274" y="40733"/>
                </a:lnTo>
                <a:close/>
                <a:moveTo>
                  <a:pt x="653133" y="109469"/>
                </a:moveTo>
                <a:cubicBezTo>
                  <a:pt x="645156" y="115636"/>
                  <a:pt x="640149" y="119200"/>
                  <a:pt x="638113" y="120161"/>
                </a:cubicBezTo>
                <a:cubicBezTo>
                  <a:pt x="635058" y="121632"/>
                  <a:pt x="631805" y="122368"/>
                  <a:pt x="628354" y="122368"/>
                </a:cubicBezTo>
                <a:cubicBezTo>
                  <a:pt x="622979" y="122368"/>
                  <a:pt x="618553" y="120529"/>
                  <a:pt x="615073" y="116852"/>
                </a:cubicBezTo>
                <a:cubicBezTo>
                  <a:pt x="611594" y="113175"/>
                  <a:pt x="609854" y="108338"/>
                  <a:pt x="609854" y="102341"/>
                </a:cubicBezTo>
                <a:cubicBezTo>
                  <a:pt x="609854" y="98551"/>
                  <a:pt x="610703" y="95269"/>
                  <a:pt x="612400" y="92497"/>
                </a:cubicBezTo>
                <a:cubicBezTo>
                  <a:pt x="614720" y="88650"/>
                  <a:pt x="618751" y="85030"/>
                  <a:pt x="624493" y="81635"/>
                </a:cubicBezTo>
                <a:cubicBezTo>
                  <a:pt x="630235" y="78241"/>
                  <a:pt x="639782" y="74111"/>
                  <a:pt x="653133" y="69246"/>
                </a:cubicBezTo>
                <a:lnTo>
                  <a:pt x="653133" y="66191"/>
                </a:lnTo>
                <a:cubicBezTo>
                  <a:pt x="653133" y="58440"/>
                  <a:pt x="651902" y="53122"/>
                  <a:pt x="649441" y="50237"/>
                </a:cubicBezTo>
                <a:cubicBezTo>
                  <a:pt x="646981" y="47352"/>
                  <a:pt x="643402" y="45909"/>
                  <a:pt x="638707" y="45909"/>
                </a:cubicBezTo>
                <a:cubicBezTo>
                  <a:pt x="635143" y="45909"/>
                  <a:pt x="632314" y="46867"/>
                  <a:pt x="630221" y="48784"/>
                </a:cubicBezTo>
                <a:cubicBezTo>
                  <a:pt x="628071" y="50700"/>
                  <a:pt x="626996" y="52899"/>
                  <a:pt x="626996" y="55379"/>
                </a:cubicBezTo>
                <a:lnTo>
                  <a:pt x="627166" y="60282"/>
                </a:lnTo>
                <a:cubicBezTo>
                  <a:pt x="627166" y="62874"/>
                  <a:pt x="626501" y="64874"/>
                  <a:pt x="625172" y="66283"/>
                </a:cubicBezTo>
                <a:cubicBezTo>
                  <a:pt x="623842" y="67692"/>
                  <a:pt x="622102" y="68397"/>
                  <a:pt x="619953" y="68397"/>
                </a:cubicBezTo>
                <a:cubicBezTo>
                  <a:pt x="617859" y="68397"/>
                  <a:pt x="616148" y="67664"/>
                  <a:pt x="614819" y="66199"/>
                </a:cubicBezTo>
                <a:cubicBezTo>
                  <a:pt x="613489" y="64731"/>
                  <a:pt x="612824" y="62728"/>
                  <a:pt x="612824" y="60189"/>
                </a:cubicBezTo>
                <a:cubicBezTo>
                  <a:pt x="612824" y="55340"/>
                  <a:pt x="615314" y="50885"/>
                  <a:pt x="620292" y="46824"/>
                </a:cubicBezTo>
                <a:cubicBezTo>
                  <a:pt x="625271" y="42763"/>
                  <a:pt x="632257" y="40733"/>
                  <a:pt x="641253" y="40733"/>
                </a:cubicBezTo>
                <a:cubicBezTo>
                  <a:pt x="648154" y="40733"/>
                  <a:pt x="653812" y="41891"/>
                  <a:pt x="658224" y="44207"/>
                </a:cubicBezTo>
                <a:cubicBezTo>
                  <a:pt x="661562" y="45959"/>
                  <a:pt x="664023" y="48700"/>
                  <a:pt x="665607" y="52430"/>
                </a:cubicBezTo>
                <a:cubicBezTo>
                  <a:pt x="666626" y="54859"/>
                  <a:pt x="667135" y="59831"/>
                  <a:pt x="667135" y="67347"/>
                </a:cubicBezTo>
                <a:lnTo>
                  <a:pt x="667135" y="93706"/>
                </a:lnTo>
                <a:cubicBezTo>
                  <a:pt x="667135" y="101109"/>
                  <a:pt x="667276" y="105643"/>
                  <a:pt x="667559" y="107311"/>
                </a:cubicBezTo>
                <a:cubicBezTo>
                  <a:pt x="667842" y="108978"/>
                  <a:pt x="668309" y="110094"/>
                  <a:pt x="668959" y="110660"/>
                </a:cubicBezTo>
                <a:cubicBezTo>
                  <a:pt x="669610" y="111224"/>
                  <a:pt x="670359" y="111506"/>
                  <a:pt x="671208" y="111506"/>
                </a:cubicBezTo>
                <a:cubicBezTo>
                  <a:pt x="672113" y="111506"/>
                  <a:pt x="672905" y="111308"/>
                  <a:pt x="673584" y="110912"/>
                </a:cubicBezTo>
                <a:cubicBezTo>
                  <a:pt x="674772" y="110176"/>
                  <a:pt x="677063" y="108111"/>
                  <a:pt x="680458" y="104717"/>
                </a:cubicBezTo>
                <a:lnTo>
                  <a:pt x="680458" y="109469"/>
                </a:lnTo>
                <a:cubicBezTo>
                  <a:pt x="674122" y="117955"/>
                  <a:pt x="668068" y="122198"/>
                  <a:pt x="662298" y="122198"/>
                </a:cubicBezTo>
                <a:cubicBezTo>
                  <a:pt x="659526" y="122198"/>
                  <a:pt x="657319" y="121236"/>
                  <a:pt x="655679" y="119313"/>
                </a:cubicBezTo>
                <a:cubicBezTo>
                  <a:pt x="654038" y="117389"/>
                  <a:pt x="653189" y="114108"/>
                  <a:pt x="653133" y="109469"/>
                </a:cubicBezTo>
                <a:moveTo>
                  <a:pt x="653133" y="103906"/>
                </a:moveTo>
                <a:lnTo>
                  <a:pt x="653133" y="74422"/>
                </a:lnTo>
                <a:cubicBezTo>
                  <a:pt x="644590" y="77801"/>
                  <a:pt x="639074" y="80194"/>
                  <a:pt x="636585" y="81603"/>
                </a:cubicBezTo>
                <a:cubicBezTo>
                  <a:pt x="632116" y="84082"/>
                  <a:pt x="628920" y="86673"/>
                  <a:pt x="626996" y="89376"/>
                </a:cubicBezTo>
                <a:cubicBezTo>
                  <a:pt x="625073" y="92079"/>
                  <a:pt x="624111" y="95036"/>
                  <a:pt x="624111" y="98246"/>
                </a:cubicBezTo>
                <a:cubicBezTo>
                  <a:pt x="624111" y="102302"/>
                  <a:pt x="625327" y="105667"/>
                  <a:pt x="627760" y="108342"/>
                </a:cubicBezTo>
                <a:cubicBezTo>
                  <a:pt x="630192" y="111017"/>
                  <a:pt x="632993" y="112354"/>
                  <a:pt x="636161" y="112354"/>
                </a:cubicBezTo>
                <a:cubicBezTo>
                  <a:pt x="640460" y="112354"/>
                  <a:pt x="646118" y="109538"/>
                  <a:pt x="653133" y="103906"/>
                </a:cubicBezTo>
                <a:close/>
                <a:moveTo>
                  <a:pt x="795724" y="91139"/>
                </a:moveTo>
                <a:cubicBezTo>
                  <a:pt x="793631" y="101379"/>
                  <a:pt x="789529" y="109257"/>
                  <a:pt x="783419" y="114773"/>
                </a:cubicBezTo>
                <a:cubicBezTo>
                  <a:pt x="777310" y="120289"/>
                  <a:pt x="770549" y="123047"/>
                  <a:pt x="763138" y="123047"/>
                </a:cubicBezTo>
                <a:cubicBezTo>
                  <a:pt x="754313" y="123047"/>
                  <a:pt x="746619" y="119346"/>
                  <a:pt x="740056" y="111943"/>
                </a:cubicBezTo>
                <a:cubicBezTo>
                  <a:pt x="733494" y="104539"/>
                  <a:pt x="730212" y="94536"/>
                  <a:pt x="730212" y="81932"/>
                </a:cubicBezTo>
                <a:cubicBezTo>
                  <a:pt x="730212" y="69725"/>
                  <a:pt x="733847" y="59807"/>
                  <a:pt x="741117" y="52178"/>
                </a:cubicBezTo>
                <a:cubicBezTo>
                  <a:pt x="748387" y="44548"/>
                  <a:pt x="757113" y="40733"/>
                  <a:pt x="767296" y="40733"/>
                </a:cubicBezTo>
                <a:cubicBezTo>
                  <a:pt x="774934" y="40733"/>
                  <a:pt x="781213" y="42749"/>
                  <a:pt x="786135" y="46782"/>
                </a:cubicBezTo>
                <a:cubicBezTo>
                  <a:pt x="791057" y="50812"/>
                  <a:pt x="793518" y="54999"/>
                  <a:pt x="793518" y="59341"/>
                </a:cubicBezTo>
                <a:cubicBezTo>
                  <a:pt x="793518" y="61484"/>
                  <a:pt x="792825" y="63218"/>
                  <a:pt x="791439" y="64544"/>
                </a:cubicBezTo>
                <a:cubicBezTo>
                  <a:pt x="790053" y="65868"/>
                  <a:pt x="788115" y="66530"/>
                  <a:pt x="785626" y="66530"/>
                </a:cubicBezTo>
                <a:cubicBezTo>
                  <a:pt x="782288" y="66530"/>
                  <a:pt x="779771" y="65455"/>
                  <a:pt x="778073" y="63305"/>
                </a:cubicBezTo>
                <a:cubicBezTo>
                  <a:pt x="777112" y="62117"/>
                  <a:pt x="776475" y="59854"/>
                  <a:pt x="776164" y="56517"/>
                </a:cubicBezTo>
                <a:cubicBezTo>
                  <a:pt x="775853" y="53179"/>
                  <a:pt x="774707" y="50633"/>
                  <a:pt x="772727" y="48879"/>
                </a:cubicBezTo>
                <a:cubicBezTo>
                  <a:pt x="770747" y="47182"/>
                  <a:pt x="768003" y="46333"/>
                  <a:pt x="764496" y="46333"/>
                </a:cubicBezTo>
                <a:cubicBezTo>
                  <a:pt x="758838" y="46333"/>
                  <a:pt x="754284" y="48427"/>
                  <a:pt x="750833" y="52613"/>
                </a:cubicBezTo>
                <a:cubicBezTo>
                  <a:pt x="746251" y="58157"/>
                  <a:pt x="743960" y="65483"/>
                  <a:pt x="743960" y="74592"/>
                </a:cubicBezTo>
                <a:cubicBezTo>
                  <a:pt x="743960" y="83870"/>
                  <a:pt x="746237" y="92059"/>
                  <a:pt x="750791" y="99159"/>
                </a:cubicBezTo>
                <a:cubicBezTo>
                  <a:pt x="755345" y="106259"/>
                  <a:pt x="761497" y="109809"/>
                  <a:pt x="769248" y="109809"/>
                </a:cubicBezTo>
                <a:cubicBezTo>
                  <a:pt x="774792" y="109809"/>
                  <a:pt x="779771" y="107913"/>
                  <a:pt x="784183" y="104123"/>
                </a:cubicBezTo>
                <a:cubicBezTo>
                  <a:pt x="787295" y="101521"/>
                  <a:pt x="790321" y="96797"/>
                  <a:pt x="793263" y="89951"/>
                </a:cubicBezTo>
                <a:lnTo>
                  <a:pt x="795724" y="91139"/>
                </a:lnTo>
                <a:close/>
                <a:moveTo>
                  <a:pt x="819936" y="72301"/>
                </a:moveTo>
                <a:cubicBezTo>
                  <a:pt x="819879" y="83815"/>
                  <a:pt x="822679" y="92846"/>
                  <a:pt x="828337" y="99395"/>
                </a:cubicBezTo>
                <a:cubicBezTo>
                  <a:pt x="833994" y="105941"/>
                  <a:pt x="840641" y="109215"/>
                  <a:pt x="848279" y="109215"/>
                </a:cubicBezTo>
                <a:cubicBezTo>
                  <a:pt x="853370" y="109215"/>
                  <a:pt x="857797" y="107814"/>
                  <a:pt x="861559" y="105014"/>
                </a:cubicBezTo>
                <a:cubicBezTo>
                  <a:pt x="865321" y="102214"/>
                  <a:pt x="868475" y="97419"/>
                  <a:pt x="871021" y="90630"/>
                </a:cubicBezTo>
                <a:lnTo>
                  <a:pt x="873652" y="92327"/>
                </a:lnTo>
                <a:cubicBezTo>
                  <a:pt x="872464" y="100078"/>
                  <a:pt x="869013" y="107136"/>
                  <a:pt x="863299" y="113500"/>
                </a:cubicBezTo>
                <a:cubicBezTo>
                  <a:pt x="857585" y="119864"/>
                  <a:pt x="850428" y="123047"/>
                  <a:pt x="841829" y="123047"/>
                </a:cubicBezTo>
                <a:cubicBezTo>
                  <a:pt x="832495" y="123047"/>
                  <a:pt x="824504" y="119420"/>
                  <a:pt x="817856" y="112166"/>
                </a:cubicBezTo>
                <a:cubicBezTo>
                  <a:pt x="811209" y="104911"/>
                  <a:pt x="807885" y="95157"/>
                  <a:pt x="807885" y="82905"/>
                </a:cubicBezTo>
                <a:cubicBezTo>
                  <a:pt x="807885" y="69639"/>
                  <a:pt x="811294" y="59294"/>
                  <a:pt x="818111" y="51871"/>
                </a:cubicBezTo>
                <a:cubicBezTo>
                  <a:pt x="824928" y="44445"/>
                  <a:pt x="833485" y="40733"/>
                  <a:pt x="843781" y="40733"/>
                </a:cubicBezTo>
                <a:cubicBezTo>
                  <a:pt x="852493" y="40733"/>
                  <a:pt x="859650" y="43597"/>
                  <a:pt x="865251" y="49325"/>
                </a:cubicBezTo>
                <a:cubicBezTo>
                  <a:pt x="870851" y="55051"/>
                  <a:pt x="873652" y="62710"/>
                  <a:pt x="873652" y="72301"/>
                </a:cubicBezTo>
                <a:lnTo>
                  <a:pt x="819936" y="72301"/>
                </a:lnTo>
                <a:moveTo>
                  <a:pt x="819936" y="67379"/>
                </a:moveTo>
                <a:lnTo>
                  <a:pt x="855916" y="67379"/>
                </a:lnTo>
                <a:cubicBezTo>
                  <a:pt x="855633" y="62400"/>
                  <a:pt x="855039" y="58893"/>
                  <a:pt x="854134" y="56856"/>
                </a:cubicBezTo>
                <a:cubicBezTo>
                  <a:pt x="852720" y="53688"/>
                  <a:pt x="850612" y="51199"/>
                  <a:pt x="847812" y="49388"/>
                </a:cubicBezTo>
                <a:cubicBezTo>
                  <a:pt x="845012" y="47578"/>
                  <a:pt x="842084" y="46673"/>
                  <a:pt x="839029" y="46673"/>
                </a:cubicBezTo>
                <a:cubicBezTo>
                  <a:pt x="834333" y="46673"/>
                  <a:pt x="830133" y="48497"/>
                  <a:pt x="826427" y="52146"/>
                </a:cubicBezTo>
                <a:cubicBezTo>
                  <a:pt x="822722" y="55795"/>
                  <a:pt x="820558" y="60873"/>
                  <a:pt x="819936" y="67379"/>
                </a:cubicBezTo>
                <a:close/>
                <a:moveTo>
                  <a:pt x="906774" y="40733"/>
                </a:moveTo>
                <a:lnTo>
                  <a:pt x="906774" y="58214"/>
                </a:lnTo>
                <a:cubicBezTo>
                  <a:pt x="913279" y="46560"/>
                  <a:pt x="919955" y="40733"/>
                  <a:pt x="926800" y="40733"/>
                </a:cubicBezTo>
                <a:cubicBezTo>
                  <a:pt x="929912" y="40733"/>
                  <a:pt x="932486" y="41680"/>
                  <a:pt x="934523" y="43576"/>
                </a:cubicBezTo>
                <a:cubicBezTo>
                  <a:pt x="936559" y="45471"/>
                  <a:pt x="937578" y="47663"/>
                  <a:pt x="937578" y="50152"/>
                </a:cubicBezTo>
                <a:cubicBezTo>
                  <a:pt x="937578" y="52359"/>
                  <a:pt x="936842" y="54225"/>
                  <a:pt x="935371" y="55753"/>
                </a:cubicBezTo>
                <a:cubicBezTo>
                  <a:pt x="933900" y="57280"/>
                  <a:pt x="932147" y="58044"/>
                  <a:pt x="930110" y="58044"/>
                </a:cubicBezTo>
                <a:cubicBezTo>
                  <a:pt x="928130" y="58044"/>
                  <a:pt x="925909" y="57068"/>
                  <a:pt x="923448" y="55116"/>
                </a:cubicBezTo>
                <a:cubicBezTo>
                  <a:pt x="920988" y="53165"/>
                  <a:pt x="919163" y="52189"/>
                  <a:pt x="917975" y="52189"/>
                </a:cubicBezTo>
                <a:cubicBezTo>
                  <a:pt x="916957" y="52189"/>
                  <a:pt x="915854" y="52753"/>
                  <a:pt x="914665" y="53881"/>
                </a:cubicBezTo>
                <a:cubicBezTo>
                  <a:pt x="912120" y="56195"/>
                  <a:pt x="909489" y="60004"/>
                  <a:pt x="906774" y="65308"/>
                </a:cubicBezTo>
                <a:lnTo>
                  <a:pt x="906774" y="102466"/>
                </a:lnTo>
                <a:cubicBezTo>
                  <a:pt x="906774" y="106753"/>
                  <a:pt x="907311" y="109997"/>
                  <a:pt x="908386" y="112198"/>
                </a:cubicBezTo>
                <a:cubicBezTo>
                  <a:pt x="909121" y="113722"/>
                  <a:pt x="910422" y="114992"/>
                  <a:pt x="912289" y="116009"/>
                </a:cubicBezTo>
                <a:cubicBezTo>
                  <a:pt x="914156" y="117023"/>
                  <a:pt x="916844" y="117531"/>
                  <a:pt x="920351" y="117531"/>
                </a:cubicBezTo>
                <a:lnTo>
                  <a:pt x="920351" y="120671"/>
                </a:lnTo>
                <a:lnTo>
                  <a:pt x="880552" y="120671"/>
                </a:lnTo>
                <a:lnTo>
                  <a:pt x="880552" y="117531"/>
                </a:lnTo>
                <a:cubicBezTo>
                  <a:pt x="884512" y="117531"/>
                  <a:pt x="887454" y="116910"/>
                  <a:pt x="889377" y="115669"/>
                </a:cubicBezTo>
                <a:cubicBezTo>
                  <a:pt x="890792" y="114766"/>
                  <a:pt x="891782" y="113326"/>
                  <a:pt x="892347" y="111349"/>
                </a:cubicBezTo>
                <a:cubicBezTo>
                  <a:pt x="892630" y="110389"/>
                  <a:pt x="892772" y="107652"/>
                  <a:pt x="892772" y="103136"/>
                </a:cubicBezTo>
                <a:lnTo>
                  <a:pt x="892772" y="73078"/>
                </a:lnTo>
                <a:cubicBezTo>
                  <a:pt x="892772" y="64045"/>
                  <a:pt x="892588" y="58669"/>
                  <a:pt x="892220" y="56949"/>
                </a:cubicBezTo>
                <a:cubicBezTo>
                  <a:pt x="891852" y="55227"/>
                  <a:pt x="891173" y="53971"/>
                  <a:pt x="890183" y="53181"/>
                </a:cubicBezTo>
                <a:cubicBezTo>
                  <a:pt x="889193" y="52390"/>
                  <a:pt x="887963" y="51995"/>
                  <a:pt x="886492" y="51995"/>
                </a:cubicBezTo>
                <a:cubicBezTo>
                  <a:pt x="884738" y="51995"/>
                  <a:pt x="882758" y="52419"/>
                  <a:pt x="880552" y="53265"/>
                </a:cubicBezTo>
                <a:lnTo>
                  <a:pt x="879703" y="50216"/>
                </a:lnTo>
                <a:lnTo>
                  <a:pt x="903209" y="40733"/>
                </a:lnTo>
                <a:lnTo>
                  <a:pt x="906774" y="40733"/>
                </a:lnTo>
                <a:close/>
                <a:moveTo>
                  <a:pt x="964477" y="17311"/>
                </a:moveTo>
                <a:lnTo>
                  <a:pt x="964477" y="42939"/>
                </a:lnTo>
                <a:lnTo>
                  <a:pt x="982637" y="42939"/>
                </a:lnTo>
                <a:lnTo>
                  <a:pt x="982637" y="48879"/>
                </a:lnTo>
                <a:lnTo>
                  <a:pt x="964477" y="48879"/>
                </a:lnTo>
                <a:lnTo>
                  <a:pt x="964477" y="99217"/>
                </a:lnTo>
                <a:cubicBezTo>
                  <a:pt x="964477" y="104247"/>
                  <a:pt x="965198" y="107638"/>
                  <a:pt x="966641" y="109390"/>
                </a:cubicBezTo>
                <a:cubicBezTo>
                  <a:pt x="968083" y="111140"/>
                  <a:pt x="969936" y="112015"/>
                  <a:pt x="972199" y="112015"/>
                </a:cubicBezTo>
                <a:cubicBezTo>
                  <a:pt x="974066" y="112015"/>
                  <a:pt x="975876" y="111435"/>
                  <a:pt x="977630" y="110275"/>
                </a:cubicBezTo>
                <a:cubicBezTo>
                  <a:pt x="979384" y="109116"/>
                  <a:pt x="980742" y="107404"/>
                  <a:pt x="981703" y="105141"/>
                </a:cubicBezTo>
                <a:lnTo>
                  <a:pt x="985013" y="105141"/>
                </a:lnTo>
                <a:cubicBezTo>
                  <a:pt x="983033" y="110701"/>
                  <a:pt x="980232" y="114906"/>
                  <a:pt x="976612" y="117756"/>
                </a:cubicBezTo>
                <a:cubicBezTo>
                  <a:pt x="972991" y="120604"/>
                  <a:pt x="969257" y="122028"/>
                  <a:pt x="965410" y="122028"/>
                </a:cubicBezTo>
                <a:cubicBezTo>
                  <a:pt x="962808" y="122028"/>
                  <a:pt x="960262" y="121306"/>
                  <a:pt x="957773" y="119862"/>
                </a:cubicBezTo>
                <a:cubicBezTo>
                  <a:pt x="955284" y="118417"/>
                  <a:pt x="953445" y="116351"/>
                  <a:pt x="952257" y="113662"/>
                </a:cubicBezTo>
                <a:cubicBezTo>
                  <a:pt x="951069" y="110971"/>
                  <a:pt x="950475" y="106822"/>
                  <a:pt x="950475" y="101214"/>
                </a:cubicBezTo>
                <a:lnTo>
                  <a:pt x="950475" y="48879"/>
                </a:lnTo>
                <a:lnTo>
                  <a:pt x="938170" y="48879"/>
                </a:lnTo>
                <a:lnTo>
                  <a:pt x="938170" y="46079"/>
                </a:lnTo>
                <a:cubicBezTo>
                  <a:pt x="941282" y="44831"/>
                  <a:pt x="944464" y="42717"/>
                  <a:pt x="947717" y="39738"/>
                </a:cubicBezTo>
                <a:cubicBezTo>
                  <a:pt x="950970" y="36759"/>
                  <a:pt x="953869" y="33227"/>
                  <a:pt x="956415" y="29141"/>
                </a:cubicBezTo>
                <a:cubicBezTo>
                  <a:pt x="957716" y="26986"/>
                  <a:pt x="959527" y="23043"/>
                  <a:pt x="961846" y="17311"/>
                </a:cubicBezTo>
                <a:lnTo>
                  <a:pt x="964477" y="17311"/>
                </a:lnTo>
                <a:close/>
                <a:moveTo>
                  <a:pt x="1034261" y="109469"/>
                </a:moveTo>
                <a:cubicBezTo>
                  <a:pt x="1026284" y="115636"/>
                  <a:pt x="1021277" y="119200"/>
                  <a:pt x="1019241" y="120161"/>
                </a:cubicBezTo>
                <a:cubicBezTo>
                  <a:pt x="1016186" y="121632"/>
                  <a:pt x="1012933" y="122368"/>
                  <a:pt x="1009482" y="122368"/>
                </a:cubicBezTo>
                <a:cubicBezTo>
                  <a:pt x="1004107" y="122368"/>
                  <a:pt x="999681" y="120529"/>
                  <a:pt x="996201" y="116852"/>
                </a:cubicBezTo>
                <a:cubicBezTo>
                  <a:pt x="992722" y="113175"/>
                  <a:pt x="990982" y="108338"/>
                  <a:pt x="990982" y="102341"/>
                </a:cubicBezTo>
                <a:cubicBezTo>
                  <a:pt x="990982" y="98551"/>
                  <a:pt x="991831" y="95269"/>
                  <a:pt x="993528" y="92497"/>
                </a:cubicBezTo>
                <a:cubicBezTo>
                  <a:pt x="995848" y="88650"/>
                  <a:pt x="999879" y="85030"/>
                  <a:pt x="1005621" y="81635"/>
                </a:cubicBezTo>
                <a:cubicBezTo>
                  <a:pt x="1011363" y="78241"/>
                  <a:pt x="1020910" y="74111"/>
                  <a:pt x="1034261" y="69246"/>
                </a:cubicBezTo>
                <a:lnTo>
                  <a:pt x="1034261" y="66191"/>
                </a:lnTo>
                <a:cubicBezTo>
                  <a:pt x="1034261" y="58440"/>
                  <a:pt x="1033030" y="53122"/>
                  <a:pt x="1030569" y="50237"/>
                </a:cubicBezTo>
                <a:cubicBezTo>
                  <a:pt x="1028109" y="47352"/>
                  <a:pt x="1024530" y="45909"/>
                  <a:pt x="1019835" y="45909"/>
                </a:cubicBezTo>
                <a:cubicBezTo>
                  <a:pt x="1016271" y="45909"/>
                  <a:pt x="1013442" y="46867"/>
                  <a:pt x="1011349" y="48784"/>
                </a:cubicBezTo>
                <a:cubicBezTo>
                  <a:pt x="1009199" y="50700"/>
                  <a:pt x="1008124" y="52899"/>
                  <a:pt x="1008124" y="55379"/>
                </a:cubicBezTo>
                <a:lnTo>
                  <a:pt x="1008294" y="60282"/>
                </a:lnTo>
                <a:cubicBezTo>
                  <a:pt x="1008294" y="62874"/>
                  <a:pt x="1007629" y="64874"/>
                  <a:pt x="1006300" y="66283"/>
                </a:cubicBezTo>
                <a:cubicBezTo>
                  <a:pt x="1004970" y="67692"/>
                  <a:pt x="1003230" y="68397"/>
                  <a:pt x="1001081" y="68397"/>
                </a:cubicBezTo>
                <a:cubicBezTo>
                  <a:pt x="998987" y="68397"/>
                  <a:pt x="997276" y="67664"/>
                  <a:pt x="995947" y="66199"/>
                </a:cubicBezTo>
                <a:cubicBezTo>
                  <a:pt x="994617" y="64731"/>
                  <a:pt x="993952" y="62728"/>
                  <a:pt x="993952" y="60189"/>
                </a:cubicBezTo>
                <a:cubicBezTo>
                  <a:pt x="993952" y="55340"/>
                  <a:pt x="996442" y="50885"/>
                  <a:pt x="1001420" y="46824"/>
                </a:cubicBezTo>
                <a:cubicBezTo>
                  <a:pt x="1006399" y="42763"/>
                  <a:pt x="1013385" y="40733"/>
                  <a:pt x="1022381" y="40733"/>
                </a:cubicBezTo>
                <a:cubicBezTo>
                  <a:pt x="1029282" y="40733"/>
                  <a:pt x="1034940" y="41891"/>
                  <a:pt x="1039352" y="44207"/>
                </a:cubicBezTo>
                <a:cubicBezTo>
                  <a:pt x="1042690" y="45959"/>
                  <a:pt x="1045151" y="48700"/>
                  <a:pt x="1046735" y="52430"/>
                </a:cubicBezTo>
                <a:cubicBezTo>
                  <a:pt x="1047754" y="54859"/>
                  <a:pt x="1048263" y="59831"/>
                  <a:pt x="1048263" y="67347"/>
                </a:cubicBezTo>
                <a:lnTo>
                  <a:pt x="1048263" y="93706"/>
                </a:lnTo>
                <a:cubicBezTo>
                  <a:pt x="1048263" y="101109"/>
                  <a:pt x="1048404" y="105643"/>
                  <a:pt x="1048687" y="107311"/>
                </a:cubicBezTo>
                <a:cubicBezTo>
                  <a:pt x="1048970" y="108978"/>
                  <a:pt x="1049437" y="110094"/>
                  <a:pt x="1050087" y="110660"/>
                </a:cubicBezTo>
                <a:cubicBezTo>
                  <a:pt x="1050738" y="111224"/>
                  <a:pt x="1051487" y="111506"/>
                  <a:pt x="1052336" y="111506"/>
                </a:cubicBezTo>
                <a:cubicBezTo>
                  <a:pt x="1053241" y="111506"/>
                  <a:pt x="1054033" y="111308"/>
                  <a:pt x="1054712" y="110912"/>
                </a:cubicBezTo>
                <a:cubicBezTo>
                  <a:pt x="1055900" y="110176"/>
                  <a:pt x="1058191" y="108111"/>
                  <a:pt x="1061586" y="104717"/>
                </a:cubicBezTo>
                <a:lnTo>
                  <a:pt x="1061586" y="109469"/>
                </a:lnTo>
                <a:cubicBezTo>
                  <a:pt x="1055250" y="117955"/>
                  <a:pt x="1049196" y="122198"/>
                  <a:pt x="1043426" y="122198"/>
                </a:cubicBezTo>
                <a:cubicBezTo>
                  <a:pt x="1040654" y="122198"/>
                  <a:pt x="1038447" y="121236"/>
                  <a:pt x="1036807" y="119313"/>
                </a:cubicBezTo>
                <a:cubicBezTo>
                  <a:pt x="1035166" y="117389"/>
                  <a:pt x="1034317" y="114108"/>
                  <a:pt x="1034261" y="109469"/>
                </a:cubicBezTo>
                <a:moveTo>
                  <a:pt x="1034261" y="103906"/>
                </a:moveTo>
                <a:lnTo>
                  <a:pt x="1034261" y="74422"/>
                </a:lnTo>
                <a:cubicBezTo>
                  <a:pt x="1025718" y="77801"/>
                  <a:pt x="1020202" y="80194"/>
                  <a:pt x="1017713" y="81603"/>
                </a:cubicBezTo>
                <a:cubicBezTo>
                  <a:pt x="1013244" y="84082"/>
                  <a:pt x="1010048" y="86673"/>
                  <a:pt x="1008124" y="89376"/>
                </a:cubicBezTo>
                <a:cubicBezTo>
                  <a:pt x="1006201" y="92079"/>
                  <a:pt x="1005239" y="95036"/>
                  <a:pt x="1005239" y="98246"/>
                </a:cubicBezTo>
                <a:cubicBezTo>
                  <a:pt x="1005239" y="102302"/>
                  <a:pt x="1006455" y="105667"/>
                  <a:pt x="1008888" y="108342"/>
                </a:cubicBezTo>
                <a:cubicBezTo>
                  <a:pt x="1011320" y="111017"/>
                  <a:pt x="1014121" y="112354"/>
                  <a:pt x="1017289" y="112354"/>
                </a:cubicBezTo>
                <a:cubicBezTo>
                  <a:pt x="1021588" y="112354"/>
                  <a:pt x="1027246" y="109538"/>
                  <a:pt x="1034261" y="103906"/>
                </a:cubicBezTo>
                <a:close/>
                <a:moveTo>
                  <a:pt x="1087155" y="0"/>
                </a:moveTo>
                <a:cubicBezTo>
                  <a:pt x="1089531" y="0"/>
                  <a:pt x="1091554" y="839"/>
                  <a:pt x="1093223" y="2517"/>
                </a:cubicBezTo>
                <a:cubicBezTo>
                  <a:pt x="1094892" y="4193"/>
                  <a:pt x="1095726" y="6225"/>
                  <a:pt x="1095726" y="8613"/>
                </a:cubicBezTo>
                <a:cubicBezTo>
                  <a:pt x="1095726" y="11002"/>
                  <a:pt x="1094892" y="13049"/>
                  <a:pt x="1093223" y="14755"/>
                </a:cubicBezTo>
                <a:cubicBezTo>
                  <a:pt x="1091554" y="16459"/>
                  <a:pt x="1089531" y="17311"/>
                  <a:pt x="1087155" y="17311"/>
                </a:cubicBezTo>
                <a:cubicBezTo>
                  <a:pt x="1084779" y="17311"/>
                  <a:pt x="1082742" y="16459"/>
                  <a:pt x="1081045" y="14755"/>
                </a:cubicBezTo>
                <a:cubicBezTo>
                  <a:pt x="1079348" y="13049"/>
                  <a:pt x="1078499" y="11002"/>
                  <a:pt x="1078499" y="8613"/>
                </a:cubicBezTo>
                <a:cubicBezTo>
                  <a:pt x="1078499" y="6225"/>
                  <a:pt x="1079334" y="4193"/>
                  <a:pt x="1081003" y="2517"/>
                </a:cubicBezTo>
                <a:cubicBezTo>
                  <a:pt x="1082672" y="839"/>
                  <a:pt x="1084723" y="0"/>
                  <a:pt x="1087155" y="0"/>
                </a:cubicBezTo>
                <a:moveTo>
                  <a:pt x="1094199" y="40733"/>
                </a:moveTo>
                <a:lnTo>
                  <a:pt x="1094199" y="103052"/>
                </a:lnTo>
                <a:cubicBezTo>
                  <a:pt x="1094199" y="107906"/>
                  <a:pt x="1094552" y="111138"/>
                  <a:pt x="1095259" y="112747"/>
                </a:cubicBezTo>
                <a:cubicBezTo>
                  <a:pt x="1095966" y="114356"/>
                  <a:pt x="1097013" y="115555"/>
                  <a:pt x="1098399" y="116345"/>
                </a:cubicBezTo>
                <a:cubicBezTo>
                  <a:pt x="1099785" y="117136"/>
                  <a:pt x="1102317" y="117531"/>
                  <a:pt x="1105994" y="117531"/>
                </a:cubicBezTo>
                <a:lnTo>
                  <a:pt x="1105994" y="120671"/>
                </a:lnTo>
                <a:lnTo>
                  <a:pt x="1068231" y="120671"/>
                </a:lnTo>
                <a:lnTo>
                  <a:pt x="1068231" y="117531"/>
                </a:lnTo>
                <a:cubicBezTo>
                  <a:pt x="1072022" y="117531"/>
                  <a:pt x="1074568" y="117164"/>
                  <a:pt x="1075869" y="116430"/>
                </a:cubicBezTo>
                <a:cubicBezTo>
                  <a:pt x="1077170" y="115697"/>
                  <a:pt x="1078202" y="114483"/>
                  <a:pt x="1078966" y="112789"/>
                </a:cubicBezTo>
                <a:cubicBezTo>
                  <a:pt x="1079730" y="111096"/>
                  <a:pt x="1080112" y="107850"/>
                  <a:pt x="1080112" y="103052"/>
                </a:cubicBezTo>
                <a:lnTo>
                  <a:pt x="1080112" y="73162"/>
                </a:lnTo>
                <a:cubicBezTo>
                  <a:pt x="1080112" y="64751"/>
                  <a:pt x="1079857" y="59304"/>
                  <a:pt x="1079348" y="56822"/>
                </a:cubicBezTo>
                <a:cubicBezTo>
                  <a:pt x="1078952" y="55015"/>
                  <a:pt x="1078330" y="53759"/>
                  <a:pt x="1077481" y="53053"/>
                </a:cubicBezTo>
                <a:cubicBezTo>
                  <a:pt x="1076633" y="52348"/>
                  <a:pt x="1075473" y="51995"/>
                  <a:pt x="1074002" y="51995"/>
                </a:cubicBezTo>
                <a:cubicBezTo>
                  <a:pt x="1072418" y="51995"/>
                  <a:pt x="1070494" y="52419"/>
                  <a:pt x="1068231" y="53265"/>
                </a:cubicBezTo>
                <a:lnTo>
                  <a:pt x="1067043" y="50216"/>
                </a:lnTo>
                <a:lnTo>
                  <a:pt x="1090465" y="40733"/>
                </a:lnTo>
                <a:lnTo>
                  <a:pt x="1094199" y="40733"/>
                </a:lnTo>
                <a:close/>
                <a:moveTo>
                  <a:pt x="1138355" y="57196"/>
                </a:moveTo>
                <a:cubicBezTo>
                  <a:pt x="1147463" y="46220"/>
                  <a:pt x="1156147" y="40733"/>
                  <a:pt x="1164407" y="40733"/>
                </a:cubicBezTo>
                <a:cubicBezTo>
                  <a:pt x="1168650" y="40733"/>
                  <a:pt x="1172299" y="41792"/>
                  <a:pt x="1175354" y="43910"/>
                </a:cubicBezTo>
                <a:cubicBezTo>
                  <a:pt x="1178409" y="46026"/>
                  <a:pt x="1180841" y="49511"/>
                  <a:pt x="1182652" y="54366"/>
                </a:cubicBezTo>
                <a:cubicBezTo>
                  <a:pt x="1183896" y="57752"/>
                  <a:pt x="1184518" y="62945"/>
                  <a:pt x="1184518" y="69946"/>
                </a:cubicBezTo>
                <a:lnTo>
                  <a:pt x="1184518" y="103052"/>
                </a:lnTo>
                <a:cubicBezTo>
                  <a:pt x="1184518" y="107963"/>
                  <a:pt x="1184915" y="111294"/>
                  <a:pt x="1185707" y="113044"/>
                </a:cubicBezTo>
                <a:cubicBezTo>
                  <a:pt x="1186329" y="114455"/>
                  <a:pt x="1187333" y="115555"/>
                  <a:pt x="1188719" y="116345"/>
                </a:cubicBezTo>
                <a:cubicBezTo>
                  <a:pt x="1190105" y="117136"/>
                  <a:pt x="1192665" y="117531"/>
                  <a:pt x="1196399" y="117531"/>
                </a:cubicBezTo>
                <a:lnTo>
                  <a:pt x="1196399" y="120671"/>
                </a:lnTo>
                <a:lnTo>
                  <a:pt x="1157957" y="120671"/>
                </a:lnTo>
                <a:lnTo>
                  <a:pt x="1157957" y="117531"/>
                </a:lnTo>
                <a:lnTo>
                  <a:pt x="1159570" y="117531"/>
                </a:lnTo>
                <a:cubicBezTo>
                  <a:pt x="1163190" y="117531"/>
                  <a:pt x="1165722" y="116982"/>
                  <a:pt x="1167165" y="115884"/>
                </a:cubicBezTo>
                <a:cubicBezTo>
                  <a:pt x="1168607" y="114786"/>
                  <a:pt x="1169611" y="113169"/>
                  <a:pt x="1170177" y="111031"/>
                </a:cubicBezTo>
                <a:cubicBezTo>
                  <a:pt x="1170403" y="110186"/>
                  <a:pt x="1170517" y="107540"/>
                  <a:pt x="1170517" y="103094"/>
                </a:cubicBezTo>
                <a:lnTo>
                  <a:pt x="1170517" y="71433"/>
                </a:lnTo>
                <a:cubicBezTo>
                  <a:pt x="1170517" y="64399"/>
                  <a:pt x="1169597" y="59291"/>
                  <a:pt x="1167759" y="56111"/>
                </a:cubicBezTo>
                <a:cubicBezTo>
                  <a:pt x="1165920" y="52930"/>
                  <a:pt x="1162823" y="51340"/>
                  <a:pt x="1158467" y="51340"/>
                </a:cubicBezTo>
                <a:cubicBezTo>
                  <a:pt x="1151734" y="51340"/>
                  <a:pt x="1145030" y="54999"/>
                  <a:pt x="1138355" y="62316"/>
                </a:cubicBezTo>
                <a:lnTo>
                  <a:pt x="1138355" y="103094"/>
                </a:lnTo>
                <a:cubicBezTo>
                  <a:pt x="1138355" y="108329"/>
                  <a:pt x="1138666" y="111565"/>
                  <a:pt x="1139288" y="112803"/>
                </a:cubicBezTo>
                <a:cubicBezTo>
                  <a:pt x="1140080" y="114434"/>
                  <a:pt x="1141169" y="115630"/>
                  <a:pt x="1142555" y="116391"/>
                </a:cubicBezTo>
                <a:cubicBezTo>
                  <a:pt x="1143941" y="117151"/>
                  <a:pt x="1146756" y="117531"/>
                  <a:pt x="1150999" y="117531"/>
                </a:cubicBezTo>
                <a:lnTo>
                  <a:pt x="1150999" y="120671"/>
                </a:lnTo>
                <a:lnTo>
                  <a:pt x="1112557" y="120671"/>
                </a:lnTo>
                <a:lnTo>
                  <a:pt x="1112557" y="117531"/>
                </a:lnTo>
                <a:lnTo>
                  <a:pt x="1114255" y="117531"/>
                </a:lnTo>
                <a:cubicBezTo>
                  <a:pt x="1118215" y="117531"/>
                  <a:pt x="1120888" y="116529"/>
                  <a:pt x="1122274" y="114526"/>
                </a:cubicBezTo>
                <a:cubicBezTo>
                  <a:pt x="1123660" y="112521"/>
                  <a:pt x="1124353" y="108697"/>
                  <a:pt x="1124353" y="103052"/>
                </a:cubicBezTo>
                <a:lnTo>
                  <a:pt x="1124353" y="74263"/>
                </a:lnTo>
                <a:cubicBezTo>
                  <a:pt x="1124353" y="64950"/>
                  <a:pt x="1124141" y="59277"/>
                  <a:pt x="1123716" y="57246"/>
                </a:cubicBezTo>
                <a:cubicBezTo>
                  <a:pt x="1123292" y="55213"/>
                  <a:pt x="1122642" y="53829"/>
                  <a:pt x="1121765" y="53096"/>
                </a:cubicBezTo>
                <a:cubicBezTo>
                  <a:pt x="1120888" y="52362"/>
                  <a:pt x="1119714" y="51995"/>
                  <a:pt x="1118243" y="51995"/>
                </a:cubicBezTo>
                <a:cubicBezTo>
                  <a:pt x="1116659" y="51995"/>
                  <a:pt x="1114764" y="52419"/>
                  <a:pt x="1112557" y="53265"/>
                </a:cubicBezTo>
                <a:lnTo>
                  <a:pt x="1111284" y="50216"/>
                </a:lnTo>
                <a:lnTo>
                  <a:pt x="1134706" y="40733"/>
                </a:lnTo>
                <a:lnTo>
                  <a:pt x="1138355" y="40733"/>
                </a:lnTo>
                <a:lnTo>
                  <a:pt x="1138355" y="57196"/>
                </a:lnTo>
                <a:close/>
                <a:moveTo>
                  <a:pt x="1241714" y="42939"/>
                </a:moveTo>
                <a:lnTo>
                  <a:pt x="1274300" y="42939"/>
                </a:lnTo>
                <a:lnTo>
                  <a:pt x="1274300" y="46079"/>
                </a:lnTo>
                <a:cubicBezTo>
                  <a:pt x="1271302" y="46305"/>
                  <a:pt x="1269336" y="46843"/>
                  <a:pt x="1268403" y="47691"/>
                </a:cubicBezTo>
                <a:cubicBezTo>
                  <a:pt x="1267469" y="48540"/>
                  <a:pt x="1267002" y="49756"/>
                  <a:pt x="1267002" y="51340"/>
                </a:cubicBezTo>
                <a:cubicBezTo>
                  <a:pt x="1267002" y="53094"/>
                  <a:pt x="1267483" y="55215"/>
                  <a:pt x="1268445" y="57705"/>
                </a:cubicBezTo>
                <a:lnTo>
                  <a:pt x="1285078" y="102426"/>
                </a:lnTo>
                <a:lnTo>
                  <a:pt x="1301795" y="66021"/>
                </a:lnTo>
                <a:lnTo>
                  <a:pt x="1297382" y="54565"/>
                </a:lnTo>
                <a:cubicBezTo>
                  <a:pt x="1296024" y="51170"/>
                  <a:pt x="1294242" y="48823"/>
                  <a:pt x="1292036" y="47521"/>
                </a:cubicBezTo>
                <a:cubicBezTo>
                  <a:pt x="1290791" y="46729"/>
                  <a:pt x="1288472" y="46249"/>
                  <a:pt x="1285078" y="46079"/>
                </a:cubicBezTo>
                <a:lnTo>
                  <a:pt x="1285078" y="42939"/>
                </a:lnTo>
                <a:lnTo>
                  <a:pt x="1322076" y="42939"/>
                </a:lnTo>
                <a:lnTo>
                  <a:pt x="1322076" y="46079"/>
                </a:lnTo>
                <a:cubicBezTo>
                  <a:pt x="1318003" y="46249"/>
                  <a:pt x="1315118" y="46984"/>
                  <a:pt x="1313421" y="48285"/>
                </a:cubicBezTo>
                <a:cubicBezTo>
                  <a:pt x="1312289" y="49190"/>
                  <a:pt x="1311724" y="50633"/>
                  <a:pt x="1311724" y="52613"/>
                </a:cubicBezTo>
                <a:cubicBezTo>
                  <a:pt x="1311724" y="53745"/>
                  <a:pt x="1311950" y="54904"/>
                  <a:pt x="1312402" y="56092"/>
                </a:cubicBezTo>
                <a:lnTo>
                  <a:pt x="1330053" y="100729"/>
                </a:lnTo>
                <a:lnTo>
                  <a:pt x="1346431" y="57705"/>
                </a:lnTo>
                <a:cubicBezTo>
                  <a:pt x="1347563" y="54650"/>
                  <a:pt x="1348128" y="52217"/>
                  <a:pt x="1348128" y="50407"/>
                </a:cubicBezTo>
                <a:cubicBezTo>
                  <a:pt x="1348128" y="49332"/>
                  <a:pt x="1347577" y="48370"/>
                  <a:pt x="1346474" y="47521"/>
                </a:cubicBezTo>
                <a:cubicBezTo>
                  <a:pt x="1345370" y="46673"/>
                  <a:pt x="1343207" y="46192"/>
                  <a:pt x="1339982" y="46079"/>
                </a:cubicBezTo>
                <a:lnTo>
                  <a:pt x="1339982" y="42939"/>
                </a:lnTo>
                <a:lnTo>
                  <a:pt x="1364506" y="42939"/>
                </a:lnTo>
                <a:lnTo>
                  <a:pt x="1364506" y="46079"/>
                </a:lnTo>
                <a:cubicBezTo>
                  <a:pt x="1359584" y="46814"/>
                  <a:pt x="1355964" y="50152"/>
                  <a:pt x="1353644" y="56092"/>
                </a:cubicBezTo>
                <a:lnTo>
                  <a:pt x="1327677" y="123047"/>
                </a:lnTo>
                <a:lnTo>
                  <a:pt x="1324198" y="123047"/>
                </a:lnTo>
                <a:lnTo>
                  <a:pt x="1304765" y="73404"/>
                </a:lnTo>
                <a:lnTo>
                  <a:pt x="1282107" y="123047"/>
                </a:lnTo>
                <a:lnTo>
                  <a:pt x="1278968" y="123047"/>
                </a:lnTo>
                <a:lnTo>
                  <a:pt x="1254019" y="57705"/>
                </a:lnTo>
                <a:cubicBezTo>
                  <a:pt x="1252378" y="53575"/>
                  <a:pt x="1250766" y="50789"/>
                  <a:pt x="1249182" y="49346"/>
                </a:cubicBezTo>
                <a:cubicBezTo>
                  <a:pt x="1247598" y="47903"/>
                  <a:pt x="1245109" y="46814"/>
                  <a:pt x="1241714" y="46079"/>
                </a:cubicBezTo>
                <a:lnTo>
                  <a:pt x="1241714" y="42939"/>
                </a:lnTo>
                <a:close/>
                <a:moveTo>
                  <a:pt x="1415563" y="109469"/>
                </a:moveTo>
                <a:cubicBezTo>
                  <a:pt x="1407586" y="115636"/>
                  <a:pt x="1402579" y="119200"/>
                  <a:pt x="1400542" y="120161"/>
                </a:cubicBezTo>
                <a:cubicBezTo>
                  <a:pt x="1397487" y="121632"/>
                  <a:pt x="1394234" y="122368"/>
                  <a:pt x="1390783" y="122368"/>
                </a:cubicBezTo>
                <a:cubicBezTo>
                  <a:pt x="1385409" y="122368"/>
                  <a:pt x="1380982" y="120529"/>
                  <a:pt x="1377503" y="116852"/>
                </a:cubicBezTo>
                <a:cubicBezTo>
                  <a:pt x="1374024" y="113175"/>
                  <a:pt x="1372284" y="108338"/>
                  <a:pt x="1372284" y="102341"/>
                </a:cubicBezTo>
                <a:cubicBezTo>
                  <a:pt x="1372284" y="98551"/>
                  <a:pt x="1373133" y="95269"/>
                  <a:pt x="1374830" y="92497"/>
                </a:cubicBezTo>
                <a:cubicBezTo>
                  <a:pt x="1377149" y="88650"/>
                  <a:pt x="1381180" y="85030"/>
                  <a:pt x="1386922" y="81635"/>
                </a:cubicBezTo>
                <a:cubicBezTo>
                  <a:pt x="1392665" y="78241"/>
                  <a:pt x="1402211" y="74111"/>
                  <a:pt x="1415563" y="69246"/>
                </a:cubicBezTo>
                <a:lnTo>
                  <a:pt x="1415563" y="66191"/>
                </a:lnTo>
                <a:cubicBezTo>
                  <a:pt x="1415563" y="58440"/>
                  <a:pt x="1414332" y="53122"/>
                  <a:pt x="1411871" y="50237"/>
                </a:cubicBezTo>
                <a:cubicBezTo>
                  <a:pt x="1409410" y="47352"/>
                  <a:pt x="1405832" y="45909"/>
                  <a:pt x="1401136" y="45909"/>
                </a:cubicBezTo>
                <a:cubicBezTo>
                  <a:pt x="1397572" y="45909"/>
                  <a:pt x="1394744" y="46867"/>
                  <a:pt x="1392650" y="48784"/>
                </a:cubicBezTo>
                <a:cubicBezTo>
                  <a:pt x="1390501" y="50700"/>
                  <a:pt x="1389426" y="52899"/>
                  <a:pt x="1389426" y="55379"/>
                </a:cubicBezTo>
                <a:lnTo>
                  <a:pt x="1389595" y="60282"/>
                </a:lnTo>
                <a:cubicBezTo>
                  <a:pt x="1389595" y="62874"/>
                  <a:pt x="1388931" y="64874"/>
                  <a:pt x="1387601" y="66283"/>
                </a:cubicBezTo>
                <a:cubicBezTo>
                  <a:pt x="1386272" y="67692"/>
                  <a:pt x="1384532" y="68397"/>
                  <a:pt x="1382382" y="68397"/>
                </a:cubicBezTo>
                <a:cubicBezTo>
                  <a:pt x="1380289" y="68397"/>
                  <a:pt x="1378578" y="67664"/>
                  <a:pt x="1377248" y="66199"/>
                </a:cubicBezTo>
                <a:cubicBezTo>
                  <a:pt x="1375919" y="64731"/>
                  <a:pt x="1375254" y="62728"/>
                  <a:pt x="1375254" y="60189"/>
                </a:cubicBezTo>
                <a:cubicBezTo>
                  <a:pt x="1375254" y="55340"/>
                  <a:pt x="1377743" y="50885"/>
                  <a:pt x="1382722" y="46824"/>
                </a:cubicBezTo>
                <a:cubicBezTo>
                  <a:pt x="1387700" y="42763"/>
                  <a:pt x="1394687" y="40733"/>
                  <a:pt x="1403682" y="40733"/>
                </a:cubicBezTo>
                <a:cubicBezTo>
                  <a:pt x="1410584" y="40733"/>
                  <a:pt x="1416241" y="41891"/>
                  <a:pt x="1420654" y="44207"/>
                </a:cubicBezTo>
                <a:cubicBezTo>
                  <a:pt x="1423992" y="45959"/>
                  <a:pt x="1426453" y="48700"/>
                  <a:pt x="1428037" y="52430"/>
                </a:cubicBezTo>
                <a:cubicBezTo>
                  <a:pt x="1429055" y="54859"/>
                  <a:pt x="1429564" y="59831"/>
                  <a:pt x="1429564" y="67347"/>
                </a:cubicBezTo>
                <a:lnTo>
                  <a:pt x="1429564" y="93706"/>
                </a:lnTo>
                <a:cubicBezTo>
                  <a:pt x="1429564" y="101109"/>
                  <a:pt x="1429706" y="105643"/>
                  <a:pt x="1429989" y="107311"/>
                </a:cubicBezTo>
                <a:cubicBezTo>
                  <a:pt x="1430272" y="108978"/>
                  <a:pt x="1430738" y="110094"/>
                  <a:pt x="1431389" y="110660"/>
                </a:cubicBezTo>
                <a:cubicBezTo>
                  <a:pt x="1432039" y="111224"/>
                  <a:pt x="1432789" y="111506"/>
                  <a:pt x="1433638" y="111506"/>
                </a:cubicBezTo>
                <a:cubicBezTo>
                  <a:pt x="1434543" y="111506"/>
                  <a:pt x="1435335" y="111308"/>
                  <a:pt x="1436014" y="110912"/>
                </a:cubicBezTo>
                <a:cubicBezTo>
                  <a:pt x="1437202" y="110176"/>
                  <a:pt x="1439493" y="108111"/>
                  <a:pt x="1442887" y="104717"/>
                </a:cubicBezTo>
                <a:lnTo>
                  <a:pt x="1442887" y="109469"/>
                </a:lnTo>
                <a:cubicBezTo>
                  <a:pt x="1436551" y="117955"/>
                  <a:pt x="1430498" y="122198"/>
                  <a:pt x="1424727" y="122198"/>
                </a:cubicBezTo>
                <a:cubicBezTo>
                  <a:pt x="1421955" y="122198"/>
                  <a:pt x="1419749" y="121236"/>
                  <a:pt x="1418108" y="119313"/>
                </a:cubicBezTo>
                <a:cubicBezTo>
                  <a:pt x="1416468" y="117389"/>
                  <a:pt x="1415619" y="114108"/>
                  <a:pt x="1415563" y="109469"/>
                </a:cubicBezTo>
                <a:moveTo>
                  <a:pt x="1415563" y="103906"/>
                </a:moveTo>
                <a:lnTo>
                  <a:pt x="1415563" y="74422"/>
                </a:lnTo>
                <a:cubicBezTo>
                  <a:pt x="1407020" y="77801"/>
                  <a:pt x="1401504" y="80194"/>
                  <a:pt x="1399015" y="81603"/>
                </a:cubicBezTo>
                <a:cubicBezTo>
                  <a:pt x="1394546" y="84082"/>
                  <a:pt x="1391349" y="86673"/>
                  <a:pt x="1389426" y="89376"/>
                </a:cubicBezTo>
                <a:cubicBezTo>
                  <a:pt x="1387502" y="92079"/>
                  <a:pt x="1386540" y="95036"/>
                  <a:pt x="1386540" y="98246"/>
                </a:cubicBezTo>
                <a:cubicBezTo>
                  <a:pt x="1386540" y="102302"/>
                  <a:pt x="1387757" y="105667"/>
                  <a:pt x="1390189" y="108342"/>
                </a:cubicBezTo>
                <a:cubicBezTo>
                  <a:pt x="1392622" y="111017"/>
                  <a:pt x="1395422" y="112354"/>
                  <a:pt x="1398591" y="112354"/>
                </a:cubicBezTo>
                <a:cubicBezTo>
                  <a:pt x="1402890" y="112354"/>
                  <a:pt x="1408547" y="109538"/>
                  <a:pt x="1415563" y="103906"/>
                </a:cubicBezTo>
                <a:close/>
                <a:moveTo>
                  <a:pt x="1444272" y="42939"/>
                </a:moveTo>
                <a:lnTo>
                  <a:pt x="1480507" y="42939"/>
                </a:lnTo>
                <a:lnTo>
                  <a:pt x="1480507" y="46079"/>
                </a:lnTo>
                <a:lnTo>
                  <a:pt x="1478725" y="46079"/>
                </a:lnTo>
                <a:cubicBezTo>
                  <a:pt x="1476179" y="46079"/>
                  <a:pt x="1474270" y="46630"/>
                  <a:pt x="1472997" y="47734"/>
                </a:cubicBezTo>
                <a:cubicBezTo>
                  <a:pt x="1471724" y="48837"/>
                  <a:pt x="1471088" y="50209"/>
                  <a:pt x="1471088" y="51849"/>
                </a:cubicBezTo>
                <a:cubicBezTo>
                  <a:pt x="1471088" y="54056"/>
                  <a:pt x="1472021" y="57111"/>
                  <a:pt x="1473888" y="61014"/>
                </a:cubicBezTo>
                <a:lnTo>
                  <a:pt x="1492812" y="100219"/>
                </a:lnTo>
                <a:lnTo>
                  <a:pt x="1510208" y="57280"/>
                </a:lnTo>
                <a:cubicBezTo>
                  <a:pt x="1511170" y="54961"/>
                  <a:pt x="1511650" y="52670"/>
                  <a:pt x="1511650" y="50407"/>
                </a:cubicBezTo>
                <a:cubicBezTo>
                  <a:pt x="1511650" y="49388"/>
                  <a:pt x="1511452" y="48625"/>
                  <a:pt x="1511056" y="48116"/>
                </a:cubicBezTo>
                <a:cubicBezTo>
                  <a:pt x="1510604" y="47493"/>
                  <a:pt x="1509897" y="46998"/>
                  <a:pt x="1508935" y="46630"/>
                </a:cubicBezTo>
                <a:cubicBezTo>
                  <a:pt x="1507973" y="46263"/>
                  <a:pt x="1506276" y="46079"/>
                  <a:pt x="1503843" y="46079"/>
                </a:cubicBezTo>
                <a:lnTo>
                  <a:pt x="1503843" y="42939"/>
                </a:lnTo>
                <a:lnTo>
                  <a:pt x="1529132" y="42939"/>
                </a:lnTo>
                <a:lnTo>
                  <a:pt x="1529132" y="46079"/>
                </a:lnTo>
                <a:cubicBezTo>
                  <a:pt x="1527038" y="46305"/>
                  <a:pt x="1525426" y="46758"/>
                  <a:pt x="1524295" y="47437"/>
                </a:cubicBezTo>
                <a:cubicBezTo>
                  <a:pt x="1523163" y="48116"/>
                  <a:pt x="1521919" y="49388"/>
                  <a:pt x="1520561" y="51255"/>
                </a:cubicBezTo>
                <a:cubicBezTo>
                  <a:pt x="1520052" y="52047"/>
                  <a:pt x="1519090" y="54225"/>
                  <a:pt x="1517676" y="57790"/>
                </a:cubicBezTo>
                <a:lnTo>
                  <a:pt x="1486023" y="135351"/>
                </a:lnTo>
                <a:cubicBezTo>
                  <a:pt x="1482968" y="142876"/>
                  <a:pt x="1478965" y="148561"/>
                  <a:pt x="1474015" y="152408"/>
                </a:cubicBezTo>
                <a:cubicBezTo>
                  <a:pt x="1469065" y="156255"/>
                  <a:pt x="1464299" y="158179"/>
                  <a:pt x="1459716" y="158179"/>
                </a:cubicBezTo>
                <a:cubicBezTo>
                  <a:pt x="1456378" y="158179"/>
                  <a:pt x="1453635" y="157228"/>
                  <a:pt x="1451485" y="155328"/>
                </a:cubicBezTo>
                <a:cubicBezTo>
                  <a:pt x="1449335" y="153427"/>
                  <a:pt x="1448260" y="151248"/>
                  <a:pt x="1448260" y="148788"/>
                </a:cubicBezTo>
                <a:cubicBezTo>
                  <a:pt x="1448260" y="146441"/>
                  <a:pt x="1449038" y="144547"/>
                  <a:pt x="1450594" y="143108"/>
                </a:cubicBezTo>
                <a:cubicBezTo>
                  <a:pt x="1452150" y="141671"/>
                  <a:pt x="1454285" y="140952"/>
                  <a:pt x="1457001" y="140952"/>
                </a:cubicBezTo>
                <a:cubicBezTo>
                  <a:pt x="1458868" y="140952"/>
                  <a:pt x="1461413" y="141574"/>
                  <a:pt x="1464638" y="142819"/>
                </a:cubicBezTo>
                <a:cubicBezTo>
                  <a:pt x="1466901" y="143668"/>
                  <a:pt x="1468315" y="144092"/>
                  <a:pt x="1468881" y="144092"/>
                </a:cubicBezTo>
                <a:cubicBezTo>
                  <a:pt x="1470578" y="144092"/>
                  <a:pt x="1472431" y="143209"/>
                  <a:pt x="1474439" y="141443"/>
                </a:cubicBezTo>
                <a:cubicBezTo>
                  <a:pt x="1476448" y="139678"/>
                  <a:pt x="1478470" y="136263"/>
                  <a:pt x="1480507" y="131196"/>
                </a:cubicBezTo>
                <a:lnTo>
                  <a:pt x="1486023" y="117616"/>
                </a:lnTo>
                <a:lnTo>
                  <a:pt x="1458104" y="58978"/>
                </a:lnTo>
                <a:cubicBezTo>
                  <a:pt x="1457255" y="57224"/>
                  <a:pt x="1455898" y="55046"/>
                  <a:pt x="1454031" y="52443"/>
                </a:cubicBezTo>
                <a:cubicBezTo>
                  <a:pt x="1452616" y="50463"/>
                  <a:pt x="1451457" y="49134"/>
                  <a:pt x="1450551" y="48455"/>
                </a:cubicBezTo>
                <a:cubicBezTo>
                  <a:pt x="1449250" y="47550"/>
                  <a:pt x="1447157" y="46758"/>
                  <a:pt x="1444272" y="46079"/>
                </a:cubicBezTo>
                <a:lnTo>
                  <a:pt x="1444272" y="42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C989E-0583-4ED9-AE36-340B91E9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3044580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3F639B-D1E5-4D10-A291-84E55800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3044580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25" name="Text Explainthis[x]">
            <a:extLst xmlns:a="http://schemas.openxmlformats.org/drawingml/2006/main">
              <a:ext uri="{FF2B5EF4-FFF2-40B4-BE49-F238E27FC236}">
                <a16:creationId xmlns:a16="http://schemas.microsoft.com/office/drawing/2014/main" id="{566E7E2F-0725-40BA-8BD6-1132985A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533" y="3117756"/>
            <a:ext cx="1063605" cy="157839"/>
          </a:xfrm>
          <a:custGeom xmlns:a="http://schemas.openxmlformats.org/drawingml/2006/main">
            <a:pathLst>
              <a:path w="1063605" h="157839">
                <a:moveTo>
                  <a:pt x="32756" y="11880"/>
                </a:moveTo>
                <a:lnTo>
                  <a:pt x="32756" y="57365"/>
                </a:lnTo>
                <a:lnTo>
                  <a:pt x="58044" y="57365"/>
                </a:lnTo>
                <a:cubicBezTo>
                  <a:pt x="64607" y="57365"/>
                  <a:pt x="68991" y="56370"/>
                  <a:pt x="71197" y="54379"/>
                </a:cubicBezTo>
                <a:cubicBezTo>
                  <a:pt x="74139" y="51764"/>
                  <a:pt x="75780" y="47159"/>
                  <a:pt x="76119" y="40563"/>
                </a:cubicBezTo>
                <a:lnTo>
                  <a:pt x="79259" y="40563"/>
                </a:lnTo>
                <a:lnTo>
                  <a:pt x="79259" y="80617"/>
                </a:lnTo>
                <a:lnTo>
                  <a:pt x="76119" y="80617"/>
                </a:lnTo>
                <a:cubicBezTo>
                  <a:pt x="75327" y="75071"/>
                  <a:pt x="74535" y="71514"/>
                  <a:pt x="73743" y="69946"/>
                </a:cubicBezTo>
                <a:cubicBezTo>
                  <a:pt x="72725" y="67985"/>
                  <a:pt x="71056" y="66445"/>
                  <a:pt x="68736" y="65326"/>
                </a:cubicBezTo>
                <a:cubicBezTo>
                  <a:pt x="66417" y="64205"/>
                  <a:pt x="62853" y="63645"/>
                  <a:pt x="58044" y="63645"/>
                </a:cubicBezTo>
                <a:lnTo>
                  <a:pt x="32756" y="63645"/>
                </a:lnTo>
                <a:lnTo>
                  <a:pt x="32756" y="101514"/>
                </a:lnTo>
                <a:cubicBezTo>
                  <a:pt x="32756" y="106596"/>
                  <a:pt x="32982" y="109688"/>
                  <a:pt x="33435" y="110790"/>
                </a:cubicBezTo>
                <a:cubicBezTo>
                  <a:pt x="33887" y="111891"/>
                  <a:pt x="34679" y="112767"/>
                  <a:pt x="35811" y="113418"/>
                </a:cubicBezTo>
                <a:cubicBezTo>
                  <a:pt x="36942" y="114067"/>
                  <a:pt x="39092" y="114391"/>
                  <a:pt x="42260" y="114391"/>
                </a:cubicBezTo>
                <a:lnTo>
                  <a:pt x="61778" y="114391"/>
                </a:lnTo>
                <a:cubicBezTo>
                  <a:pt x="68284" y="114391"/>
                  <a:pt x="73008" y="113938"/>
                  <a:pt x="75950" y="113033"/>
                </a:cubicBezTo>
                <a:cubicBezTo>
                  <a:pt x="78891" y="112128"/>
                  <a:pt x="81720" y="110346"/>
                  <a:pt x="84436" y="107687"/>
                </a:cubicBezTo>
                <a:cubicBezTo>
                  <a:pt x="87943" y="104180"/>
                  <a:pt x="91535" y="98890"/>
                  <a:pt x="95213" y="91818"/>
                </a:cubicBezTo>
                <a:lnTo>
                  <a:pt x="98607" y="91818"/>
                </a:lnTo>
                <a:lnTo>
                  <a:pt x="88678" y="120671"/>
                </a:lnTo>
                <a:lnTo>
                  <a:pt x="0" y="120671"/>
                </a:lnTo>
                <a:lnTo>
                  <a:pt x="0" y="117531"/>
                </a:lnTo>
                <a:lnTo>
                  <a:pt x="4073" y="117531"/>
                </a:lnTo>
                <a:cubicBezTo>
                  <a:pt x="6789" y="117531"/>
                  <a:pt x="9363" y="116880"/>
                  <a:pt x="11796" y="115579"/>
                </a:cubicBezTo>
                <a:cubicBezTo>
                  <a:pt x="13606" y="114674"/>
                  <a:pt x="14836" y="113316"/>
                  <a:pt x="15487" y="111506"/>
                </a:cubicBezTo>
                <a:cubicBezTo>
                  <a:pt x="16138" y="109695"/>
                  <a:pt x="16463" y="105990"/>
                  <a:pt x="16463" y="100389"/>
                </a:cubicBezTo>
                <a:lnTo>
                  <a:pt x="16463" y="25628"/>
                </a:lnTo>
                <a:cubicBezTo>
                  <a:pt x="16463" y="18330"/>
                  <a:pt x="15727" y="13832"/>
                  <a:pt x="14256" y="12135"/>
                </a:cubicBezTo>
                <a:cubicBezTo>
                  <a:pt x="12220" y="9872"/>
                  <a:pt x="8825" y="8741"/>
                  <a:pt x="4073" y="8741"/>
                </a:cubicBezTo>
                <a:lnTo>
                  <a:pt x="0" y="8741"/>
                </a:lnTo>
                <a:lnTo>
                  <a:pt x="0" y="5601"/>
                </a:lnTo>
                <a:lnTo>
                  <a:pt x="88678" y="5601"/>
                </a:lnTo>
                <a:lnTo>
                  <a:pt x="89951" y="30719"/>
                </a:lnTo>
                <a:lnTo>
                  <a:pt x="86642" y="30719"/>
                </a:lnTo>
                <a:cubicBezTo>
                  <a:pt x="85454" y="24692"/>
                  <a:pt x="84139" y="20553"/>
                  <a:pt x="82696" y="18301"/>
                </a:cubicBezTo>
                <a:cubicBezTo>
                  <a:pt x="81253" y="16048"/>
                  <a:pt x="79118" y="14331"/>
                  <a:pt x="76289" y="13148"/>
                </a:cubicBezTo>
                <a:cubicBezTo>
                  <a:pt x="74026" y="12303"/>
                  <a:pt x="70038" y="11880"/>
                  <a:pt x="64324" y="11880"/>
                </a:cubicBezTo>
                <a:lnTo>
                  <a:pt x="32756" y="11880"/>
                </a:lnTo>
                <a:close/>
                <a:moveTo>
                  <a:pt x="104914" y="42939"/>
                </a:moveTo>
                <a:lnTo>
                  <a:pt x="141489" y="42939"/>
                </a:lnTo>
                <a:lnTo>
                  <a:pt x="141489" y="46079"/>
                </a:lnTo>
                <a:cubicBezTo>
                  <a:pt x="139169" y="46079"/>
                  <a:pt x="137543" y="46475"/>
                  <a:pt x="136610" y="47267"/>
                </a:cubicBezTo>
                <a:cubicBezTo>
                  <a:pt x="135676" y="48059"/>
                  <a:pt x="135209" y="49106"/>
                  <a:pt x="135209" y="50407"/>
                </a:cubicBezTo>
                <a:cubicBezTo>
                  <a:pt x="135209" y="51764"/>
                  <a:pt x="136199" y="53858"/>
                  <a:pt x="138179" y="56686"/>
                </a:cubicBezTo>
                <a:cubicBezTo>
                  <a:pt x="138802" y="57592"/>
                  <a:pt x="139735" y="59006"/>
                  <a:pt x="140980" y="60929"/>
                </a:cubicBezTo>
                <a:lnTo>
                  <a:pt x="146496" y="69755"/>
                </a:lnTo>
                <a:lnTo>
                  <a:pt x="152860" y="60929"/>
                </a:lnTo>
                <a:cubicBezTo>
                  <a:pt x="156933" y="55329"/>
                  <a:pt x="158970" y="51793"/>
                  <a:pt x="158970" y="50322"/>
                </a:cubicBezTo>
                <a:cubicBezTo>
                  <a:pt x="158970" y="49134"/>
                  <a:pt x="158489" y="48130"/>
                  <a:pt x="157527" y="47309"/>
                </a:cubicBezTo>
                <a:cubicBezTo>
                  <a:pt x="156566" y="46489"/>
                  <a:pt x="155010" y="46079"/>
                  <a:pt x="152860" y="46079"/>
                </a:cubicBezTo>
                <a:lnTo>
                  <a:pt x="152860" y="42939"/>
                </a:lnTo>
                <a:lnTo>
                  <a:pt x="179167" y="42939"/>
                </a:lnTo>
                <a:lnTo>
                  <a:pt x="179167" y="46079"/>
                </a:lnTo>
                <a:cubicBezTo>
                  <a:pt x="176395" y="46249"/>
                  <a:pt x="173990" y="47012"/>
                  <a:pt x="171954" y="48370"/>
                </a:cubicBezTo>
                <a:cubicBezTo>
                  <a:pt x="169182" y="50294"/>
                  <a:pt x="165391" y="54480"/>
                  <a:pt x="160582" y="60929"/>
                </a:cubicBezTo>
                <a:lnTo>
                  <a:pt x="149975" y="75101"/>
                </a:lnTo>
                <a:lnTo>
                  <a:pt x="169323" y="102879"/>
                </a:lnTo>
                <a:cubicBezTo>
                  <a:pt x="174075" y="109710"/>
                  <a:pt x="177470" y="113818"/>
                  <a:pt x="179506" y="115202"/>
                </a:cubicBezTo>
                <a:cubicBezTo>
                  <a:pt x="181543" y="116585"/>
                  <a:pt x="184173" y="117361"/>
                  <a:pt x="187398" y="117531"/>
                </a:cubicBezTo>
                <a:lnTo>
                  <a:pt x="187398" y="120671"/>
                </a:lnTo>
                <a:lnTo>
                  <a:pt x="150739" y="120671"/>
                </a:lnTo>
                <a:lnTo>
                  <a:pt x="150739" y="117531"/>
                </a:lnTo>
                <a:cubicBezTo>
                  <a:pt x="153284" y="117531"/>
                  <a:pt x="155265" y="116967"/>
                  <a:pt x="156679" y="115839"/>
                </a:cubicBezTo>
                <a:cubicBezTo>
                  <a:pt x="157754" y="115049"/>
                  <a:pt x="158291" y="114005"/>
                  <a:pt x="158291" y="112707"/>
                </a:cubicBezTo>
                <a:cubicBezTo>
                  <a:pt x="158291" y="111409"/>
                  <a:pt x="156481" y="108137"/>
                  <a:pt x="152860" y="102890"/>
                </a:cubicBezTo>
                <a:lnTo>
                  <a:pt x="141489" y="86302"/>
                </a:lnTo>
                <a:lnTo>
                  <a:pt x="129015" y="102890"/>
                </a:lnTo>
                <a:cubicBezTo>
                  <a:pt x="125168" y="108024"/>
                  <a:pt x="123244" y="111071"/>
                  <a:pt x="123244" y="112031"/>
                </a:cubicBezTo>
                <a:cubicBezTo>
                  <a:pt x="123244" y="113385"/>
                  <a:pt x="123881" y="114612"/>
                  <a:pt x="125153" y="115712"/>
                </a:cubicBezTo>
                <a:cubicBezTo>
                  <a:pt x="126426" y="116811"/>
                  <a:pt x="128336" y="117418"/>
                  <a:pt x="130881" y="117531"/>
                </a:cubicBezTo>
                <a:lnTo>
                  <a:pt x="130881" y="120671"/>
                </a:lnTo>
                <a:lnTo>
                  <a:pt x="105508" y="120671"/>
                </a:lnTo>
                <a:lnTo>
                  <a:pt x="105508" y="117531"/>
                </a:lnTo>
                <a:cubicBezTo>
                  <a:pt x="107545" y="117248"/>
                  <a:pt x="109327" y="116543"/>
                  <a:pt x="110855" y="115415"/>
                </a:cubicBezTo>
                <a:cubicBezTo>
                  <a:pt x="113004" y="113778"/>
                  <a:pt x="116625" y="109601"/>
                  <a:pt x="121717" y="102885"/>
                </a:cubicBezTo>
                <a:lnTo>
                  <a:pt x="138010" y="81296"/>
                </a:lnTo>
                <a:lnTo>
                  <a:pt x="123244" y="59911"/>
                </a:lnTo>
                <a:cubicBezTo>
                  <a:pt x="119058" y="53801"/>
                  <a:pt x="115819" y="49968"/>
                  <a:pt x="113528" y="48413"/>
                </a:cubicBezTo>
                <a:cubicBezTo>
                  <a:pt x="111236" y="46857"/>
                  <a:pt x="108365" y="46079"/>
                  <a:pt x="104914" y="46079"/>
                </a:cubicBezTo>
                <a:lnTo>
                  <a:pt x="104914" y="42939"/>
                </a:lnTo>
                <a:close/>
                <a:moveTo>
                  <a:pt x="189350" y="50584"/>
                </a:moveTo>
                <a:lnTo>
                  <a:pt x="213280" y="40902"/>
                </a:lnTo>
                <a:lnTo>
                  <a:pt x="216505" y="40902"/>
                </a:lnTo>
                <a:lnTo>
                  <a:pt x="216505" y="59062"/>
                </a:lnTo>
                <a:cubicBezTo>
                  <a:pt x="220522" y="52217"/>
                  <a:pt x="224552" y="47451"/>
                  <a:pt x="228597" y="44764"/>
                </a:cubicBezTo>
                <a:cubicBezTo>
                  <a:pt x="232642" y="42076"/>
                  <a:pt x="236900" y="40733"/>
                  <a:pt x="241369" y="40733"/>
                </a:cubicBezTo>
                <a:cubicBezTo>
                  <a:pt x="249176" y="40733"/>
                  <a:pt x="255682" y="43784"/>
                  <a:pt x="260887" y="49887"/>
                </a:cubicBezTo>
                <a:cubicBezTo>
                  <a:pt x="267279" y="57348"/>
                  <a:pt x="270476" y="67068"/>
                  <a:pt x="270476" y="79050"/>
                </a:cubicBezTo>
                <a:cubicBezTo>
                  <a:pt x="270476" y="92443"/>
                  <a:pt x="266629" y="103520"/>
                  <a:pt x="258935" y="112280"/>
                </a:cubicBezTo>
                <a:cubicBezTo>
                  <a:pt x="252599" y="119458"/>
                  <a:pt x="244622" y="123047"/>
                  <a:pt x="235004" y="123047"/>
                </a:cubicBezTo>
                <a:cubicBezTo>
                  <a:pt x="230818" y="123047"/>
                  <a:pt x="227197" y="122453"/>
                  <a:pt x="224142" y="121265"/>
                </a:cubicBezTo>
                <a:cubicBezTo>
                  <a:pt x="221879" y="120416"/>
                  <a:pt x="219334" y="118719"/>
                  <a:pt x="216505" y="116173"/>
                </a:cubicBezTo>
                <a:lnTo>
                  <a:pt x="216505" y="139849"/>
                </a:lnTo>
                <a:cubicBezTo>
                  <a:pt x="216505" y="145167"/>
                  <a:pt x="216830" y="148547"/>
                  <a:pt x="217481" y="149990"/>
                </a:cubicBezTo>
                <a:cubicBezTo>
                  <a:pt x="218131" y="151432"/>
                  <a:pt x="219263" y="152578"/>
                  <a:pt x="220875" y="153427"/>
                </a:cubicBezTo>
                <a:cubicBezTo>
                  <a:pt x="222487" y="154275"/>
                  <a:pt x="225415" y="154699"/>
                  <a:pt x="229658" y="154699"/>
                </a:cubicBezTo>
                <a:lnTo>
                  <a:pt x="229658" y="157839"/>
                </a:lnTo>
                <a:lnTo>
                  <a:pt x="188925" y="157839"/>
                </a:lnTo>
                <a:lnTo>
                  <a:pt x="188925" y="154699"/>
                </a:lnTo>
                <a:lnTo>
                  <a:pt x="191047" y="154699"/>
                </a:lnTo>
                <a:cubicBezTo>
                  <a:pt x="194158" y="154756"/>
                  <a:pt x="196817" y="154161"/>
                  <a:pt x="199024" y="152915"/>
                </a:cubicBezTo>
                <a:cubicBezTo>
                  <a:pt x="200099" y="152292"/>
                  <a:pt x="200933" y="151287"/>
                  <a:pt x="201527" y="149900"/>
                </a:cubicBezTo>
                <a:cubicBezTo>
                  <a:pt x="202121" y="148514"/>
                  <a:pt x="202418" y="144990"/>
                  <a:pt x="202418" y="139329"/>
                </a:cubicBezTo>
                <a:lnTo>
                  <a:pt x="202418" y="65785"/>
                </a:lnTo>
                <a:cubicBezTo>
                  <a:pt x="202418" y="60746"/>
                  <a:pt x="202192" y="57548"/>
                  <a:pt x="201739" y="56190"/>
                </a:cubicBezTo>
                <a:cubicBezTo>
                  <a:pt x="201287" y="54831"/>
                  <a:pt x="200565" y="53812"/>
                  <a:pt x="199575" y="53133"/>
                </a:cubicBezTo>
                <a:cubicBezTo>
                  <a:pt x="198585" y="52452"/>
                  <a:pt x="197242" y="52112"/>
                  <a:pt x="195544" y="52112"/>
                </a:cubicBezTo>
                <a:cubicBezTo>
                  <a:pt x="194187" y="52112"/>
                  <a:pt x="192461" y="52508"/>
                  <a:pt x="190368" y="53300"/>
                </a:cubicBezTo>
                <a:lnTo>
                  <a:pt x="189350" y="50584"/>
                </a:lnTo>
                <a:moveTo>
                  <a:pt x="216505" y="64223"/>
                </a:moveTo>
                <a:lnTo>
                  <a:pt x="216505" y="93208"/>
                </a:lnTo>
                <a:cubicBezTo>
                  <a:pt x="216505" y="99480"/>
                  <a:pt x="216759" y="103605"/>
                  <a:pt x="217269" y="105582"/>
                </a:cubicBezTo>
                <a:cubicBezTo>
                  <a:pt x="218061" y="108859"/>
                  <a:pt x="219998" y="111741"/>
                  <a:pt x="223082" y="114227"/>
                </a:cubicBezTo>
                <a:cubicBezTo>
                  <a:pt x="226165" y="116712"/>
                  <a:pt x="230054" y="117955"/>
                  <a:pt x="234750" y="117955"/>
                </a:cubicBezTo>
                <a:cubicBezTo>
                  <a:pt x="240407" y="117955"/>
                  <a:pt x="244989" y="115751"/>
                  <a:pt x="248497" y="111344"/>
                </a:cubicBezTo>
                <a:cubicBezTo>
                  <a:pt x="253079" y="105582"/>
                  <a:pt x="255371" y="97475"/>
                  <a:pt x="255371" y="87021"/>
                </a:cubicBezTo>
                <a:cubicBezTo>
                  <a:pt x="255371" y="75157"/>
                  <a:pt x="252768" y="66032"/>
                  <a:pt x="247564" y="59648"/>
                </a:cubicBezTo>
                <a:cubicBezTo>
                  <a:pt x="243943" y="55241"/>
                  <a:pt x="239643" y="53037"/>
                  <a:pt x="234665" y="53037"/>
                </a:cubicBezTo>
                <a:cubicBezTo>
                  <a:pt x="231949" y="53037"/>
                  <a:pt x="229262" y="53715"/>
                  <a:pt x="226603" y="55071"/>
                </a:cubicBezTo>
                <a:cubicBezTo>
                  <a:pt x="224567" y="56088"/>
                  <a:pt x="221200" y="59138"/>
                  <a:pt x="216505" y="64223"/>
                </a:cubicBezTo>
                <a:close/>
                <a:moveTo>
                  <a:pt x="308578" y="0"/>
                </a:moveTo>
                <a:lnTo>
                  <a:pt x="308578" y="103030"/>
                </a:lnTo>
                <a:cubicBezTo>
                  <a:pt x="308578" y="107892"/>
                  <a:pt x="308931" y="111115"/>
                  <a:pt x="309639" y="112699"/>
                </a:cubicBezTo>
                <a:cubicBezTo>
                  <a:pt x="310346" y="114281"/>
                  <a:pt x="311435" y="115483"/>
                  <a:pt x="312906" y="116303"/>
                </a:cubicBezTo>
                <a:cubicBezTo>
                  <a:pt x="314377" y="117122"/>
                  <a:pt x="317120" y="117531"/>
                  <a:pt x="321137" y="117531"/>
                </a:cubicBezTo>
                <a:lnTo>
                  <a:pt x="321137" y="120671"/>
                </a:lnTo>
                <a:lnTo>
                  <a:pt x="283035" y="120671"/>
                </a:lnTo>
                <a:lnTo>
                  <a:pt x="283035" y="117531"/>
                </a:lnTo>
                <a:cubicBezTo>
                  <a:pt x="286599" y="117531"/>
                  <a:pt x="289032" y="117164"/>
                  <a:pt x="290333" y="116430"/>
                </a:cubicBezTo>
                <a:cubicBezTo>
                  <a:pt x="291634" y="115695"/>
                  <a:pt x="292653" y="114479"/>
                  <a:pt x="293388" y="112784"/>
                </a:cubicBezTo>
                <a:cubicBezTo>
                  <a:pt x="294123" y="111087"/>
                  <a:pt x="294491" y="107836"/>
                  <a:pt x="294491" y="103030"/>
                </a:cubicBezTo>
                <a:lnTo>
                  <a:pt x="294491" y="32477"/>
                </a:lnTo>
                <a:cubicBezTo>
                  <a:pt x="294491" y="23716"/>
                  <a:pt x="294293" y="18331"/>
                  <a:pt x="293897" y="16325"/>
                </a:cubicBezTo>
                <a:cubicBezTo>
                  <a:pt x="293501" y="14317"/>
                  <a:pt x="292865" y="12946"/>
                  <a:pt x="291988" y="12212"/>
                </a:cubicBezTo>
                <a:cubicBezTo>
                  <a:pt x="291111" y="11476"/>
                  <a:pt x="289994" y="11109"/>
                  <a:pt x="288636" y="11109"/>
                </a:cubicBezTo>
                <a:cubicBezTo>
                  <a:pt x="287165" y="11109"/>
                  <a:pt x="285298" y="11561"/>
                  <a:pt x="283035" y="12466"/>
                </a:cubicBezTo>
                <a:lnTo>
                  <a:pt x="281592" y="9496"/>
                </a:lnTo>
                <a:lnTo>
                  <a:pt x="304759" y="0"/>
                </a:lnTo>
                <a:lnTo>
                  <a:pt x="308578" y="0"/>
                </a:lnTo>
                <a:close/>
                <a:moveTo>
                  <a:pt x="374204" y="109469"/>
                </a:moveTo>
                <a:cubicBezTo>
                  <a:pt x="366227" y="115636"/>
                  <a:pt x="361220" y="119200"/>
                  <a:pt x="359184" y="120161"/>
                </a:cubicBezTo>
                <a:cubicBezTo>
                  <a:pt x="356129" y="121632"/>
                  <a:pt x="352876" y="122368"/>
                  <a:pt x="349425" y="122368"/>
                </a:cubicBezTo>
                <a:cubicBezTo>
                  <a:pt x="344050" y="122368"/>
                  <a:pt x="339624" y="120529"/>
                  <a:pt x="336144" y="116852"/>
                </a:cubicBezTo>
                <a:cubicBezTo>
                  <a:pt x="332665" y="113175"/>
                  <a:pt x="330925" y="108338"/>
                  <a:pt x="330925" y="102341"/>
                </a:cubicBezTo>
                <a:cubicBezTo>
                  <a:pt x="330925" y="98551"/>
                  <a:pt x="331774" y="95269"/>
                  <a:pt x="333471" y="92497"/>
                </a:cubicBezTo>
                <a:cubicBezTo>
                  <a:pt x="335791" y="88650"/>
                  <a:pt x="339822" y="85030"/>
                  <a:pt x="345564" y="81635"/>
                </a:cubicBezTo>
                <a:cubicBezTo>
                  <a:pt x="351306" y="78241"/>
                  <a:pt x="360853" y="74111"/>
                  <a:pt x="374204" y="69246"/>
                </a:cubicBezTo>
                <a:lnTo>
                  <a:pt x="374204" y="66191"/>
                </a:lnTo>
                <a:cubicBezTo>
                  <a:pt x="374204" y="58440"/>
                  <a:pt x="372973" y="53122"/>
                  <a:pt x="370513" y="50237"/>
                </a:cubicBezTo>
                <a:cubicBezTo>
                  <a:pt x="368052" y="47352"/>
                  <a:pt x="364473" y="45909"/>
                  <a:pt x="359778" y="45909"/>
                </a:cubicBezTo>
                <a:cubicBezTo>
                  <a:pt x="356214" y="45909"/>
                  <a:pt x="353385" y="46867"/>
                  <a:pt x="351292" y="48784"/>
                </a:cubicBezTo>
                <a:cubicBezTo>
                  <a:pt x="349142" y="50700"/>
                  <a:pt x="348067" y="52899"/>
                  <a:pt x="348067" y="55379"/>
                </a:cubicBezTo>
                <a:lnTo>
                  <a:pt x="348237" y="60282"/>
                </a:lnTo>
                <a:cubicBezTo>
                  <a:pt x="348237" y="62874"/>
                  <a:pt x="347572" y="64874"/>
                  <a:pt x="346243" y="66283"/>
                </a:cubicBezTo>
                <a:cubicBezTo>
                  <a:pt x="344913" y="67692"/>
                  <a:pt x="343173" y="68397"/>
                  <a:pt x="341024" y="68397"/>
                </a:cubicBezTo>
                <a:cubicBezTo>
                  <a:pt x="338931" y="68397"/>
                  <a:pt x="337219" y="67664"/>
                  <a:pt x="335890" y="66199"/>
                </a:cubicBezTo>
                <a:cubicBezTo>
                  <a:pt x="334560" y="64731"/>
                  <a:pt x="333895" y="62728"/>
                  <a:pt x="333895" y="60189"/>
                </a:cubicBezTo>
                <a:cubicBezTo>
                  <a:pt x="333895" y="55340"/>
                  <a:pt x="336385" y="50885"/>
                  <a:pt x="341363" y="46824"/>
                </a:cubicBezTo>
                <a:cubicBezTo>
                  <a:pt x="346342" y="42763"/>
                  <a:pt x="353328" y="40733"/>
                  <a:pt x="362324" y="40733"/>
                </a:cubicBezTo>
                <a:cubicBezTo>
                  <a:pt x="369225" y="40733"/>
                  <a:pt x="374883" y="41891"/>
                  <a:pt x="379295" y="44207"/>
                </a:cubicBezTo>
                <a:cubicBezTo>
                  <a:pt x="382633" y="45959"/>
                  <a:pt x="385094" y="48700"/>
                  <a:pt x="386678" y="52430"/>
                </a:cubicBezTo>
                <a:cubicBezTo>
                  <a:pt x="387697" y="54859"/>
                  <a:pt x="388206" y="59831"/>
                  <a:pt x="388206" y="67347"/>
                </a:cubicBezTo>
                <a:lnTo>
                  <a:pt x="388206" y="93706"/>
                </a:lnTo>
                <a:cubicBezTo>
                  <a:pt x="388206" y="101109"/>
                  <a:pt x="388347" y="105643"/>
                  <a:pt x="388630" y="107311"/>
                </a:cubicBezTo>
                <a:cubicBezTo>
                  <a:pt x="388913" y="108978"/>
                  <a:pt x="389380" y="110094"/>
                  <a:pt x="390030" y="110660"/>
                </a:cubicBezTo>
                <a:cubicBezTo>
                  <a:pt x="390681" y="111224"/>
                  <a:pt x="391430" y="111506"/>
                  <a:pt x="392279" y="111506"/>
                </a:cubicBezTo>
                <a:cubicBezTo>
                  <a:pt x="393184" y="111506"/>
                  <a:pt x="393976" y="111308"/>
                  <a:pt x="394655" y="110912"/>
                </a:cubicBezTo>
                <a:cubicBezTo>
                  <a:pt x="395843" y="110176"/>
                  <a:pt x="398134" y="108111"/>
                  <a:pt x="401529" y="104717"/>
                </a:cubicBezTo>
                <a:lnTo>
                  <a:pt x="401529" y="109469"/>
                </a:lnTo>
                <a:cubicBezTo>
                  <a:pt x="395193" y="117955"/>
                  <a:pt x="389139" y="122198"/>
                  <a:pt x="383369" y="122198"/>
                </a:cubicBezTo>
                <a:cubicBezTo>
                  <a:pt x="380597" y="122198"/>
                  <a:pt x="378390" y="121236"/>
                  <a:pt x="376750" y="119313"/>
                </a:cubicBezTo>
                <a:cubicBezTo>
                  <a:pt x="375109" y="117389"/>
                  <a:pt x="374260" y="114108"/>
                  <a:pt x="374204" y="109469"/>
                </a:cubicBezTo>
                <a:moveTo>
                  <a:pt x="374204" y="103906"/>
                </a:moveTo>
                <a:lnTo>
                  <a:pt x="374204" y="74422"/>
                </a:lnTo>
                <a:cubicBezTo>
                  <a:pt x="365661" y="77801"/>
                  <a:pt x="360145" y="80194"/>
                  <a:pt x="357656" y="81603"/>
                </a:cubicBezTo>
                <a:cubicBezTo>
                  <a:pt x="353187" y="84082"/>
                  <a:pt x="349991" y="86673"/>
                  <a:pt x="348067" y="89376"/>
                </a:cubicBezTo>
                <a:cubicBezTo>
                  <a:pt x="346144" y="92079"/>
                  <a:pt x="345182" y="95036"/>
                  <a:pt x="345182" y="98246"/>
                </a:cubicBezTo>
                <a:cubicBezTo>
                  <a:pt x="345182" y="102302"/>
                  <a:pt x="346398" y="105667"/>
                  <a:pt x="348831" y="108342"/>
                </a:cubicBezTo>
                <a:cubicBezTo>
                  <a:pt x="351263" y="111017"/>
                  <a:pt x="354064" y="112354"/>
                  <a:pt x="357232" y="112354"/>
                </a:cubicBezTo>
                <a:cubicBezTo>
                  <a:pt x="361532" y="112354"/>
                  <a:pt x="367189" y="109538"/>
                  <a:pt x="374204" y="103906"/>
                </a:cubicBezTo>
                <a:close/>
                <a:moveTo>
                  <a:pt x="427098" y="0"/>
                </a:moveTo>
                <a:cubicBezTo>
                  <a:pt x="429474" y="0"/>
                  <a:pt x="431496" y="839"/>
                  <a:pt x="433165" y="2517"/>
                </a:cubicBezTo>
                <a:cubicBezTo>
                  <a:pt x="434834" y="4193"/>
                  <a:pt x="435669" y="6225"/>
                  <a:pt x="435669" y="8613"/>
                </a:cubicBezTo>
                <a:cubicBezTo>
                  <a:pt x="435669" y="11002"/>
                  <a:pt x="434834" y="13049"/>
                  <a:pt x="433165" y="14755"/>
                </a:cubicBezTo>
                <a:cubicBezTo>
                  <a:pt x="431496" y="16459"/>
                  <a:pt x="429474" y="17311"/>
                  <a:pt x="427098" y="17311"/>
                </a:cubicBezTo>
                <a:cubicBezTo>
                  <a:pt x="424722" y="17311"/>
                  <a:pt x="422685" y="16459"/>
                  <a:pt x="420988" y="14755"/>
                </a:cubicBezTo>
                <a:cubicBezTo>
                  <a:pt x="419291" y="13049"/>
                  <a:pt x="418442" y="11002"/>
                  <a:pt x="418442" y="8613"/>
                </a:cubicBezTo>
                <a:cubicBezTo>
                  <a:pt x="418442" y="6225"/>
                  <a:pt x="419277" y="4193"/>
                  <a:pt x="420946" y="2517"/>
                </a:cubicBezTo>
                <a:cubicBezTo>
                  <a:pt x="422615" y="839"/>
                  <a:pt x="424665" y="0"/>
                  <a:pt x="427098" y="0"/>
                </a:cubicBezTo>
                <a:moveTo>
                  <a:pt x="434141" y="40733"/>
                </a:moveTo>
                <a:lnTo>
                  <a:pt x="434141" y="103052"/>
                </a:lnTo>
                <a:cubicBezTo>
                  <a:pt x="434141" y="107906"/>
                  <a:pt x="434495" y="111138"/>
                  <a:pt x="435202" y="112747"/>
                </a:cubicBezTo>
                <a:cubicBezTo>
                  <a:pt x="435909" y="114356"/>
                  <a:pt x="436956" y="115555"/>
                  <a:pt x="438342" y="116345"/>
                </a:cubicBezTo>
                <a:cubicBezTo>
                  <a:pt x="439728" y="117136"/>
                  <a:pt x="442260" y="117531"/>
                  <a:pt x="445937" y="117531"/>
                </a:cubicBezTo>
                <a:lnTo>
                  <a:pt x="445937" y="120671"/>
                </a:lnTo>
                <a:lnTo>
                  <a:pt x="408174" y="120671"/>
                </a:lnTo>
                <a:lnTo>
                  <a:pt x="408174" y="117531"/>
                </a:lnTo>
                <a:cubicBezTo>
                  <a:pt x="411965" y="117531"/>
                  <a:pt x="414510" y="117164"/>
                  <a:pt x="415812" y="116430"/>
                </a:cubicBezTo>
                <a:cubicBezTo>
                  <a:pt x="417113" y="115697"/>
                  <a:pt x="418145" y="114483"/>
                  <a:pt x="418909" y="112789"/>
                </a:cubicBezTo>
                <a:cubicBezTo>
                  <a:pt x="419673" y="111096"/>
                  <a:pt x="420055" y="107850"/>
                  <a:pt x="420055" y="103052"/>
                </a:cubicBezTo>
                <a:lnTo>
                  <a:pt x="420055" y="73162"/>
                </a:lnTo>
                <a:cubicBezTo>
                  <a:pt x="420055" y="64751"/>
                  <a:pt x="419800" y="59304"/>
                  <a:pt x="419291" y="56822"/>
                </a:cubicBezTo>
                <a:cubicBezTo>
                  <a:pt x="418895" y="55015"/>
                  <a:pt x="418273" y="53759"/>
                  <a:pt x="417424" y="53053"/>
                </a:cubicBezTo>
                <a:cubicBezTo>
                  <a:pt x="416575" y="52348"/>
                  <a:pt x="415416" y="51995"/>
                  <a:pt x="413945" y="51995"/>
                </a:cubicBezTo>
                <a:cubicBezTo>
                  <a:pt x="412361" y="51995"/>
                  <a:pt x="410437" y="52419"/>
                  <a:pt x="408174" y="53265"/>
                </a:cubicBezTo>
                <a:lnTo>
                  <a:pt x="406986" y="50216"/>
                </a:lnTo>
                <a:lnTo>
                  <a:pt x="430407" y="40733"/>
                </a:lnTo>
                <a:lnTo>
                  <a:pt x="434141" y="40733"/>
                </a:lnTo>
                <a:close/>
                <a:moveTo>
                  <a:pt x="478298" y="57196"/>
                </a:moveTo>
                <a:cubicBezTo>
                  <a:pt x="487406" y="46220"/>
                  <a:pt x="496090" y="40733"/>
                  <a:pt x="504350" y="40733"/>
                </a:cubicBezTo>
                <a:cubicBezTo>
                  <a:pt x="508593" y="40733"/>
                  <a:pt x="512242" y="41792"/>
                  <a:pt x="515297" y="43910"/>
                </a:cubicBezTo>
                <a:cubicBezTo>
                  <a:pt x="518352" y="46026"/>
                  <a:pt x="520784" y="49511"/>
                  <a:pt x="522595" y="54366"/>
                </a:cubicBezTo>
                <a:cubicBezTo>
                  <a:pt x="523839" y="57752"/>
                  <a:pt x="524462" y="62945"/>
                  <a:pt x="524462" y="69946"/>
                </a:cubicBezTo>
                <a:lnTo>
                  <a:pt x="524462" y="103052"/>
                </a:lnTo>
                <a:cubicBezTo>
                  <a:pt x="524462" y="107963"/>
                  <a:pt x="524858" y="111294"/>
                  <a:pt x="525650" y="113044"/>
                </a:cubicBezTo>
                <a:cubicBezTo>
                  <a:pt x="526272" y="114455"/>
                  <a:pt x="527276" y="115555"/>
                  <a:pt x="528662" y="116345"/>
                </a:cubicBezTo>
                <a:cubicBezTo>
                  <a:pt x="530048" y="117136"/>
                  <a:pt x="532608" y="117531"/>
                  <a:pt x="536342" y="117531"/>
                </a:cubicBezTo>
                <a:lnTo>
                  <a:pt x="536342" y="120671"/>
                </a:lnTo>
                <a:lnTo>
                  <a:pt x="497900" y="120671"/>
                </a:lnTo>
                <a:lnTo>
                  <a:pt x="497900" y="117531"/>
                </a:lnTo>
                <a:lnTo>
                  <a:pt x="499513" y="117531"/>
                </a:lnTo>
                <a:cubicBezTo>
                  <a:pt x="503133" y="117531"/>
                  <a:pt x="505665" y="116982"/>
                  <a:pt x="507108" y="115884"/>
                </a:cubicBezTo>
                <a:cubicBezTo>
                  <a:pt x="508550" y="114786"/>
                  <a:pt x="509554" y="113169"/>
                  <a:pt x="510120" y="111031"/>
                </a:cubicBezTo>
                <a:cubicBezTo>
                  <a:pt x="510346" y="110186"/>
                  <a:pt x="510460" y="107540"/>
                  <a:pt x="510460" y="103094"/>
                </a:cubicBezTo>
                <a:lnTo>
                  <a:pt x="510460" y="71433"/>
                </a:lnTo>
                <a:cubicBezTo>
                  <a:pt x="510460" y="64399"/>
                  <a:pt x="509540" y="59291"/>
                  <a:pt x="507702" y="56111"/>
                </a:cubicBezTo>
                <a:cubicBezTo>
                  <a:pt x="505863" y="52930"/>
                  <a:pt x="502766" y="51340"/>
                  <a:pt x="498410" y="51340"/>
                </a:cubicBezTo>
                <a:cubicBezTo>
                  <a:pt x="491677" y="51340"/>
                  <a:pt x="484973" y="54999"/>
                  <a:pt x="478298" y="62316"/>
                </a:cubicBezTo>
                <a:lnTo>
                  <a:pt x="478298" y="103094"/>
                </a:lnTo>
                <a:cubicBezTo>
                  <a:pt x="478298" y="108329"/>
                  <a:pt x="478609" y="111565"/>
                  <a:pt x="479231" y="112803"/>
                </a:cubicBezTo>
                <a:cubicBezTo>
                  <a:pt x="480023" y="114434"/>
                  <a:pt x="481112" y="115630"/>
                  <a:pt x="482498" y="116391"/>
                </a:cubicBezTo>
                <a:cubicBezTo>
                  <a:pt x="483884" y="117151"/>
                  <a:pt x="486699" y="117531"/>
                  <a:pt x="490942" y="117531"/>
                </a:cubicBezTo>
                <a:lnTo>
                  <a:pt x="490942" y="120671"/>
                </a:lnTo>
                <a:lnTo>
                  <a:pt x="452500" y="120671"/>
                </a:lnTo>
                <a:lnTo>
                  <a:pt x="452500" y="117531"/>
                </a:lnTo>
                <a:lnTo>
                  <a:pt x="454198" y="117531"/>
                </a:lnTo>
                <a:cubicBezTo>
                  <a:pt x="458158" y="117531"/>
                  <a:pt x="460831" y="116529"/>
                  <a:pt x="462217" y="114526"/>
                </a:cubicBezTo>
                <a:cubicBezTo>
                  <a:pt x="463603" y="112521"/>
                  <a:pt x="464296" y="108697"/>
                  <a:pt x="464296" y="103052"/>
                </a:cubicBezTo>
                <a:lnTo>
                  <a:pt x="464296" y="74263"/>
                </a:lnTo>
                <a:cubicBezTo>
                  <a:pt x="464296" y="64950"/>
                  <a:pt x="464084" y="59277"/>
                  <a:pt x="463659" y="57246"/>
                </a:cubicBezTo>
                <a:cubicBezTo>
                  <a:pt x="463235" y="55213"/>
                  <a:pt x="462585" y="53829"/>
                  <a:pt x="461708" y="53096"/>
                </a:cubicBezTo>
                <a:cubicBezTo>
                  <a:pt x="460831" y="52362"/>
                  <a:pt x="459657" y="51995"/>
                  <a:pt x="458186" y="51995"/>
                </a:cubicBezTo>
                <a:cubicBezTo>
                  <a:pt x="456602" y="51995"/>
                  <a:pt x="454707" y="52419"/>
                  <a:pt x="452500" y="53265"/>
                </a:cubicBezTo>
                <a:lnTo>
                  <a:pt x="451227" y="50216"/>
                </a:lnTo>
                <a:lnTo>
                  <a:pt x="474649" y="40733"/>
                </a:lnTo>
                <a:lnTo>
                  <a:pt x="478298" y="40733"/>
                </a:lnTo>
                <a:lnTo>
                  <a:pt x="478298" y="57196"/>
                </a:lnTo>
                <a:close/>
                <a:moveTo>
                  <a:pt x="608557" y="17311"/>
                </a:moveTo>
                <a:lnTo>
                  <a:pt x="608557" y="42939"/>
                </a:lnTo>
                <a:lnTo>
                  <a:pt x="626717" y="42939"/>
                </a:lnTo>
                <a:lnTo>
                  <a:pt x="626717" y="48879"/>
                </a:lnTo>
                <a:lnTo>
                  <a:pt x="608557" y="48879"/>
                </a:lnTo>
                <a:lnTo>
                  <a:pt x="608557" y="99217"/>
                </a:lnTo>
                <a:cubicBezTo>
                  <a:pt x="608557" y="104247"/>
                  <a:pt x="609279" y="107638"/>
                  <a:pt x="610721" y="109390"/>
                </a:cubicBezTo>
                <a:cubicBezTo>
                  <a:pt x="612164" y="111140"/>
                  <a:pt x="614017" y="112015"/>
                  <a:pt x="616280" y="112015"/>
                </a:cubicBezTo>
                <a:cubicBezTo>
                  <a:pt x="618147" y="112015"/>
                  <a:pt x="619957" y="111435"/>
                  <a:pt x="621711" y="110275"/>
                </a:cubicBezTo>
                <a:cubicBezTo>
                  <a:pt x="623465" y="109116"/>
                  <a:pt x="624822" y="107404"/>
                  <a:pt x="625784" y="105141"/>
                </a:cubicBezTo>
                <a:lnTo>
                  <a:pt x="629094" y="105141"/>
                </a:lnTo>
                <a:cubicBezTo>
                  <a:pt x="627114" y="110701"/>
                  <a:pt x="624313" y="114906"/>
                  <a:pt x="620692" y="117756"/>
                </a:cubicBezTo>
                <a:cubicBezTo>
                  <a:pt x="617072" y="120604"/>
                  <a:pt x="613338" y="122028"/>
                  <a:pt x="609491" y="122028"/>
                </a:cubicBezTo>
                <a:cubicBezTo>
                  <a:pt x="606889" y="122028"/>
                  <a:pt x="604343" y="121306"/>
                  <a:pt x="601854" y="119862"/>
                </a:cubicBezTo>
                <a:cubicBezTo>
                  <a:pt x="599364" y="118417"/>
                  <a:pt x="597526" y="116351"/>
                  <a:pt x="596338" y="113662"/>
                </a:cubicBezTo>
                <a:cubicBezTo>
                  <a:pt x="595150" y="110971"/>
                  <a:pt x="594556" y="106822"/>
                  <a:pt x="594556" y="101214"/>
                </a:cubicBezTo>
                <a:lnTo>
                  <a:pt x="594556" y="48879"/>
                </a:lnTo>
                <a:lnTo>
                  <a:pt x="582251" y="48879"/>
                </a:lnTo>
                <a:lnTo>
                  <a:pt x="582251" y="46079"/>
                </a:lnTo>
                <a:cubicBezTo>
                  <a:pt x="585362" y="44831"/>
                  <a:pt x="588545" y="42717"/>
                  <a:pt x="591798" y="39738"/>
                </a:cubicBezTo>
                <a:cubicBezTo>
                  <a:pt x="595051" y="36759"/>
                  <a:pt x="597950" y="33227"/>
                  <a:pt x="600496" y="29141"/>
                </a:cubicBezTo>
                <a:cubicBezTo>
                  <a:pt x="601797" y="26986"/>
                  <a:pt x="603607" y="23043"/>
                  <a:pt x="605927" y="17311"/>
                </a:cubicBezTo>
                <a:lnTo>
                  <a:pt x="608557" y="17311"/>
                </a:lnTo>
                <a:close/>
                <a:moveTo>
                  <a:pt x="657127" y="0"/>
                </a:moveTo>
                <a:lnTo>
                  <a:pt x="657127" y="56941"/>
                </a:lnTo>
                <a:cubicBezTo>
                  <a:pt x="663406" y="50039"/>
                  <a:pt x="668385" y="45612"/>
                  <a:pt x="672062" y="43660"/>
                </a:cubicBezTo>
                <a:cubicBezTo>
                  <a:pt x="675739" y="41709"/>
                  <a:pt x="679417" y="40733"/>
                  <a:pt x="683094" y="40733"/>
                </a:cubicBezTo>
                <a:cubicBezTo>
                  <a:pt x="687506" y="40733"/>
                  <a:pt x="691297" y="41946"/>
                  <a:pt x="694465" y="44374"/>
                </a:cubicBezTo>
                <a:cubicBezTo>
                  <a:pt x="697633" y="46801"/>
                  <a:pt x="699981" y="50611"/>
                  <a:pt x="701508" y="55803"/>
                </a:cubicBezTo>
                <a:cubicBezTo>
                  <a:pt x="702583" y="59417"/>
                  <a:pt x="703121" y="66022"/>
                  <a:pt x="703121" y="75618"/>
                </a:cubicBezTo>
                <a:lnTo>
                  <a:pt x="703121" y="103052"/>
                </a:lnTo>
                <a:cubicBezTo>
                  <a:pt x="703121" y="107963"/>
                  <a:pt x="703517" y="111322"/>
                  <a:pt x="704309" y="113129"/>
                </a:cubicBezTo>
                <a:cubicBezTo>
                  <a:pt x="704874" y="114483"/>
                  <a:pt x="705836" y="115555"/>
                  <a:pt x="707194" y="116345"/>
                </a:cubicBezTo>
                <a:cubicBezTo>
                  <a:pt x="708552" y="117136"/>
                  <a:pt x="711041" y="117531"/>
                  <a:pt x="714662" y="117531"/>
                </a:cubicBezTo>
                <a:lnTo>
                  <a:pt x="714662" y="120671"/>
                </a:lnTo>
                <a:lnTo>
                  <a:pt x="676475" y="120671"/>
                </a:lnTo>
                <a:lnTo>
                  <a:pt x="676475" y="117531"/>
                </a:lnTo>
                <a:lnTo>
                  <a:pt x="678257" y="117531"/>
                </a:lnTo>
                <a:cubicBezTo>
                  <a:pt x="681877" y="117531"/>
                  <a:pt x="684395" y="116979"/>
                  <a:pt x="685809" y="115876"/>
                </a:cubicBezTo>
                <a:cubicBezTo>
                  <a:pt x="687224" y="114773"/>
                  <a:pt x="688214" y="113146"/>
                  <a:pt x="688779" y="110997"/>
                </a:cubicBezTo>
                <a:cubicBezTo>
                  <a:pt x="688949" y="110091"/>
                  <a:pt x="689034" y="107433"/>
                  <a:pt x="689034" y="103020"/>
                </a:cubicBezTo>
                <a:lnTo>
                  <a:pt x="689034" y="75525"/>
                </a:lnTo>
                <a:cubicBezTo>
                  <a:pt x="689034" y="67039"/>
                  <a:pt x="688596" y="61467"/>
                  <a:pt x="687719" y="58808"/>
                </a:cubicBezTo>
                <a:cubicBezTo>
                  <a:pt x="686842" y="56149"/>
                  <a:pt x="685442" y="54155"/>
                  <a:pt x="683518" y="52825"/>
                </a:cubicBezTo>
                <a:cubicBezTo>
                  <a:pt x="681595" y="51496"/>
                  <a:pt x="679275" y="50831"/>
                  <a:pt x="676560" y="50831"/>
                </a:cubicBezTo>
                <a:cubicBezTo>
                  <a:pt x="673787" y="50831"/>
                  <a:pt x="670902" y="51566"/>
                  <a:pt x="667904" y="53037"/>
                </a:cubicBezTo>
                <a:cubicBezTo>
                  <a:pt x="664905" y="54508"/>
                  <a:pt x="661313" y="57478"/>
                  <a:pt x="657127" y="61948"/>
                </a:cubicBezTo>
                <a:lnTo>
                  <a:pt x="657127" y="103020"/>
                </a:lnTo>
                <a:cubicBezTo>
                  <a:pt x="657127" y="108338"/>
                  <a:pt x="657424" y="111647"/>
                  <a:pt x="658018" y="112948"/>
                </a:cubicBezTo>
                <a:cubicBezTo>
                  <a:pt x="658612" y="114250"/>
                  <a:pt x="659715" y="115339"/>
                  <a:pt x="661327" y="116216"/>
                </a:cubicBezTo>
                <a:cubicBezTo>
                  <a:pt x="662940" y="117092"/>
                  <a:pt x="665726" y="117531"/>
                  <a:pt x="669686" y="117531"/>
                </a:cubicBezTo>
                <a:lnTo>
                  <a:pt x="669686" y="120671"/>
                </a:lnTo>
                <a:lnTo>
                  <a:pt x="631160" y="120671"/>
                </a:lnTo>
                <a:lnTo>
                  <a:pt x="631160" y="117531"/>
                </a:lnTo>
                <a:cubicBezTo>
                  <a:pt x="634611" y="117531"/>
                  <a:pt x="637326" y="116993"/>
                  <a:pt x="639306" y="115919"/>
                </a:cubicBezTo>
                <a:cubicBezTo>
                  <a:pt x="640438" y="115355"/>
                  <a:pt x="641343" y="114281"/>
                  <a:pt x="642022" y="112699"/>
                </a:cubicBezTo>
                <a:cubicBezTo>
                  <a:pt x="642701" y="111115"/>
                  <a:pt x="643040" y="107892"/>
                  <a:pt x="643040" y="103030"/>
                </a:cubicBezTo>
                <a:lnTo>
                  <a:pt x="643040" y="32732"/>
                </a:lnTo>
                <a:cubicBezTo>
                  <a:pt x="643040" y="23857"/>
                  <a:pt x="642828" y="18402"/>
                  <a:pt x="642404" y="16367"/>
                </a:cubicBezTo>
                <a:cubicBezTo>
                  <a:pt x="641979" y="14331"/>
                  <a:pt x="641329" y="12946"/>
                  <a:pt x="640452" y="12212"/>
                </a:cubicBezTo>
                <a:cubicBezTo>
                  <a:pt x="639575" y="11476"/>
                  <a:pt x="638401" y="11109"/>
                  <a:pt x="636930" y="11109"/>
                </a:cubicBezTo>
                <a:cubicBezTo>
                  <a:pt x="635742" y="11109"/>
                  <a:pt x="633819" y="11561"/>
                  <a:pt x="631160" y="12466"/>
                </a:cubicBezTo>
                <a:lnTo>
                  <a:pt x="629972" y="9496"/>
                </a:lnTo>
                <a:lnTo>
                  <a:pt x="653223" y="0"/>
                </a:lnTo>
                <a:lnTo>
                  <a:pt x="657127" y="0"/>
                </a:lnTo>
                <a:close/>
                <a:moveTo>
                  <a:pt x="740968" y="0"/>
                </a:moveTo>
                <a:cubicBezTo>
                  <a:pt x="743344" y="0"/>
                  <a:pt x="745367" y="839"/>
                  <a:pt x="747036" y="2517"/>
                </a:cubicBezTo>
                <a:cubicBezTo>
                  <a:pt x="748705" y="4193"/>
                  <a:pt x="749539" y="6225"/>
                  <a:pt x="749539" y="8613"/>
                </a:cubicBezTo>
                <a:cubicBezTo>
                  <a:pt x="749539" y="11002"/>
                  <a:pt x="748705" y="13049"/>
                  <a:pt x="747036" y="14755"/>
                </a:cubicBezTo>
                <a:cubicBezTo>
                  <a:pt x="745367" y="16459"/>
                  <a:pt x="743344" y="17311"/>
                  <a:pt x="740968" y="17311"/>
                </a:cubicBezTo>
                <a:cubicBezTo>
                  <a:pt x="738592" y="17311"/>
                  <a:pt x="736556" y="16459"/>
                  <a:pt x="734858" y="14755"/>
                </a:cubicBezTo>
                <a:cubicBezTo>
                  <a:pt x="733161" y="13049"/>
                  <a:pt x="732313" y="11002"/>
                  <a:pt x="732313" y="8613"/>
                </a:cubicBezTo>
                <a:cubicBezTo>
                  <a:pt x="732313" y="6225"/>
                  <a:pt x="733147" y="4193"/>
                  <a:pt x="734816" y="2517"/>
                </a:cubicBezTo>
                <a:cubicBezTo>
                  <a:pt x="736485" y="839"/>
                  <a:pt x="738536" y="0"/>
                  <a:pt x="740968" y="0"/>
                </a:cubicBezTo>
                <a:moveTo>
                  <a:pt x="748012" y="40733"/>
                </a:moveTo>
                <a:lnTo>
                  <a:pt x="748012" y="103052"/>
                </a:lnTo>
                <a:cubicBezTo>
                  <a:pt x="748012" y="107906"/>
                  <a:pt x="748365" y="111138"/>
                  <a:pt x="749072" y="112747"/>
                </a:cubicBezTo>
                <a:cubicBezTo>
                  <a:pt x="749780" y="114356"/>
                  <a:pt x="750826" y="115555"/>
                  <a:pt x="752212" y="116345"/>
                </a:cubicBezTo>
                <a:cubicBezTo>
                  <a:pt x="753598" y="117136"/>
                  <a:pt x="756130" y="117531"/>
                  <a:pt x="759807" y="117531"/>
                </a:cubicBezTo>
                <a:lnTo>
                  <a:pt x="759807" y="120671"/>
                </a:lnTo>
                <a:lnTo>
                  <a:pt x="722045" y="120671"/>
                </a:lnTo>
                <a:lnTo>
                  <a:pt x="722045" y="117531"/>
                </a:lnTo>
                <a:cubicBezTo>
                  <a:pt x="725835" y="117531"/>
                  <a:pt x="728381" y="117164"/>
                  <a:pt x="729682" y="116430"/>
                </a:cubicBezTo>
                <a:cubicBezTo>
                  <a:pt x="730983" y="115697"/>
                  <a:pt x="732016" y="114483"/>
                  <a:pt x="732779" y="112789"/>
                </a:cubicBezTo>
                <a:cubicBezTo>
                  <a:pt x="733543" y="111096"/>
                  <a:pt x="733925" y="107850"/>
                  <a:pt x="733925" y="103052"/>
                </a:cubicBezTo>
                <a:lnTo>
                  <a:pt x="733925" y="73162"/>
                </a:lnTo>
                <a:cubicBezTo>
                  <a:pt x="733925" y="64751"/>
                  <a:pt x="733670" y="59304"/>
                  <a:pt x="733161" y="56822"/>
                </a:cubicBezTo>
                <a:cubicBezTo>
                  <a:pt x="732765" y="55015"/>
                  <a:pt x="732143" y="53759"/>
                  <a:pt x="731294" y="53053"/>
                </a:cubicBezTo>
                <a:cubicBezTo>
                  <a:pt x="730446" y="52348"/>
                  <a:pt x="729286" y="51995"/>
                  <a:pt x="727815" y="51995"/>
                </a:cubicBezTo>
                <a:cubicBezTo>
                  <a:pt x="726231" y="51995"/>
                  <a:pt x="724307" y="52419"/>
                  <a:pt x="722045" y="53265"/>
                </a:cubicBezTo>
                <a:lnTo>
                  <a:pt x="720857" y="50216"/>
                </a:lnTo>
                <a:lnTo>
                  <a:pt x="744278" y="40733"/>
                </a:lnTo>
                <a:lnTo>
                  <a:pt x="748012" y="40733"/>
                </a:lnTo>
                <a:close/>
                <a:moveTo>
                  <a:pt x="819748" y="40733"/>
                </a:moveTo>
                <a:lnTo>
                  <a:pt x="819748" y="67039"/>
                </a:lnTo>
                <a:lnTo>
                  <a:pt x="816947" y="67039"/>
                </a:lnTo>
                <a:cubicBezTo>
                  <a:pt x="814797" y="58788"/>
                  <a:pt x="812039" y="53176"/>
                  <a:pt x="808673" y="50203"/>
                </a:cubicBezTo>
                <a:cubicBezTo>
                  <a:pt x="805307" y="47227"/>
                  <a:pt x="801022" y="45739"/>
                  <a:pt x="795817" y="45739"/>
                </a:cubicBezTo>
                <a:cubicBezTo>
                  <a:pt x="791857" y="45739"/>
                  <a:pt x="788661" y="46785"/>
                  <a:pt x="786228" y="48877"/>
                </a:cubicBezTo>
                <a:cubicBezTo>
                  <a:pt x="783795" y="50966"/>
                  <a:pt x="782579" y="53283"/>
                  <a:pt x="782579" y="55827"/>
                </a:cubicBezTo>
                <a:cubicBezTo>
                  <a:pt x="782579" y="58992"/>
                  <a:pt x="783484" y="61704"/>
                  <a:pt x="785294" y="63963"/>
                </a:cubicBezTo>
                <a:cubicBezTo>
                  <a:pt x="787048" y="66281"/>
                  <a:pt x="790612" y="68739"/>
                  <a:pt x="795987" y="71338"/>
                </a:cubicBezTo>
                <a:lnTo>
                  <a:pt x="808376" y="77358"/>
                </a:lnTo>
                <a:cubicBezTo>
                  <a:pt x="819861" y="82951"/>
                  <a:pt x="825603" y="90326"/>
                  <a:pt x="825603" y="99482"/>
                </a:cubicBezTo>
                <a:cubicBezTo>
                  <a:pt x="825603" y="106545"/>
                  <a:pt x="822930" y="112239"/>
                  <a:pt x="817584" y="116563"/>
                </a:cubicBezTo>
                <a:cubicBezTo>
                  <a:pt x="812237" y="120885"/>
                  <a:pt x="806255" y="123047"/>
                  <a:pt x="799636" y="123047"/>
                </a:cubicBezTo>
                <a:cubicBezTo>
                  <a:pt x="794884" y="123047"/>
                  <a:pt x="789453" y="122198"/>
                  <a:pt x="783343" y="120501"/>
                </a:cubicBezTo>
                <a:cubicBezTo>
                  <a:pt x="781476" y="119935"/>
                  <a:pt x="779948" y="119652"/>
                  <a:pt x="778760" y="119652"/>
                </a:cubicBezTo>
                <a:cubicBezTo>
                  <a:pt x="777459" y="119652"/>
                  <a:pt x="776441" y="120388"/>
                  <a:pt x="775705" y="121859"/>
                </a:cubicBezTo>
                <a:lnTo>
                  <a:pt x="772905" y="121859"/>
                </a:lnTo>
                <a:lnTo>
                  <a:pt x="772905" y="94025"/>
                </a:lnTo>
                <a:lnTo>
                  <a:pt x="775705" y="94025"/>
                </a:lnTo>
                <a:cubicBezTo>
                  <a:pt x="777289" y="101973"/>
                  <a:pt x="780316" y="107963"/>
                  <a:pt x="784785" y="111994"/>
                </a:cubicBezTo>
                <a:cubicBezTo>
                  <a:pt x="789255" y="116025"/>
                  <a:pt x="794261" y="118040"/>
                  <a:pt x="799806" y="118040"/>
                </a:cubicBezTo>
                <a:cubicBezTo>
                  <a:pt x="803709" y="118040"/>
                  <a:pt x="806891" y="116896"/>
                  <a:pt x="809352" y="114608"/>
                </a:cubicBezTo>
                <a:cubicBezTo>
                  <a:pt x="811813" y="112319"/>
                  <a:pt x="813044" y="109564"/>
                  <a:pt x="813044" y="106343"/>
                </a:cubicBezTo>
                <a:cubicBezTo>
                  <a:pt x="813044" y="102443"/>
                  <a:pt x="811672" y="99165"/>
                  <a:pt x="808928" y="96509"/>
                </a:cubicBezTo>
                <a:cubicBezTo>
                  <a:pt x="806184" y="93854"/>
                  <a:pt x="800711" y="90492"/>
                  <a:pt x="792508" y="86424"/>
                </a:cubicBezTo>
                <a:cubicBezTo>
                  <a:pt x="784304" y="82355"/>
                  <a:pt x="778930" y="78681"/>
                  <a:pt x="776384" y="75403"/>
                </a:cubicBezTo>
                <a:cubicBezTo>
                  <a:pt x="773838" y="72182"/>
                  <a:pt x="772566" y="68113"/>
                  <a:pt x="772566" y="63197"/>
                </a:cubicBezTo>
                <a:cubicBezTo>
                  <a:pt x="772566" y="56811"/>
                  <a:pt x="774758" y="51471"/>
                  <a:pt x="779142" y="47177"/>
                </a:cubicBezTo>
                <a:cubicBezTo>
                  <a:pt x="783527" y="42881"/>
                  <a:pt x="789198" y="40733"/>
                  <a:pt x="796157" y="40733"/>
                </a:cubicBezTo>
                <a:cubicBezTo>
                  <a:pt x="799212" y="40733"/>
                  <a:pt x="802917" y="41383"/>
                  <a:pt x="807273" y="42684"/>
                </a:cubicBezTo>
                <a:cubicBezTo>
                  <a:pt x="810158" y="43533"/>
                  <a:pt x="812082" y="43957"/>
                  <a:pt x="813044" y="43957"/>
                </a:cubicBezTo>
                <a:cubicBezTo>
                  <a:pt x="813949" y="43957"/>
                  <a:pt x="814656" y="43759"/>
                  <a:pt x="815165" y="43363"/>
                </a:cubicBezTo>
                <a:cubicBezTo>
                  <a:pt x="815674" y="42967"/>
                  <a:pt x="816268" y="42090"/>
                  <a:pt x="816947" y="40733"/>
                </a:cubicBezTo>
                <a:lnTo>
                  <a:pt x="819748" y="40733"/>
                </a:lnTo>
                <a:close/>
                <a:moveTo>
                  <a:pt x="926728" y="155124"/>
                </a:moveTo>
                <a:lnTo>
                  <a:pt x="889390" y="155124"/>
                </a:lnTo>
                <a:lnTo>
                  <a:pt x="889390" y="2885"/>
                </a:lnTo>
                <a:lnTo>
                  <a:pt x="926728" y="2885"/>
                </a:lnTo>
                <a:lnTo>
                  <a:pt x="926728" y="9589"/>
                </a:lnTo>
                <a:lnTo>
                  <a:pt x="902119" y="9589"/>
                </a:lnTo>
                <a:lnTo>
                  <a:pt x="902119" y="148590"/>
                </a:lnTo>
                <a:lnTo>
                  <a:pt x="926728" y="148590"/>
                </a:lnTo>
                <a:lnTo>
                  <a:pt x="926728" y="155124"/>
                </a:lnTo>
                <a:close/>
                <a:moveTo>
                  <a:pt x="935298" y="42939"/>
                </a:moveTo>
                <a:lnTo>
                  <a:pt x="971872" y="42939"/>
                </a:lnTo>
                <a:lnTo>
                  <a:pt x="971872" y="46079"/>
                </a:lnTo>
                <a:cubicBezTo>
                  <a:pt x="969553" y="46079"/>
                  <a:pt x="967926" y="46475"/>
                  <a:pt x="966993" y="47267"/>
                </a:cubicBezTo>
                <a:cubicBezTo>
                  <a:pt x="966060" y="48059"/>
                  <a:pt x="965593" y="49106"/>
                  <a:pt x="965593" y="50407"/>
                </a:cubicBezTo>
                <a:cubicBezTo>
                  <a:pt x="965593" y="51764"/>
                  <a:pt x="966583" y="53858"/>
                  <a:pt x="968563" y="56686"/>
                </a:cubicBezTo>
                <a:cubicBezTo>
                  <a:pt x="969185" y="57592"/>
                  <a:pt x="970119" y="59006"/>
                  <a:pt x="971363" y="60929"/>
                </a:cubicBezTo>
                <a:lnTo>
                  <a:pt x="976879" y="69755"/>
                </a:lnTo>
                <a:lnTo>
                  <a:pt x="983244" y="60929"/>
                </a:lnTo>
                <a:cubicBezTo>
                  <a:pt x="987317" y="55329"/>
                  <a:pt x="989354" y="51793"/>
                  <a:pt x="989354" y="50322"/>
                </a:cubicBezTo>
                <a:cubicBezTo>
                  <a:pt x="989354" y="49134"/>
                  <a:pt x="988873" y="48130"/>
                  <a:pt x="987911" y="47309"/>
                </a:cubicBezTo>
                <a:cubicBezTo>
                  <a:pt x="986949" y="46489"/>
                  <a:pt x="985393" y="46079"/>
                  <a:pt x="983244" y="46079"/>
                </a:cubicBezTo>
                <a:lnTo>
                  <a:pt x="983244" y="42939"/>
                </a:lnTo>
                <a:lnTo>
                  <a:pt x="1009550" y="42939"/>
                </a:lnTo>
                <a:lnTo>
                  <a:pt x="1009550" y="46079"/>
                </a:lnTo>
                <a:cubicBezTo>
                  <a:pt x="1006778" y="46249"/>
                  <a:pt x="1004374" y="47012"/>
                  <a:pt x="1002337" y="48370"/>
                </a:cubicBezTo>
                <a:cubicBezTo>
                  <a:pt x="999565" y="50294"/>
                  <a:pt x="995775" y="54480"/>
                  <a:pt x="990966" y="60929"/>
                </a:cubicBezTo>
                <a:lnTo>
                  <a:pt x="980358" y="75101"/>
                </a:lnTo>
                <a:lnTo>
                  <a:pt x="999706" y="102879"/>
                </a:lnTo>
                <a:cubicBezTo>
                  <a:pt x="1004459" y="109710"/>
                  <a:pt x="1007853" y="113818"/>
                  <a:pt x="1009890" y="115202"/>
                </a:cubicBezTo>
                <a:cubicBezTo>
                  <a:pt x="1011926" y="116585"/>
                  <a:pt x="1014557" y="117361"/>
                  <a:pt x="1017782" y="117531"/>
                </a:cubicBezTo>
                <a:lnTo>
                  <a:pt x="1017782" y="120671"/>
                </a:lnTo>
                <a:lnTo>
                  <a:pt x="981122" y="120671"/>
                </a:lnTo>
                <a:lnTo>
                  <a:pt x="981122" y="117531"/>
                </a:lnTo>
                <a:cubicBezTo>
                  <a:pt x="983668" y="117531"/>
                  <a:pt x="985648" y="116967"/>
                  <a:pt x="987062" y="115839"/>
                </a:cubicBezTo>
                <a:cubicBezTo>
                  <a:pt x="988137" y="115049"/>
                  <a:pt x="988675" y="114005"/>
                  <a:pt x="988675" y="112707"/>
                </a:cubicBezTo>
                <a:cubicBezTo>
                  <a:pt x="988675" y="111409"/>
                  <a:pt x="986864" y="108137"/>
                  <a:pt x="983244" y="102890"/>
                </a:cubicBezTo>
                <a:lnTo>
                  <a:pt x="971872" y="86302"/>
                </a:lnTo>
                <a:lnTo>
                  <a:pt x="959398" y="102890"/>
                </a:lnTo>
                <a:cubicBezTo>
                  <a:pt x="955551" y="108024"/>
                  <a:pt x="953628" y="111071"/>
                  <a:pt x="953628" y="112031"/>
                </a:cubicBezTo>
                <a:cubicBezTo>
                  <a:pt x="953628" y="113385"/>
                  <a:pt x="954264" y="114612"/>
                  <a:pt x="955537" y="115712"/>
                </a:cubicBezTo>
                <a:cubicBezTo>
                  <a:pt x="956810" y="116811"/>
                  <a:pt x="958719" y="117418"/>
                  <a:pt x="961265" y="117531"/>
                </a:cubicBezTo>
                <a:lnTo>
                  <a:pt x="961265" y="120671"/>
                </a:lnTo>
                <a:lnTo>
                  <a:pt x="935892" y="120671"/>
                </a:lnTo>
                <a:lnTo>
                  <a:pt x="935892" y="117531"/>
                </a:lnTo>
                <a:cubicBezTo>
                  <a:pt x="937929" y="117248"/>
                  <a:pt x="939711" y="116543"/>
                  <a:pt x="941238" y="115415"/>
                </a:cubicBezTo>
                <a:cubicBezTo>
                  <a:pt x="943388" y="113778"/>
                  <a:pt x="947009" y="109601"/>
                  <a:pt x="952100" y="102885"/>
                </a:cubicBezTo>
                <a:lnTo>
                  <a:pt x="968393" y="81296"/>
                </a:lnTo>
                <a:lnTo>
                  <a:pt x="953628" y="59911"/>
                </a:lnTo>
                <a:cubicBezTo>
                  <a:pt x="949441" y="53801"/>
                  <a:pt x="946202" y="49968"/>
                  <a:pt x="943911" y="48413"/>
                </a:cubicBezTo>
                <a:cubicBezTo>
                  <a:pt x="941620" y="46857"/>
                  <a:pt x="938749" y="46079"/>
                  <a:pt x="935298" y="46079"/>
                </a:cubicBezTo>
                <a:lnTo>
                  <a:pt x="935298" y="42939"/>
                </a:lnTo>
                <a:close/>
                <a:moveTo>
                  <a:pt x="1026267" y="2885"/>
                </a:moveTo>
                <a:lnTo>
                  <a:pt x="1063605" y="2885"/>
                </a:lnTo>
                <a:lnTo>
                  <a:pt x="1063605" y="155124"/>
                </a:lnTo>
                <a:lnTo>
                  <a:pt x="1026267" y="155124"/>
                </a:lnTo>
                <a:lnTo>
                  <a:pt x="1026267" y="148420"/>
                </a:lnTo>
                <a:lnTo>
                  <a:pt x="1050876" y="148420"/>
                </a:lnTo>
                <a:lnTo>
                  <a:pt x="1050876" y="9589"/>
                </a:lnTo>
                <a:lnTo>
                  <a:pt x="1026267" y="9589"/>
                </a:lnTo>
                <a:lnTo>
                  <a:pt x="1026267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5A8BF4-961F-42F8-967E-751E4493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3338691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BD99B8-7B0B-4719-8B29-6B8A1E91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3338691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28" name="Text Tellmeabout[x]">
            <a:extLst xmlns:a="http://schemas.openxmlformats.org/drawingml/2006/main">
              <a:ext uri="{FF2B5EF4-FFF2-40B4-BE49-F238E27FC236}">
                <a16:creationId xmlns:a16="http://schemas.microsoft.com/office/drawing/2014/main" id="{2B144090-ADCB-4865-81D3-E1B403E0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230" y="3411867"/>
            <a:ext cx="1179917" cy="155124"/>
          </a:xfrm>
          <a:custGeom xmlns:a="http://schemas.openxmlformats.org/drawingml/2006/main">
            <a:pathLst>
              <a:path w="1179917" h="155124">
                <a:moveTo>
                  <a:pt x="95298" y="5601"/>
                </a:moveTo>
                <a:lnTo>
                  <a:pt x="96570" y="32586"/>
                </a:lnTo>
                <a:lnTo>
                  <a:pt x="93346" y="32586"/>
                </a:lnTo>
                <a:cubicBezTo>
                  <a:pt x="92723" y="27834"/>
                  <a:pt x="91875" y="24440"/>
                  <a:pt x="90800" y="22403"/>
                </a:cubicBezTo>
                <a:cubicBezTo>
                  <a:pt x="89046" y="19122"/>
                  <a:pt x="86713" y="16703"/>
                  <a:pt x="83799" y="15147"/>
                </a:cubicBezTo>
                <a:cubicBezTo>
                  <a:pt x="80886" y="13592"/>
                  <a:pt x="77053" y="12814"/>
                  <a:pt x="72301" y="12814"/>
                </a:cubicBezTo>
                <a:lnTo>
                  <a:pt x="56092" y="12814"/>
                </a:lnTo>
                <a:lnTo>
                  <a:pt x="56092" y="100729"/>
                </a:lnTo>
                <a:cubicBezTo>
                  <a:pt x="56092" y="107800"/>
                  <a:pt x="56856" y="112213"/>
                  <a:pt x="58384" y="113967"/>
                </a:cubicBezTo>
                <a:cubicBezTo>
                  <a:pt x="60533" y="116343"/>
                  <a:pt x="63843" y="117531"/>
                  <a:pt x="68312" y="117531"/>
                </a:cubicBezTo>
                <a:lnTo>
                  <a:pt x="72301" y="117531"/>
                </a:lnTo>
                <a:lnTo>
                  <a:pt x="72301" y="120671"/>
                </a:lnTo>
                <a:lnTo>
                  <a:pt x="23506" y="120671"/>
                </a:lnTo>
                <a:lnTo>
                  <a:pt x="23506" y="117531"/>
                </a:lnTo>
                <a:lnTo>
                  <a:pt x="27579" y="117531"/>
                </a:lnTo>
                <a:cubicBezTo>
                  <a:pt x="32445" y="117531"/>
                  <a:pt x="35896" y="116060"/>
                  <a:pt x="37932" y="113118"/>
                </a:cubicBezTo>
                <a:cubicBezTo>
                  <a:pt x="39177" y="111308"/>
                  <a:pt x="39799" y="107178"/>
                  <a:pt x="39799" y="100729"/>
                </a:cubicBezTo>
                <a:lnTo>
                  <a:pt x="39799" y="12814"/>
                </a:lnTo>
                <a:lnTo>
                  <a:pt x="25967" y="12814"/>
                </a:lnTo>
                <a:cubicBezTo>
                  <a:pt x="20593" y="12814"/>
                  <a:pt x="16774" y="13210"/>
                  <a:pt x="14511" y="14002"/>
                </a:cubicBezTo>
                <a:cubicBezTo>
                  <a:pt x="11569" y="15077"/>
                  <a:pt x="9052" y="17142"/>
                  <a:pt x="6959" y="20197"/>
                </a:cubicBezTo>
                <a:cubicBezTo>
                  <a:pt x="4865" y="23252"/>
                  <a:pt x="3621" y="27381"/>
                  <a:pt x="3225" y="32586"/>
                </a:cubicBezTo>
                <a:lnTo>
                  <a:pt x="0" y="32586"/>
                </a:lnTo>
                <a:lnTo>
                  <a:pt x="1358" y="5601"/>
                </a:lnTo>
                <a:lnTo>
                  <a:pt x="95298" y="5601"/>
                </a:lnTo>
                <a:close/>
                <a:moveTo>
                  <a:pt x="107263" y="72301"/>
                </a:moveTo>
                <a:cubicBezTo>
                  <a:pt x="107206" y="83815"/>
                  <a:pt x="110007" y="92846"/>
                  <a:pt x="115664" y="99395"/>
                </a:cubicBezTo>
                <a:cubicBezTo>
                  <a:pt x="121321" y="105941"/>
                  <a:pt x="127969" y="109215"/>
                  <a:pt x="135606" y="109215"/>
                </a:cubicBezTo>
                <a:cubicBezTo>
                  <a:pt x="140698" y="109215"/>
                  <a:pt x="145124" y="107814"/>
                  <a:pt x="148886" y="105014"/>
                </a:cubicBezTo>
                <a:cubicBezTo>
                  <a:pt x="152649" y="102214"/>
                  <a:pt x="155803" y="97419"/>
                  <a:pt x="158348" y="90630"/>
                </a:cubicBezTo>
                <a:lnTo>
                  <a:pt x="160979" y="92327"/>
                </a:lnTo>
                <a:cubicBezTo>
                  <a:pt x="159791" y="100078"/>
                  <a:pt x="156340" y="107136"/>
                  <a:pt x="150626" y="113500"/>
                </a:cubicBezTo>
                <a:cubicBezTo>
                  <a:pt x="144912" y="119864"/>
                  <a:pt x="137756" y="123047"/>
                  <a:pt x="129157" y="123047"/>
                </a:cubicBezTo>
                <a:cubicBezTo>
                  <a:pt x="119822" y="123047"/>
                  <a:pt x="111831" y="119420"/>
                  <a:pt x="105184" y="112166"/>
                </a:cubicBezTo>
                <a:cubicBezTo>
                  <a:pt x="98536" y="104911"/>
                  <a:pt x="95213" y="95157"/>
                  <a:pt x="95213" y="82905"/>
                </a:cubicBezTo>
                <a:cubicBezTo>
                  <a:pt x="95213" y="69639"/>
                  <a:pt x="98621" y="59294"/>
                  <a:pt x="105438" y="51871"/>
                </a:cubicBezTo>
                <a:cubicBezTo>
                  <a:pt x="112255" y="44445"/>
                  <a:pt x="120812" y="40733"/>
                  <a:pt x="131108" y="40733"/>
                </a:cubicBezTo>
                <a:cubicBezTo>
                  <a:pt x="139821" y="40733"/>
                  <a:pt x="146977" y="43597"/>
                  <a:pt x="152578" y="49325"/>
                </a:cubicBezTo>
                <a:cubicBezTo>
                  <a:pt x="158179" y="55051"/>
                  <a:pt x="160979" y="62710"/>
                  <a:pt x="160979" y="72301"/>
                </a:cubicBezTo>
                <a:lnTo>
                  <a:pt x="107263" y="72301"/>
                </a:lnTo>
                <a:moveTo>
                  <a:pt x="107263" y="67379"/>
                </a:moveTo>
                <a:lnTo>
                  <a:pt x="143243" y="67379"/>
                </a:lnTo>
                <a:cubicBezTo>
                  <a:pt x="142960" y="62400"/>
                  <a:pt x="142366" y="58893"/>
                  <a:pt x="141461" y="56856"/>
                </a:cubicBezTo>
                <a:cubicBezTo>
                  <a:pt x="140047" y="53688"/>
                  <a:pt x="137940" y="51199"/>
                  <a:pt x="135139" y="49388"/>
                </a:cubicBezTo>
                <a:cubicBezTo>
                  <a:pt x="132339" y="47578"/>
                  <a:pt x="129411" y="46673"/>
                  <a:pt x="126356" y="46673"/>
                </a:cubicBezTo>
                <a:cubicBezTo>
                  <a:pt x="121661" y="46673"/>
                  <a:pt x="117460" y="48497"/>
                  <a:pt x="113755" y="52146"/>
                </a:cubicBezTo>
                <a:cubicBezTo>
                  <a:pt x="110049" y="55795"/>
                  <a:pt x="107885" y="60873"/>
                  <a:pt x="107263" y="67379"/>
                </a:cubicBezTo>
                <a:close/>
                <a:moveTo>
                  <a:pt x="198089" y="0"/>
                </a:moveTo>
                <a:lnTo>
                  <a:pt x="198089" y="103030"/>
                </a:lnTo>
                <a:cubicBezTo>
                  <a:pt x="198089" y="107892"/>
                  <a:pt x="198443" y="111115"/>
                  <a:pt x="199150" y="112699"/>
                </a:cubicBezTo>
                <a:cubicBezTo>
                  <a:pt x="199857" y="114281"/>
                  <a:pt x="200946" y="115483"/>
                  <a:pt x="202417" y="116303"/>
                </a:cubicBezTo>
                <a:cubicBezTo>
                  <a:pt x="203888" y="117122"/>
                  <a:pt x="206632" y="117531"/>
                  <a:pt x="210649" y="117531"/>
                </a:cubicBezTo>
                <a:lnTo>
                  <a:pt x="210649" y="120671"/>
                </a:lnTo>
                <a:lnTo>
                  <a:pt x="172547" y="120671"/>
                </a:lnTo>
                <a:lnTo>
                  <a:pt x="172547" y="117531"/>
                </a:lnTo>
                <a:cubicBezTo>
                  <a:pt x="176111" y="117531"/>
                  <a:pt x="178543" y="117164"/>
                  <a:pt x="179845" y="116430"/>
                </a:cubicBezTo>
                <a:cubicBezTo>
                  <a:pt x="181146" y="115695"/>
                  <a:pt x="182164" y="114479"/>
                  <a:pt x="182899" y="112784"/>
                </a:cubicBezTo>
                <a:cubicBezTo>
                  <a:pt x="183635" y="111087"/>
                  <a:pt x="184003" y="107836"/>
                  <a:pt x="184003" y="103030"/>
                </a:cubicBezTo>
                <a:lnTo>
                  <a:pt x="184003" y="32477"/>
                </a:lnTo>
                <a:cubicBezTo>
                  <a:pt x="184003" y="23716"/>
                  <a:pt x="183805" y="18331"/>
                  <a:pt x="183409" y="16325"/>
                </a:cubicBezTo>
                <a:cubicBezTo>
                  <a:pt x="183013" y="14317"/>
                  <a:pt x="182376" y="12946"/>
                  <a:pt x="181499" y="12212"/>
                </a:cubicBezTo>
                <a:cubicBezTo>
                  <a:pt x="180622" y="11476"/>
                  <a:pt x="179505" y="11109"/>
                  <a:pt x="178147" y="11109"/>
                </a:cubicBezTo>
                <a:cubicBezTo>
                  <a:pt x="176676" y="11109"/>
                  <a:pt x="174810" y="11561"/>
                  <a:pt x="172547" y="12466"/>
                </a:cubicBezTo>
                <a:lnTo>
                  <a:pt x="171104" y="9496"/>
                </a:lnTo>
                <a:lnTo>
                  <a:pt x="194271" y="0"/>
                </a:lnTo>
                <a:lnTo>
                  <a:pt x="198089" y="0"/>
                </a:lnTo>
                <a:close/>
                <a:moveTo>
                  <a:pt x="246404" y="0"/>
                </a:moveTo>
                <a:lnTo>
                  <a:pt x="246404" y="103030"/>
                </a:lnTo>
                <a:cubicBezTo>
                  <a:pt x="246404" y="107892"/>
                  <a:pt x="246758" y="111115"/>
                  <a:pt x="247465" y="112699"/>
                </a:cubicBezTo>
                <a:cubicBezTo>
                  <a:pt x="248172" y="114281"/>
                  <a:pt x="249261" y="115483"/>
                  <a:pt x="250732" y="116303"/>
                </a:cubicBezTo>
                <a:cubicBezTo>
                  <a:pt x="252203" y="117122"/>
                  <a:pt x="254947" y="117531"/>
                  <a:pt x="258963" y="117531"/>
                </a:cubicBezTo>
                <a:lnTo>
                  <a:pt x="258963" y="120671"/>
                </a:lnTo>
                <a:lnTo>
                  <a:pt x="220861" y="120671"/>
                </a:lnTo>
                <a:lnTo>
                  <a:pt x="220861" y="117531"/>
                </a:lnTo>
                <a:cubicBezTo>
                  <a:pt x="224425" y="117531"/>
                  <a:pt x="226858" y="117164"/>
                  <a:pt x="228159" y="116430"/>
                </a:cubicBezTo>
                <a:cubicBezTo>
                  <a:pt x="229460" y="115695"/>
                  <a:pt x="230479" y="114479"/>
                  <a:pt x="231214" y="112784"/>
                </a:cubicBezTo>
                <a:cubicBezTo>
                  <a:pt x="231950" y="111087"/>
                  <a:pt x="232317" y="107836"/>
                  <a:pt x="232317" y="103030"/>
                </a:cubicBezTo>
                <a:lnTo>
                  <a:pt x="232317" y="32477"/>
                </a:lnTo>
                <a:cubicBezTo>
                  <a:pt x="232317" y="23716"/>
                  <a:pt x="232119" y="18331"/>
                  <a:pt x="231723" y="16325"/>
                </a:cubicBezTo>
                <a:cubicBezTo>
                  <a:pt x="231327" y="14317"/>
                  <a:pt x="230691" y="12946"/>
                  <a:pt x="229814" y="12212"/>
                </a:cubicBezTo>
                <a:cubicBezTo>
                  <a:pt x="228937" y="11476"/>
                  <a:pt x="227820" y="11109"/>
                  <a:pt x="226462" y="11109"/>
                </a:cubicBezTo>
                <a:cubicBezTo>
                  <a:pt x="224991" y="11109"/>
                  <a:pt x="223124" y="11561"/>
                  <a:pt x="220861" y="12466"/>
                </a:cubicBezTo>
                <a:lnTo>
                  <a:pt x="219419" y="9496"/>
                </a:lnTo>
                <a:lnTo>
                  <a:pt x="242585" y="0"/>
                </a:lnTo>
                <a:lnTo>
                  <a:pt x="246404" y="0"/>
                </a:lnTo>
                <a:close/>
                <a:moveTo>
                  <a:pt x="334517" y="57280"/>
                </a:moveTo>
                <a:cubicBezTo>
                  <a:pt x="340175" y="51623"/>
                  <a:pt x="343512" y="48370"/>
                  <a:pt x="344531" y="47521"/>
                </a:cubicBezTo>
                <a:cubicBezTo>
                  <a:pt x="347077" y="45372"/>
                  <a:pt x="349820" y="43703"/>
                  <a:pt x="352762" y="42515"/>
                </a:cubicBezTo>
                <a:cubicBezTo>
                  <a:pt x="355704" y="41327"/>
                  <a:pt x="358618" y="40733"/>
                  <a:pt x="361503" y="40733"/>
                </a:cubicBezTo>
                <a:cubicBezTo>
                  <a:pt x="366368" y="40733"/>
                  <a:pt x="370554" y="42147"/>
                  <a:pt x="374062" y="44976"/>
                </a:cubicBezTo>
                <a:cubicBezTo>
                  <a:pt x="377570" y="47804"/>
                  <a:pt x="379917" y="51906"/>
                  <a:pt x="381105" y="57280"/>
                </a:cubicBezTo>
                <a:cubicBezTo>
                  <a:pt x="386932" y="50492"/>
                  <a:pt x="391854" y="46036"/>
                  <a:pt x="395871" y="43915"/>
                </a:cubicBezTo>
                <a:cubicBezTo>
                  <a:pt x="399888" y="41793"/>
                  <a:pt x="404018" y="40733"/>
                  <a:pt x="408261" y="40733"/>
                </a:cubicBezTo>
                <a:cubicBezTo>
                  <a:pt x="412390" y="40733"/>
                  <a:pt x="416053" y="41792"/>
                  <a:pt x="419250" y="43910"/>
                </a:cubicBezTo>
                <a:cubicBezTo>
                  <a:pt x="422446" y="46026"/>
                  <a:pt x="424978" y="49483"/>
                  <a:pt x="426845" y="54281"/>
                </a:cubicBezTo>
                <a:cubicBezTo>
                  <a:pt x="428089" y="57555"/>
                  <a:pt x="428712" y="62692"/>
                  <a:pt x="428712" y="69691"/>
                </a:cubicBezTo>
                <a:lnTo>
                  <a:pt x="428712" y="103052"/>
                </a:lnTo>
                <a:cubicBezTo>
                  <a:pt x="428712" y="107906"/>
                  <a:pt x="429079" y="111237"/>
                  <a:pt x="429815" y="113044"/>
                </a:cubicBezTo>
                <a:cubicBezTo>
                  <a:pt x="430381" y="114285"/>
                  <a:pt x="431427" y="115343"/>
                  <a:pt x="432955" y="116218"/>
                </a:cubicBezTo>
                <a:cubicBezTo>
                  <a:pt x="434482" y="117093"/>
                  <a:pt x="436971" y="117531"/>
                  <a:pt x="440422" y="117531"/>
                </a:cubicBezTo>
                <a:lnTo>
                  <a:pt x="440422" y="120671"/>
                </a:lnTo>
                <a:lnTo>
                  <a:pt x="402066" y="120671"/>
                </a:lnTo>
                <a:lnTo>
                  <a:pt x="402066" y="117531"/>
                </a:lnTo>
                <a:lnTo>
                  <a:pt x="403678" y="117531"/>
                </a:lnTo>
                <a:cubicBezTo>
                  <a:pt x="407016" y="117531"/>
                  <a:pt x="409618" y="116884"/>
                  <a:pt x="411485" y="115590"/>
                </a:cubicBezTo>
                <a:cubicBezTo>
                  <a:pt x="412786" y="114688"/>
                  <a:pt x="413720" y="113252"/>
                  <a:pt x="414286" y="111283"/>
                </a:cubicBezTo>
                <a:cubicBezTo>
                  <a:pt x="414512" y="110327"/>
                  <a:pt x="414625" y="107597"/>
                  <a:pt x="414625" y="103094"/>
                </a:cubicBezTo>
                <a:lnTo>
                  <a:pt x="414625" y="69829"/>
                </a:lnTo>
                <a:cubicBezTo>
                  <a:pt x="414625" y="63525"/>
                  <a:pt x="413861" y="59078"/>
                  <a:pt x="412334" y="56490"/>
                </a:cubicBezTo>
                <a:cubicBezTo>
                  <a:pt x="410127" y="52887"/>
                  <a:pt x="406592" y="51086"/>
                  <a:pt x="401726" y="51086"/>
                </a:cubicBezTo>
                <a:cubicBezTo>
                  <a:pt x="398728" y="51086"/>
                  <a:pt x="395715" y="51832"/>
                  <a:pt x="392689" y="53324"/>
                </a:cubicBezTo>
                <a:cubicBezTo>
                  <a:pt x="389662" y="54814"/>
                  <a:pt x="385999" y="57586"/>
                  <a:pt x="381699" y="61640"/>
                </a:cubicBezTo>
                <a:lnTo>
                  <a:pt x="381530" y="62568"/>
                </a:lnTo>
                <a:lnTo>
                  <a:pt x="381699" y="66199"/>
                </a:lnTo>
                <a:lnTo>
                  <a:pt x="381699" y="103094"/>
                </a:lnTo>
                <a:cubicBezTo>
                  <a:pt x="381699" y="108385"/>
                  <a:pt x="381996" y="111678"/>
                  <a:pt x="382590" y="112972"/>
                </a:cubicBezTo>
                <a:cubicBezTo>
                  <a:pt x="383184" y="114266"/>
                  <a:pt x="384302" y="115350"/>
                  <a:pt x="385942" y="116223"/>
                </a:cubicBezTo>
                <a:cubicBezTo>
                  <a:pt x="387583" y="117095"/>
                  <a:pt x="390383" y="117531"/>
                  <a:pt x="394344" y="117531"/>
                </a:cubicBezTo>
                <a:lnTo>
                  <a:pt x="394344" y="120671"/>
                </a:lnTo>
                <a:lnTo>
                  <a:pt x="355053" y="120671"/>
                </a:lnTo>
                <a:lnTo>
                  <a:pt x="355053" y="117531"/>
                </a:lnTo>
                <a:cubicBezTo>
                  <a:pt x="359353" y="117531"/>
                  <a:pt x="362309" y="117024"/>
                  <a:pt x="363921" y="116011"/>
                </a:cubicBezTo>
                <a:cubicBezTo>
                  <a:pt x="365534" y="114998"/>
                  <a:pt x="366651" y="113479"/>
                  <a:pt x="367273" y="111453"/>
                </a:cubicBezTo>
                <a:cubicBezTo>
                  <a:pt x="367556" y="110495"/>
                  <a:pt x="367698" y="107708"/>
                  <a:pt x="367698" y="103094"/>
                </a:cubicBezTo>
                <a:lnTo>
                  <a:pt x="367698" y="69829"/>
                </a:lnTo>
                <a:cubicBezTo>
                  <a:pt x="367698" y="63525"/>
                  <a:pt x="366764" y="58993"/>
                  <a:pt x="364897" y="56236"/>
                </a:cubicBezTo>
                <a:cubicBezTo>
                  <a:pt x="362408" y="52633"/>
                  <a:pt x="358929" y="50831"/>
                  <a:pt x="354459" y="50831"/>
                </a:cubicBezTo>
                <a:cubicBezTo>
                  <a:pt x="351404" y="50831"/>
                  <a:pt x="348378" y="51647"/>
                  <a:pt x="345379" y="53279"/>
                </a:cubicBezTo>
                <a:cubicBezTo>
                  <a:pt x="340684" y="55756"/>
                  <a:pt x="337063" y="58542"/>
                  <a:pt x="334517" y="61637"/>
                </a:cubicBezTo>
                <a:lnTo>
                  <a:pt x="334517" y="103094"/>
                </a:lnTo>
                <a:cubicBezTo>
                  <a:pt x="334517" y="108159"/>
                  <a:pt x="334871" y="111452"/>
                  <a:pt x="335578" y="112972"/>
                </a:cubicBezTo>
                <a:cubicBezTo>
                  <a:pt x="336285" y="114491"/>
                  <a:pt x="337332" y="115630"/>
                  <a:pt x="338718" y="116391"/>
                </a:cubicBezTo>
                <a:cubicBezTo>
                  <a:pt x="340104" y="117151"/>
                  <a:pt x="342918" y="117531"/>
                  <a:pt x="347161" y="117531"/>
                </a:cubicBezTo>
                <a:lnTo>
                  <a:pt x="347161" y="120671"/>
                </a:lnTo>
                <a:lnTo>
                  <a:pt x="308720" y="120671"/>
                </a:lnTo>
                <a:lnTo>
                  <a:pt x="308720" y="117531"/>
                </a:lnTo>
                <a:cubicBezTo>
                  <a:pt x="312284" y="117531"/>
                  <a:pt x="314773" y="117150"/>
                  <a:pt x="316188" y="116388"/>
                </a:cubicBezTo>
                <a:cubicBezTo>
                  <a:pt x="317602" y="115626"/>
                  <a:pt x="318677" y="114412"/>
                  <a:pt x="319412" y="112747"/>
                </a:cubicBezTo>
                <a:cubicBezTo>
                  <a:pt x="320148" y="111081"/>
                  <a:pt x="320515" y="107850"/>
                  <a:pt x="320515" y="103052"/>
                </a:cubicBezTo>
                <a:lnTo>
                  <a:pt x="320515" y="73417"/>
                </a:lnTo>
                <a:cubicBezTo>
                  <a:pt x="320515" y="64892"/>
                  <a:pt x="320261" y="59389"/>
                  <a:pt x="319752" y="56906"/>
                </a:cubicBezTo>
                <a:cubicBezTo>
                  <a:pt x="319356" y="55043"/>
                  <a:pt x="318733" y="53759"/>
                  <a:pt x="317885" y="53053"/>
                </a:cubicBezTo>
                <a:cubicBezTo>
                  <a:pt x="317036" y="52348"/>
                  <a:pt x="315876" y="51995"/>
                  <a:pt x="314406" y="51995"/>
                </a:cubicBezTo>
                <a:cubicBezTo>
                  <a:pt x="312822" y="51995"/>
                  <a:pt x="310926" y="52419"/>
                  <a:pt x="308720" y="53265"/>
                </a:cubicBezTo>
                <a:lnTo>
                  <a:pt x="307447" y="50216"/>
                </a:lnTo>
                <a:lnTo>
                  <a:pt x="330868" y="40733"/>
                </a:lnTo>
                <a:lnTo>
                  <a:pt x="334517" y="40733"/>
                </a:lnTo>
                <a:lnTo>
                  <a:pt x="334517" y="57280"/>
                </a:lnTo>
                <a:close/>
                <a:moveTo>
                  <a:pt x="459715" y="72301"/>
                </a:moveTo>
                <a:cubicBezTo>
                  <a:pt x="459659" y="83815"/>
                  <a:pt x="462459" y="92846"/>
                  <a:pt x="468116" y="99395"/>
                </a:cubicBezTo>
                <a:cubicBezTo>
                  <a:pt x="473774" y="105941"/>
                  <a:pt x="480421" y="109215"/>
                  <a:pt x="488058" y="109215"/>
                </a:cubicBezTo>
                <a:cubicBezTo>
                  <a:pt x="493150" y="109215"/>
                  <a:pt x="497577" y="107814"/>
                  <a:pt x="501339" y="105014"/>
                </a:cubicBezTo>
                <a:cubicBezTo>
                  <a:pt x="505101" y="102214"/>
                  <a:pt x="508255" y="97419"/>
                  <a:pt x="510801" y="90630"/>
                </a:cubicBezTo>
                <a:lnTo>
                  <a:pt x="513431" y="92327"/>
                </a:lnTo>
                <a:cubicBezTo>
                  <a:pt x="512243" y="100078"/>
                  <a:pt x="508792" y="107136"/>
                  <a:pt x="503078" y="113500"/>
                </a:cubicBezTo>
                <a:cubicBezTo>
                  <a:pt x="497365" y="119864"/>
                  <a:pt x="490208" y="123047"/>
                  <a:pt x="481609" y="123047"/>
                </a:cubicBezTo>
                <a:cubicBezTo>
                  <a:pt x="472274" y="123047"/>
                  <a:pt x="464283" y="119420"/>
                  <a:pt x="457636" y="112166"/>
                </a:cubicBezTo>
                <a:cubicBezTo>
                  <a:pt x="450989" y="104911"/>
                  <a:pt x="447665" y="95157"/>
                  <a:pt x="447665" y="82905"/>
                </a:cubicBezTo>
                <a:cubicBezTo>
                  <a:pt x="447665" y="69639"/>
                  <a:pt x="451074" y="59294"/>
                  <a:pt x="457891" y="51871"/>
                </a:cubicBezTo>
                <a:cubicBezTo>
                  <a:pt x="464708" y="44445"/>
                  <a:pt x="473264" y="40733"/>
                  <a:pt x="483561" y="40733"/>
                </a:cubicBezTo>
                <a:cubicBezTo>
                  <a:pt x="492273" y="40733"/>
                  <a:pt x="499429" y="43597"/>
                  <a:pt x="505030" y="49325"/>
                </a:cubicBezTo>
                <a:cubicBezTo>
                  <a:pt x="510631" y="55051"/>
                  <a:pt x="513431" y="62710"/>
                  <a:pt x="513431" y="72301"/>
                </a:cubicBezTo>
                <a:lnTo>
                  <a:pt x="459715" y="72301"/>
                </a:lnTo>
                <a:moveTo>
                  <a:pt x="459715" y="67379"/>
                </a:moveTo>
                <a:lnTo>
                  <a:pt x="495696" y="67379"/>
                </a:lnTo>
                <a:cubicBezTo>
                  <a:pt x="495413" y="62400"/>
                  <a:pt x="494819" y="58893"/>
                  <a:pt x="493914" y="56856"/>
                </a:cubicBezTo>
                <a:cubicBezTo>
                  <a:pt x="492499" y="53688"/>
                  <a:pt x="490392" y="51199"/>
                  <a:pt x="487592" y="49388"/>
                </a:cubicBezTo>
                <a:cubicBezTo>
                  <a:pt x="484791" y="47578"/>
                  <a:pt x="481863" y="46673"/>
                  <a:pt x="478809" y="46673"/>
                </a:cubicBezTo>
                <a:cubicBezTo>
                  <a:pt x="474113" y="46673"/>
                  <a:pt x="469912" y="48497"/>
                  <a:pt x="466207" y="52146"/>
                </a:cubicBezTo>
                <a:cubicBezTo>
                  <a:pt x="462501" y="55795"/>
                  <a:pt x="460337" y="60873"/>
                  <a:pt x="459715" y="67379"/>
                </a:cubicBezTo>
                <a:close/>
                <a:moveTo>
                  <a:pt x="611301" y="109469"/>
                </a:moveTo>
                <a:cubicBezTo>
                  <a:pt x="603324" y="115636"/>
                  <a:pt x="598318" y="119200"/>
                  <a:pt x="596281" y="120161"/>
                </a:cubicBezTo>
                <a:cubicBezTo>
                  <a:pt x="593226" y="121632"/>
                  <a:pt x="589973" y="122368"/>
                  <a:pt x="586522" y="122368"/>
                </a:cubicBezTo>
                <a:cubicBezTo>
                  <a:pt x="581148" y="122368"/>
                  <a:pt x="576721" y="120529"/>
                  <a:pt x="573241" y="116852"/>
                </a:cubicBezTo>
                <a:cubicBezTo>
                  <a:pt x="569762" y="113175"/>
                  <a:pt x="568023" y="108338"/>
                  <a:pt x="568023" y="102341"/>
                </a:cubicBezTo>
                <a:cubicBezTo>
                  <a:pt x="568023" y="98551"/>
                  <a:pt x="568871" y="95269"/>
                  <a:pt x="570568" y="92497"/>
                </a:cubicBezTo>
                <a:cubicBezTo>
                  <a:pt x="572888" y="88650"/>
                  <a:pt x="576919" y="85030"/>
                  <a:pt x="582661" y="81635"/>
                </a:cubicBezTo>
                <a:cubicBezTo>
                  <a:pt x="588403" y="78241"/>
                  <a:pt x="597950" y="74111"/>
                  <a:pt x="611301" y="69246"/>
                </a:cubicBezTo>
                <a:lnTo>
                  <a:pt x="611301" y="66191"/>
                </a:lnTo>
                <a:cubicBezTo>
                  <a:pt x="611301" y="58440"/>
                  <a:pt x="610071" y="53122"/>
                  <a:pt x="607610" y="50237"/>
                </a:cubicBezTo>
                <a:cubicBezTo>
                  <a:pt x="605149" y="47352"/>
                  <a:pt x="601571" y="45909"/>
                  <a:pt x="596875" y="45909"/>
                </a:cubicBezTo>
                <a:cubicBezTo>
                  <a:pt x="593311" y="45909"/>
                  <a:pt x="590482" y="46867"/>
                  <a:pt x="588389" y="48784"/>
                </a:cubicBezTo>
                <a:cubicBezTo>
                  <a:pt x="586239" y="50700"/>
                  <a:pt x="585164" y="52899"/>
                  <a:pt x="585164" y="55379"/>
                </a:cubicBezTo>
                <a:lnTo>
                  <a:pt x="585334" y="60282"/>
                </a:lnTo>
                <a:cubicBezTo>
                  <a:pt x="585334" y="62874"/>
                  <a:pt x="584669" y="64874"/>
                  <a:pt x="583340" y="66283"/>
                </a:cubicBezTo>
                <a:cubicBezTo>
                  <a:pt x="582010" y="67692"/>
                  <a:pt x="580271" y="68397"/>
                  <a:pt x="578121" y="68397"/>
                </a:cubicBezTo>
                <a:cubicBezTo>
                  <a:pt x="576028" y="68397"/>
                  <a:pt x="574316" y="67664"/>
                  <a:pt x="572987" y="66199"/>
                </a:cubicBezTo>
                <a:cubicBezTo>
                  <a:pt x="571657" y="64731"/>
                  <a:pt x="570993" y="62728"/>
                  <a:pt x="570993" y="60189"/>
                </a:cubicBezTo>
                <a:cubicBezTo>
                  <a:pt x="570993" y="55340"/>
                  <a:pt x="573482" y="50885"/>
                  <a:pt x="578460" y="46824"/>
                </a:cubicBezTo>
                <a:cubicBezTo>
                  <a:pt x="583439" y="42763"/>
                  <a:pt x="590426" y="40733"/>
                  <a:pt x="599421" y="40733"/>
                </a:cubicBezTo>
                <a:cubicBezTo>
                  <a:pt x="606323" y="40733"/>
                  <a:pt x="611980" y="41891"/>
                  <a:pt x="616393" y="44207"/>
                </a:cubicBezTo>
                <a:cubicBezTo>
                  <a:pt x="619731" y="45959"/>
                  <a:pt x="622191" y="48700"/>
                  <a:pt x="623776" y="52430"/>
                </a:cubicBezTo>
                <a:cubicBezTo>
                  <a:pt x="624794" y="54859"/>
                  <a:pt x="625303" y="59831"/>
                  <a:pt x="625303" y="67347"/>
                </a:cubicBezTo>
                <a:lnTo>
                  <a:pt x="625303" y="93706"/>
                </a:lnTo>
                <a:cubicBezTo>
                  <a:pt x="625303" y="101109"/>
                  <a:pt x="625444" y="105643"/>
                  <a:pt x="625727" y="107311"/>
                </a:cubicBezTo>
                <a:cubicBezTo>
                  <a:pt x="626010" y="108978"/>
                  <a:pt x="626477" y="110094"/>
                  <a:pt x="627127" y="110660"/>
                </a:cubicBezTo>
                <a:cubicBezTo>
                  <a:pt x="627778" y="111224"/>
                  <a:pt x="628528" y="111506"/>
                  <a:pt x="629376" y="111506"/>
                </a:cubicBezTo>
                <a:cubicBezTo>
                  <a:pt x="630281" y="111506"/>
                  <a:pt x="631073" y="111308"/>
                  <a:pt x="631752" y="110912"/>
                </a:cubicBezTo>
                <a:cubicBezTo>
                  <a:pt x="632940" y="110176"/>
                  <a:pt x="635232" y="108111"/>
                  <a:pt x="638626" y="104717"/>
                </a:cubicBezTo>
                <a:lnTo>
                  <a:pt x="638626" y="109469"/>
                </a:lnTo>
                <a:cubicBezTo>
                  <a:pt x="632290" y="117955"/>
                  <a:pt x="626236" y="122198"/>
                  <a:pt x="620466" y="122198"/>
                </a:cubicBezTo>
                <a:cubicBezTo>
                  <a:pt x="617694" y="122198"/>
                  <a:pt x="615488" y="121236"/>
                  <a:pt x="613847" y="119313"/>
                </a:cubicBezTo>
                <a:cubicBezTo>
                  <a:pt x="612206" y="117389"/>
                  <a:pt x="611358" y="114108"/>
                  <a:pt x="611301" y="109469"/>
                </a:cubicBezTo>
                <a:moveTo>
                  <a:pt x="611301" y="103906"/>
                </a:moveTo>
                <a:lnTo>
                  <a:pt x="611301" y="74422"/>
                </a:lnTo>
                <a:cubicBezTo>
                  <a:pt x="602759" y="77801"/>
                  <a:pt x="597243" y="80194"/>
                  <a:pt x="594753" y="81603"/>
                </a:cubicBezTo>
                <a:cubicBezTo>
                  <a:pt x="590284" y="84082"/>
                  <a:pt x="587088" y="86673"/>
                  <a:pt x="585164" y="89376"/>
                </a:cubicBezTo>
                <a:cubicBezTo>
                  <a:pt x="583241" y="92079"/>
                  <a:pt x="582279" y="95036"/>
                  <a:pt x="582279" y="98246"/>
                </a:cubicBezTo>
                <a:cubicBezTo>
                  <a:pt x="582279" y="102302"/>
                  <a:pt x="583495" y="105667"/>
                  <a:pt x="585928" y="108342"/>
                </a:cubicBezTo>
                <a:cubicBezTo>
                  <a:pt x="588361" y="111017"/>
                  <a:pt x="591161" y="112354"/>
                  <a:pt x="594329" y="112354"/>
                </a:cubicBezTo>
                <a:cubicBezTo>
                  <a:pt x="598629" y="112354"/>
                  <a:pt x="604286" y="109538"/>
                  <a:pt x="611301" y="103906"/>
                </a:cubicBezTo>
                <a:close/>
                <a:moveTo>
                  <a:pt x="665723" y="56432"/>
                </a:moveTo>
                <a:cubicBezTo>
                  <a:pt x="673247" y="45966"/>
                  <a:pt x="681365" y="40733"/>
                  <a:pt x="690078" y="40733"/>
                </a:cubicBezTo>
                <a:cubicBezTo>
                  <a:pt x="698054" y="40733"/>
                  <a:pt x="705013" y="44138"/>
                  <a:pt x="710953" y="50948"/>
                </a:cubicBezTo>
                <a:cubicBezTo>
                  <a:pt x="716893" y="57758"/>
                  <a:pt x="719863" y="67068"/>
                  <a:pt x="719863" y="78880"/>
                </a:cubicBezTo>
                <a:cubicBezTo>
                  <a:pt x="719863" y="92670"/>
                  <a:pt x="715281" y="103775"/>
                  <a:pt x="706116" y="112195"/>
                </a:cubicBezTo>
                <a:cubicBezTo>
                  <a:pt x="698253" y="119430"/>
                  <a:pt x="689484" y="123047"/>
                  <a:pt x="679810" y="123047"/>
                </a:cubicBezTo>
                <a:cubicBezTo>
                  <a:pt x="675284" y="123047"/>
                  <a:pt x="670687" y="122226"/>
                  <a:pt x="666020" y="120586"/>
                </a:cubicBezTo>
                <a:cubicBezTo>
                  <a:pt x="661353" y="118945"/>
                  <a:pt x="656586" y="116484"/>
                  <a:pt x="651721" y="113203"/>
                </a:cubicBezTo>
                <a:lnTo>
                  <a:pt x="651721" y="32671"/>
                </a:lnTo>
                <a:cubicBezTo>
                  <a:pt x="651721" y="23846"/>
                  <a:pt x="651509" y="18415"/>
                  <a:pt x="651085" y="16378"/>
                </a:cubicBezTo>
                <a:cubicBezTo>
                  <a:pt x="650660" y="14341"/>
                  <a:pt x="649996" y="12955"/>
                  <a:pt x="649090" y="12220"/>
                </a:cubicBezTo>
                <a:cubicBezTo>
                  <a:pt x="648185" y="11484"/>
                  <a:pt x="647054" y="11117"/>
                  <a:pt x="645696" y="11117"/>
                </a:cubicBezTo>
                <a:cubicBezTo>
                  <a:pt x="644112" y="11117"/>
                  <a:pt x="642132" y="11569"/>
                  <a:pt x="639756" y="12474"/>
                </a:cubicBezTo>
                <a:lnTo>
                  <a:pt x="638568" y="9504"/>
                </a:lnTo>
                <a:lnTo>
                  <a:pt x="661904" y="0"/>
                </a:lnTo>
                <a:lnTo>
                  <a:pt x="665723" y="0"/>
                </a:lnTo>
                <a:lnTo>
                  <a:pt x="665723" y="56432"/>
                </a:lnTo>
                <a:moveTo>
                  <a:pt x="665723" y="61839"/>
                </a:moveTo>
                <a:lnTo>
                  <a:pt x="665723" y="108220"/>
                </a:lnTo>
                <a:cubicBezTo>
                  <a:pt x="668608" y="111040"/>
                  <a:pt x="671592" y="113169"/>
                  <a:pt x="674676" y="114608"/>
                </a:cubicBezTo>
                <a:cubicBezTo>
                  <a:pt x="677759" y="116048"/>
                  <a:pt x="680913" y="116767"/>
                  <a:pt x="684137" y="116767"/>
                </a:cubicBezTo>
                <a:cubicBezTo>
                  <a:pt x="689286" y="116767"/>
                  <a:pt x="694080" y="113946"/>
                  <a:pt x="698521" y="108305"/>
                </a:cubicBezTo>
                <a:cubicBezTo>
                  <a:pt x="702962" y="102662"/>
                  <a:pt x="705183" y="94452"/>
                  <a:pt x="705183" y="83674"/>
                </a:cubicBezTo>
                <a:cubicBezTo>
                  <a:pt x="705183" y="73744"/>
                  <a:pt x="702962" y="66113"/>
                  <a:pt x="698521" y="60781"/>
                </a:cubicBezTo>
                <a:cubicBezTo>
                  <a:pt x="694080" y="55449"/>
                  <a:pt x="689031" y="52783"/>
                  <a:pt x="683374" y="52783"/>
                </a:cubicBezTo>
                <a:cubicBezTo>
                  <a:pt x="680375" y="52783"/>
                  <a:pt x="677377" y="53545"/>
                  <a:pt x="674379" y="55069"/>
                </a:cubicBezTo>
                <a:cubicBezTo>
                  <a:pt x="672116" y="56197"/>
                  <a:pt x="669230" y="58453"/>
                  <a:pt x="665723" y="61839"/>
                </a:cubicBezTo>
                <a:close/>
                <a:moveTo>
                  <a:pt x="769337" y="40733"/>
                </a:moveTo>
                <a:cubicBezTo>
                  <a:pt x="781104" y="40733"/>
                  <a:pt x="790552" y="45198"/>
                  <a:pt x="797680" y="54127"/>
                </a:cubicBezTo>
                <a:cubicBezTo>
                  <a:pt x="803733" y="61756"/>
                  <a:pt x="806760" y="70516"/>
                  <a:pt x="806760" y="80407"/>
                </a:cubicBezTo>
                <a:cubicBezTo>
                  <a:pt x="806760" y="87359"/>
                  <a:pt x="805091" y="94395"/>
                  <a:pt x="801753" y="101516"/>
                </a:cubicBezTo>
                <a:cubicBezTo>
                  <a:pt x="798415" y="108636"/>
                  <a:pt x="793819" y="114004"/>
                  <a:pt x="787964" y="117621"/>
                </a:cubicBezTo>
                <a:cubicBezTo>
                  <a:pt x="782108" y="121238"/>
                  <a:pt x="775588" y="123047"/>
                  <a:pt x="768403" y="123047"/>
                </a:cubicBezTo>
                <a:cubicBezTo>
                  <a:pt x="756693" y="123047"/>
                  <a:pt x="747386" y="118384"/>
                  <a:pt x="740485" y="109058"/>
                </a:cubicBezTo>
                <a:cubicBezTo>
                  <a:pt x="734657" y="101203"/>
                  <a:pt x="731744" y="92388"/>
                  <a:pt x="731744" y="82611"/>
                </a:cubicBezTo>
                <a:cubicBezTo>
                  <a:pt x="731744" y="75490"/>
                  <a:pt x="733512" y="68411"/>
                  <a:pt x="737048" y="61375"/>
                </a:cubicBezTo>
                <a:cubicBezTo>
                  <a:pt x="740584" y="54339"/>
                  <a:pt x="745237" y="49139"/>
                  <a:pt x="751007" y="45777"/>
                </a:cubicBezTo>
                <a:cubicBezTo>
                  <a:pt x="756778" y="42414"/>
                  <a:pt x="762888" y="40733"/>
                  <a:pt x="769337" y="40733"/>
                </a:cubicBezTo>
                <a:moveTo>
                  <a:pt x="766706" y="46333"/>
                </a:moveTo>
                <a:cubicBezTo>
                  <a:pt x="763708" y="46333"/>
                  <a:pt x="760695" y="47224"/>
                  <a:pt x="757669" y="49004"/>
                </a:cubicBezTo>
                <a:cubicBezTo>
                  <a:pt x="754642" y="50784"/>
                  <a:pt x="752195" y="53906"/>
                  <a:pt x="750328" y="58370"/>
                </a:cubicBezTo>
                <a:cubicBezTo>
                  <a:pt x="748461" y="62834"/>
                  <a:pt x="747528" y="68569"/>
                  <a:pt x="747528" y="75576"/>
                </a:cubicBezTo>
                <a:cubicBezTo>
                  <a:pt x="747528" y="86876"/>
                  <a:pt x="749777" y="96624"/>
                  <a:pt x="754274" y="104818"/>
                </a:cubicBezTo>
                <a:cubicBezTo>
                  <a:pt x="758772" y="113010"/>
                  <a:pt x="764698" y="117107"/>
                  <a:pt x="772052" y="117107"/>
                </a:cubicBezTo>
                <a:cubicBezTo>
                  <a:pt x="777540" y="117107"/>
                  <a:pt x="782066" y="114846"/>
                  <a:pt x="785630" y="110326"/>
                </a:cubicBezTo>
                <a:cubicBezTo>
                  <a:pt x="789194" y="105805"/>
                  <a:pt x="790976" y="98036"/>
                  <a:pt x="790976" y="87018"/>
                </a:cubicBezTo>
                <a:cubicBezTo>
                  <a:pt x="790976" y="73230"/>
                  <a:pt x="788006" y="62381"/>
                  <a:pt x="782066" y="54469"/>
                </a:cubicBezTo>
                <a:cubicBezTo>
                  <a:pt x="778049" y="49045"/>
                  <a:pt x="772929" y="46333"/>
                  <a:pt x="766706" y="46333"/>
                </a:cubicBezTo>
                <a:close/>
                <a:moveTo>
                  <a:pt x="886359" y="42939"/>
                </a:moveTo>
                <a:lnTo>
                  <a:pt x="886359" y="90036"/>
                </a:lnTo>
                <a:cubicBezTo>
                  <a:pt x="886359" y="99031"/>
                  <a:pt x="886571" y="104533"/>
                  <a:pt x="886995" y="106541"/>
                </a:cubicBezTo>
                <a:cubicBezTo>
                  <a:pt x="887419" y="108550"/>
                  <a:pt x="888098" y="109950"/>
                  <a:pt x="889032" y="110742"/>
                </a:cubicBezTo>
                <a:cubicBezTo>
                  <a:pt x="889965" y="111534"/>
                  <a:pt x="891054" y="111930"/>
                  <a:pt x="892299" y="111930"/>
                </a:cubicBezTo>
                <a:cubicBezTo>
                  <a:pt x="894053" y="111930"/>
                  <a:pt x="896033" y="111449"/>
                  <a:pt x="898239" y="110487"/>
                </a:cubicBezTo>
                <a:lnTo>
                  <a:pt x="899427" y="113458"/>
                </a:lnTo>
                <a:lnTo>
                  <a:pt x="876175" y="123047"/>
                </a:lnTo>
                <a:lnTo>
                  <a:pt x="872357" y="123047"/>
                </a:lnTo>
                <a:lnTo>
                  <a:pt x="872357" y="106584"/>
                </a:lnTo>
                <a:cubicBezTo>
                  <a:pt x="865681" y="113825"/>
                  <a:pt x="860590" y="118379"/>
                  <a:pt x="857082" y="120246"/>
                </a:cubicBezTo>
                <a:cubicBezTo>
                  <a:pt x="853575" y="122113"/>
                  <a:pt x="849869" y="123047"/>
                  <a:pt x="845965" y="123047"/>
                </a:cubicBezTo>
                <a:cubicBezTo>
                  <a:pt x="841609" y="123047"/>
                  <a:pt x="837833" y="121788"/>
                  <a:pt x="834637" y="119270"/>
                </a:cubicBezTo>
                <a:cubicBezTo>
                  <a:pt x="831440" y="116753"/>
                  <a:pt x="829220" y="113514"/>
                  <a:pt x="827975" y="109554"/>
                </a:cubicBezTo>
                <a:cubicBezTo>
                  <a:pt x="826731" y="105594"/>
                  <a:pt x="826108" y="99993"/>
                  <a:pt x="826108" y="92752"/>
                </a:cubicBezTo>
                <a:lnTo>
                  <a:pt x="826108" y="58044"/>
                </a:lnTo>
                <a:cubicBezTo>
                  <a:pt x="826108" y="54367"/>
                  <a:pt x="825712" y="51821"/>
                  <a:pt x="824920" y="50407"/>
                </a:cubicBezTo>
                <a:cubicBezTo>
                  <a:pt x="824128" y="48992"/>
                  <a:pt x="822954" y="47903"/>
                  <a:pt x="821398" y="47140"/>
                </a:cubicBezTo>
                <a:cubicBezTo>
                  <a:pt x="819843" y="46376"/>
                  <a:pt x="817028" y="46022"/>
                  <a:pt x="812955" y="46079"/>
                </a:cubicBezTo>
                <a:lnTo>
                  <a:pt x="812955" y="42939"/>
                </a:lnTo>
                <a:lnTo>
                  <a:pt x="840195" y="42939"/>
                </a:lnTo>
                <a:lnTo>
                  <a:pt x="840195" y="94831"/>
                </a:lnTo>
                <a:cubicBezTo>
                  <a:pt x="840195" y="102055"/>
                  <a:pt x="841454" y="106795"/>
                  <a:pt x="843971" y="109053"/>
                </a:cubicBezTo>
                <a:cubicBezTo>
                  <a:pt x="846489" y="111310"/>
                  <a:pt x="849530" y="112439"/>
                  <a:pt x="853094" y="112439"/>
                </a:cubicBezTo>
                <a:cubicBezTo>
                  <a:pt x="855526" y="112439"/>
                  <a:pt x="858284" y="111677"/>
                  <a:pt x="861367" y="110153"/>
                </a:cubicBezTo>
                <a:cubicBezTo>
                  <a:pt x="864451" y="108629"/>
                  <a:pt x="868114" y="105724"/>
                  <a:pt x="872357" y="101437"/>
                </a:cubicBezTo>
                <a:lnTo>
                  <a:pt x="872357" y="57506"/>
                </a:lnTo>
                <a:cubicBezTo>
                  <a:pt x="872357" y="53104"/>
                  <a:pt x="871551" y="50127"/>
                  <a:pt x="869938" y="48577"/>
                </a:cubicBezTo>
                <a:cubicBezTo>
                  <a:pt x="868326" y="47025"/>
                  <a:pt x="864974" y="46192"/>
                  <a:pt x="859882" y="46079"/>
                </a:cubicBezTo>
                <a:lnTo>
                  <a:pt x="859882" y="42939"/>
                </a:lnTo>
                <a:lnTo>
                  <a:pt x="886359" y="42939"/>
                </a:lnTo>
                <a:close/>
                <a:moveTo>
                  <a:pt x="927685" y="17311"/>
                </a:moveTo>
                <a:lnTo>
                  <a:pt x="927685" y="42939"/>
                </a:lnTo>
                <a:lnTo>
                  <a:pt x="945845" y="42939"/>
                </a:lnTo>
                <a:lnTo>
                  <a:pt x="945845" y="48879"/>
                </a:lnTo>
                <a:lnTo>
                  <a:pt x="927685" y="48879"/>
                </a:lnTo>
                <a:lnTo>
                  <a:pt x="927685" y="99217"/>
                </a:lnTo>
                <a:cubicBezTo>
                  <a:pt x="927685" y="104247"/>
                  <a:pt x="928407" y="107638"/>
                  <a:pt x="929849" y="109390"/>
                </a:cubicBezTo>
                <a:cubicBezTo>
                  <a:pt x="931292" y="111140"/>
                  <a:pt x="933145" y="112015"/>
                  <a:pt x="935407" y="112015"/>
                </a:cubicBezTo>
                <a:cubicBezTo>
                  <a:pt x="937274" y="112015"/>
                  <a:pt x="939085" y="111435"/>
                  <a:pt x="940839" y="110275"/>
                </a:cubicBezTo>
                <a:cubicBezTo>
                  <a:pt x="942592" y="109116"/>
                  <a:pt x="943950" y="107404"/>
                  <a:pt x="944912" y="105141"/>
                </a:cubicBezTo>
                <a:lnTo>
                  <a:pt x="948221" y="105141"/>
                </a:lnTo>
                <a:cubicBezTo>
                  <a:pt x="946241" y="110701"/>
                  <a:pt x="943441" y="114906"/>
                  <a:pt x="939820" y="117756"/>
                </a:cubicBezTo>
                <a:cubicBezTo>
                  <a:pt x="936200" y="120604"/>
                  <a:pt x="932466" y="122028"/>
                  <a:pt x="928619" y="122028"/>
                </a:cubicBezTo>
                <a:cubicBezTo>
                  <a:pt x="926016" y="122028"/>
                  <a:pt x="923471" y="121306"/>
                  <a:pt x="920981" y="119862"/>
                </a:cubicBezTo>
                <a:cubicBezTo>
                  <a:pt x="918492" y="118417"/>
                  <a:pt x="916653" y="116351"/>
                  <a:pt x="915465" y="113662"/>
                </a:cubicBezTo>
                <a:cubicBezTo>
                  <a:pt x="914277" y="110971"/>
                  <a:pt x="913683" y="106822"/>
                  <a:pt x="913683" y="101214"/>
                </a:cubicBezTo>
                <a:lnTo>
                  <a:pt x="913683" y="48879"/>
                </a:lnTo>
                <a:lnTo>
                  <a:pt x="901379" y="48879"/>
                </a:lnTo>
                <a:lnTo>
                  <a:pt x="901379" y="46079"/>
                </a:lnTo>
                <a:cubicBezTo>
                  <a:pt x="904490" y="44831"/>
                  <a:pt x="907672" y="42717"/>
                  <a:pt x="910925" y="39738"/>
                </a:cubicBezTo>
                <a:cubicBezTo>
                  <a:pt x="914178" y="36759"/>
                  <a:pt x="917078" y="33227"/>
                  <a:pt x="919624" y="29141"/>
                </a:cubicBezTo>
                <a:cubicBezTo>
                  <a:pt x="920925" y="26986"/>
                  <a:pt x="922735" y="23043"/>
                  <a:pt x="925055" y="17311"/>
                </a:cubicBezTo>
                <a:lnTo>
                  <a:pt x="927685" y="17311"/>
                </a:lnTo>
                <a:close/>
                <a:moveTo>
                  <a:pt x="1043039" y="155124"/>
                </a:moveTo>
                <a:lnTo>
                  <a:pt x="1005701" y="155124"/>
                </a:lnTo>
                <a:lnTo>
                  <a:pt x="1005701" y="2885"/>
                </a:lnTo>
                <a:lnTo>
                  <a:pt x="1043039" y="2885"/>
                </a:lnTo>
                <a:lnTo>
                  <a:pt x="1043039" y="9589"/>
                </a:lnTo>
                <a:lnTo>
                  <a:pt x="1018430" y="9589"/>
                </a:lnTo>
                <a:lnTo>
                  <a:pt x="1018430" y="148590"/>
                </a:lnTo>
                <a:lnTo>
                  <a:pt x="1043039" y="148590"/>
                </a:lnTo>
                <a:lnTo>
                  <a:pt x="1043039" y="155124"/>
                </a:lnTo>
                <a:close/>
                <a:moveTo>
                  <a:pt x="1051609" y="42939"/>
                </a:moveTo>
                <a:lnTo>
                  <a:pt x="1088183" y="42939"/>
                </a:lnTo>
                <a:lnTo>
                  <a:pt x="1088183" y="46079"/>
                </a:lnTo>
                <a:cubicBezTo>
                  <a:pt x="1085864" y="46079"/>
                  <a:pt x="1084237" y="46475"/>
                  <a:pt x="1083304" y="47267"/>
                </a:cubicBezTo>
                <a:cubicBezTo>
                  <a:pt x="1082370" y="48059"/>
                  <a:pt x="1081904" y="49106"/>
                  <a:pt x="1081904" y="50407"/>
                </a:cubicBezTo>
                <a:cubicBezTo>
                  <a:pt x="1081904" y="51764"/>
                  <a:pt x="1082894" y="53858"/>
                  <a:pt x="1084874" y="56686"/>
                </a:cubicBezTo>
                <a:cubicBezTo>
                  <a:pt x="1085496" y="57592"/>
                  <a:pt x="1086429" y="59006"/>
                  <a:pt x="1087674" y="60929"/>
                </a:cubicBezTo>
                <a:lnTo>
                  <a:pt x="1093190" y="69755"/>
                </a:lnTo>
                <a:lnTo>
                  <a:pt x="1099554" y="60929"/>
                </a:lnTo>
                <a:cubicBezTo>
                  <a:pt x="1103628" y="55329"/>
                  <a:pt x="1105664" y="51793"/>
                  <a:pt x="1105664" y="50322"/>
                </a:cubicBezTo>
                <a:cubicBezTo>
                  <a:pt x="1105664" y="49134"/>
                  <a:pt x="1105183" y="48130"/>
                  <a:pt x="1104222" y="47309"/>
                </a:cubicBezTo>
                <a:cubicBezTo>
                  <a:pt x="1103260" y="46489"/>
                  <a:pt x="1101704" y="46079"/>
                  <a:pt x="1099554" y="46079"/>
                </a:cubicBezTo>
                <a:lnTo>
                  <a:pt x="1099554" y="42939"/>
                </a:lnTo>
                <a:lnTo>
                  <a:pt x="1125861" y="42939"/>
                </a:lnTo>
                <a:lnTo>
                  <a:pt x="1125861" y="46079"/>
                </a:lnTo>
                <a:cubicBezTo>
                  <a:pt x="1123089" y="46249"/>
                  <a:pt x="1120684" y="47012"/>
                  <a:pt x="1118648" y="48370"/>
                </a:cubicBezTo>
                <a:cubicBezTo>
                  <a:pt x="1115876" y="50294"/>
                  <a:pt x="1112085" y="54480"/>
                  <a:pt x="1107277" y="60929"/>
                </a:cubicBezTo>
                <a:lnTo>
                  <a:pt x="1096669" y="75101"/>
                </a:lnTo>
                <a:lnTo>
                  <a:pt x="1116017" y="102879"/>
                </a:lnTo>
                <a:cubicBezTo>
                  <a:pt x="1120769" y="109710"/>
                  <a:pt x="1124164" y="113818"/>
                  <a:pt x="1126200" y="115202"/>
                </a:cubicBezTo>
                <a:cubicBezTo>
                  <a:pt x="1128237" y="116585"/>
                  <a:pt x="1130868" y="117361"/>
                  <a:pt x="1134092" y="117531"/>
                </a:cubicBezTo>
                <a:lnTo>
                  <a:pt x="1134092" y="120671"/>
                </a:lnTo>
                <a:lnTo>
                  <a:pt x="1097433" y="120671"/>
                </a:lnTo>
                <a:lnTo>
                  <a:pt x="1097433" y="117531"/>
                </a:lnTo>
                <a:cubicBezTo>
                  <a:pt x="1099979" y="117531"/>
                  <a:pt x="1101959" y="116967"/>
                  <a:pt x="1103373" y="115839"/>
                </a:cubicBezTo>
                <a:cubicBezTo>
                  <a:pt x="1104448" y="115049"/>
                  <a:pt x="1104985" y="114005"/>
                  <a:pt x="1104985" y="112707"/>
                </a:cubicBezTo>
                <a:cubicBezTo>
                  <a:pt x="1104985" y="111409"/>
                  <a:pt x="1103175" y="108137"/>
                  <a:pt x="1099554" y="102890"/>
                </a:cubicBezTo>
                <a:lnTo>
                  <a:pt x="1088183" y="86302"/>
                </a:lnTo>
                <a:lnTo>
                  <a:pt x="1075709" y="102890"/>
                </a:lnTo>
                <a:cubicBezTo>
                  <a:pt x="1071862" y="108024"/>
                  <a:pt x="1069938" y="111071"/>
                  <a:pt x="1069938" y="112031"/>
                </a:cubicBezTo>
                <a:cubicBezTo>
                  <a:pt x="1069938" y="113385"/>
                  <a:pt x="1070575" y="114612"/>
                  <a:pt x="1071848" y="115712"/>
                </a:cubicBezTo>
                <a:cubicBezTo>
                  <a:pt x="1073121" y="116811"/>
                  <a:pt x="1075030" y="117418"/>
                  <a:pt x="1077576" y="117531"/>
                </a:cubicBezTo>
                <a:lnTo>
                  <a:pt x="1077576" y="120671"/>
                </a:lnTo>
                <a:lnTo>
                  <a:pt x="1052203" y="120671"/>
                </a:lnTo>
                <a:lnTo>
                  <a:pt x="1052203" y="117531"/>
                </a:lnTo>
                <a:cubicBezTo>
                  <a:pt x="1054239" y="117248"/>
                  <a:pt x="1056021" y="116543"/>
                  <a:pt x="1057549" y="115415"/>
                </a:cubicBezTo>
                <a:cubicBezTo>
                  <a:pt x="1059699" y="113778"/>
                  <a:pt x="1063319" y="109601"/>
                  <a:pt x="1068411" y="102885"/>
                </a:cubicBezTo>
                <a:lnTo>
                  <a:pt x="1084704" y="81296"/>
                </a:lnTo>
                <a:lnTo>
                  <a:pt x="1069938" y="59911"/>
                </a:lnTo>
                <a:cubicBezTo>
                  <a:pt x="1065752" y="53801"/>
                  <a:pt x="1062513" y="49968"/>
                  <a:pt x="1060222" y="48413"/>
                </a:cubicBezTo>
                <a:cubicBezTo>
                  <a:pt x="1057931" y="46857"/>
                  <a:pt x="1055060" y="46079"/>
                  <a:pt x="1051609" y="46079"/>
                </a:cubicBezTo>
                <a:lnTo>
                  <a:pt x="1051609" y="42939"/>
                </a:lnTo>
                <a:close/>
                <a:moveTo>
                  <a:pt x="1142578" y="2885"/>
                </a:moveTo>
                <a:lnTo>
                  <a:pt x="1179917" y="2885"/>
                </a:lnTo>
                <a:lnTo>
                  <a:pt x="1179917" y="155124"/>
                </a:lnTo>
                <a:lnTo>
                  <a:pt x="1142578" y="155124"/>
                </a:lnTo>
                <a:lnTo>
                  <a:pt x="1142578" y="148420"/>
                </a:lnTo>
                <a:lnTo>
                  <a:pt x="1167188" y="148420"/>
                </a:lnTo>
                <a:lnTo>
                  <a:pt x="1167188" y="9589"/>
                </a:lnTo>
                <a:lnTo>
                  <a:pt x="1142578" y="9589"/>
                </a:lnTo>
                <a:lnTo>
                  <a:pt x="1142578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5B8526-3730-4026-80C1-155C0122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3632802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4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F24E2-8908-4B67-A367-E2FA1259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3632802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4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31" name="Text Explain[x]">
            <a:extLst xmlns:a="http://schemas.openxmlformats.org/drawingml/2006/main">
              <a:ext uri="{FF2B5EF4-FFF2-40B4-BE49-F238E27FC236}">
                <a16:creationId xmlns:a16="http://schemas.microsoft.com/office/drawing/2014/main" id="{E0957A88-7927-4E4F-AEF5-0BCD2C20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533" y="3705978"/>
            <a:ext cx="769026" cy="157839"/>
          </a:xfrm>
          <a:custGeom xmlns:a="http://schemas.openxmlformats.org/drawingml/2006/main">
            <a:pathLst>
              <a:path w="769026" h="157839">
                <a:moveTo>
                  <a:pt x="32756" y="11880"/>
                </a:moveTo>
                <a:lnTo>
                  <a:pt x="32756" y="57365"/>
                </a:lnTo>
                <a:lnTo>
                  <a:pt x="58044" y="57365"/>
                </a:lnTo>
                <a:cubicBezTo>
                  <a:pt x="64607" y="57365"/>
                  <a:pt x="68991" y="56370"/>
                  <a:pt x="71197" y="54379"/>
                </a:cubicBezTo>
                <a:cubicBezTo>
                  <a:pt x="74139" y="51764"/>
                  <a:pt x="75780" y="47159"/>
                  <a:pt x="76119" y="40563"/>
                </a:cubicBezTo>
                <a:lnTo>
                  <a:pt x="79259" y="40563"/>
                </a:lnTo>
                <a:lnTo>
                  <a:pt x="79259" y="80617"/>
                </a:lnTo>
                <a:lnTo>
                  <a:pt x="76119" y="80617"/>
                </a:lnTo>
                <a:cubicBezTo>
                  <a:pt x="75327" y="75071"/>
                  <a:pt x="74535" y="71514"/>
                  <a:pt x="73743" y="69946"/>
                </a:cubicBezTo>
                <a:cubicBezTo>
                  <a:pt x="72725" y="67985"/>
                  <a:pt x="71056" y="66445"/>
                  <a:pt x="68736" y="65326"/>
                </a:cubicBezTo>
                <a:cubicBezTo>
                  <a:pt x="66417" y="64205"/>
                  <a:pt x="62853" y="63645"/>
                  <a:pt x="58044" y="63645"/>
                </a:cubicBezTo>
                <a:lnTo>
                  <a:pt x="32756" y="63645"/>
                </a:lnTo>
                <a:lnTo>
                  <a:pt x="32756" y="101514"/>
                </a:lnTo>
                <a:cubicBezTo>
                  <a:pt x="32756" y="106596"/>
                  <a:pt x="32982" y="109688"/>
                  <a:pt x="33435" y="110790"/>
                </a:cubicBezTo>
                <a:cubicBezTo>
                  <a:pt x="33887" y="111891"/>
                  <a:pt x="34679" y="112767"/>
                  <a:pt x="35811" y="113418"/>
                </a:cubicBezTo>
                <a:cubicBezTo>
                  <a:pt x="36942" y="114067"/>
                  <a:pt x="39092" y="114391"/>
                  <a:pt x="42260" y="114391"/>
                </a:cubicBezTo>
                <a:lnTo>
                  <a:pt x="61778" y="114391"/>
                </a:lnTo>
                <a:cubicBezTo>
                  <a:pt x="68284" y="114391"/>
                  <a:pt x="73008" y="113938"/>
                  <a:pt x="75950" y="113033"/>
                </a:cubicBezTo>
                <a:cubicBezTo>
                  <a:pt x="78891" y="112128"/>
                  <a:pt x="81720" y="110346"/>
                  <a:pt x="84436" y="107687"/>
                </a:cubicBezTo>
                <a:cubicBezTo>
                  <a:pt x="87943" y="104180"/>
                  <a:pt x="91535" y="98890"/>
                  <a:pt x="95213" y="91818"/>
                </a:cubicBezTo>
                <a:lnTo>
                  <a:pt x="98607" y="91818"/>
                </a:lnTo>
                <a:lnTo>
                  <a:pt x="88678" y="120671"/>
                </a:lnTo>
                <a:lnTo>
                  <a:pt x="0" y="120671"/>
                </a:lnTo>
                <a:lnTo>
                  <a:pt x="0" y="117531"/>
                </a:lnTo>
                <a:lnTo>
                  <a:pt x="4073" y="117531"/>
                </a:lnTo>
                <a:cubicBezTo>
                  <a:pt x="6789" y="117531"/>
                  <a:pt x="9363" y="116880"/>
                  <a:pt x="11796" y="115579"/>
                </a:cubicBezTo>
                <a:cubicBezTo>
                  <a:pt x="13606" y="114674"/>
                  <a:pt x="14836" y="113316"/>
                  <a:pt x="15487" y="111506"/>
                </a:cubicBezTo>
                <a:cubicBezTo>
                  <a:pt x="16138" y="109695"/>
                  <a:pt x="16463" y="105990"/>
                  <a:pt x="16463" y="100389"/>
                </a:cubicBezTo>
                <a:lnTo>
                  <a:pt x="16463" y="25628"/>
                </a:lnTo>
                <a:cubicBezTo>
                  <a:pt x="16463" y="18330"/>
                  <a:pt x="15727" y="13832"/>
                  <a:pt x="14256" y="12135"/>
                </a:cubicBezTo>
                <a:cubicBezTo>
                  <a:pt x="12220" y="9872"/>
                  <a:pt x="8825" y="8741"/>
                  <a:pt x="4073" y="8741"/>
                </a:cubicBezTo>
                <a:lnTo>
                  <a:pt x="0" y="8741"/>
                </a:lnTo>
                <a:lnTo>
                  <a:pt x="0" y="5601"/>
                </a:lnTo>
                <a:lnTo>
                  <a:pt x="88678" y="5601"/>
                </a:lnTo>
                <a:lnTo>
                  <a:pt x="89951" y="30719"/>
                </a:lnTo>
                <a:lnTo>
                  <a:pt x="86642" y="30719"/>
                </a:lnTo>
                <a:cubicBezTo>
                  <a:pt x="85454" y="24692"/>
                  <a:pt x="84139" y="20553"/>
                  <a:pt x="82696" y="18301"/>
                </a:cubicBezTo>
                <a:cubicBezTo>
                  <a:pt x="81253" y="16048"/>
                  <a:pt x="79118" y="14331"/>
                  <a:pt x="76289" y="13148"/>
                </a:cubicBezTo>
                <a:cubicBezTo>
                  <a:pt x="74026" y="12303"/>
                  <a:pt x="70038" y="11880"/>
                  <a:pt x="64324" y="11880"/>
                </a:cubicBezTo>
                <a:lnTo>
                  <a:pt x="32756" y="11880"/>
                </a:lnTo>
                <a:close/>
                <a:moveTo>
                  <a:pt x="104914" y="42939"/>
                </a:moveTo>
                <a:lnTo>
                  <a:pt x="141489" y="42939"/>
                </a:lnTo>
                <a:lnTo>
                  <a:pt x="141489" y="46079"/>
                </a:lnTo>
                <a:cubicBezTo>
                  <a:pt x="139169" y="46079"/>
                  <a:pt x="137543" y="46475"/>
                  <a:pt x="136610" y="47267"/>
                </a:cubicBezTo>
                <a:cubicBezTo>
                  <a:pt x="135676" y="48059"/>
                  <a:pt x="135209" y="49106"/>
                  <a:pt x="135209" y="50407"/>
                </a:cubicBezTo>
                <a:cubicBezTo>
                  <a:pt x="135209" y="51764"/>
                  <a:pt x="136199" y="53858"/>
                  <a:pt x="138179" y="56686"/>
                </a:cubicBezTo>
                <a:cubicBezTo>
                  <a:pt x="138802" y="57592"/>
                  <a:pt x="139735" y="59006"/>
                  <a:pt x="140980" y="60929"/>
                </a:cubicBezTo>
                <a:lnTo>
                  <a:pt x="146496" y="69755"/>
                </a:lnTo>
                <a:lnTo>
                  <a:pt x="152860" y="60929"/>
                </a:lnTo>
                <a:cubicBezTo>
                  <a:pt x="156933" y="55329"/>
                  <a:pt x="158970" y="51793"/>
                  <a:pt x="158970" y="50322"/>
                </a:cubicBezTo>
                <a:cubicBezTo>
                  <a:pt x="158970" y="49134"/>
                  <a:pt x="158489" y="48130"/>
                  <a:pt x="157527" y="47309"/>
                </a:cubicBezTo>
                <a:cubicBezTo>
                  <a:pt x="156566" y="46489"/>
                  <a:pt x="155010" y="46079"/>
                  <a:pt x="152860" y="46079"/>
                </a:cubicBezTo>
                <a:lnTo>
                  <a:pt x="152860" y="42939"/>
                </a:lnTo>
                <a:lnTo>
                  <a:pt x="179167" y="42939"/>
                </a:lnTo>
                <a:lnTo>
                  <a:pt x="179167" y="46079"/>
                </a:lnTo>
                <a:cubicBezTo>
                  <a:pt x="176395" y="46249"/>
                  <a:pt x="173990" y="47012"/>
                  <a:pt x="171954" y="48370"/>
                </a:cubicBezTo>
                <a:cubicBezTo>
                  <a:pt x="169182" y="50294"/>
                  <a:pt x="165391" y="54480"/>
                  <a:pt x="160582" y="60929"/>
                </a:cubicBezTo>
                <a:lnTo>
                  <a:pt x="149975" y="75101"/>
                </a:lnTo>
                <a:lnTo>
                  <a:pt x="169323" y="102879"/>
                </a:lnTo>
                <a:cubicBezTo>
                  <a:pt x="174075" y="109710"/>
                  <a:pt x="177470" y="113818"/>
                  <a:pt x="179506" y="115202"/>
                </a:cubicBezTo>
                <a:cubicBezTo>
                  <a:pt x="181543" y="116585"/>
                  <a:pt x="184173" y="117361"/>
                  <a:pt x="187398" y="117531"/>
                </a:cubicBezTo>
                <a:lnTo>
                  <a:pt x="187398" y="120671"/>
                </a:lnTo>
                <a:lnTo>
                  <a:pt x="150739" y="120671"/>
                </a:lnTo>
                <a:lnTo>
                  <a:pt x="150739" y="117531"/>
                </a:lnTo>
                <a:cubicBezTo>
                  <a:pt x="153284" y="117531"/>
                  <a:pt x="155265" y="116967"/>
                  <a:pt x="156679" y="115839"/>
                </a:cubicBezTo>
                <a:cubicBezTo>
                  <a:pt x="157754" y="115049"/>
                  <a:pt x="158291" y="114005"/>
                  <a:pt x="158291" y="112707"/>
                </a:cubicBezTo>
                <a:cubicBezTo>
                  <a:pt x="158291" y="111409"/>
                  <a:pt x="156481" y="108137"/>
                  <a:pt x="152860" y="102890"/>
                </a:cubicBezTo>
                <a:lnTo>
                  <a:pt x="141489" y="86302"/>
                </a:lnTo>
                <a:lnTo>
                  <a:pt x="129015" y="102890"/>
                </a:lnTo>
                <a:cubicBezTo>
                  <a:pt x="125168" y="108024"/>
                  <a:pt x="123244" y="111071"/>
                  <a:pt x="123244" y="112031"/>
                </a:cubicBezTo>
                <a:cubicBezTo>
                  <a:pt x="123244" y="113385"/>
                  <a:pt x="123881" y="114612"/>
                  <a:pt x="125153" y="115712"/>
                </a:cubicBezTo>
                <a:cubicBezTo>
                  <a:pt x="126426" y="116811"/>
                  <a:pt x="128336" y="117418"/>
                  <a:pt x="130881" y="117531"/>
                </a:cubicBezTo>
                <a:lnTo>
                  <a:pt x="130881" y="120671"/>
                </a:lnTo>
                <a:lnTo>
                  <a:pt x="105508" y="120671"/>
                </a:lnTo>
                <a:lnTo>
                  <a:pt x="105508" y="117531"/>
                </a:lnTo>
                <a:cubicBezTo>
                  <a:pt x="107545" y="117248"/>
                  <a:pt x="109327" y="116543"/>
                  <a:pt x="110855" y="115415"/>
                </a:cubicBezTo>
                <a:cubicBezTo>
                  <a:pt x="113004" y="113778"/>
                  <a:pt x="116625" y="109601"/>
                  <a:pt x="121717" y="102885"/>
                </a:cubicBezTo>
                <a:lnTo>
                  <a:pt x="138010" y="81296"/>
                </a:lnTo>
                <a:lnTo>
                  <a:pt x="123244" y="59911"/>
                </a:lnTo>
                <a:cubicBezTo>
                  <a:pt x="119058" y="53801"/>
                  <a:pt x="115819" y="49968"/>
                  <a:pt x="113528" y="48413"/>
                </a:cubicBezTo>
                <a:cubicBezTo>
                  <a:pt x="111236" y="46857"/>
                  <a:pt x="108365" y="46079"/>
                  <a:pt x="104914" y="46079"/>
                </a:cubicBezTo>
                <a:lnTo>
                  <a:pt x="104914" y="42939"/>
                </a:lnTo>
                <a:close/>
                <a:moveTo>
                  <a:pt x="189350" y="50584"/>
                </a:moveTo>
                <a:lnTo>
                  <a:pt x="213280" y="40902"/>
                </a:lnTo>
                <a:lnTo>
                  <a:pt x="216505" y="40902"/>
                </a:lnTo>
                <a:lnTo>
                  <a:pt x="216505" y="59062"/>
                </a:lnTo>
                <a:cubicBezTo>
                  <a:pt x="220522" y="52217"/>
                  <a:pt x="224552" y="47451"/>
                  <a:pt x="228597" y="44764"/>
                </a:cubicBezTo>
                <a:cubicBezTo>
                  <a:pt x="232642" y="42076"/>
                  <a:pt x="236900" y="40733"/>
                  <a:pt x="241369" y="40733"/>
                </a:cubicBezTo>
                <a:cubicBezTo>
                  <a:pt x="249176" y="40733"/>
                  <a:pt x="255682" y="43784"/>
                  <a:pt x="260887" y="49887"/>
                </a:cubicBezTo>
                <a:cubicBezTo>
                  <a:pt x="267279" y="57348"/>
                  <a:pt x="270476" y="67068"/>
                  <a:pt x="270476" y="79050"/>
                </a:cubicBezTo>
                <a:cubicBezTo>
                  <a:pt x="270476" y="92443"/>
                  <a:pt x="266629" y="103520"/>
                  <a:pt x="258935" y="112280"/>
                </a:cubicBezTo>
                <a:cubicBezTo>
                  <a:pt x="252599" y="119458"/>
                  <a:pt x="244622" y="123047"/>
                  <a:pt x="235004" y="123047"/>
                </a:cubicBezTo>
                <a:cubicBezTo>
                  <a:pt x="230818" y="123047"/>
                  <a:pt x="227197" y="122453"/>
                  <a:pt x="224142" y="121265"/>
                </a:cubicBezTo>
                <a:cubicBezTo>
                  <a:pt x="221879" y="120416"/>
                  <a:pt x="219334" y="118719"/>
                  <a:pt x="216505" y="116173"/>
                </a:cubicBezTo>
                <a:lnTo>
                  <a:pt x="216505" y="139849"/>
                </a:lnTo>
                <a:cubicBezTo>
                  <a:pt x="216505" y="145167"/>
                  <a:pt x="216830" y="148547"/>
                  <a:pt x="217481" y="149990"/>
                </a:cubicBezTo>
                <a:cubicBezTo>
                  <a:pt x="218131" y="151432"/>
                  <a:pt x="219263" y="152578"/>
                  <a:pt x="220875" y="153427"/>
                </a:cubicBezTo>
                <a:cubicBezTo>
                  <a:pt x="222487" y="154275"/>
                  <a:pt x="225415" y="154699"/>
                  <a:pt x="229658" y="154699"/>
                </a:cubicBezTo>
                <a:lnTo>
                  <a:pt x="229658" y="157839"/>
                </a:lnTo>
                <a:lnTo>
                  <a:pt x="188925" y="157839"/>
                </a:lnTo>
                <a:lnTo>
                  <a:pt x="188925" y="154699"/>
                </a:lnTo>
                <a:lnTo>
                  <a:pt x="191047" y="154699"/>
                </a:lnTo>
                <a:cubicBezTo>
                  <a:pt x="194158" y="154756"/>
                  <a:pt x="196817" y="154161"/>
                  <a:pt x="199024" y="152915"/>
                </a:cubicBezTo>
                <a:cubicBezTo>
                  <a:pt x="200099" y="152292"/>
                  <a:pt x="200933" y="151287"/>
                  <a:pt x="201527" y="149900"/>
                </a:cubicBezTo>
                <a:cubicBezTo>
                  <a:pt x="202121" y="148514"/>
                  <a:pt x="202418" y="144990"/>
                  <a:pt x="202418" y="139329"/>
                </a:cubicBezTo>
                <a:lnTo>
                  <a:pt x="202418" y="65785"/>
                </a:lnTo>
                <a:cubicBezTo>
                  <a:pt x="202418" y="60746"/>
                  <a:pt x="202192" y="57548"/>
                  <a:pt x="201739" y="56190"/>
                </a:cubicBezTo>
                <a:cubicBezTo>
                  <a:pt x="201287" y="54831"/>
                  <a:pt x="200565" y="53812"/>
                  <a:pt x="199575" y="53133"/>
                </a:cubicBezTo>
                <a:cubicBezTo>
                  <a:pt x="198585" y="52452"/>
                  <a:pt x="197242" y="52112"/>
                  <a:pt x="195544" y="52112"/>
                </a:cubicBezTo>
                <a:cubicBezTo>
                  <a:pt x="194187" y="52112"/>
                  <a:pt x="192461" y="52508"/>
                  <a:pt x="190368" y="53300"/>
                </a:cubicBezTo>
                <a:lnTo>
                  <a:pt x="189350" y="50584"/>
                </a:lnTo>
                <a:moveTo>
                  <a:pt x="216505" y="64223"/>
                </a:moveTo>
                <a:lnTo>
                  <a:pt x="216505" y="93208"/>
                </a:lnTo>
                <a:cubicBezTo>
                  <a:pt x="216505" y="99480"/>
                  <a:pt x="216759" y="103605"/>
                  <a:pt x="217269" y="105582"/>
                </a:cubicBezTo>
                <a:cubicBezTo>
                  <a:pt x="218061" y="108859"/>
                  <a:pt x="219998" y="111741"/>
                  <a:pt x="223082" y="114227"/>
                </a:cubicBezTo>
                <a:cubicBezTo>
                  <a:pt x="226165" y="116712"/>
                  <a:pt x="230054" y="117955"/>
                  <a:pt x="234750" y="117955"/>
                </a:cubicBezTo>
                <a:cubicBezTo>
                  <a:pt x="240407" y="117955"/>
                  <a:pt x="244989" y="115751"/>
                  <a:pt x="248497" y="111344"/>
                </a:cubicBezTo>
                <a:cubicBezTo>
                  <a:pt x="253079" y="105582"/>
                  <a:pt x="255371" y="97475"/>
                  <a:pt x="255371" y="87021"/>
                </a:cubicBezTo>
                <a:cubicBezTo>
                  <a:pt x="255371" y="75157"/>
                  <a:pt x="252768" y="66032"/>
                  <a:pt x="247564" y="59648"/>
                </a:cubicBezTo>
                <a:cubicBezTo>
                  <a:pt x="243943" y="55241"/>
                  <a:pt x="239643" y="53037"/>
                  <a:pt x="234665" y="53037"/>
                </a:cubicBezTo>
                <a:cubicBezTo>
                  <a:pt x="231949" y="53037"/>
                  <a:pt x="229262" y="53715"/>
                  <a:pt x="226603" y="55071"/>
                </a:cubicBezTo>
                <a:cubicBezTo>
                  <a:pt x="224567" y="56088"/>
                  <a:pt x="221200" y="59138"/>
                  <a:pt x="216505" y="64223"/>
                </a:cubicBezTo>
                <a:close/>
                <a:moveTo>
                  <a:pt x="308578" y="0"/>
                </a:moveTo>
                <a:lnTo>
                  <a:pt x="308578" y="103030"/>
                </a:lnTo>
                <a:cubicBezTo>
                  <a:pt x="308578" y="107892"/>
                  <a:pt x="308931" y="111115"/>
                  <a:pt x="309639" y="112699"/>
                </a:cubicBezTo>
                <a:cubicBezTo>
                  <a:pt x="310346" y="114281"/>
                  <a:pt x="311435" y="115483"/>
                  <a:pt x="312906" y="116303"/>
                </a:cubicBezTo>
                <a:cubicBezTo>
                  <a:pt x="314377" y="117122"/>
                  <a:pt x="317120" y="117531"/>
                  <a:pt x="321137" y="117531"/>
                </a:cubicBezTo>
                <a:lnTo>
                  <a:pt x="321137" y="120671"/>
                </a:lnTo>
                <a:lnTo>
                  <a:pt x="283035" y="120671"/>
                </a:lnTo>
                <a:lnTo>
                  <a:pt x="283035" y="117531"/>
                </a:lnTo>
                <a:cubicBezTo>
                  <a:pt x="286599" y="117531"/>
                  <a:pt x="289032" y="117164"/>
                  <a:pt x="290333" y="116430"/>
                </a:cubicBezTo>
                <a:cubicBezTo>
                  <a:pt x="291634" y="115695"/>
                  <a:pt x="292653" y="114479"/>
                  <a:pt x="293388" y="112784"/>
                </a:cubicBezTo>
                <a:cubicBezTo>
                  <a:pt x="294123" y="111087"/>
                  <a:pt x="294491" y="107836"/>
                  <a:pt x="294491" y="103030"/>
                </a:cubicBezTo>
                <a:lnTo>
                  <a:pt x="294491" y="32477"/>
                </a:lnTo>
                <a:cubicBezTo>
                  <a:pt x="294491" y="23716"/>
                  <a:pt x="294293" y="18331"/>
                  <a:pt x="293897" y="16325"/>
                </a:cubicBezTo>
                <a:cubicBezTo>
                  <a:pt x="293501" y="14317"/>
                  <a:pt x="292865" y="12946"/>
                  <a:pt x="291988" y="12212"/>
                </a:cubicBezTo>
                <a:cubicBezTo>
                  <a:pt x="291111" y="11476"/>
                  <a:pt x="289994" y="11109"/>
                  <a:pt x="288636" y="11109"/>
                </a:cubicBezTo>
                <a:cubicBezTo>
                  <a:pt x="287165" y="11109"/>
                  <a:pt x="285298" y="11561"/>
                  <a:pt x="283035" y="12466"/>
                </a:cubicBezTo>
                <a:lnTo>
                  <a:pt x="281592" y="9496"/>
                </a:lnTo>
                <a:lnTo>
                  <a:pt x="304759" y="0"/>
                </a:lnTo>
                <a:lnTo>
                  <a:pt x="308578" y="0"/>
                </a:lnTo>
                <a:close/>
                <a:moveTo>
                  <a:pt x="374204" y="109469"/>
                </a:moveTo>
                <a:cubicBezTo>
                  <a:pt x="366227" y="115636"/>
                  <a:pt x="361220" y="119200"/>
                  <a:pt x="359184" y="120161"/>
                </a:cubicBezTo>
                <a:cubicBezTo>
                  <a:pt x="356129" y="121632"/>
                  <a:pt x="352876" y="122368"/>
                  <a:pt x="349425" y="122368"/>
                </a:cubicBezTo>
                <a:cubicBezTo>
                  <a:pt x="344050" y="122368"/>
                  <a:pt x="339624" y="120529"/>
                  <a:pt x="336144" y="116852"/>
                </a:cubicBezTo>
                <a:cubicBezTo>
                  <a:pt x="332665" y="113175"/>
                  <a:pt x="330925" y="108338"/>
                  <a:pt x="330925" y="102341"/>
                </a:cubicBezTo>
                <a:cubicBezTo>
                  <a:pt x="330925" y="98551"/>
                  <a:pt x="331774" y="95269"/>
                  <a:pt x="333471" y="92497"/>
                </a:cubicBezTo>
                <a:cubicBezTo>
                  <a:pt x="335791" y="88650"/>
                  <a:pt x="339822" y="85030"/>
                  <a:pt x="345564" y="81635"/>
                </a:cubicBezTo>
                <a:cubicBezTo>
                  <a:pt x="351306" y="78241"/>
                  <a:pt x="360853" y="74111"/>
                  <a:pt x="374204" y="69246"/>
                </a:cubicBezTo>
                <a:lnTo>
                  <a:pt x="374204" y="66191"/>
                </a:lnTo>
                <a:cubicBezTo>
                  <a:pt x="374204" y="58440"/>
                  <a:pt x="372973" y="53122"/>
                  <a:pt x="370513" y="50237"/>
                </a:cubicBezTo>
                <a:cubicBezTo>
                  <a:pt x="368052" y="47352"/>
                  <a:pt x="364473" y="45909"/>
                  <a:pt x="359778" y="45909"/>
                </a:cubicBezTo>
                <a:cubicBezTo>
                  <a:pt x="356214" y="45909"/>
                  <a:pt x="353385" y="46867"/>
                  <a:pt x="351292" y="48784"/>
                </a:cubicBezTo>
                <a:cubicBezTo>
                  <a:pt x="349142" y="50700"/>
                  <a:pt x="348067" y="52899"/>
                  <a:pt x="348067" y="55379"/>
                </a:cubicBezTo>
                <a:lnTo>
                  <a:pt x="348237" y="60282"/>
                </a:lnTo>
                <a:cubicBezTo>
                  <a:pt x="348237" y="62874"/>
                  <a:pt x="347572" y="64874"/>
                  <a:pt x="346243" y="66283"/>
                </a:cubicBezTo>
                <a:cubicBezTo>
                  <a:pt x="344913" y="67692"/>
                  <a:pt x="343173" y="68397"/>
                  <a:pt x="341024" y="68397"/>
                </a:cubicBezTo>
                <a:cubicBezTo>
                  <a:pt x="338931" y="68397"/>
                  <a:pt x="337219" y="67664"/>
                  <a:pt x="335890" y="66199"/>
                </a:cubicBezTo>
                <a:cubicBezTo>
                  <a:pt x="334560" y="64731"/>
                  <a:pt x="333895" y="62728"/>
                  <a:pt x="333895" y="60189"/>
                </a:cubicBezTo>
                <a:cubicBezTo>
                  <a:pt x="333895" y="55340"/>
                  <a:pt x="336385" y="50885"/>
                  <a:pt x="341363" y="46824"/>
                </a:cubicBezTo>
                <a:cubicBezTo>
                  <a:pt x="346342" y="42763"/>
                  <a:pt x="353328" y="40733"/>
                  <a:pt x="362324" y="40733"/>
                </a:cubicBezTo>
                <a:cubicBezTo>
                  <a:pt x="369225" y="40733"/>
                  <a:pt x="374883" y="41891"/>
                  <a:pt x="379295" y="44207"/>
                </a:cubicBezTo>
                <a:cubicBezTo>
                  <a:pt x="382633" y="45959"/>
                  <a:pt x="385094" y="48700"/>
                  <a:pt x="386678" y="52430"/>
                </a:cubicBezTo>
                <a:cubicBezTo>
                  <a:pt x="387697" y="54859"/>
                  <a:pt x="388206" y="59831"/>
                  <a:pt x="388206" y="67347"/>
                </a:cubicBezTo>
                <a:lnTo>
                  <a:pt x="388206" y="93706"/>
                </a:lnTo>
                <a:cubicBezTo>
                  <a:pt x="388206" y="101109"/>
                  <a:pt x="388347" y="105643"/>
                  <a:pt x="388630" y="107311"/>
                </a:cubicBezTo>
                <a:cubicBezTo>
                  <a:pt x="388913" y="108978"/>
                  <a:pt x="389380" y="110094"/>
                  <a:pt x="390030" y="110660"/>
                </a:cubicBezTo>
                <a:cubicBezTo>
                  <a:pt x="390681" y="111224"/>
                  <a:pt x="391430" y="111506"/>
                  <a:pt x="392279" y="111506"/>
                </a:cubicBezTo>
                <a:cubicBezTo>
                  <a:pt x="393184" y="111506"/>
                  <a:pt x="393976" y="111308"/>
                  <a:pt x="394655" y="110912"/>
                </a:cubicBezTo>
                <a:cubicBezTo>
                  <a:pt x="395843" y="110176"/>
                  <a:pt x="398134" y="108111"/>
                  <a:pt x="401529" y="104717"/>
                </a:cubicBezTo>
                <a:lnTo>
                  <a:pt x="401529" y="109469"/>
                </a:lnTo>
                <a:cubicBezTo>
                  <a:pt x="395193" y="117955"/>
                  <a:pt x="389139" y="122198"/>
                  <a:pt x="383369" y="122198"/>
                </a:cubicBezTo>
                <a:cubicBezTo>
                  <a:pt x="380597" y="122198"/>
                  <a:pt x="378390" y="121236"/>
                  <a:pt x="376750" y="119313"/>
                </a:cubicBezTo>
                <a:cubicBezTo>
                  <a:pt x="375109" y="117389"/>
                  <a:pt x="374260" y="114108"/>
                  <a:pt x="374204" y="109469"/>
                </a:cubicBezTo>
                <a:moveTo>
                  <a:pt x="374204" y="103906"/>
                </a:moveTo>
                <a:lnTo>
                  <a:pt x="374204" y="74422"/>
                </a:lnTo>
                <a:cubicBezTo>
                  <a:pt x="365661" y="77801"/>
                  <a:pt x="360145" y="80194"/>
                  <a:pt x="357656" y="81603"/>
                </a:cubicBezTo>
                <a:cubicBezTo>
                  <a:pt x="353187" y="84082"/>
                  <a:pt x="349991" y="86673"/>
                  <a:pt x="348067" y="89376"/>
                </a:cubicBezTo>
                <a:cubicBezTo>
                  <a:pt x="346144" y="92079"/>
                  <a:pt x="345182" y="95036"/>
                  <a:pt x="345182" y="98246"/>
                </a:cubicBezTo>
                <a:cubicBezTo>
                  <a:pt x="345182" y="102302"/>
                  <a:pt x="346398" y="105667"/>
                  <a:pt x="348831" y="108342"/>
                </a:cubicBezTo>
                <a:cubicBezTo>
                  <a:pt x="351263" y="111017"/>
                  <a:pt x="354064" y="112354"/>
                  <a:pt x="357232" y="112354"/>
                </a:cubicBezTo>
                <a:cubicBezTo>
                  <a:pt x="361532" y="112354"/>
                  <a:pt x="367189" y="109538"/>
                  <a:pt x="374204" y="103906"/>
                </a:cubicBezTo>
                <a:close/>
                <a:moveTo>
                  <a:pt x="427098" y="0"/>
                </a:moveTo>
                <a:cubicBezTo>
                  <a:pt x="429474" y="0"/>
                  <a:pt x="431496" y="839"/>
                  <a:pt x="433165" y="2517"/>
                </a:cubicBezTo>
                <a:cubicBezTo>
                  <a:pt x="434834" y="4193"/>
                  <a:pt x="435669" y="6225"/>
                  <a:pt x="435669" y="8613"/>
                </a:cubicBezTo>
                <a:cubicBezTo>
                  <a:pt x="435669" y="11002"/>
                  <a:pt x="434834" y="13049"/>
                  <a:pt x="433165" y="14755"/>
                </a:cubicBezTo>
                <a:cubicBezTo>
                  <a:pt x="431496" y="16459"/>
                  <a:pt x="429474" y="17311"/>
                  <a:pt x="427098" y="17311"/>
                </a:cubicBezTo>
                <a:cubicBezTo>
                  <a:pt x="424722" y="17311"/>
                  <a:pt x="422685" y="16459"/>
                  <a:pt x="420988" y="14755"/>
                </a:cubicBezTo>
                <a:cubicBezTo>
                  <a:pt x="419291" y="13049"/>
                  <a:pt x="418442" y="11002"/>
                  <a:pt x="418442" y="8613"/>
                </a:cubicBezTo>
                <a:cubicBezTo>
                  <a:pt x="418442" y="6225"/>
                  <a:pt x="419277" y="4193"/>
                  <a:pt x="420946" y="2517"/>
                </a:cubicBezTo>
                <a:cubicBezTo>
                  <a:pt x="422615" y="839"/>
                  <a:pt x="424665" y="0"/>
                  <a:pt x="427098" y="0"/>
                </a:cubicBezTo>
                <a:moveTo>
                  <a:pt x="434141" y="40733"/>
                </a:moveTo>
                <a:lnTo>
                  <a:pt x="434141" y="103052"/>
                </a:lnTo>
                <a:cubicBezTo>
                  <a:pt x="434141" y="107906"/>
                  <a:pt x="434495" y="111138"/>
                  <a:pt x="435202" y="112747"/>
                </a:cubicBezTo>
                <a:cubicBezTo>
                  <a:pt x="435909" y="114356"/>
                  <a:pt x="436956" y="115555"/>
                  <a:pt x="438342" y="116345"/>
                </a:cubicBezTo>
                <a:cubicBezTo>
                  <a:pt x="439728" y="117136"/>
                  <a:pt x="442260" y="117531"/>
                  <a:pt x="445937" y="117531"/>
                </a:cubicBezTo>
                <a:lnTo>
                  <a:pt x="445937" y="120671"/>
                </a:lnTo>
                <a:lnTo>
                  <a:pt x="408174" y="120671"/>
                </a:lnTo>
                <a:lnTo>
                  <a:pt x="408174" y="117531"/>
                </a:lnTo>
                <a:cubicBezTo>
                  <a:pt x="411965" y="117531"/>
                  <a:pt x="414510" y="117164"/>
                  <a:pt x="415812" y="116430"/>
                </a:cubicBezTo>
                <a:cubicBezTo>
                  <a:pt x="417113" y="115697"/>
                  <a:pt x="418145" y="114483"/>
                  <a:pt x="418909" y="112789"/>
                </a:cubicBezTo>
                <a:cubicBezTo>
                  <a:pt x="419673" y="111096"/>
                  <a:pt x="420055" y="107850"/>
                  <a:pt x="420055" y="103052"/>
                </a:cubicBezTo>
                <a:lnTo>
                  <a:pt x="420055" y="73162"/>
                </a:lnTo>
                <a:cubicBezTo>
                  <a:pt x="420055" y="64751"/>
                  <a:pt x="419800" y="59304"/>
                  <a:pt x="419291" y="56822"/>
                </a:cubicBezTo>
                <a:cubicBezTo>
                  <a:pt x="418895" y="55015"/>
                  <a:pt x="418273" y="53759"/>
                  <a:pt x="417424" y="53053"/>
                </a:cubicBezTo>
                <a:cubicBezTo>
                  <a:pt x="416575" y="52348"/>
                  <a:pt x="415416" y="51995"/>
                  <a:pt x="413945" y="51995"/>
                </a:cubicBezTo>
                <a:cubicBezTo>
                  <a:pt x="412361" y="51995"/>
                  <a:pt x="410437" y="52419"/>
                  <a:pt x="408174" y="53265"/>
                </a:cubicBezTo>
                <a:lnTo>
                  <a:pt x="406986" y="50216"/>
                </a:lnTo>
                <a:lnTo>
                  <a:pt x="430407" y="40733"/>
                </a:lnTo>
                <a:lnTo>
                  <a:pt x="434141" y="40733"/>
                </a:lnTo>
                <a:close/>
                <a:moveTo>
                  <a:pt x="478298" y="57196"/>
                </a:moveTo>
                <a:cubicBezTo>
                  <a:pt x="487406" y="46220"/>
                  <a:pt x="496090" y="40733"/>
                  <a:pt x="504350" y="40733"/>
                </a:cubicBezTo>
                <a:cubicBezTo>
                  <a:pt x="508593" y="40733"/>
                  <a:pt x="512242" y="41792"/>
                  <a:pt x="515297" y="43910"/>
                </a:cubicBezTo>
                <a:cubicBezTo>
                  <a:pt x="518352" y="46026"/>
                  <a:pt x="520784" y="49511"/>
                  <a:pt x="522595" y="54366"/>
                </a:cubicBezTo>
                <a:cubicBezTo>
                  <a:pt x="523839" y="57752"/>
                  <a:pt x="524462" y="62945"/>
                  <a:pt x="524462" y="69946"/>
                </a:cubicBezTo>
                <a:lnTo>
                  <a:pt x="524462" y="103052"/>
                </a:lnTo>
                <a:cubicBezTo>
                  <a:pt x="524462" y="107963"/>
                  <a:pt x="524858" y="111294"/>
                  <a:pt x="525650" y="113044"/>
                </a:cubicBezTo>
                <a:cubicBezTo>
                  <a:pt x="526272" y="114455"/>
                  <a:pt x="527276" y="115555"/>
                  <a:pt x="528662" y="116345"/>
                </a:cubicBezTo>
                <a:cubicBezTo>
                  <a:pt x="530048" y="117136"/>
                  <a:pt x="532608" y="117531"/>
                  <a:pt x="536342" y="117531"/>
                </a:cubicBezTo>
                <a:lnTo>
                  <a:pt x="536342" y="120671"/>
                </a:lnTo>
                <a:lnTo>
                  <a:pt x="497900" y="120671"/>
                </a:lnTo>
                <a:lnTo>
                  <a:pt x="497900" y="117531"/>
                </a:lnTo>
                <a:lnTo>
                  <a:pt x="499513" y="117531"/>
                </a:lnTo>
                <a:cubicBezTo>
                  <a:pt x="503133" y="117531"/>
                  <a:pt x="505665" y="116982"/>
                  <a:pt x="507108" y="115884"/>
                </a:cubicBezTo>
                <a:cubicBezTo>
                  <a:pt x="508550" y="114786"/>
                  <a:pt x="509554" y="113169"/>
                  <a:pt x="510120" y="111031"/>
                </a:cubicBezTo>
                <a:cubicBezTo>
                  <a:pt x="510346" y="110186"/>
                  <a:pt x="510460" y="107540"/>
                  <a:pt x="510460" y="103094"/>
                </a:cubicBezTo>
                <a:lnTo>
                  <a:pt x="510460" y="71433"/>
                </a:lnTo>
                <a:cubicBezTo>
                  <a:pt x="510460" y="64399"/>
                  <a:pt x="509540" y="59291"/>
                  <a:pt x="507702" y="56111"/>
                </a:cubicBezTo>
                <a:cubicBezTo>
                  <a:pt x="505863" y="52930"/>
                  <a:pt x="502766" y="51340"/>
                  <a:pt x="498410" y="51340"/>
                </a:cubicBezTo>
                <a:cubicBezTo>
                  <a:pt x="491677" y="51340"/>
                  <a:pt x="484973" y="54999"/>
                  <a:pt x="478298" y="62316"/>
                </a:cubicBezTo>
                <a:lnTo>
                  <a:pt x="478298" y="103094"/>
                </a:lnTo>
                <a:cubicBezTo>
                  <a:pt x="478298" y="108329"/>
                  <a:pt x="478609" y="111565"/>
                  <a:pt x="479231" y="112803"/>
                </a:cubicBezTo>
                <a:cubicBezTo>
                  <a:pt x="480023" y="114434"/>
                  <a:pt x="481112" y="115630"/>
                  <a:pt x="482498" y="116391"/>
                </a:cubicBezTo>
                <a:cubicBezTo>
                  <a:pt x="483884" y="117151"/>
                  <a:pt x="486699" y="117531"/>
                  <a:pt x="490942" y="117531"/>
                </a:cubicBezTo>
                <a:lnTo>
                  <a:pt x="490942" y="120671"/>
                </a:lnTo>
                <a:lnTo>
                  <a:pt x="452500" y="120671"/>
                </a:lnTo>
                <a:lnTo>
                  <a:pt x="452500" y="117531"/>
                </a:lnTo>
                <a:lnTo>
                  <a:pt x="454198" y="117531"/>
                </a:lnTo>
                <a:cubicBezTo>
                  <a:pt x="458158" y="117531"/>
                  <a:pt x="460831" y="116529"/>
                  <a:pt x="462217" y="114526"/>
                </a:cubicBezTo>
                <a:cubicBezTo>
                  <a:pt x="463603" y="112521"/>
                  <a:pt x="464296" y="108697"/>
                  <a:pt x="464296" y="103052"/>
                </a:cubicBezTo>
                <a:lnTo>
                  <a:pt x="464296" y="74263"/>
                </a:lnTo>
                <a:cubicBezTo>
                  <a:pt x="464296" y="64950"/>
                  <a:pt x="464084" y="59277"/>
                  <a:pt x="463659" y="57246"/>
                </a:cubicBezTo>
                <a:cubicBezTo>
                  <a:pt x="463235" y="55213"/>
                  <a:pt x="462585" y="53829"/>
                  <a:pt x="461708" y="53096"/>
                </a:cubicBezTo>
                <a:cubicBezTo>
                  <a:pt x="460831" y="52362"/>
                  <a:pt x="459657" y="51995"/>
                  <a:pt x="458186" y="51995"/>
                </a:cubicBezTo>
                <a:cubicBezTo>
                  <a:pt x="456602" y="51995"/>
                  <a:pt x="454707" y="52419"/>
                  <a:pt x="452500" y="53265"/>
                </a:cubicBezTo>
                <a:lnTo>
                  <a:pt x="451227" y="50216"/>
                </a:lnTo>
                <a:lnTo>
                  <a:pt x="474649" y="40733"/>
                </a:lnTo>
                <a:lnTo>
                  <a:pt x="478298" y="40733"/>
                </a:lnTo>
                <a:lnTo>
                  <a:pt x="478298" y="57196"/>
                </a:lnTo>
                <a:close/>
                <a:moveTo>
                  <a:pt x="632149" y="155124"/>
                </a:moveTo>
                <a:lnTo>
                  <a:pt x="594810" y="155124"/>
                </a:lnTo>
                <a:lnTo>
                  <a:pt x="594810" y="2885"/>
                </a:lnTo>
                <a:lnTo>
                  <a:pt x="632149" y="2885"/>
                </a:lnTo>
                <a:lnTo>
                  <a:pt x="632149" y="9589"/>
                </a:lnTo>
                <a:lnTo>
                  <a:pt x="607539" y="9589"/>
                </a:lnTo>
                <a:lnTo>
                  <a:pt x="607539" y="148590"/>
                </a:lnTo>
                <a:lnTo>
                  <a:pt x="632149" y="148590"/>
                </a:lnTo>
                <a:lnTo>
                  <a:pt x="632149" y="155124"/>
                </a:lnTo>
                <a:close/>
                <a:moveTo>
                  <a:pt x="640718" y="42939"/>
                </a:moveTo>
                <a:lnTo>
                  <a:pt x="677293" y="42939"/>
                </a:lnTo>
                <a:lnTo>
                  <a:pt x="677293" y="46079"/>
                </a:lnTo>
                <a:cubicBezTo>
                  <a:pt x="674974" y="46079"/>
                  <a:pt x="673347" y="46475"/>
                  <a:pt x="672414" y="47267"/>
                </a:cubicBezTo>
                <a:cubicBezTo>
                  <a:pt x="671480" y="48059"/>
                  <a:pt x="671013" y="49106"/>
                  <a:pt x="671013" y="50407"/>
                </a:cubicBezTo>
                <a:cubicBezTo>
                  <a:pt x="671013" y="51764"/>
                  <a:pt x="672003" y="53858"/>
                  <a:pt x="673984" y="56686"/>
                </a:cubicBezTo>
                <a:cubicBezTo>
                  <a:pt x="674606" y="57592"/>
                  <a:pt x="675539" y="59006"/>
                  <a:pt x="676784" y="60929"/>
                </a:cubicBezTo>
                <a:lnTo>
                  <a:pt x="682300" y="69755"/>
                </a:lnTo>
                <a:lnTo>
                  <a:pt x="688664" y="60929"/>
                </a:lnTo>
                <a:cubicBezTo>
                  <a:pt x="692738" y="55329"/>
                  <a:pt x="694774" y="51793"/>
                  <a:pt x="694774" y="50322"/>
                </a:cubicBezTo>
                <a:cubicBezTo>
                  <a:pt x="694774" y="49134"/>
                  <a:pt x="694293" y="48130"/>
                  <a:pt x="693332" y="47309"/>
                </a:cubicBezTo>
                <a:cubicBezTo>
                  <a:pt x="692370" y="46489"/>
                  <a:pt x="690814" y="46079"/>
                  <a:pt x="688664" y="46079"/>
                </a:cubicBezTo>
                <a:lnTo>
                  <a:pt x="688664" y="42939"/>
                </a:lnTo>
                <a:lnTo>
                  <a:pt x="714971" y="42939"/>
                </a:lnTo>
                <a:lnTo>
                  <a:pt x="714971" y="46079"/>
                </a:lnTo>
                <a:cubicBezTo>
                  <a:pt x="712199" y="46249"/>
                  <a:pt x="709794" y="47012"/>
                  <a:pt x="707758" y="48370"/>
                </a:cubicBezTo>
                <a:cubicBezTo>
                  <a:pt x="704986" y="50294"/>
                  <a:pt x="701195" y="54480"/>
                  <a:pt x="696387" y="60929"/>
                </a:cubicBezTo>
                <a:lnTo>
                  <a:pt x="685779" y="75101"/>
                </a:lnTo>
                <a:lnTo>
                  <a:pt x="705127" y="102879"/>
                </a:lnTo>
                <a:cubicBezTo>
                  <a:pt x="709879" y="109710"/>
                  <a:pt x="713274" y="113818"/>
                  <a:pt x="715310" y="115202"/>
                </a:cubicBezTo>
                <a:cubicBezTo>
                  <a:pt x="717347" y="116585"/>
                  <a:pt x="719978" y="117361"/>
                  <a:pt x="723202" y="117531"/>
                </a:cubicBezTo>
                <a:lnTo>
                  <a:pt x="723202" y="120671"/>
                </a:lnTo>
                <a:lnTo>
                  <a:pt x="686543" y="120671"/>
                </a:lnTo>
                <a:lnTo>
                  <a:pt x="686543" y="117531"/>
                </a:lnTo>
                <a:cubicBezTo>
                  <a:pt x="689089" y="117531"/>
                  <a:pt x="691069" y="116967"/>
                  <a:pt x="692483" y="115839"/>
                </a:cubicBezTo>
                <a:cubicBezTo>
                  <a:pt x="693558" y="115049"/>
                  <a:pt x="694095" y="114005"/>
                  <a:pt x="694095" y="112707"/>
                </a:cubicBezTo>
                <a:cubicBezTo>
                  <a:pt x="694095" y="111409"/>
                  <a:pt x="692285" y="108137"/>
                  <a:pt x="688664" y="102890"/>
                </a:cubicBezTo>
                <a:lnTo>
                  <a:pt x="677293" y="86302"/>
                </a:lnTo>
                <a:lnTo>
                  <a:pt x="664819" y="102890"/>
                </a:lnTo>
                <a:cubicBezTo>
                  <a:pt x="660972" y="108024"/>
                  <a:pt x="659048" y="111071"/>
                  <a:pt x="659048" y="112031"/>
                </a:cubicBezTo>
                <a:cubicBezTo>
                  <a:pt x="659048" y="113385"/>
                  <a:pt x="659685" y="114612"/>
                  <a:pt x="660958" y="115712"/>
                </a:cubicBezTo>
                <a:cubicBezTo>
                  <a:pt x="662230" y="116811"/>
                  <a:pt x="664140" y="117418"/>
                  <a:pt x="666686" y="117531"/>
                </a:cubicBezTo>
                <a:lnTo>
                  <a:pt x="666686" y="120671"/>
                </a:lnTo>
                <a:lnTo>
                  <a:pt x="641313" y="120671"/>
                </a:lnTo>
                <a:lnTo>
                  <a:pt x="641313" y="117531"/>
                </a:lnTo>
                <a:cubicBezTo>
                  <a:pt x="643349" y="117248"/>
                  <a:pt x="645131" y="116543"/>
                  <a:pt x="646659" y="115415"/>
                </a:cubicBezTo>
                <a:cubicBezTo>
                  <a:pt x="648808" y="113778"/>
                  <a:pt x="652429" y="109601"/>
                  <a:pt x="657521" y="102885"/>
                </a:cubicBezTo>
                <a:lnTo>
                  <a:pt x="673814" y="81296"/>
                </a:lnTo>
                <a:lnTo>
                  <a:pt x="659048" y="59911"/>
                </a:lnTo>
                <a:cubicBezTo>
                  <a:pt x="654862" y="53801"/>
                  <a:pt x="651623" y="49968"/>
                  <a:pt x="649332" y="48413"/>
                </a:cubicBezTo>
                <a:cubicBezTo>
                  <a:pt x="647041" y="46857"/>
                  <a:pt x="644169" y="46079"/>
                  <a:pt x="640718" y="46079"/>
                </a:cubicBezTo>
                <a:lnTo>
                  <a:pt x="640718" y="42939"/>
                </a:lnTo>
                <a:close/>
                <a:moveTo>
                  <a:pt x="731688" y="2885"/>
                </a:moveTo>
                <a:lnTo>
                  <a:pt x="769026" y="2885"/>
                </a:lnTo>
                <a:lnTo>
                  <a:pt x="769026" y="155124"/>
                </a:lnTo>
                <a:lnTo>
                  <a:pt x="731688" y="155124"/>
                </a:lnTo>
                <a:lnTo>
                  <a:pt x="731688" y="148420"/>
                </a:lnTo>
                <a:lnTo>
                  <a:pt x="756297" y="148420"/>
                </a:lnTo>
                <a:lnTo>
                  <a:pt x="756297" y="9589"/>
                </a:lnTo>
                <a:lnTo>
                  <a:pt x="731688" y="9589"/>
                </a:lnTo>
                <a:lnTo>
                  <a:pt x="731688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1D06F-8F4C-4658-B25C-E1BDB53A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714" y="3539222"/>
            <a:ext cx="75266" cy="10"/>
          </a:xfrm>
          <a:custGeom xmlns:a="http://schemas.openxmlformats.org/drawingml/2006/main">
            <a:pathLst>
              <a:path w="75266" h="1" fill="none">
                <a:moveTo>
                  <a:pt x="0" y="0"/>
                </a:moveTo>
                <a:lnTo>
                  <a:pt x="40106" y="0"/>
                </a:lnTo>
                <a:lnTo>
                  <a:pt x="752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48607-5101-4E9F-B156-714C6756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3492431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19583-809C-44F0-9553-1EF81E70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3492431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9921A-7754-4F74-92F5-933A7EA8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3044580"/>
            <a:ext cx="1898353" cy="855596"/>
          </a:xfrm>
          <a:custGeom xmlns:a="http://schemas.openxmlformats.org/drawingml/2006/main">
            <a:pathLst>
              <a:path w="1898353" h="855596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C2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0AFAFF-0EC0-4A9E-87D0-2CDAF16B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3044580"/>
            <a:ext cx="1898353" cy="855596"/>
          </a:xfrm>
          <a:custGeom xmlns:a="http://schemas.openxmlformats.org/drawingml/2006/main">
            <a:pathLst>
              <a:path w="1898353" h="855596" fill="none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37" name="Text Explanation,">
            <a:extLst xmlns:a="http://schemas.openxmlformats.org/drawingml/2006/main">
              <a:ext uri="{FF2B5EF4-FFF2-40B4-BE49-F238E27FC236}">
                <a16:creationId xmlns:a16="http://schemas.microsoft.com/office/drawing/2014/main" id="{253C0ABF-92F2-495C-A214-71DBDAA6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2" y="3214391"/>
            <a:ext cx="942177" cy="154784"/>
          </a:xfrm>
          <a:custGeom xmlns:a="http://schemas.openxmlformats.org/drawingml/2006/main">
            <a:pathLst>
              <a:path w="942177" h="154784">
                <a:moveTo>
                  <a:pt x="43873" y="9165"/>
                </a:moveTo>
                <a:lnTo>
                  <a:pt x="43873" y="55838"/>
                </a:lnTo>
                <a:lnTo>
                  <a:pt x="46164" y="55838"/>
                </a:lnTo>
                <a:cubicBezTo>
                  <a:pt x="53462" y="55838"/>
                  <a:pt x="58751" y="53547"/>
                  <a:pt x="62033" y="48964"/>
                </a:cubicBezTo>
                <a:cubicBezTo>
                  <a:pt x="65314" y="44382"/>
                  <a:pt x="67407" y="37621"/>
                  <a:pt x="68312" y="28683"/>
                </a:cubicBezTo>
                <a:lnTo>
                  <a:pt x="71537" y="28683"/>
                </a:lnTo>
                <a:lnTo>
                  <a:pt x="71537" y="89103"/>
                </a:lnTo>
                <a:lnTo>
                  <a:pt x="68312" y="89103"/>
                </a:lnTo>
                <a:cubicBezTo>
                  <a:pt x="67633" y="82519"/>
                  <a:pt x="66205" y="77128"/>
                  <a:pt x="64027" y="72929"/>
                </a:cubicBezTo>
                <a:cubicBezTo>
                  <a:pt x="61849" y="68728"/>
                  <a:pt x="59317" y="65905"/>
                  <a:pt x="56432" y="64459"/>
                </a:cubicBezTo>
                <a:cubicBezTo>
                  <a:pt x="53547" y="63011"/>
                  <a:pt x="49360" y="62287"/>
                  <a:pt x="43873" y="62287"/>
                </a:cubicBezTo>
                <a:lnTo>
                  <a:pt x="43873" y="94704"/>
                </a:lnTo>
                <a:cubicBezTo>
                  <a:pt x="43873" y="101040"/>
                  <a:pt x="44141" y="104915"/>
                  <a:pt x="44679" y="106329"/>
                </a:cubicBezTo>
                <a:cubicBezTo>
                  <a:pt x="45216" y="107744"/>
                  <a:pt x="46220" y="108903"/>
                  <a:pt x="47691" y="109809"/>
                </a:cubicBezTo>
                <a:cubicBezTo>
                  <a:pt x="49162" y="110714"/>
                  <a:pt x="51538" y="111166"/>
                  <a:pt x="54819" y="111166"/>
                </a:cubicBezTo>
                <a:lnTo>
                  <a:pt x="61693" y="111166"/>
                </a:lnTo>
                <a:cubicBezTo>
                  <a:pt x="72442" y="111166"/>
                  <a:pt x="81055" y="108691"/>
                  <a:pt x="87533" y="103741"/>
                </a:cubicBezTo>
                <a:cubicBezTo>
                  <a:pt x="94011" y="98791"/>
                  <a:pt x="98664" y="91224"/>
                  <a:pt x="101492" y="81041"/>
                </a:cubicBezTo>
                <a:lnTo>
                  <a:pt x="104632" y="81041"/>
                </a:lnTo>
                <a:lnTo>
                  <a:pt x="99456" y="117616"/>
                </a:lnTo>
                <a:lnTo>
                  <a:pt x="0" y="117616"/>
                </a:lnTo>
                <a:lnTo>
                  <a:pt x="0" y="114561"/>
                </a:lnTo>
                <a:lnTo>
                  <a:pt x="3819" y="114561"/>
                </a:lnTo>
                <a:cubicBezTo>
                  <a:pt x="7157" y="114561"/>
                  <a:pt x="9844" y="113964"/>
                  <a:pt x="11880" y="112771"/>
                </a:cubicBezTo>
                <a:cubicBezTo>
                  <a:pt x="13351" y="111973"/>
                  <a:pt x="14483" y="110609"/>
                  <a:pt x="15275" y="108676"/>
                </a:cubicBezTo>
                <a:cubicBezTo>
                  <a:pt x="15897" y="107311"/>
                  <a:pt x="16208" y="103729"/>
                  <a:pt x="16208" y="97928"/>
                </a:cubicBezTo>
                <a:lnTo>
                  <a:pt x="16208" y="22233"/>
                </a:lnTo>
                <a:cubicBezTo>
                  <a:pt x="16208" y="17002"/>
                  <a:pt x="16067" y="13789"/>
                  <a:pt x="15784" y="12594"/>
                </a:cubicBezTo>
                <a:cubicBezTo>
                  <a:pt x="15218" y="10605"/>
                  <a:pt x="14172" y="9070"/>
                  <a:pt x="12644" y="7990"/>
                </a:cubicBezTo>
                <a:cubicBezTo>
                  <a:pt x="10494" y="6397"/>
                  <a:pt x="7553" y="5601"/>
                  <a:pt x="3819" y="5601"/>
                </a:cubicBezTo>
                <a:lnTo>
                  <a:pt x="0" y="5601"/>
                </a:lnTo>
                <a:lnTo>
                  <a:pt x="0" y="2546"/>
                </a:lnTo>
                <a:lnTo>
                  <a:pt x="96316" y="2546"/>
                </a:lnTo>
                <a:lnTo>
                  <a:pt x="96316" y="36659"/>
                </a:lnTo>
                <a:lnTo>
                  <a:pt x="93091" y="36659"/>
                </a:lnTo>
                <a:cubicBezTo>
                  <a:pt x="91451" y="28317"/>
                  <a:pt x="89145" y="22330"/>
                  <a:pt x="86175" y="18698"/>
                </a:cubicBezTo>
                <a:cubicBezTo>
                  <a:pt x="83205" y="15067"/>
                  <a:pt x="79004" y="12400"/>
                  <a:pt x="73573" y="10698"/>
                </a:cubicBezTo>
                <a:cubicBezTo>
                  <a:pt x="70405" y="9676"/>
                  <a:pt x="64465" y="9165"/>
                  <a:pt x="55753" y="9165"/>
                </a:cubicBezTo>
                <a:lnTo>
                  <a:pt x="43873" y="9165"/>
                </a:lnTo>
                <a:close/>
                <a:moveTo>
                  <a:pt x="164865" y="68943"/>
                </a:moveTo>
                <a:lnTo>
                  <a:pt x="178971" y="95133"/>
                </a:lnTo>
                <a:cubicBezTo>
                  <a:pt x="183723" y="104240"/>
                  <a:pt x="187485" y="110008"/>
                  <a:pt x="190257" y="112439"/>
                </a:cubicBezTo>
                <a:cubicBezTo>
                  <a:pt x="191785" y="113740"/>
                  <a:pt x="193878" y="114448"/>
                  <a:pt x="196537" y="114561"/>
                </a:cubicBezTo>
                <a:lnTo>
                  <a:pt x="196537" y="117616"/>
                </a:lnTo>
                <a:lnTo>
                  <a:pt x="152325" y="117616"/>
                </a:lnTo>
                <a:lnTo>
                  <a:pt x="152325" y="114561"/>
                </a:lnTo>
                <a:cubicBezTo>
                  <a:pt x="155776" y="114278"/>
                  <a:pt x="157911" y="113825"/>
                  <a:pt x="158732" y="113203"/>
                </a:cubicBezTo>
                <a:cubicBezTo>
                  <a:pt x="159552" y="112579"/>
                  <a:pt x="159962" y="111729"/>
                  <a:pt x="159962" y="110652"/>
                </a:cubicBezTo>
                <a:cubicBezTo>
                  <a:pt x="159962" y="109066"/>
                  <a:pt x="159057" y="106573"/>
                  <a:pt x="157247" y="103174"/>
                </a:cubicBezTo>
                <a:lnTo>
                  <a:pt x="150320" y="90312"/>
                </a:lnTo>
                <a:lnTo>
                  <a:pt x="144518" y="98840"/>
                </a:lnTo>
                <a:cubicBezTo>
                  <a:pt x="141859" y="102749"/>
                  <a:pt x="140359" y="105072"/>
                  <a:pt x="140020" y="105810"/>
                </a:cubicBezTo>
                <a:cubicBezTo>
                  <a:pt x="139567" y="106884"/>
                  <a:pt x="139341" y="107847"/>
                  <a:pt x="139341" y="108697"/>
                </a:cubicBezTo>
                <a:cubicBezTo>
                  <a:pt x="139341" y="110000"/>
                  <a:pt x="139610" y="111091"/>
                  <a:pt x="140147" y="111970"/>
                </a:cubicBezTo>
                <a:cubicBezTo>
                  <a:pt x="140685" y="112847"/>
                  <a:pt x="141420" y="113498"/>
                  <a:pt x="142354" y="113924"/>
                </a:cubicBezTo>
                <a:cubicBezTo>
                  <a:pt x="143287" y="114349"/>
                  <a:pt x="144998" y="114561"/>
                  <a:pt x="147488" y="114561"/>
                </a:cubicBezTo>
                <a:lnTo>
                  <a:pt x="147488" y="117616"/>
                </a:lnTo>
                <a:lnTo>
                  <a:pt x="116429" y="117616"/>
                </a:lnTo>
                <a:lnTo>
                  <a:pt x="116429" y="114561"/>
                </a:lnTo>
                <a:cubicBezTo>
                  <a:pt x="120276" y="114561"/>
                  <a:pt x="123798" y="113499"/>
                  <a:pt x="126994" y="111376"/>
                </a:cubicBezTo>
                <a:cubicBezTo>
                  <a:pt x="130190" y="109251"/>
                  <a:pt x="134844" y="103686"/>
                  <a:pt x="140954" y="94682"/>
                </a:cubicBezTo>
                <a:lnTo>
                  <a:pt x="147501" y="85075"/>
                </a:lnTo>
                <a:lnTo>
                  <a:pt x="133825" y="59680"/>
                </a:lnTo>
                <a:cubicBezTo>
                  <a:pt x="129356" y="51371"/>
                  <a:pt x="126018" y="46278"/>
                  <a:pt x="123812" y="44400"/>
                </a:cubicBezTo>
                <a:cubicBezTo>
                  <a:pt x="121605" y="42523"/>
                  <a:pt x="119145" y="41470"/>
                  <a:pt x="116429" y="41242"/>
                </a:cubicBezTo>
                <a:lnTo>
                  <a:pt x="116429" y="38187"/>
                </a:lnTo>
                <a:lnTo>
                  <a:pt x="160386" y="38187"/>
                </a:lnTo>
                <a:lnTo>
                  <a:pt x="160386" y="41242"/>
                </a:lnTo>
                <a:lnTo>
                  <a:pt x="158095" y="41327"/>
                </a:lnTo>
                <a:lnTo>
                  <a:pt x="153682" y="42870"/>
                </a:lnTo>
                <a:cubicBezTo>
                  <a:pt x="153230" y="43270"/>
                  <a:pt x="153004" y="43926"/>
                  <a:pt x="153004" y="44840"/>
                </a:cubicBezTo>
                <a:cubicBezTo>
                  <a:pt x="153004" y="45696"/>
                  <a:pt x="153145" y="46581"/>
                  <a:pt x="153428" y="47495"/>
                </a:cubicBezTo>
                <a:cubicBezTo>
                  <a:pt x="153598" y="47895"/>
                  <a:pt x="154390" y="49436"/>
                  <a:pt x="155804" y="52120"/>
                </a:cubicBezTo>
                <a:lnTo>
                  <a:pt x="162052" y="63719"/>
                </a:lnTo>
                <a:lnTo>
                  <a:pt x="165223" y="59062"/>
                </a:lnTo>
                <a:cubicBezTo>
                  <a:pt x="169749" y="52809"/>
                  <a:pt x="172012" y="48432"/>
                  <a:pt x="172012" y="45930"/>
                </a:cubicBezTo>
                <a:cubicBezTo>
                  <a:pt x="172012" y="44737"/>
                  <a:pt x="171517" y="43728"/>
                  <a:pt x="170527" y="42905"/>
                </a:cubicBezTo>
                <a:cubicBezTo>
                  <a:pt x="169537" y="42081"/>
                  <a:pt x="167769" y="41526"/>
                  <a:pt x="165223" y="41242"/>
                </a:cubicBezTo>
                <a:lnTo>
                  <a:pt x="165223" y="38187"/>
                </a:lnTo>
                <a:lnTo>
                  <a:pt x="193312" y="38187"/>
                </a:lnTo>
                <a:lnTo>
                  <a:pt x="193312" y="41242"/>
                </a:lnTo>
                <a:cubicBezTo>
                  <a:pt x="189861" y="41355"/>
                  <a:pt x="186636" y="42423"/>
                  <a:pt x="183638" y="44445"/>
                </a:cubicBezTo>
                <a:cubicBezTo>
                  <a:pt x="180640" y="46468"/>
                  <a:pt x="177274" y="50385"/>
                  <a:pt x="173540" y="56196"/>
                </a:cubicBezTo>
                <a:lnTo>
                  <a:pt x="164865" y="68943"/>
                </a:lnTo>
                <a:close/>
                <a:moveTo>
                  <a:pt x="235912" y="109554"/>
                </a:moveTo>
                <a:lnTo>
                  <a:pt x="235912" y="139000"/>
                </a:lnTo>
                <a:cubicBezTo>
                  <a:pt x="235912" y="143128"/>
                  <a:pt x="236237" y="145938"/>
                  <a:pt x="236888" y="147428"/>
                </a:cubicBezTo>
                <a:cubicBezTo>
                  <a:pt x="237538" y="148920"/>
                  <a:pt x="238542" y="150010"/>
                  <a:pt x="239900" y="150698"/>
                </a:cubicBezTo>
                <a:cubicBezTo>
                  <a:pt x="241258" y="151385"/>
                  <a:pt x="243917" y="151729"/>
                  <a:pt x="247877" y="151729"/>
                </a:cubicBezTo>
                <a:lnTo>
                  <a:pt x="247877" y="154784"/>
                </a:lnTo>
                <a:lnTo>
                  <a:pt x="202647" y="154784"/>
                </a:lnTo>
                <a:lnTo>
                  <a:pt x="202647" y="151729"/>
                </a:lnTo>
                <a:cubicBezTo>
                  <a:pt x="206154" y="151614"/>
                  <a:pt x="208756" y="150611"/>
                  <a:pt x="210454" y="148719"/>
                </a:cubicBezTo>
                <a:cubicBezTo>
                  <a:pt x="211585" y="147402"/>
                  <a:pt x="212151" y="143993"/>
                  <a:pt x="212151" y="138491"/>
                </a:cubicBezTo>
                <a:lnTo>
                  <a:pt x="212151" y="54819"/>
                </a:lnTo>
                <a:cubicBezTo>
                  <a:pt x="212151" y="49148"/>
                  <a:pt x="211500" y="45525"/>
                  <a:pt x="210199" y="43949"/>
                </a:cubicBezTo>
                <a:cubicBezTo>
                  <a:pt x="208898" y="42374"/>
                  <a:pt x="206380" y="41472"/>
                  <a:pt x="202647" y="41242"/>
                </a:cubicBezTo>
                <a:lnTo>
                  <a:pt x="202647" y="38187"/>
                </a:lnTo>
                <a:lnTo>
                  <a:pt x="235912" y="38187"/>
                </a:lnTo>
                <a:lnTo>
                  <a:pt x="235912" y="48625"/>
                </a:lnTo>
                <a:cubicBezTo>
                  <a:pt x="238684" y="44551"/>
                  <a:pt x="241512" y="41610"/>
                  <a:pt x="244398" y="39799"/>
                </a:cubicBezTo>
                <a:cubicBezTo>
                  <a:pt x="248527" y="37140"/>
                  <a:pt x="253025" y="35811"/>
                  <a:pt x="257890" y="35811"/>
                </a:cubicBezTo>
                <a:cubicBezTo>
                  <a:pt x="263717" y="35811"/>
                  <a:pt x="269021" y="37651"/>
                  <a:pt x="273802" y="41332"/>
                </a:cubicBezTo>
                <a:cubicBezTo>
                  <a:pt x="278582" y="45013"/>
                  <a:pt x="282217" y="50096"/>
                  <a:pt x="284706" y="56580"/>
                </a:cubicBezTo>
                <a:cubicBezTo>
                  <a:pt x="287195" y="63065"/>
                  <a:pt x="288440" y="70045"/>
                  <a:pt x="288440" y="77519"/>
                </a:cubicBezTo>
                <a:cubicBezTo>
                  <a:pt x="288440" y="85560"/>
                  <a:pt x="287153" y="92907"/>
                  <a:pt x="284579" y="99562"/>
                </a:cubicBezTo>
                <a:cubicBezTo>
                  <a:pt x="282005" y="106216"/>
                  <a:pt x="278271" y="111285"/>
                  <a:pt x="273377" y="114768"/>
                </a:cubicBezTo>
                <a:cubicBezTo>
                  <a:pt x="268484" y="118250"/>
                  <a:pt x="263038" y="119992"/>
                  <a:pt x="257042" y="119992"/>
                </a:cubicBezTo>
                <a:cubicBezTo>
                  <a:pt x="252686" y="119992"/>
                  <a:pt x="248612" y="119030"/>
                  <a:pt x="244822" y="117107"/>
                </a:cubicBezTo>
                <a:cubicBezTo>
                  <a:pt x="241993" y="115636"/>
                  <a:pt x="239023" y="113118"/>
                  <a:pt x="235912" y="109554"/>
                </a:cubicBezTo>
                <a:moveTo>
                  <a:pt x="235912" y="100970"/>
                </a:moveTo>
                <a:cubicBezTo>
                  <a:pt x="240777" y="107881"/>
                  <a:pt x="245982" y="111336"/>
                  <a:pt x="251526" y="111336"/>
                </a:cubicBezTo>
                <a:cubicBezTo>
                  <a:pt x="254581" y="111336"/>
                  <a:pt x="257098" y="109722"/>
                  <a:pt x="259078" y="106494"/>
                </a:cubicBezTo>
                <a:cubicBezTo>
                  <a:pt x="262020" y="101735"/>
                  <a:pt x="263491" y="92670"/>
                  <a:pt x="263491" y="79301"/>
                </a:cubicBezTo>
                <a:cubicBezTo>
                  <a:pt x="263491" y="65593"/>
                  <a:pt x="261879" y="56218"/>
                  <a:pt x="258654" y="51176"/>
                </a:cubicBezTo>
                <a:cubicBezTo>
                  <a:pt x="256504" y="47834"/>
                  <a:pt x="253619" y="46164"/>
                  <a:pt x="249998" y="46164"/>
                </a:cubicBezTo>
                <a:cubicBezTo>
                  <a:pt x="244284" y="46164"/>
                  <a:pt x="239589" y="50299"/>
                  <a:pt x="235912" y="58569"/>
                </a:cubicBezTo>
                <a:lnTo>
                  <a:pt x="235912" y="100970"/>
                </a:lnTo>
                <a:close/>
                <a:moveTo>
                  <a:pt x="332880" y="2546"/>
                </a:moveTo>
                <a:lnTo>
                  <a:pt x="332880" y="101153"/>
                </a:lnTo>
                <a:cubicBezTo>
                  <a:pt x="332880" y="106754"/>
                  <a:pt x="333531" y="110332"/>
                  <a:pt x="334832" y="111888"/>
                </a:cubicBezTo>
                <a:cubicBezTo>
                  <a:pt x="336133" y="113443"/>
                  <a:pt x="338679" y="114334"/>
                  <a:pt x="342469" y="114561"/>
                </a:cubicBezTo>
                <a:lnTo>
                  <a:pt x="342469" y="117616"/>
                </a:lnTo>
                <a:lnTo>
                  <a:pt x="299615" y="117616"/>
                </a:lnTo>
                <a:lnTo>
                  <a:pt x="299615" y="114561"/>
                </a:lnTo>
                <a:cubicBezTo>
                  <a:pt x="303122" y="114448"/>
                  <a:pt x="305725" y="113429"/>
                  <a:pt x="307422" y="111506"/>
                </a:cubicBezTo>
                <a:cubicBezTo>
                  <a:pt x="308553" y="110205"/>
                  <a:pt x="309119" y="106754"/>
                  <a:pt x="309119" y="101153"/>
                </a:cubicBezTo>
                <a:lnTo>
                  <a:pt x="309119" y="19009"/>
                </a:lnTo>
                <a:cubicBezTo>
                  <a:pt x="309119" y="13429"/>
                  <a:pt x="308469" y="9857"/>
                  <a:pt x="307167" y="8292"/>
                </a:cubicBezTo>
                <a:cubicBezTo>
                  <a:pt x="305866" y="6726"/>
                  <a:pt x="303349" y="5829"/>
                  <a:pt x="299615" y="5601"/>
                </a:cubicBezTo>
                <a:lnTo>
                  <a:pt x="299615" y="2546"/>
                </a:lnTo>
                <a:lnTo>
                  <a:pt x="332880" y="2546"/>
                </a:lnTo>
                <a:close/>
                <a:moveTo>
                  <a:pt x="393923" y="105905"/>
                </a:moveTo>
                <a:cubicBezTo>
                  <a:pt x="384249" y="114504"/>
                  <a:pt x="375565" y="118804"/>
                  <a:pt x="367871" y="118804"/>
                </a:cubicBezTo>
                <a:cubicBezTo>
                  <a:pt x="363345" y="118804"/>
                  <a:pt x="359583" y="117314"/>
                  <a:pt x="356585" y="114335"/>
                </a:cubicBezTo>
                <a:cubicBezTo>
                  <a:pt x="353587" y="111355"/>
                  <a:pt x="352087" y="107623"/>
                  <a:pt x="352087" y="103139"/>
                </a:cubicBezTo>
                <a:cubicBezTo>
                  <a:pt x="352087" y="97065"/>
                  <a:pt x="354690" y="91601"/>
                  <a:pt x="359895" y="86748"/>
                </a:cubicBezTo>
                <a:cubicBezTo>
                  <a:pt x="365099" y="81895"/>
                  <a:pt x="376442" y="75439"/>
                  <a:pt x="393923" y="67379"/>
                </a:cubicBezTo>
                <a:lnTo>
                  <a:pt x="393923" y="59402"/>
                </a:lnTo>
                <a:cubicBezTo>
                  <a:pt x="393923" y="53405"/>
                  <a:pt x="393598" y="49629"/>
                  <a:pt x="392947" y="48073"/>
                </a:cubicBezTo>
                <a:cubicBezTo>
                  <a:pt x="392297" y="46517"/>
                  <a:pt x="391066" y="45160"/>
                  <a:pt x="389256" y="44000"/>
                </a:cubicBezTo>
                <a:cubicBezTo>
                  <a:pt x="387446" y="42840"/>
                  <a:pt x="385409" y="42260"/>
                  <a:pt x="383146" y="42260"/>
                </a:cubicBezTo>
                <a:cubicBezTo>
                  <a:pt x="379469" y="42260"/>
                  <a:pt x="376442" y="43080"/>
                  <a:pt x="374066" y="44721"/>
                </a:cubicBezTo>
                <a:cubicBezTo>
                  <a:pt x="372595" y="45739"/>
                  <a:pt x="371860" y="46927"/>
                  <a:pt x="371860" y="48285"/>
                </a:cubicBezTo>
                <a:cubicBezTo>
                  <a:pt x="371860" y="49473"/>
                  <a:pt x="372652" y="50944"/>
                  <a:pt x="374236" y="52698"/>
                </a:cubicBezTo>
                <a:cubicBezTo>
                  <a:pt x="376386" y="55131"/>
                  <a:pt x="377461" y="57478"/>
                  <a:pt x="377461" y="59741"/>
                </a:cubicBezTo>
                <a:cubicBezTo>
                  <a:pt x="377461" y="62513"/>
                  <a:pt x="376428" y="64875"/>
                  <a:pt x="374363" y="66827"/>
                </a:cubicBezTo>
                <a:cubicBezTo>
                  <a:pt x="372298" y="68779"/>
                  <a:pt x="369597" y="69755"/>
                  <a:pt x="366259" y="69755"/>
                </a:cubicBezTo>
                <a:cubicBezTo>
                  <a:pt x="362695" y="69755"/>
                  <a:pt x="359711" y="68680"/>
                  <a:pt x="357306" y="66530"/>
                </a:cubicBezTo>
                <a:cubicBezTo>
                  <a:pt x="354902" y="64380"/>
                  <a:pt x="353700" y="61863"/>
                  <a:pt x="353700" y="58978"/>
                </a:cubicBezTo>
                <a:cubicBezTo>
                  <a:pt x="353700" y="54904"/>
                  <a:pt x="355312" y="51015"/>
                  <a:pt x="358537" y="47309"/>
                </a:cubicBezTo>
                <a:cubicBezTo>
                  <a:pt x="361761" y="43604"/>
                  <a:pt x="366259" y="40761"/>
                  <a:pt x="372029" y="38781"/>
                </a:cubicBezTo>
                <a:cubicBezTo>
                  <a:pt x="377800" y="36801"/>
                  <a:pt x="383797" y="35811"/>
                  <a:pt x="390020" y="35811"/>
                </a:cubicBezTo>
                <a:cubicBezTo>
                  <a:pt x="397544" y="35811"/>
                  <a:pt x="403498" y="37413"/>
                  <a:pt x="407883" y="40619"/>
                </a:cubicBezTo>
                <a:cubicBezTo>
                  <a:pt x="412267" y="43822"/>
                  <a:pt x="415110" y="47295"/>
                  <a:pt x="416411" y="51038"/>
                </a:cubicBezTo>
                <a:cubicBezTo>
                  <a:pt x="417203" y="53419"/>
                  <a:pt x="417599" y="58891"/>
                  <a:pt x="417599" y="67453"/>
                </a:cubicBezTo>
                <a:lnTo>
                  <a:pt x="417599" y="98329"/>
                </a:lnTo>
                <a:cubicBezTo>
                  <a:pt x="417599" y="101958"/>
                  <a:pt x="417741" y="104241"/>
                  <a:pt x="418023" y="105178"/>
                </a:cubicBezTo>
                <a:cubicBezTo>
                  <a:pt x="418306" y="106114"/>
                  <a:pt x="418731" y="106808"/>
                  <a:pt x="419296" y="107263"/>
                </a:cubicBezTo>
                <a:cubicBezTo>
                  <a:pt x="419862" y="107715"/>
                  <a:pt x="420513" y="107942"/>
                  <a:pt x="421248" y="107942"/>
                </a:cubicBezTo>
                <a:cubicBezTo>
                  <a:pt x="422719" y="107942"/>
                  <a:pt x="424218" y="106895"/>
                  <a:pt x="425746" y="104802"/>
                </a:cubicBezTo>
                <a:lnTo>
                  <a:pt x="428292" y="106838"/>
                </a:lnTo>
                <a:cubicBezTo>
                  <a:pt x="425463" y="111025"/>
                  <a:pt x="422535" y="114066"/>
                  <a:pt x="419509" y="115961"/>
                </a:cubicBezTo>
                <a:cubicBezTo>
                  <a:pt x="416482" y="117856"/>
                  <a:pt x="413045" y="118804"/>
                  <a:pt x="409198" y="118804"/>
                </a:cubicBezTo>
                <a:cubicBezTo>
                  <a:pt x="404672" y="118804"/>
                  <a:pt x="401136" y="117736"/>
                  <a:pt x="398591" y="115600"/>
                </a:cubicBezTo>
                <a:cubicBezTo>
                  <a:pt x="396045" y="113465"/>
                  <a:pt x="394489" y="110233"/>
                  <a:pt x="393923" y="105905"/>
                </a:cubicBezTo>
                <a:moveTo>
                  <a:pt x="393923" y="99625"/>
                </a:moveTo>
                <a:lnTo>
                  <a:pt x="393923" y="73080"/>
                </a:lnTo>
                <a:cubicBezTo>
                  <a:pt x="387078" y="77116"/>
                  <a:pt x="381986" y="81437"/>
                  <a:pt x="378649" y="86043"/>
                </a:cubicBezTo>
                <a:cubicBezTo>
                  <a:pt x="376442" y="89112"/>
                  <a:pt x="375339" y="92210"/>
                  <a:pt x="375339" y="95337"/>
                </a:cubicBezTo>
                <a:cubicBezTo>
                  <a:pt x="375339" y="97952"/>
                  <a:pt x="376272" y="100255"/>
                  <a:pt x="378139" y="102245"/>
                </a:cubicBezTo>
                <a:cubicBezTo>
                  <a:pt x="379554" y="103780"/>
                  <a:pt x="381534" y="104547"/>
                  <a:pt x="384080" y="104547"/>
                </a:cubicBezTo>
                <a:cubicBezTo>
                  <a:pt x="386908" y="104547"/>
                  <a:pt x="390189" y="102907"/>
                  <a:pt x="393923" y="99625"/>
                </a:cubicBezTo>
                <a:close/>
                <a:moveTo>
                  <a:pt x="469449" y="38187"/>
                </a:moveTo>
                <a:lnTo>
                  <a:pt x="469449" y="48540"/>
                </a:lnTo>
                <a:cubicBezTo>
                  <a:pt x="473522" y="44097"/>
                  <a:pt x="477425" y="40865"/>
                  <a:pt x="481159" y="38845"/>
                </a:cubicBezTo>
                <a:cubicBezTo>
                  <a:pt x="484893" y="36822"/>
                  <a:pt x="488910" y="35811"/>
                  <a:pt x="493209" y="35811"/>
                </a:cubicBezTo>
                <a:cubicBezTo>
                  <a:pt x="498357" y="35811"/>
                  <a:pt x="502629" y="37241"/>
                  <a:pt x="506023" y="40102"/>
                </a:cubicBezTo>
                <a:cubicBezTo>
                  <a:pt x="509417" y="42962"/>
                  <a:pt x="511680" y="46516"/>
                  <a:pt x="512812" y="50765"/>
                </a:cubicBezTo>
                <a:cubicBezTo>
                  <a:pt x="513717" y="53995"/>
                  <a:pt x="514170" y="60198"/>
                  <a:pt x="514170" y="69376"/>
                </a:cubicBezTo>
                <a:lnTo>
                  <a:pt x="514170" y="100304"/>
                </a:lnTo>
                <a:cubicBezTo>
                  <a:pt x="514170" y="106414"/>
                  <a:pt x="514721" y="110219"/>
                  <a:pt x="515824" y="111718"/>
                </a:cubicBezTo>
                <a:cubicBezTo>
                  <a:pt x="516928" y="113217"/>
                  <a:pt x="519233" y="114165"/>
                  <a:pt x="522740" y="114561"/>
                </a:cubicBezTo>
                <a:lnTo>
                  <a:pt x="522740" y="117616"/>
                </a:lnTo>
                <a:lnTo>
                  <a:pt x="482602" y="117616"/>
                </a:lnTo>
                <a:lnTo>
                  <a:pt x="482602" y="114561"/>
                </a:lnTo>
                <a:cubicBezTo>
                  <a:pt x="485600" y="114165"/>
                  <a:pt x="487750" y="112920"/>
                  <a:pt x="489051" y="110827"/>
                </a:cubicBezTo>
                <a:cubicBezTo>
                  <a:pt x="489956" y="109413"/>
                  <a:pt x="490409" y="105905"/>
                  <a:pt x="490409" y="100304"/>
                </a:cubicBezTo>
                <a:lnTo>
                  <a:pt x="490409" y="65003"/>
                </a:lnTo>
                <a:cubicBezTo>
                  <a:pt x="490409" y="58497"/>
                  <a:pt x="490154" y="54395"/>
                  <a:pt x="489645" y="52698"/>
                </a:cubicBezTo>
                <a:cubicBezTo>
                  <a:pt x="489136" y="51001"/>
                  <a:pt x="488273" y="49685"/>
                  <a:pt x="487057" y="48752"/>
                </a:cubicBezTo>
                <a:cubicBezTo>
                  <a:pt x="485841" y="47818"/>
                  <a:pt x="484497" y="47352"/>
                  <a:pt x="483026" y="47352"/>
                </a:cubicBezTo>
                <a:cubicBezTo>
                  <a:pt x="478161" y="47352"/>
                  <a:pt x="473635" y="50859"/>
                  <a:pt x="469449" y="57874"/>
                </a:cubicBezTo>
                <a:lnTo>
                  <a:pt x="469449" y="100304"/>
                </a:lnTo>
                <a:cubicBezTo>
                  <a:pt x="469449" y="106244"/>
                  <a:pt x="470000" y="110007"/>
                  <a:pt x="471103" y="111591"/>
                </a:cubicBezTo>
                <a:cubicBezTo>
                  <a:pt x="472206" y="113175"/>
                  <a:pt x="474257" y="114165"/>
                  <a:pt x="477256" y="114561"/>
                </a:cubicBezTo>
                <a:lnTo>
                  <a:pt x="477256" y="117616"/>
                </a:lnTo>
                <a:lnTo>
                  <a:pt x="437117" y="117616"/>
                </a:lnTo>
                <a:lnTo>
                  <a:pt x="437117" y="114561"/>
                </a:lnTo>
                <a:cubicBezTo>
                  <a:pt x="440455" y="114221"/>
                  <a:pt x="442831" y="113146"/>
                  <a:pt x="444245" y="111336"/>
                </a:cubicBezTo>
                <a:cubicBezTo>
                  <a:pt x="445207" y="110091"/>
                  <a:pt x="445688" y="106414"/>
                  <a:pt x="445688" y="100304"/>
                </a:cubicBezTo>
                <a:lnTo>
                  <a:pt x="445688" y="55498"/>
                </a:lnTo>
                <a:cubicBezTo>
                  <a:pt x="445688" y="49429"/>
                  <a:pt x="445136" y="45650"/>
                  <a:pt x="444033" y="44162"/>
                </a:cubicBezTo>
                <a:cubicBezTo>
                  <a:pt x="442930" y="42673"/>
                  <a:pt x="440624" y="41700"/>
                  <a:pt x="437117" y="41242"/>
                </a:cubicBezTo>
                <a:lnTo>
                  <a:pt x="437117" y="38187"/>
                </a:lnTo>
                <a:lnTo>
                  <a:pt x="469449" y="38187"/>
                </a:lnTo>
                <a:close/>
                <a:moveTo>
                  <a:pt x="577449" y="105905"/>
                </a:moveTo>
                <a:cubicBezTo>
                  <a:pt x="567775" y="114504"/>
                  <a:pt x="559091" y="118804"/>
                  <a:pt x="551397" y="118804"/>
                </a:cubicBezTo>
                <a:cubicBezTo>
                  <a:pt x="546871" y="118804"/>
                  <a:pt x="543109" y="117314"/>
                  <a:pt x="540110" y="114335"/>
                </a:cubicBezTo>
                <a:cubicBezTo>
                  <a:pt x="537112" y="111355"/>
                  <a:pt x="535613" y="107623"/>
                  <a:pt x="535613" y="103139"/>
                </a:cubicBezTo>
                <a:cubicBezTo>
                  <a:pt x="535613" y="97065"/>
                  <a:pt x="538215" y="91601"/>
                  <a:pt x="543420" y="86748"/>
                </a:cubicBezTo>
                <a:cubicBezTo>
                  <a:pt x="548625" y="81895"/>
                  <a:pt x="559967" y="75439"/>
                  <a:pt x="577449" y="67379"/>
                </a:cubicBezTo>
                <a:lnTo>
                  <a:pt x="577449" y="59402"/>
                </a:lnTo>
                <a:cubicBezTo>
                  <a:pt x="577449" y="53405"/>
                  <a:pt x="577123" y="49629"/>
                  <a:pt x="576473" y="48073"/>
                </a:cubicBezTo>
                <a:cubicBezTo>
                  <a:pt x="575822" y="46517"/>
                  <a:pt x="574592" y="45160"/>
                  <a:pt x="572781" y="44000"/>
                </a:cubicBezTo>
                <a:cubicBezTo>
                  <a:pt x="570971" y="42840"/>
                  <a:pt x="568934" y="42260"/>
                  <a:pt x="566671" y="42260"/>
                </a:cubicBezTo>
                <a:cubicBezTo>
                  <a:pt x="562994" y="42260"/>
                  <a:pt x="559967" y="43080"/>
                  <a:pt x="557591" y="44721"/>
                </a:cubicBezTo>
                <a:cubicBezTo>
                  <a:pt x="556121" y="45739"/>
                  <a:pt x="555385" y="46927"/>
                  <a:pt x="555385" y="48285"/>
                </a:cubicBezTo>
                <a:cubicBezTo>
                  <a:pt x="555385" y="49473"/>
                  <a:pt x="556177" y="50944"/>
                  <a:pt x="557761" y="52698"/>
                </a:cubicBezTo>
                <a:cubicBezTo>
                  <a:pt x="559911" y="55131"/>
                  <a:pt x="560986" y="57478"/>
                  <a:pt x="560986" y="59741"/>
                </a:cubicBezTo>
                <a:cubicBezTo>
                  <a:pt x="560986" y="62513"/>
                  <a:pt x="559953" y="64875"/>
                  <a:pt x="557888" y="66827"/>
                </a:cubicBezTo>
                <a:cubicBezTo>
                  <a:pt x="555824" y="68779"/>
                  <a:pt x="553122" y="69755"/>
                  <a:pt x="549784" y="69755"/>
                </a:cubicBezTo>
                <a:cubicBezTo>
                  <a:pt x="546220" y="69755"/>
                  <a:pt x="543236" y="68680"/>
                  <a:pt x="540832" y="66530"/>
                </a:cubicBezTo>
                <a:cubicBezTo>
                  <a:pt x="538427" y="64380"/>
                  <a:pt x="537225" y="61863"/>
                  <a:pt x="537225" y="58978"/>
                </a:cubicBezTo>
                <a:cubicBezTo>
                  <a:pt x="537225" y="54904"/>
                  <a:pt x="538837" y="51015"/>
                  <a:pt x="542062" y="47309"/>
                </a:cubicBezTo>
                <a:cubicBezTo>
                  <a:pt x="545287" y="43604"/>
                  <a:pt x="549784" y="40761"/>
                  <a:pt x="555555" y="38781"/>
                </a:cubicBezTo>
                <a:cubicBezTo>
                  <a:pt x="561325" y="36801"/>
                  <a:pt x="567322" y="35811"/>
                  <a:pt x="573545" y="35811"/>
                </a:cubicBezTo>
                <a:cubicBezTo>
                  <a:pt x="581069" y="35811"/>
                  <a:pt x="587024" y="37413"/>
                  <a:pt x="591408" y="40619"/>
                </a:cubicBezTo>
                <a:cubicBezTo>
                  <a:pt x="595792" y="43822"/>
                  <a:pt x="598635" y="47295"/>
                  <a:pt x="599936" y="51038"/>
                </a:cubicBezTo>
                <a:cubicBezTo>
                  <a:pt x="600728" y="53419"/>
                  <a:pt x="601125" y="58891"/>
                  <a:pt x="601125" y="67453"/>
                </a:cubicBezTo>
                <a:lnTo>
                  <a:pt x="601125" y="98329"/>
                </a:lnTo>
                <a:cubicBezTo>
                  <a:pt x="601125" y="101958"/>
                  <a:pt x="601266" y="104241"/>
                  <a:pt x="601549" y="105178"/>
                </a:cubicBezTo>
                <a:cubicBezTo>
                  <a:pt x="601832" y="106114"/>
                  <a:pt x="602256" y="106808"/>
                  <a:pt x="602822" y="107263"/>
                </a:cubicBezTo>
                <a:cubicBezTo>
                  <a:pt x="603387" y="107715"/>
                  <a:pt x="604038" y="107942"/>
                  <a:pt x="604773" y="107942"/>
                </a:cubicBezTo>
                <a:cubicBezTo>
                  <a:pt x="606244" y="107942"/>
                  <a:pt x="607744" y="106895"/>
                  <a:pt x="609271" y="104802"/>
                </a:cubicBezTo>
                <a:lnTo>
                  <a:pt x="611817" y="106838"/>
                </a:lnTo>
                <a:cubicBezTo>
                  <a:pt x="608988" y="111025"/>
                  <a:pt x="606061" y="114066"/>
                  <a:pt x="603034" y="115961"/>
                </a:cubicBezTo>
                <a:cubicBezTo>
                  <a:pt x="600007" y="117856"/>
                  <a:pt x="596570" y="118804"/>
                  <a:pt x="592723" y="118804"/>
                </a:cubicBezTo>
                <a:cubicBezTo>
                  <a:pt x="588198" y="118804"/>
                  <a:pt x="584662" y="117736"/>
                  <a:pt x="582116" y="115600"/>
                </a:cubicBezTo>
                <a:cubicBezTo>
                  <a:pt x="579570" y="113465"/>
                  <a:pt x="578014" y="110233"/>
                  <a:pt x="577449" y="105905"/>
                </a:cubicBezTo>
                <a:moveTo>
                  <a:pt x="577449" y="99625"/>
                </a:moveTo>
                <a:lnTo>
                  <a:pt x="577449" y="73080"/>
                </a:lnTo>
                <a:cubicBezTo>
                  <a:pt x="570603" y="77116"/>
                  <a:pt x="565512" y="81437"/>
                  <a:pt x="562174" y="86043"/>
                </a:cubicBezTo>
                <a:cubicBezTo>
                  <a:pt x="559967" y="89112"/>
                  <a:pt x="558864" y="92210"/>
                  <a:pt x="558864" y="95337"/>
                </a:cubicBezTo>
                <a:cubicBezTo>
                  <a:pt x="558864" y="97952"/>
                  <a:pt x="559798" y="100255"/>
                  <a:pt x="561665" y="102245"/>
                </a:cubicBezTo>
                <a:cubicBezTo>
                  <a:pt x="563079" y="103780"/>
                  <a:pt x="565059" y="104547"/>
                  <a:pt x="567605" y="104547"/>
                </a:cubicBezTo>
                <a:cubicBezTo>
                  <a:pt x="570434" y="104547"/>
                  <a:pt x="573715" y="102907"/>
                  <a:pt x="577449" y="99625"/>
                </a:cubicBezTo>
                <a:close/>
                <a:moveTo>
                  <a:pt x="652040" y="8995"/>
                </a:moveTo>
                <a:lnTo>
                  <a:pt x="652040" y="38187"/>
                </a:lnTo>
                <a:lnTo>
                  <a:pt x="670879" y="38187"/>
                </a:lnTo>
                <a:lnTo>
                  <a:pt x="670879" y="46503"/>
                </a:lnTo>
                <a:lnTo>
                  <a:pt x="652040" y="46503"/>
                </a:lnTo>
                <a:lnTo>
                  <a:pt x="652040" y="95600"/>
                </a:lnTo>
                <a:cubicBezTo>
                  <a:pt x="652040" y="100195"/>
                  <a:pt x="652253" y="103159"/>
                  <a:pt x="652677" y="104492"/>
                </a:cubicBezTo>
                <a:cubicBezTo>
                  <a:pt x="653101" y="105825"/>
                  <a:pt x="653851" y="106903"/>
                  <a:pt x="654926" y="107727"/>
                </a:cubicBezTo>
                <a:cubicBezTo>
                  <a:pt x="656000" y="108549"/>
                  <a:pt x="656991" y="108960"/>
                  <a:pt x="657896" y="108960"/>
                </a:cubicBezTo>
                <a:cubicBezTo>
                  <a:pt x="661573" y="108960"/>
                  <a:pt x="665052" y="106131"/>
                  <a:pt x="668333" y="100474"/>
                </a:cubicBezTo>
                <a:lnTo>
                  <a:pt x="670879" y="102359"/>
                </a:lnTo>
                <a:cubicBezTo>
                  <a:pt x="666297" y="113322"/>
                  <a:pt x="658857" y="118804"/>
                  <a:pt x="648561" y="118804"/>
                </a:cubicBezTo>
                <a:cubicBezTo>
                  <a:pt x="643526" y="118804"/>
                  <a:pt x="639269" y="117399"/>
                  <a:pt x="635790" y="114590"/>
                </a:cubicBezTo>
                <a:cubicBezTo>
                  <a:pt x="632310" y="111779"/>
                  <a:pt x="630090" y="108642"/>
                  <a:pt x="629128" y="105178"/>
                </a:cubicBezTo>
                <a:cubicBezTo>
                  <a:pt x="628562" y="103248"/>
                  <a:pt x="628280" y="98025"/>
                  <a:pt x="628280" y="89509"/>
                </a:cubicBezTo>
                <a:lnTo>
                  <a:pt x="628280" y="46503"/>
                </a:lnTo>
                <a:lnTo>
                  <a:pt x="617927" y="46503"/>
                </a:lnTo>
                <a:lnTo>
                  <a:pt x="617927" y="43525"/>
                </a:lnTo>
                <a:cubicBezTo>
                  <a:pt x="625055" y="38480"/>
                  <a:pt x="631122" y="33178"/>
                  <a:pt x="636129" y="27622"/>
                </a:cubicBezTo>
                <a:cubicBezTo>
                  <a:pt x="641136" y="22065"/>
                  <a:pt x="645506" y="15856"/>
                  <a:pt x="649240" y="8995"/>
                </a:cubicBezTo>
                <a:lnTo>
                  <a:pt x="652040" y="8995"/>
                </a:lnTo>
                <a:close/>
                <a:moveTo>
                  <a:pt x="697524" y="0"/>
                </a:moveTo>
                <a:cubicBezTo>
                  <a:pt x="701201" y="0"/>
                  <a:pt x="704313" y="1291"/>
                  <a:pt x="706858" y="3874"/>
                </a:cubicBezTo>
                <a:cubicBezTo>
                  <a:pt x="709404" y="6456"/>
                  <a:pt x="710677" y="9563"/>
                  <a:pt x="710677" y="13196"/>
                </a:cubicBezTo>
                <a:cubicBezTo>
                  <a:pt x="710677" y="16829"/>
                  <a:pt x="709390" y="19923"/>
                  <a:pt x="706816" y="22477"/>
                </a:cubicBezTo>
                <a:cubicBezTo>
                  <a:pt x="704242" y="25030"/>
                  <a:pt x="701145" y="26307"/>
                  <a:pt x="697524" y="26307"/>
                </a:cubicBezTo>
                <a:cubicBezTo>
                  <a:pt x="693903" y="26307"/>
                  <a:pt x="690820" y="25030"/>
                  <a:pt x="688274" y="22477"/>
                </a:cubicBezTo>
                <a:cubicBezTo>
                  <a:pt x="685728" y="19923"/>
                  <a:pt x="684455" y="16829"/>
                  <a:pt x="684455" y="13196"/>
                </a:cubicBezTo>
                <a:cubicBezTo>
                  <a:pt x="684455" y="9563"/>
                  <a:pt x="685728" y="6456"/>
                  <a:pt x="688274" y="3874"/>
                </a:cubicBezTo>
                <a:cubicBezTo>
                  <a:pt x="690820" y="1291"/>
                  <a:pt x="693903" y="0"/>
                  <a:pt x="697524" y="0"/>
                </a:cubicBezTo>
                <a:moveTo>
                  <a:pt x="709404" y="38187"/>
                </a:moveTo>
                <a:lnTo>
                  <a:pt x="709404" y="101153"/>
                </a:lnTo>
                <a:cubicBezTo>
                  <a:pt x="709404" y="106754"/>
                  <a:pt x="710055" y="110332"/>
                  <a:pt x="711356" y="111888"/>
                </a:cubicBezTo>
                <a:cubicBezTo>
                  <a:pt x="712657" y="113443"/>
                  <a:pt x="715203" y="114334"/>
                  <a:pt x="718993" y="114561"/>
                </a:cubicBezTo>
                <a:lnTo>
                  <a:pt x="718993" y="117616"/>
                </a:lnTo>
                <a:lnTo>
                  <a:pt x="676139" y="117616"/>
                </a:lnTo>
                <a:lnTo>
                  <a:pt x="676139" y="114561"/>
                </a:lnTo>
                <a:cubicBezTo>
                  <a:pt x="679647" y="114448"/>
                  <a:pt x="682249" y="113429"/>
                  <a:pt x="683946" y="111506"/>
                </a:cubicBezTo>
                <a:cubicBezTo>
                  <a:pt x="685078" y="110205"/>
                  <a:pt x="685643" y="106754"/>
                  <a:pt x="685643" y="101153"/>
                </a:cubicBezTo>
                <a:lnTo>
                  <a:pt x="685643" y="54819"/>
                </a:lnTo>
                <a:cubicBezTo>
                  <a:pt x="685643" y="49148"/>
                  <a:pt x="684993" y="45525"/>
                  <a:pt x="683692" y="43949"/>
                </a:cubicBezTo>
                <a:cubicBezTo>
                  <a:pt x="682391" y="42374"/>
                  <a:pt x="679873" y="41472"/>
                  <a:pt x="676139" y="41242"/>
                </a:cubicBezTo>
                <a:lnTo>
                  <a:pt x="676139" y="38187"/>
                </a:lnTo>
                <a:lnTo>
                  <a:pt x="709404" y="38187"/>
                </a:lnTo>
                <a:close/>
                <a:moveTo>
                  <a:pt x="764168" y="35811"/>
                </a:moveTo>
                <a:cubicBezTo>
                  <a:pt x="771070" y="35811"/>
                  <a:pt x="777491" y="37595"/>
                  <a:pt x="783431" y="41162"/>
                </a:cubicBezTo>
                <a:cubicBezTo>
                  <a:pt x="789371" y="44730"/>
                  <a:pt x="793883" y="49799"/>
                  <a:pt x="796966" y="56368"/>
                </a:cubicBezTo>
                <a:cubicBezTo>
                  <a:pt x="800050" y="62938"/>
                  <a:pt x="801591" y="70130"/>
                  <a:pt x="801591" y="77944"/>
                </a:cubicBezTo>
                <a:cubicBezTo>
                  <a:pt x="801591" y="89212"/>
                  <a:pt x="798734" y="98642"/>
                  <a:pt x="793020" y="106231"/>
                </a:cubicBezTo>
                <a:cubicBezTo>
                  <a:pt x="786118" y="115405"/>
                  <a:pt x="776586" y="119992"/>
                  <a:pt x="764423" y="119992"/>
                </a:cubicBezTo>
                <a:cubicBezTo>
                  <a:pt x="752486" y="119992"/>
                  <a:pt x="743292" y="115801"/>
                  <a:pt x="736843" y="107419"/>
                </a:cubicBezTo>
                <a:cubicBezTo>
                  <a:pt x="730394" y="99038"/>
                  <a:pt x="727169" y="89326"/>
                  <a:pt x="727169" y="78283"/>
                </a:cubicBezTo>
                <a:cubicBezTo>
                  <a:pt x="727169" y="66901"/>
                  <a:pt x="730464" y="56977"/>
                  <a:pt x="737055" y="48511"/>
                </a:cubicBezTo>
                <a:cubicBezTo>
                  <a:pt x="743646" y="40044"/>
                  <a:pt x="752684" y="35811"/>
                  <a:pt x="764168" y="35811"/>
                </a:cubicBezTo>
                <a:moveTo>
                  <a:pt x="764507" y="41751"/>
                </a:moveTo>
                <a:cubicBezTo>
                  <a:pt x="761622" y="41751"/>
                  <a:pt x="759147" y="42842"/>
                  <a:pt x="757082" y="45023"/>
                </a:cubicBezTo>
                <a:cubicBezTo>
                  <a:pt x="755017" y="47203"/>
                  <a:pt x="753660" y="51507"/>
                  <a:pt x="753009" y="57935"/>
                </a:cubicBezTo>
                <a:cubicBezTo>
                  <a:pt x="752358" y="64364"/>
                  <a:pt x="752033" y="73299"/>
                  <a:pt x="752033" y="84740"/>
                </a:cubicBezTo>
                <a:cubicBezTo>
                  <a:pt x="752033" y="90801"/>
                  <a:pt x="752429" y="96465"/>
                  <a:pt x="753221" y="101734"/>
                </a:cubicBezTo>
                <a:cubicBezTo>
                  <a:pt x="753843" y="105754"/>
                  <a:pt x="755173" y="108812"/>
                  <a:pt x="757209" y="110909"/>
                </a:cubicBezTo>
                <a:cubicBezTo>
                  <a:pt x="759246" y="113004"/>
                  <a:pt x="761566" y="114052"/>
                  <a:pt x="764168" y="114052"/>
                </a:cubicBezTo>
                <a:cubicBezTo>
                  <a:pt x="766714" y="114052"/>
                  <a:pt x="768835" y="113344"/>
                  <a:pt x="770532" y="111927"/>
                </a:cubicBezTo>
                <a:cubicBezTo>
                  <a:pt x="772739" y="110002"/>
                  <a:pt x="774210" y="107311"/>
                  <a:pt x="774945" y="103855"/>
                </a:cubicBezTo>
                <a:cubicBezTo>
                  <a:pt x="776077" y="98475"/>
                  <a:pt x="776642" y="87601"/>
                  <a:pt x="776642" y="71232"/>
                </a:cubicBezTo>
                <a:cubicBezTo>
                  <a:pt x="776642" y="61604"/>
                  <a:pt x="776105" y="54992"/>
                  <a:pt x="775030" y="51396"/>
                </a:cubicBezTo>
                <a:cubicBezTo>
                  <a:pt x="773955" y="47798"/>
                  <a:pt x="772371" y="45178"/>
                  <a:pt x="770278" y="43536"/>
                </a:cubicBezTo>
                <a:cubicBezTo>
                  <a:pt x="768807" y="42346"/>
                  <a:pt x="766883" y="41751"/>
                  <a:pt x="764507" y="41751"/>
                </a:cubicBezTo>
                <a:close/>
                <a:moveTo>
                  <a:pt x="846058" y="38187"/>
                </a:moveTo>
                <a:lnTo>
                  <a:pt x="846058" y="48540"/>
                </a:lnTo>
                <a:cubicBezTo>
                  <a:pt x="850131" y="44097"/>
                  <a:pt x="854035" y="40865"/>
                  <a:pt x="857768" y="38845"/>
                </a:cubicBezTo>
                <a:cubicBezTo>
                  <a:pt x="861502" y="36822"/>
                  <a:pt x="865519" y="35811"/>
                  <a:pt x="869818" y="35811"/>
                </a:cubicBezTo>
                <a:cubicBezTo>
                  <a:pt x="874967" y="35811"/>
                  <a:pt x="879238" y="37241"/>
                  <a:pt x="882632" y="40102"/>
                </a:cubicBezTo>
                <a:cubicBezTo>
                  <a:pt x="886027" y="42962"/>
                  <a:pt x="888290" y="46516"/>
                  <a:pt x="889421" y="50765"/>
                </a:cubicBezTo>
                <a:cubicBezTo>
                  <a:pt x="890326" y="53995"/>
                  <a:pt x="890779" y="60198"/>
                  <a:pt x="890779" y="69376"/>
                </a:cubicBezTo>
                <a:lnTo>
                  <a:pt x="890779" y="100304"/>
                </a:lnTo>
                <a:cubicBezTo>
                  <a:pt x="890779" y="106414"/>
                  <a:pt x="891330" y="110219"/>
                  <a:pt x="892434" y="111718"/>
                </a:cubicBezTo>
                <a:cubicBezTo>
                  <a:pt x="893537" y="113217"/>
                  <a:pt x="895842" y="114165"/>
                  <a:pt x="899350" y="114561"/>
                </a:cubicBezTo>
                <a:lnTo>
                  <a:pt x="899350" y="117616"/>
                </a:lnTo>
                <a:lnTo>
                  <a:pt x="859211" y="117616"/>
                </a:lnTo>
                <a:lnTo>
                  <a:pt x="859211" y="114561"/>
                </a:lnTo>
                <a:cubicBezTo>
                  <a:pt x="862209" y="114165"/>
                  <a:pt x="864359" y="112920"/>
                  <a:pt x="865660" y="110827"/>
                </a:cubicBezTo>
                <a:cubicBezTo>
                  <a:pt x="866565" y="109413"/>
                  <a:pt x="867018" y="105905"/>
                  <a:pt x="867018" y="100304"/>
                </a:cubicBezTo>
                <a:lnTo>
                  <a:pt x="867018" y="65003"/>
                </a:lnTo>
                <a:cubicBezTo>
                  <a:pt x="867018" y="58497"/>
                  <a:pt x="866763" y="54395"/>
                  <a:pt x="866254" y="52698"/>
                </a:cubicBezTo>
                <a:cubicBezTo>
                  <a:pt x="865745" y="51001"/>
                  <a:pt x="864882" y="49685"/>
                  <a:pt x="863666" y="48752"/>
                </a:cubicBezTo>
                <a:cubicBezTo>
                  <a:pt x="862450" y="47818"/>
                  <a:pt x="861106" y="47352"/>
                  <a:pt x="859635" y="47352"/>
                </a:cubicBezTo>
                <a:cubicBezTo>
                  <a:pt x="854770" y="47352"/>
                  <a:pt x="850244" y="50859"/>
                  <a:pt x="846058" y="57874"/>
                </a:cubicBezTo>
                <a:lnTo>
                  <a:pt x="846058" y="100304"/>
                </a:lnTo>
                <a:cubicBezTo>
                  <a:pt x="846058" y="106244"/>
                  <a:pt x="846609" y="110007"/>
                  <a:pt x="847712" y="111591"/>
                </a:cubicBezTo>
                <a:cubicBezTo>
                  <a:pt x="848816" y="113175"/>
                  <a:pt x="850866" y="114165"/>
                  <a:pt x="853865" y="114561"/>
                </a:cubicBezTo>
                <a:lnTo>
                  <a:pt x="853865" y="117616"/>
                </a:lnTo>
                <a:lnTo>
                  <a:pt x="813726" y="117616"/>
                </a:lnTo>
                <a:lnTo>
                  <a:pt x="813726" y="114561"/>
                </a:lnTo>
                <a:cubicBezTo>
                  <a:pt x="817064" y="114221"/>
                  <a:pt x="819440" y="113146"/>
                  <a:pt x="820854" y="111336"/>
                </a:cubicBezTo>
                <a:cubicBezTo>
                  <a:pt x="821816" y="110091"/>
                  <a:pt x="822297" y="106414"/>
                  <a:pt x="822297" y="100304"/>
                </a:cubicBezTo>
                <a:lnTo>
                  <a:pt x="822297" y="55498"/>
                </a:lnTo>
                <a:cubicBezTo>
                  <a:pt x="822297" y="49429"/>
                  <a:pt x="821745" y="45650"/>
                  <a:pt x="820642" y="44162"/>
                </a:cubicBezTo>
                <a:cubicBezTo>
                  <a:pt x="819539" y="42673"/>
                  <a:pt x="817234" y="41700"/>
                  <a:pt x="813726" y="41242"/>
                </a:cubicBezTo>
                <a:lnTo>
                  <a:pt x="813726" y="38187"/>
                </a:lnTo>
                <a:lnTo>
                  <a:pt x="846058" y="38187"/>
                </a:lnTo>
                <a:close/>
                <a:moveTo>
                  <a:pt x="913071" y="148165"/>
                </a:moveTo>
                <a:lnTo>
                  <a:pt x="913071" y="144431"/>
                </a:lnTo>
                <a:cubicBezTo>
                  <a:pt x="919633" y="141603"/>
                  <a:pt x="924399" y="137940"/>
                  <a:pt x="927369" y="133442"/>
                </a:cubicBezTo>
                <a:cubicBezTo>
                  <a:pt x="930339" y="128944"/>
                  <a:pt x="931825" y="124348"/>
                  <a:pt x="931825" y="119652"/>
                </a:cubicBezTo>
                <a:cubicBezTo>
                  <a:pt x="931825" y="118691"/>
                  <a:pt x="931627" y="117955"/>
                  <a:pt x="931231" y="117446"/>
                </a:cubicBezTo>
                <a:cubicBezTo>
                  <a:pt x="930835" y="116993"/>
                  <a:pt x="930438" y="116767"/>
                  <a:pt x="930042" y="116767"/>
                </a:cubicBezTo>
                <a:cubicBezTo>
                  <a:pt x="929703" y="116767"/>
                  <a:pt x="929194" y="116965"/>
                  <a:pt x="928515" y="117361"/>
                </a:cubicBezTo>
                <a:cubicBezTo>
                  <a:pt x="926874" y="118323"/>
                  <a:pt x="924838" y="118804"/>
                  <a:pt x="922405" y="118804"/>
                </a:cubicBezTo>
                <a:cubicBezTo>
                  <a:pt x="919067" y="118804"/>
                  <a:pt x="916168" y="117503"/>
                  <a:pt x="913707" y="114900"/>
                </a:cubicBezTo>
                <a:cubicBezTo>
                  <a:pt x="911246" y="112298"/>
                  <a:pt x="910016" y="109243"/>
                  <a:pt x="910016" y="105735"/>
                </a:cubicBezTo>
                <a:cubicBezTo>
                  <a:pt x="910016" y="102001"/>
                  <a:pt x="911430" y="98720"/>
                  <a:pt x="914259" y="95892"/>
                </a:cubicBezTo>
                <a:cubicBezTo>
                  <a:pt x="917087" y="93063"/>
                  <a:pt x="920510" y="91649"/>
                  <a:pt x="924527" y="91649"/>
                </a:cubicBezTo>
                <a:cubicBezTo>
                  <a:pt x="929392" y="91649"/>
                  <a:pt x="933550" y="93530"/>
                  <a:pt x="937001" y="97292"/>
                </a:cubicBezTo>
                <a:cubicBezTo>
                  <a:pt x="940452" y="101054"/>
                  <a:pt x="942177" y="106216"/>
                  <a:pt x="942177" y="112779"/>
                </a:cubicBezTo>
                <a:cubicBezTo>
                  <a:pt x="942177" y="120869"/>
                  <a:pt x="939731" y="128053"/>
                  <a:pt x="934837" y="134333"/>
                </a:cubicBezTo>
                <a:cubicBezTo>
                  <a:pt x="929943" y="140613"/>
                  <a:pt x="922688" y="145223"/>
                  <a:pt x="913071" y="14816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Justif">
            <a:extLst xmlns:a="http://schemas.openxmlformats.org/drawingml/2006/main">
              <a:ext uri="{FF2B5EF4-FFF2-40B4-BE49-F238E27FC236}">
                <a16:creationId xmlns:a16="http://schemas.microsoft.com/office/drawing/2014/main" id="{A17C27B1-56DB-41A1-9652-66FB18AB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50" y="3428290"/>
            <a:ext cx="426224" cy="120161"/>
          </a:xfrm>
          <a:custGeom xmlns:a="http://schemas.openxmlformats.org/drawingml/2006/main">
            <a:pathLst>
              <a:path w="426224" h="120161">
                <a:moveTo>
                  <a:pt x="22827" y="5601"/>
                </a:moveTo>
                <a:lnTo>
                  <a:pt x="22827" y="2546"/>
                </a:lnTo>
                <a:lnTo>
                  <a:pt x="84011" y="2546"/>
                </a:lnTo>
                <a:lnTo>
                  <a:pt x="84011" y="5601"/>
                </a:lnTo>
                <a:lnTo>
                  <a:pt x="80277" y="5601"/>
                </a:lnTo>
                <a:cubicBezTo>
                  <a:pt x="76883" y="5601"/>
                  <a:pt x="74167" y="6197"/>
                  <a:pt x="72131" y="7391"/>
                </a:cubicBezTo>
                <a:cubicBezTo>
                  <a:pt x="70717" y="8188"/>
                  <a:pt x="69585" y="9553"/>
                  <a:pt x="68736" y="11485"/>
                </a:cubicBezTo>
                <a:cubicBezTo>
                  <a:pt x="68114" y="12850"/>
                  <a:pt x="67803" y="16433"/>
                  <a:pt x="67803" y="22233"/>
                </a:cubicBezTo>
                <a:lnTo>
                  <a:pt x="67803" y="78532"/>
                </a:lnTo>
                <a:cubicBezTo>
                  <a:pt x="67803" y="89554"/>
                  <a:pt x="66700" y="97566"/>
                  <a:pt x="64493" y="102569"/>
                </a:cubicBezTo>
                <a:cubicBezTo>
                  <a:pt x="62287" y="107570"/>
                  <a:pt x="58369" y="111753"/>
                  <a:pt x="52740" y="115118"/>
                </a:cubicBezTo>
                <a:cubicBezTo>
                  <a:pt x="47111" y="118480"/>
                  <a:pt x="40337" y="120161"/>
                  <a:pt x="32416" y="120161"/>
                </a:cubicBezTo>
                <a:cubicBezTo>
                  <a:pt x="22742" y="120161"/>
                  <a:pt x="14921" y="117616"/>
                  <a:pt x="8953" y="112524"/>
                </a:cubicBezTo>
                <a:cubicBezTo>
                  <a:pt x="2984" y="107433"/>
                  <a:pt x="0" y="101803"/>
                  <a:pt x="0" y="95637"/>
                </a:cubicBezTo>
                <a:cubicBezTo>
                  <a:pt x="0" y="91677"/>
                  <a:pt x="1216" y="88466"/>
                  <a:pt x="3649" y="86005"/>
                </a:cubicBezTo>
                <a:cubicBezTo>
                  <a:pt x="6082" y="83544"/>
                  <a:pt x="9052" y="82314"/>
                  <a:pt x="12559" y="82314"/>
                </a:cubicBezTo>
                <a:cubicBezTo>
                  <a:pt x="16010" y="82314"/>
                  <a:pt x="18910" y="83415"/>
                  <a:pt x="21257" y="85616"/>
                </a:cubicBezTo>
                <a:cubicBezTo>
                  <a:pt x="23605" y="87815"/>
                  <a:pt x="24779" y="90522"/>
                  <a:pt x="24779" y="93738"/>
                </a:cubicBezTo>
                <a:cubicBezTo>
                  <a:pt x="24779" y="95319"/>
                  <a:pt x="24581" y="96701"/>
                  <a:pt x="24185" y="97886"/>
                </a:cubicBezTo>
                <a:cubicBezTo>
                  <a:pt x="23959" y="98450"/>
                  <a:pt x="23068" y="99875"/>
                  <a:pt x="21512" y="102161"/>
                </a:cubicBezTo>
                <a:cubicBezTo>
                  <a:pt x="19956" y="104445"/>
                  <a:pt x="19178" y="106066"/>
                  <a:pt x="19178" y="107024"/>
                </a:cubicBezTo>
                <a:cubicBezTo>
                  <a:pt x="19178" y="108491"/>
                  <a:pt x="19914" y="109761"/>
                  <a:pt x="21385" y="110832"/>
                </a:cubicBezTo>
                <a:cubicBezTo>
                  <a:pt x="23534" y="112413"/>
                  <a:pt x="26335" y="113203"/>
                  <a:pt x="29786" y="113203"/>
                </a:cubicBezTo>
                <a:cubicBezTo>
                  <a:pt x="32218" y="113203"/>
                  <a:pt x="34227" y="112582"/>
                  <a:pt x="35811" y="111341"/>
                </a:cubicBezTo>
                <a:cubicBezTo>
                  <a:pt x="37395" y="110099"/>
                  <a:pt x="38512" y="108164"/>
                  <a:pt x="39163" y="105539"/>
                </a:cubicBezTo>
                <a:cubicBezTo>
                  <a:pt x="39813" y="102912"/>
                  <a:pt x="40139" y="95613"/>
                  <a:pt x="40139" y="83643"/>
                </a:cubicBezTo>
                <a:lnTo>
                  <a:pt x="40139" y="22233"/>
                </a:lnTo>
                <a:cubicBezTo>
                  <a:pt x="40139" y="16320"/>
                  <a:pt x="39813" y="12624"/>
                  <a:pt x="39163" y="11146"/>
                </a:cubicBezTo>
                <a:cubicBezTo>
                  <a:pt x="38512" y="9666"/>
                  <a:pt x="37239" y="8372"/>
                  <a:pt x="35344" y="7263"/>
                </a:cubicBezTo>
                <a:cubicBezTo>
                  <a:pt x="33449" y="6155"/>
                  <a:pt x="30889" y="5601"/>
                  <a:pt x="27664" y="5601"/>
                </a:cubicBezTo>
                <a:lnTo>
                  <a:pt x="22827" y="5601"/>
                </a:lnTo>
                <a:close/>
                <a:moveTo>
                  <a:pt x="167513" y="38187"/>
                </a:moveTo>
                <a:lnTo>
                  <a:pt x="167513" y="100304"/>
                </a:lnTo>
                <a:cubicBezTo>
                  <a:pt x="167513" y="106395"/>
                  <a:pt x="168079" y="110194"/>
                  <a:pt x="169210" y="111702"/>
                </a:cubicBezTo>
                <a:cubicBezTo>
                  <a:pt x="170342" y="113210"/>
                  <a:pt x="172633" y="114163"/>
                  <a:pt x="176084" y="114561"/>
                </a:cubicBezTo>
                <a:lnTo>
                  <a:pt x="176084" y="117616"/>
                </a:lnTo>
                <a:lnTo>
                  <a:pt x="143753" y="117616"/>
                </a:lnTo>
                <a:lnTo>
                  <a:pt x="143753" y="107008"/>
                </a:lnTo>
                <a:cubicBezTo>
                  <a:pt x="139962" y="111534"/>
                  <a:pt x="136172" y="114829"/>
                  <a:pt x="132381" y="116894"/>
                </a:cubicBezTo>
                <a:cubicBezTo>
                  <a:pt x="128591" y="118959"/>
                  <a:pt x="124348" y="119992"/>
                  <a:pt x="119652" y="119992"/>
                </a:cubicBezTo>
                <a:cubicBezTo>
                  <a:pt x="115183" y="119992"/>
                  <a:pt x="111209" y="118620"/>
                  <a:pt x="107730" y="115876"/>
                </a:cubicBezTo>
                <a:cubicBezTo>
                  <a:pt x="104250" y="113132"/>
                  <a:pt x="101917" y="109922"/>
                  <a:pt x="100729" y="106244"/>
                </a:cubicBezTo>
                <a:cubicBezTo>
                  <a:pt x="99541" y="102567"/>
                  <a:pt x="98947" y="96146"/>
                  <a:pt x="98947" y="86981"/>
                </a:cubicBezTo>
                <a:lnTo>
                  <a:pt x="98947" y="55498"/>
                </a:lnTo>
                <a:cubicBezTo>
                  <a:pt x="98947" y="49429"/>
                  <a:pt x="98395" y="45650"/>
                  <a:pt x="97292" y="44162"/>
                </a:cubicBezTo>
                <a:cubicBezTo>
                  <a:pt x="96189" y="42673"/>
                  <a:pt x="93883" y="41700"/>
                  <a:pt x="90376" y="41242"/>
                </a:cubicBezTo>
                <a:lnTo>
                  <a:pt x="90376" y="38187"/>
                </a:lnTo>
                <a:lnTo>
                  <a:pt x="122707" y="38187"/>
                </a:lnTo>
                <a:lnTo>
                  <a:pt x="122707" y="92479"/>
                </a:lnTo>
                <a:cubicBezTo>
                  <a:pt x="122707" y="98143"/>
                  <a:pt x="122976" y="101796"/>
                  <a:pt x="123513" y="103439"/>
                </a:cubicBezTo>
                <a:cubicBezTo>
                  <a:pt x="124051" y="105081"/>
                  <a:pt x="124900" y="106328"/>
                  <a:pt x="126059" y="107178"/>
                </a:cubicBezTo>
                <a:cubicBezTo>
                  <a:pt x="127219" y="108027"/>
                  <a:pt x="128563" y="108451"/>
                  <a:pt x="130090" y="108451"/>
                </a:cubicBezTo>
                <a:cubicBezTo>
                  <a:pt x="132127" y="108451"/>
                  <a:pt x="133965" y="107913"/>
                  <a:pt x="135606" y="106838"/>
                </a:cubicBezTo>
                <a:cubicBezTo>
                  <a:pt x="137869" y="105368"/>
                  <a:pt x="140584" y="102398"/>
                  <a:pt x="143753" y="97928"/>
                </a:cubicBezTo>
                <a:lnTo>
                  <a:pt x="143753" y="55498"/>
                </a:lnTo>
                <a:cubicBezTo>
                  <a:pt x="143753" y="49429"/>
                  <a:pt x="143201" y="45650"/>
                  <a:pt x="142098" y="44162"/>
                </a:cubicBezTo>
                <a:cubicBezTo>
                  <a:pt x="140995" y="42673"/>
                  <a:pt x="138689" y="41700"/>
                  <a:pt x="135182" y="41242"/>
                </a:cubicBezTo>
                <a:lnTo>
                  <a:pt x="135182" y="38187"/>
                </a:lnTo>
                <a:lnTo>
                  <a:pt x="167513" y="38187"/>
                </a:lnTo>
                <a:close/>
                <a:moveTo>
                  <a:pt x="237666" y="36150"/>
                </a:moveTo>
                <a:lnTo>
                  <a:pt x="238939" y="63305"/>
                </a:lnTo>
                <a:lnTo>
                  <a:pt x="236054" y="63305"/>
                </a:lnTo>
                <a:cubicBezTo>
                  <a:pt x="232603" y="55207"/>
                  <a:pt x="229024" y="49675"/>
                  <a:pt x="225319" y="46710"/>
                </a:cubicBezTo>
                <a:cubicBezTo>
                  <a:pt x="221613" y="43743"/>
                  <a:pt x="217922" y="42260"/>
                  <a:pt x="214245" y="42260"/>
                </a:cubicBezTo>
                <a:cubicBezTo>
                  <a:pt x="211925" y="42260"/>
                  <a:pt x="209945" y="43038"/>
                  <a:pt x="208304" y="44594"/>
                </a:cubicBezTo>
                <a:cubicBezTo>
                  <a:pt x="206664" y="46150"/>
                  <a:pt x="205843" y="47946"/>
                  <a:pt x="205843" y="49982"/>
                </a:cubicBezTo>
                <a:cubicBezTo>
                  <a:pt x="205843" y="51510"/>
                  <a:pt x="206409" y="52981"/>
                  <a:pt x="207541" y="54395"/>
                </a:cubicBezTo>
                <a:cubicBezTo>
                  <a:pt x="209351" y="56715"/>
                  <a:pt x="214414" y="60689"/>
                  <a:pt x="222731" y="66318"/>
                </a:cubicBezTo>
                <a:cubicBezTo>
                  <a:pt x="231047" y="71947"/>
                  <a:pt x="236520" y="76727"/>
                  <a:pt x="239151" y="80659"/>
                </a:cubicBezTo>
                <a:cubicBezTo>
                  <a:pt x="241782" y="84591"/>
                  <a:pt x="243097" y="88990"/>
                  <a:pt x="243097" y="93855"/>
                </a:cubicBezTo>
                <a:cubicBezTo>
                  <a:pt x="243097" y="98268"/>
                  <a:pt x="241994" y="102596"/>
                  <a:pt x="239787" y="106838"/>
                </a:cubicBezTo>
                <a:cubicBezTo>
                  <a:pt x="237581" y="111081"/>
                  <a:pt x="234469" y="114334"/>
                  <a:pt x="230453" y="116597"/>
                </a:cubicBezTo>
                <a:cubicBezTo>
                  <a:pt x="226436" y="118860"/>
                  <a:pt x="221995" y="119992"/>
                  <a:pt x="217130" y="119992"/>
                </a:cubicBezTo>
                <a:cubicBezTo>
                  <a:pt x="213339" y="119992"/>
                  <a:pt x="208276" y="118782"/>
                  <a:pt x="201940" y="116361"/>
                </a:cubicBezTo>
                <a:cubicBezTo>
                  <a:pt x="200243" y="115727"/>
                  <a:pt x="199083" y="115409"/>
                  <a:pt x="198461" y="115409"/>
                </a:cubicBezTo>
                <a:cubicBezTo>
                  <a:pt x="196594" y="115409"/>
                  <a:pt x="195038" y="116824"/>
                  <a:pt x="193793" y="119652"/>
                </a:cubicBezTo>
                <a:lnTo>
                  <a:pt x="190993" y="119652"/>
                </a:lnTo>
                <a:lnTo>
                  <a:pt x="189635" y="91139"/>
                </a:lnTo>
                <a:lnTo>
                  <a:pt x="192520" y="91139"/>
                </a:lnTo>
                <a:cubicBezTo>
                  <a:pt x="195066" y="98607"/>
                  <a:pt x="198560" y="104208"/>
                  <a:pt x="203001" y="107942"/>
                </a:cubicBezTo>
                <a:cubicBezTo>
                  <a:pt x="207442" y="111676"/>
                  <a:pt x="211642" y="113542"/>
                  <a:pt x="215602" y="113542"/>
                </a:cubicBezTo>
                <a:cubicBezTo>
                  <a:pt x="218318" y="113542"/>
                  <a:pt x="220538" y="112708"/>
                  <a:pt x="222264" y="111039"/>
                </a:cubicBezTo>
                <a:cubicBezTo>
                  <a:pt x="223989" y="109370"/>
                  <a:pt x="224852" y="107348"/>
                  <a:pt x="224852" y="104972"/>
                </a:cubicBezTo>
                <a:cubicBezTo>
                  <a:pt x="224852" y="102256"/>
                  <a:pt x="224003" y="99908"/>
                  <a:pt x="222306" y="97928"/>
                </a:cubicBezTo>
                <a:cubicBezTo>
                  <a:pt x="220609" y="95948"/>
                  <a:pt x="216819" y="92950"/>
                  <a:pt x="210935" y="88933"/>
                </a:cubicBezTo>
                <a:cubicBezTo>
                  <a:pt x="202279" y="82936"/>
                  <a:pt x="196679" y="78354"/>
                  <a:pt x="194133" y="75186"/>
                </a:cubicBezTo>
                <a:cubicBezTo>
                  <a:pt x="190399" y="70547"/>
                  <a:pt x="188532" y="65427"/>
                  <a:pt x="188532" y="59826"/>
                </a:cubicBezTo>
                <a:cubicBezTo>
                  <a:pt x="188532" y="53716"/>
                  <a:pt x="190639" y="48186"/>
                  <a:pt x="194854" y="43236"/>
                </a:cubicBezTo>
                <a:cubicBezTo>
                  <a:pt x="199069" y="38286"/>
                  <a:pt x="205165" y="35811"/>
                  <a:pt x="213141" y="35811"/>
                </a:cubicBezTo>
                <a:cubicBezTo>
                  <a:pt x="217441" y="35811"/>
                  <a:pt x="221599" y="36898"/>
                  <a:pt x="225616" y="39073"/>
                </a:cubicBezTo>
                <a:cubicBezTo>
                  <a:pt x="227143" y="39953"/>
                  <a:pt x="228388" y="40393"/>
                  <a:pt x="229350" y="40393"/>
                </a:cubicBezTo>
                <a:cubicBezTo>
                  <a:pt x="230368" y="40393"/>
                  <a:pt x="231188" y="40181"/>
                  <a:pt x="231811" y="39757"/>
                </a:cubicBezTo>
                <a:cubicBezTo>
                  <a:pt x="232433" y="39333"/>
                  <a:pt x="233423" y="38130"/>
                  <a:pt x="234781" y="36150"/>
                </a:cubicBezTo>
                <a:lnTo>
                  <a:pt x="237666" y="36150"/>
                </a:lnTo>
                <a:close/>
                <a:moveTo>
                  <a:pt x="286602" y="8995"/>
                </a:moveTo>
                <a:lnTo>
                  <a:pt x="286602" y="38187"/>
                </a:lnTo>
                <a:lnTo>
                  <a:pt x="305441" y="38187"/>
                </a:lnTo>
                <a:lnTo>
                  <a:pt x="305441" y="46503"/>
                </a:lnTo>
                <a:lnTo>
                  <a:pt x="286602" y="46503"/>
                </a:lnTo>
                <a:lnTo>
                  <a:pt x="286602" y="95600"/>
                </a:lnTo>
                <a:cubicBezTo>
                  <a:pt x="286602" y="100195"/>
                  <a:pt x="286814" y="103159"/>
                  <a:pt x="287239" y="104492"/>
                </a:cubicBezTo>
                <a:cubicBezTo>
                  <a:pt x="287663" y="105825"/>
                  <a:pt x="288412" y="106903"/>
                  <a:pt x="289487" y="107727"/>
                </a:cubicBezTo>
                <a:cubicBezTo>
                  <a:pt x="290562" y="108549"/>
                  <a:pt x="291552" y="108960"/>
                  <a:pt x="292457" y="108960"/>
                </a:cubicBezTo>
                <a:cubicBezTo>
                  <a:pt x="296135" y="108960"/>
                  <a:pt x="299614" y="106131"/>
                  <a:pt x="302895" y="100474"/>
                </a:cubicBezTo>
                <a:lnTo>
                  <a:pt x="305441" y="102359"/>
                </a:lnTo>
                <a:cubicBezTo>
                  <a:pt x="300859" y="113322"/>
                  <a:pt x="293419" y="118804"/>
                  <a:pt x="283123" y="118804"/>
                </a:cubicBezTo>
                <a:cubicBezTo>
                  <a:pt x="278088" y="118804"/>
                  <a:pt x="273831" y="117399"/>
                  <a:pt x="270351" y="114590"/>
                </a:cubicBezTo>
                <a:cubicBezTo>
                  <a:pt x="266872" y="111779"/>
                  <a:pt x="264652" y="108642"/>
                  <a:pt x="263690" y="105178"/>
                </a:cubicBezTo>
                <a:cubicBezTo>
                  <a:pt x="263124" y="103248"/>
                  <a:pt x="262841" y="98025"/>
                  <a:pt x="262841" y="89509"/>
                </a:cubicBezTo>
                <a:lnTo>
                  <a:pt x="262841" y="46503"/>
                </a:lnTo>
                <a:lnTo>
                  <a:pt x="252488" y="46503"/>
                </a:lnTo>
                <a:lnTo>
                  <a:pt x="252488" y="43525"/>
                </a:lnTo>
                <a:cubicBezTo>
                  <a:pt x="259617" y="38480"/>
                  <a:pt x="265684" y="33178"/>
                  <a:pt x="270691" y="27622"/>
                </a:cubicBezTo>
                <a:cubicBezTo>
                  <a:pt x="275698" y="22065"/>
                  <a:pt x="280068" y="15856"/>
                  <a:pt x="283802" y="8995"/>
                </a:cubicBezTo>
                <a:lnTo>
                  <a:pt x="286602" y="8995"/>
                </a:lnTo>
                <a:close/>
                <a:moveTo>
                  <a:pt x="332086" y="0"/>
                </a:moveTo>
                <a:cubicBezTo>
                  <a:pt x="335763" y="0"/>
                  <a:pt x="338874" y="1291"/>
                  <a:pt x="341420" y="3874"/>
                </a:cubicBezTo>
                <a:cubicBezTo>
                  <a:pt x="343966" y="6456"/>
                  <a:pt x="345239" y="9563"/>
                  <a:pt x="345239" y="13196"/>
                </a:cubicBezTo>
                <a:cubicBezTo>
                  <a:pt x="345239" y="16829"/>
                  <a:pt x="343952" y="19923"/>
                  <a:pt x="341378" y="22477"/>
                </a:cubicBezTo>
                <a:cubicBezTo>
                  <a:pt x="338804" y="25030"/>
                  <a:pt x="335706" y="26307"/>
                  <a:pt x="332086" y="26307"/>
                </a:cubicBezTo>
                <a:cubicBezTo>
                  <a:pt x="328465" y="26307"/>
                  <a:pt x="325382" y="25030"/>
                  <a:pt x="322836" y="22477"/>
                </a:cubicBezTo>
                <a:cubicBezTo>
                  <a:pt x="320290" y="19923"/>
                  <a:pt x="319017" y="16829"/>
                  <a:pt x="319017" y="13196"/>
                </a:cubicBezTo>
                <a:cubicBezTo>
                  <a:pt x="319017" y="9563"/>
                  <a:pt x="320290" y="6456"/>
                  <a:pt x="322836" y="3874"/>
                </a:cubicBezTo>
                <a:cubicBezTo>
                  <a:pt x="325382" y="1291"/>
                  <a:pt x="328465" y="0"/>
                  <a:pt x="332086" y="0"/>
                </a:cubicBezTo>
                <a:moveTo>
                  <a:pt x="343966" y="38187"/>
                </a:moveTo>
                <a:lnTo>
                  <a:pt x="343966" y="101153"/>
                </a:lnTo>
                <a:cubicBezTo>
                  <a:pt x="343966" y="106754"/>
                  <a:pt x="344617" y="110332"/>
                  <a:pt x="345918" y="111888"/>
                </a:cubicBezTo>
                <a:cubicBezTo>
                  <a:pt x="347219" y="113443"/>
                  <a:pt x="349765" y="114334"/>
                  <a:pt x="353555" y="114561"/>
                </a:cubicBezTo>
                <a:lnTo>
                  <a:pt x="353555" y="117616"/>
                </a:lnTo>
                <a:lnTo>
                  <a:pt x="310701" y="117616"/>
                </a:lnTo>
                <a:lnTo>
                  <a:pt x="310701" y="114561"/>
                </a:lnTo>
                <a:cubicBezTo>
                  <a:pt x="314208" y="114448"/>
                  <a:pt x="316811" y="113429"/>
                  <a:pt x="318508" y="111506"/>
                </a:cubicBezTo>
                <a:cubicBezTo>
                  <a:pt x="319639" y="110205"/>
                  <a:pt x="320205" y="106754"/>
                  <a:pt x="320205" y="101153"/>
                </a:cubicBezTo>
                <a:lnTo>
                  <a:pt x="320205" y="54819"/>
                </a:lnTo>
                <a:cubicBezTo>
                  <a:pt x="320205" y="49148"/>
                  <a:pt x="319555" y="45525"/>
                  <a:pt x="318253" y="43949"/>
                </a:cubicBezTo>
                <a:cubicBezTo>
                  <a:pt x="316952" y="42374"/>
                  <a:pt x="314435" y="41472"/>
                  <a:pt x="310701" y="41242"/>
                </a:cubicBezTo>
                <a:lnTo>
                  <a:pt x="310701" y="38187"/>
                </a:lnTo>
                <a:lnTo>
                  <a:pt x="343966" y="38187"/>
                </a:lnTo>
                <a:close/>
                <a:moveTo>
                  <a:pt x="396099" y="46503"/>
                </a:moveTo>
                <a:lnTo>
                  <a:pt x="396099" y="101662"/>
                </a:lnTo>
                <a:cubicBezTo>
                  <a:pt x="396099" y="106980"/>
                  <a:pt x="396665" y="110318"/>
                  <a:pt x="397796" y="111676"/>
                </a:cubicBezTo>
                <a:cubicBezTo>
                  <a:pt x="399607" y="113769"/>
                  <a:pt x="402944" y="114730"/>
                  <a:pt x="407810" y="114561"/>
                </a:cubicBezTo>
                <a:lnTo>
                  <a:pt x="407810" y="117616"/>
                </a:lnTo>
                <a:lnTo>
                  <a:pt x="361052" y="117616"/>
                </a:lnTo>
                <a:lnTo>
                  <a:pt x="361052" y="114561"/>
                </a:lnTo>
                <a:cubicBezTo>
                  <a:pt x="364616" y="114504"/>
                  <a:pt x="367148" y="114094"/>
                  <a:pt x="368647" y="113330"/>
                </a:cubicBezTo>
                <a:cubicBezTo>
                  <a:pt x="370146" y="112567"/>
                  <a:pt x="371179" y="111506"/>
                  <a:pt x="371744" y="110148"/>
                </a:cubicBezTo>
                <a:cubicBezTo>
                  <a:pt x="372310" y="108790"/>
                  <a:pt x="372593" y="105962"/>
                  <a:pt x="372593" y="101662"/>
                </a:cubicBezTo>
                <a:lnTo>
                  <a:pt x="372593" y="46503"/>
                </a:lnTo>
                <a:lnTo>
                  <a:pt x="361052" y="46503"/>
                </a:lnTo>
                <a:lnTo>
                  <a:pt x="361052" y="38187"/>
                </a:lnTo>
                <a:lnTo>
                  <a:pt x="372593" y="38187"/>
                </a:lnTo>
                <a:lnTo>
                  <a:pt x="372593" y="32358"/>
                </a:lnTo>
                <a:lnTo>
                  <a:pt x="372508" y="28386"/>
                </a:lnTo>
                <a:cubicBezTo>
                  <a:pt x="372508" y="20276"/>
                  <a:pt x="375492" y="13518"/>
                  <a:pt x="381461" y="8112"/>
                </a:cubicBezTo>
                <a:cubicBezTo>
                  <a:pt x="387429" y="2704"/>
                  <a:pt x="395505" y="0"/>
                  <a:pt x="405688" y="0"/>
                </a:cubicBezTo>
                <a:cubicBezTo>
                  <a:pt x="412647" y="0"/>
                  <a:pt x="417809" y="1306"/>
                  <a:pt x="421175" y="3919"/>
                </a:cubicBezTo>
                <a:cubicBezTo>
                  <a:pt x="424541" y="6531"/>
                  <a:pt x="426224" y="9427"/>
                  <a:pt x="426224" y="12607"/>
                </a:cubicBezTo>
                <a:cubicBezTo>
                  <a:pt x="426224" y="15163"/>
                  <a:pt x="425178" y="17379"/>
                  <a:pt x="423084" y="19253"/>
                </a:cubicBezTo>
                <a:cubicBezTo>
                  <a:pt x="420991" y="21127"/>
                  <a:pt x="418219" y="22064"/>
                  <a:pt x="414768" y="22064"/>
                </a:cubicBezTo>
                <a:cubicBezTo>
                  <a:pt x="411826" y="22064"/>
                  <a:pt x="409493" y="21300"/>
                  <a:pt x="407767" y="19772"/>
                </a:cubicBezTo>
                <a:cubicBezTo>
                  <a:pt x="406042" y="18245"/>
                  <a:pt x="405179" y="16548"/>
                  <a:pt x="405179" y="14681"/>
                </a:cubicBezTo>
                <a:cubicBezTo>
                  <a:pt x="405179" y="14172"/>
                  <a:pt x="405349" y="13125"/>
                  <a:pt x="405688" y="11541"/>
                </a:cubicBezTo>
                <a:cubicBezTo>
                  <a:pt x="405914" y="10579"/>
                  <a:pt x="406028" y="9674"/>
                  <a:pt x="406028" y="8825"/>
                </a:cubicBezTo>
                <a:cubicBezTo>
                  <a:pt x="406028" y="7637"/>
                  <a:pt x="405688" y="6760"/>
                  <a:pt x="405009" y="6195"/>
                </a:cubicBezTo>
                <a:cubicBezTo>
                  <a:pt x="404104" y="5346"/>
                  <a:pt x="403001" y="4922"/>
                  <a:pt x="401700" y="4922"/>
                </a:cubicBezTo>
                <a:cubicBezTo>
                  <a:pt x="400059" y="4922"/>
                  <a:pt x="398687" y="5595"/>
                  <a:pt x="397584" y="6943"/>
                </a:cubicBezTo>
                <a:cubicBezTo>
                  <a:pt x="396481" y="8290"/>
                  <a:pt x="395929" y="10451"/>
                  <a:pt x="395929" y="13426"/>
                </a:cubicBezTo>
                <a:lnTo>
                  <a:pt x="396099" y="28166"/>
                </a:lnTo>
                <a:lnTo>
                  <a:pt x="396099" y="38187"/>
                </a:lnTo>
                <a:lnTo>
                  <a:pt x="407810" y="38187"/>
                </a:lnTo>
                <a:lnTo>
                  <a:pt x="407810" y="46503"/>
                </a:lnTo>
                <a:lnTo>
                  <a:pt x="396099" y="465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ication,Causal">
            <a:extLst xmlns:a="http://schemas.openxmlformats.org/drawingml/2006/main">
              <a:ext uri="{FF2B5EF4-FFF2-40B4-BE49-F238E27FC236}">
                <a16:creationId xmlns:a16="http://schemas.microsoft.com/office/drawing/2014/main" id="{9FE905F3-3027-48B8-A566-C3DA8122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38" y="3428290"/>
            <a:ext cx="1095429" cy="148165"/>
          </a:xfrm>
          <a:custGeom xmlns:a="http://schemas.openxmlformats.org/drawingml/2006/main">
            <a:pathLst>
              <a:path w="1095429" h="148165">
                <a:moveTo>
                  <a:pt x="21385" y="0"/>
                </a:moveTo>
                <a:cubicBezTo>
                  <a:pt x="25062" y="0"/>
                  <a:pt x="28173" y="1291"/>
                  <a:pt x="30719" y="3874"/>
                </a:cubicBezTo>
                <a:cubicBezTo>
                  <a:pt x="33265" y="6456"/>
                  <a:pt x="34538" y="9563"/>
                  <a:pt x="34538" y="13196"/>
                </a:cubicBezTo>
                <a:cubicBezTo>
                  <a:pt x="34538" y="16829"/>
                  <a:pt x="33251" y="19923"/>
                  <a:pt x="30677" y="22477"/>
                </a:cubicBezTo>
                <a:cubicBezTo>
                  <a:pt x="28103" y="25030"/>
                  <a:pt x="25005" y="26307"/>
                  <a:pt x="21385" y="26307"/>
                </a:cubicBezTo>
                <a:cubicBezTo>
                  <a:pt x="17764" y="26307"/>
                  <a:pt x="14681" y="25030"/>
                  <a:pt x="12135" y="22477"/>
                </a:cubicBezTo>
                <a:cubicBezTo>
                  <a:pt x="9589" y="19923"/>
                  <a:pt x="8316" y="16829"/>
                  <a:pt x="8316" y="13196"/>
                </a:cubicBezTo>
                <a:cubicBezTo>
                  <a:pt x="8316" y="9563"/>
                  <a:pt x="9589" y="6456"/>
                  <a:pt x="12135" y="3874"/>
                </a:cubicBezTo>
                <a:cubicBezTo>
                  <a:pt x="14681" y="1291"/>
                  <a:pt x="17764" y="0"/>
                  <a:pt x="21385" y="0"/>
                </a:cubicBezTo>
                <a:moveTo>
                  <a:pt x="33265" y="38187"/>
                </a:moveTo>
                <a:lnTo>
                  <a:pt x="33265" y="101153"/>
                </a:lnTo>
                <a:cubicBezTo>
                  <a:pt x="33265" y="106754"/>
                  <a:pt x="33916" y="110332"/>
                  <a:pt x="35217" y="111888"/>
                </a:cubicBezTo>
                <a:cubicBezTo>
                  <a:pt x="36518" y="113443"/>
                  <a:pt x="39064" y="114334"/>
                  <a:pt x="42854" y="114561"/>
                </a:cubicBezTo>
                <a:lnTo>
                  <a:pt x="42854" y="117616"/>
                </a:lnTo>
                <a:lnTo>
                  <a:pt x="0" y="117616"/>
                </a:lnTo>
                <a:lnTo>
                  <a:pt x="0" y="114561"/>
                </a:lnTo>
                <a:cubicBezTo>
                  <a:pt x="3508" y="114448"/>
                  <a:pt x="6110" y="113429"/>
                  <a:pt x="7807" y="111506"/>
                </a:cubicBezTo>
                <a:cubicBezTo>
                  <a:pt x="8939" y="110205"/>
                  <a:pt x="9504" y="106754"/>
                  <a:pt x="9504" y="101153"/>
                </a:cubicBezTo>
                <a:lnTo>
                  <a:pt x="9504" y="54819"/>
                </a:lnTo>
                <a:cubicBezTo>
                  <a:pt x="9504" y="49148"/>
                  <a:pt x="8854" y="45525"/>
                  <a:pt x="7553" y="43949"/>
                </a:cubicBezTo>
                <a:cubicBezTo>
                  <a:pt x="6251" y="42374"/>
                  <a:pt x="3734" y="41472"/>
                  <a:pt x="0" y="41242"/>
                </a:cubicBezTo>
                <a:lnTo>
                  <a:pt x="0" y="38187"/>
                </a:lnTo>
                <a:lnTo>
                  <a:pt x="33265" y="38187"/>
                </a:lnTo>
                <a:close/>
                <a:moveTo>
                  <a:pt x="115354" y="97098"/>
                </a:moveTo>
                <a:lnTo>
                  <a:pt x="117984" y="99132"/>
                </a:lnTo>
                <a:cubicBezTo>
                  <a:pt x="114251" y="106170"/>
                  <a:pt x="109597" y="111407"/>
                  <a:pt x="104025" y="114842"/>
                </a:cubicBezTo>
                <a:cubicBezTo>
                  <a:pt x="98452" y="118275"/>
                  <a:pt x="92526" y="119992"/>
                  <a:pt x="86247" y="119992"/>
                </a:cubicBezTo>
                <a:cubicBezTo>
                  <a:pt x="75668" y="119992"/>
                  <a:pt x="67210" y="116000"/>
                  <a:pt x="60874" y="108016"/>
                </a:cubicBezTo>
                <a:cubicBezTo>
                  <a:pt x="54538" y="100030"/>
                  <a:pt x="51369" y="90431"/>
                  <a:pt x="51369" y="79219"/>
                </a:cubicBezTo>
                <a:cubicBezTo>
                  <a:pt x="51369" y="68401"/>
                  <a:pt x="54255" y="58887"/>
                  <a:pt x="60025" y="50677"/>
                </a:cubicBezTo>
                <a:cubicBezTo>
                  <a:pt x="66984" y="40766"/>
                  <a:pt x="76573" y="35811"/>
                  <a:pt x="88793" y="35811"/>
                </a:cubicBezTo>
                <a:cubicBezTo>
                  <a:pt x="96996" y="35811"/>
                  <a:pt x="103516" y="37882"/>
                  <a:pt x="108353" y="42024"/>
                </a:cubicBezTo>
                <a:cubicBezTo>
                  <a:pt x="113190" y="46165"/>
                  <a:pt x="115608" y="50788"/>
                  <a:pt x="115608" y="55893"/>
                </a:cubicBezTo>
                <a:cubicBezTo>
                  <a:pt x="115608" y="59127"/>
                  <a:pt x="114632" y="61708"/>
                  <a:pt x="112681" y="63637"/>
                </a:cubicBezTo>
                <a:cubicBezTo>
                  <a:pt x="110729" y="65566"/>
                  <a:pt x="108169" y="66530"/>
                  <a:pt x="105001" y="66530"/>
                </a:cubicBezTo>
                <a:cubicBezTo>
                  <a:pt x="101663" y="66530"/>
                  <a:pt x="98905" y="65423"/>
                  <a:pt x="96727" y="63210"/>
                </a:cubicBezTo>
                <a:cubicBezTo>
                  <a:pt x="94549" y="60995"/>
                  <a:pt x="93205" y="57049"/>
                  <a:pt x="92696" y="51372"/>
                </a:cubicBezTo>
                <a:cubicBezTo>
                  <a:pt x="92357" y="47796"/>
                  <a:pt x="91536" y="45297"/>
                  <a:pt x="90235" y="43878"/>
                </a:cubicBezTo>
                <a:cubicBezTo>
                  <a:pt x="88934" y="42460"/>
                  <a:pt x="87407" y="41751"/>
                  <a:pt x="85653" y="41751"/>
                </a:cubicBezTo>
                <a:cubicBezTo>
                  <a:pt x="82937" y="41751"/>
                  <a:pt x="80618" y="43194"/>
                  <a:pt x="78694" y="46079"/>
                </a:cubicBezTo>
                <a:cubicBezTo>
                  <a:pt x="75752" y="50435"/>
                  <a:pt x="74282" y="57111"/>
                  <a:pt x="74282" y="66106"/>
                </a:cubicBezTo>
                <a:cubicBezTo>
                  <a:pt x="74282" y="73573"/>
                  <a:pt x="75470" y="80716"/>
                  <a:pt x="77846" y="87533"/>
                </a:cubicBezTo>
                <a:cubicBezTo>
                  <a:pt x="80222" y="94350"/>
                  <a:pt x="83475" y="99427"/>
                  <a:pt x="87605" y="102765"/>
                </a:cubicBezTo>
                <a:cubicBezTo>
                  <a:pt x="90716" y="105198"/>
                  <a:pt x="94393" y="106414"/>
                  <a:pt x="98636" y="106414"/>
                </a:cubicBezTo>
                <a:cubicBezTo>
                  <a:pt x="101408" y="106414"/>
                  <a:pt x="104039" y="105765"/>
                  <a:pt x="106528" y="104468"/>
                </a:cubicBezTo>
                <a:cubicBezTo>
                  <a:pt x="109018" y="103168"/>
                  <a:pt x="111959" y="100712"/>
                  <a:pt x="115354" y="97098"/>
                </a:cubicBezTo>
                <a:close/>
                <a:moveTo>
                  <a:pt x="171557" y="105905"/>
                </a:moveTo>
                <a:cubicBezTo>
                  <a:pt x="161883" y="114504"/>
                  <a:pt x="153199" y="118804"/>
                  <a:pt x="145505" y="118804"/>
                </a:cubicBezTo>
                <a:cubicBezTo>
                  <a:pt x="140980" y="118804"/>
                  <a:pt x="137217" y="117314"/>
                  <a:pt x="134219" y="114335"/>
                </a:cubicBezTo>
                <a:cubicBezTo>
                  <a:pt x="131221" y="111355"/>
                  <a:pt x="129721" y="107623"/>
                  <a:pt x="129721" y="103139"/>
                </a:cubicBezTo>
                <a:cubicBezTo>
                  <a:pt x="129721" y="97065"/>
                  <a:pt x="132324" y="91601"/>
                  <a:pt x="137529" y="86748"/>
                </a:cubicBezTo>
                <a:cubicBezTo>
                  <a:pt x="142733" y="81895"/>
                  <a:pt x="154076" y="75439"/>
                  <a:pt x="171557" y="67379"/>
                </a:cubicBezTo>
                <a:lnTo>
                  <a:pt x="171557" y="59402"/>
                </a:lnTo>
                <a:cubicBezTo>
                  <a:pt x="171557" y="53405"/>
                  <a:pt x="171232" y="49629"/>
                  <a:pt x="170581" y="48073"/>
                </a:cubicBezTo>
                <a:cubicBezTo>
                  <a:pt x="169931" y="46517"/>
                  <a:pt x="168700" y="45160"/>
                  <a:pt x="166890" y="44000"/>
                </a:cubicBezTo>
                <a:cubicBezTo>
                  <a:pt x="165080" y="42840"/>
                  <a:pt x="163043" y="42260"/>
                  <a:pt x="160780" y="42260"/>
                </a:cubicBezTo>
                <a:cubicBezTo>
                  <a:pt x="157103" y="42260"/>
                  <a:pt x="154076" y="43080"/>
                  <a:pt x="151700" y="44721"/>
                </a:cubicBezTo>
                <a:cubicBezTo>
                  <a:pt x="150229" y="45739"/>
                  <a:pt x="149494" y="46927"/>
                  <a:pt x="149494" y="48285"/>
                </a:cubicBezTo>
                <a:cubicBezTo>
                  <a:pt x="149494" y="49473"/>
                  <a:pt x="150286" y="50944"/>
                  <a:pt x="151870" y="52698"/>
                </a:cubicBezTo>
                <a:cubicBezTo>
                  <a:pt x="154020" y="55131"/>
                  <a:pt x="155095" y="57478"/>
                  <a:pt x="155095" y="59741"/>
                </a:cubicBezTo>
                <a:cubicBezTo>
                  <a:pt x="155095" y="62513"/>
                  <a:pt x="154062" y="64875"/>
                  <a:pt x="151997" y="66827"/>
                </a:cubicBezTo>
                <a:cubicBezTo>
                  <a:pt x="149932" y="68779"/>
                  <a:pt x="147231" y="69755"/>
                  <a:pt x="143893" y="69755"/>
                </a:cubicBezTo>
                <a:cubicBezTo>
                  <a:pt x="140329" y="69755"/>
                  <a:pt x="137345" y="68680"/>
                  <a:pt x="134940" y="66530"/>
                </a:cubicBezTo>
                <a:cubicBezTo>
                  <a:pt x="132536" y="64380"/>
                  <a:pt x="131334" y="61863"/>
                  <a:pt x="131334" y="58978"/>
                </a:cubicBezTo>
                <a:cubicBezTo>
                  <a:pt x="131334" y="54904"/>
                  <a:pt x="132946" y="51015"/>
                  <a:pt x="136171" y="47309"/>
                </a:cubicBezTo>
                <a:cubicBezTo>
                  <a:pt x="139395" y="43604"/>
                  <a:pt x="143893" y="40761"/>
                  <a:pt x="149664" y="38781"/>
                </a:cubicBezTo>
                <a:cubicBezTo>
                  <a:pt x="155434" y="36801"/>
                  <a:pt x="161431" y="35811"/>
                  <a:pt x="167654" y="35811"/>
                </a:cubicBezTo>
                <a:cubicBezTo>
                  <a:pt x="175178" y="35811"/>
                  <a:pt x="181132" y="37413"/>
                  <a:pt x="185517" y="40619"/>
                </a:cubicBezTo>
                <a:cubicBezTo>
                  <a:pt x="189901" y="43822"/>
                  <a:pt x="192744" y="47295"/>
                  <a:pt x="194045" y="51038"/>
                </a:cubicBezTo>
                <a:cubicBezTo>
                  <a:pt x="194837" y="53419"/>
                  <a:pt x="195233" y="58891"/>
                  <a:pt x="195233" y="67453"/>
                </a:cubicBezTo>
                <a:lnTo>
                  <a:pt x="195233" y="98329"/>
                </a:lnTo>
                <a:cubicBezTo>
                  <a:pt x="195233" y="101958"/>
                  <a:pt x="195375" y="104241"/>
                  <a:pt x="195658" y="105178"/>
                </a:cubicBezTo>
                <a:cubicBezTo>
                  <a:pt x="195940" y="106114"/>
                  <a:pt x="196365" y="106808"/>
                  <a:pt x="196930" y="107263"/>
                </a:cubicBezTo>
                <a:cubicBezTo>
                  <a:pt x="197496" y="107715"/>
                  <a:pt x="198147" y="107942"/>
                  <a:pt x="198882" y="107942"/>
                </a:cubicBezTo>
                <a:cubicBezTo>
                  <a:pt x="200353" y="107942"/>
                  <a:pt x="201852" y="106895"/>
                  <a:pt x="203380" y="104802"/>
                </a:cubicBezTo>
                <a:lnTo>
                  <a:pt x="205926" y="106838"/>
                </a:lnTo>
                <a:cubicBezTo>
                  <a:pt x="203097" y="111025"/>
                  <a:pt x="200169" y="114066"/>
                  <a:pt x="197143" y="115961"/>
                </a:cubicBezTo>
                <a:cubicBezTo>
                  <a:pt x="194116" y="117856"/>
                  <a:pt x="190679" y="118804"/>
                  <a:pt x="186832" y="118804"/>
                </a:cubicBezTo>
                <a:cubicBezTo>
                  <a:pt x="182306" y="118804"/>
                  <a:pt x="178770" y="117736"/>
                  <a:pt x="176225" y="115600"/>
                </a:cubicBezTo>
                <a:cubicBezTo>
                  <a:pt x="173679" y="113465"/>
                  <a:pt x="172123" y="110233"/>
                  <a:pt x="171557" y="105905"/>
                </a:cubicBezTo>
                <a:moveTo>
                  <a:pt x="171557" y="99625"/>
                </a:moveTo>
                <a:lnTo>
                  <a:pt x="171557" y="73080"/>
                </a:lnTo>
                <a:cubicBezTo>
                  <a:pt x="164712" y="77116"/>
                  <a:pt x="159620" y="81437"/>
                  <a:pt x="156283" y="86043"/>
                </a:cubicBezTo>
                <a:cubicBezTo>
                  <a:pt x="154076" y="89112"/>
                  <a:pt x="152973" y="92210"/>
                  <a:pt x="152973" y="95337"/>
                </a:cubicBezTo>
                <a:cubicBezTo>
                  <a:pt x="152973" y="97952"/>
                  <a:pt x="153907" y="100255"/>
                  <a:pt x="155773" y="102245"/>
                </a:cubicBezTo>
                <a:cubicBezTo>
                  <a:pt x="157188" y="103780"/>
                  <a:pt x="159168" y="104547"/>
                  <a:pt x="161714" y="104547"/>
                </a:cubicBezTo>
                <a:cubicBezTo>
                  <a:pt x="164542" y="104547"/>
                  <a:pt x="167824" y="102907"/>
                  <a:pt x="171557" y="99625"/>
                </a:cubicBezTo>
                <a:close/>
                <a:moveTo>
                  <a:pt x="246149" y="8995"/>
                </a:moveTo>
                <a:lnTo>
                  <a:pt x="246149" y="38187"/>
                </a:lnTo>
                <a:lnTo>
                  <a:pt x="264988" y="38187"/>
                </a:lnTo>
                <a:lnTo>
                  <a:pt x="264988" y="46503"/>
                </a:lnTo>
                <a:lnTo>
                  <a:pt x="246149" y="46503"/>
                </a:lnTo>
                <a:lnTo>
                  <a:pt x="246149" y="95600"/>
                </a:lnTo>
                <a:cubicBezTo>
                  <a:pt x="246149" y="100195"/>
                  <a:pt x="246361" y="103159"/>
                  <a:pt x="246786" y="104492"/>
                </a:cubicBezTo>
                <a:cubicBezTo>
                  <a:pt x="247210" y="105825"/>
                  <a:pt x="247959" y="106903"/>
                  <a:pt x="249034" y="107727"/>
                </a:cubicBezTo>
                <a:cubicBezTo>
                  <a:pt x="250109" y="108549"/>
                  <a:pt x="251099" y="108960"/>
                  <a:pt x="252004" y="108960"/>
                </a:cubicBezTo>
                <a:cubicBezTo>
                  <a:pt x="255682" y="108960"/>
                  <a:pt x="259161" y="106131"/>
                  <a:pt x="262442" y="100474"/>
                </a:cubicBezTo>
                <a:lnTo>
                  <a:pt x="264988" y="102359"/>
                </a:lnTo>
                <a:cubicBezTo>
                  <a:pt x="260406" y="113322"/>
                  <a:pt x="252966" y="118804"/>
                  <a:pt x="242670" y="118804"/>
                </a:cubicBezTo>
                <a:cubicBezTo>
                  <a:pt x="237635" y="118804"/>
                  <a:pt x="233378" y="117399"/>
                  <a:pt x="229898" y="114590"/>
                </a:cubicBezTo>
                <a:cubicBezTo>
                  <a:pt x="226419" y="111779"/>
                  <a:pt x="224199" y="108642"/>
                  <a:pt x="223237" y="105178"/>
                </a:cubicBezTo>
                <a:cubicBezTo>
                  <a:pt x="222671" y="103248"/>
                  <a:pt x="222388" y="98025"/>
                  <a:pt x="222388" y="89509"/>
                </a:cubicBezTo>
                <a:lnTo>
                  <a:pt x="222388" y="46503"/>
                </a:lnTo>
                <a:lnTo>
                  <a:pt x="212036" y="46503"/>
                </a:lnTo>
                <a:lnTo>
                  <a:pt x="212036" y="43525"/>
                </a:lnTo>
                <a:cubicBezTo>
                  <a:pt x="219164" y="38480"/>
                  <a:pt x="225231" y="33178"/>
                  <a:pt x="230238" y="27622"/>
                </a:cubicBezTo>
                <a:cubicBezTo>
                  <a:pt x="235245" y="22065"/>
                  <a:pt x="239615" y="15856"/>
                  <a:pt x="243349" y="8995"/>
                </a:cubicBezTo>
                <a:lnTo>
                  <a:pt x="246149" y="8995"/>
                </a:lnTo>
                <a:close/>
                <a:moveTo>
                  <a:pt x="291633" y="0"/>
                </a:moveTo>
                <a:cubicBezTo>
                  <a:pt x="295310" y="0"/>
                  <a:pt x="298421" y="1291"/>
                  <a:pt x="300967" y="3874"/>
                </a:cubicBezTo>
                <a:cubicBezTo>
                  <a:pt x="303513" y="6456"/>
                  <a:pt x="304786" y="9563"/>
                  <a:pt x="304786" y="13196"/>
                </a:cubicBezTo>
                <a:cubicBezTo>
                  <a:pt x="304786" y="16829"/>
                  <a:pt x="303499" y="19923"/>
                  <a:pt x="300925" y="22477"/>
                </a:cubicBezTo>
                <a:cubicBezTo>
                  <a:pt x="298351" y="25030"/>
                  <a:pt x="295253" y="26307"/>
                  <a:pt x="291633" y="26307"/>
                </a:cubicBezTo>
                <a:cubicBezTo>
                  <a:pt x="288012" y="26307"/>
                  <a:pt x="284929" y="25030"/>
                  <a:pt x="282383" y="22477"/>
                </a:cubicBezTo>
                <a:cubicBezTo>
                  <a:pt x="279837" y="19923"/>
                  <a:pt x="278564" y="16829"/>
                  <a:pt x="278564" y="13196"/>
                </a:cubicBezTo>
                <a:cubicBezTo>
                  <a:pt x="278564" y="9563"/>
                  <a:pt x="279837" y="6456"/>
                  <a:pt x="282383" y="3874"/>
                </a:cubicBezTo>
                <a:cubicBezTo>
                  <a:pt x="284929" y="1291"/>
                  <a:pt x="288012" y="0"/>
                  <a:pt x="291633" y="0"/>
                </a:cubicBezTo>
                <a:moveTo>
                  <a:pt x="303513" y="38187"/>
                </a:moveTo>
                <a:lnTo>
                  <a:pt x="303513" y="101153"/>
                </a:lnTo>
                <a:cubicBezTo>
                  <a:pt x="303513" y="106754"/>
                  <a:pt x="304164" y="110332"/>
                  <a:pt x="305465" y="111888"/>
                </a:cubicBezTo>
                <a:cubicBezTo>
                  <a:pt x="306766" y="113443"/>
                  <a:pt x="309312" y="114334"/>
                  <a:pt x="313102" y="114561"/>
                </a:cubicBezTo>
                <a:lnTo>
                  <a:pt x="313102" y="117616"/>
                </a:lnTo>
                <a:lnTo>
                  <a:pt x="270248" y="117616"/>
                </a:lnTo>
                <a:lnTo>
                  <a:pt x="270248" y="114561"/>
                </a:lnTo>
                <a:cubicBezTo>
                  <a:pt x="273755" y="114448"/>
                  <a:pt x="276358" y="113429"/>
                  <a:pt x="278055" y="111506"/>
                </a:cubicBezTo>
                <a:cubicBezTo>
                  <a:pt x="279186" y="110205"/>
                  <a:pt x="279752" y="106754"/>
                  <a:pt x="279752" y="101153"/>
                </a:cubicBezTo>
                <a:lnTo>
                  <a:pt x="279752" y="54819"/>
                </a:lnTo>
                <a:cubicBezTo>
                  <a:pt x="279752" y="49148"/>
                  <a:pt x="279102" y="45525"/>
                  <a:pt x="277800" y="43949"/>
                </a:cubicBezTo>
                <a:cubicBezTo>
                  <a:pt x="276499" y="42374"/>
                  <a:pt x="273982" y="41472"/>
                  <a:pt x="270248" y="41242"/>
                </a:cubicBezTo>
                <a:lnTo>
                  <a:pt x="270248" y="38187"/>
                </a:lnTo>
                <a:lnTo>
                  <a:pt x="303513" y="38187"/>
                </a:lnTo>
                <a:close/>
                <a:moveTo>
                  <a:pt x="358277" y="35811"/>
                </a:moveTo>
                <a:cubicBezTo>
                  <a:pt x="365179" y="35811"/>
                  <a:pt x="371600" y="37595"/>
                  <a:pt x="377540" y="41162"/>
                </a:cubicBezTo>
                <a:cubicBezTo>
                  <a:pt x="383480" y="44730"/>
                  <a:pt x="387992" y="49799"/>
                  <a:pt x="391075" y="56368"/>
                </a:cubicBezTo>
                <a:cubicBezTo>
                  <a:pt x="394158" y="62938"/>
                  <a:pt x="395700" y="70130"/>
                  <a:pt x="395700" y="77944"/>
                </a:cubicBezTo>
                <a:cubicBezTo>
                  <a:pt x="395700" y="89212"/>
                  <a:pt x="392843" y="98642"/>
                  <a:pt x="387129" y="106231"/>
                </a:cubicBezTo>
                <a:cubicBezTo>
                  <a:pt x="380227" y="115405"/>
                  <a:pt x="370695" y="119992"/>
                  <a:pt x="358531" y="119992"/>
                </a:cubicBezTo>
                <a:cubicBezTo>
                  <a:pt x="346594" y="119992"/>
                  <a:pt x="337401" y="115801"/>
                  <a:pt x="330952" y="107419"/>
                </a:cubicBezTo>
                <a:cubicBezTo>
                  <a:pt x="324502" y="99038"/>
                  <a:pt x="321278" y="89326"/>
                  <a:pt x="321278" y="78283"/>
                </a:cubicBezTo>
                <a:cubicBezTo>
                  <a:pt x="321278" y="66901"/>
                  <a:pt x="324573" y="56977"/>
                  <a:pt x="331164" y="48511"/>
                </a:cubicBezTo>
                <a:cubicBezTo>
                  <a:pt x="337755" y="40044"/>
                  <a:pt x="346792" y="35811"/>
                  <a:pt x="358277" y="35811"/>
                </a:cubicBezTo>
                <a:moveTo>
                  <a:pt x="358616" y="41751"/>
                </a:moveTo>
                <a:cubicBezTo>
                  <a:pt x="355731" y="41751"/>
                  <a:pt x="353256" y="42842"/>
                  <a:pt x="351191" y="45023"/>
                </a:cubicBezTo>
                <a:cubicBezTo>
                  <a:pt x="349126" y="47203"/>
                  <a:pt x="347768" y="51507"/>
                  <a:pt x="347118" y="57935"/>
                </a:cubicBezTo>
                <a:cubicBezTo>
                  <a:pt x="346467" y="64364"/>
                  <a:pt x="346142" y="73299"/>
                  <a:pt x="346142" y="84740"/>
                </a:cubicBezTo>
                <a:cubicBezTo>
                  <a:pt x="346142" y="90801"/>
                  <a:pt x="346538" y="96465"/>
                  <a:pt x="347330" y="101734"/>
                </a:cubicBezTo>
                <a:cubicBezTo>
                  <a:pt x="347952" y="105754"/>
                  <a:pt x="349282" y="108812"/>
                  <a:pt x="351318" y="110909"/>
                </a:cubicBezTo>
                <a:cubicBezTo>
                  <a:pt x="353355" y="113004"/>
                  <a:pt x="355674" y="114052"/>
                  <a:pt x="358277" y="114052"/>
                </a:cubicBezTo>
                <a:cubicBezTo>
                  <a:pt x="360822" y="114052"/>
                  <a:pt x="362944" y="113344"/>
                  <a:pt x="364641" y="111927"/>
                </a:cubicBezTo>
                <a:cubicBezTo>
                  <a:pt x="366848" y="110002"/>
                  <a:pt x="368318" y="107311"/>
                  <a:pt x="369054" y="103855"/>
                </a:cubicBezTo>
                <a:cubicBezTo>
                  <a:pt x="370185" y="98475"/>
                  <a:pt x="370751" y="87601"/>
                  <a:pt x="370751" y="71232"/>
                </a:cubicBezTo>
                <a:cubicBezTo>
                  <a:pt x="370751" y="61604"/>
                  <a:pt x="370214" y="54992"/>
                  <a:pt x="369139" y="51396"/>
                </a:cubicBezTo>
                <a:cubicBezTo>
                  <a:pt x="368064" y="47798"/>
                  <a:pt x="366480" y="45178"/>
                  <a:pt x="364387" y="43536"/>
                </a:cubicBezTo>
                <a:cubicBezTo>
                  <a:pt x="362916" y="42346"/>
                  <a:pt x="360992" y="41751"/>
                  <a:pt x="358616" y="41751"/>
                </a:cubicBezTo>
                <a:close/>
                <a:moveTo>
                  <a:pt x="440166" y="38187"/>
                </a:moveTo>
                <a:lnTo>
                  <a:pt x="440166" y="48540"/>
                </a:lnTo>
                <a:cubicBezTo>
                  <a:pt x="444240" y="44097"/>
                  <a:pt x="448143" y="40865"/>
                  <a:pt x="451877" y="38845"/>
                </a:cubicBezTo>
                <a:cubicBezTo>
                  <a:pt x="455611" y="36822"/>
                  <a:pt x="459628" y="35811"/>
                  <a:pt x="463927" y="35811"/>
                </a:cubicBezTo>
                <a:cubicBezTo>
                  <a:pt x="469075" y="35811"/>
                  <a:pt x="473347" y="37241"/>
                  <a:pt x="476741" y="40102"/>
                </a:cubicBezTo>
                <a:cubicBezTo>
                  <a:pt x="480135" y="42962"/>
                  <a:pt x="482398" y="46516"/>
                  <a:pt x="483530" y="50765"/>
                </a:cubicBezTo>
                <a:cubicBezTo>
                  <a:pt x="484435" y="53995"/>
                  <a:pt x="484888" y="60198"/>
                  <a:pt x="484888" y="69376"/>
                </a:cubicBezTo>
                <a:lnTo>
                  <a:pt x="484888" y="100304"/>
                </a:lnTo>
                <a:cubicBezTo>
                  <a:pt x="484888" y="106414"/>
                  <a:pt x="485439" y="110219"/>
                  <a:pt x="486542" y="111718"/>
                </a:cubicBezTo>
                <a:cubicBezTo>
                  <a:pt x="487646" y="113217"/>
                  <a:pt x="489951" y="114165"/>
                  <a:pt x="493458" y="114561"/>
                </a:cubicBezTo>
                <a:lnTo>
                  <a:pt x="493458" y="117616"/>
                </a:lnTo>
                <a:lnTo>
                  <a:pt x="453320" y="117616"/>
                </a:lnTo>
                <a:lnTo>
                  <a:pt x="453320" y="114561"/>
                </a:lnTo>
                <a:cubicBezTo>
                  <a:pt x="456318" y="114165"/>
                  <a:pt x="458468" y="112920"/>
                  <a:pt x="459769" y="110827"/>
                </a:cubicBezTo>
                <a:cubicBezTo>
                  <a:pt x="460674" y="109413"/>
                  <a:pt x="461127" y="105905"/>
                  <a:pt x="461127" y="100304"/>
                </a:cubicBezTo>
                <a:lnTo>
                  <a:pt x="461127" y="65003"/>
                </a:lnTo>
                <a:cubicBezTo>
                  <a:pt x="461127" y="58497"/>
                  <a:pt x="460872" y="54395"/>
                  <a:pt x="460363" y="52698"/>
                </a:cubicBezTo>
                <a:cubicBezTo>
                  <a:pt x="459854" y="51001"/>
                  <a:pt x="458991" y="49685"/>
                  <a:pt x="457775" y="48752"/>
                </a:cubicBezTo>
                <a:cubicBezTo>
                  <a:pt x="456559" y="47818"/>
                  <a:pt x="455215" y="47352"/>
                  <a:pt x="453744" y="47352"/>
                </a:cubicBezTo>
                <a:cubicBezTo>
                  <a:pt x="448879" y="47352"/>
                  <a:pt x="444353" y="50859"/>
                  <a:pt x="440166" y="57874"/>
                </a:cubicBezTo>
                <a:lnTo>
                  <a:pt x="440166" y="100304"/>
                </a:lnTo>
                <a:cubicBezTo>
                  <a:pt x="440166" y="106244"/>
                  <a:pt x="440718" y="110007"/>
                  <a:pt x="441821" y="111591"/>
                </a:cubicBezTo>
                <a:cubicBezTo>
                  <a:pt x="442924" y="113175"/>
                  <a:pt x="444975" y="114165"/>
                  <a:pt x="447974" y="114561"/>
                </a:cubicBezTo>
                <a:lnTo>
                  <a:pt x="447974" y="117616"/>
                </a:lnTo>
                <a:lnTo>
                  <a:pt x="407835" y="117616"/>
                </a:lnTo>
                <a:lnTo>
                  <a:pt x="407835" y="114561"/>
                </a:lnTo>
                <a:cubicBezTo>
                  <a:pt x="411173" y="114221"/>
                  <a:pt x="413549" y="113146"/>
                  <a:pt x="414963" y="111336"/>
                </a:cubicBezTo>
                <a:cubicBezTo>
                  <a:pt x="415925" y="110091"/>
                  <a:pt x="416406" y="106414"/>
                  <a:pt x="416406" y="100304"/>
                </a:cubicBezTo>
                <a:lnTo>
                  <a:pt x="416406" y="55498"/>
                </a:lnTo>
                <a:cubicBezTo>
                  <a:pt x="416406" y="49429"/>
                  <a:pt x="415854" y="45650"/>
                  <a:pt x="414751" y="44162"/>
                </a:cubicBezTo>
                <a:cubicBezTo>
                  <a:pt x="413648" y="42673"/>
                  <a:pt x="411342" y="41700"/>
                  <a:pt x="407835" y="41242"/>
                </a:cubicBezTo>
                <a:lnTo>
                  <a:pt x="407835" y="38187"/>
                </a:lnTo>
                <a:lnTo>
                  <a:pt x="440166" y="38187"/>
                </a:lnTo>
                <a:close/>
                <a:moveTo>
                  <a:pt x="507179" y="148165"/>
                </a:moveTo>
                <a:lnTo>
                  <a:pt x="507179" y="144431"/>
                </a:lnTo>
                <a:cubicBezTo>
                  <a:pt x="513742" y="141603"/>
                  <a:pt x="518508" y="137940"/>
                  <a:pt x="521478" y="133442"/>
                </a:cubicBezTo>
                <a:cubicBezTo>
                  <a:pt x="524448" y="128944"/>
                  <a:pt x="525933" y="124348"/>
                  <a:pt x="525933" y="119652"/>
                </a:cubicBezTo>
                <a:cubicBezTo>
                  <a:pt x="525933" y="118691"/>
                  <a:pt x="525735" y="117955"/>
                  <a:pt x="525339" y="117446"/>
                </a:cubicBezTo>
                <a:cubicBezTo>
                  <a:pt x="524943" y="116993"/>
                  <a:pt x="524547" y="116767"/>
                  <a:pt x="524151" y="116767"/>
                </a:cubicBezTo>
                <a:cubicBezTo>
                  <a:pt x="523812" y="116767"/>
                  <a:pt x="523303" y="116965"/>
                  <a:pt x="522624" y="117361"/>
                </a:cubicBezTo>
                <a:cubicBezTo>
                  <a:pt x="520983" y="118323"/>
                  <a:pt x="518946" y="118804"/>
                  <a:pt x="516514" y="118804"/>
                </a:cubicBezTo>
                <a:cubicBezTo>
                  <a:pt x="513176" y="118804"/>
                  <a:pt x="510277" y="117503"/>
                  <a:pt x="507816" y="114900"/>
                </a:cubicBezTo>
                <a:cubicBezTo>
                  <a:pt x="505355" y="112298"/>
                  <a:pt x="504124" y="109243"/>
                  <a:pt x="504124" y="105735"/>
                </a:cubicBezTo>
                <a:cubicBezTo>
                  <a:pt x="504124" y="102001"/>
                  <a:pt x="505539" y="98720"/>
                  <a:pt x="508367" y="95892"/>
                </a:cubicBezTo>
                <a:cubicBezTo>
                  <a:pt x="511196" y="93063"/>
                  <a:pt x="514619" y="91649"/>
                  <a:pt x="518635" y="91649"/>
                </a:cubicBezTo>
                <a:cubicBezTo>
                  <a:pt x="523501" y="91649"/>
                  <a:pt x="527659" y="93530"/>
                  <a:pt x="531110" y="97292"/>
                </a:cubicBezTo>
                <a:cubicBezTo>
                  <a:pt x="534561" y="101054"/>
                  <a:pt x="536286" y="106216"/>
                  <a:pt x="536286" y="112779"/>
                </a:cubicBezTo>
                <a:cubicBezTo>
                  <a:pt x="536286" y="120869"/>
                  <a:pt x="533839" y="128053"/>
                  <a:pt x="528946" y="134333"/>
                </a:cubicBezTo>
                <a:cubicBezTo>
                  <a:pt x="524052" y="140613"/>
                  <a:pt x="516797" y="145223"/>
                  <a:pt x="507179" y="148165"/>
                </a:cubicBezTo>
                <a:close/>
                <a:moveTo>
                  <a:pt x="701423" y="0"/>
                </a:moveTo>
                <a:lnTo>
                  <a:pt x="701423" y="39884"/>
                </a:lnTo>
                <a:lnTo>
                  <a:pt x="698114" y="39884"/>
                </a:lnTo>
                <a:cubicBezTo>
                  <a:pt x="695625" y="29420"/>
                  <a:pt x="690986" y="21401"/>
                  <a:pt x="684197" y="15829"/>
                </a:cubicBezTo>
                <a:cubicBezTo>
                  <a:pt x="677408" y="10255"/>
                  <a:pt x="669714" y="7468"/>
                  <a:pt x="661115" y="7468"/>
                </a:cubicBezTo>
                <a:cubicBezTo>
                  <a:pt x="653930" y="7468"/>
                  <a:pt x="647339" y="9533"/>
                  <a:pt x="641343" y="13662"/>
                </a:cubicBezTo>
                <a:cubicBezTo>
                  <a:pt x="635346" y="17792"/>
                  <a:pt x="630961" y="23195"/>
                  <a:pt x="628189" y="29871"/>
                </a:cubicBezTo>
                <a:cubicBezTo>
                  <a:pt x="624625" y="38413"/>
                  <a:pt x="622843" y="47918"/>
                  <a:pt x="622843" y="58384"/>
                </a:cubicBezTo>
                <a:cubicBezTo>
                  <a:pt x="622843" y="68680"/>
                  <a:pt x="624144" y="78057"/>
                  <a:pt x="626747" y="86515"/>
                </a:cubicBezTo>
                <a:cubicBezTo>
                  <a:pt x="629349" y="94972"/>
                  <a:pt x="633422" y="101365"/>
                  <a:pt x="638967" y="105693"/>
                </a:cubicBezTo>
                <a:cubicBezTo>
                  <a:pt x="644511" y="110021"/>
                  <a:pt x="651696" y="112185"/>
                  <a:pt x="660521" y="112185"/>
                </a:cubicBezTo>
                <a:cubicBezTo>
                  <a:pt x="667762" y="112185"/>
                  <a:pt x="674396" y="110601"/>
                  <a:pt x="680421" y="107433"/>
                </a:cubicBezTo>
                <a:cubicBezTo>
                  <a:pt x="686446" y="104264"/>
                  <a:pt x="692796" y="98805"/>
                  <a:pt x="699472" y="91055"/>
                </a:cubicBezTo>
                <a:lnTo>
                  <a:pt x="699472" y="100983"/>
                </a:lnTo>
                <a:cubicBezTo>
                  <a:pt x="693022" y="107715"/>
                  <a:pt x="686304" y="112595"/>
                  <a:pt x="679317" y="115621"/>
                </a:cubicBezTo>
                <a:cubicBezTo>
                  <a:pt x="672331" y="118648"/>
                  <a:pt x="664170" y="120161"/>
                  <a:pt x="654835" y="120161"/>
                </a:cubicBezTo>
                <a:cubicBezTo>
                  <a:pt x="642559" y="120161"/>
                  <a:pt x="631654" y="117704"/>
                  <a:pt x="622122" y="112789"/>
                </a:cubicBezTo>
                <a:cubicBezTo>
                  <a:pt x="612589" y="107874"/>
                  <a:pt x="605235" y="100813"/>
                  <a:pt x="600058" y="91606"/>
                </a:cubicBezTo>
                <a:cubicBezTo>
                  <a:pt x="594882" y="82397"/>
                  <a:pt x="592294" y="72595"/>
                  <a:pt x="592294" y="62200"/>
                </a:cubicBezTo>
                <a:cubicBezTo>
                  <a:pt x="592294" y="51240"/>
                  <a:pt x="595165" y="40846"/>
                  <a:pt x="600907" y="31016"/>
                </a:cubicBezTo>
                <a:cubicBezTo>
                  <a:pt x="606649" y="21185"/>
                  <a:pt x="614400" y="13558"/>
                  <a:pt x="624159" y="8136"/>
                </a:cubicBezTo>
                <a:cubicBezTo>
                  <a:pt x="633917" y="2712"/>
                  <a:pt x="644284" y="0"/>
                  <a:pt x="655260" y="0"/>
                </a:cubicBezTo>
                <a:cubicBezTo>
                  <a:pt x="663350" y="0"/>
                  <a:pt x="671892" y="1754"/>
                  <a:pt x="680887" y="5261"/>
                </a:cubicBezTo>
                <a:cubicBezTo>
                  <a:pt x="686092" y="7298"/>
                  <a:pt x="689402" y="8316"/>
                  <a:pt x="690816" y="8316"/>
                </a:cubicBezTo>
                <a:cubicBezTo>
                  <a:pt x="692626" y="8316"/>
                  <a:pt x="694196" y="7652"/>
                  <a:pt x="695526" y="6322"/>
                </a:cubicBezTo>
                <a:cubicBezTo>
                  <a:pt x="696855" y="4993"/>
                  <a:pt x="697718" y="2885"/>
                  <a:pt x="698114" y="0"/>
                </a:cubicBezTo>
                <a:lnTo>
                  <a:pt x="701423" y="0"/>
                </a:lnTo>
                <a:close/>
                <a:moveTo>
                  <a:pt x="760542" y="105905"/>
                </a:moveTo>
                <a:cubicBezTo>
                  <a:pt x="750867" y="114504"/>
                  <a:pt x="742184" y="118804"/>
                  <a:pt x="734490" y="118804"/>
                </a:cubicBezTo>
                <a:cubicBezTo>
                  <a:pt x="729964" y="118804"/>
                  <a:pt x="726202" y="117314"/>
                  <a:pt x="723203" y="114335"/>
                </a:cubicBezTo>
                <a:cubicBezTo>
                  <a:pt x="720205" y="111355"/>
                  <a:pt x="718706" y="107623"/>
                  <a:pt x="718706" y="103139"/>
                </a:cubicBezTo>
                <a:cubicBezTo>
                  <a:pt x="718706" y="97065"/>
                  <a:pt x="721308" y="91601"/>
                  <a:pt x="726513" y="86748"/>
                </a:cubicBezTo>
                <a:cubicBezTo>
                  <a:pt x="731717" y="81895"/>
                  <a:pt x="743060" y="75439"/>
                  <a:pt x="760542" y="67379"/>
                </a:cubicBezTo>
                <a:lnTo>
                  <a:pt x="760542" y="59402"/>
                </a:lnTo>
                <a:cubicBezTo>
                  <a:pt x="760542" y="53405"/>
                  <a:pt x="760216" y="49629"/>
                  <a:pt x="759566" y="48073"/>
                </a:cubicBezTo>
                <a:cubicBezTo>
                  <a:pt x="758915" y="46517"/>
                  <a:pt x="757685" y="45160"/>
                  <a:pt x="755874" y="44000"/>
                </a:cubicBezTo>
                <a:cubicBezTo>
                  <a:pt x="754064" y="42840"/>
                  <a:pt x="752027" y="42260"/>
                  <a:pt x="749764" y="42260"/>
                </a:cubicBezTo>
                <a:cubicBezTo>
                  <a:pt x="746087" y="42260"/>
                  <a:pt x="743060" y="43080"/>
                  <a:pt x="740684" y="44721"/>
                </a:cubicBezTo>
                <a:cubicBezTo>
                  <a:pt x="739213" y="45739"/>
                  <a:pt x="738478" y="46927"/>
                  <a:pt x="738478" y="48285"/>
                </a:cubicBezTo>
                <a:cubicBezTo>
                  <a:pt x="738478" y="49473"/>
                  <a:pt x="739270" y="50944"/>
                  <a:pt x="740854" y="52698"/>
                </a:cubicBezTo>
                <a:cubicBezTo>
                  <a:pt x="743004" y="55131"/>
                  <a:pt x="744079" y="57478"/>
                  <a:pt x="744079" y="59741"/>
                </a:cubicBezTo>
                <a:cubicBezTo>
                  <a:pt x="744079" y="62513"/>
                  <a:pt x="743046" y="64875"/>
                  <a:pt x="740981" y="66827"/>
                </a:cubicBezTo>
                <a:cubicBezTo>
                  <a:pt x="738916" y="68779"/>
                  <a:pt x="736215" y="69755"/>
                  <a:pt x="732877" y="69755"/>
                </a:cubicBezTo>
                <a:cubicBezTo>
                  <a:pt x="729313" y="69755"/>
                  <a:pt x="726329" y="68680"/>
                  <a:pt x="723925" y="66530"/>
                </a:cubicBezTo>
                <a:cubicBezTo>
                  <a:pt x="721520" y="64380"/>
                  <a:pt x="720318" y="61863"/>
                  <a:pt x="720318" y="58978"/>
                </a:cubicBezTo>
                <a:cubicBezTo>
                  <a:pt x="720318" y="54904"/>
                  <a:pt x="721930" y="51015"/>
                  <a:pt x="725155" y="47309"/>
                </a:cubicBezTo>
                <a:cubicBezTo>
                  <a:pt x="728380" y="43604"/>
                  <a:pt x="732877" y="40761"/>
                  <a:pt x="738648" y="38781"/>
                </a:cubicBezTo>
                <a:cubicBezTo>
                  <a:pt x="744418" y="36801"/>
                  <a:pt x="750415" y="35811"/>
                  <a:pt x="756638" y="35811"/>
                </a:cubicBezTo>
                <a:cubicBezTo>
                  <a:pt x="764162" y="35811"/>
                  <a:pt x="770117" y="37413"/>
                  <a:pt x="774501" y="40619"/>
                </a:cubicBezTo>
                <a:cubicBezTo>
                  <a:pt x="778885" y="43822"/>
                  <a:pt x="781728" y="47295"/>
                  <a:pt x="783029" y="51038"/>
                </a:cubicBezTo>
                <a:cubicBezTo>
                  <a:pt x="783821" y="53419"/>
                  <a:pt x="784217" y="58891"/>
                  <a:pt x="784217" y="67453"/>
                </a:cubicBezTo>
                <a:lnTo>
                  <a:pt x="784217" y="98329"/>
                </a:lnTo>
                <a:cubicBezTo>
                  <a:pt x="784217" y="101958"/>
                  <a:pt x="784359" y="104241"/>
                  <a:pt x="784642" y="105178"/>
                </a:cubicBezTo>
                <a:cubicBezTo>
                  <a:pt x="784925" y="106114"/>
                  <a:pt x="785349" y="106808"/>
                  <a:pt x="785915" y="107263"/>
                </a:cubicBezTo>
                <a:cubicBezTo>
                  <a:pt x="786480" y="107715"/>
                  <a:pt x="787131" y="107942"/>
                  <a:pt x="787866" y="107942"/>
                </a:cubicBezTo>
                <a:cubicBezTo>
                  <a:pt x="789337" y="107942"/>
                  <a:pt x="790836" y="106895"/>
                  <a:pt x="792364" y="104802"/>
                </a:cubicBezTo>
                <a:lnTo>
                  <a:pt x="794910" y="106838"/>
                </a:lnTo>
                <a:cubicBezTo>
                  <a:pt x="792081" y="111025"/>
                  <a:pt x="789153" y="114066"/>
                  <a:pt x="786127" y="115961"/>
                </a:cubicBezTo>
                <a:cubicBezTo>
                  <a:pt x="783100" y="117856"/>
                  <a:pt x="779663" y="118804"/>
                  <a:pt x="775816" y="118804"/>
                </a:cubicBezTo>
                <a:cubicBezTo>
                  <a:pt x="771290" y="118804"/>
                  <a:pt x="767755" y="117736"/>
                  <a:pt x="765209" y="115600"/>
                </a:cubicBezTo>
                <a:cubicBezTo>
                  <a:pt x="762663" y="113465"/>
                  <a:pt x="761107" y="110233"/>
                  <a:pt x="760542" y="105905"/>
                </a:cubicBezTo>
                <a:moveTo>
                  <a:pt x="760542" y="99625"/>
                </a:moveTo>
                <a:lnTo>
                  <a:pt x="760542" y="73080"/>
                </a:lnTo>
                <a:cubicBezTo>
                  <a:pt x="753696" y="77116"/>
                  <a:pt x="748605" y="81437"/>
                  <a:pt x="745267" y="86043"/>
                </a:cubicBezTo>
                <a:cubicBezTo>
                  <a:pt x="743060" y="89112"/>
                  <a:pt x="741957" y="92210"/>
                  <a:pt x="741957" y="95337"/>
                </a:cubicBezTo>
                <a:cubicBezTo>
                  <a:pt x="741957" y="97952"/>
                  <a:pt x="742891" y="100255"/>
                  <a:pt x="744758" y="102245"/>
                </a:cubicBezTo>
                <a:cubicBezTo>
                  <a:pt x="746172" y="103780"/>
                  <a:pt x="748152" y="104547"/>
                  <a:pt x="750698" y="104547"/>
                </a:cubicBezTo>
                <a:cubicBezTo>
                  <a:pt x="753526" y="104547"/>
                  <a:pt x="756808" y="102907"/>
                  <a:pt x="760542" y="99625"/>
                </a:cubicBezTo>
                <a:close/>
                <a:moveTo>
                  <a:pt x="880279" y="38187"/>
                </a:moveTo>
                <a:lnTo>
                  <a:pt x="880279" y="100304"/>
                </a:lnTo>
                <a:cubicBezTo>
                  <a:pt x="880279" y="106395"/>
                  <a:pt x="880844" y="110194"/>
                  <a:pt x="881976" y="111702"/>
                </a:cubicBezTo>
                <a:cubicBezTo>
                  <a:pt x="883107" y="113210"/>
                  <a:pt x="885399" y="114163"/>
                  <a:pt x="888849" y="114561"/>
                </a:cubicBezTo>
                <a:lnTo>
                  <a:pt x="888849" y="117616"/>
                </a:lnTo>
                <a:lnTo>
                  <a:pt x="856518" y="117616"/>
                </a:lnTo>
                <a:lnTo>
                  <a:pt x="856518" y="107008"/>
                </a:lnTo>
                <a:cubicBezTo>
                  <a:pt x="852727" y="111534"/>
                  <a:pt x="848937" y="114829"/>
                  <a:pt x="845147" y="116894"/>
                </a:cubicBezTo>
                <a:cubicBezTo>
                  <a:pt x="841356" y="118959"/>
                  <a:pt x="837113" y="119992"/>
                  <a:pt x="832418" y="119992"/>
                </a:cubicBezTo>
                <a:cubicBezTo>
                  <a:pt x="827948" y="119992"/>
                  <a:pt x="823974" y="118620"/>
                  <a:pt x="820495" y="115876"/>
                </a:cubicBezTo>
                <a:cubicBezTo>
                  <a:pt x="817016" y="113132"/>
                  <a:pt x="814682" y="109922"/>
                  <a:pt x="813494" y="106244"/>
                </a:cubicBezTo>
                <a:cubicBezTo>
                  <a:pt x="812306" y="102567"/>
                  <a:pt x="811712" y="96146"/>
                  <a:pt x="811712" y="86981"/>
                </a:cubicBezTo>
                <a:lnTo>
                  <a:pt x="811712" y="55498"/>
                </a:lnTo>
                <a:cubicBezTo>
                  <a:pt x="811712" y="49429"/>
                  <a:pt x="811160" y="45650"/>
                  <a:pt x="810057" y="44162"/>
                </a:cubicBezTo>
                <a:cubicBezTo>
                  <a:pt x="808954" y="42673"/>
                  <a:pt x="806649" y="41700"/>
                  <a:pt x="803141" y="41242"/>
                </a:cubicBezTo>
                <a:lnTo>
                  <a:pt x="803141" y="38187"/>
                </a:lnTo>
                <a:lnTo>
                  <a:pt x="835473" y="38187"/>
                </a:lnTo>
                <a:lnTo>
                  <a:pt x="835473" y="92479"/>
                </a:lnTo>
                <a:cubicBezTo>
                  <a:pt x="835473" y="98143"/>
                  <a:pt x="835741" y="101796"/>
                  <a:pt x="836279" y="103439"/>
                </a:cubicBezTo>
                <a:cubicBezTo>
                  <a:pt x="836816" y="105081"/>
                  <a:pt x="837665" y="106328"/>
                  <a:pt x="838825" y="107178"/>
                </a:cubicBezTo>
                <a:cubicBezTo>
                  <a:pt x="839984" y="108027"/>
                  <a:pt x="841328" y="108451"/>
                  <a:pt x="842855" y="108451"/>
                </a:cubicBezTo>
                <a:cubicBezTo>
                  <a:pt x="844892" y="108451"/>
                  <a:pt x="846731" y="107913"/>
                  <a:pt x="848371" y="106838"/>
                </a:cubicBezTo>
                <a:cubicBezTo>
                  <a:pt x="850634" y="105368"/>
                  <a:pt x="853350" y="102398"/>
                  <a:pt x="856518" y="97928"/>
                </a:cubicBezTo>
                <a:lnTo>
                  <a:pt x="856518" y="55498"/>
                </a:lnTo>
                <a:cubicBezTo>
                  <a:pt x="856518" y="49429"/>
                  <a:pt x="855966" y="45650"/>
                  <a:pt x="854863" y="44162"/>
                </a:cubicBezTo>
                <a:cubicBezTo>
                  <a:pt x="853760" y="42673"/>
                  <a:pt x="851455" y="41700"/>
                  <a:pt x="847947" y="41242"/>
                </a:cubicBezTo>
                <a:lnTo>
                  <a:pt x="847947" y="38187"/>
                </a:lnTo>
                <a:lnTo>
                  <a:pt x="880279" y="38187"/>
                </a:lnTo>
                <a:close/>
                <a:moveTo>
                  <a:pt x="950431" y="36150"/>
                </a:moveTo>
                <a:lnTo>
                  <a:pt x="951704" y="63305"/>
                </a:lnTo>
                <a:lnTo>
                  <a:pt x="948819" y="63305"/>
                </a:lnTo>
                <a:cubicBezTo>
                  <a:pt x="945368" y="55207"/>
                  <a:pt x="941790" y="49675"/>
                  <a:pt x="938084" y="46710"/>
                </a:cubicBezTo>
                <a:cubicBezTo>
                  <a:pt x="934379" y="43743"/>
                  <a:pt x="930687" y="42260"/>
                  <a:pt x="927010" y="42260"/>
                </a:cubicBezTo>
                <a:cubicBezTo>
                  <a:pt x="924690" y="42260"/>
                  <a:pt x="922710" y="43038"/>
                  <a:pt x="921070" y="44594"/>
                </a:cubicBezTo>
                <a:cubicBezTo>
                  <a:pt x="919429" y="46150"/>
                  <a:pt x="918609" y="47946"/>
                  <a:pt x="918609" y="49982"/>
                </a:cubicBezTo>
                <a:cubicBezTo>
                  <a:pt x="918609" y="51510"/>
                  <a:pt x="919175" y="52981"/>
                  <a:pt x="920306" y="54395"/>
                </a:cubicBezTo>
                <a:cubicBezTo>
                  <a:pt x="922116" y="56715"/>
                  <a:pt x="927180" y="60689"/>
                  <a:pt x="935496" y="66318"/>
                </a:cubicBezTo>
                <a:cubicBezTo>
                  <a:pt x="943812" y="71947"/>
                  <a:pt x="949286" y="76727"/>
                  <a:pt x="951916" y="80659"/>
                </a:cubicBezTo>
                <a:cubicBezTo>
                  <a:pt x="954547" y="84591"/>
                  <a:pt x="955862" y="88990"/>
                  <a:pt x="955862" y="93855"/>
                </a:cubicBezTo>
                <a:cubicBezTo>
                  <a:pt x="955862" y="98268"/>
                  <a:pt x="954759" y="102596"/>
                  <a:pt x="952553" y="106838"/>
                </a:cubicBezTo>
                <a:cubicBezTo>
                  <a:pt x="950346" y="111081"/>
                  <a:pt x="947235" y="114334"/>
                  <a:pt x="943218" y="116597"/>
                </a:cubicBezTo>
                <a:cubicBezTo>
                  <a:pt x="939201" y="118860"/>
                  <a:pt x="934760" y="119992"/>
                  <a:pt x="929895" y="119992"/>
                </a:cubicBezTo>
                <a:cubicBezTo>
                  <a:pt x="926105" y="119992"/>
                  <a:pt x="921041" y="118782"/>
                  <a:pt x="914705" y="116361"/>
                </a:cubicBezTo>
                <a:cubicBezTo>
                  <a:pt x="913008" y="115727"/>
                  <a:pt x="911848" y="115409"/>
                  <a:pt x="911226" y="115409"/>
                </a:cubicBezTo>
                <a:cubicBezTo>
                  <a:pt x="909359" y="115409"/>
                  <a:pt x="907803" y="116824"/>
                  <a:pt x="906559" y="119652"/>
                </a:cubicBezTo>
                <a:lnTo>
                  <a:pt x="903758" y="119652"/>
                </a:lnTo>
                <a:lnTo>
                  <a:pt x="902401" y="91139"/>
                </a:lnTo>
                <a:lnTo>
                  <a:pt x="905286" y="91139"/>
                </a:lnTo>
                <a:cubicBezTo>
                  <a:pt x="907832" y="98607"/>
                  <a:pt x="911325" y="104208"/>
                  <a:pt x="915766" y="107942"/>
                </a:cubicBezTo>
                <a:cubicBezTo>
                  <a:pt x="920207" y="111676"/>
                  <a:pt x="924408" y="113542"/>
                  <a:pt x="928368" y="113542"/>
                </a:cubicBezTo>
                <a:cubicBezTo>
                  <a:pt x="931083" y="113542"/>
                  <a:pt x="933304" y="112708"/>
                  <a:pt x="935029" y="111039"/>
                </a:cubicBezTo>
                <a:cubicBezTo>
                  <a:pt x="936755" y="109370"/>
                  <a:pt x="937617" y="107348"/>
                  <a:pt x="937617" y="104972"/>
                </a:cubicBezTo>
                <a:cubicBezTo>
                  <a:pt x="937617" y="102256"/>
                  <a:pt x="936769" y="99908"/>
                  <a:pt x="935072" y="97928"/>
                </a:cubicBezTo>
                <a:cubicBezTo>
                  <a:pt x="933374" y="95948"/>
                  <a:pt x="929584" y="92950"/>
                  <a:pt x="923700" y="88933"/>
                </a:cubicBezTo>
                <a:cubicBezTo>
                  <a:pt x="915045" y="82936"/>
                  <a:pt x="909444" y="78354"/>
                  <a:pt x="906898" y="75186"/>
                </a:cubicBezTo>
                <a:cubicBezTo>
                  <a:pt x="903164" y="70547"/>
                  <a:pt x="901297" y="65427"/>
                  <a:pt x="901297" y="59826"/>
                </a:cubicBezTo>
                <a:cubicBezTo>
                  <a:pt x="901297" y="53716"/>
                  <a:pt x="903405" y="48186"/>
                  <a:pt x="907619" y="43236"/>
                </a:cubicBezTo>
                <a:cubicBezTo>
                  <a:pt x="911834" y="38286"/>
                  <a:pt x="917930" y="35811"/>
                  <a:pt x="925907" y="35811"/>
                </a:cubicBezTo>
                <a:cubicBezTo>
                  <a:pt x="930206" y="35811"/>
                  <a:pt x="934364" y="36898"/>
                  <a:pt x="938381" y="39073"/>
                </a:cubicBezTo>
                <a:cubicBezTo>
                  <a:pt x="939909" y="39953"/>
                  <a:pt x="941153" y="40393"/>
                  <a:pt x="942115" y="40393"/>
                </a:cubicBezTo>
                <a:cubicBezTo>
                  <a:pt x="943133" y="40393"/>
                  <a:pt x="943954" y="40181"/>
                  <a:pt x="944576" y="39757"/>
                </a:cubicBezTo>
                <a:cubicBezTo>
                  <a:pt x="945198" y="39333"/>
                  <a:pt x="946188" y="38130"/>
                  <a:pt x="947546" y="36150"/>
                </a:cubicBezTo>
                <a:lnTo>
                  <a:pt x="950431" y="36150"/>
                </a:lnTo>
                <a:close/>
                <a:moveTo>
                  <a:pt x="1011672" y="105905"/>
                </a:moveTo>
                <a:cubicBezTo>
                  <a:pt x="1001998" y="114504"/>
                  <a:pt x="993314" y="118804"/>
                  <a:pt x="985620" y="118804"/>
                </a:cubicBezTo>
                <a:cubicBezTo>
                  <a:pt x="981094" y="118804"/>
                  <a:pt x="977332" y="117314"/>
                  <a:pt x="974334" y="114335"/>
                </a:cubicBezTo>
                <a:cubicBezTo>
                  <a:pt x="971335" y="111355"/>
                  <a:pt x="969836" y="107623"/>
                  <a:pt x="969836" y="103139"/>
                </a:cubicBezTo>
                <a:cubicBezTo>
                  <a:pt x="969836" y="97065"/>
                  <a:pt x="972439" y="91601"/>
                  <a:pt x="977643" y="86748"/>
                </a:cubicBezTo>
                <a:cubicBezTo>
                  <a:pt x="982848" y="81895"/>
                  <a:pt x="994191" y="75439"/>
                  <a:pt x="1011672" y="67379"/>
                </a:cubicBezTo>
                <a:lnTo>
                  <a:pt x="1011672" y="59402"/>
                </a:lnTo>
                <a:cubicBezTo>
                  <a:pt x="1011672" y="53405"/>
                  <a:pt x="1011347" y="49629"/>
                  <a:pt x="1010696" y="48073"/>
                </a:cubicBezTo>
                <a:cubicBezTo>
                  <a:pt x="1010046" y="46517"/>
                  <a:pt x="1008815" y="45160"/>
                  <a:pt x="1007005" y="44000"/>
                </a:cubicBezTo>
                <a:cubicBezTo>
                  <a:pt x="1005194" y="42840"/>
                  <a:pt x="1003158" y="42260"/>
                  <a:pt x="1000895" y="42260"/>
                </a:cubicBezTo>
                <a:cubicBezTo>
                  <a:pt x="997218" y="42260"/>
                  <a:pt x="994191" y="43080"/>
                  <a:pt x="991815" y="44721"/>
                </a:cubicBezTo>
                <a:cubicBezTo>
                  <a:pt x="990344" y="45739"/>
                  <a:pt x="989609" y="46927"/>
                  <a:pt x="989609" y="48285"/>
                </a:cubicBezTo>
                <a:cubicBezTo>
                  <a:pt x="989609" y="49473"/>
                  <a:pt x="990401" y="50944"/>
                  <a:pt x="991985" y="52698"/>
                </a:cubicBezTo>
                <a:cubicBezTo>
                  <a:pt x="994134" y="55131"/>
                  <a:pt x="995209" y="57478"/>
                  <a:pt x="995209" y="59741"/>
                </a:cubicBezTo>
                <a:cubicBezTo>
                  <a:pt x="995209" y="62513"/>
                  <a:pt x="994177" y="64875"/>
                  <a:pt x="992112" y="66827"/>
                </a:cubicBezTo>
                <a:cubicBezTo>
                  <a:pt x="990047" y="68779"/>
                  <a:pt x="987346" y="69755"/>
                  <a:pt x="984008" y="69755"/>
                </a:cubicBezTo>
                <a:cubicBezTo>
                  <a:pt x="980444" y="69755"/>
                  <a:pt x="977459" y="68680"/>
                  <a:pt x="975055" y="66530"/>
                </a:cubicBezTo>
                <a:cubicBezTo>
                  <a:pt x="972651" y="64380"/>
                  <a:pt x="971449" y="61863"/>
                  <a:pt x="971449" y="58978"/>
                </a:cubicBezTo>
                <a:cubicBezTo>
                  <a:pt x="971449" y="54904"/>
                  <a:pt x="973061" y="51015"/>
                  <a:pt x="976286" y="47309"/>
                </a:cubicBezTo>
                <a:cubicBezTo>
                  <a:pt x="979510" y="43604"/>
                  <a:pt x="984008" y="40761"/>
                  <a:pt x="989778" y="38781"/>
                </a:cubicBezTo>
                <a:cubicBezTo>
                  <a:pt x="995549" y="36801"/>
                  <a:pt x="1001546" y="35811"/>
                  <a:pt x="1007769" y="35811"/>
                </a:cubicBezTo>
                <a:cubicBezTo>
                  <a:pt x="1015293" y="35811"/>
                  <a:pt x="1021247" y="37413"/>
                  <a:pt x="1025632" y="40619"/>
                </a:cubicBezTo>
                <a:cubicBezTo>
                  <a:pt x="1030016" y="43822"/>
                  <a:pt x="1032859" y="47295"/>
                  <a:pt x="1034160" y="51038"/>
                </a:cubicBezTo>
                <a:cubicBezTo>
                  <a:pt x="1034952" y="53419"/>
                  <a:pt x="1035348" y="58891"/>
                  <a:pt x="1035348" y="67453"/>
                </a:cubicBezTo>
                <a:lnTo>
                  <a:pt x="1035348" y="98329"/>
                </a:lnTo>
                <a:cubicBezTo>
                  <a:pt x="1035348" y="101958"/>
                  <a:pt x="1035489" y="104241"/>
                  <a:pt x="1035772" y="105178"/>
                </a:cubicBezTo>
                <a:cubicBezTo>
                  <a:pt x="1036055" y="106114"/>
                  <a:pt x="1036479" y="106808"/>
                  <a:pt x="1037045" y="107263"/>
                </a:cubicBezTo>
                <a:cubicBezTo>
                  <a:pt x="1037611" y="107715"/>
                  <a:pt x="1038262" y="107942"/>
                  <a:pt x="1038997" y="107942"/>
                </a:cubicBezTo>
                <a:cubicBezTo>
                  <a:pt x="1040468" y="107942"/>
                  <a:pt x="1041967" y="106895"/>
                  <a:pt x="1043495" y="104802"/>
                </a:cubicBezTo>
                <a:lnTo>
                  <a:pt x="1046040" y="106838"/>
                </a:lnTo>
                <a:cubicBezTo>
                  <a:pt x="1043212" y="111025"/>
                  <a:pt x="1040284" y="114066"/>
                  <a:pt x="1037257" y="115961"/>
                </a:cubicBezTo>
                <a:cubicBezTo>
                  <a:pt x="1034231" y="117856"/>
                  <a:pt x="1030794" y="118804"/>
                  <a:pt x="1026947" y="118804"/>
                </a:cubicBezTo>
                <a:cubicBezTo>
                  <a:pt x="1022421" y="118804"/>
                  <a:pt x="1018885" y="117736"/>
                  <a:pt x="1016339" y="115600"/>
                </a:cubicBezTo>
                <a:cubicBezTo>
                  <a:pt x="1013794" y="113465"/>
                  <a:pt x="1012238" y="110233"/>
                  <a:pt x="1011672" y="105905"/>
                </a:cubicBezTo>
                <a:moveTo>
                  <a:pt x="1011672" y="99625"/>
                </a:moveTo>
                <a:lnTo>
                  <a:pt x="1011672" y="73080"/>
                </a:lnTo>
                <a:cubicBezTo>
                  <a:pt x="1004827" y="77116"/>
                  <a:pt x="999735" y="81437"/>
                  <a:pt x="996397" y="86043"/>
                </a:cubicBezTo>
                <a:cubicBezTo>
                  <a:pt x="994191" y="89112"/>
                  <a:pt x="993088" y="92210"/>
                  <a:pt x="993088" y="95337"/>
                </a:cubicBezTo>
                <a:cubicBezTo>
                  <a:pt x="993088" y="97952"/>
                  <a:pt x="994021" y="100255"/>
                  <a:pt x="995888" y="102245"/>
                </a:cubicBezTo>
                <a:cubicBezTo>
                  <a:pt x="997303" y="103780"/>
                  <a:pt x="999283" y="104547"/>
                  <a:pt x="1001828" y="104547"/>
                </a:cubicBezTo>
                <a:cubicBezTo>
                  <a:pt x="1004657" y="104547"/>
                  <a:pt x="1007938" y="102907"/>
                  <a:pt x="1011672" y="99625"/>
                </a:cubicBezTo>
                <a:close/>
                <a:moveTo>
                  <a:pt x="1085840" y="2546"/>
                </a:moveTo>
                <a:lnTo>
                  <a:pt x="1085840" y="101153"/>
                </a:lnTo>
                <a:cubicBezTo>
                  <a:pt x="1085840" y="106754"/>
                  <a:pt x="1086490" y="110332"/>
                  <a:pt x="1087791" y="111888"/>
                </a:cubicBezTo>
                <a:cubicBezTo>
                  <a:pt x="1089093" y="113443"/>
                  <a:pt x="1091638" y="114334"/>
                  <a:pt x="1095429" y="114561"/>
                </a:cubicBezTo>
                <a:lnTo>
                  <a:pt x="1095429" y="117616"/>
                </a:lnTo>
                <a:lnTo>
                  <a:pt x="1052575" y="117616"/>
                </a:lnTo>
                <a:lnTo>
                  <a:pt x="1052575" y="114561"/>
                </a:lnTo>
                <a:cubicBezTo>
                  <a:pt x="1056082" y="114448"/>
                  <a:pt x="1058685" y="113429"/>
                  <a:pt x="1060382" y="111506"/>
                </a:cubicBezTo>
                <a:cubicBezTo>
                  <a:pt x="1061513" y="110205"/>
                  <a:pt x="1062079" y="106754"/>
                  <a:pt x="1062079" y="101153"/>
                </a:cubicBezTo>
                <a:lnTo>
                  <a:pt x="1062079" y="19009"/>
                </a:lnTo>
                <a:cubicBezTo>
                  <a:pt x="1062079" y="13429"/>
                  <a:pt x="1061428" y="9857"/>
                  <a:pt x="1060127" y="8292"/>
                </a:cubicBezTo>
                <a:cubicBezTo>
                  <a:pt x="1058826" y="6726"/>
                  <a:pt x="1056308" y="5829"/>
                  <a:pt x="1052575" y="5601"/>
                </a:cubicBezTo>
                <a:lnTo>
                  <a:pt x="1052575" y="2546"/>
                </a:lnTo>
                <a:lnTo>
                  <a:pt x="1085840" y="25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Reasoning">
            <a:extLst xmlns:a="http://schemas.openxmlformats.org/drawingml/2006/main">
              <a:ext uri="{FF2B5EF4-FFF2-40B4-BE49-F238E27FC236}">
                <a16:creationId xmlns:a16="http://schemas.microsoft.com/office/drawing/2014/main" id="{C36C640C-F70A-4436-87D2-97CEB6F5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8" y="3628820"/>
            <a:ext cx="766145" cy="155124"/>
          </a:xfrm>
          <a:custGeom xmlns:a="http://schemas.openxmlformats.org/drawingml/2006/main">
            <a:pathLst>
              <a:path w="766145" h="155124">
                <a:moveTo>
                  <a:pt x="42939" y="65172"/>
                </a:moveTo>
                <a:lnTo>
                  <a:pt x="42939" y="97589"/>
                </a:lnTo>
                <a:cubicBezTo>
                  <a:pt x="42939" y="103780"/>
                  <a:pt x="43321" y="107678"/>
                  <a:pt x="44085" y="109284"/>
                </a:cubicBezTo>
                <a:cubicBezTo>
                  <a:pt x="44848" y="110887"/>
                  <a:pt x="46192" y="112168"/>
                  <a:pt x="48116" y="113126"/>
                </a:cubicBezTo>
                <a:cubicBezTo>
                  <a:pt x="50039" y="114083"/>
                  <a:pt x="53631" y="114561"/>
                  <a:pt x="58893" y="114561"/>
                </a:cubicBezTo>
                <a:lnTo>
                  <a:pt x="58893" y="117616"/>
                </a:lnTo>
                <a:lnTo>
                  <a:pt x="0" y="117616"/>
                </a:lnTo>
                <a:lnTo>
                  <a:pt x="0" y="114561"/>
                </a:lnTo>
                <a:cubicBezTo>
                  <a:pt x="5318" y="114561"/>
                  <a:pt x="8924" y="114068"/>
                  <a:pt x="10820" y="113084"/>
                </a:cubicBezTo>
                <a:cubicBezTo>
                  <a:pt x="12715" y="112099"/>
                  <a:pt x="14044" y="110818"/>
                  <a:pt x="14808" y="109241"/>
                </a:cubicBezTo>
                <a:cubicBezTo>
                  <a:pt x="15572" y="107664"/>
                  <a:pt x="15954" y="103780"/>
                  <a:pt x="15954" y="97589"/>
                </a:cubicBezTo>
                <a:lnTo>
                  <a:pt x="15954" y="22573"/>
                </a:lnTo>
                <a:cubicBezTo>
                  <a:pt x="15954" y="16381"/>
                  <a:pt x="15572" y="12484"/>
                  <a:pt x="14808" y="10881"/>
                </a:cubicBezTo>
                <a:cubicBezTo>
                  <a:pt x="14044" y="9275"/>
                  <a:pt x="12701" y="7994"/>
                  <a:pt x="10777" y="7038"/>
                </a:cubicBezTo>
                <a:cubicBezTo>
                  <a:pt x="8854" y="6080"/>
                  <a:pt x="5261" y="5601"/>
                  <a:pt x="0" y="5601"/>
                </a:cubicBezTo>
                <a:lnTo>
                  <a:pt x="0" y="2546"/>
                </a:lnTo>
                <a:lnTo>
                  <a:pt x="53462" y="2546"/>
                </a:lnTo>
                <a:cubicBezTo>
                  <a:pt x="67379" y="2546"/>
                  <a:pt x="77562" y="3507"/>
                  <a:pt x="84011" y="5428"/>
                </a:cubicBezTo>
                <a:cubicBezTo>
                  <a:pt x="90461" y="7350"/>
                  <a:pt x="95722" y="10897"/>
                  <a:pt x="99795" y="16068"/>
                </a:cubicBezTo>
                <a:cubicBezTo>
                  <a:pt x="103868" y="21239"/>
                  <a:pt x="105905" y="27300"/>
                  <a:pt x="105905" y="34252"/>
                </a:cubicBezTo>
                <a:cubicBezTo>
                  <a:pt x="105905" y="42730"/>
                  <a:pt x="102850" y="49739"/>
                  <a:pt x="96740" y="55278"/>
                </a:cubicBezTo>
                <a:cubicBezTo>
                  <a:pt x="92837" y="58782"/>
                  <a:pt x="87377" y="61410"/>
                  <a:pt x="80362" y="63162"/>
                </a:cubicBezTo>
                <a:lnTo>
                  <a:pt x="108027" y="102208"/>
                </a:lnTo>
                <a:cubicBezTo>
                  <a:pt x="111647" y="107194"/>
                  <a:pt x="114221" y="110303"/>
                  <a:pt x="115749" y="111535"/>
                </a:cubicBezTo>
                <a:cubicBezTo>
                  <a:pt x="118068" y="113271"/>
                  <a:pt x="120756" y="114223"/>
                  <a:pt x="123810" y="114391"/>
                </a:cubicBezTo>
                <a:lnTo>
                  <a:pt x="123810" y="117616"/>
                </a:lnTo>
                <a:lnTo>
                  <a:pt x="87575" y="117616"/>
                </a:lnTo>
                <a:lnTo>
                  <a:pt x="50492" y="65172"/>
                </a:lnTo>
                <a:lnTo>
                  <a:pt x="42939" y="65172"/>
                </a:lnTo>
                <a:moveTo>
                  <a:pt x="42939" y="8995"/>
                </a:moveTo>
                <a:lnTo>
                  <a:pt x="42939" y="59062"/>
                </a:lnTo>
                <a:lnTo>
                  <a:pt x="47776" y="59062"/>
                </a:lnTo>
                <a:cubicBezTo>
                  <a:pt x="55640" y="59062"/>
                  <a:pt x="61523" y="58346"/>
                  <a:pt x="65427" y="56914"/>
                </a:cubicBezTo>
                <a:cubicBezTo>
                  <a:pt x="69330" y="55481"/>
                  <a:pt x="72400" y="52896"/>
                  <a:pt x="74634" y="49160"/>
                </a:cubicBezTo>
                <a:cubicBezTo>
                  <a:pt x="76869" y="45423"/>
                  <a:pt x="77986" y="40548"/>
                  <a:pt x="77986" y="34535"/>
                </a:cubicBezTo>
                <a:cubicBezTo>
                  <a:pt x="77986" y="25825"/>
                  <a:pt x="75935" y="19390"/>
                  <a:pt x="71834" y="15232"/>
                </a:cubicBezTo>
                <a:cubicBezTo>
                  <a:pt x="67732" y="11074"/>
                  <a:pt x="61127" y="8995"/>
                  <a:pt x="52019" y="8995"/>
                </a:cubicBezTo>
                <a:lnTo>
                  <a:pt x="42939" y="8995"/>
                </a:lnTo>
                <a:close/>
                <a:moveTo>
                  <a:pt x="195318" y="75016"/>
                </a:moveTo>
                <a:lnTo>
                  <a:pt x="151785" y="75016"/>
                </a:lnTo>
                <a:cubicBezTo>
                  <a:pt x="152294" y="85567"/>
                  <a:pt x="155095" y="93905"/>
                  <a:pt x="160186" y="100031"/>
                </a:cubicBezTo>
                <a:cubicBezTo>
                  <a:pt x="164090" y="104739"/>
                  <a:pt x="168785" y="107093"/>
                  <a:pt x="174273" y="107093"/>
                </a:cubicBezTo>
                <a:cubicBezTo>
                  <a:pt x="177667" y="107093"/>
                  <a:pt x="180751" y="106145"/>
                  <a:pt x="183523" y="104250"/>
                </a:cubicBezTo>
                <a:cubicBezTo>
                  <a:pt x="186295" y="102355"/>
                  <a:pt x="189265" y="98947"/>
                  <a:pt x="192433" y="94025"/>
                </a:cubicBezTo>
                <a:lnTo>
                  <a:pt x="195318" y="95892"/>
                </a:lnTo>
                <a:cubicBezTo>
                  <a:pt x="191019" y="104660"/>
                  <a:pt x="186266" y="110869"/>
                  <a:pt x="181062" y="114518"/>
                </a:cubicBezTo>
                <a:cubicBezTo>
                  <a:pt x="175857" y="118167"/>
                  <a:pt x="169832" y="119992"/>
                  <a:pt x="162987" y="119992"/>
                </a:cubicBezTo>
                <a:cubicBezTo>
                  <a:pt x="151219" y="119992"/>
                  <a:pt x="142309" y="115461"/>
                  <a:pt x="136256" y="106401"/>
                </a:cubicBezTo>
                <a:cubicBezTo>
                  <a:pt x="131390" y="99096"/>
                  <a:pt x="128958" y="90035"/>
                  <a:pt x="128958" y="79219"/>
                </a:cubicBezTo>
                <a:cubicBezTo>
                  <a:pt x="128958" y="65967"/>
                  <a:pt x="132536" y="55420"/>
                  <a:pt x="139693" y="47577"/>
                </a:cubicBezTo>
                <a:cubicBezTo>
                  <a:pt x="146849" y="39733"/>
                  <a:pt x="155236" y="35811"/>
                  <a:pt x="164853" y="35811"/>
                </a:cubicBezTo>
                <a:cubicBezTo>
                  <a:pt x="172887" y="35811"/>
                  <a:pt x="179859" y="39106"/>
                  <a:pt x="185771" y="45697"/>
                </a:cubicBezTo>
                <a:cubicBezTo>
                  <a:pt x="191683" y="52288"/>
                  <a:pt x="194866" y="62061"/>
                  <a:pt x="195318" y="75016"/>
                </a:cubicBezTo>
                <a:moveTo>
                  <a:pt x="174443" y="69415"/>
                </a:moveTo>
                <a:cubicBezTo>
                  <a:pt x="174443" y="60307"/>
                  <a:pt x="173948" y="54056"/>
                  <a:pt x="172958" y="50661"/>
                </a:cubicBezTo>
                <a:cubicBezTo>
                  <a:pt x="171968" y="47267"/>
                  <a:pt x="170426" y="44693"/>
                  <a:pt x="168333" y="42939"/>
                </a:cubicBezTo>
                <a:cubicBezTo>
                  <a:pt x="167145" y="41921"/>
                  <a:pt x="165561" y="41412"/>
                  <a:pt x="163581" y="41412"/>
                </a:cubicBezTo>
                <a:cubicBezTo>
                  <a:pt x="160639" y="41412"/>
                  <a:pt x="158234" y="42854"/>
                  <a:pt x="156367" y="45739"/>
                </a:cubicBezTo>
                <a:cubicBezTo>
                  <a:pt x="153030" y="50774"/>
                  <a:pt x="151361" y="57676"/>
                  <a:pt x="151361" y="66445"/>
                </a:cubicBezTo>
                <a:lnTo>
                  <a:pt x="151361" y="69415"/>
                </a:lnTo>
                <a:lnTo>
                  <a:pt x="174443" y="69415"/>
                </a:lnTo>
                <a:close/>
                <a:moveTo>
                  <a:pt x="249061" y="105905"/>
                </a:moveTo>
                <a:cubicBezTo>
                  <a:pt x="239387" y="114504"/>
                  <a:pt x="230703" y="118804"/>
                  <a:pt x="223009" y="118804"/>
                </a:cubicBezTo>
                <a:cubicBezTo>
                  <a:pt x="218483" y="118804"/>
                  <a:pt x="214721" y="117314"/>
                  <a:pt x="211723" y="114335"/>
                </a:cubicBezTo>
                <a:cubicBezTo>
                  <a:pt x="208724" y="111355"/>
                  <a:pt x="207225" y="107623"/>
                  <a:pt x="207225" y="103139"/>
                </a:cubicBezTo>
                <a:cubicBezTo>
                  <a:pt x="207225" y="97065"/>
                  <a:pt x="209827" y="91601"/>
                  <a:pt x="215032" y="86748"/>
                </a:cubicBezTo>
                <a:cubicBezTo>
                  <a:pt x="220237" y="81895"/>
                  <a:pt x="231580" y="75439"/>
                  <a:pt x="249061" y="67379"/>
                </a:cubicBezTo>
                <a:lnTo>
                  <a:pt x="249061" y="59402"/>
                </a:lnTo>
                <a:cubicBezTo>
                  <a:pt x="249061" y="53405"/>
                  <a:pt x="248736" y="49629"/>
                  <a:pt x="248085" y="48073"/>
                </a:cubicBezTo>
                <a:cubicBezTo>
                  <a:pt x="247434" y="46517"/>
                  <a:pt x="246204" y="45160"/>
                  <a:pt x="244394" y="44000"/>
                </a:cubicBezTo>
                <a:cubicBezTo>
                  <a:pt x="242583" y="42840"/>
                  <a:pt x="240547" y="42260"/>
                  <a:pt x="238284" y="42260"/>
                </a:cubicBezTo>
                <a:cubicBezTo>
                  <a:pt x="234606" y="42260"/>
                  <a:pt x="231580" y="43080"/>
                  <a:pt x="229204" y="44721"/>
                </a:cubicBezTo>
                <a:cubicBezTo>
                  <a:pt x="227733" y="45739"/>
                  <a:pt x="226997" y="46927"/>
                  <a:pt x="226997" y="48285"/>
                </a:cubicBezTo>
                <a:cubicBezTo>
                  <a:pt x="226997" y="49473"/>
                  <a:pt x="227789" y="50944"/>
                  <a:pt x="229373" y="52698"/>
                </a:cubicBezTo>
                <a:cubicBezTo>
                  <a:pt x="231523" y="55131"/>
                  <a:pt x="232598" y="57478"/>
                  <a:pt x="232598" y="59741"/>
                </a:cubicBezTo>
                <a:cubicBezTo>
                  <a:pt x="232598" y="62513"/>
                  <a:pt x="231566" y="64875"/>
                  <a:pt x="229501" y="66827"/>
                </a:cubicBezTo>
                <a:cubicBezTo>
                  <a:pt x="227436" y="68779"/>
                  <a:pt x="224734" y="69755"/>
                  <a:pt x="221397" y="69755"/>
                </a:cubicBezTo>
                <a:cubicBezTo>
                  <a:pt x="217832" y="69755"/>
                  <a:pt x="214848" y="68680"/>
                  <a:pt x="212444" y="66530"/>
                </a:cubicBezTo>
                <a:cubicBezTo>
                  <a:pt x="210039" y="64380"/>
                  <a:pt x="208837" y="61863"/>
                  <a:pt x="208837" y="58978"/>
                </a:cubicBezTo>
                <a:cubicBezTo>
                  <a:pt x="208837" y="54904"/>
                  <a:pt x="210450" y="51015"/>
                  <a:pt x="213674" y="47309"/>
                </a:cubicBezTo>
                <a:cubicBezTo>
                  <a:pt x="216899" y="43604"/>
                  <a:pt x="221397" y="40761"/>
                  <a:pt x="227167" y="38781"/>
                </a:cubicBezTo>
                <a:cubicBezTo>
                  <a:pt x="232937" y="36801"/>
                  <a:pt x="238934" y="35811"/>
                  <a:pt x="245157" y="35811"/>
                </a:cubicBezTo>
                <a:cubicBezTo>
                  <a:pt x="252682" y="35811"/>
                  <a:pt x="258636" y="37413"/>
                  <a:pt x="263020" y="40619"/>
                </a:cubicBezTo>
                <a:cubicBezTo>
                  <a:pt x="267405" y="43822"/>
                  <a:pt x="270248" y="47295"/>
                  <a:pt x="271549" y="51038"/>
                </a:cubicBezTo>
                <a:cubicBezTo>
                  <a:pt x="272341" y="53419"/>
                  <a:pt x="272737" y="58891"/>
                  <a:pt x="272737" y="67453"/>
                </a:cubicBezTo>
                <a:lnTo>
                  <a:pt x="272737" y="98329"/>
                </a:lnTo>
                <a:cubicBezTo>
                  <a:pt x="272737" y="101958"/>
                  <a:pt x="272878" y="104241"/>
                  <a:pt x="273161" y="105178"/>
                </a:cubicBezTo>
                <a:cubicBezTo>
                  <a:pt x="273444" y="106114"/>
                  <a:pt x="273868" y="106808"/>
                  <a:pt x="274434" y="107263"/>
                </a:cubicBezTo>
                <a:cubicBezTo>
                  <a:pt x="275000" y="107715"/>
                  <a:pt x="275650" y="107942"/>
                  <a:pt x="276386" y="107942"/>
                </a:cubicBezTo>
                <a:cubicBezTo>
                  <a:pt x="277857" y="107942"/>
                  <a:pt x="279356" y="106895"/>
                  <a:pt x="280883" y="104802"/>
                </a:cubicBezTo>
                <a:lnTo>
                  <a:pt x="283429" y="106838"/>
                </a:lnTo>
                <a:cubicBezTo>
                  <a:pt x="280600" y="111025"/>
                  <a:pt x="277673" y="114066"/>
                  <a:pt x="274646" y="115961"/>
                </a:cubicBezTo>
                <a:cubicBezTo>
                  <a:pt x="271619" y="117856"/>
                  <a:pt x="268183" y="118804"/>
                  <a:pt x="264336" y="118804"/>
                </a:cubicBezTo>
                <a:cubicBezTo>
                  <a:pt x="259810" y="118804"/>
                  <a:pt x="256274" y="117736"/>
                  <a:pt x="253728" y="115600"/>
                </a:cubicBezTo>
                <a:cubicBezTo>
                  <a:pt x="251182" y="113465"/>
                  <a:pt x="249627" y="110233"/>
                  <a:pt x="249061" y="105905"/>
                </a:cubicBezTo>
                <a:moveTo>
                  <a:pt x="249061" y="99625"/>
                </a:moveTo>
                <a:lnTo>
                  <a:pt x="249061" y="73080"/>
                </a:lnTo>
                <a:cubicBezTo>
                  <a:pt x="242215" y="77116"/>
                  <a:pt x="237124" y="81437"/>
                  <a:pt x="233786" y="86043"/>
                </a:cubicBezTo>
                <a:cubicBezTo>
                  <a:pt x="231580" y="89112"/>
                  <a:pt x="230477" y="92210"/>
                  <a:pt x="230477" y="95337"/>
                </a:cubicBezTo>
                <a:cubicBezTo>
                  <a:pt x="230477" y="97952"/>
                  <a:pt x="231410" y="100255"/>
                  <a:pt x="233277" y="102245"/>
                </a:cubicBezTo>
                <a:cubicBezTo>
                  <a:pt x="234691" y="103780"/>
                  <a:pt x="236671" y="104547"/>
                  <a:pt x="239217" y="104547"/>
                </a:cubicBezTo>
                <a:cubicBezTo>
                  <a:pt x="242046" y="104547"/>
                  <a:pt x="245327" y="102907"/>
                  <a:pt x="249061" y="99625"/>
                </a:cubicBezTo>
                <a:close/>
                <a:moveTo>
                  <a:pt x="342322" y="36150"/>
                </a:moveTo>
                <a:lnTo>
                  <a:pt x="343595" y="63305"/>
                </a:lnTo>
                <a:lnTo>
                  <a:pt x="340709" y="63305"/>
                </a:lnTo>
                <a:cubicBezTo>
                  <a:pt x="337258" y="55207"/>
                  <a:pt x="333680" y="49675"/>
                  <a:pt x="329975" y="46710"/>
                </a:cubicBezTo>
                <a:cubicBezTo>
                  <a:pt x="326269" y="43743"/>
                  <a:pt x="322578" y="42260"/>
                  <a:pt x="318900" y="42260"/>
                </a:cubicBezTo>
                <a:cubicBezTo>
                  <a:pt x="316581" y="42260"/>
                  <a:pt x="314601" y="43038"/>
                  <a:pt x="312960" y="44594"/>
                </a:cubicBezTo>
                <a:cubicBezTo>
                  <a:pt x="311320" y="46150"/>
                  <a:pt x="310499" y="47946"/>
                  <a:pt x="310499" y="49982"/>
                </a:cubicBezTo>
                <a:cubicBezTo>
                  <a:pt x="310499" y="51510"/>
                  <a:pt x="311065" y="52981"/>
                  <a:pt x="312197" y="54395"/>
                </a:cubicBezTo>
                <a:cubicBezTo>
                  <a:pt x="314007" y="56715"/>
                  <a:pt x="319070" y="60689"/>
                  <a:pt x="327386" y="66318"/>
                </a:cubicBezTo>
                <a:cubicBezTo>
                  <a:pt x="335703" y="71947"/>
                  <a:pt x="341176" y="76727"/>
                  <a:pt x="343807" y="80659"/>
                </a:cubicBezTo>
                <a:cubicBezTo>
                  <a:pt x="346437" y="84591"/>
                  <a:pt x="347753" y="88990"/>
                  <a:pt x="347753" y="93855"/>
                </a:cubicBezTo>
                <a:cubicBezTo>
                  <a:pt x="347753" y="98268"/>
                  <a:pt x="346650" y="102596"/>
                  <a:pt x="344443" y="106838"/>
                </a:cubicBezTo>
                <a:cubicBezTo>
                  <a:pt x="342237" y="111081"/>
                  <a:pt x="339125" y="114334"/>
                  <a:pt x="335109" y="116597"/>
                </a:cubicBezTo>
                <a:cubicBezTo>
                  <a:pt x="331092" y="118860"/>
                  <a:pt x="326651" y="119992"/>
                  <a:pt x="321786" y="119992"/>
                </a:cubicBezTo>
                <a:cubicBezTo>
                  <a:pt x="317995" y="119992"/>
                  <a:pt x="312932" y="118782"/>
                  <a:pt x="306596" y="116361"/>
                </a:cubicBezTo>
                <a:cubicBezTo>
                  <a:pt x="304899" y="115727"/>
                  <a:pt x="303739" y="115409"/>
                  <a:pt x="303117" y="115409"/>
                </a:cubicBezTo>
                <a:cubicBezTo>
                  <a:pt x="301250" y="115409"/>
                  <a:pt x="299694" y="116824"/>
                  <a:pt x="298449" y="119652"/>
                </a:cubicBezTo>
                <a:lnTo>
                  <a:pt x="295649" y="119652"/>
                </a:lnTo>
                <a:lnTo>
                  <a:pt x="294291" y="91139"/>
                </a:lnTo>
                <a:lnTo>
                  <a:pt x="297176" y="91139"/>
                </a:lnTo>
                <a:cubicBezTo>
                  <a:pt x="299722" y="98607"/>
                  <a:pt x="303216" y="104208"/>
                  <a:pt x="307657" y="107942"/>
                </a:cubicBezTo>
                <a:cubicBezTo>
                  <a:pt x="312098" y="111676"/>
                  <a:pt x="316298" y="113542"/>
                  <a:pt x="320258" y="113542"/>
                </a:cubicBezTo>
                <a:cubicBezTo>
                  <a:pt x="322974" y="113542"/>
                  <a:pt x="325194" y="112708"/>
                  <a:pt x="326920" y="111039"/>
                </a:cubicBezTo>
                <a:cubicBezTo>
                  <a:pt x="328645" y="109370"/>
                  <a:pt x="329508" y="107348"/>
                  <a:pt x="329508" y="104972"/>
                </a:cubicBezTo>
                <a:cubicBezTo>
                  <a:pt x="329508" y="102256"/>
                  <a:pt x="328659" y="99908"/>
                  <a:pt x="326962" y="97928"/>
                </a:cubicBezTo>
                <a:cubicBezTo>
                  <a:pt x="325265" y="95948"/>
                  <a:pt x="321475" y="92950"/>
                  <a:pt x="315591" y="88933"/>
                </a:cubicBezTo>
                <a:cubicBezTo>
                  <a:pt x="306935" y="82936"/>
                  <a:pt x="301334" y="78354"/>
                  <a:pt x="298789" y="75186"/>
                </a:cubicBezTo>
                <a:cubicBezTo>
                  <a:pt x="295055" y="70547"/>
                  <a:pt x="293188" y="65427"/>
                  <a:pt x="293188" y="59826"/>
                </a:cubicBezTo>
                <a:cubicBezTo>
                  <a:pt x="293188" y="53716"/>
                  <a:pt x="295295" y="48186"/>
                  <a:pt x="299510" y="43236"/>
                </a:cubicBezTo>
                <a:cubicBezTo>
                  <a:pt x="303725" y="38286"/>
                  <a:pt x="309820" y="35811"/>
                  <a:pt x="317797" y="35811"/>
                </a:cubicBezTo>
                <a:cubicBezTo>
                  <a:pt x="322097" y="35811"/>
                  <a:pt x="326255" y="36898"/>
                  <a:pt x="330272" y="39073"/>
                </a:cubicBezTo>
                <a:cubicBezTo>
                  <a:pt x="331799" y="39953"/>
                  <a:pt x="333044" y="40393"/>
                  <a:pt x="334006" y="40393"/>
                </a:cubicBezTo>
                <a:cubicBezTo>
                  <a:pt x="335024" y="40393"/>
                  <a:pt x="335844" y="40181"/>
                  <a:pt x="336466" y="39757"/>
                </a:cubicBezTo>
                <a:cubicBezTo>
                  <a:pt x="337089" y="39333"/>
                  <a:pt x="338079" y="38130"/>
                  <a:pt x="339437" y="36150"/>
                </a:cubicBezTo>
                <a:lnTo>
                  <a:pt x="342322" y="36150"/>
                </a:lnTo>
                <a:close/>
                <a:moveTo>
                  <a:pt x="397198" y="35811"/>
                </a:moveTo>
                <a:cubicBezTo>
                  <a:pt x="404100" y="35811"/>
                  <a:pt x="410521" y="37595"/>
                  <a:pt x="416461" y="41162"/>
                </a:cubicBezTo>
                <a:cubicBezTo>
                  <a:pt x="422402" y="44730"/>
                  <a:pt x="426913" y="49799"/>
                  <a:pt x="429997" y="56368"/>
                </a:cubicBezTo>
                <a:cubicBezTo>
                  <a:pt x="433080" y="62938"/>
                  <a:pt x="434621" y="70130"/>
                  <a:pt x="434621" y="77944"/>
                </a:cubicBezTo>
                <a:cubicBezTo>
                  <a:pt x="434621" y="89212"/>
                  <a:pt x="431764" y="98642"/>
                  <a:pt x="426051" y="106231"/>
                </a:cubicBezTo>
                <a:cubicBezTo>
                  <a:pt x="419149" y="115405"/>
                  <a:pt x="409616" y="119992"/>
                  <a:pt x="397453" y="119992"/>
                </a:cubicBezTo>
                <a:cubicBezTo>
                  <a:pt x="385516" y="119992"/>
                  <a:pt x="376323" y="115801"/>
                  <a:pt x="369873" y="107419"/>
                </a:cubicBezTo>
                <a:cubicBezTo>
                  <a:pt x="363424" y="99038"/>
                  <a:pt x="360199" y="89326"/>
                  <a:pt x="360199" y="78283"/>
                </a:cubicBezTo>
                <a:cubicBezTo>
                  <a:pt x="360199" y="66901"/>
                  <a:pt x="363495" y="56977"/>
                  <a:pt x="370085" y="48511"/>
                </a:cubicBezTo>
                <a:cubicBezTo>
                  <a:pt x="376676" y="40044"/>
                  <a:pt x="385714" y="35811"/>
                  <a:pt x="397198" y="35811"/>
                </a:cubicBezTo>
                <a:moveTo>
                  <a:pt x="397538" y="41751"/>
                </a:moveTo>
                <a:cubicBezTo>
                  <a:pt x="394652" y="41751"/>
                  <a:pt x="392177" y="42842"/>
                  <a:pt x="390112" y="45023"/>
                </a:cubicBezTo>
                <a:cubicBezTo>
                  <a:pt x="388047" y="47203"/>
                  <a:pt x="386690" y="51507"/>
                  <a:pt x="386039" y="57935"/>
                </a:cubicBezTo>
                <a:cubicBezTo>
                  <a:pt x="385389" y="64364"/>
                  <a:pt x="385063" y="73299"/>
                  <a:pt x="385063" y="84740"/>
                </a:cubicBezTo>
                <a:cubicBezTo>
                  <a:pt x="385063" y="90801"/>
                  <a:pt x="385459" y="96465"/>
                  <a:pt x="386251" y="101734"/>
                </a:cubicBezTo>
                <a:cubicBezTo>
                  <a:pt x="386874" y="105754"/>
                  <a:pt x="388203" y="108812"/>
                  <a:pt x="390240" y="110909"/>
                </a:cubicBezTo>
                <a:cubicBezTo>
                  <a:pt x="392276" y="113004"/>
                  <a:pt x="394596" y="114052"/>
                  <a:pt x="397198" y="114052"/>
                </a:cubicBezTo>
                <a:cubicBezTo>
                  <a:pt x="399744" y="114052"/>
                  <a:pt x="401865" y="113344"/>
                  <a:pt x="403563" y="111927"/>
                </a:cubicBezTo>
                <a:cubicBezTo>
                  <a:pt x="405769" y="110002"/>
                  <a:pt x="407240" y="107311"/>
                  <a:pt x="407975" y="103855"/>
                </a:cubicBezTo>
                <a:cubicBezTo>
                  <a:pt x="409107" y="98475"/>
                  <a:pt x="409673" y="87601"/>
                  <a:pt x="409673" y="71232"/>
                </a:cubicBezTo>
                <a:cubicBezTo>
                  <a:pt x="409673" y="61604"/>
                  <a:pt x="409135" y="54992"/>
                  <a:pt x="408060" y="51396"/>
                </a:cubicBezTo>
                <a:cubicBezTo>
                  <a:pt x="406985" y="47798"/>
                  <a:pt x="405401" y="45178"/>
                  <a:pt x="403308" y="43536"/>
                </a:cubicBezTo>
                <a:cubicBezTo>
                  <a:pt x="401837" y="42346"/>
                  <a:pt x="399914" y="41751"/>
                  <a:pt x="397538" y="41751"/>
                </a:cubicBezTo>
                <a:close/>
                <a:moveTo>
                  <a:pt x="479088" y="38187"/>
                </a:moveTo>
                <a:lnTo>
                  <a:pt x="479088" y="48540"/>
                </a:lnTo>
                <a:cubicBezTo>
                  <a:pt x="483161" y="44097"/>
                  <a:pt x="487065" y="40865"/>
                  <a:pt x="490799" y="38845"/>
                </a:cubicBezTo>
                <a:cubicBezTo>
                  <a:pt x="494532" y="36822"/>
                  <a:pt x="498549" y="35811"/>
                  <a:pt x="502849" y="35811"/>
                </a:cubicBezTo>
                <a:cubicBezTo>
                  <a:pt x="507997" y="35811"/>
                  <a:pt x="512268" y="37241"/>
                  <a:pt x="515663" y="40102"/>
                </a:cubicBezTo>
                <a:cubicBezTo>
                  <a:pt x="519057" y="42962"/>
                  <a:pt x="521320" y="46516"/>
                  <a:pt x="522451" y="50765"/>
                </a:cubicBezTo>
                <a:cubicBezTo>
                  <a:pt x="523356" y="53995"/>
                  <a:pt x="523809" y="60198"/>
                  <a:pt x="523809" y="69376"/>
                </a:cubicBezTo>
                <a:lnTo>
                  <a:pt x="523809" y="100304"/>
                </a:lnTo>
                <a:cubicBezTo>
                  <a:pt x="523809" y="106414"/>
                  <a:pt x="524361" y="110219"/>
                  <a:pt x="525464" y="111718"/>
                </a:cubicBezTo>
                <a:cubicBezTo>
                  <a:pt x="526567" y="113217"/>
                  <a:pt x="528872" y="114165"/>
                  <a:pt x="532380" y="114561"/>
                </a:cubicBezTo>
                <a:lnTo>
                  <a:pt x="532380" y="117616"/>
                </a:lnTo>
                <a:lnTo>
                  <a:pt x="492241" y="117616"/>
                </a:lnTo>
                <a:lnTo>
                  <a:pt x="492241" y="114561"/>
                </a:lnTo>
                <a:cubicBezTo>
                  <a:pt x="495240" y="114165"/>
                  <a:pt x="497389" y="112920"/>
                  <a:pt x="498691" y="110827"/>
                </a:cubicBezTo>
                <a:cubicBezTo>
                  <a:pt x="499596" y="109413"/>
                  <a:pt x="500048" y="105905"/>
                  <a:pt x="500048" y="100304"/>
                </a:cubicBezTo>
                <a:lnTo>
                  <a:pt x="500048" y="65003"/>
                </a:lnTo>
                <a:cubicBezTo>
                  <a:pt x="500048" y="58497"/>
                  <a:pt x="499794" y="54395"/>
                  <a:pt x="499285" y="52698"/>
                </a:cubicBezTo>
                <a:cubicBezTo>
                  <a:pt x="498775" y="51001"/>
                  <a:pt x="497913" y="49685"/>
                  <a:pt x="496696" y="48752"/>
                </a:cubicBezTo>
                <a:cubicBezTo>
                  <a:pt x="495480" y="47818"/>
                  <a:pt x="494136" y="47352"/>
                  <a:pt x="492666" y="47352"/>
                </a:cubicBezTo>
                <a:cubicBezTo>
                  <a:pt x="487800" y="47352"/>
                  <a:pt x="483274" y="50859"/>
                  <a:pt x="479088" y="57874"/>
                </a:cubicBezTo>
                <a:lnTo>
                  <a:pt x="479088" y="100304"/>
                </a:lnTo>
                <a:cubicBezTo>
                  <a:pt x="479088" y="106244"/>
                  <a:pt x="479640" y="110007"/>
                  <a:pt x="480743" y="111591"/>
                </a:cubicBezTo>
                <a:cubicBezTo>
                  <a:pt x="481846" y="113175"/>
                  <a:pt x="483897" y="114165"/>
                  <a:pt x="486895" y="114561"/>
                </a:cubicBezTo>
                <a:lnTo>
                  <a:pt x="486895" y="117616"/>
                </a:lnTo>
                <a:lnTo>
                  <a:pt x="446756" y="117616"/>
                </a:lnTo>
                <a:lnTo>
                  <a:pt x="446756" y="114561"/>
                </a:lnTo>
                <a:cubicBezTo>
                  <a:pt x="450094" y="114221"/>
                  <a:pt x="452470" y="113146"/>
                  <a:pt x="453885" y="111336"/>
                </a:cubicBezTo>
                <a:cubicBezTo>
                  <a:pt x="454846" y="110091"/>
                  <a:pt x="455327" y="106414"/>
                  <a:pt x="455327" y="100304"/>
                </a:cubicBezTo>
                <a:lnTo>
                  <a:pt x="455327" y="55498"/>
                </a:lnTo>
                <a:cubicBezTo>
                  <a:pt x="455327" y="49429"/>
                  <a:pt x="454776" y="45650"/>
                  <a:pt x="453672" y="44162"/>
                </a:cubicBezTo>
                <a:cubicBezTo>
                  <a:pt x="452569" y="42673"/>
                  <a:pt x="450264" y="41700"/>
                  <a:pt x="446756" y="41242"/>
                </a:cubicBezTo>
                <a:lnTo>
                  <a:pt x="446756" y="38187"/>
                </a:lnTo>
                <a:lnTo>
                  <a:pt x="479088" y="38187"/>
                </a:lnTo>
                <a:close/>
                <a:moveTo>
                  <a:pt x="562394" y="0"/>
                </a:moveTo>
                <a:cubicBezTo>
                  <a:pt x="566071" y="0"/>
                  <a:pt x="569183" y="1291"/>
                  <a:pt x="571728" y="3874"/>
                </a:cubicBezTo>
                <a:cubicBezTo>
                  <a:pt x="574274" y="6456"/>
                  <a:pt x="575547" y="9563"/>
                  <a:pt x="575547" y="13196"/>
                </a:cubicBezTo>
                <a:cubicBezTo>
                  <a:pt x="575547" y="16829"/>
                  <a:pt x="574260" y="19923"/>
                  <a:pt x="571686" y="22477"/>
                </a:cubicBezTo>
                <a:cubicBezTo>
                  <a:pt x="569112" y="25030"/>
                  <a:pt x="566014" y="26307"/>
                  <a:pt x="562394" y="26307"/>
                </a:cubicBezTo>
                <a:cubicBezTo>
                  <a:pt x="558773" y="26307"/>
                  <a:pt x="555690" y="25030"/>
                  <a:pt x="553144" y="22477"/>
                </a:cubicBezTo>
                <a:cubicBezTo>
                  <a:pt x="550598" y="19923"/>
                  <a:pt x="549325" y="16829"/>
                  <a:pt x="549325" y="13196"/>
                </a:cubicBezTo>
                <a:cubicBezTo>
                  <a:pt x="549325" y="9563"/>
                  <a:pt x="550598" y="6456"/>
                  <a:pt x="553144" y="3874"/>
                </a:cubicBezTo>
                <a:cubicBezTo>
                  <a:pt x="555690" y="1291"/>
                  <a:pt x="558773" y="0"/>
                  <a:pt x="562394" y="0"/>
                </a:cubicBezTo>
                <a:moveTo>
                  <a:pt x="574274" y="38187"/>
                </a:moveTo>
                <a:lnTo>
                  <a:pt x="574274" y="101153"/>
                </a:lnTo>
                <a:cubicBezTo>
                  <a:pt x="574274" y="106754"/>
                  <a:pt x="574925" y="110332"/>
                  <a:pt x="576226" y="111888"/>
                </a:cubicBezTo>
                <a:cubicBezTo>
                  <a:pt x="577527" y="113443"/>
                  <a:pt x="580073" y="114334"/>
                  <a:pt x="583863" y="114561"/>
                </a:cubicBezTo>
                <a:lnTo>
                  <a:pt x="583863" y="117616"/>
                </a:lnTo>
                <a:lnTo>
                  <a:pt x="541009" y="117616"/>
                </a:lnTo>
                <a:lnTo>
                  <a:pt x="541009" y="114561"/>
                </a:lnTo>
                <a:cubicBezTo>
                  <a:pt x="544517" y="114448"/>
                  <a:pt x="547119" y="113429"/>
                  <a:pt x="548816" y="111506"/>
                </a:cubicBezTo>
                <a:cubicBezTo>
                  <a:pt x="549948" y="110205"/>
                  <a:pt x="550513" y="106754"/>
                  <a:pt x="550513" y="101153"/>
                </a:cubicBezTo>
                <a:lnTo>
                  <a:pt x="550513" y="54819"/>
                </a:lnTo>
                <a:cubicBezTo>
                  <a:pt x="550513" y="49148"/>
                  <a:pt x="549863" y="45525"/>
                  <a:pt x="548562" y="43949"/>
                </a:cubicBezTo>
                <a:cubicBezTo>
                  <a:pt x="547260" y="42374"/>
                  <a:pt x="544743" y="41472"/>
                  <a:pt x="541009" y="41242"/>
                </a:cubicBezTo>
                <a:lnTo>
                  <a:pt x="541009" y="38187"/>
                </a:lnTo>
                <a:lnTo>
                  <a:pt x="574274" y="38187"/>
                </a:lnTo>
                <a:close/>
                <a:moveTo>
                  <a:pt x="624031" y="38187"/>
                </a:moveTo>
                <a:lnTo>
                  <a:pt x="624031" y="48540"/>
                </a:lnTo>
                <a:cubicBezTo>
                  <a:pt x="628104" y="44097"/>
                  <a:pt x="632008" y="40865"/>
                  <a:pt x="635742" y="38845"/>
                </a:cubicBezTo>
                <a:cubicBezTo>
                  <a:pt x="639476" y="36822"/>
                  <a:pt x="643492" y="35811"/>
                  <a:pt x="647792" y="35811"/>
                </a:cubicBezTo>
                <a:cubicBezTo>
                  <a:pt x="652940" y="35811"/>
                  <a:pt x="657211" y="37241"/>
                  <a:pt x="660606" y="40102"/>
                </a:cubicBezTo>
                <a:cubicBezTo>
                  <a:pt x="664000" y="42962"/>
                  <a:pt x="666263" y="46516"/>
                  <a:pt x="667395" y="50765"/>
                </a:cubicBezTo>
                <a:cubicBezTo>
                  <a:pt x="668300" y="53995"/>
                  <a:pt x="668752" y="60198"/>
                  <a:pt x="668752" y="69376"/>
                </a:cubicBezTo>
                <a:lnTo>
                  <a:pt x="668752" y="100304"/>
                </a:lnTo>
                <a:cubicBezTo>
                  <a:pt x="668752" y="106414"/>
                  <a:pt x="669304" y="110219"/>
                  <a:pt x="670407" y="111718"/>
                </a:cubicBezTo>
                <a:cubicBezTo>
                  <a:pt x="671510" y="113217"/>
                  <a:pt x="673816" y="114165"/>
                  <a:pt x="677323" y="114561"/>
                </a:cubicBezTo>
                <a:lnTo>
                  <a:pt x="677323" y="117616"/>
                </a:lnTo>
                <a:lnTo>
                  <a:pt x="637184" y="117616"/>
                </a:lnTo>
                <a:lnTo>
                  <a:pt x="637184" y="114561"/>
                </a:lnTo>
                <a:cubicBezTo>
                  <a:pt x="640183" y="114165"/>
                  <a:pt x="642333" y="112920"/>
                  <a:pt x="643634" y="110827"/>
                </a:cubicBezTo>
                <a:cubicBezTo>
                  <a:pt x="644539" y="109413"/>
                  <a:pt x="644992" y="105905"/>
                  <a:pt x="644992" y="100304"/>
                </a:cubicBezTo>
                <a:lnTo>
                  <a:pt x="644992" y="65003"/>
                </a:lnTo>
                <a:cubicBezTo>
                  <a:pt x="644992" y="58497"/>
                  <a:pt x="644737" y="54395"/>
                  <a:pt x="644228" y="52698"/>
                </a:cubicBezTo>
                <a:cubicBezTo>
                  <a:pt x="643719" y="51001"/>
                  <a:pt x="642856" y="49685"/>
                  <a:pt x="641640" y="48752"/>
                </a:cubicBezTo>
                <a:cubicBezTo>
                  <a:pt x="640423" y="47818"/>
                  <a:pt x="639080" y="47352"/>
                  <a:pt x="637609" y="47352"/>
                </a:cubicBezTo>
                <a:cubicBezTo>
                  <a:pt x="632743" y="47352"/>
                  <a:pt x="628218" y="50859"/>
                  <a:pt x="624031" y="57874"/>
                </a:cubicBezTo>
                <a:lnTo>
                  <a:pt x="624031" y="100304"/>
                </a:lnTo>
                <a:cubicBezTo>
                  <a:pt x="624031" y="106244"/>
                  <a:pt x="624583" y="110007"/>
                  <a:pt x="625686" y="111591"/>
                </a:cubicBezTo>
                <a:cubicBezTo>
                  <a:pt x="626789" y="113175"/>
                  <a:pt x="628840" y="114165"/>
                  <a:pt x="631838" y="114561"/>
                </a:cubicBezTo>
                <a:lnTo>
                  <a:pt x="631838" y="117616"/>
                </a:lnTo>
                <a:lnTo>
                  <a:pt x="591700" y="117616"/>
                </a:lnTo>
                <a:lnTo>
                  <a:pt x="591700" y="114561"/>
                </a:lnTo>
                <a:cubicBezTo>
                  <a:pt x="595037" y="114221"/>
                  <a:pt x="597414" y="113146"/>
                  <a:pt x="598828" y="111336"/>
                </a:cubicBezTo>
                <a:cubicBezTo>
                  <a:pt x="599790" y="110091"/>
                  <a:pt x="600270" y="106414"/>
                  <a:pt x="600270" y="100304"/>
                </a:cubicBezTo>
                <a:lnTo>
                  <a:pt x="600270" y="55498"/>
                </a:lnTo>
                <a:cubicBezTo>
                  <a:pt x="600270" y="49429"/>
                  <a:pt x="599719" y="45650"/>
                  <a:pt x="598616" y="44162"/>
                </a:cubicBezTo>
                <a:cubicBezTo>
                  <a:pt x="597513" y="42673"/>
                  <a:pt x="595207" y="41700"/>
                  <a:pt x="591700" y="41242"/>
                </a:cubicBezTo>
                <a:lnTo>
                  <a:pt x="591700" y="38187"/>
                </a:lnTo>
                <a:lnTo>
                  <a:pt x="624031" y="38187"/>
                </a:lnTo>
                <a:close/>
                <a:moveTo>
                  <a:pt x="739160" y="39205"/>
                </a:moveTo>
                <a:lnTo>
                  <a:pt x="765890" y="39205"/>
                </a:lnTo>
                <a:lnTo>
                  <a:pt x="765890" y="48540"/>
                </a:lnTo>
                <a:lnTo>
                  <a:pt x="750700" y="48540"/>
                </a:lnTo>
                <a:cubicBezTo>
                  <a:pt x="753473" y="51312"/>
                  <a:pt x="755396" y="53829"/>
                  <a:pt x="756471" y="56092"/>
                </a:cubicBezTo>
                <a:cubicBezTo>
                  <a:pt x="757829" y="59147"/>
                  <a:pt x="758508" y="62344"/>
                  <a:pt x="758508" y="65681"/>
                </a:cubicBezTo>
                <a:cubicBezTo>
                  <a:pt x="758508" y="71339"/>
                  <a:pt x="756938" y="76247"/>
                  <a:pt x="753798" y="80405"/>
                </a:cubicBezTo>
                <a:cubicBezTo>
                  <a:pt x="750658" y="84563"/>
                  <a:pt x="746387" y="87816"/>
                  <a:pt x="740984" y="90164"/>
                </a:cubicBezTo>
                <a:cubicBezTo>
                  <a:pt x="735581" y="92511"/>
                  <a:pt x="730787" y="93685"/>
                  <a:pt x="726600" y="93685"/>
                </a:cubicBezTo>
                <a:cubicBezTo>
                  <a:pt x="726261" y="93685"/>
                  <a:pt x="722866" y="93544"/>
                  <a:pt x="716417" y="93261"/>
                </a:cubicBezTo>
                <a:cubicBezTo>
                  <a:pt x="713871" y="93261"/>
                  <a:pt x="711736" y="94091"/>
                  <a:pt x="710010" y="95751"/>
                </a:cubicBezTo>
                <a:cubicBezTo>
                  <a:pt x="708285" y="97411"/>
                  <a:pt x="707422" y="99394"/>
                  <a:pt x="707422" y="101699"/>
                </a:cubicBezTo>
                <a:cubicBezTo>
                  <a:pt x="707422" y="103725"/>
                  <a:pt x="708200" y="105385"/>
                  <a:pt x="709756" y="106679"/>
                </a:cubicBezTo>
                <a:cubicBezTo>
                  <a:pt x="711311" y="107973"/>
                  <a:pt x="713843" y="108621"/>
                  <a:pt x="717351" y="108621"/>
                </a:cubicBezTo>
                <a:lnTo>
                  <a:pt x="732031" y="108451"/>
                </a:lnTo>
                <a:cubicBezTo>
                  <a:pt x="743912" y="108451"/>
                  <a:pt x="752087" y="109755"/>
                  <a:pt x="756556" y="112362"/>
                </a:cubicBezTo>
                <a:cubicBezTo>
                  <a:pt x="762949" y="115988"/>
                  <a:pt x="766145" y="121571"/>
                  <a:pt x="766145" y="129109"/>
                </a:cubicBezTo>
                <a:cubicBezTo>
                  <a:pt x="766145" y="133926"/>
                  <a:pt x="764674" y="138305"/>
                  <a:pt x="761732" y="142244"/>
                </a:cubicBezTo>
                <a:cubicBezTo>
                  <a:pt x="758790" y="146183"/>
                  <a:pt x="754915" y="149087"/>
                  <a:pt x="750106" y="150958"/>
                </a:cubicBezTo>
                <a:cubicBezTo>
                  <a:pt x="742809" y="153735"/>
                  <a:pt x="734407" y="155124"/>
                  <a:pt x="724903" y="155124"/>
                </a:cubicBezTo>
                <a:cubicBezTo>
                  <a:pt x="717775" y="155124"/>
                  <a:pt x="711269" y="154431"/>
                  <a:pt x="705385" y="153045"/>
                </a:cubicBezTo>
                <a:cubicBezTo>
                  <a:pt x="699502" y="151659"/>
                  <a:pt x="695287" y="149734"/>
                  <a:pt x="692741" y="147272"/>
                </a:cubicBezTo>
                <a:cubicBezTo>
                  <a:pt x="690195" y="144811"/>
                  <a:pt x="688923" y="142222"/>
                  <a:pt x="688923" y="139504"/>
                </a:cubicBezTo>
                <a:cubicBezTo>
                  <a:pt x="688923" y="136902"/>
                  <a:pt x="689898" y="134567"/>
                  <a:pt x="691850" y="132501"/>
                </a:cubicBezTo>
                <a:cubicBezTo>
                  <a:pt x="693802" y="130436"/>
                  <a:pt x="697437" y="128696"/>
                  <a:pt x="702755" y="127282"/>
                </a:cubicBezTo>
                <a:cubicBezTo>
                  <a:pt x="695400" y="123661"/>
                  <a:pt x="691723" y="118627"/>
                  <a:pt x="691723" y="112179"/>
                </a:cubicBezTo>
                <a:cubicBezTo>
                  <a:pt x="691723" y="108276"/>
                  <a:pt x="693222" y="104486"/>
                  <a:pt x="696220" y="100811"/>
                </a:cubicBezTo>
                <a:cubicBezTo>
                  <a:pt x="699219" y="97134"/>
                  <a:pt x="703971" y="93937"/>
                  <a:pt x="710477" y="91222"/>
                </a:cubicBezTo>
                <a:cubicBezTo>
                  <a:pt x="702896" y="88446"/>
                  <a:pt x="697409" y="84792"/>
                  <a:pt x="694014" y="80259"/>
                </a:cubicBezTo>
                <a:cubicBezTo>
                  <a:pt x="690620" y="75726"/>
                  <a:pt x="688923" y="70485"/>
                  <a:pt x="688923" y="64536"/>
                </a:cubicBezTo>
                <a:cubicBezTo>
                  <a:pt x="688923" y="56775"/>
                  <a:pt x="692091" y="50047"/>
                  <a:pt x="698427" y="44353"/>
                </a:cubicBezTo>
                <a:cubicBezTo>
                  <a:pt x="704763" y="38658"/>
                  <a:pt x="712910" y="35811"/>
                  <a:pt x="722866" y="35811"/>
                </a:cubicBezTo>
                <a:cubicBezTo>
                  <a:pt x="728128" y="35811"/>
                  <a:pt x="733559" y="36942"/>
                  <a:pt x="739160" y="39205"/>
                </a:cubicBezTo>
                <a:moveTo>
                  <a:pt x="724479" y="41242"/>
                </a:moveTo>
                <a:cubicBezTo>
                  <a:pt x="721198" y="41242"/>
                  <a:pt x="718425" y="42894"/>
                  <a:pt x="716163" y="46198"/>
                </a:cubicBezTo>
                <a:cubicBezTo>
                  <a:pt x="713900" y="49501"/>
                  <a:pt x="712768" y="56348"/>
                  <a:pt x="712768" y="66740"/>
                </a:cubicBezTo>
                <a:cubicBezTo>
                  <a:pt x="712768" y="75153"/>
                  <a:pt x="713885" y="80927"/>
                  <a:pt x="716120" y="84062"/>
                </a:cubicBezTo>
                <a:cubicBezTo>
                  <a:pt x="718355" y="87196"/>
                  <a:pt x="721000" y="88763"/>
                  <a:pt x="724054" y="88763"/>
                </a:cubicBezTo>
                <a:cubicBezTo>
                  <a:pt x="727449" y="88763"/>
                  <a:pt x="730278" y="87210"/>
                  <a:pt x="732540" y="84104"/>
                </a:cubicBezTo>
                <a:cubicBezTo>
                  <a:pt x="734803" y="80998"/>
                  <a:pt x="735935" y="74955"/>
                  <a:pt x="735935" y="65976"/>
                </a:cubicBezTo>
                <a:cubicBezTo>
                  <a:pt x="735935" y="55869"/>
                  <a:pt x="734662" y="48979"/>
                  <a:pt x="732116" y="45307"/>
                </a:cubicBezTo>
                <a:cubicBezTo>
                  <a:pt x="730306" y="42597"/>
                  <a:pt x="727760" y="41242"/>
                  <a:pt x="724479" y="41242"/>
                </a:cubicBezTo>
                <a:moveTo>
                  <a:pt x="719472" y="129326"/>
                </a:moveTo>
                <a:cubicBezTo>
                  <a:pt x="713702" y="129326"/>
                  <a:pt x="709883" y="129805"/>
                  <a:pt x="708016" y="130764"/>
                </a:cubicBezTo>
                <a:cubicBezTo>
                  <a:pt x="704791" y="132509"/>
                  <a:pt x="703179" y="134874"/>
                  <a:pt x="703179" y="137860"/>
                </a:cubicBezTo>
                <a:cubicBezTo>
                  <a:pt x="703179" y="140733"/>
                  <a:pt x="704848" y="143338"/>
                  <a:pt x="708186" y="145675"/>
                </a:cubicBezTo>
                <a:cubicBezTo>
                  <a:pt x="711524" y="148014"/>
                  <a:pt x="717803" y="149184"/>
                  <a:pt x="727025" y="149184"/>
                </a:cubicBezTo>
                <a:cubicBezTo>
                  <a:pt x="734888" y="149184"/>
                  <a:pt x="741069" y="148141"/>
                  <a:pt x="745566" y="146057"/>
                </a:cubicBezTo>
                <a:cubicBezTo>
                  <a:pt x="750064" y="143973"/>
                  <a:pt x="752313" y="141043"/>
                  <a:pt x="752313" y="137269"/>
                </a:cubicBezTo>
                <a:cubicBezTo>
                  <a:pt x="752313" y="135861"/>
                  <a:pt x="751889" y="134679"/>
                  <a:pt x="751040" y="133720"/>
                </a:cubicBezTo>
                <a:cubicBezTo>
                  <a:pt x="749512" y="132030"/>
                  <a:pt x="747207" y="130875"/>
                  <a:pt x="744124" y="130255"/>
                </a:cubicBezTo>
                <a:cubicBezTo>
                  <a:pt x="741041" y="129636"/>
                  <a:pt x="732823" y="129326"/>
                  <a:pt x="719472" y="1293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FDF8D1-5080-479B-961C-30725C2E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4100706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294111"/>
                </a:moveTo>
                <a:cubicBezTo>
                  <a:pt x="89125" y="294111"/>
                  <a:pt x="133687" y="245093"/>
                  <a:pt x="133687" y="147056"/>
                </a:cubicBezTo>
                <a:cubicBezTo>
                  <a:pt x="133687" y="49019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05C75-7151-4606-B611-72CFE0F3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4053916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38985-6D18-4E2E-ABF3-00F6AEE4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4053916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B99170-0B5C-4556-B7BC-C4F29650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4394817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0"/>
                </a:moveTo>
                <a:cubicBezTo>
                  <a:pt x="89125" y="0"/>
                  <a:pt x="133687" y="49019"/>
                  <a:pt x="133687" y="147056"/>
                </a:cubicBezTo>
                <a:cubicBezTo>
                  <a:pt x="133687" y="245093"/>
                  <a:pt x="149863" y="294111"/>
                  <a:pt x="182215" y="29411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8EE012-A7AA-4E93-A576-A83DAAE7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4642138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34C52-B2FF-4BC7-B2E2-7A10D0ED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4642138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03CFB-0EDC-4562-BB53-5899D6C8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4394817"/>
            <a:ext cx="182215" cy="10"/>
          </a:xfrm>
          <a:custGeom xmlns:a="http://schemas.openxmlformats.org/drawingml/2006/main">
            <a:pathLst>
              <a:path w="182215" h="1" fill="none">
                <a:moveTo>
                  <a:pt x="0" y="0"/>
                </a:moveTo>
                <a:cubicBezTo>
                  <a:pt x="89125" y="0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3A264-57A9-4F9E-B5B1-36546440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4348027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C473F-51D0-4255-A4A8-A37ABC4A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4348027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01470-A737-4C53-A533-EB73F7E9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3967019"/>
            <a:ext cx="1804772" cy="855596"/>
          </a:xfrm>
          <a:custGeom xmlns:a="http://schemas.openxmlformats.org/drawingml/2006/main">
            <a:pathLst>
              <a:path w="1804772" h="855596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6"/>
                  <a:pt x="1804772" y="17112"/>
                </a:cubicBezTo>
                <a:lnTo>
                  <a:pt x="1804772" y="838484"/>
                </a:lnTo>
                <a:cubicBezTo>
                  <a:pt x="1804772" y="843209"/>
                  <a:pt x="1803101" y="847242"/>
                  <a:pt x="1799760" y="850583"/>
                </a:cubicBezTo>
                <a:cubicBezTo>
                  <a:pt x="1796419" y="853924"/>
                  <a:pt x="1792386" y="855595"/>
                  <a:pt x="1787661" y="855596"/>
                </a:cubicBezTo>
                <a:lnTo>
                  <a:pt x="17112" y="855596"/>
                </a:lnTo>
                <a:cubicBezTo>
                  <a:pt x="12387" y="855595"/>
                  <a:pt x="8353" y="853924"/>
                  <a:pt x="5012" y="850583"/>
                </a:cubicBezTo>
                <a:cubicBezTo>
                  <a:pt x="1671" y="847242"/>
                  <a:pt x="0" y="843209"/>
                  <a:pt x="0" y="838484"/>
                </a:cubicBezTo>
                <a:lnTo>
                  <a:pt x="0" y="17112"/>
                </a:lnTo>
                <a:cubicBezTo>
                  <a:pt x="0" y="12386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solidFill xmlns:a="http://schemas.openxmlformats.org/drawingml/2006/main">
            <a:srgbClr val="B8F5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48261-6DB9-41C4-B951-25F9B353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3967019"/>
            <a:ext cx="1804772" cy="855596"/>
          </a:xfrm>
          <a:custGeom xmlns:a="http://schemas.openxmlformats.org/drawingml/2006/main">
            <a:pathLst>
              <a:path w="1804772" h="855596" fill="none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6"/>
                  <a:pt x="1804772" y="17112"/>
                </a:cubicBezTo>
                <a:lnTo>
                  <a:pt x="1804772" y="838484"/>
                </a:lnTo>
                <a:cubicBezTo>
                  <a:pt x="1804772" y="843209"/>
                  <a:pt x="1803101" y="847242"/>
                  <a:pt x="1799760" y="850583"/>
                </a:cubicBezTo>
                <a:cubicBezTo>
                  <a:pt x="1796419" y="853924"/>
                  <a:pt x="1792386" y="855595"/>
                  <a:pt x="1787661" y="855596"/>
                </a:cubicBezTo>
                <a:lnTo>
                  <a:pt x="17112" y="855596"/>
                </a:lnTo>
                <a:cubicBezTo>
                  <a:pt x="12387" y="855595"/>
                  <a:pt x="8353" y="853924"/>
                  <a:pt x="5012" y="850583"/>
                </a:cubicBezTo>
                <a:cubicBezTo>
                  <a:pt x="1671" y="847242"/>
                  <a:pt x="0" y="843209"/>
                  <a:pt x="0" y="838484"/>
                </a:cubicBezTo>
                <a:lnTo>
                  <a:pt x="0" y="17112"/>
                </a:lnTo>
                <a:cubicBezTo>
                  <a:pt x="0" y="12386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52" name="Text Promptsinstructthe">
            <a:extLst xmlns:a="http://schemas.openxmlformats.org/drawingml/2006/main">
              <a:ext uri="{FF2B5EF4-FFF2-40B4-BE49-F238E27FC236}">
                <a16:creationId xmlns:a16="http://schemas.microsoft.com/office/drawing/2014/main" id="{0C314A4C-D231-4A72-A79F-12BA0BDE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750" y="4013457"/>
            <a:ext cx="1392242" cy="157839"/>
          </a:xfrm>
          <a:custGeom xmlns:a="http://schemas.openxmlformats.org/drawingml/2006/main">
            <a:pathLst>
              <a:path w="1392242" h="157839">
                <a:moveTo>
                  <a:pt x="32756" y="66700"/>
                </a:moveTo>
                <a:lnTo>
                  <a:pt x="32756" y="100275"/>
                </a:lnTo>
                <a:cubicBezTo>
                  <a:pt x="32756" y="107529"/>
                  <a:pt x="33548" y="112034"/>
                  <a:pt x="35132" y="113792"/>
                </a:cubicBezTo>
                <a:cubicBezTo>
                  <a:pt x="37282" y="116284"/>
                  <a:pt x="40535" y="117531"/>
                  <a:pt x="44891" y="117531"/>
                </a:cubicBezTo>
                <a:lnTo>
                  <a:pt x="49304" y="117531"/>
                </a:lnTo>
                <a:lnTo>
                  <a:pt x="49304" y="120671"/>
                </a:lnTo>
                <a:lnTo>
                  <a:pt x="0" y="120671"/>
                </a:lnTo>
                <a:lnTo>
                  <a:pt x="0" y="117531"/>
                </a:lnTo>
                <a:lnTo>
                  <a:pt x="4328" y="117531"/>
                </a:lnTo>
                <a:cubicBezTo>
                  <a:pt x="9193" y="117531"/>
                  <a:pt x="12672" y="115947"/>
                  <a:pt x="14766" y="112779"/>
                </a:cubicBezTo>
                <a:cubicBezTo>
                  <a:pt x="15897" y="111025"/>
                  <a:pt x="16463" y="106867"/>
                  <a:pt x="16463" y="100304"/>
                </a:cubicBezTo>
                <a:lnTo>
                  <a:pt x="16463" y="25967"/>
                </a:lnTo>
                <a:cubicBezTo>
                  <a:pt x="16463" y="18726"/>
                  <a:pt x="15699" y="14228"/>
                  <a:pt x="14172" y="12474"/>
                </a:cubicBezTo>
                <a:cubicBezTo>
                  <a:pt x="11965" y="9985"/>
                  <a:pt x="8684" y="8741"/>
                  <a:pt x="4328" y="8741"/>
                </a:cubicBezTo>
                <a:lnTo>
                  <a:pt x="0" y="8741"/>
                </a:lnTo>
                <a:lnTo>
                  <a:pt x="0" y="5601"/>
                </a:lnTo>
                <a:lnTo>
                  <a:pt x="42175" y="5601"/>
                </a:lnTo>
                <a:cubicBezTo>
                  <a:pt x="52472" y="5601"/>
                  <a:pt x="60590" y="6661"/>
                  <a:pt x="66530" y="8780"/>
                </a:cubicBezTo>
                <a:cubicBezTo>
                  <a:pt x="72470" y="10898"/>
                  <a:pt x="77477" y="14471"/>
                  <a:pt x="81550" y="19499"/>
                </a:cubicBezTo>
                <a:cubicBezTo>
                  <a:pt x="85624" y="24527"/>
                  <a:pt x="87660" y="30488"/>
                  <a:pt x="87660" y="37381"/>
                </a:cubicBezTo>
                <a:cubicBezTo>
                  <a:pt x="87660" y="46760"/>
                  <a:pt x="84563" y="54387"/>
                  <a:pt x="78368" y="60264"/>
                </a:cubicBezTo>
                <a:cubicBezTo>
                  <a:pt x="72173" y="66139"/>
                  <a:pt x="63419" y="69076"/>
                  <a:pt x="52104" y="69076"/>
                </a:cubicBezTo>
                <a:cubicBezTo>
                  <a:pt x="49332" y="69076"/>
                  <a:pt x="46333" y="68878"/>
                  <a:pt x="43109" y="68482"/>
                </a:cubicBezTo>
                <a:cubicBezTo>
                  <a:pt x="39884" y="68086"/>
                  <a:pt x="36433" y="67492"/>
                  <a:pt x="32756" y="66700"/>
                </a:cubicBezTo>
                <a:moveTo>
                  <a:pt x="32756" y="61778"/>
                </a:moveTo>
                <a:cubicBezTo>
                  <a:pt x="35754" y="62344"/>
                  <a:pt x="38413" y="62768"/>
                  <a:pt x="40733" y="63051"/>
                </a:cubicBezTo>
                <a:cubicBezTo>
                  <a:pt x="43052" y="63334"/>
                  <a:pt x="45032" y="63475"/>
                  <a:pt x="46673" y="63475"/>
                </a:cubicBezTo>
                <a:cubicBezTo>
                  <a:pt x="52557" y="63475"/>
                  <a:pt x="57634" y="61198"/>
                  <a:pt x="61905" y="56644"/>
                </a:cubicBezTo>
                <a:cubicBezTo>
                  <a:pt x="66177" y="52090"/>
                  <a:pt x="68312" y="46192"/>
                  <a:pt x="68312" y="38951"/>
                </a:cubicBezTo>
                <a:cubicBezTo>
                  <a:pt x="68312" y="33972"/>
                  <a:pt x="67294" y="29347"/>
                  <a:pt x="65257" y="25076"/>
                </a:cubicBezTo>
                <a:cubicBezTo>
                  <a:pt x="63221" y="20805"/>
                  <a:pt x="60335" y="17608"/>
                  <a:pt x="56601" y="15487"/>
                </a:cubicBezTo>
                <a:cubicBezTo>
                  <a:pt x="52868" y="13365"/>
                  <a:pt x="48625" y="12305"/>
                  <a:pt x="43873" y="12305"/>
                </a:cubicBezTo>
                <a:cubicBezTo>
                  <a:pt x="40987" y="12305"/>
                  <a:pt x="37282" y="12842"/>
                  <a:pt x="32756" y="13917"/>
                </a:cubicBezTo>
                <a:lnTo>
                  <a:pt x="32756" y="61778"/>
                </a:lnTo>
                <a:close/>
                <a:moveTo>
                  <a:pt x="121917" y="40733"/>
                </a:moveTo>
                <a:lnTo>
                  <a:pt x="121917" y="58214"/>
                </a:lnTo>
                <a:cubicBezTo>
                  <a:pt x="128423" y="46560"/>
                  <a:pt x="135099" y="40733"/>
                  <a:pt x="141944" y="40733"/>
                </a:cubicBezTo>
                <a:cubicBezTo>
                  <a:pt x="145056" y="40733"/>
                  <a:pt x="147630" y="41680"/>
                  <a:pt x="149666" y="43576"/>
                </a:cubicBezTo>
                <a:cubicBezTo>
                  <a:pt x="151703" y="45471"/>
                  <a:pt x="152721" y="47663"/>
                  <a:pt x="152721" y="50152"/>
                </a:cubicBezTo>
                <a:cubicBezTo>
                  <a:pt x="152721" y="52359"/>
                  <a:pt x="151986" y="54225"/>
                  <a:pt x="150515" y="55753"/>
                </a:cubicBezTo>
                <a:cubicBezTo>
                  <a:pt x="149044" y="57280"/>
                  <a:pt x="147290" y="58044"/>
                  <a:pt x="145254" y="58044"/>
                </a:cubicBezTo>
                <a:cubicBezTo>
                  <a:pt x="143274" y="58044"/>
                  <a:pt x="141053" y="57068"/>
                  <a:pt x="138592" y="55116"/>
                </a:cubicBezTo>
                <a:cubicBezTo>
                  <a:pt x="136131" y="53165"/>
                  <a:pt x="134307" y="52189"/>
                  <a:pt x="133119" y="52189"/>
                </a:cubicBezTo>
                <a:cubicBezTo>
                  <a:pt x="132100" y="52189"/>
                  <a:pt x="130997" y="52753"/>
                  <a:pt x="129809" y="53881"/>
                </a:cubicBezTo>
                <a:cubicBezTo>
                  <a:pt x="127263" y="56195"/>
                  <a:pt x="124633" y="60004"/>
                  <a:pt x="121917" y="65308"/>
                </a:cubicBezTo>
                <a:lnTo>
                  <a:pt x="121917" y="102466"/>
                </a:lnTo>
                <a:cubicBezTo>
                  <a:pt x="121917" y="106753"/>
                  <a:pt x="122455" y="109997"/>
                  <a:pt x="123530" y="112198"/>
                </a:cubicBezTo>
                <a:cubicBezTo>
                  <a:pt x="124265" y="113722"/>
                  <a:pt x="125566" y="114992"/>
                  <a:pt x="127433" y="116009"/>
                </a:cubicBezTo>
                <a:cubicBezTo>
                  <a:pt x="129300" y="117023"/>
                  <a:pt x="131987" y="117531"/>
                  <a:pt x="135495" y="117531"/>
                </a:cubicBezTo>
                <a:lnTo>
                  <a:pt x="135495" y="120671"/>
                </a:lnTo>
                <a:lnTo>
                  <a:pt x="95696" y="120671"/>
                </a:lnTo>
                <a:lnTo>
                  <a:pt x="95696" y="117531"/>
                </a:lnTo>
                <a:cubicBezTo>
                  <a:pt x="99656" y="117531"/>
                  <a:pt x="102597" y="116910"/>
                  <a:pt x="104521" y="115669"/>
                </a:cubicBezTo>
                <a:cubicBezTo>
                  <a:pt x="105935" y="114766"/>
                  <a:pt x="106925" y="113326"/>
                  <a:pt x="107491" y="111349"/>
                </a:cubicBezTo>
                <a:cubicBezTo>
                  <a:pt x="107774" y="110389"/>
                  <a:pt x="107915" y="107652"/>
                  <a:pt x="107915" y="103136"/>
                </a:cubicBezTo>
                <a:lnTo>
                  <a:pt x="107915" y="73078"/>
                </a:lnTo>
                <a:cubicBezTo>
                  <a:pt x="107915" y="64045"/>
                  <a:pt x="107731" y="58669"/>
                  <a:pt x="107364" y="56949"/>
                </a:cubicBezTo>
                <a:cubicBezTo>
                  <a:pt x="106996" y="55227"/>
                  <a:pt x="106317" y="53971"/>
                  <a:pt x="105327" y="53181"/>
                </a:cubicBezTo>
                <a:cubicBezTo>
                  <a:pt x="104337" y="52390"/>
                  <a:pt x="103107" y="51995"/>
                  <a:pt x="101636" y="51995"/>
                </a:cubicBezTo>
                <a:cubicBezTo>
                  <a:pt x="99882" y="51995"/>
                  <a:pt x="97902" y="52419"/>
                  <a:pt x="95696" y="53265"/>
                </a:cubicBezTo>
                <a:lnTo>
                  <a:pt x="94847" y="50216"/>
                </a:lnTo>
                <a:lnTo>
                  <a:pt x="118353" y="40733"/>
                </a:lnTo>
                <a:lnTo>
                  <a:pt x="121917" y="40733"/>
                </a:lnTo>
                <a:close/>
                <a:moveTo>
                  <a:pt x="195065" y="40733"/>
                </a:moveTo>
                <a:cubicBezTo>
                  <a:pt x="206832" y="40733"/>
                  <a:pt x="216280" y="45198"/>
                  <a:pt x="223408" y="54127"/>
                </a:cubicBezTo>
                <a:cubicBezTo>
                  <a:pt x="229461" y="61756"/>
                  <a:pt x="232488" y="70516"/>
                  <a:pt x="232488" y="80407"/>
                </a:cubicBezTo>
                <a:cubicBezTo>
                  <a:pt x="232488" y="87359"/>
                  <a:pt x="230819" y="94395"/>
                  <a:pt x="227481" y="101516"/>
                </a:cubicBezTo>
                <a:cubicBezTo>
                  <a:pt x="224144" y="108636"/>
                  <a:pt x="219547" y="114004"/>
                  <a:pt x="213692" y="117621"/>
                </a:cubicBezTo>
                <a:cubicBezTo>
                  <a:pt x="207836" y="121238"/>
                  <a:pt x="201316" y="123047"/>
                  <a:pt x="194131" y="123047"/>
                </a:cubicBezTo>
                <a:cubicBezTo>
                  <a:pt x="182421" y="123047"/>
                  <a:pt x="173114" y="118384"/>
                  <a:pt x="166213" y="109058"/>
                </a:cubicBezTo>
                <a:cubicBezTo>
                  <a:pt x="160386" y="101203"/>
                  <a:pt x="157472" y="92388"/>
                  <a:pt x="157472" y="82611"/>
                </a:cubicBezTo>
                <a:cubicBezTo>
                  <a:pt x="157472" y="75490"/>
                  <a:pt x="159240" y="68411"/>
                  <a:pt x="162776" y="61375"/>
                </a:cubicBezTo>
                <a:cubicBezTo>
                  <a:pt x="166312" y="54339"/>
                  <a:pt x="170965" y="49139"/>
                  <a:pt x="176735" y="45777"/>
                </a:cubicBezTo>
                <a:cubicBezTo>
                  <a:pt x="182506" y="42414"/>
                  <a:pt x="188616" y="40733"/>
                  <a:pt x="195065" y="40733"/>
                </a:cubicBezTo>
                <a:moveTo>
                  <a:pt x="192434" y="46333"/>
                </a:moveTo>
                <a:cubicBezTo>
                  <a:pt x="189436" y="46333"/>
                  <a:pt x="186423" y="47224"/>
                  <a:pt x="183397" y="49004"/>
                </a:cubicBezTo>
                <a:cubicBezTo>
                  <a:pt x="180370" y="50784"/>
                  <a:pt x="177923" y="53906"/>
                  <a:pt x="176056" y="58370"/>
                </a:cubicBezTo>
                <a:cubicBezTo>
                  <a:pt x="174189" y="62834"/>
                  <a:pt x="173256" y="68569"/>
                  <a:pt x="173256" y="75576"/>
                </a:cubicBezTo>
                <a:cubicBezTo>
                  <a:pt x="173256" y="86876"/>
                  <a:pt x="175505" y="96624"/>
                  <a:pt x="180002" y="104818"/>
                </a:cubicBezTo>
                <a:cubicBezTo>
                  <a:pt x="184500" y="113010"/>
                  <a:pt x="190426" y="117107"/>
                  <a:pt x="197780" y="117107"/>
                </a:cubicBezTo>
                <a:cubicBezTo>
                  <a:pt x="203268" y="117107"/>
                  <a:pt x="207794" y="114846"/>
                  <a:pt x="211358" y="110326"/>
                </a:cubicBezTo>
                <a:cubicBezTo>
                  <a:pt x="214922" y="105805"/>
                  <a:pt x="216704" y="98036"/>
                  <a:pt x="216704" y="87018"/>
                </a:cubicBezTo>
                <a:cubicBezTo>
                  <a:pt x="216704" y="73230"/>
                  <a:pt x="213734" y="62381"/>
                  <a:pt x="207794" y="54469"/>
                </a:cubicBezTo>
                <a:cubicBezTo>
                  <a:pt x="203777" y="49045"/>
                  <a:pt x="198657" y="46333"/>
                  <a:pt x="192434" y="46333"/>
                </a:cubicBezTo>
                <a:close/>
                <a:moveTo>
                  <a:pt x="267026" y="57280"/>
                </a:moveTo>
                <a:cubicBezTo>
                  <a:pt x="272683" y="51623"/>
                  <a:pt x="276021" y="48370"/>
                  <a:pt x="277040" y="47521"/>
                </a:cubicBezTo>
                <a:cubicBezTo>
                  <a:pt x="279585" y="45372"/>
                  <a:pt x="282329" y="43703"/>
                  <a:pt x="285271" y="42515"/>
                </a:cubicBezTo>
                <a:cubicBezTo>
                  <a:pt x="288213" y="41327"/>
                  <a:pt x="291126" y="40733"/>
                  <a:pt x="294012" y="40733"/>
                </a:cubicBezTo>
                <a:cubicBezTo>
                  <a:pt x="298877" y="40733"/>
                  <a:pt x="303063" y="42147"/>
                  <a:pt x="306571" y="44976"/>
                </a:cubicBezTo>
                <a:cubicBezTo>
                  <a:pt x="310078" y="47804"/>
                  <a:pt x="312426" y="51906"/>
                  <a:pt x="313614" y="57280"/>
                </a:cubicBezTo>
                <a:cubicBezTo>
                  <a:pt x="319441" y="50492"/>
                  <a:pt x="324363" y="46036"/>
                  <a:pt x="328380" y="43915"/>
                </a:cubicBezTo>
                <a:cubicBezTo>
                  <a:pt x="332396" y="41793"/>
                  <a:pt x="336526" y="40733"/>
                  <a:pt x="340769" y="40733"/>
                </a:cubicBezTo>
                <a:cubicBezTo>
                  <a:pt x="344899" y="40733"/>
                  <a:pt x="348562" y="41792"/>
                  <a:pt x="351759" y="43910"/>
                </a:cubicBezTo>
                <a:cubicBezTo>
                  <a:pt x="354955" y="46026"/>
                  <a:pt x="357487" y="49483"/>
                  <a:pt x="359354" y="54281"/>
                </a:cubicBezTo>
                <a:cubicBezTo>
                  <a:pt x="360598" y="57555"/>
                  <a:pt x="361221" y="62692"/>
                  <a:pt x="361221" y="69691"/>
                </a:cubicBezTo>
                <a:lnTo>
                  <a:pt x="361221" y="103052"/>
                </a:lnTo>
                <a:cubicBezTo>
                  <a:pt x="361221" y="107906"/>
                  <a:pt x="361588" y="111237"/>
                  <a:pt x="362324" y="113044"/>
                </a:cubicBezTo>
                <a:cubicBezTo>
                  <a:pt x="362889" y="114285"/>
                  <a:pt x="363936" y="115343"/>
                  <a:pt x="365464" y="116218"/>
                </a:cubicBezTo>
                <a:cubicBezTo>
                  <a:pt x="366991" y="117093"/>
                  <a:pt x="369480" y="117531"/>
                  <a:pt x="372931" y="117531"/>
                </a:cubicBezTo>
                <a:lnTo>
                  <a:pt x="372931" y="120671"/>
                </a:lnTo>
                <a:lnTo>
                  <a:pt x="334575" y="120671"/>
                </a:lnTo>
                <a:lnTo>
                  <a:pt x="334575" y="117531"/>
                </a:lnTo>
                <a:lnTo>
                  <a:pt x="336187" y="117531"/>
                </a:lnTo>
                <a:cubicBezTo>
                  <a:pt x="339525" y="117531"/>
                  <a:pt x="342127" y="116884"/>
                  <a:pt x="343994" y="115590"/>
                </a:cubicBezTo>
                <a:cubicBezTo>
                  <a:pt x="345295" y="114688"/>
                  <a:pt x="346229" y="113252"/>
                  <a:pt x="346794" y="111283"/>
                </a:cubicBezTo>
                <a:cubicBezTo>
                  <a:pt x="347021" y="110327"/>
                  <a:pt x="347134" y="107597"/>
                  <a:pt x="347134" y="103094"/>
                </a:cubicBezTo>
                <a:lnTo>
                  <a:pt x="347134" y="69829"/>
                </a:lnTo>
                <a:cubicBezTo>
                  <a:pt x="347134" y="63525"/>
                  <a:pt x="346370" y="59078"/>
                  <a:pt x="344843" y="56490"/>
                </a:cubicBezTo>
                <a:cubicBezTo>
                  <a:pt x="342636" y="52887"/>
                  <a:pt x="339100" y="51086"/>
                  <a:pt x="334235" y="51086"/>
                </a:cubicBezTo>
                <a:cubicBezTo>
                  <a:pt x="331237" y="51086"/>
                  <a:pt x="328224" y="51832"/>
                  <a:pt x="325198" y="53324"/>
                </a:cubicBezTo>
                <a:cubicBezTo>
                  <a:pt x="322171" y="54814"/>
                  <a:pt x="318508" y="57586"/>
                  <a:pt x="314208" y="61640"/>
                </a:cubicBezTo>
                <a:lnTo>
                  <a:pt x="314038" y="62568"/>
                </a:lnTo>
                <a:lnTo>
                  <a:pt x="314208" y="66199"/>
                </a:lnTo>
                <a:lnTo>
                  <a:pt x="314208" y="103094"/>
                </a:lnTo>
                <a:cubicBezTo>
                  <a:pt x="314208" y="108385"/>
                  <a:pt x="314505" y="111678"/>
                  <a:pt x="315099" y="112972"/>
                </a:cubicBezTo>
                <a:cubicBezTo>
                  <a:pt x="315693" y="114266"/>
                  <a:pt x="316811" y="115350"/>
                  <a:pt x="318451" y="116223"/>
                </a:cubicBezTo>
                <a:cubicBezTo>
                  <a:pt x="320092" y="117095"/>
                  <a:pt x="322892" y="117531"/>
                  <a:pt x="326852" y="117531"/>
                </a:cubicBezTo>
                <a:lnTo>
                  <a:pt x="326852" y="120671"/>
                </a:lnTo>
                <a:lnTo>
                  <a:pt x="287562" y="120671"/>
                </a:lnTo>
                <a:lnTo>
                  <a:pt x="287562" y="117531"/>
                </a:lnTo>
                <a:cubicBezTo>
                  <a:pt x="291862" y="117531"/>
                  <a:pt x="294818" y="117024"/>
                  <a:pt x="296430" y="116011"/>
                </a:cubicBezTo>
                <a:cubicBezTo>
                  <a:pt x="298042" y="114998"/>
                  <a:pt x="299160" y="113479"/>
                  <a:pt x="299782" y="111453"/>
                </a:cubicBezTo>
                <a:cubicBezTo>
                  <a:pt x="300065" y="110495"/>
                  <a:pt x="300206" y="107708"/>
                  <a:pt x="300206" y="103094"/>
                </a:cubicBezTo>
                <a:lnTo>
                  <a:pt x="300206" y="69829"/>
                </a:lnTo>
                <a:cubicBezTo>
                  <a:pt x="300206" y="63525"/>
                  <a:pt x="299273" y="58993"/>
                  <a:pt x="297406" y="56236"/>
                </a:cubicBezTo>
                <a:cubicBezTo>
                  <a:pt x="294917" y="52633"/>
                  <a:pt x="291437" y="50831"/>
                  <a:pt x="286968" y="50831"/>
                </a:cubicBezTo>
                <a:cubicBezTo>
                  <a:pt x="283913" y="50831"/>
                  <a:pt x="280887" y="51647"/>
                  <a:pt x="277888" y="53279"/>
                </a:cubicBezTo>
                <a:cubicBezTo>
                  <a:pt x="273193" y="55756"/>
                  <a:pt x="269572" y="58542"/>
                  <a:pt x="267026" y="61637"/>
                </a:cubicBezTo>
                <a:lnTo>
                  <a:pt x="267026" y="103094"/>
                </a:lnTo>
                <a:cubicBezTo>
                  <a:pt x="267026" y="108159"/>
                  <a:pt x="267380" y="111452"/>
                  <a:pt x="268087" y="112972"/>
                </a:cubicBezTo>
                <a:cubicBezTo>
                  <a:pt x="268794" y="114491"/>
                  <a:pt x="269841" y="115630"/>
                  <a:pt x="271227" y="116391"/>
                </a:cubicBezTo>
                <a:cubicBezTo>
                  <a:pt x="272613" y="117151"/>
                  <a:pt x="275427" y="117531"/>
                  <a:pt x="279670" y="117531"/>
                </a:cubicBezTo>
                <a:lnTo>
                  <a:pt x="279670" y="120671"/>
                </a:lnTo>
                <a:lnTo>
                  <a:pt x="241229" y="120671"/>
                </a:lnTo>
                <a:lnTo>
                  <a:pt x="241229" y="117531"/>
                </a:lnTo>
                <a:cubicBezTo>
                  <a:pt x="244793" y="117531"/>
                  <a:pt x="247282" y="117150"/>
                  <a:pt x="248696" y="116388"/>
                </a:cubicBezTo>
                <a:cubicBezTo>
                  <a:pt x="250111" y="115626"/>
                  <a:pt x="251186" y="114412"/>
                  <a:pt x="251921" y="112747"/>
                </a:cubicBezTo>
                <a:cubicBezTo>
                  <a:pt x="252657" y="111081"/>
                  <a:pt x="253024" y="107850"/>
                  <a:pt x="253024" y="103052"/>
                </a:cubicBezTo>
                <a:lnTo>
                  <a:pt x="253024" y="73417"/>
                </a:lnTo>
                <a:cubicBezTo>
                  <a:pt x="253024" y="64892"/>
                  <a:pt x="252770" y="59389"/>
                  <a:pt x="252261" y="56906"/>
                </a:cubicBezTo>
                <a:cubicBezTo>
                  <a:pt x="251865" y="55043"/>
                  <a:pt x="251242" y="53759"/>
                  <a:pt x="250394" y="53053"/>
                </a:cubicBezTo>
                <a:cubicBezTo>
                  <a:pt x="249545" y="52348"/>
                  <a:pt x="248385" y="51995"/>
                  <a:pt x="246914" y="51995"/>
                </a:cubicBezTo>
                <a:cubicBezTo>
                  <a:pt x="245330" y="51995"/>
                  <a:pt x="243435" y="52419"/>
                  <a:pt x="241229" y="53265"/>
                </a:cubicBezTo>
                <a:lnTo>
                  <a:pt x="239956" y="50216"/>
                </a:lnTo>
                <a:lnTo>
                  <a:pt x="263377" y="40733"/>
                </a:lnTo>
                <a:lnTo>
                  <a:pt x="267026" y="40733"/>
                </a:lnTo>
                <a:lnTo>
                  <a:pt x="267026" y="57280"/>
                </a:lnTo>
                <a:close/>
                <a:moveTo>
                  <a:pt x="373554" y="50584"/>
                </a:moveTo>
                <a:lnTo>
                  <a:pt x="397485" y="40902"/>
                </a:lnTo>
                <a:lnTo>
                  <a:pt x="400709" y="40902"/>
                </a:lnTo>
                <a:lnTo>
                  <a:pt x="400709" y="59062"/>
                </a:lnTo>
                <a:cubicBezTo>
                  <a:pt x="404726" y="52217"/>
                  <a:pt x="408757" y="47451"/>
                  <a:pt x="412802" y="44764"/>
                </a:cubicBezTo>
                <a:cubicBezTo>
                  <a:pt x="416847" y="42076"/>
                  <a:pt x="421104" y="40733"/>
                  <a:pt x="425573" y="40733"/>
                </a:cubicBezTo>
                <a:cubicBezTo>
                  <a:pt x="433380" y="40733"/>
                  <a:pt x="439886" y="43784"/>
                  <a:pt x="445091" y="49887"/>
                </a:cubicBezTo>
                <a:cubicBezTo>
                  <a:pt x="451484" y="57348"/>
                  <a:pt x="454680" y="67068"/>
                  <a:pt x="454680" y="79050"/>
                </a:cubicBezTo>
                <a:cubicBezTo>
                  <a:pt x="454680" y="92443"/>
                  <a:pt x="450833" y="103520"/>
                  <a:pt x="443139" y="112280"/>
                </a:cubicBezTo>
                <a:cubicBezTo>
                  <a:pt x="436803" y="119458"/>
                  <a:pt x="428826" y="123047"/>
                  <a:pt x="419209" y="123047"/>
                </a:cubicBezTo>
                <a:cubicBezTo>
                  <a:pt x="415022" y="123047"/>
                  <a:pt x="411402" y="122453"/>
                  <a:pt x="408347" y="121265"/>
                </a:cubicBezTo>
                <a:cubicBezTo>
                  <a:pt x="406084" y="120416"/>
                  <a:pt x="403538" y="118719"/>
                  <a:pt x="400709" y="116173"/>
                </a:cubicBezTo>
                <a:lnTo>
                  <a:pt x="400709" y="139849"/>
                </a:lnTo>
                <a:cubicBezTo>
                  <a:pt x="400709" y="145167"/>
                  <a:pt x="401035" y="148547"/>
                  <a:pt x="401685" y="149990"/>
                </a:cubicBezTo>
                <a:cubicBezTo>
                  <a:pt x="402336" y="151432"/>
                  <a:pt x="403467" y="152578"/>
                  <a:pt x="405080" y="153427"/>
                </a:cubicBezTo>
                <a:cubicBezTo>
                  <a:pt x="406692" y="154275"/>
                  <a:pt x="409620" y="154699"/>
                  <a:pt x="413863" y="154699"/>
                </a:cubicBezTo>
                <a:lnTo>
                  <a:pt x="413863" y="157839"/>
                </a:lnTo>
                <a:lnTo>
                  <a:pt x="373130" y="157839"/>
                </a:lnTo>
                <a:lnTo>
                  <a:pt x="373130" y="154699"/>
                </a:lnTo>
                <a:lnTo>
                  <a:pt x="375251" y="154699"/>
                </a:lnTo>
                <a:cubicBezTo>
                  <a:pt x="378363" y="154756"/>
                  <a:pt x="381022" y="154161"/>
                  <a:pt x="383228" y="152915"/>
                </a:cubicBezTo>
                <a:cubicBezTo>
                  <a:pt x="384303" y="152292"/>
                  <a:pt x="385138" y="151287"/>
                  <a:pt x="385732" y="149900"/>
                </a:cubicBezTo>
                <a:cubicBezTo>
                  <a:pt x="386326" y="148514"/>
                  <a:pt x="386623" y="144990"/>
                  <a:pt x="386623" y="139329"/>
                </a:cubicBezTo>
                <a:lnTo>
                  <a:pt x="386623" y="65785"/>
                </a:lnTo>
                <a:cubicBezTo>
                  <a:pt x="386623" y="60746"/>
                  <a:pt x="386396" y="57548"/>
                  <a:pt x="385944" y="56190"/>
                </a:cubicBezTo>
                <a:cubicBezTo>
                  <a:pt x="385491" y="54831"/>
                  <a:pt x="384770" y="53812"/>
                  <a:pt x="383780" y="53133"/>
                </a:cubicBezTo>
                <a:cubicBezTo>
                  <a:pt x="382790" y="52452"/>
                  <a:pt x="381446" y="52112"/>
                  <a:pt x="379749" y="52112"/>
                </a:cubicBezTo>
                <a:cubicBezTo>
                  <a:pt x="378391" y="52112"/>
                  <a:pt x="376666" y="52508"/>
                  <a:pt x="374572" y="53300"/>
                </a:cubicBezTo>
                <a:lnTo>
                  <a:pt x="373554" y="50584"/>
                </a:lnTo>
                <a:moveTo>
                  <a:pt x="400709" y="64223"/>
                </a:moveTo>
                <a:lnTo>
                  <a:pt x="400709" y="93208"/>
                </a:lnTo>
                <a:cubicBezTo>
                  <a:pt x="400709" y="99480"/>
                  <a:pt x="400964" y="103605"/>
                  <a:pt x="401473" y="105582"/>
                </a:cubicBezTo>
                <a:cubicBezTo>
                  <a:pt x="402265" y="108859"/>
                  <a:pt x="404203" y="111741"/>
                  <a:pt x="407286" y="114227"/>
                </a:cubicBezTo>
                <a:cubicBezTo>
                  <a:pt x="410369" y="116712"/>
                  <a:pt x="414259" y="117955"/>
                  <a:pt x="418954" y="117955"/>
                </a:cubicBezTo>
                <a:cubicBezTo>
                  <a:pt x="424611" y="117955"/>
                  <a:pt x="429194" y="115751"/>
                  <a:pt x="432701" y="111344"/>
                </a:cubicBezTo>
                <a:cubicBezTo>
                  <a:pt x="437284" y="105582"/>
                  <a:pt x="439575" y="97475"/>
                  <a:pt x="439575" y="87021"/>
                </a:cubicBezTo>
                <a:cubicBezTo>
                  <a:pt x="439575" y="75157"/>
                  <a:pt x="436973" y="66032"/>
                  <a:pt x="431768" y="59648"/>
                </a:cubicBezTo>
                <a:cubicBezTo>
                  <a:pt x="428147" y="55241"/>
                  <a:pt x="423848" y="53037"/>
                  <a:pt x="418869" y="53037"/>
                </a:cubicBezTo>
                <a:cubicBezTo>
                  <a:pt x="416154" y="53037"/>
                  <a:pt x="413467" y="53715"/>
                  <a:pt x="410808" y="55071"/>
                </a:cubicBezTo>
                <a:cubicBezTo>
                  <a:pt x="408771" y="56088"/>
                  <a:pt x="405405" y="59138"/>
                  <a:pt x="400709" y="64223"/>
                </a:cubicBezTo>
                <a:close/>
                <a:moveTo>
                  <a:pt x="488624" y="17311"/>
                </a:moveTo>
                <a:lnTo>
                  <a:pt x="488624" y="42939"/>
                </a:lnTo>
                <a:lnTo>
                  <a:pt x="506784" y="42939"/>
                </a:lnTo>
                <a:lnTo>
                  <a:pt x="506784" y="48879"/>
                </a:lnTo>
                <a:lnTo>
                  <a:pt x="488624" y="48879"/>
                </a:lnTo>
                <a:lnTo>
                  <a:pt x="488624" y="99217"/>
                </a:lnTo>
                <a:cubicBezTo>
                  <a:pt x="488624" y="104247"/>
                  <a:pt x="489345" y="107638"/>
                  <a:pt x="490788" y="109390"/>
                </a:cubicBezTo>
                <a:cubicBezTo>
                  <a:pt x="492231" y="111140"/>
                  <a:pt x="494083" y="112015"/>
                  <a:pt x="496346" y="112015"/>
                </a:cubicBezTo>
                <a:cubicBezTo>
                  <a:pt x="498213" y="112015"/>
                  <a:pt x="500024" y="111435"/>
                  <a:pt x="501777" y="110275"/>
                </a:cubicBezTo>
                <a:cubicBezTo>
                  <a:pt x="503531" y="109116"/>
                  <a:pt x="504889" y="107404"/>
                  <a:pt x="505851" y="105141"/>
                </a:cubicBezTo>
                <a:lnTo>
                  <a:pt x="509160" y="105141"/>
                </a:lnTo>
                <a:cubicBezTo>
                  <a:pt x="507180" y="110701"/>
                  <a:pt x="504380" y="114906"/>
                  <a:pt x="500759" y="117756"/>
                </a:cubicBezTo>
                <a:cubicBezTo>
                  <a:pt x="497138" y="120604"/>
                  <a:pt x="493405" y="122028"/>
                  <a:pt x="489558" y="122028"/>
                </a:cubicBezTo>
                <a:cubicBezTo>
                  <a:pt x="486955" y="122028"/>
                  <a:pt x="484409" y="121306"/>
                  <a:pt x="481920" y="119862"/>
                </a:cubicBezTo>
                <a:cubicBezTo>
                  <a:pt x="479431" y="118417"/>
                  <a:pt x="477592" y="116351"/>
                  <a:pt x="476404" y="113662"/>
                </a:cubicBezTo>
                <a:cubicBezTo>
                  <a:pt x="475216" y="110971"/>
                  <a:pt x="474622" y="106822"/>
                  <a:pt x="474622" y="101214"/>
                </a:cubicBezTo>
                <a:lnTo>
                  <a:pt x="474622" y="48879"/>
                </a:lnTo>
                <a:lnTo>
                  <a:pt x="462318" y="48879"/>
                </a:lnTo>
                <a:lnTo>
                  <a:pt x="462318" y="46079"/>
                </a:lnTo>
                <a:cubicBezTo>
                  <a:pt x="465429" y="44831"/>
                  <a:pt x="468611" y="42717"/>
                  <a:pt x="471864" y="39738"/>
                </a:cubicBezTo>
                <a:cubicBezTo>
                  <a:pt x="475117" y="36759"/>
                  <a:pt x="478017" y="33227"/>
                  <a:pt x="480562" y="29141"/>
                </a:cubicBezTo>
                <a:cubicBezTo>
                  <a:pt x="481864" y="26986"/>
                  <a:pt x="483674" y="23043"/>
                  <a:pt x="485994" y="17311"/>
                </a:cubicBezTo>
                <a:lnTo>
                  <a:pt x="488624" y="17311"/>
                </a:lnTo>
                <a:close/>
                <a:moveTo>
                  <a:pt x="564603" y="40733"/>
                </a:moveTo>
                <a:lnTo>
                  <a:pt x="564603" y="67039"/>
                </a:lnTo>
                <a:lnTo>
                  <a:pt x="561803" y="67039"/>
                </a:lnTo>
                <a:cubicBezTo>
                  <a:pt x="559653" y="58788"/>
                  <a:pt x="556895" y="53176"/>
                  <a:pt x="553529" y="50203"/>
                </a:cubicBezTo>
                <a:cubicBezTo>
                  <a:pt x="550163" y="47227"/>
                  <a:pt x="545877" y="45739"/>
                  <a:pt x="540673" y="45739"/>
                </a:cubicBezTo>
                <a:cubicBezTo>
                  <a:pt x="536712" y="45739"/>
                  <a:pt x="533516" y="46785"/>
                  <a:pt x="531083" y="48877"/>
                </a:cubicBezTo>
                <a:cubicBezTo>
                  <a:pt x="528651" y="50966"/>
                  <a:pt x="527434" y="53283"/>
                  <a:pt x="527434" y="55827"/>
                </a:cubicBezTo>
                <a:cubicBezTo>
                  <a:pt x="527434" y="58992"/>
                  <a:pt x="528340" y="61704"/>
                  <a:pt x="530150" y="63963"/>
                </a:cubicBezTo>
                <a:cubicBezTo>
                  <a:pt x="531904" y="66281"/>
                  <a:pt x="535468" y="68739"/>
                  <a:pt x="540842" y="71338"/>
                </a:cubicBezTo>
                <a:lnTo>
                  <a:pt x="553232" y="77358"/>
                </a:lnTo>
                <a:cubicBezTo>
                  <a:pt x="564716" y="82951"/>
                  <a:pt x="570458" y="90326"/>
                  <a:pt x="570458" y="99482"/>
                </a:cubicBezTo>
                <a:cubicBezTo>
                  <a:pt x="570458" y="106545"/>
                  <a:pt x="567785" y="112239"/>
                  <a:pt x="562439" y="116563"/>
                </a:cubicBezTo>
                <a:cubicBezTo>
                  <a:pt x="557093" y="120885"/>
                  <a:pt x="551110" y="123047"/>
                  <a:pt x="544491" y="123047"/>
                </a:cubicBezTo>
                <a:cubicBezTo>
                  <a:pt x="539739" y="123047"/>
                  <a:pt x="534308" y="122198"/>
                  <a:pt x="528198" y="120501"/>
                </a:cubicBezTo>
                <a:cubicBezTo>
                  <a:pt x="526331" y="119935"/>
                  <a:pt x="524804" y="119652"/>
                  <a:pt x="523616" y="119652"/>
                </a:cubicBezTo>
                <a:cubicBezTo>
                  <a:pt x="522315" y="119652"/>
                  <a:pt x="521296" y="120388"/>
                  <a:pt x="520561" y="121859"/>
                </a:cubicBezTo>
                <a:lnTo>
                  <a:pt x="517760" y="121859"/>
                </a:lnTo>
                <a:lnTo>
                  <a:pt x="517760" y="94025"/>
                </a:lnTo>
                <a:lnTo>
                  <a:pt x="520561" y="94025"/>
                </a:lnTo>
                <a:cubicBezTo>
                  <a:pt x="522145" y="101973"/>
                  <a:pt x="525171" y="107963"/>
                  <a:pt x="529641" y="111994"/>
                </a:cubicBezTo>
                <a:cubicBezTo>
                  <a:pt x="534110" y="116025"/>
                  <a:pt x="539117" y="118040"/>
                  <a:pt x="544661" y="118040"/>
                </a:cubicBezTo>
                <a:cubicBezTo>
                  <a:pt x="548564" y="118040"/>
                  <a:pt x="551747" y="116896"/>
                  <a:pt x="554208" y="114608"/>
                </a:cubicBezTo>
                <a:cubicBezTo>
                  <a:pt x="556669" y="112319"/>
                  <a:pt x="557899" y="109564"/>
                  <a:pt x="557899" y="106343"/>
                </a:cubicBezTo>
                <a:cubicBezTo>
                  <a:pt x="557899" y="102443"/>
                  <a:pt x="556527" y="99165"/>
                  <a:pt x="553783" y="96509"/>
                </a:cubicBezTo>
                <a:cubicBezTo>
                  <a:pt x="551040" y="93854"/>
                  <a:pt x="545566" y="90492"/>
                  <a:pt x="537363" y="86424"/>
                </a:cubicBezTo>
                <a:cubicBezTo>
                  <a:pt x="529160" y="82355"/>
                  <a:pt x="523785" y="78681"/>
                  <a:pt x="521240" y="75403"/>
                </a:cubicBezTo>
                <a:cubicBezTo>
                  <a:pt x="518694" y="72182"/>
                  <a:pt x="517421" y="68113"/>
                  <a:pt x="517421" y="63197"/>
                </a:cubicBezTo>
                <a:cubicBezTo>
                  <a:pt x="517421" y="56811"/>
                  <a:pt x="519613" y="51471"/>
                  <a:pt x="523998" y="47177"/>
                </a:cubicBezTo>
                <a:cubicBezTo>
                  <a:pt x="528382" y="42881"/>
                  <a:pt x="534053" y="40733"/>
                  <a:pt x="541012" y="40733"/>
                </a:cubicBezTo>
                <a:cubicBezTo>
                  <a:pt x="544067" y="40733"/>
                  <a:pt x="547772" y="41383"/>
                  <a:pt x="552129" y="42684"/>
                </a:cubicBezTo>
                <a:cubicBezTo>
                  <a:pt x="555014" y="43533"/>
                  <a:pt x="556937" y="43957"/>
                  <a:pt x="557899" y="43957"/>
                </a:cubicBezTo>
                <a:cubicBezTo>
                  <a:pt x="558804" y="43957"/>
                  <a:pt x="559511" y="43759"/>
                  <a:pt x="560021" y="43363"/>
                </a:cubicBezTo>
                <a:cubicBezTo>
                  <a:pt x="560530" y="42967"/>
                  <a:pt x="561124" y="42090"/>
                  <a:pt x="561803" y="40733"/>
                </a:cubicBezTo>
                <a:lnTo>
                  <a:pt x="564603" y="40733"/>
                </a:lnTo>
                <a:close/>
                <a:moveTo>
                  <a:pt x="645192" y="0"/>
                </a:moveTo>
                <a:cubicBezTo>
                  <a:pt x="647568" y="0"/>
                  <a:pt x="649590" y="839"/>
                  <a:pt x="651259" y="2517"/>
                </a:cubicBezTo>
                <a:cubicBezTo>
                  <a:pt x="652928" y="4193"/>
                  <a:pt x="653763" y="6225"/>
                  <a:pt x="653763" y="8613"/>
                </a:cubicBezTo>
                <a:cubicBezTo>
                  <a:pt x="653763" y="11002"/>
                  <a:pt x="652928" y="13049"/>
                  <a:pt x="651259" y="14755"/>
                </a:cubicBezTo>
                <a:cubicBezTo>
                  <a:pt x="649590" y="16459"/>
                  <a:pt x="647568" y="17311"/>
                  <a:pt x="645192" y="17311"/>
                </a:cubicBezTo>
                <a:cubicBezTo>
                  <a:pt x="642816" y="17311"/>
                  <a:pt x="640779" y="16459"/>
                  <a:pt x="639082" y="14755"/>
                </a:cubicBezTo>
                <a:cubicBezTo>
                  <a:pt x="637385" y="13049"/>
                  <a:pt x="636536" y="11002"/>
                  <a:pt x="636536" y="8613"/>
                </a:cubicBezTo>
                <a:cubicBezTo>
                  <a:pt x="636536" y="6225"/>
                  <a:pt x="637370" y="4193"/>
                  <a:pt x="639039" y="2517"/>
                </a:cubicBezTo>
                <a:cubicBezTo>
                  <a:pt x="640708" y="839"/>
                  <a:pt x="642759" y="0"/>
                  <a:pt x="645192" y="0"/>
                </a:cubicBezTo>
                <a:moveTo>
                  <a:pt x="652235" y="40733"/>
                </a:moveTo>
                <a:lnTo>
                  <a:pt x="652235" y="103052"/>
                </a:lnTo>
                <a:cubicBezTo>
                  <a:pt x="652235" y="107906"/>
                  <a:pt x="652589" y="111138"/>
                  <a:pt x="653296" y="112747"/>
                </a:cubicBezTo>
                <a:cubicBezTo>
                  <a:pt x="654003" y="114356"/>
                  <a:pt x="655050" y="115555"/>
                  <a:pt x="656436" y="116345"/>
                </a:cubicBezTo>
                <a:cubicBezTo>
                  <a:pt x="657822" y="117136"/>
                  <a:pt x="660353" y="117531"/>
                  <a:pt x="664031" y="117531"/>
                </a:cubicBezTo>
                <a:lnTo>
                  <a:pt x="664031" y="120671"/>
                </a:lnTo>
                <a:lnTo>
                  <a:pt x="626268" y="120671"/>
                </a:lnTo>
                <a:lnTo>
                  <a:pt x="626268" y="117531"/>
                </a:lnTo>
                <a:cubicBezTo>
                  <a:pt x="630058" y="117531"/>
                  <a:pt x="632604" y="117164"/>
                  <a:pt x="633905" y="116430"/>
                </a:cubicBezTo>
                <a:cubicBezTo>
                  <a:pt x="635207" y="115697"/>
                  <a:pt x="636239" y="114483"/>
                  <a:pt x="637003" y="112789"/>
                </a:cubicBezTo>
                <a:cubicBezTo>
                  <a:pt x="637766" y="111096"/>
                  <a:pt x="638148" y="107850"/>
                  <a:pt x="638148" y="103052"/>
                </a:cubicBezTo>
                <a:lnTo>
                  <a:pt x="638148" y="73162"/>
                </a:lnTo>
                <a:cubicBezTo>
                  <a:pt x="638148" y="64751"/>
                  <a:pt x="637894" y="59304"/>
                  <a:pt x="637385" y="56822"/>
                </a:cubicBezTo>
                <a:cubicBezTo>
                  <a:pt x="636989" y="55015"/>
                  <a:pt x="636366" y="53759"/>
                  <a:pt x="635518" y="53053"/>
                </a:cubicBezTo>
                <a:cubicBezTo>
                  <a:pt x="634669" y="52348"/>
                  <a:pt x="633509" y="51995"/>
                  <a:pt x="632038" y="51995"/>
                </a:cubicBezTo>
                <a:cubicBezTo>
                  <a:pt x="630454" y="51995"/>
                  <a:pt x="628531" y="52419"/>
                  <a:pt x="626268" y="53265"/>
                </a:cubicBezTo>
                <a:lnTo>
                  <a:pt x="625080" y="50216"/>
                </a:lnTo>
                <a:lnTo>
                  <a:pt x="648501" y="40733"/>
                </a:lnTo>
                <a:lnTo>
                  <a:pt x="652235" y="40733"/>
                </a:lnTo>
                <a:close/>
                <a:moveTo>
                  <a:pt x="696391" y="57196"/>
                </a:moveTo>
                <a:cubicBezTo>
                  <a:pt x="705500" y="46220"/>
                  <a:pt x="714184" y="40733"/>
                  <a:pt x="722443" y="40733"/>
                </a:cubicBezTo>
                <a:cubicBezTo>
                  <a:pt x="726686" y="40733"/>
                  <a:pt x="730335" y="41792"/>
                  <a:pt x="733390" y="43910"/>
                </a:cubicBezTo>
                <a:cubicBezTo>
                  <a:pt x="736445" y="46026"/>
                  <a:pt x="738878" y="49511"/>
                  <a:pt x="740688" y="54366"/>
                </a:cubicBezTo>
                <a:cubicBezTo>
                  <a:pt x="741933" y="57752"/>
                  <a:pt x="742555" y="62945"/>
                  <a:pt x="742555" y="69946"/>
                </a:cubicBezTo>
                <a:lnTo>
                  <a:pt x="742555" y="103052"/>
                </a:lnTo>
                <a:cubicBezTo>
                  <a:pt x="742555" y="107963"/>
                  <a:pt x="742951" y="111294"/>
                  <a:pt x="743743" y="113044"/>
                </a:cubicBezTo>
                <a:cubicBezTo>
                  <a:pt x="744365" y="114455"/>
                  <a:pt x="745370" y="115555"/>
                  <a:pt x="746756" y="116345"/>
                </a:cubicBezTo>
                <a:cubicBezTo>
                  <a:pt x="748142" y="117136"/>
                  <a:pt x="750702" y="117531"/>
                  <a:pt x="754435" y="117531"/>
                </a:cubicBezTo>
                <a:lnTo>
                  <a:pt x="754435" y="120671"/>
                </a:lnTo>
                <a:lnTo>
                  <a:pt x="715994" y="120671"/>
                </a:lnTo>
                <a:lnTo>
                  <a:pt x="715994" y="117531"/>
                </a:lnTo>
                <a:lnTo>
                  <a:pt x="717606" y="117531"/>
                </a:lnTo>
                <a:cubicBezTo>
                  <a:pt x="721227" y="117531"/>
                  <a:pt x="723759" y="116982"/>
                  <a:pt x="725201" y="115884"/>
                </a:cubicBezTo>
                <a:cubicBezTo>
                  <a:pt x="726644" y="114786"/>
                  <a:pt x="727648" y="113169"/>
                  <a:pt x="728214" y="111031"/>
                </a:cubicBezTo>
                <a:cubicBezTo>
                  <a:pt x="728440" y="110186"/>
                  <a:pt x="728553" y="107540"/>
                  <a:pt x="728553" y="103094"/>
                </a:cubicBezTo>
                <a:lnTo>
                  <a:pt x="728553" y="71433"/>
                </a:lnTo>
                <a:cubicBezTo>
                  <a:pt x="728553" y="64399"/>
                  <a:pt x="727634" y="59291"/>
                  <a:pt x="725795" y="56111"/>
                </a:cubicBezTo>
                <a:cubicBezTo>
                  <a:pt x="723957" y="52930"/>
                  <a:pt x="720859" y="51340"/>
                  <a:pt x="716503" y="51340"/>
                </a:cubicBezTo>
                <a:cubicBezTo>
                  <a:pt x="709771" y="51340"/>
                  <a:pt x="703067" y="54999"/>
                  <a:pt x="696391" y="62316"/>
                </a:cubicBezTo>
                <a:lnTo>
                  <a:pt x="696391" y="103094"/>
                </a:lnTo>
                <a:cubicBezTo>
                  <a:pt x="696391" y="108329"/>
                  <a:pt x="696702" y="111565"/>
                  <a:pt x="697325" y="112803"/>
                </a:cubicBezTo>
                <a:cubicBezTo>
                  <a:pt x="698117" y="114434"/>
                  <a:pt x="699206" y="115630"/>
                  <a:pt x="700592" y="116391"/>
                </a:cubicBezTo>
                <a:cubicBezTo>
                  <a:pt x="701978" y="117151"/>
                  <a:pt x="704792" y="117531"/>
                  <a:pt x="709035" y="117531"/>
                </a:cubicBezTo>
                <a:lnTo>
                  <a:pt x="709035" y="120671"/>
                </a:lnTo>
                <a:lnTo>
                  <a:pt x="670594" y="120671"/>
                </a:lnTo>
                <a:lnTo>
                  <a:pt x="670594" y="117531"/>
                </a:lnTo>
                <a:lnTo>
                  <a:pt x="672291" y="117531"/>
                </a:lnTo>
                <a:cubicBezTo>
                  <a:pt x="676251" y="117531"/>
                  <a:pt x="678924" y="116529"/>
                  <a:pt x="680310" y="114526"/>
                </a:cubicBezTo>
                <a:cubicBezTo>
                  <a:pt x="681696" y="112521"/>
                  <a:pt x="682389" y="108697"/>
                  <a:pt x="682389" y="103052"/>
                </a:cubicBezTo>
                <a:lnTo>
                  <a:pt x="682389" y="74263"/>
                </a:lnTo>
                <a:cubicBezTo>
                  <a:pt x="682389" y="64950"/>
                  <a:pt x="682177" y="59277"/>
                  <a:pt x="681753" y="57246"/>
                </a:cubicBezTo>
                <a:cubicBezTo>
                  <a:pt x="681329" y="55213"/>
                  <a:pt x="680678" y="53829"/>
                  <a:pt x="679801" y="53096"/>
                </a:cubicBezTo>
                <a:cubicBezTo>
                  <a:pt x="678924" y="52362"/>
                  <a:pt x="677750" y="51995"/>
                  <a:pt x="676280" y="51995"/>
                </a:cubicBezTo>
                <a:cubicBezTo>
                  <a:pt x="674695" y="51995"/>
                  <a:pt x="672800" y="52419"/>
                  <a:pt x="670594" y="53265"/>
                </a:cubicBezTo>
                <a:lnTo>
                  <a:pt x="669321" y="50216"/>
                </a:lnTo>
                <a:lnTo>
                  <a:pt x="692742" y="40733"/>
                </a:lnTo>
                <a:lnTo>
                  <a:pt x="696391" y="40733"/>
                </a:lnTo>
                <a:lnTo>
                  <a:pt x="696391" y="57196"/>
                </a:lnTo>
                <a:close/>
                <a:moveTo>
                  <a:pt x="810867" y="40733"/>
                </a:moveTo>
                <a:lnTo>
                  <a:pt x="810867" y="67039"/>
                </a:lnTo>
                <a:lnTo>
                  <a:pt x="808067" y="67039"/>
                </a:lnTo>
                <a:cubicBezTo>
                  <a:pt x="805917" y="58788"/>
                  <a:pt x="803159" y="53176"/>
                  <a:pt x="799793" y="50203"/>
                </a:cubicBezTo>
                <a:cubicBezTo>
                  <a:pt x="796427" y="47227"/>
                  <a:pt x="792142" y="45739"/>
                  <a:pt x="786937" y="45739"/>
                </a:cubicBezTo>
                <a:cubicBezTo>
                  <a:pt x="782977" y="45739"/>
                  <a:pt x="779780" y="46785"/>
                  <a:pt x="777348" y="48877"/>
                </a:cubicBezTo>
                <a:cubicBezTo>
                  <a:pt x="774915" y="50966"/>
                  <a:pt x="773699" y="53283"/>
                  <a:pt x="773699" y="55827"/>
                </a:cubicBezTo>
                <a:cubicBezTo>
                  <a:pt x="773699" y="58992"/>
                  <a:pt x="774604" y="61704"/>
                  <a:pt x="776414" y="63963"/>
                </a:cubicBezTo>
                <a:cubicBezTo>
                  <a:pt x="778168" y="66281"/>
                  <a:pt x="781732" y="68739"/>
                  <a:pt x="787107" y="71338"/>
                </a:cubicBezTo>
                <a:lnTo>
                  <a:pt x="799496" y="77358"/>
                </a:lnTo>
                <a:cubicBezTo>
                  <a:pt x="810980" y="82951"/>
                  <a:pt x="816723" y="90326"/>
                  <a:pt x="816723" y="99482"/>
                </a:cubicBezTo>
                <a:cubicBezTo>
                  <a:pt x="816723" y="106545"/>
                  <a:pt x="814050" y="112239"/>
                  <a:pt x="808703" y="116563"/>
                </a:cubicBezTo>
                <a:cubicBezTo>
                  <a:pt x="803357" y="120885"/>
                  <a:pt x="797375" y="123047"/>
                  <a:pt x="790756" y="123047"/>
                </a:cubicBezTo>
                <a:cubicBezTo>
                  <a:pt x="786003" y="123047"/>
                  <a:pt x="780572" y="122198"/>
                  <a:pt x="774462" y="120501"/>
                </a:cubicBezTo>
                <a:cubicBezTo>
                  <a:pt x="772596" y="119935"/>
                  <a:pt x="771068" y="119652"/>
                  <a:pt x="769880" y="119652"/>
                </a:cubicBezTo>
                <a:cubicBezTo>
                  <a:pt x="768579" y="119652"/>
                  <a:pt x="767561" y="120388"/>
                  <a:pt x="766825" y="121859"/>
                </a:cubicBezTo>
                <a:lnTo>
                  <a:pt x="764025" y="121859"/>
                </a:lnTo>
                <a:lnTo>
                  <a:pt x="764025" y="94025"/>
                </a:lnTo>
                <a:lnTo>
                  <a:pt x="766825" y="94025"/>
                </a:lnTo>
                <a:cubicBezTo>
                  <a:pt x="768409" y="101973"/>
                  <a:pt x="771436" y="107963"/>
                  <a:pt x="775905" y="111994"/>
                </a:cubicBezTo>
                <a:cubicBezTo>
                  <a:pt x="780374" y="116025"/>
                  <a:pt x="785381" y="118040"/>
                  <a:pt x="790925" y="118040"/>
                </a:cubicBezTo>
                <a:cubicBezTo>
                  <a:pt x="794829" y="118040"/>
                  <a:pt x="798011" y="116896"/>
                  <a:pt x="800472" y="114608"/>
                </a:cubicBezTo>
                <a:cubicBezTo>
                  <a:pt x="802933" y="112319"/>
                  <a:pt x="804163" y="109564"/>
                  <a:pt x="804163" y="106343"/>
                </a:cubicBezTo>
                <a:cubicBezTo>
                  <a:pt x="804163" y="102443"/>
                  <a:pt x="802791" y="99165"/>
                  <a:pt x="800048" y="96509"/>
                </a:cubicBezTo>
                <a:cubicBezTo>
                  <a:pt x="797304" y="93854"/>
                  <a:pt x="791830" y="90492"/>
                  <a:pt x="783627" y="86424"/>
                </a:cubicBezTo>
                <a:cubicBezTo>
                  <a:pt x="775424" y="82355"/>
                  <a:pt x="770050" y="78681"/>
                  <a:pt x="767504" y="75403"/>
                </a:cubicBezTo>
                <a:cubicBezTo>
                  <a:pt x="764958" y="72182"/>
                  <a:pt x="763685" y="68113"/>
                  <a:pt x="763685" y="63197"/>
                </a:cubicBezTo>
                <a:cubicBezTo>
                  <a:pt x="763685" y="56811"/>
                  <a:pt x="765877" y="51471"/>
                  <a:pt x="770262" y="47177"/>
                </a:cubicBezTo>
                <a:cubicBezTo>
                  <a:pt x="774646" y="42881"/>
                  <a:pt x="780318" y="40733"/>
                  <a:pt x="787276" y="40733"/>
                </a:cubicBezTo>
                <a:cubicBezTo>
                  <a:pt x="790331" y="40733"/>
                  <a:pt x="794037" y="41383"/>
                  <a:pt x="798393" y="42684"/>
                </a:cubicBezTo>
                <a:cubicBezTo>
                  <a:pt x="801278" y="43533"/>
                  <a:pt x="803202" y="43957"/>
                  <a:pt x="804163" y="43957"/>
                </a:cubicBezTo>
                <a:cubicBezTo>
                  <a:pt x="805069" y="43957"/>
                  <a:pt x="805776" y="43759"/>
                  <a:pt x="806285" y="43363"/>
                </a:cubicBezTo>
                <a:cubicBezTo>
                  <a:pt x="806794" y="42967"/>
                  <a:pt x="807388" y="42090"/>
                  <a:pt x="808067" y="40733"/>
                </a:cubicBezTo>
                <a:lnTo>
                  <a:pt x="810867" y="40733"/>
                </a:lnTo>
                <a:close/>
                <a:moveTo>
                  <a:pt x="850809" y="17311"/>
                </a:moveTo>
                <a:lnTo>
                  <a:pt x="850809" y="42939"/>
                </a:lnTo>
                <a:lnTo>
                  <a:pt x="868969" y="42939"/>
                </a:lnTo>
                <a:lnTo>
                  <a:pt x="868969" y="48879"/>
                </a:lnTo>
                <a:lnTo>
                  <a:pt x="850809" y="48879"/>
                </a:lnTo>
                <a:lnTo>
                  <a:pt x="850809" y="99217"/>
                </a:lnTo>
                <a:cubicBezTo>
                  <a:pt x="850809" y="104247"/>
                  <a:pt x="851530" y="107638"/>
                  <a:pt x="852972" y="109390"/>
                </a:cubicBezTo>
                <a:cubicBezTo>
                  <a:pt x="854415" y="111140"/>
                  <a:pt x="856268" y="112015"/>
                  <a:pt x="858531" y="112015"/>
                </a:cubicBezTo>
                <a:cubicBezTo>
                  <a:pt x="860398" y="112015"/>
                  <a:pt x="862208" y="111435"/>
                  <a:pt x="863962" y="110275"/>
                </a:cubicBezTo>
                <a:cubicBezTo>
                  <a:pt x="865716" y="109116"/>
                  <a:pt x="867073" y="107404"/>
                  <a:pt x="868035" y="105141"/>
                </a:cubicBezTo>
                <a:lnTo>
                  <a:pt x="871345" y="105141"/>
                </a:lnTo>
                <a:cubicBezTo>
                  <a:pt x="869365" y="110701"/>
                  <a:pt x="866564" y="114906"/>
                  <a:pt x="862943" y="117756"/>
                </a:cubicBezTo>
                <a:cubicBezTo>
                  <a:pt x="859323" y="120604"/>
                  <a:pt x="855589" y="122028"/>
                  <a:pt x="851742" y="122028"/>
                </a:cubicBezTo>
                <a:cubicBezTo>
                  <a:pt x="849140" y="122028"/>
                  <a:pt x="846594" y="121306"/>
                  <a:pt x="844105" y="119862"/>
                </a:cubicBezTo>
                <a:cubicBezTo>
                  <a:pt x="841615" y="118417"/>
                  <a:pt x="839777" y="116351"/>
                  <a:pt x="838589" y="113662"/>
                </a:cubicBezTo>
                <a:cubicBezTo>
                  <a:pt x="837401" y="110971"/>
                  <a:pt x="836807" y="106822"/>
                  <a:pt x="836807" y="101214"/>
                </a:cubicBezTo>
                <a:lnTo>
                  <a:pt x="836807" y="48879"/>
                </a:lnTo>
                <a:lnTo>
                  <a:pt x="824502" y="48879"/>
                </a:lnTo>
                <a:lnTo>
                  <a:pt x="824502" y="46079"/>
                </a:lnTo>
                <a:cubicBezTo>
                  <a:pt x="827613" y="44831"/>
                  <a:pt x="830796" y="42717"/>
                  <a:pt x="834049" y="39738"/>
                </a:cubicBezTo>
                <a:cubicBezTo>
                  <a:pt x="837302" y="36759"/>
                  <a:pt x="840201" y="33227"/>
                  <a:pt x="842747" y="29141"/>
                </a:cubicBezTo>
                <a:cubicBezTo>
                  <a:pt x="844048" y="26986"/>
                  <a:pt x="845858" y="23043"/>
                  <a:pt x="848178" y="17311"/>
                </a:cubicBezTo>
                <a:lnTo>
                  <a:pt x="850809" y="17311"/>
                </a:lnTo>
                <a:close/>
                <a:moveTo>
                  <a:pt x="899293" y="40733"/>
                </a:moveTo>
                <a:lnTo>
                  <a:pt x="899293" y="58214"/>
                </a:lnTo>
                <a:cubicBezTo>
                  <a:pt x="905799" y="46560"/>
                  <a:pt x="912474" y="40733"/>
                  <a:pt x="919320" y="40733"/>
                </a:cubicBezTo>
                <a:cubicBezTo>
                  <a:pt x="922431" y="40733"/>
                  <a:pt x="925005" y="41680"/>
                  <a:pt x="927042" y="43576"/>
                </a:cubicBezTo>
                <a:cubicBezTo>
                  <a:pt x="929078" y="45471"/>
                  <a:pt x="930097" y="47663"/>
                  <a:pt x="930097" y="50152"/>
                </a:cubicBezTo>
                <a:cubicBezTo>
                  <a:pt x="930097" y="52359"/>
                  <a:pt x="929361" y="54225"/>
                  <a:pt x="927890" y="55753"/>
                </a:cubicBezTo>
                <a:cubicBezTo>
                  <a:pt x="926419" y="57280"/>
                  <a:pt x="924666" y="58044"/>
                  <a:pt x="922629" y="58044"/>
                </a:cubicBezTo>
                <a:cubicBezTo>
                  <a:pt x="920649" y="58044"/>
                  <a:pt x="918429" y="57068"/>
                  <a:pt x="915968" y="55116"/>
                </a:cubicBezTo>
                <a:cubicBezTo>
                  <a:pt x="913507" y="53165"/>
                  <a:pt x="911682" y="52189"/>
                  <a:pt x="910494" y="52189"/>
                </a:cubicBezTo>
                <a:cubicBezTo>
                  <a:pt x="909476" y="52189"/>
                  <a:pt x="908373" y="52753"/>
                  <a:pt x="907185" y="53881"/>
                </a:cubicBezTo>
                <a:cubicBezTo>
                  <a:pt x="904639" y="56195"/>
                  <a:pt x="902008" y="60004"/>
                  <a:pt x="899293" y="65308"/>
                </a:cubicBezTo>
                <a:lnTo>
                  <a:pt x="899293" y="102466"/>
                </a:lnTo>
                <a:cubicBezTo>
                  <a:pt x="899293" y="106753"/>
                  <a:pt x="899830" y="109997"/>
                  <a:pt x="900905" y="112198"/>
                </a:cubicBezTo>
                <a:cubicBezTo>
                  <a:pt x="901640" y="113722"/>
                  <a:pt x="902942" y="114992"/>
                  <a:pt x="904809" y="116009"/>
                </a:cubicBezTo>
                <a:cubicBezTo>
                  <a:pt x="906675" y="117023"/>
                  <a:pt x="909363" y="117531"/>
                  <a:pt x="912870" y="117531"/>
                </a:cubicBezTo>
                <a:lnTo>
                  <a:pt x="912870" y="120671"/>
                </a:lnTo>
                <a:lnTo>
                  <a:pt x="873071" y="120671"/>
                </a:lnTo>
                <a:lnTo>
                  <a:pt x="873071" y="117531"/>
                </a:lnTo>
                <a:cubicBezTo>
                  <a:pt x="877031" y="117531"/>
                  <a:pt x="879973" y="116910"/>
                  <a:pt x="881896" y="115669"/>
                </a:cubicBezTo>
                <a:cubicBezTo>
                  <a:pt x="883311" y="114766"/>
                  <a:pt x="884301" y="113326"/>
                  <a:pt x="884866" y="111349"/>
                </a:cubicBezTo>
                <a:cubicBezTo>
                  <a:pt x="885149" y="110389"/>
                  <a:pt x="885291" y="107652"/>
                  <a:pt x="885291" y="103136"/>
                </a:cubicBezTo>
                <a:lnTo>
                  <a:pt x="885291" y="73078"/>
                </a:lnTo>
                <a:cubicBezTo>
                  <a:pt x="885291" y="64045"/>
                  <a:pt x="885107" y="58669"/>
                  <a:pt x="884739" y="56949"/>
                </a:cubicBezTo>
                <a:cubicBezTo>
                  <a:pt x="884371" y="55227"/>
                  <a:pt x="883693" y="53971"/>
                  <a:pt x="882703" y="53181"/>
                </a:cubicBezTo>
                <a:cubicBezTo>
                  <a:pt x="881713" y="52390"/>
                  <a:pt x="880482" y="51995"/>
                  <a:pt x="879011" y="51995"/>
                </a:cubicBezTo>
                <a:cubicBezTo>
                  <a:pt x="877257" y="51995"/>
                  <a:pt x="875277" y="52419"/>
                  <a:pt x="873071" y="53265"/>
                </a:cubicBezTo>
                <a:lnTo>
                  <a:pt x="872222" y="50216"/>
                </a:lnTo>
                <a:lnTo>
                  <a:pt x="895729" y="40733"/>
                </a:lnTo>
                <a:lnTo>
                  <a:pt x="899293" y="40733"/>
                </a:lnTo>
                <a:close/>
                <a:moveTo>
                  <a:pt x="1002566" y="42939"/>
                </a:moveTo>
                <a:lnTo>
                  <a:pt x="1002566" y="90036"/>
                </a:lnTo>
                <a:cubicBezTo>
                  <a:pt x="1002566" y="99031"/>
                  <a:pt x="1002778" y="104533"/>
                  <a:pt x="1003202" y="106541"/>
                </a:cubicBezTo>
                <a:cubicBezTo>
                  <a:pt x="1003626" y="108550"/>
                  <a:pt x="1004305" y="109950"/>
                  <a:pt x="1005239" y="110742"/>
                </a:cubicBezTo>
                <a:cubicBezTo>
                  <a:pt x="1006172" y="111534"/>
                  <a:pt x="1007261" y="111930"/>
                  <a:pt x="1008506" y="111930"/>
                </a:cubicBezTo>
                <a:cubicBezTo>
                  <a:pt x="1010260" y="111930"/>
                  <a:pt x="1012240" y="111449"/>
                  <a:pt x="1014446" y="110487"/>
                </a:cubicBezTo>
                <a:lnTo>
                  <a:pt x="1015634" y="113458"/>
                </a:lnTo>
                <a:lnTo>
                  <a:pt x="992382" y="123047"/>
                </a:lnTo>
                <a:lnTo>
                  <a:pt x="988564" y="123047"/>
                </a:lnTo>
                <a:lnTo>
                  <a:pt x="988564" y="106584"/>
                </a:lnTo>
                <a:cubicBezTo>
                  <a:pt x="981888" y="113825"/>
                  <a:pt x="976796" y="118379"/>
                  <a:pt x="973289" y="120246"/>
                </a:cubicBezTo>
                <a:cubicBezTo>
                  <a:pt x="969781" y="122113"/>
                  <a:pt x="966076" y="123047"/>
                  <a:pt x="962172" y="123047"/>
                </a:cubicBezTo>
                <a:cubicBezTo>
                  <a:pt x="957816" y="123047"/>
                  <a:pt x="954040" y="121788"/>
                  <a:pt x="950844" y="119270"/>
                </a:cubicBezTo>
                <a:cubicBezTo>
                  <a:pt x="947647" y="116753"/>
                  <a:pt x="945427" y="113514"/>
                  <a:pt x="944182" y="109554"/>
                </a:cubicBezTo>
                <a:cubicBezTo>
                  <a:pt x="942937" y="105594"/>
                  <a:pt x="942315" y="99993"/>
                  <a:pt x="942315" y="92752"/>
                </a:cubicBezTo>
                <a:lnTo>
                  <a:pt x="942315" y="58044"/>
                </a:lnTo>
                <a:cubicBezTo>
                  <a:pt x="942315" y="54367"/>
                  <a:pt x="941919" y="51821"/>
                  <a:pt x="941127" y="50407"/>
                </a:cubicBezTo>
                <a:cubicBezTo>
                  <a:pt x="940335" y="48992"/>
                  <a:pt x="939161" y="47903"/>
                  <a:pt x="937605" y="47140"/>
                </a:cubicBezTo>
                <a:cubicBezTo>
                  <a:pt x="936050" y="46376"/>
                  <a:pt x="933235" y="46022"/>
                  <a:pt x="929162" y="46079"/>
                </a:cubicBezTo>
                <a:lnTo>
                  <a:pt x="929162" y="42939"/>
                </a:lnTo>
                <a:lnTo>
                  <a:pt x="956402" y="42939"/>
                </a:lnTo>
                <a:lnTo>
                  <a:pt x="956402" y="94831"/>
                </a:lnTo>
                <a:cubicBezTo>
                  <a:pt x="956402" y="102055"/>
                  <a:pt x="957661" y="106795"/>
                  <a:pt x="960178" y="109053"/>
                </a:cubicBezTo>
                <a:cubicBezTo>
                  <a:pt x="962696" y="111310"/>
                  <a:pt x="965736" y="112439"/>
                  <a:pt x="969301" y="112439"/>
                </a:cubicBezTo>
                <a:cubicBezTo>
                  <a:pt x="971733" y="112439"/>
                  <a:pt x="974491" y="111677"/>
                  <a:pt x="977574" y="110153"/>
                </a:cubicBezTo>
                <a:cubicBezTo>
                  <a:pt x="980658" y="108629"/>
                  <a:pt x="984321" y="105724"/>
                  <a:pt x="988564" y="101437"/>
                </a:cubicBezTo>
                <a:lnTo>
                  <a:pt x="988564" y="57506"/>
                </a:lnTo>
                <a:cubicBezTo>
                  <a:pt x="988564" y="53104"/>
                  <a:pt x="987758" y="50127"/>
                  <a:pt x="986145" y="48577"/>
                </a:cubicBezTo>
                <a:cubicBezTo>
                  <a:pt x="984533" y="47025"/>
                  <a:pt x="981181" y="46192"/>
                  <a:pt x="976089" y="46079"/>
                </a:cubicBezTo>
                <a:lnTo>
                  <a:pt x="976089" y="42939"/>
                </a:lnTo>
                <a:lnTo>
                  <a:pt x="1002566" y="42939"/>
                </a:lnTo>
                <a:close/>
                <a:moveTo>
                  <a:pt x="1087341" y="91139"/>
                </a:moveTo>
                <a:cubicBezTo>
                  <a:pt x="1085247" y="101379"/>
                  <a:pt x="1081146" y="109257"/>
                  <a:pt x="1075036" y="114773"/>
                </a:cubicBezTo>
                <a:cubicBezTo>
                  <a:pt x="1068926" y="120289"/>
                  <a:pt x="1062166" y="123047"/>
                  <a:pt x="1054754" y="123047"/>
                </a:cubicBezTo>
                <a:cubicBezTo>
                  <a:pt x="1045929" y="123047"/>
                  <a:pt x="1038235" y="119346"/>
                  <a:pt x="1031673" y="111943"/>
                </a:cubicBezTo>
                <a:cubicBezTo>
                  <a:pt x="1025110" y="104539"/>
                  <a:pt x="1021829" y="94536"/>
                  <a:pt x="1021829" y="81932"/>
                </a:cubicBezTo>
                <a:cubicBezTo>
                  <a:pt x="1021829" y="69725"/>
                  <a:pt x="1025464" y="59807"/>
                  <a:pt x="1032733" y="52178"/>
                </a:cubicBezTo>
                <a:cubicBezTo>
                  <a:pt x="1040003" y="44548"/>
                  <a:pt x="1048729" y="40733"/>
                  <a:pt x="1058913" y="40733"/>
                </a:cubicBezTo>
                <a:cubicBezTo>
                  <a:pt x="1066550" y="40733"/>
                  <a:pt x="1072830" y="42749"/>
                  <a:pt x="1077751" y="46782"/>
                </a:cubicBezTo>
                <a:cubicBezTo>
                  <a:pt x="1082673" y="50812"/>
                  <a:pt x="1085134" y="54999"/>
                  <a:pt x="1085134" y="59341"/>
                </a:cubicBezTo>
                <a:cubicBezTo>
                  <a:pt x="1085134" y="61484"/>
                  <a:pt x="1084441" y="63218"/>
                  <a:pt x="1083055" y="64544"/>
                </a:cubicBezTo>
                <a:cubicBezTo>
                  <a:pt x="1081669" y="65868"/>
                  <a:pt x="1079732" y="66530"/>
                  <a:pt x="1077242" y="66530"/>
                </a:cubicBezTo>
                <a:cubicBezTo>
                  <a:pt x="1073905" y="66530"/>
                  <a:pt x="1071387" y="65455"/>
                  <a:pt x="1069690" y="63305"/>
                </a:cubicBezTo>
                <a:cubicBezTo>
                  <a:pt x="1068728" y="62117"/>
                  <a:pt x="1068092" y="59854"/>
                  <a:pt x="1067780" y="56517"/>
                </a:cubicBezTo>
                <a:cubicBezTo>
                  <a:pt x="1067469" y="53179"/>
                  <a:pt x="1066324" y="50633"/>
                  <a:pt x="1064344" y="48879"/>
                </a:cubicBezTo>
                <a:cubicBezTo>
                  <a:pt x="1062364" y="47182"/>
                  <a:pt x="1059620" y="46333"/>
                  <a:pt x="1056112" y="46333"/>
                </a:cubicBezTo>
                <a:cubicBezTo>
                  <a:pt x="1050455" y="46333"/>
                  <a:pt x="1045901" y="48427"/>
                  <a:pt x="1042450" y="52613"/>
                </a:cubicBezTo>
                <a:cubicBezTo>
                  <a:pt x="1037867" y="58157"/>
                  <a:pt x="1035576" y="65483"/>
                  <a:pt x="1035576" y="74592"/>
                </a:cubicBezTo>
                <a:cubicBezTo>
                  <a:pt x="1035576" y="83870"/>
                  <a:pt x="1037853" y="92059"/>
                  <a:pt x="1042407" y="99159"/>
                </a:cubicBezTo>
                <a:cubicBezTo>
                  <a:pt x="1046962" y="106259"/>
                  <a:pt x="1053114" y="109809"/>
                  <a:pt x="1060864" y="109809"/>
                </a:cubicBezTo>
                <a:cubicBezTo>
                  <a:pt x="1066409" y="109809"/>
                  <a:pt x="1071387" y="107913"/>
                  <a:pt x="1075800" y="104123"/>
                </a:cubicBezTo>
                <a:cubicBezTo>
                  <a:pt x="1078911" y="101521"/>
                  <a:pt x="1081938" y="96797"/>
                  <a:pt x="1084880" y="89951"/>
                </a:cubicBezTo>
                <a:lnTo>
                  <a:pt x="1087341" y="91139"/>
                </a:lnTo>
                <a:close/>
                <a:moveTo>
                  <a:pt x="1121057" y="17311"/>
                </a:moveTo>
                <a:lnTo>
                  <a:pt x="1121057" y="42939"/>
                </a:lnTo>
                <a:lnTo>
                  <a:pt x="1139217" y="42939"/>
                </a:lnTo>
                <a:lnTo>
                  <a:pt x="1139217" y="48879"/>
                </a:lnTo>
                <a:lnTo>
                  <a:pt x="1121057" y="48879"/>
                </a:lnTo>
                <a:lnTo>
                  <a:pt x="1121057" y="99217"/>
                </a:lnTo>
                <a:cubicBezTo>
                  <a:pt x="1121057" y="104247"/>
                  <a:pt x="1121778" y="107638"/>
                  <a:pt x="1123221" y="109390"/>
                </a:cubicBezTo>
                <a:cubicBezTo>
                  <a:pt x="1124663" y="111140"/>
                  <a:pt x="1126516" y="112015"/>
                  <a:pt x="1128779" y="112015"/>
                </a:cubicBezTo>
                <a:cubicBezTo>
                  <a:pt x="1130646" y="112015"/>
                  <a:pt x="1132456" y="111435"/>
                  <a:pt x="1134210" y="110275"/>
                </a:cubicBezTo>
                <a:cubicBezTo>
                  <a:pt x="1135964" y="109116"/>
                  <a:pt x="1137321" y="107404"/>
                  <a:pt x="1138283" y="105141"/>
                </a:cubicBezTo>
                <a:lnTo>
                  <a:pt x="1141593" y="105141"/>
                </a:lnTo>
                <a:cubicBezTo>
                  <a:pt x="1139613" y="110701"/>
                  <a:pt x="1136812" y="114906"/>
                  <a:pt x="1133192" y="117756"/>
                </a:cubicBezTo>
                <a:cubicBezTo>
                  <a:pt x="1129571" y="120604"/>
                  <a:pt x="1125837" y="122028"/>
                  <a:pt x="1121990" y="122028"/>
                </a:cubicBezTo>
                <a:cubicBezTo>
                  <a:pt x="1119388" y="122028"/>
                  <a:pt x="1116842" y="121306"/>
                  <a:pt x="1114353" y="119862"/>
                </a:cubicBezTo>
                <a:cubicBezTo>
                  <a:pt x="1111864" y="118417"/>
                  <a:pt x="1110025" y="116351"/>
                  <a:pt x="1108837" y="113662"/>
                </a:cubicBezTo>
                <a:cubicBezTo>
                  <a:pt x="1107649" y="110971"/>
                  <a:pt x="1107055" y="106822"/>
                  <a:pt x="1107055" y="101214"/>
                </a:cubicBezTo>
                <a:lnTo>
                  <a:pt x="1107055" y="48879"/>
                </a:lnTo>
                <a:lnTo>
                  <a:pt x="1094750" y="48879"/>
                </a:lnTo>
                <a:lnTo>
                  <a:pt x="1094750" y="46079"/>
                </a:lnTo>
                <a:cubicBezTo>
                  <a:pt x="1097862" y="44831"/>
                  <a:pt x="1101044" y="42717"/>
                  <a:pt x="1104297" y="39738"/>
                </a:cubicBezTo>
                <a:cubicBezTo>
                  <a:pt x="1107550" y="36759"/>
                  <a:pt x="1110449" y="33227"/>
                  <a:pt x="1112995" y="29141"/>
                </a:cubicBezTo>
                <a:cubicBezTo>
                  <a:pt x="1114296" y="26986"/>
                  <a:pt x="1116106" y="23043"/>
                  <a:pt x="1118426" y="17311"/>
                </a:cubicBezTo>
                <a:lnTo>
                  <a:pt x="1121057" y="17311"/>
                </a:lnTo>
                <a:close/>
                <a:moveTo>
                  <a:pt x="1212819" y="17311"/>
                </a:moveTo>
                <a:lnTo>
                  <a:pt x="1212819" y="42939"/>
                </a:lnTo>
                <a:lnTo>
                  <a:pt x="1230979" y="42939"/>
                </a:lnTo>
                <a:lnTo>
                  <a:pt x="1230979" y="48879"/>
                </a:lnTo>
                <a:lnTo>
                  <a:pt x="1212819" y="48879"/>
                </a:lnTo>
                <a:lnTo>
                  <a:pt x="1212819" y="99217"/>
                </a:lnTo>
                <a:cubicBezTo>
                  <a:pt x="1212819" y="104247"/>
                  <a:pt x="1213541" y="107638"/>
                  <a:pt x="1214983" y="109390"/>
                </a:cubicBezTo>
                <a:cubicBezTo>
                  <a:pt x="1216426" y="111140"/>
                  <a:pt x="1218279" y="112015"/>
                  <a:pt x="1220542" y="112015"/>
                </a:cubicBezTo>
                <a:cubicBezTo>
                  <a:pt x="1222408" y="112015"/>
                  <a:pt x="1224219" y="111435"/>
                  <a:pt x="1225973" y="110275"/>
                </a:cubicBezTo>
                <a:cubicBezTo>
                  <a:pt x="1227726" y="109116"/>
                  <a:pt x="1229084" y="107404"/>
                  <a:pt x="1230046" y="105141"/>
                </a:cubicBezTo>
                <a:lnTo>
                  <a:pt x="1233355" y="105141"/>
                </a:lnTo>
                <a:cubicBezTo>
                  <a:pt x="1231375" y="110701"/>
                  <a:pt x="1228575" y="114906"/>
                  <a:pt x="1224954" y="117756"/>
                </a:cubicBezTo>
                <a:cubicBezTo>
                  <a:pt x="1221334" y="120604"/>
                  <a:pt x="1217600" y="122028"/>
                  <a:pt x="1213753" y="122028"/>
                </a:cubicBezTo>
                <a:cubicBezTo>
                  <a:pt x="1211150" y="122028"/>
                  <a:pt x="1208605" y="121306"/>
                  <a:pt x="1206115" y="119862"/>
                </a:cubicBezTo>
                <a:cubicBezTo>
                  <a:pt x="1203626" y="118417"/>
                  <a:pt x="1201787" y="116351"/>
                  <a:pt x="1200599" y="113662"/>
                </a:cubicBezTo>
                <a:cubicBezTo>
                  <a:pt x="1199411" y="110971"/>
                  <a:pt x="1198817" y="106822"/>
                  <a:pt x="1198817" y="101214"/>
                </a:cubicBezTo>
                <a:lnTo>
                  <a:pt x="1198817" y="48879"/>
                </a:lnTo>
                <a:lnTo>
                  <a:pt x="1186513" y="48879"/>
                </a:lnTo>
                <a:lnTo>
                  <a:pt x="1186513" y="46079"/>
                </a:lnTo>
                <a:cubicBezTo>
                  <a:pt x="1189624" y="44831"/>
                  <a:pt x="1192806" y="42717"/>
                  <a:pt x="1196059" y="39738"/>
                </a:cubicBezTo>
                <a:cubicBezTo>
                  <a:pt x="1199312" y="36759"/>
                  <a:pt x="1202212" y="33227"/>
                  <a:pt x="1204758" y="29141"/>
                </a:cubicBezTo>
                <a:cubicBezTo>
                  <a:pt x="1206059" y="26986"/>
                  <a:pt x="1207869" y="23043"/>
                  <a:pt x="1210189" y="17311"/>
                </a:cubicBezTo>
                <a:lnTo>
                  <a:pt x="1212819" y="17311"/>
                </a:lnTo>
                <a:close/>
                <a:moveTo>
                  <a:pt x="1261388" y="0"/>
                </a:moveTo>
                <a:lnTo>
                  <a:pt x="1261388" y="56941"/>
                </a:lnTo>
                <a:cubicBezTo>
                  <a:pt x="1267668" y="50039"/>
                  <a:pt x="1272646" y="45612"/>
                  <a:pt x="1276323" y="43660"/>
                </a:cubicBezTo>
                <a:cubicBezTo>
                  <a:pt x="1280001" y="41709"/>
                  <a:pt x="1283678" y="40733"/>
                  <a:pt x="1287355" y="40733"/>
                </a:cubicBezTo>
                <a:cubicBezTo>
                  <a:pt x="1291768" y="40733"/>
                  <a:pt x="1295558" y="41946"/>
                  <a:pt x="1298726" y="44374"/>
                </a:cubicBezTo>
                <a:cubicBezTo>
                  <a:pt x="1301895" y="46801"/>
                  <a:pt x="1304242" y="50611"/>
                  <a:pt x="1305770" y="55803"/>
                </a:cubicBezTo>
                <a:cubicBezTo>
                  <a:pt x="1306845" y="59417"/>
                  <a:pt x="1307382" y="66022"/>
                  <a:pt x="1307382" y="75618"/>
                </a:cubicBezTo>
                <a:lnTo>
                  <a:pt x="1307382" y="103052"/>
                </a:lnTo>
                <a:cubicBezTo>
                  <a:pt x="1307382" y="107963"/>
                  <a:pt x="1307778" y="111322"/>
                  <a:pt x="1308570" y="113129"/>
                </a:cubicBezTo>
                <a:cubicBezTo>
                  <a:pt x="1309136" y="114483"/>
                  <a:pt x="1310098" y="115555"/>
                  <a:pt x="1311455" y="116345"/>
                </a:cubicBezTo>
                <a:cubicBezTo>
                  <a:pt x="1312813" y="117136"/>
                  <a:pt x="1315302" y="117531"/>
                  <a:pt x="1318923" y="117531"/>
                </a:cubicBezTo>
                <a:lnTo>
                  <a:pt x="1318923" y="120671"/>
                </a:lnTo>
                <a:lnTo>
                  <a:pt x="1280736" y="120671"/>
                </a:lnTo>
                <a:lnTo>
                  <a:pt x="1280736" y="117531"/>
                </a:lnTo>
                <a:lnTo>
                  <a:pt x="1282518" y="117531"/>
                </a:lnTo>
                <a:cubicBezTo>
                  <a:pt x="1286139" y="117531"/>
                  <a:pt x="1288656" y="116979"/>
                  <a:pt x="1290071" y="115876"/>
                </a:cubicBezTo>
                <a:cubicBezTo>
                  <a:pt x="1291485" y="114773"/>
                  <a:pt x="1292475" y="113146"/>
                  <a:pt x="1293041" y="110997"/>
                </a:cubicBezTo>
                <a:cubicBezTo>
                  <a:pt x="1293211" y="110091"/>
                  <a:pt x="1293295" y="107433"/>
                  <a:pt x="1293295" y="103020"/>
                </a:cubicBezTo>
                <a:lnTo>
                  <a:pt x="1293295" y="75525"/>
                </a:lnTo>
                <a:cubicBezTo>
                  <a:pt x="1293295" y="67039"/>
                  <a:pt x="1292857" y="61467"/>
                  <a:pt x="1291980" y="58808"/>
                </a:cubicBezTo>
                <a:cubicBezTo>
                  <a:pt x="1291103" y="56149"/>
                  <a:pt x="1289703" y="54155"/>
                  <a:pt x="1287780" y="52825"/>
                </a:cubicBezTo>
                <a:cubicBezTo>
                  <a:pt x="1285856" y="51496"/>
                  <a:pt x="1283537" y="50831"/>
                  <a:pt x="1280821" y="50831"/>
                </a:cubicBezTo>
                <a:cubicBezTo>
                  <a:pt x="1278049" y="50831"/>
                  <a:pt x="1275164" y="51566"/>
                  <a:pt x="1272165" y="53037"/>
                </a:cubicBezTo>
                <a:cubicBezTo>
                  <a:pt x="1269167" y="54508"/>
                  <a:pt x="1265575" y="57478"/>
                  <a:pt x="1261388" y="61948"/>
                </a:cubicBezTo>
                <a:lnTo>
                  <a:pt x="1261388" y="103020"/>
                </a:lnTo>
                <a:cubicBezTo>
                  <a:pt x="1261388" y="108338"/>
                  <a:pt x="1261685" y="111647"/>
                  <a:pt x="1262279" y="112948"/>
                </a:cubicBezTo>
                <a:cubicBezTo>
                  <a:pt x="1262873" y="114250"/>
                  <a:pt x="1263976" y="115339"/>
                  <a:pt x="1265589" y="116216"/>
                </a:cubicBezTo>
                <a:cubicBezTo>
                  <a:pt x="1267201" y="117092"/>
                  <a:pt x="1269987" y="117531"/>
                  <a:pt x="1273947" y="117531"/>
                </a:cubicBezTo>
                <a:lnTo>
                  <a:pt x="1273947" y="120671"/>
                </a:lnTo>
                <a:lnTo>
                  <a:pt x="1235421" y="120671"/>
                </a:lnTo>
                <a:lnTo>
                  <a:pt x="1235421" y="117531"/>
                </a:lnTo>
                <a:cubicBezTo>
                  <a:pt x="1238872" y="117531"/>
                  <a:pt x="1241588" y="116993"/>
                  <a:pt x="1243568" y="115919"/>
                </a:cubicBezTo>
                <a:cubicBezTo>
                  <a:pt x="1244699" y="115355"/>
                  <a:pt x="1245604" y="114281"/>
                  <a:pt x="1246283" y="112699"/>
                </a:cubicBezTo>
                <a:cubicBezTo>
                  <a:pt x="1246962" y="111115"/>
                  <a:pt x="1247301" y="107892"/>
                  <a:pt x="1247301" y="103030"/>
                </a:cubicBezTo>
                <a:lnTo>
                  <a:pt x="1247301" y="32732"/>
                </a:lnTo>
                <a:cubicBezTo>
                  <a:pt x="1247301" y="23857"/>
                  <a:pt x="1247089" y="18402"/>
                  <a:pt x="1246665" y="16367"/>
                </a:cubicBezTo>
                <a:cubicBezTo>
                  <a:pt x="1246241" y="14331"/>
                  <a:pt x="1245590" y="12946"/>
                  <a:pt x="1244713" y="12212"/>
                </a:cubicBezTo>
                <a:cubicBezTo>
                  <a:pt x="1243836" y="11476"/>
                  <a:pt x="1242662" y="11109"/>
                  <a:pt x="1241192" y="11109"/>
                </a:cubicBezTo>
                <a:cubicBezTo>
                  <a:pt x="1240003" y="11109"/>
                  <a:pt x="1238080" y="11561"/>
                  <a:pt x="1235421" y="12466"/>
                </a:cubicBezTo>
                <a:lnTo>
                  <a:pt x="1234233" y="9496"/>
                </a:lnTo>
                <a:lnTo>
                  <a:pt x="1257485" y="0"/>
                </a:lnTo>
                <a:lnTo>
                  <a:pt x="1261388" y="0"/>
                </a:lnTo>
                <a:close/>
                <a:moveTo>
                  <a:pt x="1338526" y="72301"/>
                </a:moveTo>
                <a:cubicBezTo>
                  <a:pt x="1338469" y="83815"/>
                  <a:pt x="1341270" y="92846"/>
                  <a:pt x="1346927" y="99395"/>
                </a:cubicBezTo>
                <a:cubicBezTo>
                  <a:pt x="1352584" y="105941"/>
                  <a:pt x="1359232" y="109215"/>
                  <a:pt x="1366869" y="109215"/>
                </a:cubicBezTo>
                <a:cubicBezTo>
                  <a:pt x="1371961" y="109215"/>
                  <a:pt x="1376387" y="107814"/>
                  <a:pt x="1380150" y="105014"/>
                </a:cubicBezTo>
                <a:cubicBezTo>
                  <a:pt x="1383912" y="102214"/>
                  <a:pt x="1387066" y="97419"/>
                  <a:pt x="1389611" y="90630"/>
                </a:cubicBezTo>
                <a:lnTo>
                  <a:pt x="1392242" y="92327"/>
                </a:lnTo>
                <a:cubicBezTo>
                  <a:pt x="1391054" y="100078"/>
                  <a:pt x="1387603" y="107136"/>
                  <a:pt x="1381889" y="113500"/>
                </a:cubicBezTo>
                <a:cubicBezTo>
                  <a:pt x="1376175" y="119864"/>
                  <a:pt x="1369019" y="123047"/>
                  <a:pt x="1360420" y="123047"/>
                </a:cubicBezTo>
                <a:cubicBezTo>
                  <a:pt x="1351085" y="123047"/>
                  <a:pt x="1343094" y="119420"/>
                  <a:pt x="1336447" y="112166"/>
                </a:cubicBezTo>
                <a:cubicBezTo>
                  <a:pt x="1329799" y="104911"/>
                  <a:pt x="1326476" y="95157"/>
                  <a:pt x="1326476" y="82905"/>
                </a:cubicBezTo>
                <a:cubicBezTo>
                  <a:pt x="1326476" y="69639"/>
                  <a:pt x="1329884" y="59294"/>
                  <a:pt x="1336701" y="51871"/>
                </a:cubicBezTo>
                <a:cubicBezTo>
                  <a:pt x="1343518" y="44445"/>
                  <a:pt x="1352075" y="40733"/>
                  <a:pt x="1362371" y="40733"/>
                </a:cubicBezTo>
                <a:cubicBezTo>
                  <a:pt x="1371084" y="40733"/>
                  <a:pt x="1378240" y="43597"/>
                  <a:pt x="1383841" y="49325"/>
                </a:cubicBezTo>
                <a:cubicBezTo>
                  <a:pt x="1389442" y="55051"/>
                  <a:pt x="1392242" y="62710"/>
                  <a:pt x="1392242" y="72301"/>
                </a:cubicBezTo>
                <a:lnTo>
                  <a:pt x="1338526" y="72301"/>
                </a:lnTo>
                <a:moveTo>
                  <a:pt x="1338526" y="67379"/>
                </a:moveTo>
                <a:lnTo>
                  <a:pt x="1374506" y="67379"/>
                </a:lnTo>
                <a:cubicBezTo>
                  <a:pt x="1374224" y="62400"/>
                  <a:pt x="1373630" y="58893"/>
                  <a:pt x="1372724" y="56856"/>
                </a:cubicBezTo>
                <a:cubicBezTo>
                  <a:pt x="1371310" y="53688"/>
                  <a:pt x="1369203" y="51199"/>
                  <a:pt x="1366402" y="49388"/>
                </a:cubicBezTo>
                <a:cubicBezTo>
                  <a:pt x="1363602" y="47578"/>
                  <a:pt x="1360674" y="46673"/>
                  <a:pt x="1357619" y="46673"/>
                </a:cubicBezTo>
                <a:cubicBezTo>
                  <a:pt x="1352924" y="46673"/>
                  <a:pt x="1348723" y="48497"/>
                  <a:pt x="1345018" y="52146"/>
                </a:cubicBezTo>
                <a:cubicBezTo>
                  <a:pt x="1341312" y="55795"/>
                  <a:pt x="1339148" y="60873"/>
                  <a:pt x="1338526" y="673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LLMtocreate,addto,or">
            <a:extLst xmlns:a="http://schemas.openxmlformats.org/drawingml/2006/main">
              <a:ext uri="{FF2B5EF4-FFF2-40B4-BE49-F238E27FC236}">
                <a16:creationId xmlns:a16="http://schemas.microsoft.com/office/drawing/2014/main" id="{47BD0B34-1674-4896-B3DB-3529BC38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253" y="4227356"/>
            <a:ext cx="1749631" cy="149693"/>
          </a:xfrm>
          <a:custGeom xmlns:a="http://schemas.openxmlformats.org/drawingml/2006/main">
            <a:pathLst>
              <a:path w="1749631" h="149693">
                <a:moveTo>
                  <a:pt x="96146" y="88763"/>
                </a:moveTo>
                <a:lnTo>
                  <a:pt x="98947" y="89360"/>
                </a:lnTo>
                <a:lnTo>
                  <a:pt x="89103" y="120671"/>
                </a:lnTo>
                <a:lnTo>
                  <a:pt x="0" y="120671"/>
                </a:lnTo>
                <a:lnTo>
                  <a:pt x="0" y="117531"/>
                </a:lnTo>
                <a:lnTo>
                  <a:pt x="4328" y="117531"/>
                </a:lnTo>
                <a:cubicBezTo>
                  <a:pt x="9193" y="117531"/>
                  <a:pt x="12672" y="115947"/>
                  <a:pt x="14766" y="112779"/>
                </a:cubicBezTo>
                <a:cubicBezTo>
                  <a:pt x="15954" y="110968"/>
                  <a:pt x="16548" y="106782"/>
                  <a:pt x="16548" y="100219"/>
                </a:cubicBezTo>
                <a:lnTo>
                  <a:pt x="16548" y="25967"/>
                </a:lnTo>
                <a:cubicBezTo>
                  <a:pt x="16548" y="18782"/>
                  <a:pt x="15756" y="14285"/>
                  <a:pt x="14172" y="12474"/>
                </a:cubicBezTo>
                <a:cubicBezTo>
                  <a:pt x="11965" y="9985"/>
                  <a:pt x="8684" y="8741"/>
                  <a:pt x="4328" y="8741"/>
                </a:cubicBezTo>
                <a:lnTo>
                  <a:pt x="0" y="8741"/>
                </a:lnTo>
                <a:lnTo>
                  <a:pt x="0" y="5601"/>
                </a:lnTo>
                <a:lnTo>
                  <a:pt x="52104" y="5601"/>
                </a:lnTo>
                <a:lnTo>
                  <a:pt x="52104" y="8741"/>
                </a:lnTo>
                <a:cubicBezTo>
                  <a:pt x="45994" y="8684"/>
                  <a:pt x="41709" y="9251"/>
                  <a:pt x="39248" y="10440"/>
                </a:cubicBezTo>
                <a:cubicBezTo>
                  <a:pt x="36787" y="11628"/>
                  <a:pt x="35104" y="13129"/>
                  <a:pt x="34199" y="14941"/>
                </a:cubicBezTo>
                <a:cubicBezTo>
                  <a:pt x="33293" y="16753"/>
                  <a:pt x="32841" y="21084"/>
                  <a:pt x="32841" y="27935"/>
                </a:cubicBezTo>
                <a:lnTo>
                  <a:pt x="32841" y="100294"/>
                </a:lnTo>
                <a:cubicBezTo>
                  <a:pt x="32841" y="104993"/>
                  <a:pt x="33293" y="108220"/>
                  <a:pt x="34199" y="109976"/>
                </a:cubicBezTo>
                <a:cubicBezTo>
                  <a:pt x="34877" y="111164"/>
                  <a:pt x="35924" y="112041"/>
                  <a:pt x="37338" y="112609"/>
                </a:cubicBezTo>
                <a:cubicBezTo>
                  <a:pt x="38753" y="113175"/>
                  <a:pt x="43165" y="113458"/>
                  <a:pt x="50576" y="113458"/>
                </a:cubicBezTo>
                <a:lnTo>
                  <a:pt x="58978" y="113458"/>
                </a:lnTo>
                <a:cubicBezTo>
                  <a:pt x="67803" y="113458"/>
                  <a:pt x="73998" y="112803"/>
                  <a:pt x="77562" y="111493"/>
                </a:cubicBezTo>
                <a:cubicBezTo>
                  <a:pt x="81126" y="110183"/>
                  <a:pt x="84379" y="107861"/>
                  <a:pt x="87321" y="104529"/>
                </a:cubicBezTo>
                <a:cubicBezTo>
                  <a:pt x="90263" y="101196"/>
                  <a:pt x="93204" y="95941"/>
                  <a:pt x="96146" y="88763"/>
                </a:cubicBezTo>
                <a:close/>
                <a:moveTo>
                  <a:pt x="202333" y="88763"/>
                </a:moveTo>
                <a:lnTo>
                  <a:pt x="205134" y="89360"/>
                </a:lnTo>
                <a:lnTo>
                  <a:pt x="195290" y="120671"/>
                </a:lnTo>
                <a:lnTo>
                  <a:pt x="106187" y="120671"/>
                </a:lnTo>
                <a:lnTo>
                  <a:pt x="106187" y="117531"/>
                </a:lnTo>
                <a:lnTo>
                  <a:pt x="110515" y="117531"/>
                </a:lnTo>
                <a:cubicBezTo>
                  <a:pt x="115380" y="117531"/>
                  <a:pt x="118860" y="115947"/>
                  <a:pt x="120953" y="112779"/>
                </a:cubicBezTo>
                <a:cubicBezTo>
                  <a:pt x="122141" y="110968"/>
                  <a:pt x="122735" y="106782"/>
                  <a:pt x="122735" y="100219"/>
                </a:cubicBezTo>
                <a:lnTo>
                  <a:pt x="122735" y="25967"/>
                </a:lnTo>
                <a:cubicBezTo>
                  <a:pt x="122735" y="18782"/>
                  <a:pt x="121943" y="14285"/>
                  <a:pt x="120359" y="12474"/>
                </a:cubicBezTo>
                <a:cubicBezTo>
                  <a:pt x="118153" y="9985"/>
                  <a:pt x="114871" y="8741"/>
                  <a:pt x="110515" y="8741"/>
                </a:cubicBezTo>
                <a:lnTo>
                  <a:pt x="106187" y="8741"/>
                </a:lnTo>
                <a:lnTo>
                  <a:pt x="106187" y="5601"/>
                </a:lnTo>
                <a:lnTo>
                  <a:pt x="158291" y="5601"/>
                </a:lnTo>
                <a:lnTo>
                  <a:pt x="158291" y="8741"/>
                </a:lnTo>
                <a:cubicBezTo>
                  <a:pt x="152181" y="8684"/>
                  <a:pt x="147896" y="9251"/>
                  <a:pt x="145435" y="10440"/>
                </a:cubicBezTo>
                <a:cubicBezTo>
                  <a:pt x="142974" y="11628"/>
                  <a:pt x="141291" y="13129"/>
                  <a:pt x="140386" y="14941"/>
                </a:cubicBezTo>
                <a:cubicBezTo>
                  <a:pt x="139481" y="16753"/>
                  <a:pt x="139028" y="21084"/>
                  <a:pt x="139028" y="27935"/>
                </a:cubicBezTo>
                <a:lnTo>
                  <a:pt x="139028" y="100294"/>
                </a:lnTo>
                <a:cubicBezTo>
                  <a:pt x="139028" y="104993"/>
                  <a:pt x="139481" y="108220"/>
                  <a:pt x="140386" y="109976"/>
                </a:cubicBezTo>
                <a:cubicBezTo>
                  <a:pt x="141065" y="111164"/>
                  <a:pt x="142111" y="112041"/>
                  <a:pt x="143526" y="112609"/>
                </a:cubicBezTo>
                <a:cubicBezTo>
                  <a:pt x="144940" y="113175"/>
                  <a:pt x="149353" y="113458"/>
                  <a:pt x="156764" y="113458"/>
                </a:cubicBezTo>
                <a:lnTo>
                  <a:pt x="165165" y="113458"/>
                </a:lnTo>
                <a:cubicBezTo>
                  <a:pt x="173990" y="113458"/>
                  <a:pt x="180185" y="112803"/>
                  <a:pt x="183749" y="111493"/>
                </a:cubicBezTo>
                <a:cubicBezTo>
                  <a:pt x="187313" y="110183"/>
                  <a:pt x="190566" y="107861"/>
                  <a:pt x="193508" y="104529"/>
                </a:cubicBezTo>
                <a:cubicBezTo>
                  <a:pt x="196450" y="101196"/>
                  <a:pt x="199392" y="95941"/>
                  <a:pt x="202333" y="88763"/>
                </a:cubicBezTo>
                <a:close/>
                <a:moveTo>
                  <a:pt x="280008" y="120671"/>
                </a:moveTo>
                <a:lnTo>
                  <a:pt x="235542" y="23846"/>
                </a:lnTo>
                <a:lnTo>
                  <a:pt x="235542" y="100729"/>
                </a:lnTo>
                <a:cubicBezTo>
                  <a:pt x="235542" y="107800"/>
                  <a:pt x="236305" y="112213"/>
                  <a:pt x="237833" y="113967"/>
                </a:cubicBezTo>
                <a:cubicBezTo>
                  <a:pt x="239926" y="116343"/>
                  <a:pt x="243236" y="117531"/>
                  <a:pt x="247761" y="117531"/>
                </a:cubicBezTo>
                <a:lnTo>
                  <a:pt x="251835" y="117531"/>
                </a:lnTo>
                <a:lnTo>
                  <a:pt x="251835" y="120671"/>
                </a:lnTo>
                <a:lnTo>
                  <a:pt x="211781" y="120671"/>
                </a:lnTo>
                <a:lnTo>
                  <a:pt x="211781" y="117531"/>
                </a:lnTo>
                <a:lnTo>
                  <a:pt x="215854" y="117531"/>
                </a:lnTo>
                <a:cubicBezTo>
                  <a:pt x="220719" y="117531"/>
                  <a:pt x="224170" y="116060"/>
                  <a:pt x="226207" y="113118"/>
                </a:cubicBezTo>
                <a:cubicBezTo>
                  <a:pt x="227452" y="111308"/>
                  <a:pt x="228074" y="107178"/>
                  <a:pt x="228074" y="100729"/>
                </a:cubicBezTo>
                <a:lnTo>
                  <a:pt x="228074" y="25543"/>
                </a:lnTo>
                <a:cubicBezTo>
                  <a:pt x="228074" y="20451"/>
                  <a:pt x="227508" y="16774"/>
                  <a:pt x="226377" y="14511"/>
                </a:cubicBezTo>
                <a:cubicBezTo>
                  <a:pt x="225585" y="12870"/>
                  <a:pt x="224128" y="11499"/>
                  <a:pt x="222006" y="10395"/>
                </a:cubicBezTo>
                <a:cubicBezTo>
                  <a:pt x="219885" y="9292"/>
                  <a:pt x="216476" y="8741"/>
                  <a:pt x="211781" y="8741"/>
                </a:cubicBezTo>
                <a:lnTo>
                  <a:pt x="211781" y="5601"/>
                </a:lnTo>
                <a:lnTo>
                  <a:pt x="244367" y="5601"/>
                </a:lnTo>
                <a:lnTo>
                  <a:pt x="286118" y="95637"/>
                </a:lnTo>
                <a:lnTo>
                  <a:pt x="327190" y="5601"/>
                </a:lnTo>
                <a:lnTo>
                  <a:pt x="359776" y="5601"/>
                </a:lnTo>
                <a:lnTo>
                  <a:pt x="359776" y="8741"/>
                </a:lnTo>
                <a:lnTo>
                  <a:pt x="355788" y="8741"/>
                </a:lnTo>
                <a:cubicBezTo>
                  <a:pt x="350866" y="8741"/>
                  <a:pt x="347387" y="10211"/>
                  <a:pt x="345350" y="13153"/>
                </a:cubicBezTo>
                <a:cubicBezTo>
                  <a:pt x="344106" y="14964"/>
                  <a:pt x="343483" y="19093"/>
                  <a:pt x="343483" y="25543"/>
                </a:cubicBezTo>
                <a:lnTo>
                  <a:pt x="343483" y="100729"/>
                </a:lnTo>
                <a:cubicBezTo>
                  <a:pt x="343483" y="107800"/>
                  <a:pt x="344275" y="112213"/>
                  <a:pt x="345859" y="113967"/>
                </a:cubicBezTo>
                <a:cubicBezTo>
                  <a:pt x="347953" y="116343"/>
                  <a:pt x="351262" y="117531"/>
                  <a:pt x="355788" y="117531"/>
                </a:cubicBezTo>
                <a:lnTo>
                  <a:pt x="359776" y="117531"/>
                </a:lnTo>
                <a:lnTo>
                  <a:pt x="359776" y="120671"/>
                </a:lnTo>
                <a:lnTo>
                  <a:pt x="310897" y="120671"/>
                </a:lnTo>
                <a:lnTo>
                  <a:pt x="310897" y="117531"/>
                </a:lnTo>
                <a:lnTo>
                  <a:pt x="314970" y="117531"/>
                </a:lnTo>
                <a:cubicBezTo>
                  <a:pt x="319892" y="117531"/>
                  <a:pt x="323343" y="116060"/>
                  <a:pt x="325323" y="113118"/>
                </a:cubicBezTo>
                <a:cubicBezTo>
                  <a:pt x="326568" y="111308"/>
                  <a:pt x="327190" y="107178"/>
                  <a:pt x="327190" y="100729"/>
                </a:cubicBezTo>
                <a:lnTo>
                  <a:pt x="327190" y="23846"/>
                </a:lnTo>
                <a:lnTo>
                  <a:pt x="282808" y="120671"/>
                </a:lnTo>
                <a:lnTo>
                  <a:pt x="280008" y="120671"/>
                </a:lnTo>
                <a:close/>
                <a:moveTo>
                  <a:pt x="434849" y="17311"/>
                </a:moveTo>
                <a:lnTo>
                  <a:pt x="434849" y="42939"/>
                </a:lnTo>
                <a:lnTo>
                  <a:pt x="453009" y="42939"/>
                </a:lnTo>
                <a:lnTo>
                  <a:pt x="453009" y="48879"/>
                </a:lnTo>
                <a:lnTo>
                  <a:pt x="434849" y="48879"/>
                </a:lnTo>
                <a:lnTo>
                  <a:pt x="434849" y="99217"/>
                </a:lnTo>
                <a:cubicBezTo>
                  <a:pt x="434849" y="104247"/>
                  <a:pt x="435571" y="107638"/>
                  <a:pt x="437013" y="109390"/>
                </a:cubicBezTo>
                <a:cubicBezTo>
                  <a:pt x="438456" y="111140"/>
                  <a:pt x="440309" y="112015"/>
                  <a:pt x="442571" y="112015"/>
                </a:cubicBezTo>
                <a:cubicBezTo>
                  <a:pt x="444438" y="112015"/>
                  <a:pt x="446249" y="111435"/>
                  <a:pt x="448002" y="110275"/>
                </a:cubicBezTo>
                <a:cubicBezTo>
                  <a:pt x="449756" y="109116"/>
                  <a:pt x="451114" y="107404"/>
                  <a:pt x="452076" y="105141"/>
                </a:cubicBezTo>
                <a:lnTo>
                  <a:pt x="455385" y="105141"/>
                </a:lnTo>
                <a:cubicBezTo>
                  <a:pt x="453405" y="110701"/>
                  <a:pt x="450605" y="114906"/>
                  <a:pt x="446984" y="117756"/>
                </a:cubicBezTo>
                <a:cubicBezTo>
                  <a:pt x="443363" y="120604"/>
                  <a:pt x="439630" y="122028"/>
                  <a:pt x="435783" y="122028"/>
                </a:cubicBezTo>
                <a:cubicBezTo>
                  <a:pt x="433180" y="122028"/>
                  <a:pt x="430634" y="121306"/>
                  <a:pt x="428145" y="119862"/>
                </a:cubicBezTo>
                <a:cubicBezTo>
                  <a:pt x="425656" y="118417"/>
                  <a:pt x="423817" y="116351"/>
                  <a:pt x="422629" y="113662"/>
                </a:cubicBezTo>
                <a:cubicBezTo>
                  <a:pt x="421441" y="110971"/>
                  <a:pt x="420847" y="106822"/>
                  <a:pt x="420847" y="101214"/>
                </a:cubicBezTo>
                <a:lnTo>
                  <a:pt x="420847" y="48879"/>
                </a:lnTo>
                <a:lnTo>
                  <a:pt x="408543" y="48879"/>
                </a:lnTo>
                <a:lnTo>
                  <a:pt x="408543" y="46079"/>
                </a:lnTo>
                <a:cubicBezTo>
                  <a:pt x="411654" y="44831"/>
                  <a:pt x="414836" y="42717"/>
                  <a:pt x="418089" y="39738"/>
                </a:cubicBezTo>
                <a:cubicBezTo>
                  <a:pt x="421342" y="36759"/>
                  <a:pt x="424242" y="33227"/>
                  <a:pt x="426788" y="29141"/>
                </a:cubicBezTo>
                <a:cubicBezTo>
                  <a:pt x="428089" y="26986"/>
                  <a:pt x="429899" y="23043"/>
                  <a:pt x="432219" y="17311"/>
                </a:cubicBezTo>
                <a:lnTo>
                  <a:pt x="434849" y="17311"/>
                </a:lnTo>
                <a:close/>
                <a:moveTo>
                  <a:pt x="498608" y="40733"/>
                </a:moveTo>
                <a:cubicBezTo>
                  <a:pt x="510375" y="40733"/>
                  <a:pt x="519823" y="45198"/>
                  <a:pt x="526951" y="54127"/>
                </a:cubicBezTo>
                <a:cubicBezTo>
                  <a:pt x="533005" y="61756"/>
                  <a:pt x="536031" y="70516"/>
                  <a:pt x="536031" y="80407"/>
                </a:cubicBezTo>
                <a:cubicBezTo>
                  <a:pt x="536031" y="87359"/>
                  <a:pt x="534363" y="94395"/>
                  <a:pt x="531025" y="101516"/>
                </a:cubicBezTo>
                <a:cubicBezTo>
                  <a:pt x="527687" y="108636"/>
                  <a:pt x="523090" y="114004"/>
                  <a:pt x="517235" y="117621"/>
                </a:cubicBezTo>
                <a:cubicBezTo>
                  <a:pt x="511380" y="121238"/>
                  <a:pt x="504860" y="123047"/>
                  <a:pt x="497675" y="123047"/>
                </a:cubicBezTo>
                <a:cubicBezTo>
                  <a:pt x="485964" y="123047"/>
                  <a:pt x="476658" y="118384"/>
                  <a:pt x="469756" y="109058"/>
                </a:cubicBezTo>
                <a:cubicBezTo>
                  <a:pt x="463929" y="101203"/>
                  <a:pt x="461015" y="92388"/>
                  <a:pt x="461015" y="82611"/>
                </a:cubicBezTo>
                <a:cubicBezTo>
                  <a:pt x="461015" y="75490"/>
                  <a:pt x="462783" y="68411"/>
                  <a:pt x="466319" y="61375"/>
                </a:cubicBezTo>
                <a:cubicBezTo>
                  <a:pt x="469855" y="54339"/>
                  <a:pt x="474508" y="49139"/>
                  <a:pt x="480279" y="45777"/>
                </a:cubicBezTo>
                <a:cubicBezTo>
                  <a:pt x="486049" y="42414"/>
                  <a:pt x="492159" y="40733"/>
                  <a:pt x="498608" y="40733"/>
                </a:cubicBezTo>
                <a:moveTo>
                  <a:pt x="495978" y="46333"/>
                </a:moveTo>
                <a:cubicBezTo>
                  <a:pt x="492979" y="46333"/>
                  <a:pt x="489967" y="47224"/>
                  <a:pt x="486940" y="49004"/>
                </a:cubicBezTo>
                <a:cubicBezTo>
                  <a:pt x="483913" y="50784"/>
                  <a:pt x="481467" y="53906"/>
                  <a:pt x="479600" y="58370"/>
                </a:cubicBezTo>
                <a:cubicBezTo>
                  <a:pt x="477733" y="62834"/>
                  <a:pt x="476799" y="68569"/>
                  <a:pt x="476799" y="75576"/>
                </a:cubicBezTo>
                <a:cubicBezTo>
                  <a:pt x="476799" y="86876"/>
                  <a:pt x="479048" y="96624"/>
                  <a:pt x="483546" y="104818"/>
                </a:cubicBezTo>
                <a:cubicBezTo>
                  <a:pt x="488043" y="113010"/>
                  <a:pt x="493969" y="117107"/>
                  <a:pt x="501324" y="117107"/>
                </a:cubicBezTo>
                <a:cubicBezTo>
                  <a:pt x="506811" y="117107"/>
                  <a:pt x="511337" y="114846"/>
                  <a:pt x="514901" y="110326"/>
                </a:cubicBezTo>
                <a:cubicBezTo>
                  <a:pt x="518465" y="105805"/>
                  <a:pt x="520248" y="98036"/>
                  <a:pt x="520248" y="87018"/>
                </a:cubicBezTo>
                <a:cubicBezTo>
                  <a:pt x="520248" y="73230"/>
                  <a:pt x="517277" y="62381"/>
                  <a:pt x="511337" y="54469"/>
                </a:cubicBezTo>
                <a:cubicBezTo>
                  <a:pt x="507321" y="49045"/>
                  <a:pt x="502201" y="46333"/>
                  <a:pt x="495978" y="46333"/>
                </a:cubicBezTo>
                <a:close/>
                <a:moveTo>
                  <a:pt x="656957" y="91139"/>
                </a:moveTo>
                <a:cubicBezTo>
                  <a:pt x="654863" y="101379"/>
                  <a:pt x="650762" y="109257"/>
                  <a:pt x="644652" y="114773"/>
                </a:cubicBezTo>
                <a:cubicBezTo>
                  <a:pt x="638542" y="120289"/>
                  <a:pt x="631782" y="123047"/>
                  <a:pt x="624370" y="123047"/>
                </a:cubicBezTo>
                <a:cubicBezTo>
                  <a:pt x="615545" y="123047"/>
                  <a:pt x="607851" y="119346"/>
                  <a:pt x="601289" y="111943"/>
                </a:cubicBezTo>
                <a:cubicBezTo>
                  <a:pt x="594726" y="104539"/>
                  <a:pt x="591445" y="94536"/>
                  <a:pt x="591445" y="81932"/>
                </a:cubicBezTo>
                <a:cubicBezTo>
                  <a:pt x="591445" y="69725"/>
                  <a:pt x="595080" y="59807"/>
                  <a:pt x="602349" y="52178"/>
                </a:cubicBezTo>
                <a:cubicBezTo>
                  <a:pt x="609619" y="44548"/>
                  <a:pt x="618345" y="40733"/>
                  <a:pt x="628529" y="40733"/>
                </a:cubicBezTo>
                <a:cubicBezTo>
                  <a:pt x="636166" y="40733"/>
                  <a:pt x="642446" y="42749"/>
                  <a:pt x="647367" y="46782"/>
                </a:cubicBezTo>
                <a:cubicBezTo>
                  <a:pt x="652289" y="50812"/>
                  <a:pt x="654750" y="54999"/>
                  <a:pt x="654750" y="59341"/>
                </a:cubicBezTo>
                <a:cubicBezTo>
                  <a:pt x="654750" y="61484"/>
                  <a:pt x="654057" y="63218"/>
                  <a:pt x="652671" y="64544"/>
                </a:cubicBezTo>
                <a:cubicBezTo>
                  <a:pt x="651285" y="65868"/>
                  <a:pt x="649348" y="66530"/>
                  <a:pt x="646858" y="66530"/>
                </a:cubicBezTo>
                <a:cubicBezTo>
                  <a:pt x="643520" y="66530"/>
                  <a:pt x="641003" y="65455"/>
                  <a:pt x="639306" y="63305"/>
                </a:cubicBezTo>
                <a:cubicBezTo>
                  <a:pt x="638344" y="62117"/>
                  <a:pt x="637708" y="59854"/>
                  <a:pt x="637396" y="56517"/>
                </a:cubicBezTo>
                <a:cubicBezTo>
                  <a:pt x="637085" y="53179"/>
                  <a:pt x="635940" y="50633"/>
                  <a:pt x="633960" y="48879"/>
                </a:cubicBezTo>
                <a:cubicBezTo>
                  <a:pt x="631980" y="47182"/>
                  <a:pt x="629236" y="46333"/>
                  <a:pt x="625728" y="46333"/>
                </a:cubicBezTo>
                <a:cubicBezTo>
                  <a:pt x="620071" y="46333"/>
                  <a:pt x="615517" y="48427"/>
                  <a:pt x="612066" y="52613"/>
                </a:cubicBezTo>
                <a:cubicBezTo>
                  <a:pt x="607483" y="58157"/>
                  <a:pt x="605192" y="65483"/>
                  <a:pt x="605192" y="74592"/>
                </a:cubicBezTo>
                <a:cubicBezTo>
                  <a:pt x="605192" y="83870"/>
                  <a:pt x="607469" y="92059"/>
                  <a:pt x="612023" y="99159"/>
                </a:cubicBezTo>
                <a:cubicBezTo>
                  <a:pt x="616577" y="106259"/>
                  <a:pt x="622730" y="109809"/>
                  <a:pt x="630480" y="109809"/>
                </a:cubicBezTo>
                <a:cubicBezTo>
                  <a:pt x="636025" y="109809"/>
                  <a:pt x="641003" y="107913"/>
                  <a:pt x="645416" y="104123"/>
                </a:cubicBezTo>
                <a:cubicBezTo>
                  <a:pt x="648527" y="101521"/>
                  <a:pt x="651554" y="96797"/>
                  <a:pt x="654496" y="89951"/>
                </a:cubicBezTo>
                <a:lnTo>
                  <a:pt x="656957" y="91139"/>
                </a:lnTo>
                <a:close/>
                <a:moveTo>
                  <a:pt x="690842" y="40733"/>
                </a:moveTo>
                <a:lnTo>
                  <a:pt x="690842" y="58214"/>
                </a:lnTo>
                <a:cubicBezTo>
                  <a:pt x="697348" y="46560"/>
                  <a:pt x="704024" y="40733"/>
                  <a:pt x="710869" y="40733"/>
                </a:cubicBezTo>
                <a:cubicBezTo>
                  <a:pt x="713981" y="40733"/>
                  <a:pt x="716555" y="41680"/>
                  <a:pt x="718591" y="43576"/>
                </a:cubicBezTo>
                <a:cubicBezTo>
                  <a:pt x="720628" y="45471"/>
                  <a:pt x="721646" y="47663"/>
                  <a:pt x="721646" y="50152"/>
                </a:cubicBezTo>
                <a:cubicBezTo>
                  <a:pt x="721646" y="52359"/>
                  <a:pt x="720911" y="54225"/>
                  <a:pt x="719440" y="55753"/>
                </a:cubicBezTo>
                <a:cubicBezTo>
                  <a:pt x="717969" y="57280"/>
                  <a:pt x="716215" y="58044"/>
                  <a:pt x="714179" y="58044"/>
                </a:cubicBezTo>
                <a:cubicBezTo>
                  <a:pt x="712199" y="58044"/>
                  <a:pt x="709978" y="57068"/>
                  <a:pt x="707517" y="55116"/>
                </a:cubicBezTo>
                <a:cubicBezTo>
                  <a:pt x="705056" y="53165"/>
                  <a:pt x="703232" y="52189"/>
                  <a:pt x="702044" y="52189"/>
                </a:cubicBezTo>
                <a:cubicBezTo>
                  <a:pt x="701025" y="52189"/>
                  <a:pt x="699922" y="52753"/>
                  <a:pt x="698734" y="53881"/>
                </a:cubicBezTo>
                <a:cubicBezTo>
                  <a:pt x="696188" y="56195"/>
                  <a:pt x="693558" y="60004"/>
                  <a:pt x="690842" y="65308"/>
                </a:cubicBezTo>
                <a:lnTo>
                  <a:pt x="690842" y="102466"/>
                </a:lnTo>
                <a:cubicBezTo>
                  <a:pt x="690842" y="106753"/>
                  <a:pt x="691380" y="109997"/>
                  <a:pt x="692455" y="112198"/>
                </a:cubicBezTo>
                <a:cubicBezTo>
                  <a:pt x="693190" y="113722"/>
                  <a:pt x="694491" y="114992"/>
                  <a:pt x="696358" y="116009"/>
                </a:cubicBezTo>
                <a:cubicBezTo>
                  <a:pt x="698225" y="117023"/>
                  <a:pt x="700912" y="117531"/>
                  <a:pt x="704420" y="117531"/>
                </a:cubicBezTo>
                <a:lnTo>
                  <a:pt x="704420" y="120671"/>
                </a:lnTo>
                <a:lnTo>
                  <a:pt x="664621" y="120671"/>
                </a:lnTo>
                <a:lnTo>
                  <a:pt x="664621" y="117531"/>
                </a:lnTo>
                <a:cubicBezTo>
                  <a:pt x="668581" y="117531"/>
                  <a:pt x="671523" y="116910"/>
                  <a:pt x="673446" y="115669"/>
                </a:cubicBezTo>
                <a:cubicBezTo>
                  <a:pt x="674860" y="114766"/>
                  <a:pt x="675850" y="113326"/>
                  <a:pt x="676416" y="111349"/>
                </a:cubicBezTo>
                <a:cubicBezTo>
                  <a:pt x="676699" y="110389"/>
                  <a:pt x="676840" y="107652"/>
                  <a:pt x="676840" y="103136"/>
                </a:cubicBezTo>
                <a:lnTo>
                  <a:pt x="676840" y="73078"/>
                </a:lnTo>
                <a:cubicBezTo>
                  <a:pt x="676840" y="64045"/>
                  <a:pt x="676657" y="58669"/>
                  <a:pt x="676289" y="56949"/>
                </a:cubicBezTo>
                <a:cubicBezTo>
                  <a:pt x="675921" y="55227"/>
                  <a:pt x="675242" y="53971"/>
                  <a:pt x="674252" y="53181"/>
                </a:cubicBezTo>
                <a:cubicBezTo>
                  <a:pt x="673262" y="52390"/>
                  <a:pt x="672032" y="51995"/>
                  <a:pt x="670561" y="51995"/>
                </a:cubicBezTo>
                <a:cubicBezTo>
                  <a:pt x="668807" y="51995"/>
                  <a:pt x="666827" y="52419"/>
                  <a:pt x="664621" y="53265"/>
                </a:cubicBezTo>
                <a:lnTo>
                  <a:pt x="663772" y="50216"/>
                </a:lnTo>
                <a:lnTo>
                  <a:pt x="687278" y="40733"/>
                </a:lnTo>
                <a:lnTo>
                  <a:pt x="690842" y="40733"/>
                </a:lnTo>
                <a:close/>
                <a:moveTo>
                  <a:pt x="739041" y="72301"/>
                </a:moveTo>
                <a:cubicBezTo>
                  <a:pt x="738985" y="83815"/>
                  <a:pt x="741785" y="92846"/>
                  <a:pt x="747442" y="99395"/>
                </a:cubicBezTo>
                <a:cubicBezTo>
                  <a:pt x="753100" y="105941"/>
                  <a:pt x="759747" y="109215"/>
                  <a:pt x="767384" y="109215"/>
                </a:cubicBezTo>
                <a:cubicBezTo>
                  <a:pt x="772476" y="109215"/>
                  <a:pt x="776903" y="107814"/>
                  <a:pt x="780665" y="105014"/>
                </a:cubicBezTo>
                <a:cubicBezTo>
                  <a:pt x="784427" y="102214"/>
                  <a:pt x="787581" y="97419"/>
                  <a:pt x="790127" y="90630"/>
                </a:cubicBezTo>
                <a:lnTo>
                  <a:pt x="792758" y="92327"/>
                </a:lnTo>
                <a:cubicBezTo>
                  <a:pt x="791569" y="100078"/>
                  <a:pt x="788119" y="107136"/>
                  <a:pt x="782405" y="113500"/>
                </a:cubicBezTo>
                <a:cubicBezTo>
                  <a:pt x="776691" y="119864"/>
                  <a:pt x="769534" y="123047"/>
                  <a:pt x="760935" y="123047"/>
                </a:cubicBezTo>
                <a:cubicBezTo>
                  <a:pt x="751601" y="123047"/>
                  <a:pt x="743610" y="119420"/>
                  <a:pt x="736962" y="112166"/>
                </a:cubicBezTo>
                <a:cubicBezTo>
                  <a:pt x="730315" y="104911"/>
                  <a:pt x="726991" y="95157"/>
                  <a:pt x="726991" y="82905"/>
                </a:cubicBezTo>
                <a:cubicBezTo>
                  <a:pt x="726991" y="69639"/>
                  <a:pt x="730400" y="59294"/>
                  <a:pt x="737217" y="51871"/>
                </a:cubicBezTo>
                <a:cubicBezTo>
                  <a:pt x="744034" y="44445"/>
                  <a:pt x="752591" y="40733"/>
                  <a:pt x="762887" y="40733"/>
                </a:cubicBezTo>
                <a:cubicBezTo>
                  <a:pt x="771599" y="40733"/>
                  <a:pt x="778756" y="43597"/>
                  <a:pt x="784356" y="49325"/>
                </a:cubicBezTo>
                <a:cubicBezTo>
                  <a:pt x="789957" y="55051"/>
                  <a:pt x="792758" y="62710"/>
                  <a:pt x="792758" y="72301"/>
                </a:cubicBezTo>
                <a:lnTo>
                  <a:pt x="739041" y="72301"/>
                </a:lnTo>
                <a:moveTo>
                  <a:pt x="739041" y="67379"/>
                </a:moveTo>
                <a:lnTo>
                  <a:pt x="775022" y="67379"/>
                </a:lnTo>
                <a:cubicBezTo>
                  <a:pt x="774739" y="62400"/>
                  <a:pt x="774145" y="58893"/>
                  <a:pt x="773240" y="56856"/>
                </a:cubicBezTo>
                <a:cubicBezTo>
                  <a:pt x="771825" y="53688"/>
                  <a:pt x="769718" y="51199"/>
                  <a:pt x="766918" y="49388"/>
                </a:cubicBezTo>
                <a:cubicBezTo>
                  <a:pt x="764117" y="47578"/>
                  <a:pt x="761190" y="46673"/>
                  <a:pt x="758135" y="46673"/>
                </a:cubicBezTo>
                <a:cubicBezTo>
                  <a:pt x="753439" y="46673"/>
                  <a:pt x="749239" y="48497"/>
                  <a:pt x="745533" y="52146"/>
                </a:cubicBezTo>
                <a:cubicBezTo>
                  <a:pt x="741827" y="55795"/>
                  <a:pt x="739664" y="60873"/>
                  <a:pt x="739041" y="67379"/>
                </a:cubicBezTo>
                <a:close/>
                <a:moveTo>
                  <a:pt x="847179" y="109469"/>
                </a:moveTo>
                <a:cubicBezTo>
                  <a:pt x="839202" y="115636"/>
                  <a:pt x="834196" y="119200"/>
                  <a:pt x="832159" y="120161"/>
                </a:cubicBezTo>
                <a:cubicBezTo>
                  <a:pt x="829104" y="121632"/>
                  <a:pt x="825851" y="122368"/>
                  <a:pt x="822400" y="122368"/>
                </a:cubicBezTo>
                <a:cubicBezTo>
                  <a:pt x="817026" y="122368"/>
                  <a:pt x="812599" y="120529"/>
                  <a:pt x="809120" y="116852"/>
                </a:cubicBezTo>
                <a:cubicBezTo>
                  <a:pt x="805640" y="113175"/>
                  <a:pt x="803901" y="108338"/>
                  <a:pt x="803901" y="102341"/>
                </a:cubicBezTo>
                <a:cubicBezTo>
                  <a:pt x="803901" y="98551"/>
                  <a:pt x="804749" y="95269"/>
                  <a:pt x="806447" y="92497"/>
                </a:cubicBezTo>
                <a:cubicBezTo>
                  <a:pt x="808766" y="88650"/>
                  <a:pt x="812797" y="85030"/>
                  <a:pt x="818539" y="81635"/>
                </a:cubicBezTo>
                <a:cubicBezTo>
                  <a:pt x="824281" y="78241"/>
                  <a:pt x="833828" y="74111"/>
                  <a:pt x="847179" y="69246"/>
                </a:cubicBezTo>
                <a:lnTo>
                  <a:pt x="847179" y="66191"/>
                </a:lnTo>
                <a:cubicBezTo>
                  <a:pt x="847179" y="58440"/>
                  <a:pt x="845949" y="53122"/>
                  <a:pt x="843488" y="50237"/>
                </a:cubicBezTo>
                <a:cubicBezTo>
                  <a:pt x="841027" y="47352"/>
                  <a:pt x="837449" y="45909"/>
                  <a:pt x="832753" y="45909"/>
                </a:cubicBezTo>
                <a:cubicBezTo>
                  <a:pt x="829189" y="45909"/>
                  <a:pt x="826360" y="46867"/>
                  <a:pt x="824267" y="48784"/>
                </a:cubicBezTo>
                <a:cubicBezTo>
                  <a:pt x="822117" y="50700"/>
                  <a:pt x="821042" y="52899"/>
                  <a:pt x="821042" y="55379"/>
                </a:cubicBezTo>
                <a:lnTo>
                  <a:pt x="821212" y="60282"/>
                </a:lnTo>
                <a:cubicBezTo>
                  <a:pt x="821212" y="62874"/>
                  <a:pt x="820547" y="64874"/>
                  <a:pt x="819218" y="66283"/>
                </a:cubicBezTo>
                <a:cubicBezTo>
                  <a:pt x="817888" y="67692"/>
                  <a:pt x="816149" y="68397"/>
                  <a:pt x="813999" y="68397"/>
                </a:cubicBezTo>
                <a:cubicBezTo>
                  <a:pt x="811906" y="68397"/>
                  <a:pt x="810195" y="67664"/>
                  <a:pt x="808865" y="66199"/>
                </a:cubicBezTo>
                <a:cubicBezTo>
                  <a:pt x="807536" y="64731"/>
                  <a:pt x="806871" y="62728"/>
                  <a:pt x="806871" y="60189"/>
                </a:cubicBezTo>
                <a:cubicBezTo>
                  <a:pt x="806871" y="55340"/>
                  <a:pt x="809360" y="50885"/>
                  <a:pt x="814339" y="46824"/>
                </a:cubicBezTo>
                <a:cubicBezTo>
                  <a:pt x="819317" y="42763"/>
                  <a:pt x="826304" y="40733"/>
                  <a:pt x="835299" y="40733"/>
                </a:cubicBezTo>
                <a:cubicBezTo>
                  <a:pt x="842201" y="40733"/>
                  <a:pt x="847858" y="41891"/>
                  <a:pt x="852271" y="44207"/>
                </a:cubicBezTo>
                <a:cubicBezTo>
                  <a:pt x="855609" y="45959"/>
                  <a:pt x="858070" y="48700"/>
                  <a:pt x="859654" y="52430"/>
                </a:cubicBezTo>
                <a:cubicBezTo>
                  <a:pt x="860672" y="54859"/>
                  <a:pt x="861181" y="59831"/>
                  <a:pt x="861181" y="67347"/>
                </a:cubicBezTo>
                <a:lnTo>
                  <a:pt x="861181" y="93706"/>
                </a:lnTo>
                <a:cubicBezTo>
                  <a:pt x="861181" y="101109"/>
                  <a:pt x="861323" y="105643"/>
                  <a:pt x="861605" y="107311"/>
                </a:cubicBezTo>
                <a:cubicBezTo>
                  <a:pt x="861888" y="108978"/>
                  <a:pt x="862355" y="110094"/>
                  <a:pt x="863006" y="110660"/>
                </a:cubicBezTo>
                <a:cubicBezTo>
                  <a:pt x="863656" y="111224"/>
                  <a:pt x="864406" y="111506"/>
                  <a:pt x="865254" y="111506"/>
                </a:cubicBezTo>
                <a:cubicBezTo>
                  <a:pt x="866160" y="111506"/>
                  <a:pt x="866952" y="111308"/>
                  <a:pt x="867630" y="110912"/>
                </a:cubicBezTo>
                <a:cubicBezTo>
                  <a:pt x="868819" y="110176"/>
                  <a:pt x="871110" y="108111"/>
                  <a:pt x="874504" y="104717"/>
                </a:cubicBezTo>
                <a:lnTo>
                  <a:pt x="874504" y="109469"/>
                </a:lnTo>
                <a:cubicBezTo>
                  <a:pt x="868168" y="117955"/>
                  <a:pt x="862115" y="122198"/>
                  <a:pt x="856344" y="122198"/>
                </a:cubicBezTo>
                <a:cubicBezTo>
                  <a:pt x="853572" y="122198"/>
                  <a:pt x="851366" y="121236"/>
                  <a:pt x="849725" y="119313"/>
                </a:cubicBezTo>
                <a:cubicBezTo>
                  <a:pt x="848084" y="117389"/>
                  <a:pt x="847236" y="114108"/>
                  <a:pt x="847179" y="109469"/>
                </a:cubicBezTo>
                <a:moveTo>
                  <a:pt x="847179" y="103906"/>
                </a:moveTo>
                <a:lnTo>
                  <a:pt x="847179" y="74422"/>
                </a:lnTo>
                <a:cubicBezTo>
                  <a:pt x="838637" y="77801"/>
                  <a:pt x="833121" y="80194"/>
                  <a:pt x="830632" y="81603"/>
                </a:cubicBezTo>
                <a:cubicBezTo>
                  <a:pt x="826162" y="84082"/>
                  <a:pt x="822966" y="86673"/>
                  <a:pt x="821042" y="89376"/>
                </a:cubicBezTo>
                <a:cubicBezTo>
                  <a:pt x="819119" y="92079"/>
                  <a:pt x="818157" y="95036"/>
                  <a:pt x="818157" y="98246"/>
                </a:cubicBezTo>
                <a:cubicBezTo>
                  <a:pt x="818157" y="102302"/>
                  <a:pt x="819374" y="105667"/>
                  <a:pt x="821806" y="108342"/>
                </a:cubicBezTo>
                <a:cubicBezTo>
                  <a:pt x="824239" y="111017"/>
                  <a:pt x="827039" y="112354"/>
                  <a:pt x="830207" y="112354"/>
                </a:cubicBezTo>
                <a:cubicBezTo>
                  <a:pt x="834507" y="112354"/>
                  <a:pt x="840164" y="109538"/>
                  <a:pt x="847179" y="103906"/>
                </a:cubicBezTo>
                <a:close/>
                <a:moveTo>
                  <a:pt x="902874" y="17311"/>
                </a:moveTo>
                <a:lnTo>
                  <a:pt x="902874" y="42939"/>
                </a:lnTo>
                <a:lnTo>
                  <a:pt x="921034" y="42939"/>
                </a:lnTo>
                <a:lnTo>
                  <a:pt x="921034" y="48879"/>
                </a:lnTo>
                <a:lnTo>
                  <a:pt x="902874" y="48879"/>
                </a:lnTo>
                <a:lnTo>
                  <a:pt x="902874" y="99217"/>
                </a:lnTo>
                <a:cubicBezTo>
                  <a:pt x="902874" y="104247"/>
                  <a:pt x="903595" y="107638"/>
                  <a:pt x="905038" y="109390"/>
                </a:cubicBezTo>
                <a:cubicBezTo>
                  <a:pt x="906480" y="111140"/>
                  <a:pt x="908333" y="112015"/>
                  <a:pt x="910596" y="112015"/>
                </a:cubicBezTo>
                <a:cubicBezTo>
                  <a:pt x="912463" y="112015"/>
                  <a:pt x="914273" y="111435"/>
                  <a:pt x="916027" y="110275"/>
                </a:cubicBezTo>
                <a:cubicBezTo>
                  <a:pt x="917781" y="109116"/>
                  <a:pt x="919139" y="107404"/>
                  <a:pt x="920100" y="105141"/>
                </a:cubicBezTo>
                <a:lnTo>
                  <a:pt x="923410" y="105141"/>
                </a:lnTo>
                <a:cubicBezTo>
                  <a:pt x="921430" y="110701"/>
                  <a:pt x="918630" y="114906"/>
                  <a:pt x="915009" y="117756"/>
                </a:cubicBezTo>
                <a:cubicBezTo>
                  <a:pt x="911388" y="120604"/>
                  <a:pt x="907654" y="122028"/>
                  <a:pt x="903807" y="122028"/>
                </a:cubicBezTo>
                <a:cubicBezTo>
                  <a:pt x="901205" y="122028"/>
                  <a:pt x="898659" y="121306"/>
                  <a:pt x="896170" y="119862"/>
                </a:cubicBezTo>
                <a:cubicBezTo>
                  <a:pt x="893681" y="118417"/>
                  <a:pt x="891842" y="116351"/>
                  <a:pt x="890654" y="113662"/>
                </a:cubicBezTo>
                <a:cubicBezTo>
                  <a:pt x="889466" y="110971"/>
                  <a:pt x="888872" y="106822"/>
                  <a:pt x="888872" y="101214"/>
                </a:cubicBezTo>
                <a:lnTo>
                  <a:pt x="888872" y="48879"/>
                </a:lnTo>
                <a:lnTo>
                  <a:pt x="876567" y="48879"/>
                </a:lnTo>
                <a:lnTo>
                  <a:pt x="876567" y="46079"/>
                </a:lnTo>
                <a:cubicBezTo>
                  <a:pt x="879679" y="44831"/>
                  <a:pt x="882861" y="42717"/>
                  <a:pt x="886114" y="39738"/>
                </a:cubicBezTo>
                <a:cubicBezTo>
                  <a:pt x="889367" y="36759"/>
                  <a:pt x="892266" y="33227"/>
                  <a:pt x="894812" y="29141"/>
                </a:cubicBezTo>
                <a:cubicBezTo>
                  <a:pt x="896113" y="26986"/>
                  <a:pt x="897924" y="23043"/>
                  <a:pt x="900243" y="17311"/>
                </a:cubicBezTo>
                <a:lnTo>
                  <a:pt x="902874" y="17311"/>
                </a:lnTo>
                <a:close/>
                <a:moveTo>
                  <a:pt x="941684" y="72301"/>
                </a:moveTo>
                <a:cubicBezTo>
                  <a:pt x="941627" y="83815"/>
                  <a:pt x="944427" y="92846"/>
                  <a:pt x="950085" y="99395"/>
                </a:cubicBezTo>
                <a:cubicBezTo>
                  <a:pt x="955742" y="105941"/>
                  <a:pt x="962389" y="109215"/>
                  <a:pt x="970027" y="109215"/>
                </a:cubicBezTo>
                <a:cubicBezTo>
                  <a:pt x="975118" y="109215"/>
                  <a:pt x="979545" y="107814"/>
                  <a:pt x="983307" y="105014"/>
                </a:cubicBezTo>
                <a:cubicBezTo>
                  <a:pt x="987070" y="102214"/>
                  <a:pt x="990223" y="97419"/>
                  <a:pt x="992769" y="90630"/>
                </a:cubicBezTo>
                <a:lnTo>
                  <a:pt x="995400" y="92327"/>
                </a:lnTo>
                <a:cubicBezTo>
                  <a:pt x="994212" y="100078"/>
                  <a:pt x="990761" y="107136"/>
                  <a:pt x="985047" y="113500"/>
                </a:cubicBezTo>
                <a:cubicBezTo>
                  <a:pt x="979333" y="119864"/>
                  <a:pt x="972177" y="123047"/>
                  <a:pt x="963577" y="123047"/>
                </a:cubicBezTo>
                <a:cubicBezTo>
                  <a:pt x="954243" y="123047"/>
                  <a:pt x="946252" y="119420"/>
                  <a:pt x="939605" y="112166"/>
                </a:cubicBezTo>
                <a:cubicBezTo>
                  <a:pt x="932957" y="104911"/>
                  <a:pt x="929634" y="95157"/>
                  <a:pt x="929634" y="82905"/>
                </a:cubicBezTo>
                <a:cubicBezTo>
                  <a:pt x="929634" y="69639"/>
                  <a:pt x="933042" y="59294"/>
                  <a:pt x="939859" y="51871"/>
                </a:cubicBezTo>
                <a:cubicBezTo>
                  <a:pt x="946676" y="44445"/>
                  <a:pt x="955233" y="40733"/>
                  <a:pt x="965529" y="40733"/>
                </a:cubicBezTo>
                <a:cubicBezTo>
                  <a:pt x="974242" y="40733"/>
                  <a:pt x="981398" y="43597"/>
                  <a:pt x="986999" y="49325"/>
                </a:cubicBezTo>
                <a:cubicBezTo>
                  <a:pt x="992600" y="55051"/>
                  <a:pt x="995400" y="62710"/>
                  <a:pt x="995400" y="72301"/>
                </a:cubicBezTo>
                <a:lnTo>
                  <a:pt x="941684" y="72301"/>
                </a:lnTo>
                <a:moveTo>
                  <a:pt x="941684" y="67379"/>
                </a:moveTo>
                <a:lnTo>
                  <a:pt x="977664" y="67379"/>
                </a:lnTo>
                <a:cubicBezTo>
                  <a:pt x="977381" y="62400"/>
                  <a:pt x="976787" y="58893"/>
                  <a:pt x="975882" y="56856"/>
                </a:cubicBezTo>
                <a:cubicBezTo>
                  <a:pt x="974468" y="53688"/>
                  <a:pt x="972360" y="51199"/>
                  <a:pt x="969560" y="49388"/>
                </a:cubicBezTo>
                <a:cubicBezTo>
                  <a:pt x="966760" y="47578"/>
                  <a:pt x="963832" y="46673"/>
                  <a:pt x="960777" y="46673"/>
                </a:cubicBezTo>
                <a:cubicBezTo>
                  <a:pt x="956082" y="46673"/>
                  <a:pt x="951881" y="48497"/>
                  <a:pt x="948175" y="52146"/>
                </a:cubicBezTo>
                <a:cubicBezTo>
                  <a:pt x="944470" y="55795"/>
                  <a:pt x="942306" y="60873"/>
                  <a:pt x="941684" y="67379"/>
                </a:cubicBezTo>
                <a:close/>
                <a:moveTo>
                  <a:pt x="1009683" y="149693"/>
                </a:moveTo>
                <a:lnTo>
                  <a:pt x="1009683" y="145959"/>
                </a:lnTo>
                <a:cubicBezTo>
                  <a:pt x="1015510" y="144028"/>
                  <a:pt x="1020022" y="141033"/>
                  <a:pt x="1023218" y="136972"/>
                </a:cubicBezTo>
                <a:cubicBezTo>
                  <a:pt x="1026415" y="132913"/>
                  <a:pt x="1028013" y="128611"/>
                  <a:pt x="1028013" y="124068"/>
                </a:cubicBezTo>
                <a:cubicBezTo>
                  <a:pt x="1028013" y="122991"/>
                  <a:pt x="1027758" y="122085"/>
                  <a:pt x="1027249" y="121350"/>
                </a:cubicBezTo>
                <a:cubicBezTo>
                  <a:pt x="1026853" y="120840"/>
                  <a:pt x="1026457" y="120586"/>
                  <a:pt x="1026061" y="120586"/>
                </a:cubicBezTo>
                <a:cubicBezTo>
                  <a:pt x="1025439" y="120586"/>
                  <a:pt x="1024081" y="121152"/>
                  <a:pt x="1021988" y="122283"/>
                </a:cubicBezTo>
                <a:cubicBezTo>
                  <a:pt x="1020969" y="122792"/>
                  <a:pt x="1019894" y="123047"/>
                  <a:pt x="1018763" y="123047"/>
                </a:cubicBezTo>
                <a:cubicBezTo>
                  <a:pt x="1015991" y="123047"/>
                  <a:pt x="1013785" y="122226"/>
                  <a:pt x="1012144" y="120586"/>
                </a:cubicBezTo>
                <a:cubicBezTo>
                  <a:pt x="1010503" y="118945"/>
                  <a:pt x="1009683" y="116682"/>
                  <a:pt x="1009683" y="113797"/>
                </a:cubicBezTo>
                <a:cubicBezTo>
                  <a:pt x="1009683" y="111025"/>
                  <a:pt x="1010744" y="108649"/>
                  <a:pt x="1012865" y="106669"/>
                </a:cubicBezTo>
                <a:cubicBezTo>
                  <a:pt x="1014987" y="104689"/>
                  <a:pt x="1017575" y="103699"/>
                  <a:pt x="1020630" y="103699"/>
                </a:cubicBezTo>
                <a:cubicBezTo>
                  <a:pt x="1024364" y="103699"/>
                  <a:pt x="1027687" y="105329"/>
                  <a:pt x="1030601" y="108589"/>
                </a:cubicBezTo>
                <a:cubicBezTo>
                  <a:pt x="1033514" y="111847"/>
                  <a:pt x="1034971" y="116168"/>
                  <a:pt x="1034971" y="121551"/>
                </a:cubicBezTo>
                <a:cubicBezTo>
                  <a:pt x="1034971" y="127390"/>
                  <a:pt x="1032949" y="132818"/>
                  <a:pt x="1028904" y="137834"/>
                </a:cubicBezTo>
                <a:cubicBezTo>
                  <a:pt x="1024859" y="142849"/>
                  <a:pt x="1018452" y="146802"/>
                  <a:pt x="1009683" y="149693"/>
                </a:cubicBezTo>
                <a:close/>
                <a:moveTo>
                  <a:pt x="1136718" y="109469"/>
                </a:moveTo>
                <a:cubicBezTo>
                  <a:pt x="1128741" y="115636"/>
                  <a:pt x="1123735" y="119200"/>
                  <a:pt x="1121698" y="120161"/>
                </a:cubicBezTo>
                <a:cubicBezTo>
                  <a:pt x="1118643" y="121632"/>
                  <a:pt x="1115390" y="122368"/>
                  <a:pt x="1111939" y="122368"/>
                </a:cubicBezTo>
                <a:cubicBezTo>
                  <a:pt x="1106565" y="122368"/>
                  <a:pt x="1102138" y="120529"/>
                  <a:pt x="1098659" y="116852"/>
                </a:cubicBezTo>
                <a:cubicBezTo>
                  <a:pt x="1095179" y="113175"/>
                  <a:pt x="1093440" y="108338"/>
                  <a:pt x="1093440" y="102341"/>
                </a:cubicBezTo>
                <a:cubicBezTo>
                  <a:pt x="1093440" y="98551"/>
                  <a:pt x="1094288" y="95269"/>
                  <a:pt x="1095986" y="92497"/>
                </a:cubicBezTo>
                <a:cubicBezTo>
                  <a:pt x="1098305" y="88650"/>
                  <a:pt x="1102336" y="85030"/>
                  <a:pt x="1108078" y="81635"/>
                </a:cubicBezTo>
                <a:cubicBezTo>
                  <a:pt x="1113820" y="78241"/>
                  <a:pt x="1123367" y="74111"/>
                  <a:pt x="1136718" y="69246"/>
                </a:cubicBezTo>
                <a:lnTo>
                  <a:pt x="1136718" y="66191"/>
                </a:lnTo>
                <a:cubicBezTo>
                  <a:pt x="1136718" y="58440"/>
                  <a:pt x="1135488" y="53122"/>
                  <a:pt x="1133027" y="50237"/>
                </a:cubicBezTo>
                <a:cubicBezTo>
                  <a:pt x="1130566" y="47352"/>
                  <a:pt x="1126988" y="45909"/>
                  <a:pt x="1122292" y="45909"/>
                </a:cubicBezTo>
                <a:cubicBezTo>
                  <a:pt x="1118728" y="45909"/>
                  <a:pt x="1115899" y="46867"/>
                  <a:pt x="1113806" y="48784"/>
                </a:cubicBezTo>
                <a:cubicBezTo>
                  <a:pt x="1111656" y="50700"/>
                  <a:pt x="1110581" y="52899"/>
                  <a:pt x="1110581" y="55379"/>
                </a:cubicBezTo>
                <a:lnTo>
                  <a:pt x="1110751" y="60282"/>
                </a:lnTo>
                <a:cubicBezTo>
                  <a:pt x="1110751" y="62874"/>
                  <a:pt x="1110086" y="64874"/>
                  <a:pt x="1108757" y="66283"/>
                </a:cubicBezTo>
                <a:cubicBezTo>
                  <a:pt x="1107428" y="67692"/>
                  <a:pt x="1105688" y="68397"/>
                  <a:pt x="1103538" y="68397"/>
                </a:cubicBezTo>
                <a:cubicBezTo>
                  <a:pt x="1101445" y="68397"/>
                  <a:pt x="1099734" y="67664"/>
                  <a:pt x="1098404" y="66199"/>
                </a:cubicBezTo>
                <a:cubicBezTo>
                  <a:pt x="1097075" y="64731"/>
                  <a:pt x="1096410" y="62728"/>
                  <a:pt x="1096410" y="60189"/>
                </a:cubicBezTo>
                <a:cubicBezTo>
                  <a:pt x="1096410" y="55340"/>
                  <a:pt x="1098899" y="50885"/>
                  <a:pt x="1103878" y="46824"/>
                </a:cubicBezTo>
                <a:cubicBezTo>
                  <a:pt x="1108856" y="42763"/>
                  <a:pt x="1115843" y="40733"/>
                  <a:pt x="1124838" y="40733"/>
                </a:cubicBezTo>
                <a:cubicBezTo>
                  <a:pt x="1131740" y="40733"/>
                  <a:pt x="1137397" y="41891"/>
                  <a:pt x="1141810" y="44207"/>
                </a:cubicBezTo>
                <a:cubicBezTo>
                  <a:pt x="1145148" y="45959"/>
                  <a:pt x="1147609" y="48700"/>
                  <a:pt x="1149193" y="52430"/>
                </a:cubicBezTo>
                <a:cubicBezTo>
                  <a:pt x="1150211" y="54859"/>
                  <a:pt x="1150720" y="59831"/>
                  <a:pt x="1150720" y="67347"/>
                </a:cubicBezTo>
                <a:lnTo>
                  <a:pt x="1150720" y="93706"/>
                </a:lnTo>
                <a:cubicBezTo>
                  <a:pt x="1150720" y="101109"/>
                  <a:pt x="1150862" y="105643"/>
                  <a:pt x="1151144" y="107311"/>
                </a:cubicBezTo>
                <a:cubicBezTo>
                  <a:pt x="1151427" y="108978"/>
                  <a:pt x="1151894" y="110094"/>
                  <a:pt x="1152545" y="110660"/>
                </a:cubicBezTo>
                <a:cubicBezTo>
                  <a:pt x="1153195" y="111224"/>
                  <a:pt x="1153945" y="111506"/>
                  <a:pt x="1154793" y="111506"/>
                </a:cubicBezTo>
                <a:cubicBezTo>
                  <a:pt x="1155699" y="111506"/>
                  <a:pt x="1156491" y="111308"/>
                  <a:pt x="1157169" y="110912"/>
                </a:cubicBezTo>
                <a:cubicBezTo>
                  <a:pt x="1158358" y="110176"/>
                  <a:pt x="1160649" y="108111"/>
                  <a:pt x="1164043" y="104717"/>
                </a:cubicBezTo>
                <a:lnTo>
                  <a:pt x="1164043" y="109469"/>
                </a:lnTo>
                <a:cubicBezTo>
                  <a:pt x="1157707" y="117955"/>
                  <a:pt x="1151654" y="122198"/>
                  <a:pt x="1145883" y="122198"/>
                </a:cubicBezTo>
                <a:cubicBezTo>
                  <a:pt x="1143111" y="122198"/>
                  <a:pt x="1140905" y="121236"/>
                  <a:pt x="1139264" y="119313"/>
                </a:cubicBezTo>
                <a:cubicBezTo>
                  <a:pt x="1137623" y="117389"/>
                  <a:pt x="1136775" y="114108"/>
                  <a:pt x="1136718" y="109469"/>
                </a:cubicBezTo>
                <a:moveTo>
                  <a:pt x="1136718" y="103906"/>
                </a:moveTo>
                <a:lnTo>
                  <a:pt x="1136718" y="74422"/>
                </a:lnTo>
                <a:cubicBezTo>
                  <a:pt x="1128176" y="77801"/>
                  <a:pt x="1122660" y="80194"/>
                  <a:pt x="1120171" y="81603"/>
                </a:cubicBezTo>
                <a:cubicBezTo>
                  <a:pt x="1115701" y="84082"/>
                  <a:pt x="1112505" y="86673"/>
                  <a:pt x="1110581" y="89376"/>
                </a:cubicBezTo>
                <a:cubicBezTo>
                  <a:pt x="1108658" y="92079"/>
                  <a:pt x="1107696" y="95036"/>
                  <a:pt x="1107696" y="98246"/>
                </a:cubicBezTo>
                <a:cubicBezTo>
                  <a:pt x="1107696" y="102302"/>
                  <a:pt x="1108913" y="105667"/>
                  <a:pt x="1111345" y="108342"/>
                </a:cubicBezTo>
                <a:cubicBezTo>
                  <a:pt x="1113778" y="111017"/>
                  <a:pt x="1116578" y="112354"/>
                  <a:pt x="1119746" y="112354"/>
                </a:cubicBezTo>
                <a:cubicBezTo>
                  <a:pt x="1124046" y="112354"/>
                  <a:pt x="1129703" y="109538"/>
                  <a:pt x="1136718" y="103906"/>
                </a:cubicBezTo>
                <a:close/>
                <a:moveTo>
                  <a:pt x="1224744" y="111930"/>
                </a:moveTo>
                <a:cubicBezTo>
                  <a:pt x="1220954" y="115890"/>
                  <a:pt x="1217248" y="118733"/>
                  <a:pt x="1213628" y="120459"/>
                </a:cubicBezTo>
                <a:cubicBezTo>
                  <a:pt x="1210007" y="122184"/>
                  <a:pt x="1206103" y="123047"/>
                  <a:pt x="1201917" y="123047"/>
                </a:cubicBezTo>
                <a:cubicBezTo>
                  <a:pt x="1193431" y="123047"/>
                  <a:pt x="1186020" y="119505"/>
                  <a:pt x="1179684" y="112421"/>
                </a:cubicBezTo>
                <a:cubicBezTo>
                  <a:pt x="1173348" y="105335"/>
                  <a:pt x="1170179" y="96230"/>
                  <a:pt x="1170179" y="85106"/>
                </a:cubicBezTo>
                <a:cubicBezTo>
                  <a:pt x="1170179" y="73984"/>
                  <a:pt x="1173687" y="63808"/>
                  <a:pt x="1180702" y="54578"/>
                </a:cubicBezTo>
                <a:cubicBezTo>
                  <a:pt x="1187717" y="45348"/>
                  <a:pt x="1196741" y="40733"/>
                  <a:pt x="1207772" y="40733"/>
                </a:cubicBezTo>
                <a:cubicBezTo>
                  <a:pt x="1214618" y="40733"/>
                  <a:pt x="1220275" y="42911"/>
                  <a:pt x="1224744" y="47267"/>
                </a:cubicBezTo>
                <a:lnTo>
                  <a:pt x="1224744" y="32894"/>
                </a:lnTo>
                <a:cubicBezTo>
                  <a:pt x="1224744" y="23975"/>
                  <a:pt x="1224532" y="18492"/>
                  <a:pt x="1224108" y="16447"/>
                </a:cubicBezTo>
                <a:cubicBezTo>
                  <a:pt x="1223684" y="14401"/>
                  <a:pt x="1223019" y="13010"/>
                  <a:pt x="1222114" y="12273"/>
                </a:cubicBezTo>
                <a:cubicBezTo>
                  <a:pt x="1221208" y="11534"/>
                  <a:pt x="1220077" y="11164"/>
                  <a:pt x="1218719" y="11164"/>
                </a:cubicBezTo>
                <a:cubicBezTo>
                  <a:pt x="1217248" y="11164"/>
                  <a:pt x="1215297" y="11619"/>
                  <a:pt x="1212864" y="12527"/>
                </a:cubicBezTo>
                <a:lnTo>
                  <a:pt x="1211761" y="9544"/>
                </a:lnTo>
                <a:lnTo>
                  <a:pt x="1234928" y="0"/>
                </a:lnTo>
                <a:lnTo>
                  <a:pt x="1238746" y="0"/>
                </a:lnTo>
                <a:lnTo>
                  <a:pt x="1238746" y="89867"/>
                </a:lnTo>
                <a:cubicBezTo>
                  <a:pt x="1238746" y="98975"/>
                  <a:pt x="1238958" y="104533"/>
                  <a:pt x="1239383" y="106541"/>
                </a:cubicBezTo>
                <a:cubicBezTo>
                  <a:pt x="1239807" y="108550"/>
                  <a:pt x="1240486" y="109950"/>
                  <a:pt x="1241419" y="110742"/>
                </a:cubicBezTo>
                <a:cubicBezTo>
                  <a:pt x="1242353" y="111534"/>
                  <a:pt x="1243442" y="111930"/>
                  <a:pt x="1244686" y="111930"/>
                </a:cubicBezTo>
                <a:cubicBezTo>
                  <a:pt x="1246214" y="111930"/>
                  <a:pt x="1248250" y="111449"/>
                  <a:pt x="1250796" y="110487"/>
                </a:cubicBezTo>
                <a:lnTo>
                  <a:pt x="1251730" y="113458"/>
                </a:lnTo>
                <a:lnTo>
                  <a:pt x="1228648" y="123047"/>
                </a:lnTo>
                <a:lnTo>
                  <a:pt x="1224744" y="123047"/>
                </a:lnTo>
                <a:lnTo>
                  <a:pt x="1224744" y="111930"/>
                </a:lnTo>
                <a:moveTo>
                  <a:pt x="1224744" y="106008"/>
                </a:moveTo>
                <a:lnTo>
                  <a:pt x="1224744" y="66055"/>
                </a:lnTo>
                <a:cubicBezTo>
                  <a:pt x="1224405" y="62217"/>
                  <a:pt x="1223387" y="58719"/>
                  <a:pt x="1221689" y="55559"/>
                </a:cubicBezTo>
                <a:cubicBezTo>
                  <a:pt x="1219992" y="52398"/>
                  <a:pt x="1217743" y="50014"/>
                  <a:pt x="1214943" y="48407"/>
                </a:cubicBezTo>
                <a:cubicBezTo>
                  <a:pt x="1212143" y="46798"/>
                  <a:pt x="1209413" y="45994"/>
                  <a:pt x="1206754" y="45994"/>
                </a:cubicBezTo>
                <a:cubicBezTo>
                  <a:pt x="1201776" y="45994"/>
                  <a:pt x="1197335" y="48223"/>
                  <a:pt x="1193431" y="52682"/>
                </a:cubicBezTo>
                <a:cubicBezTo>
                  <a:pt x="1188283" y="58550"/>
                  <a:pt x="1185709" y="67127"/>
                  <a:pt x="1185709" y="78413"/>
                </a:cubicBezTo>
                <a:cubicBezTo>
                  <a:pt x="1185709" y="89813"/>
                  <a:pt x="1188198" y="98546"/>
                  <a:pt x="1193176" y="104614"/>
                </a:cubicBezTo>
                <a:cubicBezTo>
                  <a:pt x="1198155" y="110679"/>
                  <a:pt x="1203699" y="113712"/>
                  <a:pt x="1209809" y="113712"/>
                </a:cubicBezTo>
                <a:cubicBezTo>
                  <a:pt x="1214957" y="113712"/>
                  <a:pt x="1219936" y="111144"/>
                  <a:pt x="1224744" y="106008"/>
                </a:cubicBezTo>
                <a:close/>
                <a:moveTo>
                  <a:pt x="1311641" y="111930"/>
                </a:moveTo>
                <a:cubicBezTo>
                  <a:pt x="1307850" y="115890"/>
                  <a:pt x="1304145" y="118733"/>
                  <a:pt x="1300524" y="120459"/>
                </a:cubicBezTo>
                <a:cubicBezTo>
                  <a:pt x="1296903" y="122184"/>
                  <a:pt x="1293000" y="123047"/>
                  <a:pt x="1288813" y="123047"/>
                </a:cubicBezTo>
                <a:cubicBezTo>
                  <a:pt x="1280327" y="123047"/>
                  <a:pt x="1272916" y="119505"/>
                  <a:pt x="1266580" y="112421"/>
                </a:cubicBezTo>
                <a:cubicBezTo>
                  <a:pt x="1260244" y="105335"/>
                  <a:pt x="1257076" y="96230"/>
                  <a:pt x="1257076" y="85106"/>
                </a:cubicBezTo>
                <a:cubicBezTo>
                  <a:pt x="1257076" y="73984"/>
                  <a:pt x="1260583" y="63808"/>
                  <a:pt x="1267598" y="54578"/>
                </a:cubicBezTo>
                <a:cubicBezTo>
                  <a:pt x="1274613" y="45348"/>
                  <a:pt x="1283637" y="40733"/>
                  <a:pt x="1294669" y="40733"/>
                </a:cubicBezTo>
                <a:cubicBezTo>
                  <a:pt x="1301514" y="40733"/>
                  <a:pt x="1307171" y="42911"/>
                  <a:pt x="1311641" y="47267"/>
                </a:cubicBezTo>
                <a:lnTo>
                  <a:pt x="1311641" y="32894"/>
                </a:lnTo>
                <a:cubicBezTo>
                  <a:pt x="1311641" y="23975"/>
                  <a:pt x="1311428" y="18492"/>
                  <a:pt x="1311004" y="16447"/>
                </a:cubicBezTo>
                <a:cubicBezTo>
                  <a:pt x="1310580" y="14401"/>
                  <a:pt x="1309915" y="13010"/>
                  <a:pt x="1309010" y="12273"/>
                </a:cubicBezTo>
                <a:cubicBezTo>
                  <a:pt x="1308105" y="11534"/>
                  <a:pt x="1306973" y="11164"/>
                  <a:pt x="1305616" y="11164"/>
                </a:cubicBezTo>
                <a:cubicBezTo>
                  <a:pt x="1304145" y="11164"/>
                  <a:pt x="1302193" y="11619"/>
                  <a:pt x="1299760" y="12527"/>
                </a:cubicBezTo>
                <a:lnTo>
                  <a:pt x="1298657" y="9544"/>
                </a:lnTo>
                <a:lnTo>
                  <a:pt x="1321824" y="0"/>
                </a:lnTo>
                <a:lnTo>
                  <a:pt x="1325642" y="0"/>
                </a:lnTo>
                <a:lnTo>
                  <a:pt x="1325642" y="89867"/>
                </a:lnTo>
                <a:cubicBezTo>
                  <a:pt x="1325642" y="98975"/>
                  <a:pt x="1325855" y="104533"/>
                  <a:pt x="1326279" y="106541"/>
                </a:cubicBezTo>
                <a:cubicBezTo>
                  <a:pt x="1326703" y="108550"/>
                  <a:pt x="1327382" y="109950"/>
                  <a:pt x="1328316" y="110742"/>
                </a:cubicBezTo>
                <a:cubicBezTo>
                  <a:pt x="1329249" y="111534"/>
                  <a:pt x="1330338" y="111930"/>
                  <a:pt x="1331583" y="111930"/>
                </a:cubicBezTo>
                <a:cubicBezTo>
                  <a:pt x="1333110" y="111930"/>
                  <a:pt x="1335147" y="111449"/>
                  <a:pt x="1337693" y="110487"/>
                </a:cubicBezTo>
                <a:lnTo>
                  <a:pt x="1338626" y="113458"/>
                </a:lnTo>
                <a:lnTo>
                  <a:pt x="1315544" y="123047"/>
                </a:lnTo>
                <a:lnTo>
                  <a:pt x="1311641" y="123047"/>
                </a:lnTo>
                <a:lnTo>
                  <a:pt x="1311641" y="111930"/>
                </a:lnTo>
                <a:moveTo>
                  <a:pt x="1311641" y="106008"/>
                </a:moveTo>
                <a:lnTo>
                  <a:pt x="1311641" y="66055"/>
                </a:lnTo>
                <a:cubicBezTo>
                  <a:pt x="1311301" y="62217"/>
                  <a:pt x="1310283" y="58719"/>
                  <a:pt x="1308586" y="55559"/>
                </a:cubicBezTo>
                <a:cubicBezTo>
                  <a:pt x="1306888" y="52398"/>
                  <a:pt x="1304640" y="50014"/>
                  <a:pt x="1301839" y="48407"/>
                </a:cubicBezTo>
                <a:cubicBezTo>
                  <a:pt x="1299039" y="46798"/>
                  <a:pt x="1296309" y="45994"/>
                  <a:pt x="1293650" y="45994"/>
                </a:cubicBezTo>
                <a:cubicBezTo>
                  <a:pt x="1288672" y="45994"/>
                  <a:pt x="1284231" y="48223"/>
                  <a:pt x="1280327" y="52682"/>
                </a:cubicBezTo>
                <a:cubicBezTo>
                  <a:pt x="1275179" y="58550"/>
                  <a:pt x="1272605" y="67127"/>
                  <a:pt x="1272605" y="78413"/>
                </a:cubicBezTo>
                <a:cubicBezTo>
                  <a:pt x="1272605" y="89813"/>
                  <a:pt x="1275094" y="98546"/>
                  <a:pt x="1280073" y="104614"/>
                </a:cubicBezTo>
                <a:cubicBezTo>
                  <a:pt x="1285051" y="110679"/>
                  <a:pt x="1290595" y="113712"/>
                  <a:pt x="1296705" y="113712"/>
                </a:cubicBezTo>
                <a:cubicBezTo>
                  <a:pt x="1301853" y="113712"/>
                  <a:pt x="1306832" y="111144"/>
                  <a:pt x="1311641" y="106008"/>
                </a:cubicBezTo>
                <a:close/>
                <a:moveTo>
                  <a:pt x="1409654" y="17311"/>
                </a:moveTo>
                <a:lnTo>
                  <a:pt x="1409654" y="42939"/>
                </a:lnTo>
                <a:lnTo>
                  <a:pt x="1427814" y="42939"/>
                </a:lnTo>
                <a:lnTo>
                  <a:pt x="1427814" y="48879"/>
                </a:lnTo>
                <a:lnTo>
                  <a:pt x="1409654" y="48879"/>
                </a:lnTo>
                <a:lnTo>
                  <a:pt x="1409654" y="99217"/>
                </a:lnTo>
                <a:cubicBezTo>
                  <a:pt x="1409654" y="104247"/>
                  <a:pt x="1410375" y="107638"/>
                  <a:pt x="1411818" y="109390"/>
                </a:cubicBezTo>
                <a:cubicBezTo>
                  <a:pt x="1413260" y="111140"/>
                  <a:pt x="1415113" y="112015"/>
                  <a:pt x="1417376" y="112015"/>
                </a:cubicBezTo>
                <a:cubicBezTo>
                  <a:pt x="1419243" y="112015"/>
                  <a:pt x="1421053" y="111435"/>
                  <a:pt x="1422807" y="110275"/>
                </a:cubicBezTo>
                <a:cubicBezTo>
                  <a:pt x="1424561" y="109116"/>
                  <a:pt x="1425918" y="107404"/>
                  <a:pt x="1426880" y="105141"/>
                </a:cubicBezTo>
                <a:lnTo>
                  <a:pt x="1430190" y="105141"/>
                </a:lnTo>
                <a:cubicBezTo>
                  <a:pt x="1428210" y="110701"/>
                  <a:pt x="1425409" y="114906"/>
                  <a:pt x="1421789" y="117756"/>
                </a:cubicBezTo>
                <a:cubicBezTo>
                  <a:pt x="1418168" y="120604"/>
                  <a:pt x="1414434" y="122028"/>
                  <a:pt x="1410587" y="122028"/>
                </a:cubicBezTo>
                <a:cubicBezTo>
                  <a:pt x="1407985" y="122028"/>
                  <a:pt x="1405439" y="121306"/>
                  <a:pt x="1402950" y="119862"/>
                </a:cubicBezTo>
                <a:cubicBezTo>
                  <a:pt x="1400460" y="118417"/>
                  <a:pt x="1398622" y="116351"/>
                  <a:pt x="1397434" y="113662"/>
                </a:cubicBezTo>
                <a:cubicBezTo>
                  <a:pt x="1396246" y="110971"/>
                  <a:pt x="1395652" y="106822"/>
                  <a:pt x="1395652" y="101214"/>
                </a:cubicBezTo>
                <a:lnTo>
                  <a:pt x="1395652" y="48879"/>
                </a:lnTo>
                <a:lnTo>
                  <a:pt x="1383347" y="48879"/>
                </a:lnTo>
                <a:lnTo>
                  <a:pt x="1383347" y="46079"/>
                </a:lnTo>
                <a:cubicBezTo>
                  <a:pt x="1386459" y="44831"/>
                  <a:pt x="1389641" y="42717"/>
                  <a:pt x="1392894" y="39738"/>
                </a:cubicBezTo>
                <a:cubicBezTo>
                  <a:pt x="1396147" y="36759"/>
                  <a:pt x="1399046" y="33227"/>
                  <a:pt x="1401592" y="29141"/>
                </a:cubicBezTo>
                <a:cubicBezTo>
                  <a:pt x="1402893" y="26986"/>
                  <a:pt x="1404703" y="23043"/>
                  <a:pt x="1407023" y="17311"/>
                </a:cubicBezTo>
                <a:lnTo>
                  <a:pt x="1409654" y="17311"/>
                </a:lnTo>
                <a:close/>
                <a:moveTo>
                  <a:pt x="1473413" y="40733"/>
                </a:moveTo>
                <a:cubicBezTo>
                  <a:pt x="1485180" y="40733"/>
                  <a:pt x="1494628" y="45198"/>
                  <a:pt x="1501756" y="54127"/>
                </a:cubicBezTo>
                <a:cubicBezTo>
                  <a:pt x="1507809" y="61756"/>
                  <a:pt x="1510836" y="70516"/>
                  <a:pt x="1510836" y="80407"/>
                </a:cubicBezTo>
                <a:cubicBezTo>
                  <a:pt x="1510836" y="87359"/>
                  <a:pt x="1509167" y="94395"/>
                  <a:pt x="1505829" y="101516"/>
                </a:cubicBezTo>
                <a:cubicBezTo>
                  <a:pt x="1502491" y="108636"/>
                  <a:pt x="1497895" y="114004"/>
                  <a:pt x="1492039" y="117621"/>
                </a:cubicBezTo>
                <a:cubicBezTo>
                  <a:pt x="1486184" y="121238"/>
                  <a:pt x="1479664" y="123047"/>
                  <a:pt x="1472479" y="123047"/>
                </a:cubicBezTo>
                <a:cubicBezTo>
                  <a:pt x="1460769" y="123047"/>
                  <a:pt x="1451462" y="118384"/>
                  <a:pt x="1444560" y="109058"/>
                </a:cubicBezTo>
                <a:cubicBezTo>
                  <a:pt x="1438733" y="101203"/>
                  <a:pt x="1435820" y="92388"/>
                  <a:pt x="1435820" y="82611"/>
                </a:cubicBezTo>
                <a:cubicBezTo>
                  <a:pt x="1435820" y="75490"/>
                  <a:pt x="1437588" y="68411"/>
                  <a:pt x="1441124" y="61375"/>
                </a:cubicBezTo>
                <a:cubicBezTo>
                  <a:pt x="1444659" y="54339"/>
                  <a:pt x="1449313" y="49139"/>
                  <a:pt x="1455083" y="45777"/>
                </a:cubicBezTo>
                <a:cubicBezTo>
                  <a:pt x="1460853" y="42414"/>
                  <a:pt x="1466963" y="40733"/>
                  <a:pt x="1473413" y="40733"/>
                </a:cubicBezTo>
                <a:moveTo>
                  <a:pt x="1470782" y="46333"/>
                </a:moveTo>
                <a:cubicBezTo>
                  <a:pt x="1467784" y="46333"/>
                  <a:pt x="1464771" y="47224"/>
                  <a:pt x="1461744" y="49004"/>
                </a:cubicBezTo>
                <a:cubicBezTo>
                  <a:pt x="1458718" y="50784"/>
                  <a:pt x="1456271" y="53906"/>
                  <a:pt x="1454404" y="58370"/>
                </a:cubicBezTo>
                <a:cubicBezTo>
                  <a:pt x="1452537" y="62834"/>
                  <a:pt x="1451604" y="68569"/>
                  <a:pt x="1451604" y="75576"/>
                </a:cubicBezTo>
                <a:cubicBezTo>
                  <a:pt x="1451604" y="86876"/>
                  <a:pt x="1453853" y="96624"/>
                  <a:pt x="1458350" y="104818"/>
                </a:cubicBezTo>
                <a:cubicBezTo>
                  <a:pt x="1462848" y="113010"/>
                  <a:pt x="1468774" y="117107"/>
                  <a:pt x="1476128" y="117107"/>
                </a:cubicBezTo>
                <a:cubicBezTo>
                  <a:pt x="1481616" y="117107"/>
                  <a:pt x="1486142" y="114846"/>
                  <a:pt x="1489706" y="110326"/>
                </a:cubicBezTo>
                <a:cubicBezTo>
                  <a:pt x="1493270" y="105805"/>
                  <a:pt x="1495052" y="98036"/>
                  <a:pt x="1495052" y="87018"/>
                </a:cubicBezTo>
                <a:cubicBezTo>
                  <a:pt x="1495052" y="73230"/>
                  <a:pt x="1492082" y="62381"/>
                  <a:pt x="1486142" y="54469"/>
                </a:cubicBezTo>
                <a:cubicBezTo>
                  <a:pt x="1482125" y="49045"/>
                  <a:pt x="1477005" y="46333"/>
                  <a:pt x="1470782" y="46333"/>
                </a:cubicBezTo>
                <a:close/>
                <a:moveTo>
                  <a:pt x="1526195" y="149693"/>
                </a:moveTo>
                <a:lnTo>
                  <a:pt x="1526195" y="145959"/>
                </a:lnTo>
                <a:cubicBezTo>
                  <a:pt x="1532022" y="144028"/>
                  <a:pt x="1536534" y="141033"/>
                  <a:pt x="1539730" y="136972"/>
                </a:cubicBezTo>
                <a:cubicBezTo>
                  <a:pt x="1542927" y="132913"/>
                  <a:pt x="1544525" y="128611"/>
                  <a:pt x="1544525" y="124068"/>
                </a:cubicBezTo>
                <a:cubicBezTo>
                  <a:pt x="1544525" y="122991"/>
                  <a:pt x="1544270" y="122085"/>
                  <a:pt x="1543761" y="121350"/>
                </a:cubicBezTo>
                <a:cubicBezTo>
                  <a:pt x="1543365" y="120840"/>
                  <a:pt x="1542969" y="120586"/>
                  <a:pt x="1542573" y="120586"/>
                </a:cubicBezTo>
                <a:cubicBezTo>
                  <a:pt x="1541951" y="120586"/>
                  <a:pt x="1540593" y="121152"/>
                  <a:pt x="1538500" y="122283"/>
                </a:cubicBezTo>
                <a:cubicBezTo>
                  <a:pt x="1537481" y="122792"/>
                  <a:pt x="1536407" y="123047"/>
                  <a:pt x="1535275" y="123047"/>
                </a:cubicBezTo>
                <a:cubicBezTo>
                  <a:pt x="1532503" y="123047"/>
                  <a:pt x="1530297" y="122226"/>
                  <a:pt x="1528656" y="120586"/>
                </a:cubicBezTo>
                <a:cubicBezTo>
                  <a:pt x="1527015" y="118945"/>
                  <a:pt x="1526195" y="116682"/>
                  <a:pt x="1526195" y="113797"/>
                </a:cubicBezTo>
                <a:cubicBezTo>
                  <a:pt x="1526195" y="111025"/>
                  <a:pt x="1527256" y="108649"/>
                  <a:pt x="1529377" y="106669"/>
                </a:cubicBezTo>
                <a:cubicBezTo>
                  <a:pt x="1531499" y="104689"/>
                  <a:pt x="1534087" y="103699"/>
                  <a:pt x="1537142" y="103699"/>
                </a:cubicBezTo>
                <a:cubicBezTo>
                  <a:pt x="1540876" y="103699"/>
                  <a:pt x="1544199" y="105329"/>
                  <a:pt x="1547113" y="108589"/>
                </a:cubicBezTo>
                <a:cubicBezTo>
                  <a:pt x="1550027" y="111847"/>
                  <a:pt x="1551483" y="116168"/>
                  <a:pt x="1551483" y="121551"/>
                </a:cubicBezTo>
                <a:cubicBezTo>
                  <a:pt x="1551483" y="127390"/>
                  <a:pt x="1549461" y="132818"/>
                  <a:pt x="1545416" y="137834"/>
                </a:cubicBezTo>
                <a:cubicBezTo>
                  <a:pt x="1541371" y="142849"/>
                  <a:pt x="1534964" y="146802"/>
                  <a:pt x="1526195" y="149693"/>
                </a:cubicBezTo>
                <a:close/>
                <a:moveTo>
                  <a:pt x="1647205" y="40733"/>
                </a:moveTo>
                <a:cubicBezTo>
                  <a:pt x="1658973" y="40733"/>
                  <a:pt x="1668420" y="45198"/>
                  <a:pt x="1675548" y="54127"/>
                </a:cubicBezTo>
                <a:cubicBezTo>
                  <a:pt x="1681602" y="61756"/>
                  <a:pt x="1684628" y="70516"/>
                  <a:pt x="1684628" y="80407"/>
                </a:cubicBezTo>
                <a:cubicBezTo>
                  <a:pt x="1684628" y="87359"/>
                  <a:pt x="1682960" y="94395"/>
                  <a:pt x="1679622" y="101516"/>
                </a:cubicBezTo>
                <a:cubicBezTo>
                  <a:pt x="1676284" y="108636"/>
                  <a:pt x="1671687" y="114004"/>
                  <a:pt x="1665832" y="117621"/>
                </a:cubicBezTo>
                <a:cubicBezTo>
                  <a:pt x="1659977" y="121238"/>
                  <a:pt x="1653457" y="123047"/>
                  <a:pt x="1646272" y="123047"/>
                </a:cubicBezTo>
                <a:cubicBezTo>
                  <a:pt x="1634561" y="123047"/>
                  <a:pt x="1625255" y="118384"/>
                  <a:pt x="1618353" y="109058"/>
                </a:cubicBezTo>
                <a:cubicBezTo>
                  <a:pt x="1612526" y="101203"/>
                  <a:pt x="1609612" y="92388"/>
                  <a:pt x="1609612" y="82611"/>
                </a:cubicBezTo>
                <a:cubicBezTo>
                  <a:pt x="1609612" y="75490"/>
                  <a:pt x="1611380" y="68411"/>
                  <a:pt x="1614916" y="61375"/>
                </a:cubicBezTo>
                <a:cubicBezTo>
                  <a:pt x="1618452" y="54339"/>
                  <a:pt x="1623105" y="49139"/>
                  <a:pt x="1628876" y="45777"/>
                </a:cubicBezTo>
                <a:cubicBezTo>
                  <a:pt x="1634646" y="42414"/>
                  <a:pt x="1640756" y="40733"/>
                  <a:pt x="1647205" y="40733"/>
                </a:cubicBezTo>
                <a:moveTo>
                  <a:pt x="1644575" y="46333"/>
                </a:moveTo>
                <a:cubicBezTo>
                  <a:pt x="1641576" y="46333"/>
                  <a:pt x="1638564" y="47224"/>
                  <a:pt x="1635537" y="49004"/>
                </a:cubicBezTo>
                <a:cubicBezTo>
                  <a:pt x="1632510" y="50784"/>
                  <a:pt x="1630064" y="53906"/>
                  <a:pt x="1628197" y="58370"/>
                </a:cubicBezTo>
                <a:cubicBezTo>
                  <a:pt x="1626330" y="62834"/>
                  <a:pt x="1625396" y="68569"/>
                  <a:pt x="1625396" y="75576"/>
                </a:cubicBezTo>
                <a:cubicBezTo>
                  <a:pt x="1625396" y="86876"/>
                  <a:pt x="1627645" y="96624"/>
                  <a:pt x="1632143" y="104818"/>
                </a:cubicBezTo>
                <a:cubicBezTo>
                  <a:pt x="1636640" y="113010"/>
                  <a:pt x="1642566" y="117107"/>
                  <a:pt x="1649921" y="117107"/>
                </a:cubicBezTo>
                <a:cubicBezTo>
                  <a:pt x="1655408" y="117107"/>
                  <a:pt x="1659934" y="114846"/>
                  <a:pt x="1663498" y="110326"/>
                </a:cubicBezTo>
                <a:cubicBezTo>
                  <a:pt x="1667062" y="105805"/>
                  <a:pt x="1668845" y="98036"/>
                  <a:pt x="1668845" y="87018"/>
                </a:cubicBezTo>
                <a:cubicBezTo>
                  <a:pt x="1668845" y="73230"/>
                  <a:pt x="1665874" y="62381"/>
                  <a:pt x="1659934" y="54469"/>
                </a:cubicBezTo>
                <a:cubicBezTo>
                  <a:pt x="1655918" y="49045"/>
                  <a:pt x="1650798" y="46333"/>
                  <a:pt x="1644575" y="46333"/>
                </a:cubicBezTo>
                <a:close/>
                <a:moveTo>
                  <a:pt x="1718827" y="40733"/>
                </a:moveTo>
                <a:lnTo>
                  <a:pt x="1718827" y="58214"/>
                </a:lnTo>
                <a:cubicBezTo>
                  <a:pt x="1725333" y="46560"/>
                  <a:pt x="1732009" y="40733"/>
                  <a:pt x="1738854" y="40733"/>
                </a:cubicBezTo>
                <a:cubicBezTo>
                  <a:pt x="1741966" y="40733"/>
                  <a:pt x="1744540" y="41680"/>
                  <a:pt x="1746576" y="43576"/>
                </a:cubicBezTo>
                <a:cubicBezTo>
                  <a:pt x="1748613" y="45471"/>
                  <a:pt x="1749631" y="47663"/>
                  <a:pt x="1749631" y="50152"/>
                </a:cubicBezTo>
                <a:cubicBezTo>
                  <a:pt x="1749631" y="52359"/>
                  <a:pt x="1748896" y="54225"/>
                  <a:pt x="1747425" y="55753"/>
                </a:cubicBezTo>
                <a:cubicBezTo>
                  <a:pt x="1745954" y="57280"/>
                  <a:pt x="1744200" y="58044"/>
                  <a:pt x="1742164" y="58044"/>
                </a:cubicBezTo>
                <a:cubicBezTo>
                  <a:pt x="1740183" y="58044"/>
                  <a:pt x="1737963" y="57068"/>
                  <a:pt x="1735502" y="55116"/>
                </a:cubicBezTo>
                <a:cubicBezTo>
                  <a:pt x="1733041" y="53165"/>
                  <a:pt x="1731217" y="52189"/>
                  <a:pt x="1730029" y="52189"/>
                </a:cubicBezTo>
                <a:cubicBezTo>
                  <a:pt x="1729010" y="52189"/>
                  <a:pt x="1727907" y="52753"/>
                  <a:pt x="1726719" y="53881"/>
                </a:cubicBezTo>
                <a:cubicBezTo>
                  <a:pt x="1724173" y="56195"/>
                  <a:pt x="1721543" y="60004"/>
                  <a:pt x="1718827" y="65308"/>
                </a:cubicBezTo>
                <a:lnTo>
                  <a:pt x="1718827" y="102466"/>
                </a:lnTo>
                <a:cubicBezTo>
                  <a:pt x="1718827" y="106753"/>
                  <a:pt x="1719365" y="109997"/>
                  <a:pt x="1720439" y="112198"/>
                </a:cubicBezTo>
                <a:cubicBezTo>
                  <a:pt x="1721175" y="113722"/>
                  <a:pt x="1722476" y="114992"/>
                  <a:pt x="1724343" y="116009"/>
                </a:cubicBezTo>
                <a:cubicBezTo>
                  <a:pt x="1726210" y="117023"/>
                  <a:pt x="1728897" y="117531"/>
                  <a:pt x="1732405" y="117531"/>
                </a:cubicBezTo>
                <a:lnTo>
                  <a:pt x="1732405" y="120671"/>
                </a:lnTo>
                <a:lnTo>
                  <a:pt x="1692605" y="120671"/>
                </a:lnTo>
                <a:lnTo>
                  <a:pt x="1692605" y="117531"/>
                </a:lnTo>
                <a:cubicBezTo>
                  <a:pt x="1696566" y="117531"/>
                  <a:pt x="1699507" y="116910"/>
                  <a:pt x="1701431" y="115669"/>
                </a:cubicBezTo>
                <a:cubicBezTo>
                  <a:pt x="1702845" y="114766"/>
                  <a:pt x="1703835" y="113326"/>
                  <a:pt x="1704401" y="111349"/>
                </a:cubicBezTo>
                <a:cubicBezTo>
                  <a:pt x="1704684" y="110389"/>
                  <a:pt x="1704825" y="107652"/>
                  <a:pt x="1704825" y="103136"/>
                </a:cubicBezTo>
                <a:lnTo>
                  <a:pt x="1704825" y="73078"/>
                </a:lnTo>
                <a:cubicBezTo>
                  <a:pt x="1704825" y="64045"/>
                  <a:pt x="1704641" y="58669"/>
                  <a:pt x="1704274" y="56949"/>
                </a:cubicBezTo>
                <a:cubicBezTo>
                  <a:pt x="1703906" y="55227"/>
                  <a:pt x="1703227" y="53971"/>
                  <a:pt x="1702237" y="53181"/>
                </a:cubicBezTo>
                <a:cubicBezTo>
                  <a:pt x="1701247" y="52390"/>
                  <a:pt x="1700016" y="51995"/>
                  <a:pt x="1698546" y="51995"/>
                </a:cubicBezTo>
                <a:cubicBezTo>
                  <a:pt x="1696792" y="51995"/>
                  <a:pt x="1694812" y="52419"/>
                  <a:pt x="1692605" y="53265"/>
                </a:cubicBezTo>
                <a:lnTo>
                  <a:pt x="1691757" y="50216"/>
                </a:lnTo>
                <a:lnTo>
                  <a:pt x="1715263" y="40733"/>
                </a:lnTo>
                <a:lnTo>
                  <a:pt x="1718827" y="4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expandcontentsuchas">
            <a:extLst xmlns:a="http://schemas.openxmlformats.org/drawingml/2006/main">
              <a:ext uri="{FF2B5EF4-FFF2-40B4-BE49-F238E27FC236}">
                <a16:creationId xmlns:a16="http://schemas.microsoft.com/office/drawing/2014/main" id="{B105A3B8-F831-4D97-91E7-95DC4EF5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707" y="4441255"/>
            <a:ext cx="1594705" cy="157839"/>
          </a:xfrm>
          <a:custGeom xmlns:a="http://schemas.openxmlformats.org/drawingml/2006/main">
            <a:pathLst>
              <a:path w="1594705" h="157839">
                <a:moveTo>
                  <a:pt x="12050" y="72301"/>
                </a:moveTo>
                <a:cubicBezTo>
                  <a:pt x="11994" y="83815"/>
                  <a:pt x="14794" y="92846"/>
                  <a:pt x="20451" y="99395"/>
                </a:cubicBezTo>
                <a:cubicBezTo>
                  <a:pt x="26109" y="105941"/>
                  <a:pt x="32756" y="109215"/>
                  <a:pt x="40393" y="109215"/>
                </a:cubicBezTo>
                <a:cubicBezTo>
                  <a:pt x="45485" y="109215"/>
                  <a:pt x="49912" y="107814"/>
                  <a:pt x="53674" y="105014"/>
                </a:cubicBezTo>
                <a:cubicBezTo>
                  <a:pt x="57436" y="102214"/>
                  <a:pt x="60590" y="97419"/>
                  <a:pt x="63136" y="90630"/>
                </a:cubicBezTo>
                <a:lnTo>
                  <a:pt x="65766" y="92327"/>
                </a:lnTo>
                <a:cubicBezTo>
                  <a:pt x="64578" y="100078"/>
                  <a:pt x="61127" y="107136"/>
                  <a:pt x="55413" y="113500"/>
                </a:cubicBezTo>
                <a:cubicBezTo>
                  <a:pt x="49700" y="119864"/>
                  <a:pt x="42543" y="123047"/>
                  <a:pt x="33944" y="123047"/>
                </a:cubicBezTo>
                <a:cubicBezTo>
                  <a:pt x="24609" y="123047"/>
                  <a:pt x="16618" y="119420"/>
                  <a:pt x="9971" y="112166"/>
                </a:cubicBezTo>
                <a:cubicBezTo>
                  <a:pt x="3324" y="104911"/>
                  <a:pt x="0" y="95157"/>
                  <a:pt x="0" y="82905"/>
                </a:cubicBezTo>
                <a:cubicBezTo>
                  <a:pt x="0" y="69639"/>
                  <a:pt x="3409" y="59294"/>
                  <a:pt x="10226" y="51871"/>
                </a:cubicBezTo>
                <a:cubicBezTo>
                  <a:pt x="17043" y="44445"/>
                  <a:pt x="25599" y="40733"/>
                  <a:pt x="35896" y="40733"/>
                </a:cubicBezTo>
                <a:cubicBezTo>
                  <a:pt x="44608" y="40733"/>
                  <a:pt x="51764" y="43597"/>
                  <a:pt x="57365" y="49325"/>
                </a:cubicBezTo>
                <a:cubicBezTo>
                  <a:pt x="62966" y="55051"/>
                  <a:pt x="65766" y="62710"/>
                  <a:pt x="65766" y="72301"/>
                </a:cubicBezTo>
                <a:lnTo>
                  <a:pt x="12050" y="72301"/>
                </a:lnTo>
                <a:moveTo>
                  <a:pt x="12050" y="67379"/>
                </a:moveTo>
                <a:lnTo>
                  <a:pt x="48031" y="67379"/>
                </a:lnTo>
                <a:cubicBezTo>
                  <a:pt x="47748" y="62400"/>
                  <a:pt x="47154" y="58893"/>
                  <a:pt x="46249" y="56856"/>
                </a:cubicBezTo>
                <a:cubicBezTo>
                  <a:pt x="44834" y="53688"/>
                  <a:pt x="42727" y="51199"/>
                  <a:pt x="39927" y="49388"/>
                </a:cubicBezTo>
                <a:cubicBezTo>
                  <a:pt x="37126" y="47578"/>
                  <a:pt x="34199" y="46673"/>
                  <a:pt x="31144" y="46673"/>
                </a:cubicBezTo>
                <a:cubicBezTo>
                  <a:pt x="26448" y="46673"/>
                  <a:pt x="22247" y="48497"/>
                  <a:pt x="18542" y="52146"/>
                </a:cubicBezTo>
                <a:cubicBezTo>
                  <a:pt x="14836" y="55795"/>
                  <a:pt x="12672" y="60873"/>
                  <a:pt x="12050" y="67379"/>
                </a:cubicBezTo>
                <a:close/>
                <a:moveTo>
                  <a:pt x="73006" y="42939"/>
                </a:moveTo>
                <a:lnTo>
                  <a:pt x="109580" y="42939"/>
                </a:lnTo>
                <a:lnTo>
                  <a:pt x="109580" y="46079"/>
                </a:lnTo>
                <a:cubicBezTo>
                  <a:pt x="107261" y="46079"/>
                  <a:pt x="105634" y="46475"/>
                  <a:pt x="104701" y="47267"/>
                </a:cubicBezTo>
                <a:cubicBezTo>
                  <a:pt x="103767" y="48059"/>
                  <a:pt x="103301" y="49106"/>
                  <a:pt x="103301" y="50407"/>
                </a:cubicBezTo>
                <a:cubicBezTo>
                  <a:pt x="103301" y="51764"/>
                  <a:pt x="104291" y="53858"/>
                  <a:pt x="106271" y="56686"/>
                </a:cubicBezTo>
                <a:cubicBezTo>
                  <a:pt x="106893" y="57592"/>
                  <a:pt x="107827" y="59006"/>
                  <a:pt x="109071" y="60929"/>
                </a:cubicBezTo>
                <a:lnTo>
                  <a:pt x="114587" y="69755"/>
                </a:lnTo>
                <a:lnTo>
                  <a:pt x="120952" y="60929"/>
                </a:lnTo>
                <a:cubicBezTo>
                  <a:pt x="125025" y="55329"/>
                  <a:pt x="127061" y="51793"/>
                  <a:pt x="127061" y="50322"/>
                </a:cubicBezTo>
                <a:cubicBezTo>
                  <a:pt x="127061" y="49134"/>
                  <a:pt x="126581" y="48130"/>
                  <a:pt x="125619" y="47309"/>
                </a:cubicBezTo>
                <a:cubicBezTo>
                  <a:pt x="124657" y="46489"/>
                  <a:pt x="123101" y="46079"/>
                  <a:pt x="120952" y="46079"/>
                </a:cubicBezTo>
                <a:lnTo>
                  <a:pt x="120952" y="42939"/>
                </a:lnTo>
                <a:lnTo>
                  <a:pt x="147258" y="42939"/>
                </a:lnTo>
                <a:lnTo>
                  <a:pt x="147258" y="46079"/>
                </a:lnTo>
                <a:cubicBezTo>
                  <a:pt x="144486" y="46249"/>
                  <a:pt x="142082" y="47012"/>
                  <a:pt x="140045" y="48370"/>
                </a:cubicBezTo>
                <a:cubicBezTo>
                  <a:pt x="137273" y="50294"/>
                  <a:pt x="133483" y="54480"/>
                  <a:pt x="128674" y="60929"/>
                </a:cubicBezTo>
                <a:lnTo>
                  <a:pt x="118066" y="75101"/>
                </a:lnTo>
                <a:lnTo>
                  <a:pt x="137414" y="102879"/>
                </a:lnTo>
                <a:cubicBezTo>
                  <a:pt x="142167" y="109710"/>
                  <a:pt x="145561" y="113818"/>
                  <a:pt x="147598" y="115202"/>
                </a:cubicBezTo>
                <a:cubicBezTo>
                  <a:pt x="149634" y="116585"/>
                  <a:pt x="152265" y="117361"/>
                  <a:pt x="155490" y="117531"/>
                </a:cubicBezTo>
                <a:lnTo>
                  <a:pt x="155490" y="120671"/>
                </a:lnTo>
                <a:lnTo>
                  <a:pt x="118830" y="120671"/>
                </a:lnTo>
                <a:lnTo>
                  <a:pt x="118830" y="117531"/>
                </a:lnTo>
                <a:cubicBezTo>
                  <a:pt x="121376" y="117531"/>
                  <a:pt x="123356" y="116967"/>
                  <a:pt x="124770" y="115839"/>
                </a:cubicBezTo>
                <a:cubicBezTo>
                  <a:pt x="125845" y="115049"/>
                  <a:pt x="126383" y="114005"/>
                  <a:pt x="126383" y="112707"/>
                </a:cubicBezTo>
                <a:cubicBezTo>
                  <a:pt x="126383" y="111409"/>
                  <a:pt x="124572" y="108137"/>
                  <a:pt x="120952" y="102890"/>
                </a:cubicBezTo>
                <a:lnTo>
                  <a:pt x="109580" y="86302"/>
                </a:lnTo>
                <a:lnTo>
                  <a:pt x="97106" y="102890"/>
                </a:lnTo>
                <a:cubicBezTo>
                  <a:pt x="93259" y="108024"/>
                  <a:pt x="91335" y="111071"/>
                  <a:pt x="91335" y="112031"/>
                </a:cubicBezTo>
                <a:cubicBezTo>
                  <a:pt x="91335" y="113385"/>
                  <a:pt x="91972" y="114612"/>
                  <a:pt x="93245" y="115712"/>
                </a:cubicBezTo>
                <a:cubicBezTo>
                  <a:pt x="94518" y="116811"/>
                  <a:pt x="96427" y="117418"/>
                  <a:pt x="98973" y="117531"/>
                </a:cubicBezTo>
                <a:lnTo>
                  <a:pt x="98973" y="120671"/>
                </a:lnTo>
                <a:lnTo>
                  <a:pt x="73600" y="120671"/>
                </a:lnTo>
                <a:lnTo>
                  <a:pt x="73600" y="117531"/>
                </a:lnTo>
                <a:cubicBezTo>
                  <a:pt x="75636" y="117248"/>
                  <a:pt x="77418" y="116543"/>
                  <a:pt x="78946" y="115415"/>
                </a:cubicBezTo>
                <a:cubicBezTo>
                  <a:pt x="81096" y="113778"/>
                  <a:pt x="84716" y="109601"/>
                  <a:pt x="89808" y="102885"/>
                </a:cubicBezTo>
                <a:lnTo>
                  <a:pt x="106101" y="81296"/>
                </a:lnTo>
                <a:lnTo>
                  <a:pt x="91335" y="59911"/>
                </a:lnTo>
                <a:cubicBezTo>
                  <a:pt x="87149" y="53801"/>
                  <a:pt x="83910" y="49968"/>
                  <a:pt x="81619" y="48413"/>
                </a:cubicBezTo>
                <a:cubicBezTo>
                  <a:pt x="79328" y="46857"/>
                  <a:pt x="76457" y="46079"/>
                  <a:pt x="73006" y="46079"/>
                </a:cubicBezTo>
                <a:lnTo>
                  <a:pt x="73006" y="42939"/>
                </a:lnTo>
                <a:close/>
                <a:moveTo>
                  <a:pt x="157441" y="50584"/>
                </a:moveTo>
                <a:lnTo>
                  <a:pt x="181372" y="40902"/>
                </a:lnTo>
                <a:lnTo>
                  <a:pt x="184597" y="40902"/>
                </a:lnTo>
                <a:lnTo>
                  <a:pt x="184597" y="59062"/>
                </a:lnTo>
                <a:cubicBezTo>
                  <a:pt x="188613" y="52217"/>
                  <a:pt x="192644" y="47451"/>
                  <a:pt x="196689" y="44764"/>
                </a:cubicBezTo>
                <a:cubicBezTo>
                  <a:pt x="200734" y="42076"/>
                  <a:pt x="204991" y="40733"/>
                  <a:pt x="209461" y="40733"/>
                </a:cubicBezTo>
                <a:cubicBezTo>
                  <a:pt x="217268" y="40733"/>
                  <a:pt x="223774" y="43784"/>
                  <a:pt x="228978" y="49887"/>
                </a:cubicBezTo>
                <a:cubicBezTo>
                  <a:pt x="235371" y="57348"/>
                  <a:pt x="238567" y="67068"/>
                  <a:pt x="238567" y="79050"/>
                </a:cubicBezTo>
                <a:cubicBezTo>
                  <a:pt x="238567" y="92443"/>
                  <a:pt x="234720" y="103520"/>
                  <a:pt x="227026" y="112280"/>
                </a:cubicBezTo>
                <a:cubicBezTo>
                  <a:pt x="220690" y="119458"/>
                  <a:pt x="212713" y="123047"/>
                  <a:pt x="203096" y="123047"/>
                </a:cubicBezTo>
                <a:cubicBezTo>
                  <a:pt x="198910" y="123047"/>
                  <a:pt x="195289" y="122453"/>
                  <a:pt x="192234" y="121265"/>
                </a:cubicBezTo>
                <a:cubicBezTo>
                  <a:pt x="189971" y="120416"/>
                  <a:pt x="187425" y="118719"/>
                  <a:pt x="184597" y="116173"/>
                </a:cubicBezTo>
                <a:lnTo>
                  <a:pt x="184597" y="139849"/>
                </a:lnTo>
                <a:cubicBezTo>
                  <a:pt x="184597" y="145167"/>
                  <a:pt x="184922" y="148547"/>
                  <a:pt x="185572" y="149990"/>
                </a:cubicBezTo>
                <a:cubicBezTo>
                  <a:pt x="186223" y="151432"/>
                  <a:pt x="187355" y="152578"/>
                  <a:pt x="188967" y="153427"/>
                </a:cubicBezTo>
                <a:cubicBezTo>
                  <a:pt x="190579" y="154275"/>
                  <a:pt x="193507" y="154699"/>
                  <a:pt x="197750" y="154699"/>
                </a:cubicBezTo>
                <a:lnTo>
                  <a:pt x="197750" y="157839"/>
                </a:lnTo>
                <a:lnTo>
                  <a:pt x="157017" y="157839"/>
                </a:lnTo>
                <a:lnTo>
                  <a:pt x="157017" y="154699"/>
                </a:lnTo>
                <a:lnTo>
                  <a:pt x="159139" y="154699"/>
                </a:lnTo>
                <a:cubicBezTo>
                  <a:pt x="162250" y="154756"/>
                  <a:pt x="164909" y="154161"/>
                  <a:pt x="167115" y="152915"/>
                </a:cubicBezTo>
                <a:cubicBezTo>
                  <a:pt x="168190" y="152292"/>
                  <a:pt x="169025" y="151287"/>
                  <a:pt x="169619" y="149900"/>
                </a:cubicBezTo>
                <a:cubicBezTo>
                  <a:pt x="170213" y="148514"/>
                  <a:pt x="170510" y="144990"/>
                  <a:pt x="170510" y="139329"/>
                </a:cubicBezTo>
                <a:lnTo>
                  <a:pt x="170510" y="65785"/>
                </a:lnTo>
                <a:cubicBezTo>
                  <a:pt x="170510" y="60746"/>
                  <a:pt x="170284" y="57548"/>
                  <a:pt x="169831" y="56190"/>
                </a:cubicBezTo>
                <a:cubicBezTo>
                  <a:pt x="169378" y="54831"/>
                  <a:pt x="168657" y="53812"/>
                  <a:pt x="167667" y="53133"/>
                </a:cubicBezTo>
                <a:cubicBezTo>
                  <a:pt x="166677" y="52452"/>
                  <a:pt x="165333" y="52112"/>
                  <a:pt x="163636" y="52112"/>
                </a:cubicBezTo>
                <a:cubicBezTo>
                  <a:pt x="162278" y="52112"/>
                  <a:pt x="160553" y="52508"/>
                  <a:pt x="158460" y="53300"/>
                </a:cubicBezTo>
                <a:lnTo>
                  <a:pt x="157441" y="50584"/>
                </a:lnTo>
                <a:moveTo>
                  <a:pt x="184597" y="64223"/>
                </a:moveTo>
                <a:lnTo>
                  <a:pt x="184597" y="93208"/>
                </a:lnTo>
                <a:cubicBezTo>
                  <a:pt x="184597" y="99480"/>
                  <a:pt x="184851" y="103605"/>
                  <a:pt x="185360" y="105582"/>
                </a:cubicBezTo>
                <a:cubicBezTo>
                  <a:pt x="186152" y="108859"/>
                  <a:pt x="188090" y="111741"/>
                  <a:pt x="191173" y="114227"/>
                </a:cubicBezTo>
                <a:cubicBezTo>
                  <a:pt x="194256" y="116712"/>
                  <a:pt x="198146" y="117955"/>
                  <a:pt x="202841" y="117955"/>
                </a:cubicBezTo>
                <a:cubicBezTo>
                  <a:pt x="208499" y="117955"/>
                  <a:pt x="213081" y="115751"/>
                  <a:pt x="216589" y="111344"/>
                </a:cubicBezTo>
                <a:cubicBezTo>
                  <a:pt x="221171" y="105582"/>
                  <a:pt x="223462" y="97475"/>
                  <a:pt x="223462" y="87021"/>
                </a:cubicBezTo>
                <a:cubicBezTo>
                  <a:pt x="223462" y="75157"/>
                  <a:pt x="220860" y="66032"/>
                  <a:pt x="215655" y="59648"/>
                </a:cubicBezTo>
                <a:cubicBezTo>
                  <a:pt x="212035" y="55241"/>
                  <a:pt x="207735" y="53037"/>
                  <a:pt x="202757" y="53037"/>
                </a:cubicBezTo>
                <a:cubicBezTo>
                  <a:pt x="200041" y="53037"/>
                  <a:pt x="197354" y="53715"/>
                  <a:pt x="194695" y="55071"/>
                </a:cubicBezTo>
                <a:cubicBezTo>
                  <a:pt x="192658" y="56088"/>
                  <a:pt x="189292" y="59138"/>
                  <a:pt x="184597" y="64223"/>
                </a:cubicBezTo>
                <a:close/>
                <a:moveTo>
                  <a:pt x="293981" y="109469"/>
                </a:moveTo>
                <a:cubicBezTo>
                  <a:pt x="286004" y="115636"/>
                  <a:pt x="280997" y="119200"/>
                  <a:pt x="278961" y="120161"/>
                </a:cubicBezTo>
                <a:cubicBezTo>
                  <a:pt x="275906" y="121632"/>
                  <a:pt x="272653" y="122368"/>
                  <a:pt x="269202" y="122368"/>
                </a:cubicBezTo>
                <a:cubicBezTo>
                  <a:pt x="263827" y="122368"/>
                  <a:pt x="259401" y="120529"/>
                  <a:pt x="255921" y="116852"/>
                </a:cubicBezTo>
                <a:cubicBezTo>
                  <a:pt x="252442" y="113175"/>
                  <a:pt x="250703" y="108338"/>
                  <a:pt x="250703" y="102341"/>
                </a:cubicBezTo>
                <a:cubicBezTo>
                  <a:pt x="250703" y="98551"/>
                  <a:pt x="251551" y="95269"/>
                  <a:pt x="253248" y="92497"/>
                </a:cubicBezTo>
                <a:cubicBezTo>
                  <a:pt x="255568" y="88650"/>
                  <a:pt x="259599" y="85030"/>
                  <a:pt x="265341" y="81635"/>
                </a:cubicBezTo>
                <a:cubicBezTo>
                  <a:pt x="271083" y="78241"/>
                  <a:pt x="280630" y="74111"/>
                  <a:pt x="293981" y="69246"/>
                </a:cubicBezTo>
                <a:lnTo>
                  <a:pt x="293981" y="66191"/>
                </a:lnTo>
                <a:cubicBezTo>
                  <a:pt x="293981" y="58440"/>
                  <a:pt x="292751" y="53122"/>
                  <a:pt x="290290" y="50237"/>
                </a:cubicBezTo>
                <a:cubicBezTo>
                  <a:pt x="287829" y="47352"/>
                  <a:pt x="284250" y="45909"/>
                  <a:pt x="279555" y="45909"/>
                </a:cubicBezTo>
                <a:cubicBezTo>
                  <a:pt x="275991" y="45909"/>
                  <a:pt x="273162" y="46867"/>
                  <a:pt x="271069" y="48784"/>
                </a:cubicBezTo>
                <a:cubicBezTo>
                  <a:pt x="268919" y="50700"/>
                  <a:pt x="267844" y="52899"/>
                  <a:pt x="267844" y="55379"/>
                </a:cubicBezTo>
                <a:lnTo>
                  <a:pt x="268014" y="60282"/>
                </a:lnTo>
                <a:cubicBezTo>
                  <a:pt x="268014" y="62874"/>
                  <a:pt x="267349" y="64874"/>
                  <a:pt x="266020" y="66283"/>
                </a:cubicBezTo>
                <a:cubicBezTo>
                  <a:pt x="264690" y="67692"/>
                  <a:pt x="262951" y="68397"/>
                  <a:pt x="260801" y="68397"/>
                </a:cubicBezTo>
                <a:cubicBezTo>
                  <a:pt x="258708" y="68397"/>
                  <a:pt x="256996" y="67664"/>
                  <a:pt x="255667" y="66199"/>
                </a:cubicBezTo>
                <a:cubicBezTo>
                  <a:pt x="254337" y="64731"/>
                  <a:pt x="253673" y="62728"/>
                  <a:pt x="253673" y="60189"/>
                </a:cubicBezTo>
                <a:cubicBezTo>
                  <a:pt x="253673" y="55340"/>
                  <a:pt x="256162" y="50885"/>
                  <a:pt x="261140" y="46824"/>
                </a:cubicBezTo>
                <a:cubicBezTo>
                  <a:pt x="266119" y="42763"/>
                  <a:pt x="273105" y="40733"/>
                  <a:pt x="282101" y="40733"/>
                </a:cubicBezTo>
                <a:cubicBezTo>
                  <a:pt x="289003" y="40733"/>
                  <a:pt x="294660" y="41891"/>
                  <a:pt x="299073" y="44207"/>
                </a:cubicBezTo>
                <a:cubicBezTo>
                  <a:pt x="302410" y="45959"/>
                  <a:pt x="304871" y="48700"/>
                  <a:pt x="306455" y="52430"/>
                </a:cubicBezTo>
                <a:cubicBezTo>
                  <a:pt x="307474" y="54859"/>
                  <a:pt x="307983" y="59831"/>
                  <a:pt x="307983" y="67347"/>
                </a:cubicBezTo>
                <a:lnTo>
                  <a:pt x="307983" y="93706"/>
                </a:lnTo>
                <a:cubicBezTo>
                  <a:pt x="307983" y="101109"/>
                  <a:pt x="308124" y="105643"/>
                  <a:pt x="308407" y="107311"/>
                </a:cubicBezTo>
                <a:cubicBezTo>
                  <a:pt x="308690" y="108978"/>
                  <a:pt x="309157" y="110094"/>
                  <a:pt x="309807" y="110660"/>
                </a:cubicBezTo>
                <a:cubicBezTo>
                  <a:pt x="310458" y="111224"/>
                  <a:pt x="311208" y="111506"/>
                  <a:pt x="312056" y="111506"/>
                </a:cubicBezTo>
                <a:cubicBezTo>
                  <a:pt x="312961" y="111506"/>
                  <a:pt x="313753" y="111308"/>
                  <a:pt x="314432" y="110912"/>
                </a:cubicBezTo>
                <a:cubicBezTo>
                  <a:pt x="315620" y="110176"/>
                  <a:pt x="317911" y="108111"/>
                  <a:pt x="321306" y="104717"/>
                </a:cubicBezTo>
                <a:lnTo>
                  <a:pt x="321306" y="109469"/>
                </a:lnTo>
                <a:cubicBezTo>
                  <a:pt x="314970" y="117955"/>
                  <a:pt x="308916" y="122198"/>
                  <a:pt x="303146" y="122198"/>
                </a:cubicBezTo>
                <a:cubicBezTo>
                  <a:pt x="300374" y="122198"/>
                  <a:pt x="298167" y="121236"/>
                  <a:pt x="296527" y="119313"/>
                </a:cubicBezTo>
                <a:cubicBezTo>
                  <a:pt x="294886" y="117389"/>
                  <a:pt x="294038" y="114108"/>
                  <a:pt x="293981" y="109469"/>
                </a:cubicBezTo>
                <a:moveTo>
                  <a:pt x="293981" y="103906"/>
                </a:moveTo>
                <a:lnTo>
                  <a:pt x="293981" y="74422"/>
                </a:lnTo>
                <a:cubicBezTo>
                  <a:pt x="285438" y="77801"/>
                  <a:pt x="279923" y="80194"/>
                  <a:pt x="277433" y="81603"/>
                </a:cubicBezTo>
                <a:cubicBezTo>
                  <a:pt x="272964" y="84082"/>
                  <a:pt x="269768" y="86673"/>
                  <a:pt x="267844" y="89376"/>
                </a:cubicBezTo>
                <a:cubicBezTo>
                  <a:pt x="265921" y="92079"/>
                  <a:pt x="264959" y="95036"/>
                  <a:pt x="264959" y="98246"/>
                </a:cubicBezTo>
                <a:cubicBezTo>
                  <a:pt x="264959" y="102302"/>
                  <a:pt x="266175" y="105667"/>
                  <a:pt x="268608" y="108342"/>
                </a:cubicBezTo>
                <a:cubicBezTo>
                  <a:pt x="271041" y="111017"/>
                  <a:pt x="273841" y="112354"/>
                  <a:pt x="277009" y="112354"/>
                </a:cubicBezTo>
                <a:cubicBezTo>
                  <a:pt x="281309" y="112354"/>
                  <a:pt x="286966" y="109538"/>
                  <a:pt x="293981" y="103906"/>
                </a:cubicBezTo>
                <a:close/>
                <a:moveTo>
                  <a:pt x="349761" y="57196"/>
                </a:moveTo>
                <a:cubicBezTo>
                  <a:pt x="358869" y="46220"/>
                  <a:pt x="367553" y="40733"/>
                  <a:pt x="375812" y="40733"/>
                </a:cubicBezTo>
                <a:cubicBezTo>
                  <a:pt x="380055" y="40733"/>
                  <a:pt x="383704" y="41792"/>
                  <a:pt x="386759" y="43910"/>
                </a:cubicBezTo>
                <a:cubicBezTo>
                  <a:pt x="389814" y="46026"/>
                  <a:pt x="392247" y="49511"/>
                  <a:pt x="394057" y="54366"/>
                </a:cubicBezTo>
                <a:cubicBezTo>
                  <a:pt x="395302" y="57752"/>
                  <a:pt x="395924" y="62945"/>
                  <a:pt x="395924" y="69946"/>
                </a:cubicBezTo>
                <a:lnTo>
                  <a:pt x="395924" y="103052"/>
                </a:lnTo>
                <a:cubicBezTo>
                  <a:pt x="395924" y="107963"/>
                  <a:pt x="396320" y="111294"/>
                  <a:pt x="397112" y="113044"/>
                </a:cubicBezTo>
                <a:cubicBezTo>
                  <a:pt x="397735" y="114455"/>
                  <a:pt x="398739" y="115555"/>
                  <a:pt x="400125" y="116345"/>
                </a:cubicBezTo>
                <a:cubicBezTo>
                  <a:pt x="401511" y="117136"/>
                  <a:pt x="404071" y="117531"/>
                  <a:pt x="407805" y="117531"/>
                </a:cubicBezTo>
                <a:lnTo>
                  <a:pt x="407805" y="120671"/>
                </a:lnTo>
                <a:lnTo>
                  <a:pt x="369363" y="120671"/>
                </a:lnTo>
                <a:lnTo>
                  <a:pt x="369363" y="117531"/>
                </a:lnTo>
                <a:lnTo>
                  <a:pt x="370975" y="117531"/>
                </a:lnTo>
                <a:cubicBezTo>
                  <a:pt x="374596" y="117531"/>
                  <a:pt x="377128" y="116982"/>
                  <a:pt x="378570" y="115884"/>
                </a:cubicBezTo>
                <a:cubicBezTo>
                  <a:pt x="380013" y="114786"/>
                  <a:pt x="381017" y="113169"/>
                  <a:pt x="381583" y="111031"/>
                </a:cubicBezTo>
                <a:cubicBezTo>
                  <a:pt x="381809" y="110186"/>
                  <a:pt x="381922" y="107540"/>
                  <a:pt x="381922" y="103094"/>
                </a:cubicBezTo>
                <a:lnTo>
                  <a:pt x="381922" y="71433"/>
                </a:lnTo>
                <a:cubicBezTo>
                  <a:pt x="381922" y="64399"/>
                  <a:pt x="381003" y="59291"/>
                  <a:pt x="379164" y="56111"/>
                </a:cubicBezTo>
                <a:cubicBezTo>
                  <a:pt x="377326" y="52930"/>
                  <a:pt x="374228" y="51340"/>
                  <a:pt x="369872" y="51340"/>
                </a:cubicBezTo>
                <a:cubicBezTo>
                  <a:pt x="363140" y="51340"/>
                  <a:pt x="356436" y="54999"/>
                  <a:pt x="349761" y="62316"/>
                </a:cubicBezTo>
                <a:lnTo>
                  <a:pt x="349761" y="103094"/>
                </a:lnTo>
                <a:cubicBezTo>
                  <a:pt x="349761" y="108329"/>
                  <a:pt x="350072" y="111565"/>
                  <a:pt x="350694" y="112803"/>
                </a:cubicBezTo>
                <a:cubicBezTo>
                  <a:pt x="351486" y="114434"/>
                  <a:pt x="352575" y="115630"/>
                  <a:pt x="353961" y="116391"/>
                </a:cubicBezTo>
                <a:cubicBezTo>
                  <a:pt x="355347" y="117151"/>
                  <a:pt x="358162" y="117531"/>
                  <a:pt x="362405" y="117531"/>
                </a:cubicBezTo>
                <a:lnTo>
                  <a:pt x="362405" y="120671"/>
                </a:lnTo>
                <a:lnTo>
                  <a:pt x="323963" y="120671"/>
                </a:lnTo>
                <a:lnTo>
                  <a:pt x="323963" y="117531"/>
                </a:lnTo>
                <a:lnTo>
                  <a:pt x="325660" y="117531"/>
                </a:lnTo>
                <a:cubicBezTo>
                  <a:pt x="329620" y="117531"/>
                  <a:pt x="332294" y="116529"/>
                  <a:pt x="333680" y="114526"/>
                </a:cubicBezTo>
                <a:cubicBezTo>
                  <a:pt x="335066" y="112521"/>
                  <a:pt x="335759" y="108697"/>
                  <a:pt x="335759" y="103052"/>
                </a:cubicBezTo>
                <a:lnTo>
                  <a:pt x="335759" y="74263"/>
                </a:lnTo>
                <a:cubicBezTo>
                  <a:pt x="335759" y="64950"/>
                  <a:pt x="335547" y="59277"/>
                  <a:pt x="335122" y="57246"/>
                </a:cubicBezTo>
                <a:cubicBezTo>
                  <a:pt x="334698" y="55213"/>
                  <a:pt x="334047" y="53829"/>
                  <a:pt x="333170" y="53096"/>
                </a:cubicBezTo>
                <a:cubicBezTo>
                  <a:pt x="332294" y="52362"/>
                  <a:pt x="331120" y="51995"/>
                  <a:pt x="329649" y="51995"/>
                </a:cubicBezTo>
                <a:cubicBezTo>
                  <a:pt x="328065" y="51995"/>
                  <a:pt x="326169" y="52419"/>
                  <a:pt x="323963" y="53265"/>
                </a:cubicBezTo>
                <a:lnTo>
                  <a:pt x="322690" y="50216"/>
                </a:lnTo>
                <a:lnTo>
                  <a:pt x="346112" y="40733"/>
                </a:lnTo>
                <a:lnTo>
                  <a:pt x="349761" y="40733"/>
                </a:lnTo>
                <a:lnTo>
                  <a:pt x="349761" y="57196"/>
                </a:lnTo>
                <a:close/>
                <a:moveTo>
                  <a:pt x="468903" y="111930"/>
                </a:moveTo>
                <a:cubicBezTo>
                  <a:pt x="465113" y="115890"/>
                  <a:pt x="461407" y="118733"/>
                  <a:pt x="457787" y="120459"/>
                </a:cubicBezTo>
                <a:cubicBezTo>
                  <a:pt x="454166" y="122184"/>
                  <a:pt x="450262" y="123047"/>
                  <a:pt x="446076" y="123047"/>
                </a:cubicBezTo>
                <a:cubicBezTo>
                  <a:pt x="437590" y="123047"/>
                  <a:pt x="430179" y="119505"/>
                  <a:pt x="423843" y="112421"/>
                </a:cubicBezTo>
                <a:cubicBezTo>
                  <a:pt x="417507" y="105335"/>
                  <a:pt x="414338" y="96230"/>
                  <a:pt x="414338" y="85106"/>
                </a:cubicBezTo>
                <a:cubicBezTo>
                  <a:pt x="414338" y="73984"/>
                  <a:pt x="417846" y="63808"/>
                  <a:pt x="424861" y="54578"/>
                </a:cubicBezTo>
                <a:cubicBezTo>
                  <a:pt x="431876" y="45348"/>
                  <a:pt x="440900" y="40733"/>
                  <a:pt x="451931" y="40733"/>
                </a:cubicBezTo>
                <a:cubicBezTo>
                  <a:pt x="458777" y="40733"/>
                  <a:pt x="464434" y="42911"/>
                  <a:pt x="468903" y="47267"/>
                </a:cubicBezTo>
                <a:lnTo>
                  <a:pt x="468903" y="32894"/>
                </a:lnTo>
                <a:cubicBezTo>
                  <a:pt x="468903" y="23975"/>
                  <a:pt x="468691" y="18492"/>
                  <a:pt x="468267" y="16447"/>
                </a:cubicBezTo>
                <a:cubicBezTo>
                  <a:pt x="467843" y="14401"/>
                  <a:pt x="467178" y="13010"/>
                  <a:pt x="466273" y="12273"/>
                </a:cubicBezTo>
                <a:cubicBezTo>
                  <a:pt x="465367" y="11534"/>
                  <a:pt x="464236" y="11164"/>
                  <a:pt x="462878" y="11164"/>
                </a:cubicBezTo>
                <a:cubicBezTo>
                  <a:pt x="461407" y="11164"/>
                  <a:pt x="459456" y="11619"/>
                  <a:pt x="457023" y="12527"/>
                </a:cubicBezTo>
                <a:lnTo>
                  <a:pt x="455920" y="9544"/>
                </a:lnTo>
                <a:lnTo>
                  <a:pt x="479086" y="0"/>
                </a:lnTo>
                <a:lnTo>
                  <a:pt x="482905" y="0"/>
                </a:lnTo>
                <a:lnTo>
                  <a:pt x="482905" y="89867"/>
                </a:lnTo>
                <a:cubicBezTo>
                  <a:pt x="482905" y="98975"/>
                  <a:pt x="483117" y="104533"/>
                  <a:pt x="483542" y="106541"/>
                </a:cubicBezTo>
                <a:cubicBezTo>
                  <a:pt x="483966" y="108550"/>
                  <a:pt x="484645" y="109950"/>
                  <a:pt x="485578" y="110742"/>
                </a:cubicBezTo>
                <a:cubicBezTo>
                  <a:pt x="486512" y="111534"/>
                  <a:pt x="487601" y="111930"/>
                  <a:pt x="488845" y="111930"/>
                </a:cubicBezTo>
                <a:cubicBezTo>
                  <a:pt x="490373" y="111930"/>
                  <a:pt x="492409" y="111449"/>
                  <a:pt x="494955" y="110487"/>
                </a:cubicBezTo>
                <a:lnTo>
                  <a:pt x="495889" y="113458"/>
                </a:lnTo>
                <a:lnTo>
                  <a:pt x="472807" y="123047"/>
                </a:lnTo>
                <a:lnTo>
                  <a:pt x="468903" y="123047"/>
                </a:lnTo>
                <a:lnTo>
                  <a:pt x="468903" y="111930"/>
                </a:lnTo>
                <a:moveTo>
                  <a:pt x="468903" y="106008"/>
                </a:moveTo>
                <a:lnTo>
                  <a:pt x="468903" y="66055"/>
                </a:lnTo>
                <a:cubicBezTo>
                  <a:pt x="468564" y="62217"/>
                  <a:pt x="467546" y="58719"/>
                  <a:pt x="465848" y="55559"/>
                </a:cubicBezTo>
                <a:cubicBezTo>
                  <a:pt x="464151" y="52398"/>
                  <a:pt x="461902" y="50014"/>
                  <a:pt x="459102" y="48407"/>
                </a:cubicBezTo>
                <a:cubicBezTo>
                  <a:pt x="456302" y="46798"/>
                  <a:pt x="453572" y="45994"/>
                  <a:pt x="450913" y="45994"/>
                </a:cubicBezTo>
                <a:cubicBezTo>
                  <a:pt x="445935" y="45994"/>
                  <a:pt x="441494" y="48223"/>
                  <a:pt x="437590" y="52682"/>
                </a:cubicBezTo>
                <a:cubicBezTo>
                  <a:pt x="432442" y="58550"/>
                  <a:pt x="429868" y="67127"/>
                  <a:pt x="429868" y="78413"/>
                </a:cubicBezTo>
                <a:cubicBezTo>
                  <a:pt x="429868" y="89813"/>
                  <a:pt x="432357" y="98546"/>
                  <a:pt x="437335" y="104614"/>
                </a:cubicBezTo>
                <a:cubicBezTo>
                  <a:pt x="442314" y="110679"/>
                  <a:pt x="447858" y="113712"/>
                  <a:pt x="453968" y="113712"/>
                </a:cubicBezTo>
                <a:cubicBezTo>
                  <a:pt x="459116" y="113712"/>
                  <a:pt x="464095" y="111144"/>
                  <a:pt x="468903" y="106008"/>
                </a:cubicBezTo>
                <a:close/>
                <a:moveTo>
                  <a:pt x="610364" y="91139"/>
                </a:moveTo>
                <a:cubicBezTo>
                  <a:pt x="608271" y="101379"/>
                  <a:pt x="604170" y="109257"/>
                  <a:pt x="598060" y="114773"/>
                </a:cubicBezTo>
                <a:cubicBezTo>
                  <a:pt x="591950" y="120289"/>
                  <a:pt x="585189" y="123047"/>
                  <a:pt x="577778" y="123047"/>
                </a:cubicBezTo>
                <a:cubicBezTo>
                  <a:pt x="568953" y="123047"/>
                  <a:pt x="561259" y="119346"/>
                  <a:pt x="554696" y="111943"/>
                </a:cubicBezTo>
                <a:cubicBezTo>
                  <a:pt x="548134" y="104539"/>
                  <a:pt x="544853" y="94536"/>
                  <a:pt x="544853" y="81932"/>
                </a:cubicBezTo>
                <a:cubicBezTo>
                  <a:pt x="544853" y="69725"/>
                  <a:pt x="548488" y="59807"/>
                  <a:pt x="555757" y="52178"/>
                </a:cubicBezTo>
                <a:cubicBezTo>
                  <a:pt x="563027" y="44548"/>
                  <a:pt x="571753" y="40733"/>
                  <a:pt x="581936" y="40733"/>
                </a:cubicBezTo>
                <a:cubicBezTo>
                  <a:pt x="589574" y="40733"/>
                  <a:pt x="595853" y="42749"/>
                  <a:pt x="600775" y="46782"/>
                </a:cubicBezTo>
                <a:cubicBezTo>
                  <a:pt x="605697" y="50812"/>
                  <a:pt x="608158" y="54999"/>
                  <a:pt x="608158" y="59341"/>
                </a:cubicBezTo>
                <a:cubicBezTo>
                  <a:pt x="608158" y="61484"/>
                  <a:pt x="607465" y="63218"/>
                  <a:pt x="606079" y="64544"/>
                </a:cubicBezTo>
                <a:cubicBezTo>
                  <a:pt x="604693" y="65868"/>
                  <a:pt x="602755" y="66530"/>
                  <a:pt x="600266" y="66530"/>
                </a:cubicBezTo>
                <a:cubicBezTo>
                  <a:pt x="596928" y="66530"/>
                  <a:pt x="594411" y="65455"/>
                  <a:pt x="592714" y="63305"/>
                </a:cubicBezTo>
                <a:cubicBezTo>
                  <a:pt x="591752" y="62117"/>
                  <a:pt x="591115" y="59854"/>
                  <a:pt x="590804" y="56517"/>
                </a:cubicBezTo>
                <a:cubicBezTo>
                  <a:pt x="590493" y="53179"/>
                  <a:pt x="589348" y="50633"/>
                  <a:pt x="587367" y="48879"/>
                </a:cubicBezTo>
                <a:cubicBezTo>
                  <a:pt x="585387" y="47182"/>
                  <a:pt x="582644" y="46333"/>
                  <a:pt x="579136" y="46333"/>
                </a:cubicBezTo>
                <a:cubicBezTo>
                  <a:pt x="573479" y="46333"/>
                  <a:pt x="568925" y="48427"/>
                  <a:pt x="565474" y="52613"/>
                </a:cubicBezTo>
                <a:cubicBezTo>
                  <a:pt x="560891" y="58157"/>
                  <a:pt x="558600" y="65483"/>
                  <a:pt x="558600" y="74592"/>
                </a:cubicBezTo>
                <a:cubicBezTo>
                  <a:pt x="558600" y="83870"/>
                  <a:pt x="560877" y="92059"/>
                  <a:pt x="565431" y="99159"/>
                </a:cubicBezTo>
                <a:cubicBezTo>
                  <a:pt x="569985" y="106259"/>
                  <a:pt x="576138" y="109809"/>
                  <a:pt x="583888" y="109809"/>
                </a:cubicBezTo>
                <a:cubicBezTo>
                  <a:pt x="589432" y="109809"/>
                  <a:pt x="594411" y="107913"/>
                  <a:pt x="598824" y="104123"/>
                </a:cubicBezTo>
                <a:cubicBezTo>
                  <a:pt x="601935" y="101521"/>
                  <a:pt x="604962" y="96797"/>
                  <a:pt x="607904" y="89951"/>
                </a:cubicBezTo>
                <a:lnTo>
                  <a:pt x="610364" y="91139"/>
                </a:lnTo>
                <a:close/>
                <a:moveTo>
                  <a:pt x="659525" y="40733"/>
                </a:moveTo>
                <a:cubicBezTo>
                  <a:pt x="671292" y="40733"/>
                  <a:pt x="680740" y="45198"/>
                  <a:pt x="687868" y="54127"/>
                </a:cubicBezTo>
                <a:cubicBezTo>
                  <a:pt x="693921" y="61756"/>
                  <a:pt x="696948" y="70516"/>
                  <a:pt x="696948" y="80407"/>
                </a:cubicBezTo>
                <a:cubicBezTo>
                  <a:pt x="696948" y="87359"/>
                  <a:pt x="695279" y="94395"/>
                  <a:pt x="691941" y="101516"/>
                </a:cubicBezTo>
                <a:cubicBezTo>
                  <a:pt x="688604" y="108636"/>
                  <a:pt x="684007" y="114004"/>
                  <a:pt x="678152" y="117621"/>
                </a:cubicBezTo>
                <a:cubicBezTo>
                  <a:pt x="672296" y="121238"/>
                  <a:pt x="665776" y="123047"/>
                  <a:pt x="658592" y="123047"/>
                </a:cubicBezTo>
                <a:cubicBezTo>
                  <a:pt x="646881" y="123047"/>
                  <a:pt x="637575" y="118384"/>
                  <a:pt x="630673" y="109058"/>
                </a:cubicBezTo>
                <a:cubicBezTo>
                  <a:pt x="624846" y="101203"/>
                  <a:pt x="621932" y="92388"/>
                  <a:pt x="621932" y="82611"/>
                </a:cubicBezTo>
                <a:cubicBezTo>
                  <a:pt x="621932" y="75490"/>
                  <a:pt x="623700" y="68411"/>
                  <a:pt x="627236" y="61375"/>
                </a:cubicBezTo>
                <a:cubicBezTo>
                  <a:pt x="630772" y="54339"/>
                  <a:pt x="635425" y="49139"/>
                  <a:pt x="641195" y="45777"/>
                </a:cubicBezTo>
                <a:cubicBezTo>
                  <a:pt x="646966" y="42414"/>
                  <a:pt x="653076" y="40733"/>
                  <a:pt x="659525" y="40733"/>
                </a:cubicBezTo>
                <a:moveTo>
                  <a:pt x="656894" y="46333"/>
                </a:moveTo>
                <a:cubicBezTo>
                  <a:pt x="653896" y="46333"/>
                  <a:pt x="650883" y="47224"/>
                  <a:pt x="647857" y="49004"/>
                </a:cubicBezTo>
                <a:cubicBezTo>
                  <a:pt x="644830" y="50784"/>
                  <a:pt x="642383" y="53906"/>
                  <a:pt x="640516" y="58370"/>
                </a:cubicBezTo>
                <a:cubicBezTo>
                  <a:pt x="638649" y="62834"/>
                  <a:pt x="637716" y="68569"/>
                  <a:pt x="637716" y="75576"/>
                </a:cubicBezTo>
                <a:cubicBezTo>
                  <a:pt x="637716" y="86876"/>
                  <a:pt x="639965" y="96624"/>
                  <a:pt x="644462" y="104818"/>
                </a:cubicBezTo>
                <a:cubicBezTo>
                  <a:pt x="648960" y="113010"/>
                  <a:pt x="654886" y="117107"/>
                  <a:pt x="662240" y="117107"/>
                </a:cubicBezTo>
                <a:cubicBezTo>
                  <a:pt x="667728" y="117107"/>
                  <a:pt x="672254" y="114846"/>
                  <a:pt x="675818" y="110326"/>
                </a:cubicBezTo>
                <a:cubicBezTo>
                  <a:pt x="679382" y="105805"/>
                  <a:pt x="681164" y="98036"/>
                  <a:pt x="681164" y="87018"/>
                </a:cubicBezTo>
                <a:cubicBezTo>
                  <a:pt x="681164" y="73230"/>
                  <a:pt x="678194" y="62381"/>
                  <a:pt x="672254" y="54469"/>
                </a:cubicBezTo>
                <a:cubicBezTo>
                  <a:pt x="668237" y="49045"/>
                  <a:pt x="663117" y="46333"/>
                  <a:pt x="656894" y="46333"/>
                </a:cubicBezTo>
                <a:close/>
                <a:moveTo>
                  <a:pt x="731062" y="57196"/>
                </a:moveTo>
                <a:cubicBezTo>
                  <a:pt x="740170" y="46220"/>
                  <a:pt x="748854" y="40733"/>
                  <a:pt x="757114" y="40733"/>
                </a:cubicBezTo>
                <a:cubicBezTo>
                  <a:pt x="761357" y="40733"/>
                  <a:pt x="765006" y="41792"/>
                  <a:pt x="768061" y="43910"/>
                </a:cubicBezTo>
                <a:cubicBezTo>
                  <a:pt x="771116" y="46026"/>
                  <a:pt x="773548" y="49511"/>
                  <a:pt x="775359" y="54366"/>
                </a:cubicBezTo>
                <a:cubicBezTo>
                  <a:pt x="776603" y="57752"/>
                  <a:pt x="777226" y="62945"/>
                  <a:pt x="777226" y="69946"/>
                </a:cubicBezTo>
                <a:lnTo>
                  <a:pt x="777226" y="103052"/>
                </a:lnTo>
                <a:cubicBezTo>
                  <a:pt x="777226" y="107963"/>
                  <a:pt x="777622" y="111294"/>
                  <a:pt x="778414" y="113044"/>
                </a:cubicBezTo>
                <a:cubicBezTo>
                  <a:pt x="779036" y="114455"/>
                  <a:pt x="780040" y="115555"/>
                  <a:pt x="781426" y="116345"/>
                </a:cubicBezTo>
                <a:cubicBezTo>
                  <a:pt x="782812" y="117136"/>
                  <a:pt x="785372" y="117531"/>
                  <a:pt x="789106" y="117531"/>
                </a:cubicBezTo>
                <a:lnTo>
                  <a:pt x="789106" y="120671"/>
                </a:lnTo>
                <a:lnTo>
                  <a:pt x="750665" y="120671"/>
                </a:lnTo>
                <a:lnTo>
                  <a:pt x="750665" y="117531"/>
                </a:lnTo>
                <a:lnTo>
                  <a:pt x="752277" y="117531"/>
                </a:lnTo>
                <a:cubicBezTo>
                  <a:pt x="755898" y="117531"/>
                  <a:pt x="758429" y="116982"/>
                  <a:pt x="759872" y="115884"/>
                </a:cubicBezTo>
                <a:cubicBezTo>
                  <a:pt x="761314" y="114786"/>
                  <a:pt x="762319" y="113169"/>
                  <a:pt x="762884" y="111031"/>
                </a:cubicBezTo>
                <a:cubicBezTo>
                  <a:pt x="763111" y="110186"/>
                  <a:pt x="763224" y="107540"/>
                  <a:pt x="763224" y="103094"/>
                </a:cubicBezTo>
                <a:lnTo>
                  <a:pt x="763224" y="71433"/>
                </a:lnTo>
                <a:cubicBezTo>
                  <a:pt x="763224" y="64399"/>
                  <a:pt x="762304" y="59291"/>
                  <a:pt x="760466" y="56111"/>
                </a:cubicBezTo>
                <a:cubicBezTo>
                  <a:pt x="758627" y="52930"/>
                  <a:pt x="755530" y="51340"/>
                  <a:pt x="751174" y="51340"/>
                </a:cubicBezTo>
                <a:cubicBezTo>
                  <a:pt x="744441" y="51340"/>
                  <a:pt x="737738" y="54999"/>
                  <a:pt x="731062" y="62316"/>
                </a:cubicBezTo>
                <a:lnTo>
                  <a:pt x="731062" y="103094"/>
                </a:lnTo>
                <a:cubicBezTo>
                  <a:pt x="731062" y="108329"/>
                  <a:pt x="731373" y="111565"/>
                  <a:pt x="731995" y="112803"/>
                </a:cubicBezTo>
                <a:cubicBezTo>
                  <a:pt x="732787" y="114434"/>
                  <a:pt x="733876" y="115630"/>
                  <a:pt x="735262" y="116391"/>
                </a:cubicBezTo>
                <a:cubicBezTo>
                  <a:pt x="736649" y="117151"/>
                  <a:pt x="739463" y="117531"/>
                  <a:pt x="743706" y="117531"/>
                </a:cubicBezTo>
                <a:lnTo>
                  <a:pt x="743706" y="120671"/>
                </a:lnTo>
                <a:lnTo>
                  <a:pt x="705265" y="120671"/>
                </a:lnTo>
                <a:lnTo>
                  <a:pt x="705265" y="117531"/>
                </a:lnTo>
                <a:lnTo>
                  <a:pt x="706962" y="117531"/>
                </a:lnTo>
                <a:cubicBezTo>
                  <a:pt x="710922" y="117531"/>
                  <a:pt x="713595" y="116529"/>
                  <a:pt x="714981" y="114526"/>
                </a:cubicBezTo>
                <a:cubicBezTo>
                  <a:pt x="716367" y="112521"/>
                  <a:pt x="717060" y="108697"/>
                  <a:pt x="717060" y="103052"/>
                </a:cubicBezTo>
                <a:lnTo>
                  <a:pt x="717060" y="74263"/>
                </a:lnTo>
                <a:cubicBezTo>
                  <a:pt x="717060" y="64950"/>
                  <a:pt x="716848" y="59277"/>
                  <a:pt x="716424" y="57246"/>
                </a:cubicBezTo>
                <a:cubicBezTo>
                  <a:pt x="715999" y="55213"/>
                  <a:pt x="715349" y="53829"/>
                  <a:pt x="714472" y="53096"/>
                </a:cubicBezTo>
                <a:cubicBezTo>
                  <a:pt x="713595" y="52362"/>
                  <a:pt x="712421" y="51995"/>
                  <a:pt x="710950" y="51995"/>
                </a:cubicBezTo>
                <a:cubicBezTo>
                  <a:pt x="709366" y="51995"/>
                  <a:pt x="707471" y="52419"/>
                  <a:pt x="705265" y="53265"/>
                </a:cubicBezTo>
                <a:lnTo>
                  <a:pt x="703992" y="50216"/>
                </a:lnTo>
                <a:lnTo>
                  <a:pt x="727413" y="40733"/>
                </a:lnTo>
                <a:lnTo>
                  <a:pt x="731062" y="40733"/>
                </a:lnTo>
                <a:lnTo>
                  <a:pt x="731062" y="57196"/>
                </a:lnTo>
                <a:close/>
                <a:moveTo>
                  <a:pt x="817873" y="17311"/>
                </a:moveTo>
                <a:lnTo>
                  <a:pt x="817873" y="42939"/>
                </a:lnTo>
                <a:lnTo>
                  <a:pt x="836033" y="42939"/>
                </a:lnTo>
                <a:lnTo>
                  <a:pt x="836033" y="48879"/>
                </a:lnTo>
                <a:lnTo>
                  <a:pt x="817873" y="48879"/>
                </a:lnTo>
                <a:lnTo>
                  <a:pt x="817873" y="99217"/>
                </a:lnTo>
                <a:cubicBezTo>
                  <a:pt x="817873" y="104247"/>
                  <a:pt x="818595" y="107638"/>
                  <a:pt x="820037" y="109390"/>
                </a:cubicBezTo>
                <a:cubicBezTo>
                  <a:pt x="821480" y="111140"/>
                  <a:pt x="823333" y="112015"/>
                  <a:pt x="825596" y="112015"/>
                </a:cubicBezTo>
                <a:cubicBezTo>
                  <a:pt x="827463" y="112015"/>
                  <a:pt x="829273" y="111435"/>
                  <a:pt x="831027" y="110275"/>
                </a:cubicBezTo>
                <a:cubicBezTo>
                  <a:pt x="832780" y="109116"/>
                  <a:pt x="834138" y="107404"/>
                  <a:pt x="835100" y="105141"/>
                </a:cubicBezTo>
                <a:lnTo>
                  <a:pt x="838409" y="105141"/>
                </a:lnTo>
                <a:cubicBezTo>
                  <a:pt x="836429" y="110701"/>
                  <a:pt x="833629" y="114906"/>
                  <a:pt x="830008" y="117756"/>
                </a:cubicBezTo>
                <a:cubicBezTo>
                  <a:pt x="826388" y="120604"/>
                  <a:pt x="822654" y="122028"/>
                  <a:pt x="818807" y="122028"/>
                </a:cubicBezTo>
                <a:cubicBezTo>
                  <a:pt x="816204" y="122028"/>
                  <a:pt x="813659" y="121306"/>
                  <a:pt x="811169" y="119862"/>
                </a:cubicBezTo>
                <a:cubicBezTo>
                  <a:pt x="808680" y="118417"/>
                  <a:pt x="806842" y="116351"/>
                  <a:pt x="805654" y="113662"/>
                </a:cubicBezTo>
                <a:cubicBezTo>
                  <a:pt x="804465" y="110971"/>
                  <a:pt x="803871" y="106822"/>
                  <a:pt x="803871" y="101214"/>
                </a:cubicBezTo>
                <a:lnTo>
                  <a:pt x="803871" y="48879"/>
                </a:lnTo>
                <a:lnTo>
                  <a:pt x="791567" y="48879"/>
                </a:lnTo>
                <a:lnTo>
                  <a:pt x="791567" y="46079"/>
                </a:lnTo>
                <a:cubicBezTo>
                  <a:pt x="794678" y="44831"/>
                  <a:pt x="797861" y="42717"/>
                  <a:pt x="801114" y="39738"/>
                </a:cubicBezTo>
                <a:cubicBezTo>
                  <a:pt x="804366" y="36759"/>
                  <a:pt x="807266" y="33227"/>
                  <a:pt x="809812" y="29141"/>
                </a:cubicBezTo>
                <a:cubicBezTo>
                  <a:pt x="811113" y="26986"/>
                  <a:pt x="812923" y="23043"/>
                  <a:pt x="815243" y="17311"/>
                </a:cubicBezTo>
                <a:lnTo>
                  <a:pt x="817873" y="17311"/>
                </a:lnTo>
                <a:close/>
                <a:moveTo>
                  <a:pt x="856684" y="72301"/>
                </a:moveTo>
                <a:cubicBezTo>
                  <a:pt x="856627" y="83815"/>
                  <a:pt x="859427" y="92846"/>
                  <a:pt x="865085" y="99395"/>
                </a:cubicBezTo>
                <a:cubicBezTo>
                  <a:pt x="870742" y="105941"/>
                  <a:pt x="877389" y="109215"/>
                  <a:pt x="885027" y="109215"/>
                </a:cubicBezTo>
                <a:cubicBezTo>
                  <a:pt x="890118" y="109215"/>
                  <a:pt x="894545" y="107814"/>
                  <a:pt x="898307" y="105014"/>
                </a:cubicBezTo>
                <a:cubicBezTo>
                  <a:pt x="902069" y="102214"/>
                  <a:pt x="905223" y="97419"/>
                  <a:pt x="907769" y="90630"/>
                </a:cubicBezTo>
                <a:lnTo>
                  <a:pt x="910400" y="92327"/>
                </a:lnTo>
                <a:cubicBezTo>
                  <a:pt x="909212" y="100078"/>
                  <a:pt x="905761" y="107136"/>
                  <a:pt x="900047" y="113500"/>
                </a:cubicBezTo>
                <a:cubicBezTo>
                  <a:pt x="894333" y="119864"/>
                  <a:pt x="887177" y="123047"/>
                  <a:pt x="878577" y="123047"/>
                </a:cubicBezTo>
                <a:cubicBezTo>
                  <a:pt x="869243" y="123047"/>
                  <a:pt x="861252" y="119420"/>
                  <a:pt x="854605" y="112166"/>
                </a:cubicBezTo>
                <a:cubicBezTo>
                  <a:pt x="847957" y="104911"/>
                  <a:pt x="844633" y="95157"/>
                  <a:pt x="844633" y="82905"/>
                </a:cubicBezTo>
                <a:cubicBezTo>
                  <a:pt x="844633" y="69639"/>
                  <a:pt x="848042" y="59294"/>
                  <a:pt x="854859" y="51871"/>
                </a:cubicBezTo>
                <a:cubicBezTo>
                  <a:pt x="861676" y="44445"/>
                  <a:pt x="870233" y="40733"/>
                  <a:pt x="880529" y="40733"/>
                </a:cubicBezTo>
                <a:cubicBezTo>
                  <a:pt x="889241" y="40733"/>
                  <a:pt x="896398" y="43597"/>
                  <a:pt x="901999" y="49325"/>
                </a:cubicBezTo>
                <a:cubicBezTo>
                  <a:pt x="907599" y="55051"/>
                  <a:pt x="910400" y="62710"/>
                  <a:pt x="910400" y="72301"/>
                </a:cubicBezTo>
                <a:lnTo>
                  <a:pt x="856684" y="72301"/>
                </a:lnTo>
                <a:moveTo>
                  <a:pt x="856684" y="67379"/>
                </a:moveTo>
                <a:lnTo>
                  <a:pt x="892664" y="67379"/>
                </a:lnTo>
                <a:cubicBezTo>
                  <a:pt x="892381" y="62400"/>
                  <a:pt x="891787" y="58893"/>
                  <a:pt x="890882" y="56856"/>
                </a:cubicBezTo>
                <a:cubicBezTo>
                  <a:pt x="889468" y="53688"/>
                  <a:pt x="887360" y="51199"/>
                  <a:pt x="884560" y="49388"/>
                </a:cubicBezTo>
                <a:cubicBezTo>
                  <a:pt x="881760" y="47578"/>
                  <a:pt x="878832" y="46673"/>
                  <a:pt x="875777" y="46673"/>
                </a:cubicBezTo>
                <a:cubicBezTo>
                  <a:pt x="871081" y="46673"/>
                  <a:pt x="866881" y="48497"/>
                  <a:pt x="863175" y="52146"/>
                </a:cubicBezTo>
                <a:cubicBezTo>
                  <a:pt x="859470" y="55795"/>
                  <a:pt x="857306" y="60873"/>
                  <a:pt x="856684" y="67379"/>
                </a:cubicBezTo>
                <a:close/>
                <a:moveTo>
                  <a:pt x="943437" y="57196"/>
                </a:moveTo>
                <a:cubicBezTo>
                  <a:pt x="952545" y="46220"/>
                  <a:pt x="961229" y="40733"/>
                  <a:pt x="969489" y="40733"/>
                </a:cubicBezTo>
                <a:cubicBezTo>
                  <a:pt x="973732" y="40733"/>
                  <a:pt x="977381" y="41792"/>
                  <a:pt x="980436" y="43910"/>
                </a:cubicBezTo>
                <a:cubicBezTo>
                  <a:pt x="983491" y="46026"/>
                  <a:pt x="985923" y="49511"/>
                  <a:pt x="987734" y="54366"/>
                </a:cubicBezTo>
                <a:cubicBezTo>
                  <a:pt x="988978" y="57752"/>
                  <a:pt x="989600" y="62945"/>
                  <a:pt x="989600" y="69946"/>
                </a:cubicBezTo>
                <a:lnTo>
                  <a:pt x="989600" y="103052"/>
                </a:lnTo>
                <a:cubicBezTo>
                  <a:pt x="989600" y="107963"/>
                  <a:pt x="989996" y="111294"/>
                  <a:pt x="990789" y="113044"/>
                </a:cubicBezTo>
                <a:cubicBezTo>
                  <a:pt x="991411" y="114455"/>
                  <a:pt x="992415" y="115555"/>
                  <a:pt x="993801" y="116345"/>
                </a:cubicBezTo>
                <a:cubicBezTo>
                  <a:pt x="995187" y="117136"/>
                  <a:pt x="997747" y="117531"/>
                  <a:pt x="1001481" y="117531"/>
                </a:cubicBezTo>
                <a:lnTo>
                  <a:pt x="1001481" y="120671"/>
                </a:lnTo>
                <a:lnTo>
                  <a:pt x="963039" y="120671"/>
                </a:lnTo>
                <a:lnTo>
                  <a:pt x="963039" y="117531"/>
                </a:lnTo>
                <a:lnTo>
                  <a:pt x="964652" y="117531"/>
                </a:lnTo>
                <a:cubicBezTo>
                  <a:pt x="968272" y="117531"/>
                  <a:pt x="970804" y="116982"/>
                  <a:pt x="972247" y="115884"/>
                </a:cubicBezTo>
                <a:cubicBezTo>
                  <a:pt x="973689" y="114786"/>
                  <a:pt x="974693" y="113169"/>
                  <a:pt x="975259" y="111031"/>
                </a:cubicBezTo>
                <a:cubicBezTo>
                  <a:pt x="975485" y="110186"/>
                  <a:pt x="975599" y="107540"/>
                  <a:pt x="975599" y="103094"/>
                </a:cubicBezTo>
                <a:lnTo>
                  <a:pt x="975599" y="71433"/>
                </a:lnTo>
                <a:cubicBezTo>
                  <a:pt x="975599" y="64399"/>
                  <a:pt x="974679" y="59291"/>
                  <a:pt x="972841" y="56111"/>
                </a:cubicBezTo>
                <a:cubicBezTo>
                  <a:pt x="971002" y="52930"/>
                  <a:pt x="967905" y="51340"/>
                  <a:pt x="963549" y="51340"/>
                </a:cubicBezTo>
                <a:cubicBezTo>
                  <a:pt x="956816" y="51340"/>
                  <a:pt x="950112" y="54999"/>
                  <a:pt x="943437" y="62316"/>
                </a:cubicBezTo>
                <a:lnTo>
                  <a:pt x="943437" y="103094"/>
                </a:lnTo>
                <a:cubicBezTo>
                  <a:pt x="943437" y="108329"/>
                  <a:pt x="943748" y="111565"/>
                  <a:pt x="944370" y="112803"/>
                </a:cubicBezTo>
                <a:cubicBezTo>
                  <a:pt x="945162" y="114434"/>
                  <a:pt x="946251" y="115630"/>
                  <a:pt x="947637" y="116391"/>
                </a:cubicBezTo>
                <a:cubicBezTo>
                  <a:pt x="949023" y="117151"/>
                  <a:pt x="951838" y="117531"/>
                  <a:pt x="956081" y="117531"/>
                </a:cubicBezTo>
                <a:lnTo>
                  <a:pt x="956081" y="120671"/>
                </a:lnTo>
                <a:lnTo>
                  <a:pt x="917639" y="120671"/>
                </a:lnTo>
                <a:lnTo>
                  <a:pt x="917639" y="117531"/>
                </a:lnTo>
                <a:lnTo>
                  <a:pt x="919337" y="117531"/>
                </a:lnTo>
                <a:cubicBezTo>
                  <a:pt x="923297" y="117531"/>
                  <a:pt x="925970" y="116529"/>
                  <a:pt x="927356" y="114526"/>
                </a:cubicBezTo>
                <a:cubicBezTo>
                  <a:pt x="928742" y="112521"/>
                  <a:pt x="929435" y="108697"/>
                  <a:pt x="929435" y="103052"/>
                </a:cubicBezTo>
                <a:lnTo>
                  <a:pt x="929435" y="74263"/>
                </a:lnTo>
                <a:cubicBezTo>
                  <a:pt x="929435" y="64950"/>
                  <a:pt x="929223" y="59277"/>
                  <a:pt x="928798" y="57246"/>
                </a:cubicBezTo>
                <a:cubicBezTo>
                  <a:pt x="928374" y="55213"/>
                  <a:pt x="927724" y="53829"/>
                  <a:pt x="926847" y="53096"/>
                </a:cubicBezTo>
                <a:cubicBezTo>
                  <a:pt x="925970" y="52362"/>
                  <a:pt x="924796" y="51995"/>
                  <a:pt x="923325" y="51995"/>
                </a:cubicBezTo>
                <a:cubicBezTo>
                  <a:pt x="921741" y="51995"/>
                  <a:pt x="919846" y="52419"/>
                  <a:pt x="917639" y="53265"/>
                </a:cubicBezTo>
                <a:lnTo>
                  <a:pt x="916366" y="50216"/>
                </a:lnTo>
                <a:lnTo>
                  <a:pt x="939788" y="40733"/>
                </a:lnTo>
                <a:lnTo>
                  <a:pt x="943437" y="40733"/>
                </a:lnTo>
                <a:lnTo>
                  <a:pt x="943437" y="57196"/>
                </a:lnTo>
                <a:close/>
                <a:moveTo>
                  <a:pt x="1030248" y="17311"/>
                </a:moveTo>
                <a:lnTo>
                  <a:pt x="1030248" y="42939"/>
                </a:lnTo>
                <a:lnTo>
                  <a:pt x="1048408" y="42939"/>
                </a:lnTo>
                <a:lnTo>
                  <a:pt x="1048408" y="48879"/>
                </a:lnTo>
                <a:lnTo>
                  <a:pt x="1030248" y="48879"/>
                </a:lnTo>
                <a:lnTo>
                  <a:pt x="1030248" y="99217"/>
                </a:lnTo>
                <a:cubicBezTo>
                  <a:pt x="1030248" y="104247"/>
                  <a:pt x="1030970" y="107638"/>
                  <a:pt x="1032412" y="109390"/>
                </a:cubicBezTo>
                <a:cubicBezTo>
                  <a:pt x="1033855" y="111140"/>
                  <a:pt x="1035708" y="112015"/>
                  <a:pt x="1037971" y="112015"/>
                </a:cubicBezTo>
                <a:cubicBezTo>
                  <a:pt x="1039838" y="112015"/>
                  <a:pt x="1041648" y="111435"/>
                  <a:pt x="1043402" y="110275"/>
                </a:cubicBezTo>
                <a:cubicBezTo>
                  <a:pt x="1045156" y="109116"/>
                  <a:pt x="1046513" y="107404"/>
                  <a:pt x="1047475" y="105141"/>
                </a:cubicBezTo>
                <a:lnTo>
                  <a:pt x="1050785" y="105141"/>
                </a:lnTo>
                <a:cubicBezTo>
                  <a:pt x="1048804" y="110701"/>
                  <a:pt x="1046004" y="114906"/>
                  <a:pt x="1042383" y="117756"/>
                </a:cubicBezTo>
                <a:cubicBezTo>
                  <a:pt x="1038763" y="120604"/>
                  <a:pt x="1035029" y="122028"/>
                  <a:pt x="1031182" y="122028"/>
                </a:cubicBezTo>
                <a:cubicBezTo>
                  <a:pt x="1028580" y="122028"/>
                  <a:pt x="1026034" y="121306"/>
                  <a:pt x="1023545" y="119862"/>
                </a:cubicBezTo>
                <a:cubicBezTo>
                  <a:pt x="1021055" y="118417"/>
                  <a:pt x="1019217" y="116351"/>
                  <a:pt x="1018029" y="113662"/>
                </a:cubicBezTo>
                <a:cubicBezTo>
                  <a:pt x="1016841" y="110971"/>
                  <a:pt x="1016247" y="106822"/>
                  <a:pt x="1016247" y="101214"/>
                </a:cubicBezTo>
                <a:lnTo>
                  <a:pt x="1016247" y="48879"/>
                </a:lnTo>
                <a:lnTo>
                  <a:pt x="1003942" y="48879"/>
                </a:lnTo>
                <a:lnTo>
                  <a:pt x="1003942" y="46079"/>
                </a:lnTo>
                <a:cubicBezTo>
                  <a:pt x="1007053" y="44831"/>
                  <a:pt x="1010236" y="42717"/>
                  <a:pt x="1013489" y="39738"/>
                </a:cubicBezTo>
                <a:cubicBezTo>
                  <a:pt x="1016742" y="36759"/>
                  <a:pt x="1019641" y="33227"/>
                  <a:pt x="1022187" y="29141"/>
                </a:cubicBezTo>
                <a:cubicBezTo>
                  <a:pt x="1023488" y="26986"/>
                  <a:pt x="1025298" y="23043"/>
                  <a:pt x="1027618" y="17311"/>
                </a:cubicBezTo>
                <a:lnTo>
                  <a:pt x="1030248" y="17311"/>
                </a:lnTo>
                <a:close/>
                <a:moveTo>
                  <a:pt x="1149675" y="40733"/>
                </a:moveTo>
                <a:lnTo>
                  <a:pt x="1149675" y="67039"/>
                </a:lnTo>
                <a:lnTo>
                  <a:pt x="1146875" y="67039"/>
                </a:lnTo>
                <a:cubicBezTo>
                  <a:pt x="1144725" y="58788"/>
                  <a:pt x="1141967" y="53176"/>
                  <a:pt x="1138601" y="50203"/>
                </a:cubicBezTo>
                <a:cubicBezTo>
                  <a:pt x="1135235" y="47227"/>
                  <a:pt x="1130950" y="45739"/>
                  <a:pt x="1125745" y="45739"/>
                </a:cubicBezTo>
                <a:cubicBezTo>
                  <a:pt x="1121785" y="45739"/>
                  <a:pt x="1118588" y="46785"/>
                  <a:pt x="1116156" y="48877"/>
                </a:cubicBezTo>
                <a:cubicBezTo>
                  <a:pt x="1113723" y="50966"/>
                  <a:pt x="1112507" y="53283"/>
                  <a:pt x="1112507" y="55827"/>
                </a:cubicBezTo>
                <a:cubicBezTo>
                  <a:pt x="1112507" y="58992"/>
                  <a:pt x="1113412" y="61704"/>
                  <a:pt x="1115222" y="63963"/>
                </a:cubicBezTo>
                <a:cubicBezTo>
                  <a:pt x="1116976" y="66281"/>
                  <a:pt x="1120540" y="68739"/>
                  <a:pt x="1125915" y="71338"/>
                </a:cubicBezTo>
                <a:lnTo>
                  <a:pt x="1138304" y="77358"/>
                </a:lnTo>
                <a:cubicBezTo>
                  <a:pt x="1149789" y="82951"/>
                  <a:pt x="1155531" y="90326"/>
                  <a:pt x="1155531" y="99482"/>
                </a:cubicBezTo>
                <a:cubicBezTo>
                  <a:pt x="1155531" y="106545"/>
                  <a:pt x="1152858" y="112239"/>
                  <a:pt x="1147511" y="116563"/>
                </a:cubicBezTo>
                <a:cubicBezTo>
                  <a:pt x="1142165" y="120885"/>
                  <a:pt x="1136183" y="123047"/>
                  <a:pt x="1129564" y="123047"/>
                </a:cubicBezTo>
                <a:cubicBezTo>
                  <a:pt x="1124811" y="123047"/>
                  <a:pt x="1119380" y="122198"/>
                  <a:pt x="1113271" y="120501"/>
                </a:cubicBezTo>
                <a:cubicBezTo>
                  <a:pt x="1111404" y="119935"/>
                  <a:pt x="1109876" y="119652"/>
                  <a:pt x="1108688" y="119652"/>
                </a:cubicBezTo>
                <a:cubicBezTo>
                  <a:pt x="1107387" y="119652"/>
                  <a:pt x="1106369" y="120388"/>
                  <a:pt x="1105633" y="121859"/>
                </a:cubicBezTo>
                <a:lnTo>
                  <a:pt x="1102833" y="121859"/>
                </a:lnTo>
                <a:lnTo>
                  <a:pt x="1102833" y="94025"/>
                </a:lnTo>
                <a:lnTo>
                  <a:pt x="1105633" y="94025"/>
                </a:lnTo>
                <a:cubicBezTo>
                  <a:pt x="1107217" y="101973"/>
                  <a:pt x="1110244" y="107963"/>
                  <a:pt x="1114713" y="111994"/>
                </a:cubicBezTo>
                <a:cubicBezTo>
                  <a:pt x="1119182" y="116025"/>
                  <a:pt x="1124189" y="118040"/>
                  <a:pt x="1129733" y="118040"/>
                </a:cubicBezTo>
                <a:cubicBezTo>
                  <a:pt x="1133637" y="118040"/>
                  <a:pt x="1136819" y="116896"/>
                  <a:pt x="1139280" y="114608"/>
                </a:cubicBezTo>
                <a:cubicBezTo>
                  <a:pt x="1141741" y="112319"/>
                  <a:pt x="1142971" y="109564"/>
                  <a:pt x="1142971" y="106343"/>
                </a:cubicBezTo>
                <a:cubicBezTo>
                  <a:pt x="1142971" y="102443"/>
                  <a:pt x="1141600" y="99165"/>
                  <a:pt x="1138856" y="96509"/>
                </a:cubicBezTo>
                <a:cubicBezTo>
                  <a:pt x="1136112" y="93854"/>
                  <a:pt x="1130638" y="90492"/>
                  <a:pt x="1122435" y="86424"/>
                </a:cubicBezTo>
                <a:cubicBezTo>
                  <a:pt x="1114232" y="82355"/>
                  <a:pt x="1108858" y="78681"/>
                  <a:pt x="1106312" y="75403"/>
                </a:cubicBezTo>
                <a:cubicBezTo>
                  <a:pt x="1103766" y="72182"/>
                  <a:pt x="1102493" y="68113"/>
                  <a:pt x="1102493" y="63197"/>
                </a:cubicBezTo>
                <a:cubicBezTo>
                  <a:pt x="1102493" y="56811"/>
                  <a:pt x="1104686" y="51471"/>
                  <a:pt x="1109070" y="47177"/>
                </a:cubicBezTo>
                <a:cubicBezTo>
                  <a:pt x="1113454" y="42881"/>
                  <a:pt x="1119126" y="40733"/>
                  <a:pt x="1126084" y="40733"/>
                </a:cubicBezTo>
                <a:cubicBezTo>
                  <a:pt x="1129139" y="40733"/>
                  <a:pt x="1132845" y="41383"/>
                  <a:pt x="1137201" y="42684"/>
                </a:cubicBezTo>
                <a:cubicBezTo>
                  <a:pt x="1140086" y="43533"/>
                  <a:pt x="1142010" y="43957"/>
                  <a:pt x="1142971" y="43957"/>
                </a:cubicBezTo>
                <a:cubicBezTo>
                  <a:pt x="1143877" y="43957"/>
                  <a:pt x="1144584" y="43759"/>
                  <a:pt x="1145093" y="43363"/>
                </a:cubicBezTo>
                <a:cubicBezTo>
                  <a:pt x="1145602" y="42967"/>
                  <a:pt x="1146196" y="42090"/>
                  <a:pt x="1146875" y="40733"/>
                </a:cubicBezTo>
                <a:lnTo>
                  <a:pt x="1149675" y="40733"/>
                </a:lnTo>
                <a:close/>
                <a:moveTo>
                  <a:pt x="1235186" y="42939"/>
                </a:moveTo>
                <a:lnTo>
                  <a:pt x="1235186" y="90036"/>
                </a:lnTo>
                <a:cubicBezTo>
                  <a:pt x="1235186" y="99031"/>
                  <a:pt x="1235398" y="104533"/>
                  <a:pt x="1235823" y="106541"/>
                </a:cubicBezTo>
                <a:cubicBezTo>
                  <a:pt x="1236247" y="108550"/>
                  <a:pt x="1236926" y="109950"/>
                  <a:pt x="1237859" y="110742"/>
                </a:cubicBezTo>
                <a:cubicBezTo>
                  <a:pt x="1238793" y="111534"/>
                  <a:pt x="1239882" y="111930"/>
                  <a:pt x="1241126" y="111930"/>
                </a:cubicBezTo>
                <a:cubicBezTo>
                  <a:pt x="1242880" y="111930"/>
                  <a:pt x="1244860" y="111449"/>
                  <a:pt x="1247066" y="110487"/>
                </a:cubicBezTo>
                <a:lnTo>
                  <a:pt x="1248255" y="113458"/>
                </a:lnTo>
                <a:lnTo>
                  <a:pt x="1225003" y="123047"/>
                </a:lnTo>
                <a:lnTo>
                  <a:pt x="1221184" y="123047"/>
                </a:lnTo>
                <a:lnTo>
                  <a:pt x="1221184" y="106584"/>
                </a:lnTo>
                <a:cubicBezTo>
                  <a:pt x="1214509" y="113825"/>
                  <a:pt x="1209417" y="118379"/>
                  <a:pt x="1205909" y="120246"/>
                </a:cubicBezTo>
                <a:cubicBezTo>
                  <a:pt x="1202402" y="122113"/>
                  <a:pt x="1198696" y="123047"/>
                  <a:pt x="1194793" y="123047"/>
                </a:cubicBezTo>
                <a:cubicBezTo>
                  <a:pt x="1190437" y="123047"/>
                  <a:pt x="1186660" y="121788"/>
                  <a:pt x="1183464" y="119270"/>
                </a:cubicBezTo>
                <a:cubicBezTo>
                  <a:pt x="1180268" y="116753"/>
                  <a:pt x="1178047" y="113514"/>
                  <a:pt x="1176803" y="109554"/>
                </a:cubicBezTo>
                <a:cubicBezTo>
                  <a:pt x="1175558" y="105594"/>
                  <a:pt x="1174936" y="99993"/>
                  <a:pt x="1174936" y="92752"/>
                </a:cubicBezTo>
                <a:lnTo>
                  <a:pt x="1174936" y="58044"/>
                </a:lnTo>
                <a:cubicBezTo>
                  <a:pt x="1174936" y="54367"/>
                  <a:pt x="1174540" y="51821"/>
                  <a:pt x="1173748" y="50407"/>
                </a:cubicBezTo>
                <a:cubicBezTo>
                  <a:pt x="1172956" y="48992"/>
                  <a:pt x="1171782" y="47903"/>
                  <a:pt x="1170226" y="47140"/>
                </a:cubicBezTo>
                <a:cubicBezTo>
                  <a:pt x="1168670" y="46376"/>
                  <a:pt x="1165856" y="46022"/>
                  <a:pt x="1161782" y="46079"/>
                </a:cubicBezTo>
                <a:lnTo>
                  <a:pt x="1161782" y="42939"/>
                </a:lnTo>
                <a:lnTo>
                  <a:pt x="1189022" y="42939"/>
                </a:lnTo>
                <a:lnTo>
                  <a:pt x="1189022" y="94831"/>
                </a:lnTo>
                <a:cubicBezTo>
                  <a:pt x="1189022" y="102055"/>
                  <a:pt x="1190281" y="106795"/>
                  <a:pt x="1192799" y="109053"/>
                </a:cubicBezTo>
                <a:cubicBezTo>
                  <a:pt x="1195316" y="111310"/>
                  <a:pt x="1198357" y="112439"/>
                  <a:pt x="1201921" y="112439"/>
                </a:cubicBezTo>
                <a:cubicBezTo>
                  <a:pt x="1204354" y="112439"/>
                  <a:pt x="1207112" y="111677"/>
                  <a:pt x="1210195" y="110153"/>
                </a:cubicBezTo>
                <a:cubicBezTo>
                  <a:pt x="1213278" y="108629"/>
                  <a:pt x="1216941" y="105724"/>
                  <a:pt x="1221184" y="101437"/>
                </a:cubicBezTo>
                <a:lnTo>
                  <a:pt x="1221184" y="57506"/>
                </a:lnTo>
                <a:cubicBezTo>
                  <a:pt x="1221184" y="53104"/>
                  <a:pt x="1220378" y="50127"/>
                  <a:pt x="1218766" y="48577"/>
                </a:cubicBezTo>
                <a:cubicBezTo>
                  <a:pt x="1217153" y="47025"/>
                  <a:pt x="1213801" y="46192"/>
                  <a:pt x="1208710" y="46079"/>
                </a:cubicBezTo>
                <a:lnTo>
                  <a:pt x="1208710" y="42939"/>
                </a:lnTo>
                <a:lnTo>
                  <a:pt x="1235186" y="42939"/>
                </a:lnTo>
                <a:close/>
                <a:moveTo>
                  <a:pt x="1319961" y="91139"/>
                </a:moveTo>
                <a:cubicBezTo>
                  <a:pt x="1317868" y="101379"/>
                  <a:pt x="1313766" y="109257"/>
                  <a:pt x="1307657" y="114773"/>
                </a:cubicBezTo>
                <a:cubicBezTo>
                  <a:pt x="1301547" y="120289"/>
                  <a:pt x="1294786" y="123047"/>
                  <a:pt x="1287375" y="123047"/>
                </a:cubicBezTo>
                <a:cubicBezTo>
                  <a:pt x="1278550" y="123047"/>
                  <a:pt x="1270856" y="119346"/>
                  <a:pt x="1264293" y="111943"/>
                </a:cubicBezTo>
                <a:cubicBezTo>
                  <a:pt x="1257731" y="104539"/>
                  <a:pt x="1254449" y="94536"/>
                  <a:pt x="1254449" y="81932"/>
                </a:cubicBezTo>
                <a:cubicBezTo>
                  <a:pt x="1254449" y="69725"/>
                  <a:pt x="1258084" y="59807"/>
                  <a:pt x="1265354" y="52178"/>
                </a:cubicBezTo>
                <a:cubicBezTo>
                  <a:pt x="1272624" y="44548"/>
                  <a:pt x="1281350" y="40733"/>
                  <a:pt x="1291533" y="40733"/>
                </a:cubicBezTo>
                <a:cubicBezTo>
                  <a:pt x="1299171" y="40733"/>
                  <a:pt x="1305450" y="42749"/>
                  <a:pt x="1310372" y="46782"/>
                </a:cubicBezTo>
                <a:cubicBezTo>
                  <a:pt x="1315294" y="50812"/>
                  <a:pt x="1317755" y="54999"/>
                  <a:pt x="1317755" y="59341"/>
                </a:cubicBezTo>
                <a:cubicBezTo>
                  <a:pt x="1317755" y="61484"/>
                  <a:pt x="1317062" y="63218"/>
                  <a:pt x="1315676" y="64544"/>
                </a:cubicBezTo>
                <a:cubicBezTo>
                  <a:pt x="1314290" y="65868"/>
                  <a:pt x="1312352" y="66530"/>
                  <a:pt x="1309863" y="66530"/>
                </a:cubicBezTo>
                <a:cubicBezTo>
                  <a:pt x="1306525" y="66530"/>
                  <a:pt x="1304008" y="65455"/>
                  <a:pt x="1302310" y="63305"/>
                </a:cubicBezTo>
                <a:cubicBezTo>
                  <a:pt x="1301349" y="62117"/>
                  <a:pt x="1300712" y="59854"/>
                  <a:pt x="1300401" y="56517"/>
                </a:cubicBezTo>
                <a:cubicBezTo>
                  <a:pt x="1300090" y="53179"/>
                  <a:pt x="1298944" y="50633"/>
                  <a:pt x="1296964" y="48879"/>
                </a:cubicBezTo>
                <a:cubicBezTo>
                  <a:pt x="1294984" y="47182"/>
                  <a:pt x="1292240" y="46333"/>
                  <a:pt x="1288733" y="46333"/>
                </a:cubicBezTo>
                <a:cubicBezTo>
                  <a:pt x="1283075" y="46333"/>
                  <a:pt x="1278521" y="48427"/>
                  <a:pt x="1275070" y="52613"/>
                </a:cubicBezTo>
                <a:cubicBezTo>
                  <a:pt x="1270488" y="58157"/>
                  <a:pt x="1268197" y="65483"/>
                  <a:pt x="1268197" y="74592"/>
                </a:cubicBezTo>
                <a:cubicBezTo>
                  <a:pt x="1268197" y="83870"/>
                  <a:pt x="1270474" y="92059"/>
                  <a:pt x="1275028" y="99159"/>
                </a:cubicBezTo>
                <a:cubicBezTo>
                  <a:pt x="1279582" y="106259"/>
                  <a:pt x="1285734" y="109809"/>
                  <a:pt x="1293485" y="109809"/>
                </a:cubicBezTo>
                <a:cubicBezTo>
                  <a:pt x="1299029" y="109809"/>
                  <a:pt x="1304008" y="107913"/>
                  <a:pt x="1308420" y="104123"/>
                </a:cubicBezTo>
                <a:cubicBezTo>
                  <a:pt x="1311532" y="101521"/>
                  <a:pt x="1314558" y="96797"/>
                  <a:pt x="1317500" y="89951"/>
                </a:cubicBezTo>
                <a:lnTo>
                  <a:pt x="1319961" y="91139"/>
                </a:lnTo>
                <a:close/>
                <a:moveTo>
                  <a:pt x="1353932" y="0"/>
                </a:moveTo>
                <a:lnTo>
                  <a:pt x="1353932" y="56941"/>
                </a:lnTo>
                <a:cubicBezTo>
                  <a:pt x="1360211" y="50039"/>
                  <a:pt x="1365190" y="45612"/>
                  <a:pt x="1368867" y="43660"/>
                </a:cubicBezTo>
                <a:cubicBezTo>
                  <a:pt x="1372544" y="41709"/>
                  <a:pt x="1376222" y="40733"/>
                  <a:pt x="1379899" y="40733"/>
                </a:cubicBezTo>
                <a:cubicBezTo>
                  <a:pt x="1384312" y="40733"/>
                  <a:pt x="1388102" y="41946"/>
                  <a:pt x="1391270" y="44374"/>
                </a:cubicBezTo>
                <a:cubicBezTo>
                  <a:pt x="1394438" y="46801"/>
                  <a:pt x="1396786" y="50611"/>
                  <a:pt x="1398313" y="55803"/>
                </a:cubicBezTo>
                <a:cubicBezTo>
                  <a:pt x="1399388" y="59417"/>
                  <a:pt x="1399926" y="66022"/>
                  <a:pt x="1399926" y="75618"/>
                </a:cubicBezTo>
                <a:lnTo>
                  <a:pt x="1399926" y="103052"/>
                </a:lnTo>
                <a:cubicBezTo>
                  <a:pt x="1399926" y="107963"/>
                  <a:pt x="1400322" y="111322"/>
                  <a:pt x="1401114" y="113129"/>
                </a:cubicBezTo>
                <a:cubicBezTo>
                  <a:pt x="1401680" y="114483"/>
                  <a:pt x="1402641" y="115555"/>
                  <a:pt x="1403999" y="116345"/>
                </a:cubicBezTo>
                <a:cubicBezTo>
                  <a:pt x="1405357" y="117136"/>
                  <a:pt x="1407846" y="117531"/>
                  <a:pt x="1411467" y="117531"/>
                </a:cubicBezTo>
                <a:lnTo>
                  <a:pt x="1411467" y="120671"/>
                </a:lnTo>
                <a:lnTo>
                  <a:pt x="1373280" y="120671"/>
                </a:lnTo>
                <a:lnTo>
                  <a:pt x="1373280" y="117531"/>
                </a:lnTo>
                <a:lnTo>
                  <a:pt x="1375062" y="117531"/>
                </a:lnTo>
                <a:cubicBezTo>
                  <a:pt x="1378683" y="117531"/>
                  <a:pt x="1381200" y="116979"/>
                  <a:pt x="1382614" y="115876"/>
                </a:cubicBezTo>
                <a:cubicBezTo>
                  <a:pt x="1384029" y="114773"/>
                  <a:pt x="1385019" y="113146"/>
                  <a:pt x="1385584" y="110997"/>
                </a:cubicBezTo>
                <a:cubicBezTo>
                  <a:pt x="1385754" y="110091"/>
                  <a:pt x="1385839" y="107433"/>
                  <a:pt x="1385839" y="103020"/>
                </a:cubicBezTo>
                <a:lnTo>
                  <a:pt x="1385839" y="75525"/>
                </a:lnTo>
                <a:cubicBezTo>
                  <a:pt x="1385839" y="67039"/>
                  <a:pt x="1385401" y="61467"/>
                  <a:pt x="1384524" y="58808"/>
                </a:cubicBezTo>
                <a:cubicBezTo>
                  <a:pt x="1383647" y="56149"/>
                  <a:pt x="1382247" y="54155"/>
                  <a:pt x="1380323" y="52825"/>
                </a:cubicBezTo>
                <a:cubicBezTo>
                  <a:pt x="1378400" y="51496"/>
                  <a:pt x="1376080" y="50831"/>
                  <a:pt x="1373365" y="50831"/>
                </a:cubicBezTo>
                <a:cubicBezTo>
                  <a:pt x="1370593" y="50831"/>
                  <a:pt x="1367707" y="51566"/>
                  <a:pt x="1364709" y="53037"/>
                </a:cubicBezTo>
                <a:cubicBezTo>
                  <a:pt x="1361711" y="54508"/>
                  <a:pt x="1358118" y="57478"/>
                  <a:pt x="1353932" y="61948"/>
                </a:cubicBezTo>
                <a:lnTo>
                  <a:pt x="1353932" y="103020"/>
                </a:lnTo>
                <a:cubicBezTo>
                  <a:pt x="1353932" y="108338"/>
                  <a:pt x="1354229" y="111647"/>
                  <a:pt x="1354823" y="112948"/>
                </a:cubicBezTo>
                <a:cubicBezTo>
                  <a:pt x="1355417" y="114250"/>
                  <a:pt x="1356520" y="115339"/>
                  <a:pt x="1358132" y="116216"/>
                </a:cubicBezTo>
                <a:cubicBezTo>
                  <a:pt x="1359745" y="117092"/>
                  <a:pt x="1362531" y="117531"/>
                  <a:pt x="1366491" y="117531"/>
                </a:cubicBezTo>
                <a:lnTo>
                  <a:pt x="1366491" y="120671"/>
                </a:lnTo>
                <a:lnTo>
                  <a:pt x="1327965" y="120671"/>
                </a:lnTo>
                <a:lnTo>
                  <a:pt x="1327965" y="117531"/>
                </a:lnTo>
                <a:cubicBezTo>
                  <a:pt x="1331416" y="117531"/>
                  <a:pt x="1334131" y="116993"/>
                  <a:pt x="1336111" y="115919"/>
                </a:cubicBezTo>
                <a:cubicBezTo>
                  <a:pt x="1337243" y="115355"/>
                  <a:pt x="1338148" y="114281"/>
                  <a:pt x="1338827" y="112699"/>
                </a:cubicBezTo>
                <a:cubicBezTo>
                  <a:pt x="1339506" y="111115"/>
                  <a:pt x="1339845" y="107892"/>
                  <a:pt x="1339845" y="103030"/>
                </a:cubicBezTo>
                <a:lnTo>
                  <a:pt x="1339845" y="32732"/>
                </a:lnTo>
                <a:cubicBezTo>
                  <a:pt x="1339845" y="23857"/>
                  <a:pt x="1339633" y="18402"/>
                  <a:pt x="1339209" y="16367"/>
                </a:cubicBezTo>
                <a:cubicBezTo>
                  <a:pt x="1338784" y="14331"/>
                  <a:pt x="1338134" y="12946"/>
                  <a:pt x="1337257" y="12212"/>
                </a:cubicBezTo>
                <a:cubicBezTo>
                  <a:pt x="1336380" y="11476"/>
                  <a:pt x="1335206" y="11109"/>
                  <a:pt x="1333735" y="11109"/>
                </a:cubicBezTo>
                <a:cubicBezTo>
                  <a:pt x="1332547" y="11109"/>
                  <a:pt x="1330624" y="11561"/>
                  <a:pt x="1327965" y="12466"/>
                </a:cubicBezTo>
                <a:lnTo>
                  <a:pt x="1326777" y="9496"/>
                </a:lnTo>
                <a:lnTo>
                  <a:pt x="1350028" y="0"/>
                </a:lnTo>
                <a:lnTo>
                  <a:pt x="1353932" y="0"/>
                </a:lnTo>
                <a:close/>
                <a:moveTo>
                  <a:pt x="1505491" y="109469"/>
                </a:moveTo>
                <a:cubicBezTo>
                  <a:pt x="1497514" y="115636"/>
                  <a:pt x="1492507" y="119200"/>
                  <a:pt x="1490471" y="120161"/>
                </a:cubicBezTo>
                <a:cubicBezTo>
                  <a:pt x="1487416" y="121632"/>
                  <a:pt x="1484163" y="122368"/>
                  <a:pt x="1480712" y="122368"/>
                </a:cubicBezTo>
                <a:cubicBezTo>
                  <a:pt x="1475337" y="122368"/>
                  <a:pt x="1470911" y="120529"/>
                  <a:pt x="1467431" y="116852"/>
                </a:cubicBezTo>
                <a:cubicBezTo>
                  <a:pt x="1463952" y="113175"/>
                  <a:pt x="1462212" y="108338"/>
                  <a:pt x="1462212" y="102341"/>
                </a:cubicBezTo>
                <a:cubicBezTo>
                  <a:pt x="1462212" y="98551"/>
                  <a:pt x="1463061" y="95269"/>
                  <a:pt x="1464758" y="92497"/>
                </a:cubicBezTo>
                <a:cubicBezTo>
                  <a:pt x="1467078" y="88650"/>
                  <a:pt x="1471109" y="85030"/>
                  <a:pt x="1476851" y="81635"/>
                </a:cubicBezTo>
                <a:cubicBezTo>
                  <a:pt x="1482593" y="78241"/>
                  <a:pt x="1492140" y="74111"/>
                  <a:pt x="1505491" y="69246"/>
                </a:cubicBezTo>
                <a:lnTo>
                  <a:pt x="1505491" y="66191"/>
                </a:lnTo>
                <a:cubicBezTo>
                  <a:pt x="1505491" y="58440"/>
                  <a:pt x="1504261" y="53122"/>
                  <a:pt x="1501800" y="50237"/>
                </a:cubicBezTo>
                <a:cubicBezTo>
                  <a:pt x="1499339" y="47352"/>
                  <a:pt x="1495760" y="45909"/>
                  <a:pt x="1491065" y="45909"/>
                </a:cubicBezTo>
                <a:cubicBezTo>
                  <a:pt x="1487501" y="45909"/>
                  <a:pt x="1484672" y="46867"/>
                  <a:pt x="1482579" y="48784"/>
                </a:cubicBezTo>
                <a:cubicBezTo>
                  <a:pt x="1480429" y="50700"/>
                  <a:pt x="1479354" y="52899"/>
                  <a:pt x="1479354" y="55379"/>
                </a:cubicBezTo>
                <a:lnTo>
                  <a:pt x="1479524" y="60282"/>
                </a:lnTo>
                <a:cubicBezTo>
                  <a:pt x="1479524" y="62874"/>
                  <a:pt x="1478859" y="64874"/>
                  <a:pt x="1477530" y="66283"/>
                </a:cubicBezTo>
                <a:cubicBezTo>
                  <a:pt x="1476200" y="67692"/>
                  <a:pt x="1474461" y="68397"/>
                  <a:pt x="1472311" y="68397"/>
                </a:cubicBezTo>
                <a:cubicBezTo>
                  <a:pt x="1470218" y="68397"/>
                  <a:pt x="1468506" y="67664"/>
                  <a:pt x="1467177" y="66199"/>
                </a:cubicBezTo>
                <a:cubicBezTo>
                  <a:pt x="1465847" y="64731"/>
                  <a:pt x="1465183" y="62728"/>
                  <a:pt x="1465183" y="60189"/>
                </a:cubicBezTo>
                <a:cubicBezTo>
                  <a:pt x="1465183" y="55340"/>
                  <a:pt x="1467672" y="50885"/>
                  <a:pt x="1472650" y="46824"/>
                </a:cubicBezTo>
                <a:cubicBezTo>
                  <a:pt x="1477629" y="42763"/>
                  <a:pt x="1484615" y="40733"/>
                  <a:pt x="1493611" y="40733"/>
                </a:cubicBezTo>
                <a:cubicBezTo>
                  <a:pt x="1500513" y="40733"/>
                  <a:pt x="1506170" y="41891"/>
                  <a:pt x="1510583" y="44207"/>
                </a:cubicBezTo>
                <a:cubicBezTo>
                  <a:pt x="1513920" y="45959"/>
                  <a:pt x="1516381" y="48700"/>
                  <a:pt x="1517965" y="52430"/>
                </a:cubicBezTo>
                <a:cubicBezTo>
                  <a:pt x="1518984" y="54859"/>
                  <a:pt x="1519493" y="59831"/>
                  <a:pt x="1519493" y="67347"/>
                </a:cubicBezTo>
                <a:lnTo>
                  <a:pt x="1519493" y="93706"/>
                </a:lnTo>
                <a:cubicBezTo>
                  <a:pt x="1519493" y="101109"/>
                  <a:pt x="1519634" y="105643"/>
                  <a:pt x="1519917" y="107311"/>
                </a:cubicBezTo>
                <a:cubicBezTo>
                  <a:pt x="1520200" y="108978"/>
                  <a:pt x="1520667" y="110094"/>
                  <a:pt x="1521317" y="110660"/>
                </a:cubicBezTo>
                <a:cubicBezTo>
                  <a:pt x="1521968" y="111224"/>
                  <a:pt x="1522718" y="111506"/>
                  <a:pt x="1523566" y="111506"/>
                </a:cubicBezTo>
                <a:cubicBezTo>
                  <a:pt x="1524471" y="111506"/>
                  <a:pt x="1525263" y="111308"/>
                  <a:pt x="1525942" y="110912"/>
                </a:cubicBezTo>
                <a:cubicBezTo>
                  <a:pt x="1527130" y="110176"/>
                  <a:pt x="1529421" y="108111"/>
                  <a:pt x="1532816" y="104717"/>
                </a:cubicBezTo>
                <a:lnTo>
                  <a:pt x="1532816" y="109469"/>
                </a:lnTo>
                <a:cubicBezTo>
                  <a:pt x="1526480" y="117955"/>
                  <a:pt x="1520426" y="122198"/>
                  <a:pt x="1514656" y="122198"/>
                </a:cubicBezTo>
                <a:cubicBezTo>
                  <a:pt x="1511884" y="122198"/>
                  <a:pt x="1509677" y="121236"/>
                  <a:pt x="1508037" y="119313"/>
                </a:cubicBezTo>
                <a:cubicBezTo>
                  <a:pt x="1506396" y="117389"/>
                  <a:pt x="1505548" y="114108"/>
                  <a:pt x="1505491" y="109469"/>
                </a:cubicBezTo>
                <a:moveTo>
                  <a:pt x="1505491" y="103906"/>
                </a:moveTo>
                <a:lnTo>
                  <a:pt x="1505491" y="74422"/>
                </a:lnTo>
                <a:cubicBezTo>
                  <a:pt x="1496948" y="77801"/>
                  <a:pt x="1491433" y="80194"/>
                  <a:pt x="1488943" y="81603"/>
                </a:cubicBezTo>
                <a:cubicBezTo>
                  <a:pt x="1484474" y="84082"/>
                  <a:pt x="1481278" y="86673"/>
                  <a:pt x="1479354" y="89376"/>
                </a:cubicBezTo>
                <a:cubicBezTo>
                  <a:pt x="1477431" y="92079"/>
                  <a:pt x="1476469" y="95036"/>
                  <a:pt x="1476469" y="98246"/>
                </a:cubicBezTo>
                <a:cubicBezTo>
                  <a:pt x="1476469" y="102302"/>
                  <a:pt x="1477685" y="105667"/>
                  <a:pt x="1480118" y="108342"/>
                </a:cubicBezTo>
                <a:cubicBezTo>
                  <a:pt x="1482551" y="111017"/>
                  <a:pt x="1485351" y="112354"/>
                  <a:pt x="1488519" y="112354"/>
                </a:cubicBezTo>
                <a:cubicBezTo>
                  <a:pt x="1492819" y="112354"/>
                  <a:pt x="1498476" y="109538"/>
                  <a:pt x="1505491" y="103906"/>
                </a:cubicBezTo>
                <a:close/>
                <a:moveTo>
                  <a:pt x="1588850" y="40733"/>
                </a:moveTo>
                <a:lnTo>
                  <a:pt x="1588850" y="67039"/>
                </a:lnTo>
                <a:lnTo>
                  <a:pt x="1586050" y="67039"/>
                </a:lnTo>
                <a:cubicBezTo>
                  <a:pt x="1583900" y="58788"/>
                  <a:pt x="1581142" y="53176"/>
                  <a:pt x="1577776" y="50203"/>
                </a:cubicBezTo>
                <a:cubicBezTo>
                  <a:pt x="1574410" y="47227"/>
                  <a:pt x="1570124" y="45739"/>
                  <a:pt x="1564920" y="45739"/>
                </a:cubicBezTo>
                <a:cubicBezTo>
                  <a:pt x="1560959" y="45739"/>
                  <a:pt x="1557763" y="46785"/>
                  <a:pt x="1555330" y="48877"/>
                </a:cubicBezTo>
                <a:cubicBezTo>
                  <a:pt x="1552898" y="50966"/>
                  <a:pt x="1551681" y="53283"/>
                  <a:pt x="1551681" y="55827"/>
                </a:cubicBezTo>
                <a:cubicBezTo>
                  <a:pt x="1551681" y="58992"/>
                  <a:pt x="1552587" y="61704"/>
                  <a:pt x="1554397" y="63963"/>
                </a:cubicBezTo>
                <a:cubicBezTo>
                  <a:pt x="1556151" y="66281"/>
                  <a:pt x="1559715" y="68739"/>
                  <a:pt x="1565089" y="71338"/>
                </a:cubicBezTo>
                <a:lnTo>
                  <a:pt x="1577479" y="77358"/>
                </a:lnTo>
                <a:cubicBezTo>
                  <a:pt x="1588963" y="82951"/>
                  <a:pt x="1594705" y="90326"/>
                  <a:pt x="1594705" y="99482"/>
                </a:cubicBezTo>
                <a:cubicBezTo>
                  <a:pt x="1594705" y="106545"/>
                  <a:pt x="1592032" y="112239"/>
                  <a:pt x="1586686" y="116563"/>
                </a:cubicBezTo>
                <a:cubicBezTo>
                  <a:pt x="1581340" y="120885"/>
                  <a:pt x="1575357" y="123047"/>
                  <a:pt x="1568738" y="123047"/>
                </a:cubicBezTo>
                <a:cubicBezTo>
                  <a:pt x="1563986" y="123047"/>
                  <a:pt x="1558555" y="122198"/>
                  <a:pt x="1552445" y="120501"/>
                </a:cubicBezTo>
                <a:cubicBezTo>
                  <a:pt x="1550578" y="119935"/>
                  <a:pt x="1549051" y="119652"/>
                  <a:pt x="1547863" y="119652"/>
                </a:cubicBezTo>
                <a:cubicBezTo>
                  <a:pt x="1546562" y="119652"/>
                  <a:pt x="1545543" y="120388"/>
                  <a:pt x="1544808" y="121859"/>
                </a:cubicBezTo>
                <a:lnTo>
                  <a:pt x="1542007" y="121859"/>
                </a:lnTo>
                <a:lnTo>
                  <a:pt x="1542007" y="94025"/>
                </a:lnTo>
                <a:lnTo>
                  <a:pt x="1544808" y="94025"/>
                </a:lnTo>
                <a:cubicBezTo>
                  <a:pt x="1546392" y="101973"/>
                  <a:pt x="1549418" y="107963"/>
                  <a:pt x="1553888" y="111994"/>
                </a:cubicBezTo>
                <a:cubicBezTo>
                  <a:pt x="1558357" y="116025"/>
                  <a:pt x="1563364" y="118040"/>
                  <a:pt x="1568908" y="118040"/>
                </a:cubicBezTo>
                <a:cubicBezTo>
                  <a:pt x="1572811" y="118040"/>
                  <a:pt x="1575994" y="116896"/>
                  <a:pt x="1578455" y="114608"/>
                </a:cubicBezTo>
                <a:cubicBezTo>
                  <a:pt x="1580916" y="112319"/>
                  <a:pt x="1582146" y="109564"/>
                  <a:pt x="1582146" y="106343"/>
                </a:cubicBezTo>
                <a:cubicBezTo>
                  <a:pt x="1582146" y="102443"/>
                  <a:pt x="1580774" y="99165"/>
                  <a:pt x="1578030" y="96509"/>
                </a:cubicBezTo>
                <a:cubicBezTo>
                  <a:pt x="1575287" y="93854"/>
                  <a:pt x="1569813" y="90492"/>
                  <a:pt x="1561610" y="86424"/>
                </a:cubicBezTo>
                <a:cubicBezTo>
                  <a:pt x="1553407" y="82355"/>
                  <a:pt x="1548032" y="78681"/>
                  <a:pt x="1545487" y="75403"/>
                </a:cubicBezTo>
                <a:cubicBezTo>
                  <a:pt x="1542941" y="72182"/>
                  <a:pt x="1541668" y="68113"/>
                  <a:pt x="1541668" y="63197"/>
                </a:cubicBezTo>
                <a:cubicBezTo>
                  <a:pt x="1541668" y="56811"/>
                  <a:pt x="1543860" y="51471"/>
                  <a:pt x="1548245" y="47177"/>
                </a:cubicBezTo>
                <a:cubicBezTo>
                  <a:pt x="1552629" y="42881"/>
                  <a:pt x="1558300" y="40733"/>
                  <a:pt x="1565259" y="40733"/>
                </a:cubicBezTo>
                <a:cubicBezTo>
                  <a:pt x="1568314" y="40733"/>
                  <a:pt x="1572019" y="41383"/>
                  <a:pt x="1576376" y="42684"/>
                </a:cubicBezTo>
                <a:cubicBezTo>
                  <a:pt x="1579261" y="43533"/>
                  <a:pt x="1581184" y="43957"/>
                  <a:pt x="1582146" y="43957"/>
                </a:cubicBezTo>
                <a:cubicBezTo>
                  <a:pt x="1583051" y="43957"/>
                  <a:pt x="1583758" y="43759"/>
                  <a:pt x="1584268" y="43363"/>
                </a:cubicBezTo>
                <a:cubicBezTo>
                  <a:pt x="1584777" y="42967"/>
                  <a:pt x="1585371" y="42090"/>
                  <a:pt x="1586050" y="40733"/>
                </a:cubicBezTo>
                <a:lnTo>
                  <a:pt x="1588850" y="4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codeortext">
            <a:extLst xmlns:a="http://schemas.openxmlformats.org/drawingml/2006/main">
              <a:ext uri="{FF2B5EF4-FFF2-40B4-BE49-F238E27FC236}">
                <a16:creationId xmlns:a16="http://schemas.microsoft.com/office/drawing/2014/main" id="{11BCE985-4399-47DC-8E10-2E9B196F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529" y="4641785"/>
            <a:ext cx="814761" cy="123047"/>
          </a:xfrm>
          <a:custGeom xmlns:a="http://schemas.openxmlformats.org/drawingml/2006/main">
            <a:pathLst>
              <a:path w="814761" h="123047">
                <a:moveTo>
                  <a:pt x="65512" y="91139"/>
                </a:moveTo>
                <a:cubicBezTo>
                  <a:pt x="63419" y="101379"/>
                  <a:pt x="59317" y="109257"/>
                  <a:pt x="53207" y="114773"/>
                </a:cubicBezTo>
                <a:cubicBezTo>
                  <a:pt x="47097" y="120289"/>
                  <a:pt x="40337" y="123047"/>
                  <a:pt x="32926" y="123047"/>
                </a:cubicBezTo>
                <a:cubicBezTo>
                  <a:pt x="24100" y="123047"/>
                  <a:pt x="16406" y="119346"/>
                  <a:pt x="9844" y="111943"/>
                </a:cubicBezTo>
                <a:cubicBezTo>
                  <a:pt x="3281" y="104539"/>
                  <a:pt x="0" y="94536"/>
                  <a:pt x="0" y="81932"/>
                </a:cubicBezTo>
                <a:cubicBezTo>
                  <a:pt x="0" y="69725"/>
                  <a:pt x="3635" y="59807"/>
                  <a:pt x="10904" y="52178"/>
                </a:cubicBezTo>
                <a:cubicBezTo>
                  <a:pt x="18174" y="44548"/>
                  <a:pt x="26901" y="40733"/>
                  <a:pt x="37084" y="40733"/>
                </a:cubicBezTo>
                <a:cubicBezTo>
                  <a:pt x="44721" y="40733"/>
                  <a:pt x="51001" y="42749"/>
                  <a:pt x="55923" y="46782"/>
                </a:cubicBezTo>
                <a:cubicBezTo>
                  <a:pt x="60844" y="50812"/>
                  <a:pt x="63305" y="54999"/>
                  <a:pt x="63305" y="59341"/>
                </a:cubicBezTo>
                <a:cubicBezTo>
                  <a:pt x="63305" y="61484"/>
                  <a:pt x="62612" y="63218"/>
                  <a:pt x="61226" y="64544"/>
                </a:cubicBezTo>
                <a:cubicBezTo>
                  <a:pt x="59840" y="65868"/>
                  <a:pt x="57903" y="66530"/>
                  <a:pt x="55413" y="66530"/>
                </a:cubicBezTo>
                <a:cubicBezTo>
                  <a:pt x="52076" y="66530"/>
                  <a:pt x="49558" y="65455"/>
                  <a:pt x="47861" y="63305"/>
                </a:cubicBezTo>
                <a:cubicBezTo>
                  <a:pt x="46899" y="62117"/>
                  <a:pt x="46263" y="59854"/>
                  <a:pt x="45952" y="56517"/>
                </a:cubicBezTo>
                <a:cubicBezTo>
                  <a:pt x="45640" y="53179"/>
                  <a:pt x="44495" y="50633"/>
                  <a:pt x="42515" y="48879"/>
                </a:cubicBezTo>
                <a:cubicBezTo>
                  <a:pt x="40535" y="47182"/>
                  <a:pt x="37791" y="46333"/>
                  <a:pt x="34283" y="46333"/>
                </a:cubicBezTo>
                <a:cubicBezTo>
                  <a:pt x="28626" y="46333"/>
                  <a:pt x="24072" y="48427"/>
                  <a:pt x="20621" y="52613"/>
                </a:cubicBezTo>
                <a:cubicBezTo>
                  <a:pt x="16039" y="58157"/>
                  <a:pt x="13747" y="65483"/>
                  <a:pt x="13747" y="74592"/>
                </a:cubicBezTo>
                <a:cubicBezTo>
                  <a:pt x="13747" y="83870"/>
                  <a:pt x="16024" y="92059"/>
                  <a:pt x="20579" y="99159"/>
                </a:cubicBezTo>
                <a:cubicBezTo>
                  <a:pt x="25133" y="106259"/>
                  <a:pt x="31285" y="109809"/>
                  <a:pt x="39036" y="109809"/>
                </a:cubicBezTo>
                <a:cubicBezTo>
                  <a:pt x="44580" y="109809"/>
                  <a:pt x="49558" y="107913"/>
                  <a:pt x="53971" y="104123"/>
                </a:cubicBezTo>
                <a:cubicBezTo>
                  <a:pt x="57082" y="101521"/>
                  <a:pt x="60109" y="96797"/>
                  <a:pt x="63051" y="89951"/>
                </a:cubicBezTo>
                <a:lnTo>
                  <a:pt x="65512" y="91139"/>
                </a:lnTo>
                <a:close/>
                <a:moveTo>
                  <a:pt x="114672" y="40733"/>
                </a:moveTo>
                <a:cubicBezTo>
                  <a:pt x="126439" y="40733"/>
                  <a:pt x="135887" y="45198"/>
                  <a:pt x="143015" y="54127"/>
                </a:cubicBezTo>
                <a:cubicBezTo>
                  <a:pt x="149068" y="61756"/>
                  <a:pt x="152095" y="70516"/>
                  <a:pt x="152095" y="80407"/>
                </a:cubicBezTo>
                <a:cubicBezTo>
                  <a:pt x="152095" y="87359"/>
                  <a:pt x="150426" y="94395"/>
                  <a:pt x="147088" y="101516"/>
                </a:cubicBezTo>
                <a:cubicBezTo>
                  <a:pt x="143750" y="108636"/>
                  <a:pt x="139154" y="114004"/>
                  <a:pt x="133298" y="117621"/>
                </a:cubicBezTo>
                <a:cubicBezTo>
                  <a:pt x="127443" y="121238"/>
                  <a:pt x="120923" y="123047"/>
                  <a:pt x="113738" y="123047"/>
                </a:cubicBezTo>
                <a:cubicBezTo>
                  <a:pt x="102028" y="123047"/>
                  <a:pt x="92721" y="118384"/>
                  <a:pt x="85819" y="109058"/>
                </a:cubicBezTo>
                <a:cubicBezTo>
                  <a:pt x="79992" y="101203"/>
                  <a:pt x="77079" y="92388"/>
                  <a:pt x="77079" y="82611"/>
                </a:cubicBezTo>
                <a:cubicBezTo>
                  <a:pt x="77079" y="75490"/>
                  <a:pt x="78847" y="68411"/>
                  <a:pt x="82383" y="61375"/>
                </a:cubicBezTo>
                <a:cubicBezTo>
                  <a:pt x="85918" y="54339"/>
                  <a:pt x="90572" y="49139"/>
                  <a:pt x="96342" y="45777"/>
                </a:cubicBezTo>
                <a:cubicBezTo>
                  <a:pt x="102112" y="42414"/>
                  <a:pt x="108222" y="40733"/>
                  <a:pt x="114672" y="40733"/>
                </a:cubicBezTo>
                <a:moveTo>
                  <a:pt x="112041" y="46333"/>
                </a:moveTo>
                <a:cubicBezTo>
                  <a:pt x="109043" y="46333"/>
                  <a:pt x="106030" y="47224"/>
                  <a:pt x="103004" y="49004"/>
                </a:cubicBezTo>
                <a:cubicBezTo>
                  <a:pt x="99977" y="50784"/>
                  <a:pt x="97530" y="53906"/>
                  <a:pt x="95663" y="58370"/>
                </a:cubicBezTo>
                <a:cubicBezTo>
                  <a:pt x="93796" y="62834"/>
                  <a:pt x="92863" y="68569"/>
                  <a:pt x="92863" y="75576"/>
                </a:cubicBezTo>
                <a:cubicBezTo>
                  <a:pt x="92863" y="86876"/>
                  <a:pt x="95112" y="96624"/>
                  <a:pt x="99609" y="104818"/>
                </a:cubicBezTo>
                <a:cubicBezTo>
                  <a:pt x="104107" y="113010"/>
                  <a:pt x="110033" y="117107"/>
                  <a:pt x="117387" y="117107"/>
                </a:cubicBezTo>
                <a:cubicBezTo>
                  <a:pt x="122875" y="117107"/>
                  <a:pt x="127401" y="114846"/>
                  <a:pt x="130965" y="110326"/>
                </a:cubicBezTo>
                <a:cubicBezTo>
                  <a:pt x="134529" y="105805"/>
                  <a:pt x="136311" y="98036"/>
                  <a:pt x="136311" y="87018"/>
                </a:cubicBezTo>
                <a:cubicBezTo>
                  <a:pt x="136311" y="73230"/>
                  <a:pt x="133341" y="62381"/>
                  <a:pt x="127401" y="54469"/>
                </a:cubicBezTo>
                <a:cubicBezTo>
                  <a:pt x="123384" y="49045"/>
                  <a:pt x="118264" y="46333"/>
                  <a:pt x="112041" y="46333"/>
                </a:cubicBezTo>
                <a:close/>
                <a:moveTo>
                  <a:pt x="218455" y="111930"/>
                </a:moveTo>
                <a:cubicBezTo>
                  <a:pt x="214665" y="115890"/>
                  <a:pt x="210959" y="118733"/>
                  <a:pt x="207339" y="120459"/>
                </a:cubicBezTo>
                <a:cubicBezTo>
                  <a:pt x="203718" y="122184"/>
                  <a:pt x="199815" y="123047"/>
                  <a:pt x="195628" y="123047"/>
                </a:cubicBezTo>
                <a:cubicBezTo>
                  <a:pt x="187142" y="123047"/>
                  <a:pt x="179731" y="119505"/>
                  <a:pt x="173395" y="112421"/>
                </a:cubicBezTo>
                <a:cubicBezTo>
                  <a:pt x="167059" y="105335"/>
                  <a:pt x="163891" y="96230"/>
                  <a:pt x="163891" y="85106"/>
                </a:cubicBezTo>
                <a:cubicBezTo>
                  <a:pt x="163891" y="73984"/>
                  <a:pt x="167398" y="63808"/>
                  <a:pt x="174413" y="54578"/>
                </a:cubicBezTo>
                <a:cubicBezTo>
                  <a:pt x="181428" y="45348"/>
                  <a:pt x="190452" y="40733"/>
                  <a:pt x="201483" y="40733"/>
                </a:cubicBezTo>
                <a:cubicBezTo>
                  <a:pt x="208329" y="40733"/>
                  <a:pt x="213986" y="42911"/>
                  <a:pt x="218455" y="47267"/>
                </a:cubicBezTo>
                <a:lnTo>
                  <a:pt x="218455" y="32894"/>
                </a:lnTo>
                <a:cubicBezTo>
                  <a:pt x="218455" y="23975"/>
                  <a:pt x="218243" y="18492"/>
                  <a:pt x="217819" y="16447"/>
                </a:cubicBezTo>
                <a:cubicBezTo>
                  <a:pt x="217395" y="14401"/>
                  <a:pt x="216730" y="13010"/>
                  <a:pt x="215825" y="12273"/>
                </a:cubicBezTo>
                <a:cubicBezTo>
                  <a:pt x="214920" y="11534"/>
                  <a:pt x="213788" y="11164"/>
                  <a:pt x="212430" y="11164"/>
                </a:cubicBezTo>
                <a:cubicBezTo>
                  <a:pt x="210959" y="11164"/>
                  <a:pt x="209008" y="11619"/>
                  <a:pt x="206575" y="12527"/>
                </a:cubicBezTo>
                <a:lnTo>
                  <a:pt x="205472" y="9544"/>
                </a:lnTo>
                <a:lnTo>
                  <a:pt x="228639" y="0"/>
                </a:lnTo>
                <a:lnTo>
                  <a:pt x="232457" y="0"/>
                </a:lnTo>
                <a:lnTo>
                  <a:pt x="232457" y="89867"/>
                </a:lnTo>
                <a:cubicBezTo>
                  <a:pt x="232457" y="98975"/>
                  <a:pt x="232669" y="104533"/>
                  <a:pt x="233094" y="106541"/>
                </a:cubicBezTo>
                <a:cubicBezTo>
                  <a:pt x="233518" y="108550"/>
                  <a:pt x="234197" y="109950"/>
                  <a:pt x="235130" y="110742"/>
                </a:cubicBezTo>
                <a:cubicBezTo>
                  <a:pt x="236064" y="111534"/>
                  <a:pt x="237153" y="111930"/>
                  <a:pt x="238397" y="111930"/>
                </a:cubicBezTo>
                <a:cubicBezTo>
                  <a:pt x="239925" y="111930"/>
                  <a:pt x="241962" y="111449"/>
                  <a:pt x="244507" y="110487"/>
                </a:cubicBezTo>
                <a:lnTo>
                  <a:pt x="245441" y="113458"/>
                </a:lnTo>
                <a:lnTo>
                  <a:pt x="222359" y="123047"/>
                </a:lnTo>
                <a:lnTo>
                  <a:pt x="218455" y="123047"/>
                </a:lnTo>
                <a:lnTo>
                  <a:pt x="218455" y="111930"/>
                </a:lnTo>
                <a:moveTo>
                  <a:pt x="218455" y="106008"/>
                </a:moveTo>
                <a:lnTo>
                  <a:pt x="218455" y="66055"/>
                </a:lnTo>
                <a:cubicBezTo>
                  <a:pt x="218116" y="62217"/>
                  <a:pt x="217098" y="58719"/>
                  <a:pt x="215400" y="55559"/>
                </a:cubicBezTo>
                <a:cubicBezTo>
                  <a:pt x="213703" y="52398"/>
                  <a:pt x="211454" y="50014"/>
                  <a:pt x="208654" y="48407"/>
                </a:cubicBezTo>
                <a:cubicBezTo>
                  <a:pt x="205854" y="46798"/>
                  <a:pt x="203124" y="45994"/>
                  <a:pt x="200465" y="45994"/>
                </a:cubicBezTo>
                <a:cubicBezTo>
                  <a:pt x="195487" y="45994"/>
                  <a:pt x="191046" y="48223"/>
                  <a:pt x="187142" y="52682"/>
                </a:cubicBezTo>
                <a:cubicBezTo>
                  <a:pt x="181994" y="58550"/>
                  <a:pt x="179420" y="67127"/>
                  <a:pt x="179420" y="78413"/>
                </a:cubicBezTo>
                <a:cubicBezTo>
                  <a:pt x="179420" y="89813"/>
                  <a:pt x="181909" y="98546"/>
                  <a:pt x="186888" y="104614"/>
                </a:cubicBezTo>
                <a:cubicBezTo>
                  <a:pt x="191866" y="110679"/>
                  <a:pt x="197410" y="113712"/>
                  <a:pt x="203520" y="113712"/>
                </a:cubicBezTo>
                <a:cubicBezTo>
                  <a:pt x="208668" y="113712"/>
                  <a:pt x="213647" y="111144"/>
                  <a:pt x="218455" y="106008"/>
                </a:cubicBezTo>
                <a:close/>
                <a:moveTo>
                  <a:pt x="263516" y="72301"/>
                </a:moveTo>
                <a:cubicBezTo>
                  <a:pt x="263460" y="83815"/>
                  <a:pt x="266260" y="92846"/>
                  <a:pt x="271917" y="99395"/>
                </a:cubicBezTo>
                <a:cubicBezTo>
                  <a:pt x="277575" y="105941"/>
                  <a:pt x="284222" y="109215"/>
                  <a:pt x="291859" y="109215"/>
                </a:cubicBezTo>
                <a:cubicBezTo>
                  <a:pt x="296951" y="109215"/>
                  <a:pt x="301378" y="107814"/>
                  <a:pt x="305140" y="105014"/>
                </a:cubicBezTo>
                <a:cubicBezTo>
                  <a:pt x="308902" y="102214"/>
                  <a:pt x="312056" y="97419"/>
                  <a:pt x="314602" y="90630"/>
                </a:cubicBezTo>
                <a:lnTo>
                  <a:pt x="317232" y="92327"/>
                </a:lnTo>
                <a:cubicBezTo>
                  <a:pt x="316044" y="100078"/>
                  <a:pt x="312593" y="107136"/>
                  <a:pt x="306879" y="113500"/>
                </a:cubicBezTo>
                <a:cubicBezTo>
                  <a:pt x="301166" y="119864"/>
                  <a:pt x="294009" y="123047"/>
                  <a:pt x="285410" y="123047"/>
                </a:cubicBezTo>
                <a:cubicBezTo>
                  <a:pt x="276075" y="123047"/>
                  <a:pt x="268084" y="119420"/>
                  <a:pt x="261437" y="112166"/>
                </a:cubicBezTo>
                <a:cubicBezTo>
                  <a:pt x="254790" y="104911"/>
                  <a:pt x="251466" y="95157"/>
                  <a:pt x="251466" y="82905"/>
                </a:cubicBezTo>
                <a:cubicBezTo>
                  <a:pt x="251466" y="69639"/>
                  <a:pt x="254875" y="59294"/>
                  <a:pt x="261692" y="51871"/>
                </a:cubicBezTo>
                <a:cubicBezTo>
                  <a:pt x="268509" y="44445"/>
                  <a:pt x="277065" y="40733"/>
                  <a:pt x="287362" y="40733"/>
                </a:cubicBezTo>
                <a:cubicBezTo>
                  <a:pt x="296074" y="40733"/>
                  <a:pt x="303230" y="43597"/>
                  <a:pt x="308831" y="49325"/>
                </a:cubicBezTo>
                <a:cubicBezTo>
                  <a:pt x="314432" y="55051"/>
                  <a:pt x="317232" y="62710"/>
                  <a:pt x="317232" y="72301"/>
                </a:cubicBezTo>
                <a:lnTo>
                  <a:pt x="263516" y="72301"/>
                </a:lnTo>
                <a:moveTo>
                  <a:pt x="263516" y="67379"/>
                </a:moveTo>
                <a:lnTo>
                  <a:pt x="299497" y="67379"/>
                </a:lnTo>
                <a:cubicBezTo>
                  <a:pt x="299214" y="62400"/>
                  <a:pt x="298620" y="58893"/>
                  <a:pt x="297715" y="56856"/>
                </a:cubicBezTo>
                <a:cubicBezTo>
                  <a:pt x="296300" y="53688"/>
                  <a:pt x="294193" y="51199"/>
                  <a:pt x="291393" y="49388"/>
                </a:cubicBezTo>
                <a:cubicBezTo>
                  <a:pt x="288592" y="47578"/>
                  <a:pt x="285665" y="46673"/>
                  <a:pt x="282610" y="46673"/>
                </a:cubicBezTo>
                <a:cubicBezTo>
                  <a:pt x="277914" y="46673"/>
                  <a:pt x="273713" y="48497"/>
                  <a:pt x="270008" y="52146"/>
                </a:cubicBezTo>
                <a:cubicBezTo>
                  <a:pt x="266302" y="55795"/>
                  <a:pt x="264138" y="60873"/>
                  <a:pt x="263516" y="67379"/>
                </a:cubicBezTo>
                <a:close/>
                <a:moveTo>
                  <a:pt x="409077" y="40733"/>
                </a:moveTo>
                <a:cubicBezTo>
                  <a:pt x="420844" y="40733"/>
                  <a:pt x="430292" y="45198"/>
                  <a:pt x="437420" y="54127"/>
                </a:cubicBezTo>
                <a:cubicBezTo>
                  <a:pt x="443474" y="61756"/>
                  <a:pt x="446500" y="70516"/>
                  <a:pt x="446500" y="80407"/>
                </a:cubicBezTo>
                <a:cubicBezTo>
                  <a:pt x="446500" y="87359"/>
                  <a:pt x="444831" y="94395"/>
                  <a:pt x="441494" y="101516"/>
                </a:cubicBezTo>
                <a:cubicBezTo>
                  <a:pt x="438156" y="108636"/>
                  <a:pt x="433559" y="114004"/>
                  <a:pt x="427704" y="117621"/>
                </a:cubicBezTo>
                <a:cubicBezTo>
                  <a:pt x="421849" y="121238"/>
                  <a:pt x="415328" y="123047"/>
                  <a:pt x="408144" y="123047"/>
                </a:cubicBezTo>
                <a:cubicBezTo>
                  <a:pt x="396433" y="123047"/>
                  <a:pt x="387127" y="118384"/>
                  <a:pt x="380225" y="109058"/>
                </a:cubicBezTo>
                <a:cubicBezTo>
                  <a:pt x="374398" y="101203"/>
                  <a:pt x="371484" y="92388"/>
                  <a:pt x="371484" y="82611"/>
                </a:cubicBezTo>
                <a:cubicBezTo>
                  <a:pt x="371484" y="75490"/>
                  <a:pt x="373252" y="68411"/>
                  <a:pt x="376788" y="61375"/>
                </a:cubicBezTo>
                <a:cubicBezTo>
                  <a:pt x="380324" y="54339"/>
                  <a:pt x="384977" y="49139"/>
                  <a:pt x="390747" y="45777"/>
                </a:cubicBezTo>
                <a:cubicBezTo>
                  <a:pt x="396518" y="42414"/>
                  <a:pt x="402628" y="40733"/>
                  <a:pt x="409077" y="40733"/>
                </a:cubicBezTo>
                <a:moveTo>
                  <a:pt x="406446" y="46333"/>
                </a:moveTo>
                <a:cubicBezTo>
                  <a:pt x="403448" y="46333"/>
                  <a:pt x="400436" y="47224"/>
                  <a:pt x="397409" y="49004"/>
                </a:cubicBezTo>
                <a:cubicBezTo>
                  <a:pt x="394382" y="50784"/>
                  <a:pt x="391935" y="53906"/>
                  <a:pt x="390069" y="58370"/>
                </a:cubicBezTo>
                <a:cubicBezTo>
                  <a:pt x="388202" y="62834"/>
                  <a:pt x="387268" y="68569"/>
                  <a:pt x="387268" y="75576"/>
                </a:cubicBezTo>
                <a:cubicBezTo>
                  <a:pt x="387268" y="86876"/>
                  <a:pt x="389517" y="96624"/>
                  <a:pt x="394014" y="104818"/>
                </a:cubicBezTo>
                <a:cubicBezTo>
                  <a:pt x="398512" y="113010"/>
                  <a:pt x="404438" y="117107"/>
                  <a:pt x="411793" y="117107"/>
                </a:cubicBezTo>
                <a:cubicBezTo>
                  <a:pt x="417280" y="117107"/>
                  <a:pt x="421806" y="114846"/>
                  <a:pt x="425370" y="110326"/>
                </a:cubicBezTo>
                <a:cubicBezTo>
                  <a:pt x="428934" y="105805"/>
                  <a:pt x="430716" y="98036"/>
                  <a:pt x="430716" y="87018"/>
                </a:cubicBezTo>
                <a:cubicBezTo>
                  <a:pt x="430716" y="73230"/>
                  <a:pt x="427746" y="62381"/>
                  <a:pt x="421806" y="54469"/>
                </a:cubicBezTo>
                <a:cubicBezTo>
                  <a:pt x="417789" y="49045"/>
                  <a:pt x="412670" y="46333"/>
                  <a:pt x="406446" y="46333"/>
                </a:cubicBezTo>
                <a:close/>
                <a:moveTo>
                  <a:pt x="480699" y="40733"/>
                </a:moveTo>
                <a:lnTo>
                  <a:pt x="480699" y="58214"/>
                </a:lnTo>
                <a:cubicBezTo>
                  <a:pt x="487205" y="46560"/>
                  <a:pt x="493880" y="40733"/>
                  <a:pt x="500726" y="40733"/>
                </a:cubicBezTo>
                <a:cubicBezTo>
                  <a:pt x="503837" y="40733"/>
                  <a:pt x="506411" y="41680"/>
                  <a:pt x="508448" y="43576"/>
                </a:cubicBezTo>
                <a:cubicBezTo>
                  <a:pt x="510484" y="45471"/>
                  <a:pt x="511503" y="47663"/>
                  <a:pt x="511503" y="50152"/>
                </a:cubicBezTo>
                <a:cubicBezTo>
                  <a:pt x="511503" y="52359"/>
                  <a:pt x="510767" y="54225"/>
                  <a:pt x="509296" y="55753"/>
                </a:cubicBezTo>
                <a:cubicBezTo>
                  <a:pt x="507825" y="57280"/>
                  <a:pt x="506072" y="58044"/>
                  <a:pt x="504035" y="58044"/>
                </a:cubicBezTo>
                <a:cubicBezTo>
                  <a:pt x="502055" y="58044"/>
                  <a:pt x="499834" y="57068"/>
                  <a:pt x="497374" y="55116"/>
                </a:cubicBezTo>
                <a:cubicBezTo>
                  <a:pt x="494913" y="53165"/>
                  <a:pt x="493088" y="52189"/>
                  <a:pt x="491900" y="52189"/>
                </a:cubicBezTo>
                <a:cubicBezTo>
                  <a:pt x="490882" y="52189"/>
                  <a:pt x="489779" y="52753"/>
                  <a:pt x="488591" y="53881"/>
                </a:cubicBezTo>
                <a:cubicBezTo>
                  <a:pt x="486045" y="56195"/>
                  <a:pt x="483414" y="60004"/>
                  <a:pt x="480699" y="65308"/>
                </a:cubicBezTo>
                <a:lnTo>
                  <a:pt x="480699" y="102466"/>
                </a:lnTo>
                <a:cubicBezTo>
                  <a:pt x="480699" y="106753"/>
                  <a:pt x="481236" y="109997"/>
                  <a:pt x="482311" y="112198"/>
                </a:cubicBezTo>
                <a:cubicBezTo>
                  <a:pt x="483046" y="113722"/>
                  <a:pt x="484348" y="114992"/>
                  <a:pt x="486214" y="116009"/>
                </a:cubicBezTo>
                <a:cubicBezTo>
                  <a:pt x="488081" y="117023"/>
                  <a:pt x="490769" y="117531"/>
                  <a:pt x="494276" y="117531"/>
                </a:cubicBezTo>
                <a:lnTo>
                  <a:pt x="494276" y="120671"/>
                </a:lnTo>
                <a:lnTo>
                  <a:pt x="454477" y="120671"/>
                </a:lnTo>
                <a:lnTo>
                  <a:pt x="454477" y="117531"/>
                </a:lnTo>
                <a:cubicBezTo>
                  <a:pt x="458437" y="117531"/>
                  <a:pt x="461379" y="116910"/>
                  <a:pt x="463302" y="115669"/>
                </a:cubicBezTo>
                <a:cubicBezTo>
                  <a:pt x="464717" y="114766"/>
                  <a:pt x="465707" y="113326"/>
                  <a:pt x="466272" y="111349"/>
                </a:cubicBezTo>
                <a:cubicBezTo>
                  <a:pt x="466555" y="110389"/>
                  <a:pt x="466697" y="107652"/>
                  <a:pt x="466697" y="103136"/>
                </a:cubicBezTo>
                <a:lnTo>
                  <a:pt x="466697" y="73078"/>
                </a:lnTo>
                <a:cubicBezTo>
                  <a:pt x="466697" y="64045"/>
                  <a:pt x="466513" y="58669"/>
                  <a:pt x="466145" y="56949"/>
                </a:cubicBezTo>
                <a:cubicBezTo>
                  <a:pt x="465777" y="55227"/>
                  <a:pt x="465099" y="53971"/>
                  <a:pt x="464109" y="53181"/>
                </a:cubicBezTo>
                <a:cubicBezTo>
                  <a:pt x="463118" y="52390"/>
                  <a:pt x="461888" y="51995"/>
                  <a:pt x="460417" y="51995"/>
                </a:cubicBezTo>
                <a:cubicBezTo>
                  <a:pt x="458663" y="51995"/>
                  <a:pt x="456683" y="52419"/>
                  <a:pt x="454477" y="53265"/>
                </a:cubicBezTo>
                <a:lnTo>
                  <a:pt x="453628" y="50216"/>
                </a:lnTo>
                <a:lnTo>
                  <a:pt x="477134" y="40733"/>
                </a:lnTo>
                <a:lnTo>
                  <a:pt x="480699" y="40733"/>
                </a:lnTo>
                <a:close/>
                <a:moveTo>
                  <a:pt x="581850" y="17311"/>
                </a:moveTo>
                <a:lnTo>
                  <a:pt x="581850" y="42939"/>
                </a:lnTo>
                <a:lnTo>
                  <a:pt x="600010" y="42939"/>
                </a:lnTo>
                <a:lnTo>
                  <a:pt x="600010" y="48879"/>
                </a:lnTo>
                <a:lnTo>
                  <a:pt x="581850" y="48879"/>
                </a:lnTo>
                <a:lnTo>
                  <a:pt x="581850" y="99217"/>
                </a:lnTo>
                <a:cubicBezTo>
                  <a:pt x="581850" y="104247"/>
                  <a:pt x="582571" y="107638"/>
                  <a:pt x="584014" y="109390"/>
                </a:cubicBezTo>
                <a:cubicBezTo>
                  <a:pt x="585457" y="111140"/>
                  <a:pt x="587309" y="112015"/>
                  <a:pt x="589572" y="112015"/>
                </a:cubicBezTo>
                <a:cubicBezTo>
                  <a:pt x="591439" y="112015"/>
                  <a:pt x="593250" y="111435"/>
                  <a:pt x="595003" y="110275"/>
                </a:cubicBezTo>
                <a:cubicBezTo>
                  <a:pt x="596757" y="109116"/>
                  <a:pt x="598115" y="107404"/>
                  <a:pt x="599077" y="105141"/>
                </a:cubicBezTo>
                <a:lnTo>
                  <a:pt x="602386" y="105141"/>
                </a:lnTo>
                <a:cubicBezTo>
                  <a:pt x="600406" y="110701"/>
                  <a:pt x="597606" y="114906"/>
                  <a:pt x="593985" y="117756"/>
                </a:cubicBezTo>
                <a:cubicBezTo>
                  <a:pt x="590364" y="120604"/>
                  <a:pt x="586631" y="122028"/>
                  <a:pt x="582784" y="122028"/>
                </a:cubicBezTo>
                <a:cubicBezTo>
                  <a:pt x="580181" y="122028"/>
                  <a:pt x="577635" y="121306"/>
                  <a:pt x="575146" y="119862"/>
                </a:cubicBezTo>
                <a:cubicBezTo>
                  <a:pt x="572657" y="118417"/>
                  <a:pt x="570818" y="116351"/>
                  <a:pt x="569630" y="113662"/>
                </a:cubicBezTo>
                <a:cubicBezTo>
                  <a:pt x="568442" y="110971"/>
                  <a:pt x="567848" y="106822"/>
                  <a:pt x="567848" y="101214"/>
                </a:cubicBezTo>
                <a:lnTo>
                  <a:pt x="567848" y="48879"/>
                </a:lnTo>
                <a:lnTo>
                  <a:pt x="555544" y="48879"/>
                </a:lnTo>
                <a:lnTo>
                  <a:pt x="555544" y="46079"/>
                </a:lnTo>
                <a:cubicBezTo>
                  <a:pt x="558655" y="44831"/>
                  <a:pt x="561837" y="42717"/>
                  <a:pt x="565090" y="39738"/>
                </a:cubicBezTo>
                <a:cubicBezTo>
                  <a:pt x="568343" y="36759"/>
                  <a:pt x="571243" y="33227"/>
                  <a:pt x="573788" y="29141"/>
                </a:cubicBezTo>
                <a:cubicBezTo>
                  <a:pt x="575090" y="26986"/>
                  <a:pt x="576900" y="23043"/>
                  <a:pt x="579219" y="17311"/>
                </a:cubicBezTo>
                <a:lnTo>
                  <a:pt x="581850" y="17311"/>
                </a:lnTo>
                <a:close/>
                <a:moveTo>
                  <a:pt x="620660" y="72301"/>
                </a:moveTo>
                <a:cubicBezTo>
                  <a:pt x="620604" y="83815"/>
                  <a:pt x="623404" y="92846"/>
                  <a:pt x="629062" y="99395"/>
                </a:cubicBezTo>
                <a:cubicBezTo>
                  <a:pt x="634719" y="105941"/>
                  <a:pt x="641366" y="109215"/>
                  <a:pt x="649004" y="109215"/>
                </a:cubicBezTo>
                <a:cubicBezTo>
                  <a:pt x="654095" y="109215"/>
                  <a:pt x="658522" y="107814"/>
                  <a:pt x="662284" y="105014"/>
                </a:cubicBezTo>
                <a:cubicBezTo>
                  <a:pt x="666046" y="102214"/>
                  <a:pt x="669200" y="97419"/>
                  <a:pt x="671746" y="90630"/>
                </a:cubicBezTo>
                <a:lnTo>
                  <a:pt x="674377" y="92327"/>
                </a:lnTo>
                <a:cubicBezTo>
                  <a:pt x="673189" y="100078"/>
                  <a:pt x="669738" y="107136"/>
                  <a:pt x="664024" y="113500"/>
                </a:cubicBezTo>
                <a:cubicBezTo>
                  <a:pt x="658310" y="119864"/>
                  <a:pt x="651153" y="123047"/>
                  <a:pt x="642554" y="123047"/>
                </a:cubicBezTo>
                <a:cubicBezTo>
                  <a:pt x="633220" y="123047"/>
                  <a:pt x="625229" y="119420"/>
                  <a:pt x="618581" y="112166"/>
                </a:cubicBezTo>
                <a:cubicBezTo>
                  <a:pt x="611934" y="104911"/>
                  <a:pt x="608610" y="95157"/>
                  <a:pt x="608610" y="82905"/>
                </a:cubicBezTo>
                <a:cubicBezTo>
                  <a:pt x="608610" y="69639"/>
                  <a:pt x="612019" y="59294"/>
                  <a:pt x="618836" y="51871"/>
                </a:cubicBezTo>
                <a:cubicBezTo>
                  <a:pt x="625653" y="44445"/>
                  <a:pt x="634210" y="40733"/>
                  <a:pt x="644506" y="40733"/>
                </a:cubicBezTo>
                <a:cubicBezTo>
                  <a:pt x="653218" y="40733"/>
                  <a:pt x="660375" y="43597"/>
                  <a:pt x="665976" y="49325"/>
                </a:cubicBezTo>
                <a:cubicBezTo>
                  <a:pt x="671576" y="55051"/>
                  <a:pt x="674377" y="62710"/>
                  <a:pt x="674377" y="72301"/>
                </a:cubicBezTo>
                <a:lnTo>
                  <a:pt x="620660" y="72301"/>
                </a:lnTo>
                <a:moveTo>
                  <a:pt x="620660" y="67379"/>
                </a:moveTo>
                <a:lnTo>
                  <a:pt x="656641" y="67379"/>
                </a:lnTo>
                <a:cubicBezTo>
                  <a:pt x="656358" y="62400"/>
                  <a:pt x="655764" y="58893"/>
                  <a:pt x="654859" y="56856"/>
                </a:cubicBezTo>
                <a:cubicBezTo>
                  <a:pt x="653445" y="53688"/>
                  <a:pt x="651337" y="51199"/>
                  <a:pt x="648537" y="49388"/>
                </a:cubicBezTo>
                <a:cubicBezTo>
                  <a:pt x="645737" y="47578"/>
                  <a:pt x="642809" y="46673"/>
                  <a:pt x="639754" y="46673"/>
                </a:cubicBezTo>
                <a:cubicBezTo>
                  <a:pt x="635058" y="46673"/>
                  <a:pt x="630858" y="48497"/>
                  <a:pt x="627152" y="52146"/>
                </a:cubicBezTo>
                <a:cubicBezTo>
                  <a:pt x="623447" y="55795"/>
                  <a:pt x="621283" y="60873"/>
                  <a:pt x="620660" y="67379"/>
                </a:cubicBezTo>
                <a:close/>
                <a:moveTo>
                  <a:pt x="681616" y="42939"/>
                </a:moveTo>
                <a:lnTo>
                  <a:pt x="718190" y="42939"/>
                </a:lnTo>
                <a:lnTo>
                  <a:pt x="718190" y="46079"/>
                </a:lnTo>
                <a:cubicBezTo>
                  <a:pt x="715871" y="46079"/>
                  <a:pt x="714244" y="46475"/>
                  <a:pt x="713311" y="47267"/>
                </a:cubicBezTo>
                <a:cubicBezTo>
                  <a:pt x="712378" y="48059"/>
                  <a:pt x="711911" y="49106"/>
                  <a:pt x="711911" y="50407"/>
                </a:cubicBezTo>
                <a:cubicBezTo>
                  <a:pt x="711911" y="51764"/>
                  <a:pt x="712901" y="53858"/>
                  <a:pt x="714881" y="56686"/>
                </a:cubicBezTo>
                <a:cubicBezTo>
                  <a:pt x="715503" y="57592"/>
                  <a:pt x="716437" y="59006"/>
                  <a:pt x="717681" y="60929"/>
                </a:cubicBezTo>
                <a:lnTo>
                  <a:pt x="723197" y="69755"/>
                </a:lnTo>
                <a:lnTo>
                  <a:pt x="729562" y="60929"/>
                </a:lnTo>
                <a:cubicBezTo>
                  <a:pt x="733635" y="55329"/>
                  <a:pt x="735672" y="51793"/>
                  <a:pt x="735672" y="50322"/>
                </a:cubicBezTo>
                <a:cubicBezTo>
                  <a:pt x="735672" y="49134"/>
                  <a:pt x="735191" y="48130"/>
                  <a:pt x="734229" y="47309"/>
                </a:cubicBezTo>
                <a:cubicBezTo>
                  <a:pt x="733267" y="46489"/>
                  <a:pt x="731711" y="46079"/>
                  <a:pt x="729562" y="46079"/>
                </a:cubicBezTo>
                <a:lnTo>
                  <a:pt x="729562" y="42939"/>
                </a:lnTo>
                <a:lnTo>
                  <a:pt x="755868" y="42939"/>
                </a:lnTo>
                <a:lnTo>
                  <a:pt x="755868" y="46079"/>
                </a:lnTo>
                <a:cubicBezTo>
                  <a:pt x="753096" y="46249"/>
                  <a:pt x="750692" y="47012"/>
                  <a:pt x="748655" y="48370"/>
                </a:cubicBezTo>
                <a:cubicBezTo>
                  <a:pt x="745883" y="50294"/>
                  <a:pt x="742093" y="54480"/>
                  <a:pt x="737284" y="60929"/>
                </a:cubicBezTo>
                <a:lnTo>
                  <a:pt x="726676" y="75101"/>
                </a:lnTo>
                <a:lnTo>
                  <a:pt x="746024" y="102879"/>
                </a:lnTo>
                <a:cubicBezTo>
                  <a:pt x="750777" y="109710"/>
                  <a:pt x="754171" y="113818"/>
                  <a:pt x="756208" y="115202"/>
                </a:cubicBezTo>
                <a:cubicBezTo>
                  <a:pt x="758244" y="116585"/>
                  <a:pt x="760875" y="117361"/>
                  <a:pt x="764100" y="117531"/>
                </a:cubicBezTo>
                <a:lnTo>
                  <a:pt x="764100" y="120671"/>
                </a:lnTo>
                <a:lnTo>
                  <a:pt x="727440" y="120671"/>
                </a:lnTo>
                <a:lnTo>
                  <a:pt x="727440" y="117531"/>
                </a:lnTo>
                <a:cubicBezTo>
                  <a:pt x="729986" y="117531"/>
                  <a:pt x="731966" y="116967"/>
                  <a:pt x="733380" y="115839"/>
                </a:cubicBezTo>
                <a:cubicBezTo>
                  <a:pt x="734455" y="115049"/>
                  <a:pt x="734993" y="114005"/>
                  <a:pt x="734993" y="112707"/>
                </a:cubicBezTo>
                <a:cubicBezTo>
                  <a:pt x="734993" y="111409"/>
                  <a:pt x="733182" y="108137"/>
                  <a:pt x="729562" y="102890"/>
                </a:cubicBezTo>
                <a:lnTo>
                  <a:pt x="718190" y="86302"/>
                </a:lnTo>
                <a:lnTo>
                  <a:pt x="705716" y="102890"/>
                </a:lnTo>
                <a:cubicBezTo>
                  <a:pt x="701869" y="108024"/>
                  <a:pt x="699946" y="111071"/>
                  <a:pt x="699946" y="112031"/>
                </a:cubicBezTo>
                <a:cubicBezTo>
                  <a:pt x="699946" y="113385"/>
                  <a:pt x="700582" y="114612"/>
                  <a:pt x="701855" y="115712"/>
                </a:cubicBezTo>
                <a:cubicBezTo>
                  <a:pt x="703128" y="116811"/>
                  <a:pt x="705037" y="117418"/>
                  <a:pt x="707583" y="117531"/>
                </a:cubicBezTo>
                <a:lnTo>
                  <a:pt x="707583" y="120671"/>
                </a:lnTo>
                <a:lnTo>
                  <a:pt x="682210" y="120671"/>
                </a:lnTo>
                <a:lnTo>
                  <a:pt x="682210" y="117531"/>
                </a:lnTo>
                <a:cubicBezTo>
                  <a:pt x="684247" y="117248"/>
                  <a:pt x="686029" y="116543"/>
                  <a:pt x="687556" y="115415"/>
                </a:cubicBezTo>
                <a:cubicBezTo>
                  <a:pt x="689706" y="113778"/>
                  <a:pt x="693327" y="109601"/>
                  <a:pt x="698418" y="102885"/>
                </a:cubicBezTo>
                <a:lnTo>
                  <a:pt x="714711" y="81296"/>
                </a:lnTo>
                <a:lnTo>
                  <a:pt x="699946" y="59911"/>
                </a:lnTo>
                <a:cubicBezTo>
                  <a:pt x="695759" y="53801"/>
                  <a:pt x="692520" y="49968"/>
                  <a:pt x="690229" y="48413"/>
                </a:cubicBezTo>
                <a:cubicBezTo>
                  <a:pt x="687938" y="46857"/>
                  <a:pt x="685067" y="46079"/>
                  <a:pt x="681616" y="46079"/>
                </a:cubicBezTo>
                <a:lnTo>
                  <a:pt x="681616" y="42939"/>
                </a:lnTo>
                <a:close/>
                <a:moveTo>
                  <a:pt x="794225" y="17311"/>
                </a:moveTo>
                <a:lnTo>
                  <a:pt x="794225" y="42939"/>
                </a:lnTo>
                <a:lnTo>
                  <a:pt x="812385" y="42939"/>
                </a:lnTo>
                <a:lnTo>
                  <a:pt x="812385" y="48879"/>
                </a:lnTo>
                <a:lnTo>
                  <a:pt x="794225" y="48879"/>
                </a:lnTo>
                <a:lnTo>
                  <a:pt x="794225" y="99217"/>
                </a:lnTo>
                <a:cubicBezTo>
                  <a:pt x="794225" y="104247"/>
                  <a:pt x="794946" y="107638"/>
                  <a:pt x="796389" y="109390"/>
                </a:cubicBezTo>
                <a:cubicBezTo>
                  <a:pt x="797832" y="111140"/>
                  <a:pt x="799684" y="112015"/>
                  <a:pt x="801947" y="112015"/>
                </a:cubicBezTo>
                <a:cubicBezTo>
                  <a:pt x="803814" y="112015"/>
                  <a:pt x="805624" y="111435"/>
                  <a:pt x="807378" y="110275"/>
                </a:cubicBezTo>
                <a:cubicBezTo>
                  <a:pt x="809132" y="109116"/>
                  <a:pt x="810490" y="107404"/>
                  <a:pt x="811452" y="105141"/>
                </a:cubicBezTo>
                <a:lnTo>
                  <a:pt x="814761" y="105141"/>
                </a:lnTo>
                <a:cubicBezTo>
                  <a:pt x="812781" y="110701"/>
                  <a:pt x="809981" y="114906"/>
                  <a:pt x="806360" y="117756"/>
                </a:cubicBezTo>
                <a:cubicBezTo>
                  <a:pt x="802739" y="120604"/>
                  <a:pt x="799005" y="122028"/>
                  <a:pt x="795158" y="122028"/>
                </a:cubicBezTo>
                <a:cubicBezTo>
                  <a:pt x="792556" y="122028"/>
                  <a:pt x="790010" y="121306"/>
                  <a:pt x="787521" y="119862"/>
                </a:cubicBezTo>
                <a:cubicBezTo>
                  <a:pt x="785032" y="118417"/>
                  <a:pt x="783193" y="116351"/>
                  <a:pt x="782005" y="113662"/>
                </a:cubicBezTo>
                <a:cubicBezTo>
                  <a:pt x="780817" y="110971"/>
                  <a:pt x="780223" y="106822"/>
                  <a:pt x="780223" y="101214"/>
                </a:cubicBezTo>
                <a:lnTo>
                  <a:pt x="780223" y="48879"/>
                </a:lnTo>
                <a:lnTo>
                  <a:pt x="767918" y="48879"/>
                </a:lnTo>
                <a:lnTo>
                  <a:pt x="767918" y="46079"/>
                </a:lnTo>
                <a:cubicBezTo>
                  <a:pt x="771030" y="44831"/>
                  <a:pt x="774212" y="42717"/>
                  <a:pt x="777465" y="39738"/>
                </a:cubicBezTo>
                <a:cubicBezTo>
                  <a:pt x="780718" y="36759"/>
                  <a:pt x="783617" y="33227"/>
                  <a:pt x="786163" y="29141"/>
                </a:cubicBezTo>
                <a:cubicBezTo>
                  <a:pt x="787464" y="26986"/>
                  <a:pt x="789275" y="23043"/>
                  <a:pt x="791594" y="17311"/>
                </a:cubicBezTo>
                <a:lnTo>
                  <a:pt x="794225" y="17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6DD24-1C27-492E-B5AA-D81294C4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3967019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65C5B-8659-4670-8F54-9C2ED90F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3967019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58" name="Text Create[x]">
            <a:extLst xmlns:a="http://schemas.openxmlformats.org/drawingml/2006/main">
              <a:ext uri="{FF2B5EF4-FFF2-40B4-BE49-F238E27FC236}">
                <a16:creationId xmlns:a16="http://schemas.microsoft.com/office/drawing/2014/main" id="{B5946CB7-DF09-42F0-9760-9F7AE8EC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249" y="4043080"/>
            <a:ext cx="679241" cy="152239"/>
          </a:xfrm>
          <a:custGeom xmlns:a="http://schemas.openxmlformats.org/drawingml/2006/main">
            <a:pathLst>
              <a:path w="679241" h="152239">
                <a:moveTo>
                  <a:pt x="98353" y="170"/>
                </a:moveTo>
                <a:lnTo>
                  <a:pt x="100983" y="39205"/>
                </a:lnTo>
                <a:lnTo>
                  <a:pt x="98353" y="39205"/>
                </a:lnTo>
                <a:cubicBezTo>
                  <a:pt x="94845" y="27465"/>
                  <a:pt x="89838" y="19014"/>
                  <a:pt x="83332" y="13853"/>
                </a:cubicBezTo>
                <a:cubicBezTo>
                  <a:pt x="76826" y="8691"/>
                  <a:pt x="69019" y="6110"/>
                  <a:pt x="59911" y="6110"/>
                </a:cubicBezTo>
                <a:cubicBezTo>
                  <a:pt x="52274" y="6110"/>
                  <a:pt x="45372" y="8049"/>
                  <a:pt x="39205" y="11928"/>
                </a:cubicBezTo>
                <a:cubicBezTo>
                  <a:pt x="33039" y="15805"/>
                  <a:pt x="28188" y="21990"/>
                  <a:pt x="24652" y="30483"/>
                </a:cubicBezTo>
                <a:cubicBezTo>
                  <a:pt x="21116" y="38976"/>
                  <a:pt x="19348" y="49536"/>
                  <a:pt x="19348" y="62162"/>
                </a:cubicBezTo>
                <a:cubicBezTo>
                  <a:pt x="19348" y="72579"/>
                  <a:pt x="21017" y="81610"/>
                  <a:pt x="24355" y="89254"/>
                </a:cubicBezTo>
                <a:cubicBezTo>
                  <a:pt x="27693" y="96897"/>
                  <a:pt x="32713" y="102756"/>
                  <a:pt x="39417" y="106833"/>
                </a:cubicBezTo>
                <a:cubicBezTo>
                  <a:pt x="46121" y="110910"/>
                  <a:pt x="53773" y="112948"/>
                  <a:pt x="62372" y="112948"/>
                </a:cubicBezTo>
                <a:cubicBezTo>
                  <a:pt x="69840" y="112948"/>
                  <a:pt x="76430" y="111350"/>
                  <a:pt x="82144" y="108154"/>
                </a:cubicBezTo>
                <a:cubicBezTo>
                  <a:pt x="87858" y="104957"/>
                  <a:pt x="94138" y="98607"/>
                  <a:pt x="100983" y="89103"/>
                </a:cubicBezTo>
                <a:lnTo>
                  <a:pt x="103614" y="90795"/>
                </a:lnTo>
                <a:cubicBezTo>
                  <a:pt x="97843" y="101008"/>
                  <a:pt x="91111" y="108484"/>
                  <a:pt x="83417" y="113224"/>
                </a:cubicBezTo>
                <a:cubicBezTo>
                  <a:pt x="75723" y="117962"/>
                  <a:pt x="66587" y="120331"/>
                  <a:pt x="56007" y="120331"/>
                </a:cubicBezTo>
                <a:cubicBezTo>
                  <a:pt x="36942" y="120331"/>
                  <a:pt x="22177" y="113269"/>
                  <a:pt x="11711" y="99145"/>
                </a:cubicBezTo>
                <a:cubicBezTo>
                  <a:pt x="3904" y="88639"/>
                  <a:pt x="0" y="76267"/>
                  <a:pt x="0" y="62030"/>
                </a:cubicBezTo>
                <a:cubicBezTo>
                  <a:pt x="0" y="50561"/>
                  <a:pt x="2574" y="40026"/>
                  <a:pt x="7722" y="30422"/>
                </a:cubicBezTo>
                <a:cubicBezTo>
                  <a:pt x="12870" y="20819"/>
                  <a:pt x="19956" y="13376"/>
                  <a:pt x="28980" y="8094"/>
                </a:cubicBezTo>
                <a:cubicBezTo>
                  <a:pt x="38003" y="2811"/>
                  <a:pt x="47861" y="170"/>
                  <a:pt x="58553" y="170"/>
                </a:cubicBezTo>
                <a:cubicBezTo>
                  <a:pt x="66870" y="170"/>
                  <a:pt x="75073" y="2206"/>
                  <a:pt x="83163" y="6280"/>
                </a:cubicBezTo>
                <a:cubicBezTo>
                  <a:pt x="85539" y="7524"/>
                  <a:pt x="87236" y="8147"/>
                  <a:pt x="88254" y="8147"/>
                </a:cubicBezTo>
                <a:cubicBezTo>
                  <a:pt x="89782" y="8147"/>
                  <a:pt x="91111" y="7609"/>
                  <a:pt x="92243" y="6534"/>
                </a:cubicBezTo>
                <a:cubicBezTo>
                  <a:pt x="93714" y="5007"/>
                  <a:pt x="94760" y="2885"/>
                  <a:pt x="95382" y="170"/>
                </a:cubicBezTo>
                <a:lnTo>
                  <a:pt x="98353" y="170"/>
                </a:lnTo>
                <a:close/>
                <a:moveTo>
                  <a:pt x="137814" y="37847"/>
                </a:moveTo>
                <a:lnTo>
                  <a:pt x="137814" y="55329"/>
                </a:lnTo>
                <a:cubicBezTo>
                  <a:pt x="144320" y="43675"/>
                  <a:pt x="150995" y="37847"/>
                  <a:pt x="157841" y="37847"/>
                </a:cubicBezTo>
                <a:cubicBezTo>
                  <a:pt x="160952" y="37847"/>
                  <a:pt x="163526" y="38795"/>
                  <a:pt x="165563" y="40690"/>
                </a:cubicBezTo>
                <a:cubicBezTo>
                  <a:pt x="167600" y="42585"/>
                  <a:pt x="168618" y="44778"/>
                  <a:pt x="168618" y="47267"/>
                </a:cubicBezTo>
                <a:cubicBezTo>
                  <a:pt x="168618" y="49473"/>
                  <a:pt x="167882" y="51340"/>
                  <a:pt x="166412" y="52868"/>
                </a:cubicBezTo>
                <a:cubicBezTo>
                  <a:pt x="164941" y="54395"/>
                  <a:pt x="163187" y="55159"/>
                  <a:pt x="161150" y="55159"/>
                </a:cubicBezTo>
                <a:cubicBezTo>
                  <a:pt x="159170" y="55159"/>
                  <a:pt x="156950" y="54183"/>
                  <a:pt x="154489" y="52231"/>
                </a:cubicBezTo>
                <a:cubicBezTo>
                  <a:pt x="152028" y="50279"/>
                  <a:pt x="150203" y="49304"/>
                  <a:pt x="149015" y="49304"/>
                </a:cubicBezTo>
                <a:cubicBezTo>
                  <a:pt x="147997" y="49304"/>
                  <a:pt x="146894" y="49868"/>
                  <a:pt x="145706" y="50995"/>
                </a:cubicBezTo>
                <a:cubicBezTo>
                  <a:pt x="143160" y="53310"/>
                  <a:pt x="140529" y="57119"/>
                  <a:pt x="137814" y="62422"/>
                </a:cubicBezTo>
                <a:lnTo>
                  <a:pt x="137814" y="99580"/>
                </a:lnTo>
                <a:cubicBezTo>
                  <a:pt x="137814" y="103868"/>
                  <a:pt x="138351" y="107112"/>
                  <a:pt x="139426" y="109313"/>
                </a:cubicBezTo>
                <a:cubicBezTo>
                  <a:pt x="140162" y="110837"/>
                  <a:pt x="141463" y="112107"/>
                  <a:pt x="143330" y="113123"/>
                </a:cubicBezTo>
                <a:cubicBezTo>
                  <a:pt x="145197" y="114138"/>
                  <a:pt x="147884" y="114646"/>
                  <a:pt x="151391" y="114646"/>
                </a:cubicBezTo>
                <a:lnTo>
                  <a:pt x="151391" y="117785"/>
                </a:lnTo>
                <a:lnTo>
                  <a:pt x="111592" y="117785"/>
                </a:lnTo>
                <a:lnTo>
                  <a:pt x="111592" y="114646"/>
                </a:lnTo>
                <a:cubicBezTo>
                  <a:pt x="115552" y="114646"/>
                  <a:pt x="118494" y="114025"/>
                  <a:pt x="120417" y="112784"/>
                </a:cubicBezTo>
                <a:cubicBezTo>
                  <a:pt x="121832" y="111881"/>
                  <a:pt x="122822" y="110441"/>
                  <a:pt x="123388" y="108464"/>
                </a:cubicBezTo>
                <a:cubicBezTo>
                  <a:pt x="123670" y="107504"/>
                  <a:pt x="123812" y="104767"/>
                  <a:pt x="123812" y="100251"/>
                </a:cubicBezTo>
                <a:lnTo>
                  <a:pt x="123812" y="70192"/>
                </a:lnTo>
                <a:cubicBezTo>
                  <a:pt x="123812" y="61160"/>
                  <a:pt x="123628" y="55784"/>
                  <a:pt x="123260" y="54064"/>
                </a:cubicBezTo>
                <a:cubicBezTo>
                  <a:pt x="122893" y="52342"/>
                  <a:pt x="122214" y="51086"/>
                  <a:pt x="121224" y="50295"/>
                </a:cubicBezTo>
                <a:cubicBezTo>
                  <a:pt x="120234" y="49505"/>
                  <a:pt x="119003" y="49110"/>
                  <a:pt x="117532" y="49110"/>
                </a:cubicBezTo>
                <a:cubicBezTo>
                  <a:pt x="115778" y="49110"/>
                  <a:pt x="113798" y="49533"/>
                  <a:pt x="111592" y="50380"/>
                </a:cubicBezTo>
                <a:lnTo>
                  <a:pt x="110743" y="47331"/>
                </a:lnTo>
                <a:lnTo>
                  <a:pt x="134250" y="37847"/>
                </a:lnTo>
                <a:lnTo>
                  <a:pt x="137814" y="37847"/>
                </a:lnTo>
                <a:close/>
                <a:moveTo>
                  <a:pt x="186012" y="69415"/>
                </a:moveTo>
                <a:cubicBezTo>
                  <a:pt x="185956" y="80930"/>
                  <a:pt x="188756" y="89961"/>
                  <a:pt x="194414" y="96509"/>
                </a:cubicBezTo>
                <a:cubicBezTo>
                  <a:pt x="200071" y="103056"/>
                  <a:pt x="206718" y="106329"/>
                  <a:pt x="214356" y="106329"/>
                </a:cubicBezTo>
                <a:cubicBezTo>
                  <a:pt x="219447" y="106329"/>
                  <a:pt x="223874" y="104929"/>
                  <a:pt x="227636" y="102129"/>
                </a:cubicBezTo>
                <a:cubicBezTo>
                  <a:pt x="231398" y="99328"/>
                  <a:pt x="234552" y="94534"/>
                  <a:pt x="237098" y="87745"/>
                </a:cubicBezTo>
                <a:lnTo>
                  <a:pt x="239729" y="89442"/>
                </a:lnTo>
                <a:cubicBezTo>
                  <a:pt x="238541" y="97193"/>
                  <a:pt x="235090" y="104250"/>
                  <a:pt x="229376" y="110615"/>
                </a:cubicBezTo>
                <a:cubicBezTo>
                  <a:pt x="223662" y="116979"/>
                  <a:pt x="216505" y="120161"/>
                  <a:pt x="207906" y="120161"/>
                </a:cubicBezTo>
                <a:cubicBezTo>
                  <a:pt x="198572" y="120161"/>
                  <a:pt x="190581" y="116535"/>
                  <a:pt x="183933" y="109281"/>
                </a:cubicBezTo>
                <a:cubicBezTo>
                  <a:pt x="177286" y="102025"/>
                  <a:pt x="173962" y="92272"/>
                  <a:pt x="173962" y="80020"/>
                </a:cubicBezTo>
                <a:cubicBezTo>
                  <a:pt x="173962" y="66754"/>
                  <a:pt x="177371" y="56409"/>
                  <a:pt x="184188" y="48985"/>
                </a:cubicBezTo>
                <a:cubicBezTo>
                  <a:pt x="191005" y="41560"/>
                  <a:pt x="199562" y="37847"/>
                  <a:pt x="209858" y="37847"/>
                </a:cubicBezTo>
                <a:cubicBezTo>
                  <a:pt x="218570" y="37847"/>
                  <a:pt x="225727" y="40711"/>
                  <a:pt x="231328" y="46440"/>
                </a:cubicBezTo>
                <a:cubicBezTo>
                  <a:pt x="236928" y="52166"/>
                  <a:pt x="239729" y="59824"/>
                  <a:pt x="239729" y="69415"/>
                </a:cubicBezTo>
                <a:lnTo>
                  <a:pt x="186012" y="69415"/>
                </a:lnTo>
                <a:moveTo>
                  <a:pt x="186012" y="64493"/>
                </a:moveTo>
                <a:lnTo>
                  <a:pt x="221993" y="64493"/>
                </a:lnTo>
                <a:cubicBezTo>
                  <a:pt x="221710" y="59515"/>
                  <a:pt x="221116" y="56007"/>
                  <a:pt x="220211" y="53971"/>
                </a:cubicBezTo>
                <a:cubicBezTo>
                  <a:pt x="218797" y="50803"/>
                  <a:pt x="216689" y="48314"/>
                  <a:pt x="213889" y="46503"/>
                </a:cubicBezTo>
                <a:cubicBezTo>
                  <a:pt x="211088" y="44693"/>
                  <a:pt x="208161" y="43788"/>
                  <a:pt x="205106" y="43788"/>
                </a:cubicBezTo>
                <a:cubicBezTo>
                  <a:pt x="200410" y="43788"/>
                  <a:pt x="196210" y="45612"/>
                  <a:pt x="192504" y="49261"/>
                </a:cubicBezTo>
                <a:cubicBezTo>
                  <a:pt x="188799" y="52910"/>
                  <a:pt x="186635" y="57988"/>
                  <a:pt x="186012" y="64493"/>
                </a:cubicBezTo>
                <a:close/>
                <a:moveTo>
                  <a:pt x="294150" y="106584"/>
                </a:moveTo>
                <a:cubicBezTo>
                  <a:pt x="286174" y="112750"/>
                  <a:pt x="281167" y="116315"/>
                  <a:pt x="279130" y="117276"/>
                </a:cubicBezTo>
                <a:cubicBezTo>
                  <a:pt x="276075" y="118747"/>
                  <a:pt x="272822" y="119483"/>
                  <a:pt x="269371" y="119483"/>
                </a:cubicBezTo>
                <a:cubicBezTo>
                  <a:pt x="263997" y="119483"/>
                  <a:pt x="259570" y="117644"/>
                  <a:pt x="256091" y="113967"/>
                </a:cubicBezTo>
                <a:cubicBezTo>
                  <a:pt x="252612" y="110289"/>
                  <a:pt x="250872" y="105452"/>
                  <a:pt x="250872" y="99456"/>
                </a:cubicBezTo>
                <a:cubicBezTo>
                  <a:pt x="250872" y="95665"/>
                  <a:pt x="251721" y="92384"/>
                  <a:pt x="253418" y="89612"/>
                </a:cubicBezTo>
                <a:cubicBezTo>
                  <a:pt x="255737" y="85765"/>
                  <a:pt x="259768" y="82144"/>
                  <a:pt x="265510" y="78750"/>
                </a:cubicBezTo>
                <a:cubicBezTo>
                  <a:pt x="271252" y="75356"/>
                  <a:pt x="280799" y="71226"/>
                  <a:pt x="294150" y="66360"/>
                </a:cubicBezTo>
                <a:lnTo>
                  <a:pt x="294150" y="63305"/>
                </a:lnTo>
                <a:cubicBezTo>
                  <a:pt x="294150" y="55555"/>
                  <a:pt x="292920" y="50237"/>
                  <a:pt x="290459" y="47352"/>
                </a:cubicBezTo>
                <a:cubicBezTo>
                  <a:pt x="287998" y="44467"/>
                  <a:pt x="284420" y="43024"/>
                  <a:pt x="279724" y="43024"/>
                </a:cubicBezTo>
                <a:cubicBezTo>
                  <a:pt x="276160" y="43024"/>
                  <a:pt x="273331" y="43982"/>
                  <a:pt x="271238" y="45899"/>
                </a:cubicBezTo>
                <a:cubicBezTo>
                  <a:pt x="269089" y="47815"/>
                  <a:pt x="268014" y="50013"/>
                  <a:pt x="268014" y="52494"/>
                </a:cubicBezTo>
                <a:lnTo>
                  <a:pt x="268183" y="57397"/>
                </a:lnTo>
                <a:cubicBezTo>
                  <a:pt x="268183" y="59989"/>
                  <a:pt x="267519" y="61989"/>
                  <a:pt x="266189" y="63398"/>
                </a:cubicBezTo>
                <a:cubicBezTo>
                  <a:pt x="264860" y="64807"/>
                  <a:pt x="263120" y="65512"/>
                  <a:pt x="260970" y="65512"/>
                </a:cubicBezTo>
                <a:cubicBezTo>
                  <a:pt x="258877" y="65512"/>
                  <a:pt x="257166" y="64779"/>
                  <a:pt x="255836" y="63313"/>
                </a:cubicBezTo>
                <a:cubicBezTo>
                  <a:pt x="254507" y="61846"/>
                  <a:pt x="253842" y="59843"/>
                  <a:pt x="253842" y="57304"/>
                </a:cubicBezTo>
                <a:cubicBezTo>
                  <a:pt x="253842" y="52455"/>
                  <a:pt x="256331" y="48000"/>
                  <a:pt x="261310" y="43939"/>
                </a:cubicBezTo>
                <a:cubicBezTo>
                  <a:pt x="266288" y="39878"/>
                  <a:pt x="273275" y="37847"/>
                  <a:pt x="282270" y="37847"/>
                </a:cubicBezTo>
                <a:cubicBezTo>
                  <a:pt x="289172" y="37847"/>
                  <a:pt x="294829" y="39005"/>
                  <a:pt x="299242" y="41321"/>
                </a:cubicBezTo>
                <a:cubicBezTo>
                  <a:pt x="302580" y="43073"/>
                  <a:pt x="305041" y="45815"/>
                  <a:pt x="306625" y="49545"/>
                </a:cubicBezTo>
                <a:cubicBezTo>
                  <a:pt x="307643" y="51974"/>
                  <a:pt x="308152" y="56946"/>
                  <a:pt x="308152" y="64462"/>
                </a:cubicBezTo>
                <a:lnTo>
                  <a:pt x="308152" y="90821"/>
                </a:lnTo>
                <a:cubicBezTo>
                  <a:pt x="308152" y="98223"/>
                  <a:pt x="308294" y="102758"/>
                  <a:pt x="308577" y="104425"/>
                </a:cubicBezTo>
                <a:cubicBezTo>
                  <a:pt x="308859" y="106092"/>
                  <a:pt x="309326" y="107209"/>
                  <a:pt x="309977" y="107775"/>
                </a:cubicBezTo>
                <a:cubicBezTo>
                  <a:pt x="310627" y="108339"/>
                  <a:pt x="311377" y="108621"/>
                  <a:pt x="312226" y="108621"/>
                </a:cubicBezTo>
                <a:cubicBezTo>
                  <a:pt x="313131" y="108621"/>
                  <a:pt x="313923" y="108423"/>
                  <a:pt x="314602" y="108027"/>
                </a:cubicBezTo>
                <a:cubicBezTo>
                  <a:pt x="315790" y="107291"/>
                  <a:pt x="318081" y="105226"/>
                  <a:pt x="321475" y="101832"/>
                </a:cubicBezTo>
                <a:lnTo>
                  <a:pt x="321475" y="106584"/>
                </a:lnTo>
                <a:cubicBezTo>
                  <a:pt x="315139" y="115070"/>
                  <a:pt x="309086" y="119313"/>
                  <a:pt x="303315" y="119313"/>
                </a:cubicBezTo>
                <a:cubicBezTo>
                  <a:pt x="300543" y="119313"/>
                  <a:pt x="298337" y="118351"/>
                  <a:pt x="296696" y="116428"/>
                </a:cubicBezTo>
                <a:cubicBezTo>
                  <a:pt x="295056" y="114504"/>
                  <a:pt x="294207" y="111223"/>
                  <a:pt x="294150" y="106584"/>
                </a:cubicBezTo>
                <a:moveTo>
                  <a:pt x="294150" y="101020"/>
                </a:moveTo>
                <a:lnTo>
                  <a:pt x="294150" y="71537"/>
                </a:lnTo>
                <a:cubicBezTo>
                  <a:pt x="285608" y="74915"/>
                  <a:pt x="280092" y="77309"/>
                  <a:pt x="277603" y="78718"/>
                </a:cubicBezTo>
                <a:cubicBezTo>
                  <a:pt x="273133" y="81197"/>
                  <a:pt x="269937" y="83788"/>
                  <a:pt x="268014" y="86491"/>
                </a:cubicBezTo>
                <a:cubicBezTo>
                  <a:pt x="266090" y="89194"/>
                  <a:pt x="265128" y="92151"/>
                  <a:pt x="265128" y="95361"/>
                </a:cubicBezTo>
                <a:cubicBezTo>
                  <a:pt x="265128" y="99417"/>
                  <a:pt x="266345" y="102782"/>
                  <a:pt x="268777" y="105457"/>
                </a:cubicBezTo>
                <a:cubicBezTo>
                  <a:pt x="271210" y="108132"/>
                  <a:pt x="274010" y="109469"/>
                  <a:pt x="277178" y="109469"/>
                </a:cubicBezTo>
                <a:cubicBezTo>
                  <a:pt x="281478" y="109469"/>
                  <a:pt x="287135" y="106653"/>
                  <a:pt x="294150" y="101020"/>
                </a:cubicBezTo>
                <a:close/>
                <a:moveTo>
                  <a:pt x="349845" y="14426"/>
                </a:moveTo>
                <a:lnTo>
                  <a:pt x="349845" y="40054"/>
                </a:lnTo>
                <a:lnTo>
                  <a:pt x="368005" y="40054"/>
                </a:lnTo>
                <a:lnTo>
                  <a:pt x="368005" y="45994"/>
                </a:lnTo>
                <a:lnTo>
                  <a:pt x="349845" y="45994"/>
                </a:lnTo>
                <a:lnTo>
                  <a:pt x="349845" y="96332"/>
                </a:lnTo>
                <a:cubicBezTo>
                  <a:pt x="349845" y="101362"/>
                  <a:pt x="350566" y="104752"/>
                  <a:pt x="352009" y="106504"/>
                </a:cubicBezTo>
                <a:cubicBezTo>
                  <a:pt x="353452" y="108255"/>
                  <a:pt x="355304" y="109130"/>
                  <a:pt x="357567" y="109130"/>
                </a:cubicBezTo>
                <a:cubicBezTo>
                  <a:pt x="359434" y="109130"/>
                  <a:pt x="361245" y="108550"/>
                  <a:pt x="362998" y="107390"/>
                </a:cubicBezTo>
                <a:cubicBezTo>
                  <a:pt x="364752" y="106230"/>
                  <a:pt x="366110" y="104519"/>
                  <a:pt x="367072" y="102256"/>
                </a:cubicBezTo>
                <a:lnTo>
                  <a:pt x="370381" y="102256"/>
                </a:lnTo>
                <a:cubicBezTo>
                  <a:pt x="368401" y="107816"/>
                  <a:pt x="365601" y="112021"/>
                  <a:pt x="361980" y="114871"/>
                </a:cubicBezTo>
                <a:cubicBezTo>
                  <a:pt x="358359" y="117719"/>
                  <a:pt x="354626" y="119143"/>
                  <a:pt x="350779" y="119143"/>
                </a:cubicBezTo>
                <a:cubicBezTo>
                  <a:pt x="348176" y="119143"/>
                  <a:pt x="345630" y="118421"/>
                  <a:pt x="343141" y="116977"/>
                </a:cubicBezTo>
                <a:cubicBezTo>
                  <a:pt x="340652" y="115532"/>
                  <a:pt x="338813" y="113466"/>
                  <a:pt x="337625" y="110777"/>
                </a:cubicBezTo>
                <a:cubicBezTo>
                  <a:pt x="336437" y="108086"/>
                  <a:pt x="335843" y="103936"/>
                  <a:pt x="335843" y="98329"/>
                </a:cubicBezTo>
                <a:lnTo>
                  <a:pt x="335843" y="45994"/>
                </a:lnTo>
                <a:lnTo>
                  <a:pt x="323539" y="45994"/>
                </a:lnTo>
                <a:lnTo>
                  <a:pt x="323539" y="43194"/>
                </a:lnTo>
                <a:cubicBezTo>
                  <a:pt x="326650" y="41946"/>
                  <a:pt x="329832" y="39832"/>
                  <a:pt x="333085" y="36853"/>
                </a:cubicBezTo>
                <a:cubicBezTo>
                  <a:pt x="336338" y="33874"/>
                  <a:pt x="339238" y="30342"/>
                  <a:pt x="341783" y="26256"/>
                </a:cubicBezTo>
                <a:cubicBezTo>
                  <a:pt x="343085" y="24101"/>
                  <a:pt x="344895" y="20158"/>
                  <a:pt x="347214" y="14426"/>
                </a:cubicBezTo>
                <a:lnTo>
                  <a:pt x="349845" y="14426"/>
                </a:lnTo>
                <a:close/>
                <a:moveTo>
                  <a:pt x="388655" y="69415"/>
                </a:moveTo>
                <a:cubicBezTo>
                  <a:pt x="388599" y="80930"/>
                  <a:pt x="391399" y="89961"/>
                  <a:pt x="397057" y="96509"/>
                </a:cubicBezTo>
                <a:cubicBezTo>
                  <a:pt x="402714" y="103056"/>
                  <a:pt x="409361" y="106329"/>
                  <a:pt x="416999" y="106329"/>
                </a:cubicBezTo>
                <a:cubicBezTo>
                  <a:pt x="422090" y="106329"/>
                  <a:pt x="426517" y="104929"/>
                  <a:pt x="430279" y="102129"/>
                </a:cubicBezTo>
                <a:cubicBezTo>
                  <a:pt x="434041" y="99328"/>
                  <a:pt x="437195" y="94534"/>
                  <a:pt x="439741" y="87745"/>
                </a:cubicBezTo>
                <a:lnTo>
                  <a:pt x="442372" y="89442"/>
                </a:lnTo>
                <a:cubicBezTo>
                  <a:pt x="441184" y="97193"/>
                  <a:pt x="437733" y="104250"/>
                  <a:pt x="432019" y="110615"/>
                </a:cubicBezTo>
                <a:cubicBezTo>
                  <a:pt x="426305" y="116979"/>
                  <a:pt x="419148" y="120161"/>
                  <a:pt x="410549" y="120161"/>
                </a:cubicBezTo>
                <a:cubicBezTo>
                  <a:pt x="401215" y="120161"/>
                  <a:pt x="393224" y="116535"/>
                  <a:pt x="386576" y="109281"/>
                </a:cubicBezTo>
                <a:cubicBezTo>
                  <a:pt x="379929" y="102025"/>
                  <a:pt x="376605" y="92272"/>
                  <a:pt x="376605" y="80020"/>
                </a:cubicBezTo>
                <a:cubicBezTo>
                  <a:pt x="376605" y="66754"/>
                  <a:pt x="380014" y="56409"/>
                  <a:pt x="386831" y="48985"/>
                </a:cubicBezTo>
                <a:cubicBezTo>
                  <a:pt x="393648" y="41560"/>
                  <a:pt x="402205" y="37847"/>
                  <a:pt x="412501" y="37847"/>
                </a:cubicBezTo>
                <a:cubicBezTo>
                  <a:pt x="421213" y="37847"/>
                  <a:pt x="428370" y="40711"/>
                  <a:pt x="433971" y="46440"/>
                </a:cubicBezTo>
                <a:cubicBezTo>
                  <a:pt x="439571" y="52166"/>
                  <a:pt x="442372" y="59824"/>
                  <a:pt x="442372" y="69415"/>
                </a:cubicBezTo>
                <a:lnTo>
                  <a:pt x="388655" y="69415"/>
                </a:lnTo>
                <a:moveTo>
                  <a:pt x="388655" y="64493"/>
                </a:moveTo>
                <a:lnTo>
                  <a:pt x="424636" y="64493"/>
                </a:lnTo>
                <a:cubicBezTo>
                  <a:pt x="424353" y="59515"/>
                  <a:pt x="423759" y="56007"/>
                  <a:pt x="422854" y="53971"/>
                </a:cubicBezTo>
                <a:cubicBezTo>
                  <a:pt x="421440" y="50803"/>
                  <a:pt x="419332" y="48314"/>
                  <a:pt x="416532" y="46503"/>
                </a:cubicBezTo>
                <a:cubicBezTo>
                  <a:pt x="413732" y="44693"/>
                  <a:pt x="410804" y="43788"/>
                  <a:pt x="407749" y="43788"/>
                </a:cubicBezTo>
                <a:cubicBezTo>
                  <a:pt x="403053" y="43788"/>
                  <a:pt x="398853" y="45612"/>
                  <a:pt x="395147" y="49261"/>
                </a:cubicBezTo>
                <a:cubicBezTo>
                  <a:pt x="391442" y="52910"/>
                  <a:pt x="389278" y="57988"/>
                  <a:pt x="388655" y="64493"/>
                </a:cubicBezTo>
                <a:close/>
                <a:moveTo>
                  <a:pt x="542363" y="152239"/>
                </a:moveTo>
                <a:lnTo>
                  <a:pt x="505025" y="152239"/>
                </a:lnTo>
                <a:lnTo>
                  <a:pt x="505025" y="0"/>
                </a:lnTo>
                <a:lnTo>
                  <a:pt x="542363" y="0"/>
                </a:lnTo>
                <a:lnTo>
                  <a:pt x="542363" y="6704"/>
                </a:lnTo>
                <a:lnTo>
                  <a:pt x="517754" y="6704"/>
                </a:lnTo>
                <a:lnTo>
                  <a:pt x="517754" y="145704"/>
                </a:lnTo>
                <a:lnTo>
                  <a:pt x="542363" y="145704"/>
                </a:lnTo>
                <a:lnTo>
                  <a:pt x="542363" y="152239"/>
                </a:lnTo>
                <a:close/>
                <a:moveTo>
                  <a:pt x="550933" y="40054"/>
                </a:moveTo>
                <a:lnTo>
                  <a:pt x="587507" y="40054"/>
                </a:lnTo>
                <a:lnTo>
                  <a:pt x="587507" y="43194"/>
                </a:lnTo>
                <a:cubicBezTo>
                  <a:pt x="585188" y="43194"/>
                  <a:pt x="583561" y="43590"/>
                  <a:pt x="582628" y="44382"/>
                </a:cubicBezTo>
                <a:cubicBezTo>
                  <a:pt x="581694" y="45174"/>
                  <a:pt x="581228" y="46220"/>
                  <a:pt x="581228" y="47521"/>
                </a:cubicBezTo>
                <a:cubicBezTo>
                  <a:pt x="581228" y="48879"/>
                  <a:pt x="582218" y="50972"/>
                  <a:pt x="584198" y="53801"/>
                </a:cubicBezTo>
                <a:cubicBezTo>
                  <a:pt x="584820" y="54706"/>
                  <a:pt x="585753" y="56121"/>
                  <a:pt x="586998" y="58044"/>
                </a:cubicBezTo>
                <a:lnTo>
                  <a:pt x="592514" y="66870"/>
                </a:lnTo>
                <a:lnTo>
                  <a:pt x="598878" y="58044"/>
                </a:lnTo>
                <a:cubicBezTo>
                  <a:pt x="602952" y="52443"/>
                  <a:pt x="604988" y="48908"/>
                  <a:pt x="604988" y="47437"/>
                </a:cubicBezTo>
                <a:cubicBezTo>
                  <a:pt x="604988" y="46249"/>
                  <a:pt x="604507" y="45244"/>
                  <a:pt x="603546" y="44424"/>
                </a:cubicBezTo>
                <a:cubicBezTo>
                  <a:pt x="602584" y="43604"/>
                  <a:pt x="601028" y="43194"/>
                  <a:pt x="598878" y="43194"/>
                </a:cubicBezTo>
                <a:lnTo>
                  <a:pt x="598878" y="40054"/>
                </a:lnTo>
                <a:lnTo>
                  <a:pt x="625185" y="40054"/>
                </a:lnTo>
                <a:lnTo>
                  <a:pt x="625185" y="43194"/>
                </a:lnTo>
                <a:cubicBezTo>
                  <a:pt x="622413" y="43363"/>
                  <a:pt x="620009" y="44127"/>
                  <a:pt x="617972" y="45485"/>
                </a:cubicBezTo>
                <a:cubicBezTo>
                  <a:pt x="615200" y="47408"/>
                  <a:pt x="611409" y="51595"/>
                  <a:pt x="606601" y="58044"/>
                </a:cubicBezTo>
                <a:lnTo>
                  <a:pt x="595993" y="72216"/>
                </a:lnTo>
                <a:lnTo>
                  <a:pt x="615341" y="99994"/>
                </a:lnTo>
                <a:cubicBezTo>
                  <a:pt x="620093" y="106825"/>
                  <a:pt x="623488" y="110933"/>
                  <a:pt x="625524" y="112317"/>
                </a:cubicBezTo>
                <a:cubicBezTo>
                  <a:pt x="627561" y="113700"/>
                  <a:pt x="630192" y="114476"/>
                  <a:pt x="633416" y="114646"/>
                </a:cubicBezTo>
                <a:lnTo>
                  <a:pt x="633416" y="117785"/>
                </a:lnTo>
                <a:lnTo>
                  <a:pt x="596757" y="117785"/>
                </a:lnTo>
                <a:lnTo>
                  <a:pt x="596757" y="114646"/>
                </a:lnTo>
                <a:cubicBezTo>
                  <a:pt x="599303" y="114646"/>
                  <a:pt x="601283" y="114082"/>
                  <a:pt x="602697" y="112954"/>
                </a:cubicBezTo>
                <a:cubicBezTo>
                  <a:pt x="603772" y="112163"/>
                  <a:pt x="604309" y="111120"/>
                  <a:pt x="604309" y="109822"/>
                </a:cubicBezTo>
                <a:cubicBezTo>
                  <a:pt x="604309" y="108524"/>
                  <a:pt x="602499" y="105252"/>
                  <a:pt x="598878" y="100005"/>
                </a:cubicBezTo>
                <a:lnTo>
                  <a:pt x="587507" y="83417"/>
                </a:lnTo>
                <a:lnTo>
                  <a:pt x="575033" y="100005"/>
                </a:lnTo>
                <a:cubicBezTo>
                  <a:pt x="571186" y="105139"/>
                  <a:pt x="569262" y="108186"/>
                  <a:pt x="569262" y="109146"/>
                </a:cubicBezTo>
                <a:cubicBezTo>
                  <a:pt x="569262" y="110500"/>
                  <a:pt x="569899" y="111727"/>
                  <a:pt x="571172" y="112826"/>
                </a:cubicBezTo>
                <a:cubicBezTo>
                  <a:pt x="572445" y="113926"/>
                  <a:pt x="574354" y="114532"/>
                  <a:pt x="576900" y="114646"/>
                </a:cubicBezTo>
                <a:lnTo>
                  <a:pt x="576900" y="117785"/>
                </a:lnTo>
                <a:lnTo>
                  <a:pt x="551527" y="117785"/>
                </a:lnTo>
                <a:lnTo>
                  <a:pt x="551527" y="114646"/>
                </a:lnTo>
                <a:cubicBezTo>
                  <a:pt x="553563" y="114363"/>
                  <a:pt x="555345" y="113657"/>
                  <a:pt x="556873" y="112529"/>
                </a:cubicBezTo>
                <a:cubicBezTo>
                  <a:pt x="559023" y="110892"/>
                  <a:pt x="562643" y="106716"/>
                  <a:pt x="567735" y="99999"/>
                </a:cubicBezTo>
                <a:lnTo>
                  <a:pt x="584028" y="78410"/>
                </a:lnTo>
                <a:lnTo>
                  <a:pt x="569262" y="57026"/>
                </a:lnTo>
                <a:cubicBezTo>
                  <a:pt x="565076" y="50916"/>
                  <a:pt x="561837" y="47083"/>
                  <a:pt x="559546" y="45527"/>
                </a:cubicBezTo>
                <a:cubicBezTo>
                  <a:pt x="557255" y="43972"/>
                  <a:pt x="554384" y="43194"/>
                  <a:pt x="550933" y="43194"/>
                </a:cubicBezTo>
                <a:lnTo>
                  <a:pt x="550933" y="40054"/>
                </a:lnTo>
                <a:close/>
                <a:moveTo>
                  <a:pt x="641902" y="0"/>
                </a:moveTo>
                <a:lnTo>
                  <a:pt x="679241" y="0"/>
                </a:lnTo>
                <a:lnTo>
                  <a:pt x="679241" y="152239"/>
                </a:lnTo>
                <a:lnTo>
                  <a:pt x="641902" y="152239"/>
                </a:lnTo>
                <a:lnTo>
                  <a:pt x="641902" y="145535"/>
                </a:lnTo>
                <a:lnTo>
                  <a:pt x="666512" y="145535"/>
                </a:lnTo>
                <a:lnTo>
                  <a:pt x="666512" y="6704"/>
                </a:lnTo>
                <a:lnTo>
                  <a:pt x="641902" y="6704"/>
                </a:lnTo>
                <a:lnTo>
                  <a:pt x="64190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1BE275-0C7A-407E-8CC7-A5C4F46F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4555241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634B5-2A2F-4E64-923D-3178FE44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4555241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61" name="Text Write[x]">
            <a:extLst xmlns:a="http://schemas.openxmlformats.org/drawingml/2006/main">
              <a:ext uri="{FF2B5EF4-FFF2-40B4-BE49-F238E27FC236}">
                <a16:creationId xmlns:a16="http://schemas.microsoft.com/office/drawing/2014/main" id="{E1F81579-5FA7-42E2-BC14-C626391E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260" y="4628417"/>
            <a:ext cx="618371" cy="155124"/>
          </a:xfrm>
          <a:custGeom xmlns:a="http://schemas.openxmlformats.org/drawingml/2006/main">
            <a:pathLst>
              <a:path w="618371" h="155124">
                <a:moveTo>
                  <a:pt x="160385" y="5601"/>
                </a:moveTo>
                <a:lnTo>
                  <a:pt x="160385" y="8741"/>
                </a:lnTo>
                <a:cubicBezTo>
                  <a:pt x="157387" y="8741"/>
                  <a:pt x="154954" y="9278"/>
                  <a:pt x="153087" y="10353"/>
                </a:cubicBezTo>
                <a:cubicBezTo>
                  <a:pt x="151220" y="11426"/>
                  <a:pt x="149438" y="13433"/>
                  <a:pt x="147741" y="16373"/>
                </a:cubicBezTo>
                <a:cubicBezTo>
                  <a:pt x="146609" y="18351"/>
                  <a:pt x="144827" y="23071"/>
                  <a:pt x="142395" y="30534"/>
                </a:cubicBezTo>
                <a:lnTo>
                  <a:pt x="110318" y="123216"/>
                </a:lnTo>
                <a:lnTo>
                  <a:pt x="106923" y="123216"/>
                </a:lnTo>
                <a:lnTo>
                  <a:pt x="80702" y="49696"/>
                </a:lnTo>
                <a:lnTo>
                  <a:pt x="54650" y="123216"/>
                </a:lnTo>
                <a:lnTo>
                  <a:pt x="51595" y="123216"/>
                </a:lnTo>
                <a:lnTo>
                  <a:pt x="17396" y="27736"/>
                </a:lnTo>
                <a:cubicBezTo>
                  <a:pt x="14850" y="20613"/>
                  <a:pt x="13238" y="16401"/>
                  <a:pt x="12559" y="15100"/>
                </a:cubicBezTo>
                <a:cubicBezTo>
                  <a:pt x="11428" y="12952"/>
                  <a:pt x="9886" y="11355"/>
                  <a:pt x="7934" y="10310"/>
                </a:cubicBezTo>
                <a:cubicBezTo>
                  <a:pt x="5983" y="9264"/>
                  <a:pt x="3338" y="8741"/>
                  <a:pt x="0" y="8741"/>
                </a:cubicBezTo>
                <a:lnTo>
                  <a:pt x="0" y="5601"/>
                </a:lnTo>
                <a:lnTo>
                  <a:pt x="42600" y="5601"/>
                </a:lnTo>
                <a:lnTo>
                  <a:pt x="42600" y="8741"/>
                </a:lnTo>
                <a:lnTo>
                  <a:pt x="40563" y="8741"/>
                </a:lnTo>
                <a:cubicBezTo>
                  <a:pt x="37565" y="8741"/>
                  <a:pt x="35273" y="9419"/>
                  <a:pt x="33689" y="10777"/>
                </a:cubicBezTo>
                <a:cubicBezTo>
                  <a:pt x="32105" y="12133"/>
                  <a:pt x="31313" y="13772"/>
                  <a:pt x="31313" y="15694"/>
                </a:cubicBezTo>
                <a:cubicBezTo>
                  <a:pt x="31313" y="17672"/>
                  <a:pt x="32558" y="22223"/>
                  <a:pt x="35047" y="29346"/>
                </a:cubicBezTo>
                <a:lnTo>
                  <a:pt x="57705" y="93876"/>
                </a:lnTo>
                <a:lnTo>
                  <a:pt x="76798" y="39012"/>
                </a:lnTo>
                <a:lnTo>
                  <a:pt x="73404" y="29346"/>
                </a:lnTo>
                <a:lnTo>
                  <a:pt x="70688" y="21629"/>
                </a:lnTo>
                <a:cubicBezTo>
                  <a:pt x="69500" y="18802"/>
                  <a:pt x="68171" y="16314"/>
                  <a:pt x="66700" y="14166"/>
                </a:cubicBezTo>
                <a:cubicBezTo>
                  <a:pt x="65964" y="13093"/>
                  <a:pt x="65059" y="12189"/>
                  <a:pt x="63984" y="11453"/>
                </a:cubicBezTo>
                <a:cubicBezTo>
                  <a:pt x="62570" y="10437"/>
                  <a:pt x="61156" y="9702"/>
                  <a:pt x="59741" y="9250"/>
                </a:cubicBezTo>
                <a:cubicBezTo>
                  <a:pt x="58666" y="8910"/>
                  <a:pt x="56969" y="8741"/>
                  <a:pt x="54650" y="8741"/>
                </a:cubicBezTo>
                <a:lnTo>
                  <a:pt x="54650" y="5601"/>
                </a:lnTo>
                <a:lnTo>
                  <a:pt x="99456" y="5601"/>
                </a:lnTo>
                <a:lnTo>
                  <a:pt x="99456" y="8741"/>
                </a:lnTo>
                <a:lnTo>
                  <a:pt x="96401" y="8741"/>
                </a:lnTo>
                <a:cubicBezTo>
                  <a:pt x="93233" y="8741"/>
                  <a:pt x="90913" y="9419"/>
                  <a:pt x="89442" y="10777"/>
                </a:cubicBezTo>
                <a:cubicBezTo>
                  <a:pt x="87971" y="12133"/>
                  <a:pt x="87236" y="13970"/>
                  <a:pt x="87236" y="16288"/>
                </a:cubicBezTo>
                <a:cubicBezTo>
                  <a:pt x="87236" y="19171"/>
                  <a:pt x="88509" y="24203"/>
                  <a:pt x="91055" y="31382"/>
                </a:cubicBezTo>
                <a:lnTo>
                  <a:pt x="113118" y="93876"/>
                </a:lnTo>
                <a:lnTo>
                  <a:pt x="135012" y="30534"/>
                </a:lnTo>
                <a:cubicBezTo>
                  <a:pt x="137501" y="23524"/>
                  <a:pt x="138746" y="18662"/>
                  <a:pt x="138746" y="15948"/>
                </a:cubicBezTo>
                <a:cubicBezTo>
                  <a:pt x="138746" y="14649"/>
                  <a:pt x="138336" y="13433"/>
                  <a:pt x="137515" y="12302"/>
                </a:cubicBezTo>
                <a:cubicBezTo>
                  <a:pt x="136695" y="11171"/>
                  <a:pt x="135663" y="10379"/>
                  <a:pt x="134418" y="9929"/>
                </a:cubicBezTo>
                <a:cubicBezTo>
                  <a:pt x="132268" y="9137"/>
                  <a:pt x="129468" y="8741"/>
                  <a:pt x="126017" y="8741"/>
                </a:cubicBezTo>
                <a:lnTo>
                  <a:pt x="126017" y="5601"/>
                </a:lnTo>
                <a:lnTo>
                  <a:pt x="160385" y="5601"/>
                </a:lnTo>
                <a:close/>
                <a:moveTo>
                  <a:pt x="182958" y="40733"/>
                </a:moveTo>
                <a:lnTo>
                  <a:pt x="182958" y="58214"/>
                </a:lnTo>
                <a:cubicBezTo>
                  <a:pt x="189464" y="46560"/>
                  <a:pt x="196139" y="40733"/>
                  <a:pt x="202985" y="40733"/>
                </a:cubicBezTo>
                <a:cubicBezTo>
                  <a:pt x="206096" y="40733"/>
                  <a:pt x="208670" y="41680"/>
                  <a:pt x="210707" y="43576"/>
                </a:cubicBezTo>
                <a:cubicBezTo>
                  <a:pt x="212743" y="45471"/>
                  <a:pt x="213762" y="47663"/>
                  <a:pt x="213762" y="50152"/>
                </a:cubicBezTo>
                <a:cubicBezTo>
                  <a:pt x="213762" y="52359"/>
                  <a:pt x="213026" y="54225"/>
                  <a:pt x="211555" y="55753"/>
                </a:cubicBezTo>
                <a:cubicBezTo>
                  <a:pt x="210084" y="57280"/>
                  <a:pt x="208331" y="58044"/>
                  <a:pt x="206294" y="58044"/>
                </a:cubicBezTo>
                <a:cubicBezTo>
                  <a:pt x="204314" y="58044"/>
                  <a:pt x="202093" y="57068"/>
                  <a:pt x="199633" y="55116"/>
                </a:cubicBezTo>
                <a:cubicBezTo>
                  <a:pt x="197172" y="53165"/>
                  <a:pt x="195347" y="52189"/>
                  <a:pt x="194159" y="52189"/>
                </a:cubicBezTo>
                <a:cubicBezTo>
                  <a:pt x="193141" y="52189"/>
                  <a:pt x="192038" y="52753"/>
                  <a:pt x="190850" y="53881"/>
                </a:cubicBezTo>
                <a:cubicBezTo>
                  <a:pt x="188304" y="56195"/>
                  <a:pt x="185673" y="60004"/>
                  <a:pt x="182958" y="65308"/>
                </a:cubicBezTo>
                <a:lnTo>
                  <a:pt x="182958" y="102466"/>
                </a:lnTo>
                <a:cubicBezTo>
                  <a:pt x="182958" y="106753"/>
                  <a:pt x="183495" y="109997"/>
                  <a:pt x="184570" y="112198"/>
                </a:cubicBezTo>
                <a:cubicBezTo>
                  <a:pt x="185305" y="113722"/>
                  <a:pt x="186607" y="114992"/>
                  <a:pt x="188473" y="116009"/>
                </a:cubicBezTo>
                <a:cubicBezTo>
                  <a:pt x="190340" y="117023"/>
                  <a:pt x="193028" y="117531"/>
                  <a:pt x="196535" y="117531"/>
                </a:cubicBezTo>
                <a:lnTo>
                  <a:pt x="196535" y="120671"/>
                </a:lnTo>
                <a:lnTo>
                  <a:pt x="156736" y="120671"/>
                </a:lnTo>
                <a:lnTo>
                  <a:pt x="156736" y="117531"/>
                </a:lnTo>
                <a:cubicBezTo>
                  <a:pt x="160696" y="117531"/>
                  <a:pt x="163638" y="116910"/>
                  <a:pt x="165561" y="115669"/>
                </a:cubicBezTo>
                <a:cubicBezTo>
                  <a:pt x="166976" y="114766"/>
                  <a:pt x="167966" y="113326"/>
                  <a:pt x="168531" y="111349"/>
                </a:cubicBezTo>
                <a:cubicBezTo>
                  <a:pt x="168814" y="110389"/>
                  <a:pt x="168956" y="107652"/>
                  <a:pt x="168956" y="103136"/>
                </a:cubicBezTo>
                <a:lnTo>
                  <a:pt x="168956" y="73078"/>
                </a:lnTo>
                <a:cubicBezTo>
                  <a:pt x="168956" y="64045"/>
                  <a:pt x="168772" y="58669"/>
                  <a:pt x="168404" y="56949"/>
                </a:cubicBezTo>
                <a:cubicBezTo>
                  <a:pt x="168036" y="55227"/>
                  <a:pt x="167358" y="53971"/>
                  <a:pt x="166367" y="53181"/>
                </a:cubicBezTo>
                <a:cubicBezTo>
                  <a:pt x="165377" y="52390"/>
                  <a:pt x="164147" y="51995"/>
                  <a:pt x="162676" y="51995"/>
                </a:cubicBezTo>
                <a:cubicBezTo>
                  <a:pt x="160922" y="51995"/>
                  <a:pt x="158942" y="52419"/>
                  <a:pt x="156736" y="53265"/>
                </a:cubicBezTo>
                <a:lnTo>
                  <a:pt x="155887" y="50216"/>
                </a:lnTo>
                <a:lnTo>
                  <a:pt x="179393" y="40733"/>
                </a:lnTo>
                <a:lnTo>
                  <a:pt x="182958" y="40733"/>
                </a:lnTo>
                <a:close/>
                <a:moveTo>
                  <a:pt x="237861" y="0"/>
                </a:moveTo>
                <a:cubicBezTo>
                  <a:pt x="240237" y="0"/>
                  <a:pt x="242259" y="839"/>
                  <a:pt x="243928" y="2517"/>
                </a:cubicBezTo>
                <a:cubicBezTo>
                  <a:pt x="245597" y="4193"/>
                  <a:pt x="246432" y="6225"/>
                  <a:pt x="246432" y="8613"/>
                </a:cubicBezTo>
                <a:cubicBezTo>
                  <a:pt x="246432" y="11002"/>
                  <a:pt x="245597" y="13049"/>
                  <a:pt x="243928" y="14755"/>
                </a:cubicBezTo>
                <a:cubicBezTo>
                  <a:pt x="242259" y="16459"/>
                  <a:pt x="240237" y="17311"/>
                  <a:pt x="237861" y="17311"/>
                </a:cubicBezTo>
                <a:cubicBezTo>
                  <a:pt x="235485" y="17311"/>
                  <a:pt x="233448" y="16459"/>
                  <a:pt x="231751" y="14755"/>
                </a:cubicBezTo>
                <a:cubicBezTo>
                  <a:pt x="230054" y="13049"/>
                  <a:pt x="229205" y="11002"/>
                  <a:pt x="229205" y="8613"/>
                </a:cubicBezTo>
                <a:cubicBezTo>
                  <a:pt x="229205" y="6225"/>
                  <a:pt x="230039" y="4193"/>
                  <a:pt x="231708" y="2517"/>
                </a:cubicBezTo>
                <a:cubicBezTo>
                  <a:pt x="233377" y="839"/>
                  <a:pt x="235428" y="0"/>
                  <a:pt x="237861" y="0"/>
                </a:cubicBezTo>
                <a:moveTo>
                  <a:pt x="244904" y="40733"/>
                </a:moveTo>
                <a:lnTo>
                  <a:pt x="244904" y="103052"/>
                </a:lnTo>
                <a:cubicBezTo>
                  <a:pt x="244904" y="107906"/>
                  <a:pt x="245258" y="111138"/>
                  <a:pt x="245965" y="112747"/>
                </a:cubicBezTo>
                <a:cubicBezTo>
                  <a:pt x="246672" y="114356"/>
                  <a:pt x="247719" y="115555"/>
                  <a:pt x="249105" y="116345"/>
                </a:cubicBezTo>
                <a:cubicBezTo>
                  <a:pt x="250491" y="117136"/>
                  <a:pt x="253022" y="117531"/>
                  <a:pt x="256700" y="117531"/>
                </a:cubicBezTo>
                <a:lnTo>
                  <a:pt x="256700" y="120671"/>
                </a:lnTo>
                <a:lnTo>
                  <a:pt x="218937" y="120671"/>
                </a:lnTo>
                <a:lnTo>
                  <a:pt x="218937" y="117531"/>
                </a:lnTo>
                <a:cubicBezTo>
                  <a:pt x="222727" y="117531"/>
                  <a:pt x="225273" y="117164"/>
                  <a:pt x="226574" y="116430"/>
                </a:cubicBezTo>
                <a:cubicBezTo>
                  <a:pt x="227876" y="115697"/>
                  <a:pt x="228908" y="114483"/>
                  <a:pt x="229672" y="112789"/>
                </a:cubicBezTo>
                <a:cubicBezTo>
                  <a:pt x="230435" y="111096"/>
                  <a:pt x="230817" y="107850"/>
                  <a:pt x="230817" y="103052"/>
                </a:cubicBezTo>
                <a:lnTo>
                  <a:pt x="230817" y="73162"/>
                </a:lnTo>
                <a:cubicBezTo>
                  <a:pt x="230817" y="64751"/>
                  <a:pt x="230563" y="59304"/>
                  <a:pt x="230054" y="56822"/>
                </a:cubicBezTo>
                <a:cubicBezTo>
                  <a:pt x="229658" y="55015"/>
                  <a:pt x="229035" y="53759"/>
                  <a:pt x="228187" y="53053"/>
                </a:cubicBezTo>
                <a:cubicBezTo>
                  <a:pt x="227338" y="52348"/>
                  <a:pt x="226178" y="51995"/>
                  <a:pt x="224707" y="51995"/>
                </a:cubicBezTo>
                <a:cubicBezTo>
                  <a:pt x="223123" y="51995"/>
                  <a:pt x="221200" y="52419"/>
                  <a:pt x="218937" y="53265"/>
                </a:cubicBezTo>
                <a:lnTo>
                  <a:pt x="217749" y="50216"/>
                </a:lnTo>
                <a:lnTo>
                  <a:pt x="241170" y="40733"/>
                </a:lnTo>
                <a:lnTo>
                  <a:pt x="244904" y="40733"/>
                </a:lnTo>
                <a:close/>
                <a:moveTo>
                  <a:pt x="288976" y="17311"/>
                </a:moveTo>
                <a:lnTo>
                  <a:pt x="288976" y="42939"/>
                </a:lnTo>
                <a:lnTo>
                  <a:pt x="307136" y="42939"/>
                </a:lnTo>
                <a:lnTo>
                  <a:pt x="307136" y="48879"/>
                </a:lnTo>
                <a:lnTo>
                  <a:pt x="288976" y="48879"/>
                </a:lnTo>
                <a:lnTo>
                  <a:pt x="288976" y="99217"/>
                </a:lnTo>
                <a:cubicBezTo>
                  <a:pt x="288976" y="104247"/>
                  <a:pt x="289697" y="107638"/>
                  <a:pt x="291140" y="109390"/>
                </a:cubicBezTo>
                <a:cubicBezTo>
                  <a:pt x="292582" y="111140"/>
                  <a:pt x="294435" y="112015"/>
                  <a:pt x="296698" y="112015"/>
                </a:cubicBezTo>
                <a:cubicBezTo>
                  <a:pt x="298565" y="112015"/>
                  <a:pt x="300375" y="111435"/>
                  <a:pt x="302129" y="110275"/>
                </a:cubicBezTo>
                <a:cubicBezTo>
                  <a:pt x="303883" y="109116"/>
                  <a:pt x="305241" y="107404"/>
                  <a:pt x="306202" y="105141"/>
                </a:cubicBezTo>
                <a:lnTo>
                  <a:pt x="309512" y="105141"/>
                </a:lnTo>
                <a:cubicBezTo>
                  <a:pt x="307532" y="110701"/>
                  <a:pt x="304731" y="114906"/>
                  <a:pt x="301111" y="117756"/>
                </a:cubicBezTo>
                <a:cubicBezTo>
                  <a:pt x="297490" y="120604"/>
                  <a:pt x="293756" y="122028"/>
                  <a:pt x="289909" y="122028"/>
                </a:cubicBezTo>
                <a:cubicBezTo>
                  <a:pt x="287307" y="122028"/>
                  <a:pt x="284761" y="121306"/>
                  <a:pt x="282272" y="119862"/>
                </a:cubicBezTo>
                <a:cubicBezTo>
                  <a:pt x="279783" y="118417"/>
                  <a:pt x="277944" y="116351"/>
                  <a:pt x="276756" y="113662"/>
                </a:cubicBezTo>
                <a:cubicBezTo>
                  <a:pt x="275568" y="110971"/>
                  <a:pt x="274974" y="106822"/>
                  <a:pt x="274974" y="101214"/>
                </a:cubicBezTo>
                <a:lnTo>
                  <a:pt x="274974" y="48879"/>
                </a:lnTo>
                <a:lnTo>
                  <a:pt x="262669" y="48879"/>
                </a:lnTo>
                <a:lnTo>
                  <a:pt x="262669" y="46079"/>
                </a:lnTo>
                <a:cubicBezTo>
                  <a:pt x="265781" y="44831"/>
                  <a:pt x="268963" y="42717"/>
                  <a:pt x="272216" y="39738"/>
                </a:cubicBezTo>
                <a:cubicBezTo>
                  <a:pt x="275469" y="36759"/>
                  <a:pt x="278368" y="33227"/>
                  <a:pt x="280914" y="29141"/>
                </a:cubicBezTo>
                <a:cubicBezTo>
                  <a:pt x="282215" y="26986"/>
                  <a:pt x="284026" y="23043"/>
                  <a:pt x="286345" y="17311"/>
                </a:cubicBezTo>
                <a:lnTo>
                  <a:pt x="288976" y="17311"/>
                </a:lnTo>
                <a:close/>
                <a:moveTo>
                  <a:pt x="327786" y="72301"/>
                </a:moveTo>
                <a:cubicBezTo>
                  <a:pt x="327729" y="83815"/>
                  <a:pt x="330530" y="92846"/>
                  <a:pt x="336187" y="99395"/>
                </a:cubicBezTo>
                <a:cubicBezTo>
                  <a:pt x="341844" y="105941"/>
                  <a:pt x="348492" y="109215"/>
                  <a:pt x="356129" y="109215"/>
                </a:cubicBezTo>
                <a:cubicBezTo>
                  <a:pt x="361221" y="109215"/>
                  <a:pt x="365647" y="107814"/>
                  <a:pt x="369409" y="105014"/>
                </a:cubicBezTo>
                <a:cubicBezTo>
                  <a:pt x="373172" y="102214"/>
                  <a:pt x="376326" y="97419"/>
                  <a:pt x="378871" y="90630"/>
                </a:cubicBezTo>
                <a:lnTo>
                  <a:pt x="381502" y="92327"/>
                </a:lnTo>
                <a:cubicBezTo>
                  <a:pt x="380314" y="100078"/>
                  <a:pt x="376863" y="107136"/>
                  <a:pt x="371149" y="113500"/>
                </a:cubicBezTo>
                <a:cubicBezTo>
                  <a:pt x="365435" y="119864"/>
                  <a:pt x="358279" y="123047"/>
                  <a:pt x="349680" y="123047"/>
                </a:cubicBezTo>
                <a:cubicBezTo>
                  <a:pt x="340345" y="123047"/>
                  <a:pt x="332354" y="119420"/>
                  <a:pt x="325707" y="112166"/>
                </a:cubicBezTo>
                <a:cubicBezTo>
                  <a:pt x="319059" y="104911"/>
                  <a:pt x="315736" y="95157"/>
                  <a:pt x="315736" y="82905"/>
                </a:cubicBezTo>
                <a:cubicBezTo>
                  <a:pt x="315736" y="69639"/>
                  <a:pt x="319144" y="59294"/>
                  <a:pt x="325961" y="51871"/>
                </a:cubicBezTo>
                <a:cubicBezTo>
                  <a:pt x="332778" y="44445"/>
                  <a:pt x="341335" y="40733"/>
                  <a:pt x="351631" y="40733"/>
                </a:cubicBezTo>
                <a:cubicBezTo>
                  <a:pt x="360344" y="40733"/>
                  <a:pt x="367500" y="43597"/>
                  <a:pt x="373101" y="49325"/>
                </a:cubicBezTo>
                <a:cubicBezTo>
                  <a:pt x="378702" y="55051"/>
                  <a:pt x="381502" y="62710"/>
                  <a:pt x="381502" y="72301"/>
                </a:cubicBezTo>
                <a:lnTo>
                  <a:pt x="327786" y="72301"/>
                </a:lnTo>
                <a:moveTo>
                  <a:pt x="327786" y="67379"/>
                </a:moveTo>
                <a:lnTo>
                  <a:pt x="363766" y="67379"/>
                </a:lnTo>
                <a:cubicBezTo>
                  <a:pt x="363483" y="62400"/>
                  <a:pt x="362889" y="58893"/>
                  <a:pt x="361984" y="56856"/>
                </a:cubicBezTo>
                <a:cubicBezTo>
                  <a:pt x="360570" y="53688"/>
                  <a:pt x="358463" y="51199"/>
                  <a:pt x="355662" y="49388"/>
                </a:cubicBezTo>
                <a:cubicBezTo>
                  <a:pt x="352862" y="47578"/>
                  <a:pt x="349934" y="46673"/>
                  <a:pt x="346879" y="46673"/>
                </a:cubicBezTo>
                <a:cubicBezTo>
                  <a:pt x="342184" y="46673"/>
                  <a:pt x="337983" y="48497"/>
                  <a:pt x="334278" y="52146"/>
                </a:cubicBezTo>
                <a:cubicBezTo>
                  <a:pt x="330572" y="55795"/>
                  <a:pt x="328408" y="60873"/>
                  <a:pt x="327786" y="67379"/>
                </a:cubicBezTo>
                <a:close/>
                <a:moveTo>
                  <a:pt x="481494" y="155124"/>
                </a:moveTo>
                <a:lnTo>
                  <a:pt x="444155" y="155124"/>
                </a:lnTo>
                <a:lnTo>
                  <a:pt x="444155" y="2885"/>
                </a:lnTo>
                <a:lnTo>
                  <a:pt x="481494" y="2885"/>
                </a:lnTo>
                <a:lnTo>
                  <a:pt x="481494" y="9589"/>
                </a:lnTo>
                <a:lnTo>
                  <a:pt x="456884" y="9589"/>
                </a:lnTo>
                <a:lnTo>
                  <a:pt x="456884" y="148590"/>
                </a:lnTo>
                <a:lnTo>
                  <a:pt x="481494" y="148590"/>
                </a:lnTo>
                <a:lnTo>
                  <a:pt x="481494" y="155124"/>
                </a:lnTo>
                <a:close/>
                <a:moveTo>
                  <a:pt x="490063" y="42939"/>
                </a:moveTo>
                <a:lnTo>
                  <a:pt x="526638" y="42939"/>
                </a:lnTo>
                <a:lnTo>
                  <a:pt x="526638" y="46079"/>
                </a:lnTo>
                <a:cubicBezTo>
                  <a:pt x="524318" y="46079"/>
                  <a:pt x="522692" y="46475"/>
                  <a:pt x="521758" y="47267"/>
                </a:cubicBezTo>
                <a:cubicBezTo>
                  <a:pt x="520825" y="48059"/>
                  <a:pt x="520358" y="49106"/>
                  <a:pt x="520358" y="50407"/>
                </a:cubicBezTo>
                <a:cubicBezTo>
                  <a:pt x="520358" y="51764"/>
                  <a:pt x="521348" y="53858"/>
                  <a:pt x="523328" y="56686"/>
                </a:cubicBezTo>
                <a:cubicBezTo>
                  <a:pt x="523951" y="57592"/>
                  <a:pt x="524884" y="59006"/>
                  <a:pt x="526129" y="60929"/>
                </a:cubicBezTo>
                <a:lnTo>
                  <a:pt x="531645" y="69755"/>
                </a:lnTo>
                <a:lnTo>
                  <a:pt x="538009" y="60929"/>
                </a:lnTo>
                <a:cubicBezTo>
                  <a:pt x="542082" y="55329"/>
                  <a:pt x="544119" y="51793"/>
                  <a:pt x="544119" y="50322"/>
                </a:cubicBezTo>
                <a:cubicBezTo>
                  <a:pt x="544119" y="49134"/>
                  <a:pt x="543638" y="48130"/>
                  <a:pt x="542676" y="47309"/>
                </a:cubicBezTo>
                <a:cubicBezTo>
                  <a:pt x="541715" y="46489"/>
                  <a:pt x="540159" y="46079"/>
                  <a:pt x="538009" y="46079"/>
                </a:cubicBezTo>
                <a:lnTo>
                  <a:pt x="538009" y="42939"/>
                </a:lnTo>
                <a:lnTo>
                  <a:pt x="564316" y="42939"/>
                </a:lnTo>
                <a:lnTo>
                  <a:pt x="564316" y="46079"/>
                </a:lnTo>
                <a:cubicBezTo>
                  <a:pt x="561543" y="46249"/>
                  <a:pt x="559139" y="47012"/>
                  <a:pt x="557103" y="48370"/>
                </a:cubicBezTo>
                <a:cubicBezTo>
                  <a:pt x="554330" y="50294"/>
                  <a:pt x="550540" y="54480"/>
                  <a:pt x="545731" y="60929"/>
                </a:cubicBezTo>
                <a:lnTo>
                  <a:pt x="535124" y="75101"/>
                </a:lnTo>
                <a:lnTo>
                  <a:pt x="554472" y="102879"/>
                </a:lnTo>
                <a:cubicBezTo>
                  <a:pt x="559224" y="109710"/>
                  <a:pt x="562618" y="113818"/>
                  <a:pt x="564655" y="115202"/>
                </a:cubicBezTo>
                <a:cubicBezTo>
                  <a:pt x="566692" y="116585"/>
                  <a:pt x="569322" y="117361"/>
                  <a:pt x="572547" y="117531"/>
                </a:cubicBezTo>
                <a:lnTo>
                  <a:pt x="572547" y="120671"/>
                </a:lnTo>
                <a:lnTo>
                  <a:pt x="535888" y="120671"/>
                </a:lnTo>
                <a:lnTo>
                  <a:pt x="535888" y="117531"/>
                </a:lnTo>
                <a:cubicBezTo>
                  <a:pt x="538433" y="117531"/>
                  <a:pt x="540413" y="116967"/>
                  <a:pt x="541828" y="115839"/>
                </a:cubicBezTo>
                <a:cubicBezTo>
                  <a:pt x="542903" y="115049"/>
                  <a:pt x="543440" y="114005"/>
                  <a:pt x="543440" y="112707"/>
                </a:cubicBezTo>
                <a:cubicBezTo>
                  <a:pt x="543440" y="111409"/>
                  <a:pt x="541630" y="108137"/>
                  <a:pt x="538009" y="102890"/>
                </a:cubicBezTo>
                <a:lnTo>
                  <a:pt x="526638" y="86302"/>
                </a:lnTo>
                <a:lnTo>
                  <a:pt x="514163" y="102890"/>
                </a:lnTo>
                <a:cubicBezTo>
                  <a:pt x="510316" y="108024"/>
                  <a:pt x="508393" y="111071"/>
                  <a:pt x="508393" y="112031"/>
                </a:cubicBezTo>
                <a:cubicBezTo>
                  <a:pt x="508393" y="113385"/>
                  <a:pt x="509029" y="114612"/>
                  <a:pt x="510302" y="115712"/>
                </a:cubicBezTo>
                <a:cubicBezTo>
                  <a:pt x="511575" y="116811"/>
                  <a:pt x="513485" y="117418"/>
                  <a:pt x="516030" y="117531"/>
                </a:cubicBezTo>
                <a:lnTo>
                  <a:pt x="516030" y="120671"/>
                </a:lnTo>
                <a:lnTo>
                  <a:pt x="490657" y="120671"/>
                </a:lnTo>
                <a:lnTo>
                  <a:pt x="490657" y="117531"/>
                </a:lnTo>
                <a:cubicBezTo>
                  <a:pt x="492694" y="117248"/>
                  <a:pt x="494476" y="116543"/>
                  <a:pt x="496003" y="115415"/>
                </a:cubicBezTo>
                <a:cubicBezTo>
                  <a:pt x="498153" y="113778"/>
                  <a:pt x="501774" y="109601"/>
                  <a:pt x="506865" y="102885"/>
                </a:cubicBezTo>
                <a:lnTo>
                  <a:pt x="523159" y="81296"/>
                </a:lnTo>
                <a:lnTo>
                  <a:pt x="508393" y="59911"/>
                </a:lnTo>
                <a:cubicBezTo>
                  <a:pt x="504207" y="53801"/>
                  <a:pt x="500968" y="49968"/>
                  <a:pt x="498677" y="48413"/>
                </a:cubicBezTo>
                <a:cubicBezTo>
                  <a:pt x="496385" y="46857"/>
                  <a:pt x="493514" y="46079"/>
                  <a:pt x="490063" y="46079"/>
                </a:cubicBezTo>
                <a:lnTo>
                  <a:pt x="490063" y="42939"/>
                </a:lnTo>
                <a:close/>
                <a:moveTo>
                  <a:pt x="581033" y="2885"/>
                </a:moveTo>
                <a:lnTo>
                  <a:pt x="618371" y="2885"/>
                </a:lnTo>
                <a:lnTo>
                  <a:pt x="618371" y="155124"/>
                </a:lnTo>
                <a:lnTo>
                  <a:pt x="581033" y="155124"/>
                </a:lnTo>
                <a:lnTo>
                  <a:pt x="581033" y="148420"/>
                </a:lnTo>
                <a:lnTo>
                  <a:pt x="605642" y="148420"/>
                </a:lnTo>
                <a:lnTo>
                  <a:pt x="605642" y="9589"/>
                </a:lnTo>
                <a:lnTo>
                  <a:pt x="581033" y="9589"/>
                </a:lnTo>
                <a:lnTo>
                  <a:pt x="581033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B3D10-FABE-4F27-8BB1-BCF063A3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714" y="4394817"/>
            <a:ext cx="75266" cy="10"/>
          </a:xfrm>
          <a:custGeom xmlns:a="http://schemas.openxmlformats.org/drawingml/2006/main">
            <a:pathLst>
              <a:path w="75266" h="1" fill="none">
                <a:moveTo>
                  <a:pt x="0" y="0"/>
                </a:moveTo>
                <a:lnTo>
                  <a:pt x="752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DE1BB9-8C0B-4334-901C-3DB215AB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4348027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61DF0-EE8B-4226-9FFB-4C8FD682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4348027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24096-3369-4198-AC18-8616E68E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3967019"/>
            <a:ext cx="1898353" cy="855596"/>
          </a:xfrm>
          <a:custGeom xmlns:a="http://schemas.openxmlformats.org/drawingml/2006/main">
            <a:pathLst>
              <a:path w="1898353" h="855596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C2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39FD55-8053-4701-930F-DDA445C6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3967019"/>
            <a:ext cx="1898353" cy="855596"/>
          </a:xfrm>
          <a:custGeom xmlns:a="http://schemas.openxmlformats.org/drawingml/2006/main">
            <a:pathLst>
              <a:path w="1898353" h="855596" fill="none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67" name="Text ContentGeneration&amp;">
            <a:extLst xmlns:a="http://schemas.openxmlformats.org/drawingml/2006/main">
              <a:ext uri="{FF2B5EF4-FFF2-40B4-BE49-F238E27FC236}">
                <a16:creationId xmlns:a16="http://schemas.microsoft.com/office/drawing/2014/main" id="{B5563CDF-DE2D-4725-AD19-DE240439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7" y="4096725"/>
            <a:ext cx="1655725" cy="120331"/>
          </a:xfrm>
          <a:custGeom xmlns:a="http://schemas.openxmlformats.org/drawingml/2006/main">
            <a:pathLst>
              <a:path w="1655725" h="120331">
                <a:moveTo>
                  <a:pt x="109130" y="0"/>
                </a:moveTo>
                <a:lnTo>
                  <a:pt x="109130" y="39884"/>
                </a:lnTo>
                <a:lnTo>
                  <a:pt x="105820" y="39884"/>
                </a:lnTo>
                <a:cubicBezTo>
                  <a:pt x="103331" y="29420"/>
                  <a:pt x="98692" y="21401"/>
                  <a:pt x="91903" y="15829"/>
                </a:cubicBezTo>
                <a:cubicBezTo>
                  <a:pt x="85114" y="10255"/>
                  <a:pt x="77420" y="7468"/>
                  <a:pt x="68821" y="7468"/>
                </a:cubicBezTo>
                <a:cubicBezTo>
                  <a:pt x="61637" y="7468"/>
                  <a:pt x="55046" y="9533"/>
                  <a:pt x="49049" y="13662"/>
                </a:cubicBezTo>
                <a:cubicBezTo>
                  <a:pt x="43052" y="17792"/>
                  <a:pt x="38668" y="23195"/>
                  <a:pt x="35896" y="29871"/>
                </a:cubicBezTo>
                <a:cubicBezTo>
                  <a:pt x="32332" y="38413"/>
                  <a:pt x="30550" y="47918"/>
                  <a:pt x="30550" y="58384"/>
                </a:cubicBezTo>
                <a:cubicBezTo>
                  <a:pt x="30550" y="68680"/>
                  <a:pt x="31851" y="78057"/>
                  <a:pt x="34453" y="86515"/>
                </a:cubicBezTo>
                <a:cubicBezTo>
                  <a:pt x="37055" y="94972"/>
                  <a:pt x="41129" y="101365"/>
                  <a:pt x="46673" y="105693"/>
                </a:cubicBezTo>
                <a:cubicBezTo>
                  <a:pt x="52217" y="110021"/>
                  <a:pt x="59402" y="112185"/>
                  <a:pt x="68227" y="112185"/>
                </a:cubicBezTo>
                <a:cubicBezTo>
                  <a:pt x="75469" y="112185"/>
                  <a:pt x="82102" y="110601"/>
                  <a:pt x="88127" y="107433"/>
                </a:cubicBezTo>
                <a:cubicBezTo>
                  <a:pt x="94152" y="104264"/>
                  <a:pt x="100502" y="98805"/>
                  <a:pt x="107178" y="91055"/>
                </a:cubicBezTo>
                <a:lnTo>
                  <a:pt x="107178" y="100983"/>
                </a:lnTo>
                <a:cubicBezTo>
                  <a:pt x="100729" y="107715"/>
                  <a:pt x="94011" y="112595"/>
                  <a:pt x="87024" y="115621"/>
                </a:cubicBezTo>
                <a:cubicBezTo>
                  <a:pt x="80037" y="118648"/>
                  <a:pt x="71876" y="120161"/>
                  <a:pt x="62542" y="120161"/>
                </a:cubicBezTo>
                <a:cubicBezTo>
                  <a:pt x="50265" y="120161"/>
                  <a:pt x="39361" y="117704"/>
                  <a:pt x="29828" y="112789"/>
                </a:cubicBezTo>
                <a:cubicBezTo>
                  <a:pt x="20296" y="107874"/>
                  <a:pt x="12941" y="100813"/>
                  <a:pt x="7765" y="91606"/>
                </a:cubicBezTo>
                <a:cubicBezTo>
                  <a:pt x="2588" y="82397"/>
                  <a:pt x="0" y="72595"/>
                  <a:pt x="0" y="62200"/>
                </a:cubicBezTo>
                <a:cubicBezTo>
                  <a:pt x="0" y="51240"/>
                  <a:pt x="2871" y="40846"/>
                  <a:pt x="8613" y="31016"/>
                </a:cubicBezTo>
                <a:cubicBezTo>
                  <a:pt x="14355" y="21185"/>
                  <a:pt x="22106" y="13558"/>
                  <a:pt x="31865" y="8136"/>
                </a:cubicBezTo>
                <a:cubicBezTo>
                  <a:pt x="41624" y="2712"/>
                  <a:pt x="51991" y="0"/>
                  <a:pt x="62966" y="0"/>
                </a:cubicBezTo>
                <a:cubicBezTo>
                  <a:pt x="71056" y="0"/>
                  <a:pt x="79599" y="1754"/>
                  <a:pt x="88594" y="5261"/>
                </a:cubicBezTo>
                <a:cubicBezTo>
                  <a:pt x="93798" y="7298"/>
                  <a:pt x="97108" y="8316"/>
                  <a:pt x="98522" y="8316"/>
                </a:cubicBezTo>
                <a:cubicBezTo>
                  <a:pt x="100333" y="8316"/>
                  <a:pt x="101902" y="7652"/>
                  <a:pt x="103232" y="6322"/>
                </a:cubicBezTo>
                <a:cubicBezTo>
                  <a:pt x="104561" y="4993"/>
                  <a:pt x="105424" y="2885"/>
                  <a:pt x="105820" y="0"/>
                </a:cubicBezTo>
                <a:lnTo>
                  <a:pt x="109130" y="0"/>
                </a:lnTo>
                <a:close/>
                <a:moveTo>
                  <a:pt x="161883" y="35811"/>
                </a:moveTo>
                <a:cubicBezTo>
                  <a:pt x="168785" y="35811"/>
                  <a:pt x="175206" y="37595"/>
                  <a:pt x="181147" y="41162"/>
                </a:cubicBezTo>
                <a:cubicBezTo>
                  <a:pt x="187087" y="44730"/>
                  <a:pt x="191598" y="49799"/>
                  <a:pt x="194682" y="56368"/>
                </a:cubicBezTo>
                <a:cubicBezTo>
                  <a:pt x="197765" y="62938"/>
                  <a:pt x="199307" y="70130"/>
                  <a:pt x="199307" y="77944"/>
                </a:cubicBezTo>
                <a:cubicBezTo>
                  <a:pt x="199307" y="89212"/>
                  <a:pt x="196450" y="98642"/>
                  <a:pt x="190736" y="106231"/>
                </a:cubicBezTo>
                <a:cubicBezTo>
                  <a:pt x="183834" y="115405"/>
                  <a:pt x="174301" y="119992"/>
                  <a:pt x="162138" y="119992"/>
                </a:cubicBezTo>
                <a:cubicBezTo>
                  <a:pt x="150201" y="119992"/>
                  <a:pt x="141008" y="115801"/>
                  <a:pt x="134558" y="107419"/>
                </a:cubicBezTo>
                <a:cubicBezTo>
                  <a:pt x="128109" y="99038"/>
                  <a:pt x="124884" y="89326"/>
                  <a:pt x="124884" y="78283"/>
                </a:cubicBezTo>
                <a:cubicBezTo>
                  <a:pt x="124884" y="66901"/>
                  <a:pt x="128180" y="56977"/>
                  <a:pt x="134771" y="48511"/>
                </a:cubicBezTo>
                <a:cubicBezTo>
                  <a:pt x="141361" y="40044"/>
                  <a:pt x="150399" y="35811"/>
                  <a:pt x="161883" y="35811"/>
                </a:cubicBezTo>
                <a:moveTo>
                  <a:pt x="162223" y="41751"/>
                </a:moveTo>
                <a:cubicBezTo>
                  <a:pt x="159338" y="41751"/>
                  <a:pt x="156862" y="42842"/>
                  <a:pt x="154798" y="45023"/>
                </a:cubicBezTo>
                <a:cubicBezTo>
                  <a:pt x="152733" y="47203"/>
                  <a:pt x="151375" y="51507"/>
                  <a:pt x="150724" y="57935"/>
                </a:cubicBezTo>
                <a:cubicBezTo>
                  <a:pt x="150074" y="64364"/>
                  <a:pt x="149748" y="73299"/>
                  <a:pt x="149748" y="84740"/>
                </a:cubicBezTo>
                <a:cubicBezTo>
                  <a:pt x="149748" y="90801"/>
                  <a:pt x="150144" y="96465"/>
                  <a:pt x="150936" y="101734"/>
                </a:cubicBezTo>
                <a:cubicBezTo>
                  <a:pt x="151559" y="105754"/>
                  <a:pt x="152888" y="108812"/>
                  <a:pt x="154925" y="110909"/>
                </a:cubicBezTo>
                <a:cubicBezTo>
                  <a:pt x="156961" y="113004"/>
                  <a:pt x="159281" y="114052"/>
                  <a:pt x="161883" y="114052"/>
                </a:cubicBezTo>
                <a:cubicBezTo>
                  <a:pt x="164429" y="114052"/>
                  <a:pt x="166551" y="113344"/>
                  <a:pt x="168248" y="111927"/>
                </a:cubicBezTo>
                <a:cubicBezTo>
                  <a:pt x="170454" y="110002"/>
                  <a:pt x="171925" y="107311"/>
                  <a:pt x="172661" y="103855"/>
                </a:cubicBezTo>
                <a:cubicBezTo>
                  <a:pt x="173792" y="98475"/>
                  <a:pt x="174358" y="87601"/>
                  <a:pt x="174358" y="71232"/>
                </a:cubicBezTo>
                <a:cubicBezTo>
                  <a:pt x="174358" y="61604"/>
                  <a:pt x="173820" y="54992"/>
                  <a:pt x="172745" y="51396"/>
                </a:cubicBezTo>
                <a:cubicBezTo>
                  <a:pt x="171671" y="47798"/>
                  <a:pt x="170086" y="45178"/>
                  <a:pt x="167993" y="43536"/>
                </a:cubicBezTo>
                <a:cubicBezTo>
                  <a:pt x="166522" y="42346"/>
                  <a:pt x="164599" y="41751"/>
                  <a:pt x="162223" y="41751"/>
                </a:cubicBezTo>
                <a:close/>
                <a:moveTo>
                  <a:pt x="243773" y="38187"/>
                </a:moveTo>
                <a:lnTo>
                  <a:pt x="243773" y="48540"/>
                </a:lnTo>
                <a:cubicBezTo>
                  <a:pt x="247846" y="44097"/>
                  <a:pt x="251750" y="40865"/>
                  <a:pt x="255484" y="38845"/>
                </a:cubicBezTo>
                <a:cubicBezTo>
                  <a:pt x="259218" y="36822"/>
                  <a:pt x="263234" y="35811"/>
                  <a:pt x="267534" y="35811"/>
                </a:cubicBezTo>
                <a:cubicBezTo>
                  <a:pt x="272682" y="35811"/>
                  <a:pt x="276953" y="37241"/>
                  <a:pt x="280348" y="40102"/>
                </a:cubicBezTo>
                <a:cubicBezTo>
                  <a:pt x="283742" y="42962"/>
                  <a:pt x="286005" y="46516"/>
                  <a:pt x="287136" y="50765"/>
                </a:cubicBezTo>
                <a:cubicBezTo>
                  <a:pt x="288042" y="53995"/>
                  <a:pt x="288494" y="60198"/>
                  <a:pt x="288494" y="69376"/>
                </a:cubicBezTo>
                <a:lnTo>
                  <a:pt x="288494" y="100304"/>
                </a:lnTo>
                <a:cubicBezTo>
                  <a:pt x="288494" y="106414"/>
                  <a:pt x="289046" y="110219"/>
                  <a:pt x="290149" y="111718"/>
                </a:cubicBezTo>
                <a:cubicBezTo>
                  <a:pt x="291252" y="113217"/>
                  <a:pt x="293557" y="114165"/>
                  <a:pt x="297065" y="114561"/>
                </a:cubicBezTo>
                <a:lnTo>
                  <a:pt x="297065" y="117616"/>
                </a:lnTo>
                <a:lnTo>
                  <a:pt x="256926" y="117616"/>
                </a:lnTo>
                <a:lnTo>
                  <a:pt x="256926" y="114561"/>
                </a:lnTo>
                <a:cubicBezTo>
                  <a:pt x="259925" y="114165"/>
                  <a:pt x="262074" y="112920"/>
                  <a:pt x="263376" y="110827"/>
                </a:cubicBezTo>
                <a:cubicBezTo>
                  <a:pt x="264281" y="109413"/>
                  <a:pt x="264733" y="105905"/>
                  <a:pt x="264733" y="100304"/>
                </a:cubicBezTo>
                <a:lnTo>
                  <a:pt x="264733" y="65003"/>
                </a:lnTo>
                <a:cubicBezTo>
                  <a:pt x="264733" y="58497"/>
                  <a:pt x="264479" y="54395"/>
                  <a:pt x="263970" y="52698"/>
                </a:cubicBezTo>
                <a:cubicBezTo>
                  <a:pt x="263461" y="51001"/>
                  <a:pt x="262598" y="49685"/>
                  <a:pt x="261381" y="48752"/>
                </a:cubicBezTo>
                <a:cubicBezTo>
                  <a:pt x="260165" y="47818"/>
                  <a:pt x="258822" y="47352"/>
                  <a:pt x="257351" y="47352"/>
                </a:cubicBezTo>
                <a:cubicBezTo>
                  <a:pt x="252485" y="47352"/>
                  <a:pt x="247959" y="50859"/>
                  <a:pt x="243773" y="57874"/>
                </a:cubicBezTo>
                <a:lnTo>
                  <a:pt x="243773" y="100304"/>
                </a:lnTo>
                <a:cubicBezTo>
                  <a:pt x="243773" y="106244"/>
                  <a:pt x="244325" y="110007"/>
                  <a:pt x="245428" y="111591"/>
                </a:cubicBezTo>
                <a:cubicBezTo>
                  <a:pt x="246531" y="113175"/>
                  <a:pt x="248582" y="114165"/>
                  <a:pt x="251580" y="114561"/>
                </a:cubicBezTo>
                <a:lnTo>
                  <a:pt x="251580" y="117616"/>
                </a:lnTo>
                <a:lnTo>
                  <a:pt x="211441" y="117616"/>
                </a:lnTo>
                <a:lnTo>
                  <a:pt x="211441" y="114561"/>
                </a:lnTo>
                <a:cubicBezTo>
                  <a:pt x="214779" y="114221"/>
                  <a:pt x="217155" y="113146"/>
                  <a:pt x="218570" y="111336"/>
                </a:cubicBezTo>
                <a:cubicBezTo>
                  <a:pt x="219531" y="110091"/>
                  <a:pt x="220012" y="106414"/>
                  <a:pt x="220012" y="100304"/>
                </a:cubicBezTo>
                <a:lnTo>
                  <a:pt x="220012" y="55498"/>
                </a:lnTo>
                <a:cubicBezTo>
                  <a:pt x="220012" y="49429"/>
                  <a:pt x="219461" y="45650"/>
                  <a:pt x="218358" y="44162"/>
                </a:cubicBezTo>
                <a:cubicBezTo>
                  <a:pt x="217254" y="42673"/>
                  <a:pt x="214949" y="41700"/>
                  <a:pt x="211441" y="41242"/>
                </a:cubicBezTo>
                <a:lnTo>
                  <a:pt x="211441" y="38187"/>
                </a:lnTo>
                <a:lnTo>
                  <a:pt x="243773" y="38187"/>
                </a:lnTo>
                <a:close/>
                <a:moveTo>
                  <a:pt x="339468" y="8995"/>
                </a:moveTo>
                <a:lnTo>
                  <a:pt x="339468" y="38187"/>
                </a:lnTo>
                <a:lnTo>
                  <a:pt x="358307" y="38187"/>
                </a:lnTo>
                <a:lnTo>
                  <a:pt x="358307" y="46503"/>
                </a:lnTo>
                <a:lnTo>
                  <a:pt x="339468" y="46503"/>
                </a:lnTo>
                <a:lnTo>
                  <a:pt x="339468" y="95600"/>
                </a:lnTo>
                <a:cubicBezTo>
                  <a:pt x="339468" y="100195"/>
                  <a:pt x="339681" y="103159"/>
                  <a:pt x="340105" y="104492"/>
                </a:cubicBezTo>
                <a:cubicBezTo>
                  <a:pt x="340529" y="105825"/>
                  <a:pt x="341279" y="106903"/>
                  <a:pt x="342354" y="107727"/>
                </a:cubicBezTo>
                <a:cubicBezTo>
                  <a:pt x="343429" y="108549"/>
                  <a:pt x="344419" y="108960"/>
                  <a:pt x="345324" y="108960"/>
                </a:cubicBezTo>
                <a:cubicBezTo>
                  <a:pt x="349001" y="108960"/>
                  <a:pt x="352480" y="106131"/>
                  <a:pt x="355762" y="100474"/>
                </a:cubicBezTo>
                <a:lnTo>
                  <a:pt x="358307" y="102359"/>
                </a:lnTo>
                <a:cubicBezTo>
                  <a:pt x="353725" y="113322"/>
                  <a:pt x="346286" y="118804"/>
                  <a:pt x="335989" y="118804"/>
                </a:cubicBezTo>
                <a:cubicBezTo>
                  <a:pt x="330954" y="118804"/>
                  <a:pt x="326697" y="117399"/>
                  <a:pt x="323218" y="114590"/>
                </a:cubicBezTo>
                <a:cubicBezTo>
                  <a:pt x="319739" y="111779"/>
                  <a:pt x="317518" y="108642"/>
                  <a:pt x="316556" y="105178"/>
                </a:cubicBezTo>
                <a:cubicBezTo>
                  <a:pt x="315991" y="103248"/>
                  <a:pt x="315708" y="98025"/>
                  <a:pt x="315708" y="89509"/>
                </a:cubicBezTo>
                <a:lnTo>
                  <a:pt x="315708" y="46503"/>
                </a:lnTo>
                <a:lnTo>
                  <a:pt x="305355" y="46503"/>
                </a:lnTo>
                <a:lnTo>
                  <a:pt x="305355" y="43525"/>
                </a:lnTo>
                <a:cubicBezTo>
                  <a:pt x="312483" y="38480"/>
                  <a:pt x="318551" y="33178"/>
                  <a:pt x="323557" y="27622"/>
                </a:cubicBezTo>
                <a:cubicBezTo>
                  <a:pt x="328564" y="22065"/>
                  <a:pt x="332934" y="15856"/>
                  <a:pt x="336668" y="8995"/>
                </a:cubicBezTo>
                <a:lnTo>
                  <a:pt x="339468" y="8995"/>
                </a:lnTo>
                <a:close/>
                <a:moveTo>
                  <a:pt x="433067" y="75016"/>
                </a:moveTo>
                <a:lnTo>
                  <a:pt x="389534" y="75016"/>
                </a:lnTo>
                <a:cubicBezTo>
                  <a:pt x="390044" y="85567"/>
                  <a:pt x="392844" y="93905"/>
                  <a:pt x="397936" y="100031"/>
                </a:cubicBezTo>
                <a:cubicBezTo>
                  <a:pt x="401839" y="104739"/>
                  <a:pt x="406535" y="107093"/>
                  <a:pt x="412022" y="107093"/>
                </a:cubicBezTo>
                <a:cubicBezTo>
                  <a:pt x="415417" y="107093"/>
                  <a:pt x="418500" y="106145"/>
                  <a:pt x="421272" y="104250"/>
                </a:cubicBezTo>
                <a:cubicBezTo>
                  <a:pt x="424044" y="102355"/>
                  <a:pt x="427014" y="98947"/>
                  <a:pt x="430182" y="94025"/>
                </a:cubicBezTo>
                <a:lnTo>
                  <a:pt x="433067" y="95892"/>
                </a:lnTo>
                <a:cubicBezTo>
                  <a:pt x="428768" y="104660"/>
                  <a:pt x="424016" y="110869"/>
                  <a:pt x="418811" y="114518"/>
                </a:cubicBezTo>
                <a:cubicBezTo>
                  <a:pt x="413606" y="118167"/>
                  <a:pt x="407581" y="119992"/>
                  <a:pt x="400736" y="119992"/>
                </a:cubicBezTo>
                <a:cubicBezTo>
                  <a:pt x="388969" y="119992"/>
                  <a:pt x="380058" y="115461"/>
                  <a:pt x="374005" y="106401"/>
                </a:cubicBezTo>
                <a:cubicBezTo>
                  <a:pt x="369140" y="99096"/>
                  <a:pt x="366707" y="90035"/>
                  <a:pt x="366707" y="79219"/>
                </a:cubicBezTo>
                <a:cubicBezTo>
                  <a:pt x="366707" y="65967"/>
                  <a:pt x="370285" y="55420"/>
                  <a:pt x="377442" y="47577"/>
                </a:cubicBezTo>
                <a:cubicBezTo>
                  <a:pt x="384598" y="39733"/>
                  <a:pt x="392985" y="35811"/>
                  <a:pt x="402603" y="35811"/>
                </a:cubicBezTo>
                <a:cubicBezTo>
                  <a:pt x="410636" y="35811"/>
                  <a:pt x="417609" y="39106"/>
                  <a:pt x="423521" y="45697"/>
                </a:cubicBezTo>
                <a:cubicBezTo>
                  <a:pt x="429433" y="52288"/>
                  <a:pt x="432615" y="62061"/>
                  <a:pt x="433067" y="75016"/>
                </a:cubicBezTo>
                <a:moveTo>
                  <a:pt x="412192" y="69415"/>
                </a:moveTo>
                <a:cubicBezTo>
                  <a:pt x="412192" y="60307"/>
                  <a:pt x="411697" y="54056"/>
                  <a:pt x="410707" y="50661"/>
                </a:cubicBezTo>
                <a:cubicBezTo>
                  <a:pt x="409717" y="47267"/>
                  <a:pt x="408175" y="44693"/>
                  <a:pt x="406082" y="42939"/>
                </a:cubicBezTo>
                <a:cubicBezTo>
                  <a:pt x="404894" y="41921"/>
                  <a:pt x="403310" y="41412"/>
                  <a:pt x="401330" y="41412"/>
                </a:cubicBezTo>
                <a:cubicBezTo>
                  <a:pt x="398388" y="41412"/>
                  <a:pt x="395984" y="42854"/>
                  <a:pt x="394117" y="45739"/>
                </a:cubicBezTo>
                <a:cubicBezTo>
                  <a:pt x="390779" y="50774"/>
                  <a:pt x="389110" y="57676"/>
                  <a:pt x="389110" y="66445"/>
                </a:cubicBezTo>
                <a:lnTo>
                  <a:pt x="389110" y="69415"/>
                </a:lnTo>
                <a:lnTo>
                  <a:pt x="412192" y="69415"/>
                </a:lnTo>
                <a:close/>
                <a:moveTo>
                  <a:pt x="475439" y="38187"/>
                </a:moveTo>
                <a:lnTo>
                  <a:pt x="475439" y="48540"/>
                </a:lnTo>
                <a:cubicBezTo>
                  <a:pt x="479512" y="44097"/>
                  <a:pt x="483416" y="40865"/>
                  <a:pt x="487150" y="38845"/>
                </a:cubicBezTo>
                <a:cubicBezTo>
                  <a:pt x="490883" y="36822"/>
                  <a:pt x="494900" y="35811"/>
                  <a:pt x="499200" y="35811"/>
                </a:cubicBezTo>
                <a:cubicBezTo>
                  <a:pt x="504348" y="35811"/>
                  <a:pt x="508619" y="37241"/>
                  <a:pt x="512014" y="40102"/>
                </a:cubicBezTo>
                <a:cubicBezTo>
                  <a:pt x="515408" y="42962"/>
                  <a:pt x="517671" y="46516"/>
                  <a:pt x="518802" y="50765"/>
                </a:cubicBezTo>
                <a:cubicBezTo>
                  <a:pt x="519708" y="53995"/>
                  <a:pt x="520160" y="60198"/>
                  <a:pt x="520160" y="69376"/>
                </a:cubicBezTo>
                <a:lnTo>
                  <a:pt x="520160" y="100304"/>
                </a:lnTo>
                <a:cubicBezTo>
                  <a:pt x="520160" y="106414"/>
                  <a:pt x="520712" y="110219"/>
                  <a:pt x="521815" y="111718"/>
                </a:cubicBezTo>
                <a:cubicBezTo>
                  <a:pt x="522918" y="113217"/>
                  <a:pt x="525223" y="114165"/>
                  <a:pt x="528731" y="114561"/>
                </a:cubicBezTo>
                <a:lnTo>
                  <a:pt x="528731" y="117616"/>
                </a:lnTo>
                <a:lnTo>
                  <a:pt x="488592" y="117616"/>
                </a:lnTo>
                <a:lnTo>
                  <a:pt x="488592" y="114561"/>
                </a:lnTo>
                <a:cubicBezTo>
                  <a:pt x="491591" y="114165"/>
                  <a:pt x="493740" y="112920"/>
                  <a:pt x="495042" y="110827"/>
                </a:cubicBezTo>
                <a:cubicBezTo>
                  <a:pt x="495947" y="109413"/>
                  <a:pt x="496399" y="105905"/>
                  <a:pt x="496399" y="100304"/>
                </a:cubicBezTo>
                <a:lnTo>
                  <a:pt x="496399" y="65003"/>
                </a:lnTo>
                <a:cubicBezTo>
                  <a:pt x="496399" y="58497"/>
                  <a:pt x="496145" y="54395"/>
                  <a:pt x="495636" y="52698"/>
                </a:cubicBezTo>
                <a:cubicBezTo>
                  <a:pt x="495126" y="51001"/>
                  <a:pt x="494264" y="49685"/>
                  <a:pt x="493047" y="48752"/>
                </a:cubicBezTo>
                <a:cubicBezTo>
                  <a:pt x="491831" y="47818"/>
                  <a:pt x="490487" y="47352"/>
                  <a:pt x="489017" y="47352"/>
                </a:cubicBezTo>
                <a:cubicBezTo>
                  <a:pt x="484151" y="47352"/>
                  <a:pt x="479625" y="50859"/>
                  <a:pt x="475439" y="57874"/>
                </a:cubicBezTo>
                <a:lnTo>
                  <a:pt x="475439" y="100304"/>
                </a:lnTo>
                <a:cubicBezTo>
                  <a:pt x="475439" y="106244"/>
                  <a:pt x="475991" y="110007"/>
                  <a:pt x="477094" y="111591"/>
                </a:cubicBezTo>
                <a:cubicBezTo>
                  <a:pt x="478197" y="113175"/>
                  <a:pt x="480248" y="114165"/>
                  <a:pt x="483246" y="114561"/>
                </a:cubicBezTo>
                <a:lnTo>
                  <a:pt x="483246" y="117616"/>
                </a:lnTo>
                <a:lnTo>
                  <a:pt x="443107" y="117616"/>
                </a:lnTo>
                <a:lnTo>
                  <a:pt x="443107" y="114561"/>
                </a:lnTo>
                <a:cubicBezTo>
                  <a:pt x="446445" y="114221"/>
                  <a:pt x="448821" y="113146"/>
                  <a:pt x="450236" y="111336"/>
                </a:cubicBezTo>
                <a:cubicBezTo>
                  <a:pt x="451197" y="110091"/>
                  <a:pt x="451678" y="106414"/>
                  <a:pt x="451678" y="100304"/>
                </a:cubicBezTo>
                <a:lnTo>
                  <a:pt x="451678" y="55498"/>
                </a:lnTo>
                <a:cubicBezTo>
                  <a:pt x="451678" y="49429"/>
                  <a:pt x="451127" y="45650"/>
                  <a:pt x="450023" y="44162"/>
                </a:cubicBezTo>
                <a:cubicBezTo>
                  <a:pt x="448920" y="42673"/>
                  <a:pt x="446615" y="41700"/>
                  <a:pt x="443107" y="41242"/>
                </a:cubicBezTo>
                <a:lnTo>
                  <a:pt x="443107" y="38187"/>
                </a:lnTo>
                <a:lnTo>
                  <a:pt x="475439" y="38187"/>
                </a:lnTo>
                <a:close/>
                <a:moveTo>
                  <a:pt x="571134" y="8995"/>
                </a:moveTo>
                <a:lnTo>
                  <a:pt x="571134" y="38187"/>
                </a:lnTo>
                <a:lnTo>
                  <a:pt x="589973" y="38187"/>
                </a:lnTo>
                <a:lnTo>
                  <a:pt x="589973" y="46503"/>
                </a:lnTo>
                <a:lnTo>
                  <a:pt x="571134" y="46503"/>
                </a:lnTo>
                <a:lnTo>
                  <a:pt x="571134" y="95600"/>
                </a:lnTo>
                <a:cubicBezTo>
                  <a:pt x="571134" y="100195"/>
                  <a:pt x="571347" y="103159"/>
                  <a:pt x="571771" y="104492"/>
                </a:cubicBezTo>
                <a:cubicBezTo>
                  <a:pt x="572195" y="105825"/>
                  <a:pt x="572945" y="106903"/>
                  <a:pt x="574020" y="107727"/>
                </a:cubicBezTo>
                <a:cubicBezTo>
                  <a:pt x="575094" y="108549"/>
                  <a:pt x="576085" y="108960"/>
                  <a:pt x="576990" y="108960"/>
                </a:cubicBezTo>
                <a:cubicBezTo>
                  <a:pt x="580667" y="108960"/>
                  <a:pt x="584146" y="106131"/>
                  <a:pt x="587427" y="100474"/>
                </a:cubicBezTo>
                <a:lnTo>
                  <a:pt x="589973" y="102359"/>
                </a:lnTo>
                <a:cubicBezTo>
                  <a:pt x="585391" y="113322"/>
                  <a:pt x="577951" y="118804"/>
                  <a:pt x="567655" y="118804"/>
                </a:cubicBezTo>
                <a:cubicBezTo>
                  <a:pt x="562620" y="118804"/>
                  <a:pt x="558363" y="117399"/>
                  <a:pt x="554884" y="114590"/>
                </a:cubicBezTo>
                <a:cubicBezTo>
                  <a:pt x="551404" y="111779"/>
                  <a:pt x="549184" y="108642"/>
                  <a:pt x="548222" y="105178"/>
                </a:cubicBezTo>
                <a:cubicBezTo>
                  <a:pt x="547656" y="103248"/>
                  <a:pt x="547374" y="98025"/>
                  <a:pt x="547374" y="89509"/>
                </a:cubicBezTo>
                <a:lnTo>
                  <a:pt x="547374" y="46503"/>
                </a:lnTo>
                <a:lnTo>
                  <a:pt x="537021" y="46503"/>
                </a:lnTo>
                <a:lnTo>
                  <a:pt x="537021" y="43525"/>
                </a:lnTo>
                <a:cubicBezTo>
                  <a:pt x="544149" y="38480"/>
                  <a:pt x="550216" y="33178"/>
                  <a:pt x="555223" y="27622"/>
                </a:cubicBezTo>
                <a:cubicBezTo>
                  <a:pt x="560230" y="22065"/>
                  <a:pt x="564600" y="15856"/>
                  <a:pt x="568334" y="8995"/>
                </a:cubicBezTo>
                <a:lnTo>
                  <a:pt x="571134" y="8995"/>
                </a:lnTo>
                <a:close/>
                <a:moveTo>
                  <a:pt x="755024" y="0"/>
                </a:moveTo>
                <a:lnTo>
                  <a:pt x="755024" y="40563"/>
                </a:lnTo>
                <a:lnTo>
                  <a:pt x="751884" y="40563"/>
                </a:lnTo>
                <a:cubicBezTo>
                  <a:pt x="748094" y="29529"/>
                  <a:pt x="742408" y="21142"/>
                  <a:pt x="734828" y="15402"/>
                </a:cubicBezTo>
                <a:cubicBezTo>
                  <a:pt x="727247" y="9660"/>
                  <a:pt x="718959" y="6789"/>
                  <a:pt x="709964" y="6789"/>
                </a:cubicBezTo>
                <a:cubicBezTo>
                  <a:pt x="701364" y="6789"/>
                  <a:pt x="694208" y="9198"/>
                  <a:pt x="688494" y="14015"/>
                </a:cubicBezTo>
                <a:cubicBezTo>
                  <a:pt x="682780" y="18833"/>
                  <a:pt x="678735" y="25553"/>
                  <a:pt x="676359" y="34175"/>
                </a:cubicBezTo>
                <a:cubicBezTo>
                  <a:pt x="673983" y="42797"/>
                  <a:pt x="672795" y="51643"/>
                  <a:pt x="672795" y="60715"/>
                </a:cubicBezTo>
                <a:cubicBezTo>
                  <a:pt x="672795" y="71704"/>
                  <a:pt x="674096" y="81340"/>
                  <a:pt x="676699" y="89623"/>
                </a:cubicBezTo>
                <a:cubicBezTo>
                  <a:pt x="679301" y="97905"/>
                  <a:pt x="683502" y="103991"/>
                  <a:pt x="689300" y="107881"/>
                </a:cubicBezTo>
                <a:cubicBezTo>
                  <a:pt x="695099" y="111768"/>
                  <a:pt x="701987" y="113712"/>
                  <a:pt x="709964" y="113712"/>
                </a:cubicBezTo>
                <a:cubicBezTo>
                  <a:pt x="712736" y="113712"/>
                  <a:pt x="715579" y="113416"/>
                  <a:pt x="718492" y="112824"/>
                </a:cubicBezTo>
                <a:cubicBezTo>
                  <a:pt x="721406" y="112230"/>
                  <a:pt x="724390" y="111368"/>
                  <a:pt x="727445" y="110238"/>
                </a:cubicBezTo>
                <a:lnTo>
                  <a:pt x="727445" y="86387"/>
                </a:lnTo>
                <a:cubicBezTo>
                  <a:pt x="727445" y="81833"/>
                  <a:pt x="727134" y="78888"/>
                  <a:pt x="726511" y="77551"/>
                </a:cubicBezTo>
                <a:cubicBezTo>
                  <a:pt x="725889" y="76213"/>
                  <a:pt x="724602" y="75004"/>
                  <a:pt x="722650" y="73924"/>
                </a:cubicBezTo>
                <a:cubicBezTo>
                  <a:pt x="720698" y="72842"/>
                  <a:pt x="718336" y="72301"/>
                  <a:pt x="715564" y="72301"/>
                </a:cubicBezTo>
                <a:lnTo>
                  <a:pt x="712594" y="72301"/>
                </a:lnTo>
                <a:lnTo>
                  <a:pt x="712594" y="69246"/>
                </a:lnTo>
                <a:lnTo>
                  <a:pt x="768517" y="69246"/>
                </a:lnTo>
                <a:lnTo>
                  <a:pt x="768517" y="72301"/>
                </a:lnTo>
                <a:cubicBezTo>
                  <a:pt x="764274" y="72585"/>
                  <a:pt x="761318" y="73169"/>
                  <a:pt x="759649" y="74051"/>
                </a:cubicBezTo>
                <a:cubicBezTo>
                  <a:pt x="757980" y="74933"/>
                  <a:pt x="756693" y="76399"/>
                  <a:pt x="755788" y="78448"/>
                </a:cubicBezTo>
                <a:cubicBezTo>
                  <a:pt x="755279" y="79530"/>
                  <a:pt x="755024" y="82176"/>
                  <a:pt x="755024" y="86387"/>
                </a:cubicBezTo>
                <a:lnTo>
                  <a:pt x="755024" y="110238"/>
                </a:lnTo>
                <a:cubicBezTo>
                  <a:pt x="747670" y="113518"/>
                  <a:pt x="740018" y="115991"/>
                  <a:pt x="732070" y="117658"/>
                </a:cubicBezTo>
                <a:cubicBezTo>
                  <a:pt x="724121" y="119327"/>
                  <a:pt x="715876" y="120161"/>
                  <a:pt x="707333" y="120161"/>
                </a:cubicBezTo>
                <a:cubicBezTo>
                  <a:pt x="696414" y="120161"/>
                  <a:pt x="687348" y="118681"/>
                  <a:pt x="680135" y="115720"/>
                </a:cubicBezTo>
                <a:cubicBezTo>
                  <a:pt x="672922" y="112757"/>
                  <a:pt x="666558" y="108864"/>
                  <a:pt x="661042" y="104041"/>
                </a:cubicBezTo>
                <a:cubicBezTo>
                  <a:pt x="655526" y="99218"/>
                  <a:pt x="651212" y="93789"/>
                  <a:pt x="648101" y="87753"/>
                </a:cubicBezTo>
                <a:cubicBezTo>
                  <a:pt x="644141" y="79967"/>
                  <a:pt x="642161" y="71250"/>
                  <a:pt x="642161" y="61603"/>
                </a:cubicBezTo>
                <a:cubicBezTo>
                  <a:pt x="642161" y="44341"/>
                  <a:pt x="648242" y="29758"/>
                  <a:pt x="660405" y="17855"/>
                </a:cubicBezTo>
                <a:cubicBezTo>
                  <a:pt x="672569" y="5952"/>
                  <a:pt x="687872" y="0"/>
                  <a:pt x="706315" y="0"/>
                </a:cubicBezTo>
                <a:cubicBezTo>
                  <a:pt x="712029" y="0"/>
                  <a:pt x="717177" y="457"/>
                  <a:pt x="721759" y="1371"/>
                </a:cubicBezTo>
                <a:cubicBezTo>
                  <a:pt x="724248" y="1829"/>
                  <a:pt x="728279" y="3129"/>
                  <a:pt x="733852" y="5272"/>
                </a:cubicBezTo>
                <a:cubicBezTo>
                  <a:pt x="739424" y="7415"/>
                  <a:pt x="742720" y="8486"/>
                  <a:pt x="743738" y="8486"/>
                </a:cubicBezTo>
                <a:cubicBezTo>
                  <a:pt x="745322" y="8486"/>
                  <a:pt x="746793" y="7895"/>
                  <a:pt x="748151" y="6712"/>
                </a:cubicBezTo>
                <a:cubicBezTo>
                  <a:pt x="749508" y="5527"/>
                  <a:pt x="750753" y="3290"/>
                  <a:pt x="751884" y="0"/>
                </a:cubicBezTo>
                <a:lnTo>
                  <a:pt x="755024" y="0"/>
                </a:lnTo>
                <a:close/>
                <a:moveTo>
                  <a:pt x="843392" y="75016"/>
                </a:moveTo>
                <a:lnTo>
                  <a:pt x="799859" y="75016"/>
                </a:lnTo>
                <a:cubicBezTo>
                  <a:pt x="800369" y="85567"/>
                  <a:pt x="803169" y="93905"/>
                  <a:pt x="808261" y="100031"/>
                </a:cubicBezTo>
                <a:cubicBezTo>
                  <a:pt x="812164" y="104739"/>
                  <a:pt x="816860" y="107093"/>
                  <a:pt x="822347" y="107093"/>
                </a:cubicBezTo>
                <a:cubicBezTo>
                  <a:pt x="825742" y="107093"/>
                  <a:pt x="828825" y="106145"/>
                  <a:pt x="831597" y="104250"/>
                </a:cubicBezTo>
                <a:cubicBezTo>
                  <a:pt x="834369" y="102355"/>
                  <a:pt x="837339" y="98947"/>
                  <a:pt x="840507" y="94025"/>
                </a:cubicBezTo>
                <a:lnTo>
                  <a:pt x="843392" y="95892"/>
                </a:lnTo>
                <a:cubicBezTo>
                  <a:pt x="839093" y="104660"/>
                  <a:pt x="834341" y="110869"/>
                  <a:pt x="829136" y="114518"/>
                </a:cubicBezTo>
                <a:cubicBezTo>
                  <a:pt x="823931" y="118167"/>
                  <a:pt x="817906" y="119992"/>
                  <a:pt x="811061" y="119992"/>
                </a:cubicBezTo>
                <a:cubicBezTo>
                  <a:pt x="799294" y="119992"/>
                  <a:pt x="790383" y="115461"/>
                  <a:pt x="784330" y="106401"/>
                </a:cubicBezTo>
                <a:cubicBezTo>
                  <a:pt x="779465" y="99096"/>
                  <a:pt x="777032" y="90035"/>
                  <a:pt x="777032" y="79219"/>
                </a:cubicBezTo>
                <a:cubicBezTo>
                  <a:pt x="777032" y="65967"/>
                  <a:pt x="780610" y="55420"/>
                  <a:pt x="787767" y="47577"/>
                </a:cubicBezTo>
                <a:cubicBezTo>
                  <a:pt x="794923" y="39733"/>
                  <a:pt x="803310" y="35811"/>
                  <a:pt x="812928" y="35811"/>
                </a:cubicBezTo>
                <a:cubicBezTo>
                  <a:pt x="820961" y="35811"/>
                  <a:pt x="827934" y="39106"/>
                  <a:pt x="833846" y="45697"/>
                </a:cubicBezTo>
                <a:cubicBezTo>
                  <a:pt x="839758" y="52288"/>
                  <a:pt x="842940" y="62061"/>
                  <a:pt x="843392" y="75016"/>
                </a:cubicBezTo>
                <a:moveTo>
                  <a:pt x="822517" y="69415"/>
                </a:moveTo>
                <a:cubicBezTo>
                  <a:pt x="822517" y="60307"/>
                  <a:pt x="822022" y="54056"/>
                  <a:pt x="821032" y="50661"/>
                </a:cubicBezTo>
                <a:cubicBezTo>
                  <a:pt x="820042" y="47267"/>
                  <a:pt x="818500" y="44693"/>
                  <a:pt x="816407" y="42939"/>
                </a:cubicBezTo>
                <a:cubicBezTo>
                  <a:pt x="815219" y="41921"/>
                  <a:pt x="813635" y="41412"/>
                  <a:pt x="811655" y="41412"/>
                </a:cubicBezTo>
                <a:cubicBezTo>
                  <a:pt x="808713" y="41412"/>
                  <a:pt x="806309" y="42854"/>
                  <a:pt x="804442" y="45739"/>
                </a:cubicBezTo>
                <a:cubicBezTo>
                  <a:pt x="801104" y="50774"/>
                  <a:pt x="799435" y="57676"/>
                  <a:pt x="799435" y="66445"/>
                </a:cubicBezTo>
                <a:lnTo>
                  <a:pt x="799435" y="69415"/>
                </a:lnTo>
                <a:lnTo>
                  <a:pt x="822517" y="69415"/>
                </a:lnTo>
                <a:close/>
                <a:moveTo>
                  <a:pt x="885764" y="38187"/>
                </a:moveTo>
                <a:lnTo>
                  <a:pt x="885764" y="48540"/>
                </a:lnTo>
                <a:cubicBezTo>
                  <a:pt x="889837" y="44097"/>
                  <a:pt x="893741" y="40865"/>
                  <a:pt x="897475" y="38845"/>
                </a:cubicBezTo>
                <a:cubicBezTo>
                  <a:pt x="901209" y="36822"/>
                  <a:pt x="905225" y="35811"/>
                  <a:pt x="909525" y="35811"/>
                </a:cubicBezTo>
                <a:cubicBezTo>
                  <a:pt x="914673" y="35811"/>
                  <a:pt x="918944" y="37241"/>
                  <a:pt x="922339" y="40102"/>
                </a:cubicBezTo>
                <a:cubicBezTo>
                  <a:pt x="925733" y="42962"/>
                  <a:pt x="927996" y="46516"/>
                  <a:pt x="929127" y="50765"/>
                </a:cubicBezTo>
                <a:cubicBezTo>
                  <a:pt x="930033" y="53995"/>
                  <a:pt x="930485" y="60198"/>
                  <a:pt x="930485" y="69376"/>
                </a:cubicBezTo>
                <a:lnTo>
                  <a:pt x="930485" y="100304"/>
                </a:lnTo>
                <a:cubicBezTo>
                  <a:pt x="930485" y="106414"/>
                  <a:pt x="931037" y="110219"/>
                  <a:pt x="932140" y="111718"/>
                </a:cubicBezTo>
                <a:cubicBezTo>
                  <a:pt x="933243" y="113217"/>
                  <a:pt x="935548" y="114165"/>
                  <a:pt x="939056" y="114561"/>
                </a:cubicBezTo>
                <a:lnTo>
                  <a:pt x="939056" y="117616"/>
                </a:lnTo>
                <a:lnTo>
                  <a:pt x="898917" y="117616"/>
                </a:lnTo>
                <a:lnTo>
                  <a:pt x="898917" y="114561"/>
                </a:lnTo>
                <a:cubicBezTo>
                  <a:pt x="901916" y="114165"/>
                  <a:pt x="904066" y="112920"/>
                  <a:pt x="905367" y="110827"/>
                </a:cubicBezTo>
                <a:cubicBezTo>
                  <a:pt x="906272" y="109413"/>
                  <a:pt x="906724" y="105905"/>
                  <a:pt x="906724" y="100304"/>
                </a:cubicBezTo>
                <a:lnTo>
                  <a:pt x="906724" y="65003"/>
                </a:lnTo>
                <a:cubicBezTo>
                  <a:pt x="906724" y="58497"/>
                  <a:pt x="906470" y="54395"/>
                  <a:pt x="905961" y="52698"/>
                </a:cubicBezTo>
                <a:cubicBezTo>
                  <a:pt x="905452" y="51001"/>
                  <a:pt x="904589" y="49685"/>
                  <a:pt x="903372" y="48752"/>
                </a:cubicBezTo>
                <a:cubicBezTo>
                  <a:pt x="902156" y="47818"/>
                  <a:pt x="900813" y="47352"/>
                  <a:pt x="899342" y="47352"/>
                </a:cubicBezTo>
                <a:cubicBezTo>
                  <a:pt x="894476" y="47352"/>
                  <a:pt x="889950" y="50859"/>
                  <a:pt x="885764" y="57874"/>
                </a:cubicBezTo>
                <a:lnTo>
                  <a:pt x="885764" y="100304"/>
                </a:lnTo>
                <a:cubicBezTo>
                  <a:pt x="885764" y="106244"/>
                  <a:pt x="886316" y="110007"/>
                  <a:pt x="887419" y="111591"/>
                </a:cubicBezTo>
                <a:cubicBezTo>
                  <a:pt x="888522" y="113175"/>
                  <a:pt x="890573" y="114165"/>
                  <a:pt x="893571" y="114561"/>
                </a:cubicBezTo>
                <a:lnTo>
                  <a:pt x="893571" y="117616"/>
                </a:lnTo>
                <a:lnTo>
                  <a:pt x="853432" y="117616"/>
                </a:lnTo>
                <a:lnTo>
                  <a:pt x="853432" y="114561"/>
                </a:lnTo>
                <a:cubicBezTo>
                  <a:pt x="856770" y="114221"/>
                  <a:pt x="859146" y="113146"/>
                  <a:pt x="860561" y="111336"/>
                </a:cubicBezTo>
                <a:cubicBezTo>
                  <a:pt x="861522" y="110091"/>
                  <a:pt x="862003" y="106414"/>
                  <a:pt x="862003" y="100304"/>
                </a:cubicBezTo>
                <a:lnTo>
                  <a:pt x="862003" y="55498"/>
                </a:lnTo>
                <a:cubicBezTo>
                  <a:pt x="862003" y="49429"/>
                  <a:pt x="861452" y="45650"/>
                  <a:pt x="860349" y="44162"/>
                </a:cubicBezTo>
                <a:cubicBezTo>
                  <a:pt x="859245" y="42673"/>
                  <a:pt x="856940" y="41700"/>
                  <a:pt x="853432" y="41242"/>
                </a:cubicBezTo>
                <a:lnTo>
                  <a:pt x="853432" y="38187"/>
                </a:lnTo>
                <a:lnTo>
                  <a:pt x="885764" y="38187"/>
                </a:lnTo>
                <a:close/>
                <a:moveTo>
                  <a:pt x="1017185" y="75016"/>
                </a:moveTo>
                <a:lnTo>
                  <a:pt x="973652" y="75016"/>
                </a:lnTo>
                <a:cubicBezTo>
                  <a:pt x="974161" y="85567"/>
                  <a:pt x="976962" y="93905"/>
                  <a:pt x="982053" y="100031"/>
                </a:cubicBezTo>
                <a:cubicBezTo>
                  <a:pt x="985957" y="104739"/>
                  <a:pt x="990652" y="107093"/>
                  <a:pt x="996140" y="107093"/>
                </a:cubicBezTo>
                <a:cubicBezTo>
                  <a:pt x="999534" y="107093"/>
                  <a:pt x="1002618" y="106145"/>
                  <a:pt x="1005390" y="104250"/>
                </a:cubicBezTo>
                <a:cubicBezTo>
                  <a:pt x="1008162" y="102355"/>
                  <a:pt x="1011132" y="98947"/>
                  <a:pt x="1014300" y="94025"/>
                </a:cubicBezTo>
                <a:lnTo>
                  <a:pt x="1017185" y="95892"/>
                </a:lnTo>
                <a:cubicBezTo>
                  <a:pt x="1012886" y="104660"/>
                  <a:pt x="1008134" y="110869"/>
                  <a:pt x="1002929" y="114518"/>
                </a:cubicBezTo>
                <a:cubicBezTo>
                  <a:pt x="997724" y="118167"/>
                  <a:pt x="991699" y="119992"/>
                  <a:pt x="984854" y="119992"/>
                </a:cubicBezTo>
                <a:cubicBezTo>
                  <a:pt x="973087" y="119992"/>
                  <a:pt x="964176" y="115461"/>
                  <a:pt x="958123" y="106401"/>
                </a:cubicBezTo>
                <a:cubicBezTo>
                  <a:pt x="953258" y="99096"/>
                  <a:pt x="950825" y="90035"/>
                  <a:pt x="950825" y="79219"/>
                </a:cubicBezTo>
                <a:cubicBezTo>
                  <a:pt x="950825" y="65967"/>
                  <a:pt x="954403" y="55420"/>
                  <a:pt x="961560" y="47577"/>
                </a:cubicBezTo>
                <a:cubicBezTo>
                  <a:pt x="968716" y="39733"/>
                  <a:pt x="977103" y="35811"/>
                  <a:pt x="986721" y="35811"/>
                </a:cubicBezTo>
                <a:cubicBezTo>
                  <a:pt x="994754" y="35811"/>
                  <a:pt x="1001727" y="39106"/>
                  <a:pt x="1007639" y="45697"/>
                </a:cubicBezTo>
                <a:cubicBezTo>
                  <a:pt x="1013551" y="52288"/>
                  <a:pt x="1016733" y="62061"/>
                  <a:pt x="1017185" y="75016"/>
                </a:cubicBezTo>
                <a:moveTo>
                  <a:pt x="996310" y="69415"/>
                </a:moveTo>
                <a:cubicBezTo>
                  <a:pt x="996310" y="60307"/>
                  <a:pt x="995815" y="54056"/>
                  <a:pt x="994825" y="50661"/>
                </a:cubicBezTo>
                <a:cubicBezTo>
                  <a:pt x="993835" y="47267"/>
                  <a:pt x="992293" y="44693"/>
                  <a:pt x="990200" y="42939"/>
                </a:cubicBezTo>
                <a:cubicBezTo>
                  <a:pt x="989012" y="41921"/>
                  <a:pt x="987428" y="41412"/>
                  <a:pt x="985448" y="41412"/>
                </a:cubicBezTo>
                <a:cubicBezTo>
                  <a:pt x="982506" y="41412"/>
                  <a:pt x="980102" y="42854"/>
                  <a:pt x="978235" y="45739"/>
                </a:cubicBezTo>
                <a:cubicBezTo>
                  <a:pt x="974897" y="50774"/>
                  <a:pt x="973228" y="57676"/>
                  <a:pt x="973228" y="66445"/>
                </a:cubicBezTo>
                <a:lnTo>
                  <a:pt x="973228" y="69415"/>
                </a:lnTo>
                <a:lnTo>
                  <a:pt x="996310" y="69415"/>
                </a:lnTo>
                <a:close/>
                <a:moveTo>
                  <a:pt x="1060066" y="38187"/>
                </a:moveTo>
                <a:lnTo>
                  <a:pt x="1060066" y="56177"/>
                </a:lnTo>
                <a:cubicBezTo>
                  <a:pt x="1065327" y="47974"/>
                  <a:pt x="1069938" y="42529"/>
                  <a:pt x="1073898" y="39842"/>
                </a:cubicBezTo>
                <a:cubicBezTo>
                  <a:pt x="1077858" y="37154"/>
                  <a:pt x="1081677" y="35811"/>
                  <a:pt x="1085354" y="35811"/>
                </a:cubicBezTo>
                <a:cubicBezTo>
                  <a:pt x="1088522" y="35811"/>
                  <a:pt x="1091054" y="36790"/>
                  <a:pt x="1092949" y="38749"/>
                </a:cubicBezTo>
                <a:cubicBezTo>
                  <a:pt x="1094844" y="40708"/>
                  <a:pt x="1095792" y="43476"/>
                  <a:pt x="1095792" y="47052"/>
                </a:cubicBezTo>
                <a:cubicBezTo>
                  <a:pt x="1095792" y="50857"/>
                  <a:pt x="1094873" y="53810"/>
                  <a:pt x="1093034" y="55912"/>
                </a:cubicBezTo>
                <a:cubicBezTo>
                  <a:pt x="1091196" y="58012"/>
                  <a:pt x="1088975" y="59062"/>
                  <a:pt x="1086373" y="59062"/>
                </a:cubicBezTo>
                <a:cubicBezTo>
                  <a:pt x="1083374" y="59062"/>
                  <a:pt x="1080772" y="58101"/>
                  <a:pt x="1078566" y="56177"/>
                </a:cubicBezTo>
                <a:cubicBezTo>
                  <a:pt x="1076359" y="54254"/>
                  <a:pt x="1075058" y="53179"/>
                  <a:pt x="1074662" y="52953"/>
                </a:cubicBezTo>
                <a:cubicBezTo>
                  <a:pt x="1074096" y="52613"/>
                  <a:pt x="1073446" y="52443"/>
                  <a:pt x="1072710" y="52443"/>
                </a:cubicBezTo>
                <a:cubicBezTo>
                  <a:pt x="1071070" y="52443"/>
                  <a:pt x="1069514" y="53066"/>
                  <a:pt x="1068043" y="54310"/>
                </a:cubicBezTo>
                <a:cubicBezTo>
                  <a:pt x="1065723" y="56234"/>
                  <a:pt x="1063970" y="58978"/>
                  <a:pt x="1062782" y="62542"/>
                </a:cubicBezTo>
                <a:cubicBezTo>
                  <a:pt x="1060971" y="68029"/>
                  <a:pt x="1060066" y="74083"/>
                  <a:pt x="1060066" y="80702"/>
                </a:cubicBezTo>
                <a:lnTo>
                  <a:pt x="1060066" y="98947"/>
                </a:lnTo>
                <a:lnTo>
                  <a:pt x="1060151" y="103699"/>
                </a:lnTo>
                <a:cubicBezTo>
                  <a:pt x="1060151" y="106923"/>
                  <a:pt x="1060349" y="108988"/>
                  <a:pt x="1060745" y="109893"/>
                </a:cubicBezTo>
                <a:cubicBezTo>
                  <a:pt x="1061424" y="111421"/>
                  <a:pt x="1062428" y="112538"/>
                  <a:pt x="1063758" y="113245"/>
                </a:cubicBezTo>
                <a:cubicBezTo>
                  <a:pt x="1065087" y="113953"/>
                  <a:pt x="1067336" y="114391"/>
                  <a:pt x="1070504" y="114561"/>
                </a:cubicBezTo>
                <a:lnTo>
                  <a:pt x="1070504" y="117616"/>
                </a:lnTo>
                <a:lnTo>
                  <a:pt x="1027650" y="117616"/>
                </a:lnTo>
                <a:lnTo>
                  <a:pt x="1027650" y="114561"/>
                </a:lnTo>
                <a:cubicBezTo>
                  <a:pt x="1031101" y="114278"/>
                  <a:pt x="1033434" y="113330"/>
                  <a:pt x="1034651" y="111718"/>
                </a:cubicBezTo>
                <a:cubicBezTo>
                  <a:pt x="1035867" y="110106"/>
                  <a:pt x="1036475" y="105848"/>
                  <a:pt x="1036475" y="98947"/>
                </a:cubicBezTo>
                <a:lnTo>
                  <a:pt x="1036475" y="54989"/>
                </a:lnTo>
                <a:cubicBezTo>
                  <a:pt x="1036475" y="50435"/>
                  <a:pt x="1036249" y="47532"/>
                  <a:pt x="1035796" y="46280"/>
                </a:cubicBezTo>
                <a:cubicBezTo>
                  <a:pt x="1035230" y="44686"/>
                  <a:pt x="1034410" y="43519"/>
                  <a:pt x="1033335" y="42780"/>
                </a:cubicBezTo>
                <a:cubicBezTo>
                  <a:pt x="1032260" y="42039"/>
                  <a:pt x="1030365" y="41526"/>
                  <a:pt x="1027650" y="41242"/>
                </a:cubicBezTo>
                <a:lnTo>
                  <a:pt x="1027650" y="38187"/>
                </a:lnTo>
                <a:lnTo>
                  <a:pt x="1060066" y="38187"/>
                </a:lnTo>
                <a:close/>
                <a:moveTo>
                  <a:pt x="1148092" y="105905"/>
                </a:moveTo>
                <a:cubicBezTo>
                  <a:pt x="1138418" y="114504"/>
                  <a:pt x="1129734" y="118804"/>
                  <a:pt x="1122040" y="118804"/>
                </a:cubicBezTo>
                <a:cubicBezTo>
                  <a:pt x="1117514" y="118804"/>
                  <a:pt x="1113752" y="117314"/>
                  <a:pt x="1110754" y="114335"/>
                </a:cubicBezTo>
                <a:cubicBezTo>
                  <a:pt x="1107755" y="111355"/>
                  <a:pt x="1106256" y="107623"/>
                  <a:pt x="1106256" y="103139"/>
                </a:cubicBezTo>
                <a:cubicBezTo>
                  <a:pt x="1106256" y="97065"/>
                  <a:pt x="1108859" y="91601"/>
                  <a:pt x="1114063" y="86748"/>
                </a:cubicBezTo>
                <a:cubicBezTo>
                  <a:pt x="1119268" y="81895"/>
                  <a:pt x="1130611" y="75439"/>
                  <a:pt x="1148092" y="67379"/>
                </a:cubicBezTo>
                <a:lnTo>
                  <a:pt x="1148092" y="59402"/>
                </a:lnTo>
                <a:cubicBezTo>
                  <a:pt x="1148092" y="53405"/>
                  <a:pt x="1147767" y="49629"/>
                  <a:pt x="1147116" y="48073"/>
                </a:cubicBezTo>
                <a:cubicBezTo>
                  <a:pt x="1146466" y="46517"/>
                  <a:pt x="1145235" y="45160"/>
                  <a:pt x="1143425" y="44000"/>
                </a:cubicBezTo>
                <a:cubicBezTo>
                  <a:pt x="1141615" y="42840"/>
                  <a:pt x="1139578" y="42260"/>
                  <a:pt x="1137315" y="42260"/>
                </a:cubicBezTo>
                <a:cubicBezTo>
                  <a:pt x="1133638" y="42260"/>
                  <a:pt x="1130611" y="43080"/>
                  <a:pt x="1128235" y="44721"/>
                </a:cubicBezTo>
                <a:cubicBezTo>
                  <a:pt x="1126764" y="45739"/>
                  <a:pt x="1126029" y="46927"/>
                  <a:pt x="1126029" y="48285"/>
                </a:cubicBezTo>
                <a:cubicBezTo>
                  <a:pt x="1126029" y="49473"/>
                  <a:pt x="1126821" y="50944"/>
                  <a:pt x="1128405" y="52698"/>
                </a:cubicBezTo>
                <a:cubicBezTo>
                  <a:pt x="1130554" y="55131"/>
                  <a:pt x="1131629" y="57478"/>
                  <a:pt x="1131629" y="59741"/>
                </a:cubicBezTo>
                <a:cubicBezTo>
                  <a:pt x="1131629" y="62513"/>
                  <a:pt x="1130597" y="64875"/>
                  <a:pt x="1128532" y="66827"/>
                </a:cubicBezTo>
                <a:cubicBezTo>
                  <a:pt x="1126467" y="68779"/>
                  <a:pt x="1123766" y="69755"/>
                  <a:pt x="1120428" y="69755"/>
                </a:cubicBezTo>
                <a:cubicBezTo>
                  <a:pt x="1116864" y="69755"/>
                  <a:pt x="1113880" y="68680"/>
                  <a:pt x="1111475" y="66530"/>
                </a:cubicBezTo>
                <a:cubicBezTo>
                  <a:pt x="1109071" y="64380"/>
                  <a:pt x="1107869" y="61863"/>
                  <a:pt x="1107869" y="58978"/>
                </a:cubicBezTo>
                <a:cubicBezTo>
                  <a:pt x="1107869" y="54904"/>
                  <a:pt x="1109481" y="51015"/>
                  <a:pt x="1112706" y="47309"/>
                </a:cubicBezTo>
                <a:cubicBezTo>
                  <a:pt x="1115930" y="43604"/>
                  <a:pt x="1120428" y="40761"/>
                  <a:pt x="1126198" y="38781"/>
                </a:cubicBezTo>
                <a:cubicBezTo>
                  <a:pt x="1131969" y="36801"/>
                  <a:pt x="1137966" y="35811"/>
                  <a:pt x="1144189" y="35811"/>
                </a:cubicBezTo>
                <a:cubicBezTo>
                  <a:pt x="1151713" y="35811"/>
                  <a:pt x="1157667" y="37413"/>
                  <a:pt x="1162052" y="40619"/>
                </a:cubicBezTo>
                <a:cubicBezTo>
                  <a:pt x="1166436" y="43822"/>
                  <a:pt x="1169279" y="47295"/>
                  <a:pt x="1170580" y="51038"/>
                </a:cubicBezTo>
                <a:cubicBezTo>
                  <a:pt x="1171372" y="53419"/>
                  <a:pt x="1171768" y="58891"/>
                  <a:pt x="1171768" y="67453"/>
                </a:cubicBezTo>
                <a:lnTo>
                  <a:pt x="1171768" y="98329"/>
                </a:lnTo>
                <a:cubicBezTo>
                  <a:pt x="1171768" y="101958"/>
                  <a:pt x="1171909" y="104241"/>
                  <a:pt x="1172192" y="105178"/>
                </a:cubicBezTo>
                <a:cubicBezTo>
                  <a:pt x="1172475" y="106114"/>
                  <a:pt x="1172900" y="106808"/>
                  <a:pt x="1173465" y="107263"/>
                </a:cubicBezTo>
                <a:cubicBezTo>
                  <a:pt x="1174031" y="107715"/>
                  <a:pt x="1174682" y="107942"/>
                  <a:pt x="1175417" y="107942"/>
                </a:cubicBezTo>
                <a:cubicBezTo>
                  <a:pt x="1176888" y="107942"/>
                  <a:pt x="1178387" y="106895"/>
                  <a:pt x="1179915" y="104802"/>
                </a:cubicBezTo>
                <a:lnTo>
                  <a:pt x="1182460" y="106838"/>
                </a:lnTo>
                <a:cubicBezTo>
                  <a:pt x="1179632" y="111025"/>
                  <a:pt x="1176704" y="114066"/>
                  <a:pt x="1173677" y="115961"/>
                </a:cubicBezTo>
                <a:cubicBezTo>
                  <a:pt x="1170651" y="117856"/>
                  <a:pt x="1167214" y="118804"/>
                  <a:pt x="1163367" y="118804"/>
                </a:cubicBezTo>
                <a:cubicBezTo>
                  <a:pt x="1158841" y="118804"/>
                  <a:pt x="1155305" y="117736"/>
                  <a:pt x="1152759" y="115600"/>
                </a:cubicBezTo>
                <a:cubicBezTo>
                  <a:pt x="1150214" y="113465"/>
                  <a:pt x="1148658" y="110233"/>
                  <a:pt x="1148092" y="105905"/>
                </a:cubicBezTo>
                <a:moveTo>
                  <a:pt x="1148092" y="99625"/>
                </a:moveTo>
                <a:lnTo>
                  <a:pt x="1148092" y="73080"/>
                </a:lnTo>
                <a:cubicBezTo>
                  <a:pt x="1141247" y="77116"/>
                  <a:pt x="1136155" y="81437"/>
                  <a:pt x="1132817" y="86043"/>
                </a:cubicBezTo>
                <a:cubicBezTo>
                  <a:pt x="1130611" y="89112"/>
                  <a:pt x="1129508" y="92210"/>
                  <a:pt x="1129508" y="95337"/>
                </a:cubicBezTo>
                <a:cubicBezTo>
                  <a:pt x="1129508" y="97952"/>
                  <a:pt x="1130441" y="100255"/>
                  <a:pt x="1132308" y="102245"/>
                </a:cubicBezTo>
                <a:cubicBezTo>
                  <a:pt x="1133723" y="103780"/>
                  <a:pt x="1135703" y="104547"/>
                  <a:pt x="1138248" y="104547"/>
                </a:cubicBezTo>
                <a:cubicBezTo>
                  <a:pt x="1141077" y="104547"/>
                  <a:pt x="1144358" y="102907"/>
                  <a:pt x="1148092" y="99625"/>
                </a:cubicBezTo>
                <a:close/>
                <a:moveTo>
                  <a:pt x="1222684" y="8995"/>
                </a:moveTo>
                <a:lnTo>
                  <a:pt x="1222684" y="38187"/>
                </a:lnTo>
                <a:lnTo>
                  <a:pt x="1241523" y="38187"/>
                </a:lnTo>
                <a:lnTo>
                  <a:pt x="1241523" y="46503"/>
                </a:lnTo>
                <a:lnTo>
                  <a:pt x="1222684" y="46503"/>
                </a:lnTo>
                <a:lnTo>
                  <a:pt x="1222684" y="95600"/>
                </a:lnTo>
                <a:cubicBezTo>
                  <a:pt x="1222684" y="100195"/>
                  <a:pt x="1222896" y="103159"/>
                  <a:pt x="1223320" y="104492"/>
                </a:cubicBezTo>
                <a:cubicBezTo>
                  <a:pt x="1223745" y="105825"/>
                  <a:pt x="1224494" y="106903"/>
                  <a:pt x="1225569" y="107727"/>
                </a:cubicBezTo>
                <a:cubicBezTo>
                  <a:pt x="1226644" y="108549"/>
                  <a:pt x="1227634" y="108960"/>
                  <a:pt x="1228539" y="108960"/>
                </a:cubicBezTo>
                <a:cubicBezTo>
                  <a:pt x="1232217" y="108960"/>
                  <a:pt x="1235696" y="106131"/>
                  <a:pt x="1238977" y="100474"/>
                </a:cubicBezTo>
                <a:lnTo>
                  <a:pt x="1241523" y="102359"/>
                </a:lnTo>
                <a:cubicBezTo>
                  <a:pt x="1236940" y="113322"/>
                  <a:pt x="1229501" y="118804"/>
                  <a:pt x="1219205" y="118804"/>
                </a:cubicBezTo>
                <a:cubicBezTo>
                  <a:pt x="1214170" y="118804"/>
                  <a:pt x="1209913" y="117399"/>
                  <a:pt x="1206433" y="114590"/>
                </a:cubicBezTo>
                <a:cubicBezTo>
                  <a:pt x="1202954" y="111779"/>
                  <a:pt x="1200734" y="108642"/>
                  <a:pt x="1199772" y="105178"/>
                </a:cubicBezTo>
                <a:cubicBezTo>
                  <a:pt x="1199206" y="103248"/>
                  <a:pt x="1198923" y="98025"/>
                  <a:pt x="1198923" y="89509"/>
                </a:cubicBezTo>
                <a:lnTo>
                  <a:pt x="1198923" y="46503"/>
                </a:lnTo>
                <a:lnTo>
                  <a:pt x="1188570" y="46503"/>
                </a:lnTo>
                <a:lnTo>
                  <a:pt x="1188570" y="43525"/>
                </a:lnTo>
                <a:cubicBezTo>
                  <a:pt x="1195699" y="38480"/>
                  <a:pt x="1201766" y="33178"/>
                  <a:pt x="1206773" y="27622"/>
                </a:cubicBezTo>
                <a:cubicBezTo>
                  <a:pt x="1211780" y="22065"/>
                  <a:pt x="1216150" y="15856"/>
                  <a:pt x="1219884" y="8995"/>
                </a:cubicBezTo>
                <a:lnTo>
                  <a:pt x="1222684" y="8995"/>
                </a:lnTo>
                <a:close/>
                <a:moveTo>
                  <a:pt x="1268167" y="0"/>
                </a:moveTo>
                <a:cubicBezTo>
                  <a:pt x="1271845" y="0"/>
                  <a:pt x="1274956" y="1291"/>
                  <a:pt x="1277502" y="3874"/>
                </a:cubicBezTo>
                <a:cubicBezTo>
                  <a:pt x="1280048" y="6456"/>
                  <a:pt x="1281321" y="9563"/>
                  <a:pt x="1281321" y="13196"/>
                </a:cubicBezTo>
                <a:cubicBezTo>
                  <a:pt x="1281321" y="16829"/>
                  <a:pt x="1280034" y="19923"/>
                  <a:pt x="1277460" y="22477"/>
                </a:cubicBezTo>
                <a:cubicBezTo>
                  <a:pt x="1274886" y="25030"/>
                  <a:pt x="1271788" y="26307"/>
                  <a:pt x="1268167" y="26307"/>
                </a:cubicBezTo>
                <a:cubicBezTo>
                  <a:pt x="1264547" y="26307"/>
                  <a:pt x="1261464" y="25030"/>
                  <a:pt x="1258918" y="22477"/>
                </a:cubicBezTo>
                <a:cubicBezTo>
                  <a:pt x="1256372" y="19923"/>
                  <a:pt x="1255099" y="16829"/>
                  <a:pt x="1255099" y="13196"/>
                </a:cubicBezTo>
                <a:cubicBezTo>
                  <a:pt x="1255099" y="9563"/>
                  <a:pt x="1256372" y="6456"/>
                  <a:pt x="1258918" y="3874"/>
                </a:cubicBezTo>
                <a:cubicBezTo>
                  <a:pt x="1261464" y="1291"/>
                  <a:pt x="1264547" y="0"/>
                  <a:pt x="1268167" y="0"/>
                </a:cubicBezTo>
                <a:moveTo>
                  <a:pt x="1280048" y="38187"/>
                </a:moveTo>
                <a:lnTo>
                  <a:pt x="1280048" y="101153"/>
                </a:lnTo>
                <a:cubicBezTo>
                  <a:pt x="1280048" y="106754"/>
                  <a:pt x="1280698" y="110332"/>
                  <a:pt x="1282000" y="111888"/>
                </a:cubicBezTo>
                <a:cubicBezTo>
                  <a:pt x="1283301" y="113443"/>
                  <a:pt x="1285847" y="114334"/>
                  <a:pt x="1289637" y="114561"/>
                </a:cubicBezTo>
                <a:lnTo>
                  <a:pt x="1289637" y="117616"/>
                </a:lnTo>
                <a:lnTo>
                  <a:pt x="1246783" y="117616"/>
                </a:lnTo>
                <a:lnTo>
                  <a:pt x="1246783" y="114561"/>
                </a:lnTo>
                <a:cubicBezTo>
                  <a:pt x="1250290" y="114448"/>
                  <a:pt x="1252893" y="113429"/>
                  <a:pt x="1254590" y="111506"/>
                </a:cubicBezTo>
                <a:cubicBezTo>
                  <a:pt x="1255721" y="110205"/>
                  <a:pt x="1256287" y="106754"/>
                  <a:pt x="1256287" y="101153"/>
                </a:cubicBezTo>
                <a:lnTo>
                  <a:pt x="1256287" y="54819"/>
                </a:lnTo>
                <a:cubicBezTo>
                  <a:pt x="1256287" y="49148"/>
                  <a:pt x="1255637" y="45525"/>
                  <a:pt x="1254335" y="43949"/>
                </a:cubicBezTo>
                <a:cubicBezTo>
                  <a:pt x="1253034" y="42374"/>
                  <a:pt x="1250517" y="41472"/>
                  <a:pt x="1246783" y="41242"/>
                </a:cubicBezTo>
                <a:lnTo>
                  <a:pt x="1246783" y="38187"/>
                </a:lnTo>
                <a:lnTo>
                  <a:pt x="1280048" y="38187"/>
                </a:lnTo>
                <a:close/>
                <a:moveTo>
                  <a:pt x="1334812" y="35811"/>
                </a:moveTo>
                <a:cubicBezTo>
                  <a:pt x="1341714" y="35811"/>
                  <a:pt x="1348135" y="37595"/>
                  <a:pt x="1354075" y="41162"/>
                </a:cubicBezTo>
                <a:cubicBezTo>
                  <a:pt x="1360015" y="44730"/>
                  <a:pt x="1364527" y="49799"/>
                  <a:pt x="1367610" y="56368"/>
                </a:cubicBezTo>
                <a:cubicBezTo>
                  <a:pt x="1370693" y="62938"/>
                  <a:pt x="1372235" y="70130"/>
                  <a:pt x="1372235" y="77944"/>
                </a:cubicBezTo>
                <a:cubicBezTo>
                  <a:pt x="1372235" y="89212"/>
                  <a:pt x="1369378" y="98642"/>
                  <a:pt x="1363664" y="106231"/>
                </a:cubicBezTo>
                <a:cubicBezTo>
                  <a:pt x="1356762" y="115405"/>
                  <a:pt x="1347229" y="119992"/>
                  <a:pt x="1335066" y="119992"/>
                </a:cubicBezTo>
                <a:cubicBezTo>
                  <a:pt x="1323129" y="119992"/>
                  <a:pt x="1313936" y="115801"/>
                  <a:pt x="1307487" y="107419"/>
                </a:cubicBezTo>
                <a:cubicBezTo>
                  <a:pt x="1301037" y="99038"/>
                  <a:pt x="1297813" y="89326"/>
                  <a:pt x="1297813" y="78283"/>
                </a:cubicBezTo>
                <a:cubicBezTo>
                  <a:pt x="1297813" y="66901"/>
                  <a:pt x="1301108" y="56977"/>
                  <a:pt x="1307699" y="48511"/>
                </a:cubicBezTo>
                <a:cubicBezTo>
                  <a:pt x="1314290" y="40044"/>
                  <a:pt x="1323327" y="35811"/>
                  <a:pt x="1334812" y="35811"/>
                </a:cubicBezTo>
                <a:moveTo>
                  <a:pt x="1335151" y="41751"/>
                </a:moveTo>
                <a:cubicBezTo>
                  <a:pt x="1332266" y="41751"/>
                  <a:pt x="1329791" y="42842"/>
                  <a:pt x="1327726" y="45023"/>
                </a:cubicBezTo>
                <a:cubicBezTo>
                  <a:pt x="1325661" y="47203"/>
                  <a:pt x="1324303" y="51507"/>
                  <a:pt x="1323653" y="57935"/>
                </a:cubicBezTo>
                <a:cubicBezTo>
                  <a:pt x="1323002" y="64364"/>
                  <a:pt x="1322677" y="73299"/>
                  <a:pt x="1322677" y="84740"/>
                </a:cubicBezTo>
                <a:cubicBezTo>
                  <a:pt x="1322677" y="90801"/>
                  <a:pt x="1323073" y="96465"/>
                  <a:pt x="1323865" y="101734"/>
                </a:cubicBezTo>
                <a:cubicBezTo>
                  <a:pt x="1324487" y="105754"/>
                  <a:pt x="1325816" y="108812"/>
                  <a:pt x="1327853" y="110909"/>
                </a:cubicBezTo>
                <a:cubicBezTo>
                  <a:pt x="1329890" y="113004"/>
                  <a:pt x="1332209" y="114052"/>
                  <a:pt x="1334812" y="114052"/>
                </a:cubicBezTo>
                <a:cubicBezTo>
                  <a:pt x="1337357" y="114052"/>
                  <a:pt x="1339479" y="113344"/>
                  <a:pt x="1341176" y="111927"/>
                </a:cubicBezTo>
                <a:cubicBezTo>
                  <a:pt x="1343382" y="110002"/>
                  <a:pt x="1344853" y="107311"/>
                  <a:pt x="1345589" y="103855"/>
                </a:cubicBezTo>
                <a:cubicBezTo>
                  <a:pt x="1346720" y="98475"/>
                  <a:pt x="1347286" y="87601"/>
                  <a:pt x="1347286" y="71232"/>
                </a:cubicBezTo>
                <a:cubicBezTo>
                  <a:pt x="1347286" y="61604"/>
                  <a:pt x="1346749" y="54992"/>
                  <a:pt x="1345674" y="51396"/>
                </a:cubicBezTo>
                <a:cubicBezTo>
                  <a:pt x="1344599" y="47798"/>
                  <a:pt x="1343015" y="45178"/>
                  <a:pt x="1340922" y="43536"/>
                </a:cubicBezTo>
                <a:cubicBezTo>
                  <a:pt x="1339451" y="42346"/>
                  <a:pt x="1337527" y="41751"/>
                  <a:pt x="1335151" y="41751"/>
                </a:cubicBezTo>
                <a:close/>
                <a:moveTo>
                  <a:pt x="1416701" y="38187"/>
                </a:moveTo>
                <a:lnTo>
                  <a:pt x="1416701" y="48540"/>
                </a:lnTo>
                <a:cubicBezTo>
                  <a:pt x="1420775" y="44097"/>
                  <a:pt x="1424678" y="40865"/>
                  <a:pt x="1428412" y="38845"/>
                </a:cubicBezTo>
                <a:cubicBezTo>
                  <a:pt x="1432146" y="36822"/>
                  <a:pt x="1436163" y="35811"/>
                  <a:pt x="1440462" y="35811"/>
                </a:cubicBezTo>
                <a:cubicBezTo>
                  <a:pt x="1445610" y="35811"/>
                  <a:pt x="1449882" y="37241"/>
                  <a:pt x="1453276" y="40102"/>
                </a:cubicBezTo>
                <a:cubicBezTo>
                  <a:pt x="1456670" y="42962"/>
                  <a:pt x="1458933" y="46516"/>
                  <a:pt x="1460065" y="50765"/>
                </a:cubicBezTo>
                <a:cubicBezTo>
                  <a:pt x="1460970" y="53995"/>
                  <a:pt x="1461422" y="60198"/>
                  <a:pt x="1461422" y="69376"/>
                </a:cubicBezTo>
                <a:lnTo>
                  <a:pt x="1461422" y="100304"/>
                </a:lnTo>
                <a:cubicBezTo>
                  <a:pt x="1461422" y="106414"/>
                  <a:pt x="1461974" y="110219"/>
                  <a:pt x="1463077" y="111718"/>
                </a:cubicBezTo>
                <a:cubicBezTo>
                  <a:pt x="1464180" y="113217"/>
                  <a:pt x="1466486" y="114165"/>
                  <a:pt x="1469993" y="114561"/>
                </a:cubicBezTo>
                <a:lnTo>
                  <a:pt x="1469993" y="117616"/>
                </a:lnTo>
                <a:lnTo>
                  <a:pt x="1429855" y="117616"/>
                </a:lnTo>
                <a:lnTo>
                  <a:pt x="1429855" y="114561"/>
                </a:lnTo>
                <a:cubicBezTo>
                  <a:pt x="1432853" y="114165"/>
                  <a:pt x="1435003" y="112920"/>
                  <a:pt x="1436304" y="110827"/>
                </a:cubicBezTo>
                <a:cubicBezTo>
                  <a:pt x="1437209" y="109413"/>
                  <a:pt x="1437662" y="105905"/>
                  <a:pt x="1437662" y="100304"/>
                </a:cubicBezTo>
                <a:lnTo>
                  <a:pt x="1437662" y="65003"/>
                </a:lnTo>
                <a:cubicBezTo>
                  <a:pt x="1437662" y="58497"/>
                  <a:pt x="1437407" y="54395"/>
                  <a:pt x="1436898" y="52698"/>
                </a:cubicBezTo>
                <a:cubicBezTo>
                  <a:pt x="1436389" y="51001"/>
                  <a:pt x="1435526" y="49685"/>
                  <a:pt x="1434310" y="48752"/>
                </a:cubicBezTo>
                <a:cubicBezTo>
                  <a:pt x="1433093" y="47818"/>
                  <a:pt x="1431750" y="47352"/>
                  <a:pt x="1430279" y="47352"/>
                </a:cubicBezTo>
                <a:cubicBezTo>
                  <a:pt x="1425414" y="47352"/>
                  <a:pt x="1420888" y="50859"/>
                  <a:pt x="1416701" y="57874"/>
                </a:cubicBezTo>
                <a:lnTo>
                  <a:pt x="1416701" y="100304"/>
                </a:lnTo>
                <a:cubicBezTo>
                  <a:pt x="1416701" y="106244"/>
                  <a:pt x="1417253" y="110007"/>
                  <a:pt x="1418356" y="111591"/>
                </a:cubicBezTo>
                <a:cubicBezTo>
                  <a:pt x="1419459" y="113175"/>
                  <a:pt x="1421510" y="114165"/>
                  <a:pt x="1424508" y="114561"/>
                </a:cubicBezTo>
                <a:lnTo>
                  <a:pt x="1424508" y="117616"/>
                </a:lnTo>
                <a:lnTo>
                  <a:pt x="1384370" y="117616"/>
                </a:lnTo>
                <a:lnTo>
                  <a:pt x="1384370" y="114561"/>
                </a:lnTo>
                <a:cubicBezTo>
                  <a:pt x="1387708" y="114221"/>
                  <a:pt x="1390084" y="113146"/>
                  <a:pt x="1391498" y="111336"/>
                </a:cubicBezTo>
                <a:cubicBezTo>
                  <a:pt x="1392460" y="110091"/>
                  <a:pt x="1392941" y="106414"/>
                  <a:pt x="1392941" y="100304"/>
                </a:cubicBezTo>
                <a:lnTo>
                  <a:pt x="1392941" y="55498"/>
                </a:lnTo>
                <a:cubicBezTo>
                  <a:pt x="1392941" y="49429"/>
                  <a:pt x="1392389" y="45650"/>
                  <a:pt x="1391286" y="44162"/>
                </a:cubicBezTo>
                <a:cubicBezTo>
                  <a:pt x="1390183" y="42673"/>
                  <a:pt x="1387877" y="41700"/>
                  <a:pt x="1384370" y="41242"/>
                </a:cubicBezTo>
                <a:lnTo>
                  <a:pt x="1384370" y="38187"/>
                </a:lnTo>
                <a:lnTo>
                  <a:pt x="1416701" y="38187"/>
                </a:lnTo>
                <a:close/>
                <a:moveTo>
                  <a:pt x="1617453" y="48879"/>
                </a:moveTo>
                <a:lnTo>
                  <a:pt x="1652755" y="48879"/>
                </a:lnTo>
                <a:lnTo>
                  <a:pt x="1652755" y="52274"/>
                </a:lnTo>
                <a:cubicBezTo>
                  <a:pt x="1648795" y="52838"/>
                  <a:pt x="1645683" y="54007"/>
                  <a:pt x="1643420" y="55782"/>
                </a:cubicBezTo>
                <a:cubicBezTo>
                  <a:pt x="1641157" y="57555"/>
                  <a:pt x="1638216" y="61682"/>
                  <a:pt x="1634595" y="68164"/>
                </a:cubicBezTo>
                <a:cubicBezTo>
                  <a:pt x="1630974" y="74643"/>
                  <a:pt x="1625883" y="81883"/>
                  <a:pt x="1619320" y="89882"/>
                </a:cubicBezTo>
                <a:cubicBezTo>
                  <a:pt x="1625091" y="95080"/>
                  <a:pt x="1629786" y="98696"/>
                  <a:pt x="1633407" y="100731"/>
                </a:cubicBezTo>
                <a:cubicBezTo>
                  <a:pt x="1635953" y="102144"/>
                  <a:pt x="1638442" y="102850"/>
                  <a:pt x="1640875" y="102850"/>
                </a:cubicBezTo>
                <a:cubicBezTo>
                  <a:pt x="1645061" y="102850"/>
                  <a:pt x="1648851" y="100106"/>
                  <a:pt x="1652246" y="94619"/>
                </a:cubicBezTo>
                <a:lnTo>
                  <a:pt x="1655725" y="96486"/>
                </a:lnTo>
                <a:cubicBezTo>
                  <a:pt x="1651086" y="105617"/>
                  <a:pt x="1646136" y="112116"/>
                  <a:pt x="1640875" y="115982"/>
                </a:cubicBezTo>
                <a:cubicBezTo>
                  <a:pt x="1636858" y="118882"/>
                  <a:pt x="1632275" y="120331"/>
                  <a:pt x="1627127" y="120331"/>
                </a:cubicBezTo>
                <a:cubicBezTo>
                  <a:pt x="1622715" y="120331"/>
                  <a:pt x="1618514" y="119378"/>
                  <a:pt x="1614526" y="117472"/>
                </a:cubicBezTo>
                <a:cubicBezTo>
                  <a:pt x="1610537" y="115565"/>
                  <a:pt x="1605686" y="111992"/>
                  <a:pt x="1599972" y="106754"/>
                </a:cubicBezTo>
                <a:cubicBezTo>
                  <a:pt x="1592901" y="111536"/>
                  <a:pt x="1586253" y="114995"/>
                  <a:pt x="1580030" y="117130"/>
                </a:cubicBezTo>
                <a:cubicBezTo>
                  <a:pt x="1573807" y="119264"/>
                  <a:pt x="1567329" y="120331"/>
                  <a:pt x="1560597" y="120331"/>
                </a:cubicBezTo>
                <a:cubicBezTo>
                  <a:pt x="1549848" y="120331"/>
                  <a:pt x="1541306" y="117416"/>
                  <a:pt x="1534970" y="111585"/>
                </a:cubicBezTo>
                <a:cubicBezTo>
                  <a:pt x="1528633" y="105755"/>
                  <a:pt x="1525465" y="98905"/>
                  <a:pt x="1525465" y="91036"/>
                </a:cubicBezTo>
                <a:cubicBezTo>
                  <a:pt x="1525465" y="82545"/>
                  <a:pt x="1528492" y="75158"/>
                  <a:pt x="1534545" y="68874"/>
                </a:cubicBezTo>
                <a:cubicBezTo>
                  <a:pt x="1540599" y="62591"/>
                  <a:pt x="1549396" y="57157"/>
                  <a:pt x="1560937" y="52571"/>
                </a:cubicBezTo>
                <a:cubicBezTo>
                  <a:pt x="1559466" y="48897"/>
                  <a:pt x="1558363" y="45308"/>
                  <a:pt x="1557627" y="41804"/>
                </a:cubicBezTo>
                <a:cubicBezTo>
                  <a:pt x="1556892" y="38298"/>
                  <a:pt x="1556524" y="34906"/>
                  <a:pt x="1556524" y="31626"/>
                </a:cubicBezTo>
                <a:cubicBezTo>
                  <a:pt x="1556524" y="22583"/>
                  <a:pt x="1559706" y="15052"/>
                  <a:pt x="1566071" y="9032"/>
                </a:cubicBezTo>
                <a:cubicBezTo>
                  <a:pt x="1572435" y="3011"/>
                  <a:pt x="1580568" y="0"/>
                  <a:pt x="1590468" y="0"/>
                </a:cubicBezTo>
                <a:cubicBezTo>
                  <a:pt x="1598445" y="0"/>
                  <a:pt x="1604767" y="1994"/>
                  <a:pt x="1609434" y="5983"/>
                </a:cubicBezTo>
                <a:cubicBezTo>
                  <a:pt x="1614101" y="9971"/>
                  <a:pt x="1616435" y="14624"/>
                  <a:pt x="1616435" y="19942"/>
                </a:cubicBezTo>
                <a:cubicBezTo>
                  <a:pt x="1616435" y="26335"/>
                  <a:pt x="1614045" y="31808"/>
                  <a:pt x="1609264" y="36362"/>
                </a:cubicBezTo>
                <a:cubicBezTo>
                  <a:pt x="1604484" y="40917"/>
                  <a:pt x="1596917" y="45089"/>
                  <a:pt x="1586564" y="48879"/>
                </a:cubicBezTo>
                <a:cubicBezTo>
                  <a:pt x="1592957" y="60120"/>
                  <a:pt x="1602320" y="72236"/>
                  <a:pt x="1614653" y="85228"/>
                </a:cubicBezTo>
                <a:cubicBezTo>
                  <a:pt x="1622969" y="75933"/>
                  <a:pt x="1627127" y="67961"/>
                  <a:pt x="1627127" y="61314"/>
                </a:cubicBezTo>
                <a:cubicBezTo>
                  <a:pt x="1627127" y="58948"/>
                  <a:pt x="1626307" y="56935"/>
                  <a:pt x="1624666" y="55273"/>
                </a:cubicBezTo>
                <a:cubicBezTo>
                  <a:pt x="1623026" y="53611"/>
                  <a:pt x="1620621" y="52611"/>
                  <a:pt x="1617453" y="52274"/>
                </a:cubicBezTo>
                <a:lnTo>
                  <a:pt x="1617453" y="48879"/>
                </a:lnTo>
                <a:moveTo>
                  <a:pt x="1583679" y="43740"/>
                </a:moveTo>
                <a:cubicBezTo>
                  <a:pt x="1589619" y="41542"/>
                  <a:pt x="1593608" y="39189"/>
                  <a:pt x="1595644" y="36681"/>
                </a:cubicBezTo>
                <a:cubicBezTo>
                  <a:pt x="1597681" y="34172"/>
                  <a:pt x="1598699" y="31142"/>
                  <a:pt x="1598699" y="27590"/>
                </a:cubicBezTo>
                <a:cubicBezTo>
                  <a:pt x="1598699" y="21277"/>
                  <a:pt x="1597030" y="15950"/>
                  <a:pt x="1593693" y="11610"/>
                </a:cubicBezTo>
                <a:cubicBezTo>
                  <a:pt x="1591486" y="8735"/>
                  <a:pt x="1588771" y="7298"/>
                  <a:pt x="1585546" y="7298"/>
                </a:cubicBezTo>
                <a:cubicBezTo>
                  <a:pt x="1582887" y="7298"/>
                  <a:pt x="1580610" y="8341"/>
                  <a:pt x="1578715" y="10427"/>
                </a:cubicBezTo>
                <a:cubicBezTo>
                  <a:pt x="1576820" y="12512"/>
                  <a:pt x="1575872" y="15330"/>
                  <a:pt x="1575872" y="18881"/>
                </a:cubicBezTo>
                <a:cubicBezTo>
                  <a:pt x="1575872" y="21643"/>
                  <a:pt x="1576325" y="24602"/>
                  <a:pt x="1577230" y="27760"/>
                </a:cubicBezTo>
                <a:cubicBezTo>
                  <a:pt x="1578135" y="30915"/>
                  <a:pt x="1580285" y="36242"/>
                  <a:pt x="1583679" y="43740"/>
                </a:cubicBezTo>
                <a:moveTo>
                  <a:pt x="1563313" y="57999"/>
                </a:moveTo>
                <a:cubicBezTo>
                  <a:pt x="1558787" y="59921"/>
                  <a:pt x="1555591" y="61956"/>
                  <a:pt x="1553724" y="64104"/>
                </a:cubicBezTo>
                <a:cubicBezTo>
                  <a:pt x="1551065" y="67270"/>
                  <a:pt x="1549735" y="70803"/>
                  <a:pt x="1549735" y="74703"/>
                </a:cubicBezTo>
                <a:cubicBezTo>
                  <a:pt x="1549735" y="80016"/>
                  <a:pt x="1551277" y="85301"/>
                  <a:pt x="1554360" y="90559"/>
                </a:cubicBezTo>
                <a:cubicBezTo>
                  <a:pt x="1557443" y="95816"/>
                  <a:pt x="1561163" y="99887"/>
                  <a:pt x="1565519" y="102771"/>
                </a:cubicBezTo>
                <a:cubicBezTo>
                  <a:pt x="1569875" y="105652"/>
                  <a:pt x="1574231" y="107093"/>
                  <a:pt x="1578588" y="107093"/>
                </a:cubicBezTo>
                <a:cubicBezTo>
                  <a:pt x="1580737" y="107093"/>
                  <a:pt x="1583156" y="106627"/>
                  <a:pt x="1585843" y="105696"/>
                </a:cubicBezTo>
                <a:cubicBezTo>
                  <a:pt x="1588530" y="104762"/>
                  <a:pt x="1591458" y="103363"/>
                  <a:pt x="1594626" y="101498"/>
                </a:cubicBezTo>
                <a:cubicBezTo>
                  <a:pt x="1580992" y="87535"/>
                  <a:pt x="1570554" y="73035"/>
                  <a:pt x="1563313" y="5799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Expansion">
            <a:extLst xmlns:a="http://schemas.openxmlformats.org/drawingml/2006/main">
              <a:ext uri="{FF2B5EF4-FFF2-40B4-BE49-F238E27FC236}">
                <a16:creationId xmlns:a16="http://schemas.microsoft.com/office/drawing/2014/main" id="{F69B0A1A-2B81-4B17-B28E-9A2F204C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2" y="4310623"/>
            <a:ext cx="773871" cy="154784"/>
          </a:xfrm>
          <a:custGeom xmlns:a="http://schemas.openxmlformats.org/drawingml/2006/main">
            <a:pathLst>
              <a:path w="773871" h="154784">
                <a:moveTo>
                  <a:pt x="43873" y="9165"/>
                </a:moveTo>
                <a:lnTo>
                  <a:pt x="43873" y="55838"/>
                </a:lnTo>
                <a:lnTo>
                  <a:pt x="46164" y="55838"/>
                </a:lnTo>
                <a:cubicBezTo>
                  <a:pt x="53462" y="55838"/>
                  <a:pt x="58751" y="53547"/>
                  <a:pt x="62033" y="48964"/>
                </a:cubicBezTo>
                <a:cubicBezTo>
                  <a:pt x="65314" y="44382"/>
                  <a:pt x="67407" y="37621"/>
                  <a:pt x="68312" y="28683"/>
                </a:cubicBezTo>
                <a:lnTo>
                  <a:pt x="71537" y="28683"/>
                </a:lnTo>
                <a:lnTo>
                  <a:pt x="71537" y="89103"/>
                </a:lnTo>
                <a:lnTo>
                  <a:pt x="68312" y="89103"/>
                </a:lnTo>
                <a:cubicBezTo>
                  <a:pt x="67633" y="82519"/>
                  <a:pt x="66205" y="77128"/>
                  <a:pt x="64027" y="72929"/>
                </a:cubicBezTo>
                <a:cubicBezTo>
                  <a:pt x="61849" y="68728"/>
                  <a:pt x="59317" y="65905"/>
                  <a:pt x="56432" y="64459"/>
                </a:cubicBezTo>
                <a:cubicBezTo>
                  <a:pt x="53547" y="63011"/>
                  <a:pt x="49360" y="62287"/>
                  <a:pt x="43873" y="62287"/>
                </a:cubicBezTo>
                <a:lnTo>
                  <a:pt x="43873" y="94704"/>
                </a:lnTo>
                <a:cubicBezTo>
                  <a:pt x="43873" y="101040"/>
                  <a:pt x="44141" y="104915"/>
                  <a:pt x="44679" y="106329"/>
                </a:cubicBezTo>
                <a:cubicBezTo>
                  <a:pt x="45216" y="107744"/>
                  <a:pt x="46220" y="108903"/>
                  <a:pt x="47691" y="109809"/>
                </a:cubicBezTo>
                <a:cubicBezTo>
                  <a:pt x="49162" y="110714"/>
                  <a:pt x="51538" y="111166"/>
                  <a:pt x="54819" y="111166"/>
                </a:cubicBezTo>
                <a:lnTo>
                  <a:pt x="61693" y="111166"/>
                </a:lnTo>
                <a:cubicBezTo>
                  <a:pt x="72442" y="111166"/>
                  <a:pt x="81055" y="108691"/>
                  <a:pt x="87533" y="103741"/>
                </a:cubicBezTo>
                <a:cubicBezTo>
                  <a:pt x="94011" y="98791"/>
                  <a:pt x="98664" y="91224"/>
                  <a:pt x="101492" y="81041"/>
                </a:cubicBezTo>
                <a:lnTo>
                  <a:pt x="104632" y="81041"/>
                </a:lnTo>
                <a:lnTo>
                  <a:pt x="99456" y="117616"/>
                </a:lnTo>
                <a:lnTo>
                  <a:pt x="0" y="117616"/>
                </a:lnTo>
                <a:lnTo>
                  <a:pt x="0" y="114561"/>
                </a:lnTo>
                <a:lnTo>
                  <a:pt x="3819" y="114561"/>
                </a:lnTo>
                <a:cubicBezTo>
                  <a:pt x="7157" y="114561"/>
                  <a:pt x="9844" y="113964"/>
                  <a:pt x="11880" y="112771"/>
                </a:cubicBezTo>
                <a:cubicBezTo>
                  <a:pt x="13351" y="111973"/>
                  <a:pt x="14483" y="110609"/>
                  <a:pt x="15275" y="108676"/>
                </a:cubicBezTo>
                <a:cubicBezTo>
                  <a:pt x="15897" y="107311"/>
                  <a:pt x="16208" y="103729"/>
                  <a:pt x="16208" y="97928"/>
                </a:cubicBezTo>
                <a:lnTo>
                  <a:pt x="16208" y="22233"/>
                </a:lnTo>
                <a:cubicBezTo>
                  <a:pt x="16208" y="17002"/>
                  <a:pt x="16067" y="13789"/>
                  <a:pt x="15784" y="12594"/>
                </a:cubicBezTo>
                <a:cubicBezTo>
                  <a:pt x="15218" y="10605"/>
                  <a:pt x="14172" y="9070"/>
                  <a:pt x="12644" y="7990"/>
                </a:cubicBezTo>
                <a:cubicBezTo>
                  <a:pt x="10494" y="6397"/>
                  <a:pt x="7553" y="5601"/>
                  <a:pt x="3819" y="5601"/>
                </a:cubicBezTo>
                <a:lnTo>
                  <a:pt x="0" y="5601"/>
                </a:lnTo>
                <a:lnTo>
                  <a:pt x="0" y="2546"/>
                </a:lnTo>
                <a:lnTo>
                  <a:pt x="96316" y="2546"/>
                </a:lnTo>
                <a:lnTo>
                  <a:pt x="96316" y="36659"/>
                </a:lnTo>
                <a:lnTo>
                  <a:pt x="93091" y="36659"/>
                </a:lnTo>
                <a:cubicBezTo>
                  <a:pt x="91451" y="28317"/>
                  <a:pt x="89145" y="22330"/>
                  <a:pt x="86175" y="18698"/>
                </a:cubicBezTo>
                <a:cubicBezTo>
                  <a:pt x="83205" y="15067"/>
                  <a:pt x="79004" y="12400"/>
                  <a:pt x="73573" y="10698"/>
                </a:cubicBezTo>
                <a:cubicBezTo>
                  <a:pt x="70405" y="9676"/>
                  <a:pt x="64465" y="9165"/>
                  <a:pt x="55753" y="9165"/>
                </a:cubicBezTo>
                <a:lnTo>
                  <a:pt x="43873" y="9165"/>
                </a:lnTo>
                <a:close/>
                <a:moveTo>
                  <a:pt x="164865" y="68943"/>
                </a:moveTo>
                <a:lnTo>
                  <a:pt x="178971" y="95133"/>
                </a:lnTo>
                <a:cubicBezTo>
                  <a:pt x="183723" y="104240"/>
                  <a:pt x="187485" y="110008"/>
                  <a:pt x="190257" y="112439"/>
                </a:cubicBezTo>
                <a:cubicBezTo>
                  <a:pt x="191785" y="113740"/>
                  <a:pt x="193878" y="114448"/>
                  <a:pt x="196537" y="114561"/>
                </a:cubicBezTo>
                <a:lnTo>
                  <a:pt x="196537" y="117616"/>
                </a:lnTo>
                <a:lnTo>
                  <a:pt x="152325" y="117616"/>
                </a:lnTo>
                <a:lnTo>
                  <a:pt x="152325" y="114561"/>
                </a:lnTo>
                <a:cubicBezTo>
                  <a:pt x="155776" y="114278"/>
                  <a:pt x="157911" y="113825"/>
                  <a:pt x="158732" y="113203"/>
                </a:cubicBezTo>
                <a:cubicBezTo>
                  <a:pt x="159552" y="112579"/>
                  <a:pt x="159962" y="111729"/>
                  <a:pt x="159962" y="110652"/>
                </a:cubicBezTo>
                <a:cubicBezTo>
                  <a:pt x="159962" y="109066"/>
                  <a:pt x="159057" y="106573"/>
                  <a:pt x="157247" y="103174"/>
                </a:cubicBezTo>
                <a:lnTo>
                  <a:pt x="150320" y="90312"/>
                </a:lnTo>
                <a:lnTo>
                  <a:pt x="144518" y="98840"/>
                </a:lnTo>
                <a:cubicBezTo>
                  <a:pt x="141859" y="102749"/>
                  <a:pt x="140359" y="105072"/>
                  <a:pt x="140020" y="105810"/>
                </a:cubicBezTo>
                <a:cubicBezTo>
                  <a:pt x="139567" y="106884"/>
                  <a:pt x="139341" y="107847"/>
                  <a:pt x="139341" y="108697"/>
                </a:cubicBezTo>
                <a:cubicBezTo>
                  <a:pt x="139341" y="110000"/>
                  <a:pt x="139610" y="111091"/>
                  <a:pt x="140147" y="111970"/>
                </a:cubicBezTo>
                <a:cubicBezTo>
                  <a:pt x="140685" y="112847"/>
                  <a:pt x="141420" y="113498"/>
                  <a:pt x="142354" y="113924"/>
                </a:cubicBezTo>
                <a:cubicBezTo>
                  <a:pt x="143287" y="114349"/>
                  <a:pt x="144998" y="114561"/>
                  <a:pt x="147488" y="114561"/>
                </a:cubicBezTo>
                <a:lnTo>
                  <a:pt x="147488" y="117616"/>
                </a:lnTo>
                <a:lnTo>
                  <a:pt x="116429" y="117616"/>
                </a:lnTo>
                <a:lnTo>
                  <a:pt x="116429" y="114561"/>
                </a:lnTo>
                <a:cubicBezTo>
                  <a:pt x="120276" y="114561"/>
                  <a:pt x="123798" y="113499"/>
                  <a:pt x="126994" y="111376"/>
                </a:cubicBezTo>
                <a:cubicBezTo>
                  <a:pt x="130190" y="109251"/>
                  <a:pt x="134844" y="103686"/>
                  <a:pt x="140954" y="94682"/>
                </a:cubicBezTo>
                <a:lnTo>
                  <a:pt x="147501" y="85075"/>
                </a:lnTo>
                <a:lnTo>
                  <a:pt x="133825" y="59680"/>
                </a:lnTo>
                <a:cubicBezTo>
                  <a:pt x="129356" y="51371"/>
                  <a:pt x="126018" y="46278"/>
                  <a:pt x="123812" y="44400"/>
                </a:cubicBezTo>
                <a:cubicBezTo>
                  <a:pt x="121605" y="42523"/>
                  <a:pt x="119145" y="41470"/>
                  <a:pt x="116429" y="41242"/>
                </a:cubicBezTo>
                <a:lnTo>
                  <a:pt x="116429" y="38187"/>
                </a:lnTo>
                <a:lnTo>
                  <a:pt x="160386" y="38187"/>
                </a:lnTo>
                <a:lnTo>
                  <a:pt x="160386" y="41242"/>
                </a:lnTo>
                <a:lnTo>
                  <a:pt x="158095" y="41327"/>
                </a:lnTo>
                <a:lnTo>
                  <a:pt x="153682" y="42870"/>
                </a:lnTo>
                <a:cubicBezTo>
                  <a:pt x="153230" y="43270"/>
                  <a:pt x="153004" y="43926"/>
                  <a:pt x="153004" y="44840"/>
                </a:cubicBezTo>
                <a:cubicBezTo>
                  <a:pt x="153004" y="45696"/>
                  <a:pt x="153145" y="46581"/>
                  <a:pt x="153428" y="47495"/>
                </a:cubicBezTo>
                <a:cubicBezTo>
                  <a:pt x="153598" y="47895"/>
                  <a:pt x="154390" y="49436"/>
                  <a:pt x="155804" y="52120"/>
                </a:cubicBezTo>
                <a:lnTo>
                  <a:pt x="162052" y="63719"/>
                </a:lnTo>
                <a:lnTo>
                  <a:pt x="165223" y="59062"/>
                </a:lnTo>
                <a:cubicBezTo>
                  <a:pt x="169749" y="52809"/>
                  <a:pt x="172012" y="48432"/>
                  <a:pt x="172012" y="45930"/>
                </a:cubicBezTo>
                <a:cubicBezTo>
                  <a:pt x="172012" y="44737"/>
                  <a:pt x="171517" y="43728"/>
                  <a:pt x="170527" y="42905"/>
                </a:cubicBezTo>
                <a:cubicBezTo>
                  <a:pt x="169537" y="42081"/>
                  <a:pt x="167769" y="41526"/>
                  <a:pt x="165223" y="41242"/>
                </a:cubicBezTo>
                <a:lnTo>
                  <a:pt x="165223" y="38187"/>
                </a:lnTo>
                <a:lnTo>
                  <a:pt x="193312" y="38187"/>
                </a:lnTo>
                <a:lnTo>
                  <a:pt x="193312" y="41242"/>
                </a:lnTo>
                <a:cubicBezTo>
                  <a:pt x="189861" y="41355"/>
                  <a:pt x="186636" y="42423"/>
                  <a:pt x="183638" y="44445"/>
                </a:cubicBezTo>
                <a:cubicBezTo>
                  <a:pt x="180640" y="46468"/>
                  <a:pt x="177274" y="50385"/>
                  <a:pt x="173540" y="56196"/>
                </a:cubicBezTo>
                <a:lnTo>
                  <a:pt x="164865" y="68943"/>
                </a:lnTo>
                <a:close/>
                <a:moveTo>
                  <a:pt x="235912" y="109554"/>
                </a:moveTo>
                <a:lnTo>
                  <a:pt x="235912" y="139000"/>
                </a:lnTo>
                <a:cubicBezTo>
                  <a:pt x="235912" y="143128"/>
                  <a:pt x="236237" y="145938"/>
                  <a:pt x="236888" y="147428"/>
                </a:cubicBezTo>
                <a:cubicBezTo>
                  <a:pt x="237538" y="148920"/>
                  <a:pt x="238542" y="150010"/>
                  <a:pt x="239900" y="150698"/>
                </a:cubicBezTo>
                <a:cubicBezTo>
                  <a:pt x="241258" y="151385"/>
                  <a:pt x="243917" y="151729"/>
                  <a:pt x="247877" y="151729"/>
                </a:cubicBezTo>
                <a:lnTo>
                  <a:pt x="247877" y="154784"/>
                </a:lnTo>
                <a:lnTo>
                  <a:pt x="202647" y="154784"/>
                </a:lnTo>
                <a:lnTo>
                  <a:pt x="202647" y="151729"/>
                </a:lnTo>
                <a:cubicBezTo>
                  <a:pt x="206154" y="151614"/>
                  <a:pt x="208756" y="150611"/>
                  <a:pt x="210454" y="148719"/>
                </a:cubicBezTo>
                <a:cubicBezTo>
                  <a:pt x="211585" y="147402"/>
                  <a:pt x="212151" y="143993"/>
                  <a:pt x="212151" y="138491"/>
                </a:cubicBezTo>
                <a:lnTo>
                  <a:pt x="212151" y="54819"/>
                </a:lnTo>
                <a:cubicBezTo>
                  <a:pt x="212151" y="49148"/>
                  <a:pt x="211500" y="45525"/>
                  <a:pt x="210199" y="43949"/>
                </a:cubicBezTo>
                <a:cubicBezTo>
                  <a:pt x="208898" y="42374"/>
                  <a:pt x="206380" y="41472"/>
                  <a:pt x="202647" y="41242"/>
                </a:cubicBezTo>
                <a:lnTo>
                  <a:pt x="202647" y="38187"/>
                </a:lnTo>
                <a:lnTo>
                  <a:pt x="235912" y="38187"/>
                </a:lnTo>
                <a:lnTo>
                  <a:pt x="235912" y="48625"/>
                </a:lnTo>
                <a:cubicBezTo>
                  <a:pt x="238684" y="44551"/>
                  <a:pt x="241512" y="41610"/>
                  <a:pt x="244398" y="39799"/>
                </a:cubicBezTo>
                <a:cubicBezTo>
                  <a:pt x="248527" y="37140"/>
                  <a:pt x="253025" y="35811"/>
                  <a:pt x="257890" y="35811"/>
                </a:cubicBezTo>
                <a:cubicBezTo>
                  <a:pt x="263717" y="35811"/>
                  <a:pt x="269021" y="37651"/>
                  <a:pt x="273802" y="41332"/>
                </a:cubicBezTo>
                <a:cubicBezTo>
                  <a:pt x="278582" y="45013"/>
                  <a:pt x="282217" y="50096"/>
                  <a:pt x="284706" y="56580"/>
                </a:cubicBezTo>
                <a:cubicBezTo>
                  <a:pt x="287195" y="63065"/>
                  <a:pt x="288440" y="70045"/>
                  <a:pt x="288440" y="77519"/>
                </a:cubicBezTo>
                <a:cubicBezTo>
                  <a:pt x="288440" y="85560"/>
                  <a:pt x="287153" y="92907"/>
                  <a:pt x="284579" y="99562"/>
                </a:cubicBezTo>
                <a:cubicBezTo>
                  <a:pt x="282005" y="106216"/>
                  <a:pt x="278271" y="111285"/>
                  <a:pt x="273377" y="114768"/>
                </a:cubicBezTo>
                <a:cubicBezTo>
                  <a:pt x="268484" y="118250"/>
                  <a:pt x="263038" y="119992"/>
                  <a:pt x="257042" y="119992"/>
                </a:cubicBezTo>
                <a:cubicBezTo>
                  <a:pt x="252686" y="119992"/>
                  <a:pt x="248612" y="119030"/>
                  <a:pt x="244822" y="117107"/>
                </a:cubicBezTo>
                <a:cubicBezTo>
                  <a:pt x="241993" y="115636"/>
                  <a:pt x="239023" y="113118"/>
                  <a:pt x="235912" y="109554"/>
                </a:cubicBezTo>
                <a:moveTo>
                  <a:pt x="235912" y="100970"/>
                </a:moveTo>
                <a:cubicBezTo>
                  <a:pt x="240777" y="107881"/>
                  <a:pt x="245982" y="111336"/>
                  <a:pt x="251526" y="111336"/>
                </a:cubicBezTo>
                <a:cubicBezTo>
                  <a:pt x="254581" y="111336"/>
                  <a:pt x="257098" y="109722"/>
                  <a:pt x="259078" y="106494"/>
                </a:cubicBezTo>
                <a:cubicBezTo>
                  <a:pt x="262020" y="101735"/>
                  <a:pt x="263491" y="92670"/>
                  <a:pt x="263491" y="79301"/>
                </a:cubicBezTo>
                <a:cubicBezTo>
                  <a:pt x="263491" y="65593"/>
                  <a:pt x="261879" y="56218"/>
                  <a:pt x="258654" y="51176"/>
                </a:cubicBezTo>
                <a:cubicBezTo>
                  <a:pt x="256504" y="47834"/>
                  <a:pt x="253619" y="46164"/>
                  <a:pt x="249998" y="46164"/>
                </a:cubicBezTo>
                <a:cubicBezTo>
                  <a:pt x="244284" y="46164"/>
                  <a:pt x="239589" y="50299"/>
                  <a:pt x="235912" y="58569"/>
                </a:cubicBezTo>
                <a:lnTo>
                  <a:pt x="235912" y="100970"/>
                </a:lnTo>
                <a:close/>
                <a:moveTo>
                  <a:pt x="345609" y="105905"/>
                </a:moveTo>
                <a:cubicBezTo>
                  <a:pt x="335935" y="114504"/>
                  <a:pt x="327251" y="118804"/>
                  <a:pt x="319557" y="118804"/>
                </a:cubicBezTo>
                <a:cubicBezTo>
                  <a:pt x="315031" y="118804"/>
                  <a:pt x="311269" y="117314"/>
                  <a:pt x="308271" y="114335"/>
                </a:cubicBezTo>
                <a:cubicBezTo>
                  <a:pt x="305272" y="111355"/>
                  <a:pt x="303773" y="107623"/>
                  <a:pt x="303773" y="103139"/>
                </a:cubicBezTo>
                <a:cubicBezTo>
                  <a:pt x="303773" y="97065"/>
                  <a:pt x="306375" y="91601"/>
                  <a:pt x="311580" y="86748"/>
                </a:cubicBezTo>
                <a:cubicBezTo>
                  <a:pt x="316785" y="81895"/>
                  <a:pt x="328128" y="75439"/>
                  <a:pt x="345609" y="67379"/>
                </a:cubicBezTo>
                <a:lnTo>
                  <a:pt x="345609" y="59402"/>
                </a:lnTo>
                <a:cubicBezTo>
                  <a:pt x="345609" y="53405"/>
                  <a:pt x="345284" y="49629"/>
                  <a:pt x="344633" y="48073"/>
                </a:cubicBezTo>
                <a:cubicBezTo>
                  <a:pt x="343982" y="46517"/>
                  <a:pt x="342752" y="45160"/>
                  <a:pt x="340942" y="44000"/>
                </a:cubicBezTo>
                <a:cubicBezTo>
                  <a:pt x="339131" y="42840"/>
                  <a:pt x="337095" y="42260"/>
                  <a:pt x="334832" y="42260"/>
                </a:cubicBezTo>
                <a:cubicBezTo>
                  <a:pt x="331154" y="42260"/>
                  <a:pt x="328128" y="43080"/>
                  <a:pt x="325752" y="44721"/>
                </a:cubicBezTo>
                <a:cubicBezTo>
                  <a:pt x="324281" y="45739"/>
                  <a:pt x="323545" y="46927"/>
                  <a:pt x="323545" y="48285"/>
                </a:cubicBezTo>
                <a:cubicBezTo>
                  <a:pt x="323545" y="49473"/>
                  <a:pt x="324337" y="50944"/>
                  <a:pt x="325921" y="52698"/>
                </a:cubicBezTo>
                <a:cubicBezTo>
                  <a:pt x="328071" y="55131"/>
                  <a:pt x="329146" y="57478"/>
                  <a:pt x="329146" y="59741"/>
                </a:cubicBezTo>
                <a:cubicBezTo>
                  <a:pt x="329146" y="62513"/>
                  <a:pt x="328114" y="64875"/>
                  <a:pt x="326049" y="66827"/>
                </a:cubicBezTo>
                <a:cubicBezTo>
                  <a:pt x="323984" y="68779"/>
                  <a:pt x="321282" y="69755"/>
                  <a:pt x="317945" y="69755"/>
                </a:cubicBezTo>
                <a:cubicBezTo>
                  <a:pt x="314381" y="69755"/>
                  <a:pt x="311396" y="68680"/>
                  <a:pt x="308992" y="66530"/>
                </a:cubicBezTo>
                <a:cubicBezTo>
                  <a:pt x="306588" y="64380"/>
                  <a:pt x="305385" y="61863"/>
                  <a:pt x="305385" y="58978"/>
                </a:cubicBezTo>
                <a:cubicBezTo>
                  <a:pt x="305385" y="54904"/>
                  <a:pt x="306998" y="51015"/>
                  <a:pt x="310222" y="47309"/>
                </a:cubicBezTo>
                <a:cubicBezTo>
                  <a:pt x="313447" y="43604"/>
                  <a:pt x="317945" y="40761"/>
                  <a:pt x="323715" y="38781"/>
                </a:cubicBezTo>
                <a:cubicBezTo>
                  <a:pt x="329486" y="36801"/>
                  <a:pt x="335482" y="35811"/>
                  <a:pt x="341705" y="35811"/>
                </a:cubicBezTo>
                <a:cubicBezTo>
                  <a:pt x="349230" y="35811"/>
                  <a:pt x="355184" y="37413"/>
                  <a:pt x="359568" y="40619"/>
                </a:cubicBezTo>
                <a:cubicBezTo>
                  <a:pt x="363953" y="43822"/>
                  <a:pt x="366796" y="47295"/>
                  <a:pt x="368097" y="51038"/>
                </a:cubicBezTo>
                <a:cubicBezTo>
                  <a:pt x="368889" y="53419"/>
                  <a:pt x="369285" y="58891"/>
                  <a:pt x="369285" y="67453"/>
                </a:cubicBezTo>
                <a:lnTo>
                  <a:pt x="369285" y="98329"/>
                </a:lnTo>
                <a:cubicBezTo>
                  <a:pt x="369285" y="101958"/>
                  <a:pt x="369426" y="104241"/>
                  <a:pt x="369709" y="105178"/>
                </a:cubicBezTo>
                <a:cubicBezTo>
                  <a:pt x="369992" y="106114"/>
                  <a:pt x="370416" y="106808"/>
                  <a:pt x="370982" y="107263"/>
                </a:cubicBezTo>
                <a:cubicBezTo>
                  <a:pt x="371548" y="107715"/>
                  <a:pt x="372198" y="107942"/>
                  <a:pt x="372934" y="107942"/>
                </a:cubicBezTo>
                <a:cubicBezTo>
                  <a:pt x="374405" y="107942"/>
                  <a:pt x="375904" y="106895"/>
                  <a:pt x="377431" y="104802"/>
                </a:cubicBezTo>
                <a:lnTo>
                  <a:pt x="379977" y="106838"/>
                </a:lnTo>
                <a:cubicBezTo>
                  <a:pt x="377148" y="111025"/>
                  <a:pt x="374221" y="114066"/>
                  <a:pt x="371194" y="115961"/>
                </a:cubicBezTo>
                <a:cubicBezTo>
                  <a:pt x="368167" y="117856"/>
                  <a:pt x="364731" y="118804"/>
                  <a:pt x="360884" y="118804"/>
                </a:cubicBezTo>
                <a:cubicBezTo>
                  <a:pt x="356358" y="118804"/>
                  <a:pt x="352822" y="117736"/>
                  <a:pt x="350276" y="115600"/>
                </a:cubicBezTo>
                <a:cubicBezTo>
                  <a:pt x="347730" y="113465"/>
                  <a:pt x="346175" y="110233"/>
                  <a:pt x="345609" y="105905"/>
                </a:cubicBezTo>
                <a:moveTo>
                  <a:pt x="345609" y="99625"/>
                </a:moveTo>
                <a:lnTo>
                  <a:pt x="345609" y="73080"/>
                </a:lnTo>
                <a:cubicBezTo>
                  <a:pt x="338764" y="77116"/>
                  <a:pt x="333672" y="81437"/>
                  <a:pt x="330334" y="86043"/>
                </a:cubicBezTo>
                <a:cubicBezTo>
                  <a:pt x="328128" y="89112"/>
                  <a:pt x="327025" y="92210"/>
                  <a:pt x="327025" y="95337"/>
                </a:cubicBezTo>
                <a:cubicBezTo>
                  <a:pt x="327025" y="97952"/>
                  <a:pt x="327958" y="100255"/>
                  <a:pt x="329825" y="102245"/>
                </a:cubicBezTo>
                <a:cubicBezTo>
                  <a:pt x="331239" y="103780"/>
                  <a:pt x="333219" y="104547"/>
                  <a:pt x="335765" y="104547"/>
                </a:cubicBezTo>
                <a:cubicBezTo>
                  <a:pt x="338594" y="104547"/>
                  <a:pt x="341875" y="102907"/>
                  <a:pt x="345609" y="99625"/>
                </a:cubicBezTo>
                <a:close/>
                <a:moveTo>
                  <a:pt x="421134" y="38187"/>
                </a:moveTo>
                <a:lnTo>
                  <a:pt x="421134" y="48540"/>
                </a:lnTo>
                <a:cubicBezTo>
                  <a:pt x="425207" y="44097"/>
                  <a:pt x="429111" y="40865"/>
                  <a:pt x="432845" y="38845"/>
                </a:cubicBezTo>
                <a:cubicBezTo>
                  <a:pt x="436579" y="36822"/>
                  <a:pt x="440595" y="35811"/>
                  <a:pt x="444895" y="35811"/>
                </a:cubicBezTo>
                <a:cubicBezTo>
                  <a:pt x="450043" y="35811"/>
                  <a:pt x="454314" y="37241"/>
                  <a:pt x="457709" y="40102"/>
                </a:cubicBezTo>
                <a:cubicBezTo>
                  <a:pt x="461103" y="42962"/>
                  <a:pt x="463366" y="46516"/>
                  <a:pt x="464498" y="50765"/>
                </a:cubicBezTo>
                <a:cubicBezTo>
                  <a:pt x="465403" y="53995"/>
                  <a:pt x="465855" y="60198"/>
                  <a:pt x="465855" y="69376"/>
                </a:cubicBezTo>
                <a:lnTo>
                  <a:pt x="465855" y="100304"/>
                </a:lnTo>
                <a:cubicBezTo>
                  <a:pt x="465855" y="106414"/>
                  <a:pt x="466407" y="110219"/>
                  <a:pt x="467510" y="111718"/>
                </a:cubicBezTo>
                <a:cubicBezTo>
                  <a:pt x="468613" y="113217"/>
                  <a:pt x="470919" y="114165"/>
                  <a:pt x="474426" y="114561"/>
                </a:cubicBezTo>
                <a:lnTo>
                  <a:pt x="474426" y="117616"/>
                </a:lnTo>
                <a:lnTo>
                  <a:pt x="434287" y="117616"/>
                </a:lnTo>
                <a:lnTo>
                  <a:pt x="434287" y="114561"/>
                </a:lnTo>
                <a:cubicBezTo>
                  <a:pt x="437286" y="114165"/>
                  <a:pt x="439436" y="112920"/>
                  <a:pt x="440737" y="110827"/>
                </a:cubicBezTo>
                <a:cubicBezTo>
                  <a:pt x="441642" y="109413"/>
                  <a:pt x="442095" y="105905"/>
                  <a:pt x="442095" y="100304"/>
                </a:cubicBezTo>
                <a:lnTo>
                  <a:pt x="442095" y="65003"/>
                </a:lnTo>
                <a:cubicBezTo>
                  <a:pt x="442095" y="58497"/>
                  <a:pt x="441840" y="54395"/>
                  <a:pt x="441331" y="52698"/>
                </a:cubicBezTo>
                <a:cubicBezTo>
                  <a:pt x="440822" y="51001"/>
                  <a:pt x="439959" y="49685"/>
                  <a:pt x="438743" y="48752"/>
                </a:cubicBezTo>
                <a:cubicBezTo>
                  <a:pt x="437526" y="47818"/>
                  <a:pt x="436183" y="47352"/>
                  <a:pt x="434712" y="47352"/>
                </a:cubicBezTo>
                <a:cubicBezTo>
                  <a:pt x="429846" y="47352"/>
                  <a:pt x="425321" y="50859"/>
                  <a:pt x="421134" y="57874"/>
                </a:cubicBezTo>
                <a:lnTo>
                  <a:pt x="421134" y="100304"/>
                </a:lnTo>
                <a:cubicBezTo>
                  <a:pt x="421134" y="106244"/>
                  <a:pt x="421686" y="110007"/>
                  <a:pt x="422789" y="111591"/>
                </a:cubicBezTo>
                <a:cubicBezTo>
                  <a:pt x="423892" y="113175"/>
                  <a:pt x="425943" y="114165"/>
                  <a:pt x="428941" y="114561"/>
                </a:cubicBezTo>
                <a:lnTo>
                  <a:pt x="428941" y="117616"/>
                </a:lnTo>
                <a:lnTo>
                  <a:pt x="388803" y="117616"/>
                </a:lnTo>
                <a:lnTo>
                  <a:pt x="388803" y="114561"/>
                </a:lnTo>
                <a:cubicBezTo>
                  <a:pt x="392140" y="114221"/>
                  <a:pt x="394516" y="113146"/>
                  <a:pt x="395931" y="111336"/>
                </a:cubicBezTo>
                <a:cubicBezTo>
                  <a:pt x="396893" y="110091"/>
                  <a:pt x="397373" y="106414"/>
                  <a:pt x="397373" y="100304"/>
                </a:cubicBezTo>
                <a:lnTo>
                  <a:pt x="397373" y="55498"/>
                </a:lnTo>
                <a:cubicBezTo>
                  <a:pt x="397373" y="49429"/>
                  <a:pt x="396822" y="45650"/>
                  <a:pt x="395719" y="44162"/>
                </a:cubicBezTo>
                <a:cubicBezTo>
                  <a:pt x="394615" y="42673"/>
                  <a:pt x="392310" y="41700"/>
                  <a:pt x="388803" y="41242"/>
                </a:cubicBezTo>
                <a:lnTo>
                  <a:pt x="388803" y="38187"/>
                </a:lnTo>
                <a:lnTo>
                  <a:pt x="421134" y="38187"/>
                </a:lnTo>
                <a:close/>
                <a:moveTo>
                  <a:pt x="535499" y="36150"/>
                </a:moveTo>
                <a:lnTo>
                  <a:pt x="536772" y="63305"/>
                </a:lnTo>
                <a:lnTo>
                  <a:pt x="533886" y="63305"/>
                </a:lnTo>
                <a:cubicBezTo>
                  <a:pt x="530435" y="55207"/>
                  <a:pt x="526857" y="49675"/>
                  <a:pt x="523152" y="46710"/>
                </a:cubicBezTo>
                <a:cubicBezTo>
                  <a:pt x="519446" y="43743"/>
                  <a:pt x="515755" y="42260"/>
                  <a:pt x="512077" y="42260"/>
                </a:cubicBezTo>
                <a:cubicBezTo>
                  <a:pt x="509758" y="42260"/>
                  <a:pt x="507778" y="43038"/>
                  <a:pt x="506137" y="44594"/>
                </a:cubicBezTo>
                <a:cubicBezTo>
                  <a:pt x="504497" y="46150"/>
                  <a:pt x="503676" y="47946"/>
                  <a:pt x="503676" y="49982"/>
                </a:cubicBezTo>
                <a:cubicBezTo>
                  <a:pt x="503676" y="51510"/>
                  <a:pt x="504242" y="52981"/>
                  <a:pt x="505373" y="54395"/>
                </a:cubicBezTo>
                <a:cubicBezTo>
                  <a:pt x="507184" y="56715"/>
                  <a:pt x="512247" y="60689"/>
                  <a:pt x="520563" y="66318"/>
                </a:cubicBezTo>
                <a:cubicBezTo>
                  <a:pt x="528880" y="71947"/>
                  <a:pt x="534353" y="76727"/>
                  <a:pt x="536984" y="80659"/>
                </a:cubicBezTo>
                <a:cubicBezTo>
                  <a:pt x="539614" y="84591"/>
                  <a:pt x="540930" y="88990"/>
                  <a:pt x="540930" y="93855"/>
                </a:cubicBezTo>
                <a:cubicBezTo>
                  <a:pt x="540930" y="98268"/>
                  <a:pt x="539827" y="102596"/>
                  <a:pt x="537620" y="106838"/>
                </a:cubicBezTo>
                <a:cubicBezTo>
                  <a:pt x="535414" y="111081"/>
                  <a:pt x="532302" y="114334"/>
                  <a:pt x="528286" y="116597"/>
                </a:cubicBezTo>
                <a:cubicBezTo>
                  <a:pt x="524269" y="118860"/>
                  <a:pt x="519828" y="119992"/>
                  <a:pt x="514963" y="119992"/>
                </a:cubicBezTo>
                <a:cubicBezTo>
                  <a:pt x="511172" y="119992"/>
                  <a:pt x="506109" y="118782"/>
                  <a:pt x="499773" y="116361"/>
                </a:cubicBezTo>
                <a:cubicBezTo>
                  <a:pt x="498075" y="115727"/>
                  <a:pt x="496916" y="115409"/>
                  <a:pt x="496293" y="115409"/>
                </a:cubicBezTo>
                <a:cubicBezTo>
                  <a:pt x="494427" y="115409"/>
                  <a:pt x="492871" y="116824"/>
                  <a:pt x="491626" y="119652"/>
                </a:cubicBezTo>
                <a:lnTo>
                  <a:pt x="488826" y="119652"/>
                </a:lnTo>
                <a:lnTo>
                  <a:pt x="487468" y="91139"/>
                </a:lnTo>
                <a:lnTo>
                  <a:pt x="490353" y="91139"/>
                </a:lnTo>
                <a:cubicBezTo>
                  <a:pt x="492899" y="98607"/>
                  <a:pt x="496392" y="104208"/>
                  <a:pt x="500833" y="107942"/>
                </a:cubicBezTo>
                <a:cubicBezTo>
                  <a:pt x="505274" y="111676"/>
                  <a:pt x="509475" y="113542"/>
                  <a:pt x="513435" y="113542"/>
                </a:cubicBezTo>
                <a:cubicBezTo>
                  <a:pt x="516151" y="113542"/>
                  <a:pt x="518371" y="112708"/>
                  <a:pt x="520097" y="111039"/>
                </a:cubicBezTo>
                <a:cubicBezTo>
                  <a:pt x="521822" y="109370"/>
                  <a:pt x="522685" y="107348"/>
                  <a:pt x="522685" y="104972"/>
                </a:cubicBezTo>
                <a:cubicBezTo>
                  <a:pt x="522685" y="102256"/>
                  <a:pt x="521836" y="99908"/>
                  <a:pt x="520139" y="97928"/>
                </a:cubicBezTo>
                <a:cubicBezTo>
                  <a:pt x="518442" y="95948"/>
                  <a:pt x="514651" y="92950"/>
                  <a:pt x="508768" y="88933"/>
                </a:cubicBezTo>
                <a:cubicBezTo>
                  <a:pt x="500112" y="82936"/>
                  <a:pt x="494511" y="78354"/>
                  <a:pt x="491966" y="75186"/>
                </a:cubicBezTo>
                <a:cubicBezTo>
                  <a:pt x="488232" y="70547"/>
                  <a:pt x="486365" y="65427"/>
                  <a:pt x="486365" y="59826"/>
                </a:cubicBezTo>
                <a:cubicBezTo>
                  <a:pt x="486365" y="53716"/>
                  <a:pt x="488472" y="48186"/>
                  <a:pt x="492687" y="43236"/>
                </a:cubicBezTo>
                <a:cubicBezTo>
                  <a:pt x="496902" y="38286"/>
                  <a:pt x="502997" y="35811"/>
                  <a:pt x="510974" y="35811"/>
                </a:cubicBezTo>
                <a:cubicBezTo>
                  <a:pt x="515274" y="35811"/>
                  <a:pt x="519432" y="36898"/>
                  <a:pt x="523449" y="39073"/>
                </a:cubicBezTo>
                <a:cubicBezTo>
                  <a:pt x="524976" y="39953"/>
                  <a:pt x="526221" y="40393"/>
                  <a:pt x="527182" y="40393"/>
                </a:cubicBezTo>
                <a:cubicBezTo>
                  <a:pt x="528201" y="40393"/>
                  <a:pt x="529021" y="40181"/>
                  <a:pt x="529643" y="39757"/>
                </a:cubicBezTo>
                <a:cubicBezTo>
                  <a:pt x="530266" y="39333"/>
                  <a:pt x="531256" y="38130"/>
                  <a:pt x="532613" y="36150"/>
                </a:cubicBezTo>
                <a:lnTo>
                  <a:pt x="535499" y="36150"/>
                </a:lnTo>
                <a:close/>
                <a:moveTo>
                  <a:pt x="572045" y="0"/>
                </a:moveTo>
                <a:cubicBezTo>
                  <a:pt x="575723" y="0"/>
                  <a:pt x="578834" y="1291"/>
                  <a:pt x="581380" y="3874"/>
                </a:cubicBezTo>
                <a:cubicBezTo>
                  <a:pt x="583926" y="6456"/>
                  <a:pt x="585199" y="9563"/>
                  <a:pt x="585199" y="13196"/>
                </a:cubicBezTo>
                <a:cubicBezTo>
                  <a:pt x="585199" y="16829"/>
                  <a:pt x="583912" y="19923"/>
                  <a:pt x="581338" y="22477"/>
                </a:cubicBezTo>
                <a:cubicBezTo>
                  <a:pt x="578763" y="25030"/>
                  <a:pt x="575666" y="26307"/>
                  <a:pt x="572045" y="26307"/>
                </a:cubicBezTo>
                <a:cubicBezTo>
                  <a:pt x="568425" y="26307"/>
                  <a:pt x="565341" y="25030"/>
                  <a:pt x="562796" y="22477"/>
                </a:cubicBezTo>
                <a:cubicBezTo>
                  <a:pt x="560250" y="19923"/>
                  <a:pt x="558977" y="16829"/>
                  <a:pt x="558977" y="13196"/>
                </a:cubicBezTo>
                <a:cubicBezTo>
                  <a:pt x="558977" y="9563"/>
                  <a:pt x="560250" y="6456"/>
                  <a:pt x="562796" y="3874"/>
                </a:cubicBezTo>
                <a:cubicBezTo>
                  <a:pt x="565341" y="1291"/>
                  <a:pt x="568425" y="0"/>
                  <a:pt x="572045" y="0"/>
                </a:cubicBezTo>
                <a:moveTo>
                  <a:pt x="583926" y="38187"/>
                </a:moveTo>
                <a:lnTo>
                  <a:pt x="583926" y="101153"/>
                </a:lnTo>
                <a:cubicBezTo>
                  <a:pt x="583926" y="106754"/>
                  <a:pt x="584576" y="110332"/>
                  <a:pt x="585878" y="111888"/>
                </a:cubicBezTo>
                <a:cubicBezTo>
                  <a:pt x="587179" y="113443"/>
                  <a:pt x="589725" y="114334"/>
                  <a:pt x="593515" y="114561"/>
                </a:cubicBezTo>
                <a:lnTo>
                  <a:pt x="593515" y="117616"/>
                </a:lnTo>
                <a:lnTo>
                  <a:pt x="550661" y="117616"/>
                </a:lnTo>
                <a:lnTo>
                  <a:pt x="550661" y="114561"/>
                </a:lnTo>
                <a:cubicBezTo>
                  <a:pt x="554168" y="114448"/>
                  <a:pt x="556771" y="113429"/>
                  <a:pt x="558468" y="111506"/>
                </a:cubicBezTo>
                <a:cubicBezTo>
                  <a:pt x="559599" y="110205"/>
                  <a:pt x="560165" y="106754"/>
                  <a:pt x="560165" y="101153"/>
                </a:cubicBezTo>
                <a:lnTo>
                  <a:pt x="560165" y="54819"/>
                </a:lnTo>
                <a:cubicBezTo>
                  <a:pt x="560165" y="49148"/>
                  <a:pt x="559514" y="45525"/>
                  <a:pt x="558213" y="43949"/>
                </a:cubicBezTo>
                <a:cubicBezTo>
                  <a:pt x="556912" y="42374"/>
                  <a:pt x="554395" y="41472"/>
                  <a:pt x="550661" y="41242"/>
                </a:cubicBezTo>
                <a:lnTo>
                  <a:pt x="550661" y="38187"/>
                </a:lnTo>
                <a:lnTo>
                  <a:pt x="583926" y="38187"/>
                </a:lnTo>
                <a:close/>
                <a:moveTo>
                  <a:pt x="638690" y="35811"/>
                </a:moveTo>
                <a:cubicBezTo>
                  <a:pt x="645592" y="35811"/>
                  <a:pt x="652013" y="37595"/>
                  <a:pt x="657953" y="41162"/>
                </a:cubicBezTo>
                <a:cubicBezTo>
                  <a:pt x="663893" y="44730"/>
                  <a:pt x="668405" y="49799"/>
                  <a:pt x="671488" y="56368"/>
                </a:cubicBezTo>
                <a:cubicBezTo>
                  <a:pt x="674571" y="62938"/>
                  <a:pt x="676113" y="70130"/>
                  <a:pt x="676113" y="77944"/>
                </a:cubicBezTo>
                <a:cubicBezTo>
                  <a:pt x="676113" y="89212"/>
                  <a:pt x="673256" y="98642"/>
                  <a:pt x="667542" y="106231"/>
                </a:cubicBezTo>
                <a:cubicBezTo>
                  <a:pt x="660640" y="115405"/>
                  <a:pt x="651107" y="119992"/>
                  <a:pt x="638944" y="119992"/>
                </a:cubicBezTo>
                <a:cubicBezTo>
                  <a:pt x="627007" y="119992"/>
                  <a:pt x="617814" y="115801"/>
                  <a:pt x="611365" y="107419"/>
                </a:cubicBezTo>
                <a:cubicBezTo>
                  <a:pt x="604915" y="99038"/>
                  <a:pt x="601691" y="89326"/>
                  <a:pt x="601691" y="78283"/>
                </a:cubicBezTo>
                <a:cubicBezTo>
                  <a:pt x="601691" y="66901"/>
                  <a:pt x="604986" y="56977"/>
                  <a:pt x="611577" y="48511"/>
                </a:cubicBezTo>
                <a:cubicBezTo>
                  <a:pt x="618168" y="40044"/>
                  <a:pt x="627205" y="35811"/>
                  <a:pt x="638690" y="35811"/>
                </a:cubicBezTo>
                <a:moveTo>
                  <a:pt x="639029" y="41751"/>
                </a:moveTo>
                <a:cubicBezTo>
                  <a:pt x="636144" y="41751"/>
                  <a:pt x="633669" y="42842"/>
                  <a:pt x="631604" y="45023"/>
                </a:cubicBezTo>
                <a:cubicBezTo>
                  <a:pt x="629539" y="47203"/>
                  <a:pt x="628181" y="51507"/>
                  <a:pt x="627531" y="57935"/>
                </a:cubicBezTo>
                <a:cubicBezTo>
                  <a:pt x="626880" y="64364"/>
                  <a:pt x="626555" y="73299"/>
                  <a:pt x="626555" y="84740"/>
                </a:cubicBezTo>
                <a:cubicBezTo>
                  <a:pt x="626555" y="90801"/>
                  <a:pt x="626951" y="96465"/>
                  <a:pt x="627743" y="101734"/>
                </a:cubicBezTo>
                <a:cubicBezTo>
                  <a:pt x="628365" y="105754"/>
                  <a:pt x="629694" y="108812"/>
                  <a:pt x="631731" y="110909"/>
                </a:cubicBezTo>
                <a:cubicBezTo>
                  <a:pt x="633768" y="113004"/>
                  <a:pt x="636087" y="114052"/>
                  <a:pt x="638690" y="114052"/>
                </a:cubicBezTo>
                <a:cubicBezTo>
                  <a:pt x="641235" y="114052"/>
                  <a:pt x="643357" y="113344"/>
                  <a:pt x="645054" y="111927"/>
                </a:cubicBezTo>
                <a:cubicBezTo>
                  <a:pt x="647260" y="110002"/>
                  <a:pt x="648731" y="107311"/>
                  <a:pt x="649467" y="103855"/>
                </a:cubicBezTo>
                <a:cubicBezTo>
                  <a:pt x="650598" y="98475"/>
                  <a:pt x="651164" y="87601"/>
                  <a:pt x="651164" y="71232"/>
                </a:cubicBezTo>
                <a:cubicBezTo>
                  <a:pt x="651164" y="61604"/>
                  <a:pt x="650627" y="54992"/>
                  <a:pt x="649552" y="51396"/>
                </a:cubicBezTo>
                <a:cubicBezTo>
                  <a:pt x="648477" y="47798"/>
                  <a:pt x="646893" y="45178"/>
                  <a:pt x="644800" y="43536"/>
                </a:cubicBezTo>
                <a:cubicBezTo>
                  <a:pt x="643329" y="42346"/>
                  <a:pt x="641405" y="41751"/>
                  <a:pt x="639029" y="41751"/>
                </a:cubicBezTo>
                <a:close/>
                <a:moveTo>
                  <a:pt x="720579" y="38187"/>
                </a:moveTo>
                <a:lnTo>
                  <a:pt x="720579" y="48540"/>
                </a:lnTo>
                <a:cubicBezTo>
                  <a:pt x="724653" y="44097"/>
                  <a:pt x="728556" y="40865"/>
                  <a:pt x="732290" y="38845"/>
                </a:cubicBezTo>
                <a:cubicBezTo>
                  <a:pt x="736024" y="36822"/>
                  <a:pt x="740040" y="35811"/>
                  <a:pt x="744340" y="35811"/>
                </a:cubicBezTo>
                <a:cubicBezTo>
                  <a:pt x="749488" y="35811"/>
                  <a:pt x="753759" y="37241"/>
                  <a:pt x="757154" y="40102"/>
                </a:cubicBezTo>
                <a:cubicBezTo>
                  <a:pt x="760548" y="42962"/>
                  <a:pt x="762811" y="46516"/>
                  <a:pt x="763943" y="50765"/>
                </a:cubicBezTo>
                <a:cubicBezTo>
                  <a:pt x="764848" y="53995"/>
                  <a:pt x="765300" y="60198"/>
                  <a:pt x="765300" y="69376"/>
                </a:cubicBezTo>
                <a:lnTo>
                  <a:pt x="765300" y="100304"/>
                </a:lnTo>
                <a:cubicBezTo>
                  <a:pt x="765300" y="106414"/>
                  <a:pt x="765852" y="110219"/>
                  <a:pt x="766955" y="111718"/>
                </a:cubicBezTo>
                <a:cubicBezTo>
                  <a:pt x="768058" y="113217"/>
                  <a:pt x="770364" y="114165"/>
                  <a:pt x="773871" y="114561"/>
                </a:cubicBezTo>
                <a:lnTo>
                  <a:pt x="773871" y="117616"/>
                </a:lnTo>
                <a:lnTo>
                  <a:pt x="733733" y="117616"/>
                </a:lnTo>
                <a:lnTo>
                  <a:pt x="733733" y="114561"/>
                </a:lnTo>
                <a:cubicBezTo>
                  <a:pt x="736731" y="114165"/>
                  <a:pt x="738881" y="112920"/>
                  <a:pt x="740182" y="110827"/>
                </a:cubicBezTo>
                <a:cubicBezTo>
                  <a:pt x="741087" y="109413"/>
                  <a:pt x="741540" y="105905"/>
                  <a:pt x="741540" y="100304"/>
                </a:cubicBezTo>
                <a:lnTo>
                  <a:pt x="741540" y="65003"/>
                </a:lnTo>
                <a:cubicBezTo>
                  <a:pt x="741540" y="58497"/>
                  <a:pt x="741285" y="54395"/>
                  <a:pt x="740776" y="52698"/>
                </a:cubicBezTo>
                <a:cubicBezTo>
                  <a:pt x="740267" y="51001"/>
                  <a:pt x="739404" y="49685"/>
                  <a:pt x="738188" y="48752"/>
                </a:cubicBezTo>
                <a:cubicBezTo>
                  <a:pt x="736971" y="47818"/>
                  <a:pt x="735628" y="47352"/>
                  <a:pt x="734157" y="47352"/>
                </a:cubicBezTo>
                <a:cubicBezTo>
                  <a:pt x="729292" y="47352"/>
                  <a:pt x="724766" y="50859"/>
                  <a:pt x="720579" y="57874"/>
                </a:cubicBezTo>
                <a:lnTo>
                  <a:pt x="720579" y="100304"/>
                </a:lnTo>
                <a:cubicBezTo>
                  <a:pt x="720579" y="106244"/>
                  <a:pt x="721131" y="110007"/>
                  <a:pt x="722234" y="111591"/>
                </a:cubicBezTo>
                <a:cubicBezTo>
                  <a:pt x="723337" y="113175"/>
                  <a:pt x="725388" y="114165"/>
                  <a:pt x="728386" y="114561"/>
                </a:cubicBezTo>
                <a:lnTo>
                  <a:pt x="728386" y="117616"/>
                </a:lnTo>
                <a:lnTo>
                  <a:pt x="688248" y="117616"/>
                </a:lnTo>
                <a:lnTo>
                  <a:pt x="688248" y="114561"/>
                </a:lnTo>
                <a:cubicBezTo>
                  <a:pt x="691586" y="114221"/>
                  <a:pt x="693962" y="113146"/>
                  <a:pt x="695376" y="111336"/>
                </a:cubicBezTo>
                <a:cubicBezTo>
                  <a:pt x="696338" y="110091"/>
                  <a:pt x="696819" y="106414"/>
                  <a:pt x="696819" y="100304"/>
                </a:cubicBezTo>
                <a:lnTo>
                  <a:pt x="696819" y="55498"/>
                </a:lnTo>
                <a:cubicBezTo>
                  <a:pt x="696819" y="49429"/>
                  <a:pt x="696267" y="45650"/>
                  <a:pt x="695164" y="44162"/>
                </a:cubicBezTo>
                <a:cubicBezTo>
                  <a:pt x="694061" y="42673"/>
                  <a:pt x="691755" y="41700"/>
                  <a:pt x="688248" y="41242"/>
                </a:cubicBezTo>
                <a:lnTo>
                  <a:pt x="688248" y="38187"/>
                </a:lnTo>
                <a:lnTo>
                  <a:pt x="720579" y="381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E547B-44AD-4F70-84BE-DE31CF8B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542" y="5023145"/>
            <a:ext cx="195584" cy="294111"/>
          </a:xfrm>
          <a:custGeom xmlns:a="http://schemas.openxmlformats.org/drawingml/2006/main">
            <a:pathLst>
              <a:path w="195584" h="294111" fill="none">
                <a:moveTo>
                  <a:pt x="0" y="294111"/>
                </a:moveTo>
                <a:cubicBezTo>
                  <a:pt x="89125" y="294111"/>
                  <a:pt x="133687" y="245093"/>
                  <a:pt x="133687" y="147056"/>
                </a:cubicBezTo>
                <a:cubicBezTo>
                  <a:pt x="133687" y="49019"/>
                  <a:pt x="154319" y="0"/>
                  <a:pt x="1955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C33FC7-F0E5-447B-96A1-9433A8FC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4976355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642CB-1D8F-457A-9EB3-234B99B8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4976355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CB875-4795-49B6-A07D-E2434FFB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542" y="5317256"/>
            <a:ext cx="195584" cy="10"/>
          </a:xfrm>
          <a:custGeom xmlns:a="http://schemas.openxmlformats.org/drawingml/2006/main">
            <a:pathLst>
              <a:path w="195584" h="1" fill="none">
                <a:moveTo>
                  <a:pt x="0" y="0"/>
                </a:moveTo>
                <a:cubicBezTo>
                  <a:pt x="89125" y="0"/>
                  <a:pt x="154319" y="0"/>
                  <a:pt x="195584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7346A5-6874-4D11-932E-9A06196D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5270466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EEDF1-00F5-411A-8764-E66B8F04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5270466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BA856-6FF1-4AA6-BD19-1257F4B4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4542" y="5317256"/>
            <a:ext cx="195584" cy="294111"/>
          </a:xfrm>
          <a:custGeom xmlns:a="http://schemas.openxmlformats.org/drawingml/2006/main">
            <a:pathLst>
              <a:path w="195584" h="294111" fill="none">
                <a:moveTo>
                  <a:pt x="0" y="0"/>
                </a:moveTo>
                <a:cubicBezTo>
                  <a:pt x="89125" y="0"/>
                  <a:pt x="133687" y="49019"/>
                  <a:pt x="133687" y="147056"/>
                </a:cubicBezTo>
                <a:cubicBezTo>
                  <a:pt x="133687" y="245093"/>
                  <a:pt x="154319" y="294111"/>
                  <a:pt x="195584" y="29411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6DB52-0C9D-49C0-B4C4-CE617C0B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5564577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F170C8-6D7E-4850-BAAB-508307DC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5564577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98F93-D04E-4687-8205-F85083D4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770" y="4889459"/>
            <a:ext cx="1804772" cy="855596"/>
          </a:xfrm>
          <a:custGeom xmlns:a="http://schemas.openxmlformats.org/drawingml/2006/main">
            <a:pathLst>
              <a:path w="1804772" h="855596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0" y="5012"/>
                </a:cubicBezTo>
                <a:cubicBezTo>
                  <a:pt x="1803101" y="8353"/>
                  <a:pt x="1804772" y="12386"/>
                  <a:pt x="1804772" y="17112"/>
                </a:cubicBezTo>
                <a:lnTo>
                  <a:pt x="1804772" y="838484"/>
                </a:lnTo>
                <a:cubicBezTo>
                  <a:pt x="1804772" y="843209"/>
                  <a:pt x="1803101" y="847242"/>
                  <a:pt x="1799760" y="850583"/>
                </a:cubicBezTo>
                <a:cubicBezTo>
                  <a:pt x="1796419" y="853925"/>
                  <a:pt x="1792386" y="855595"/>
                  <a:pt x="1787661" y="855596"/>
                </a:cubicBezTo>
                <a:lnTo>
                  <a:pt x="17112" y="855596"/>
                </a:lnTo>
                <a:cubicBezTo>
                  <a:pt x="12387" y="855595"/>
                  <a:pt x="8353" y="853925"/>
                  <a:pt x="5012" y="850583"/>
                </a:cubicBezTo>
                <a:cubicBezTo>
                  <a:pt x="1671" y="847242"/>
                  <a:pt x="0" y="843209"/>
                  <a:pt x="0" y="838484"/>
                </a:cubicBezTo>
                <a:lnTo>
                  <a:pt x="0" y="17112"/>
                </a:lnTo>
                <a:cubicBezTo>
                  <a:pt x="0" y="12386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solidFill xmlns:a="http://schemas.openxmlformats.org/drawingml/2006/main">
            <a:srgbClr val="B8F5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E5E13-425D-40DD-87ED-4D9E9987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770" y="4889459"/>
            <a:ext cx="1804772" cy="855596"/>
          </a:xfrm>
          <a:custGeom xmlns:a="http://schemas.openxmlformats.org/drawingml/2006/main">
            <a:pathLst>
              <a:path w="1804772" h="855596" fill="none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0" y="5012"/>
                </a:cubicBezTo>
                <a:cubicBezTo>
                  <a:pt x="1803101" y="8353"/>
                  <a:pt x="1804772" y="12386"/>
                  <a:pt x="1804772" y="17112"/>
                </a:cubicBezTo>
                <a:lnTo>
                  <a:pt x="1804772" y="838484"/>
                </a:lnTo>
                <a:cubicBezTo>
                  <a:pt x="1804772" y="843209"/>
                  <a:pt x="1803101" y="847242"/>
                  <a:pt x="1799760" y="850583"/>
                </a:cubicBezTo>
                <a:cubicBezTo>
                  <a:pt x="1796419" y="853925"/>
                  <a:pt x="1792386" y="855595"/>
                  <a:pt x="1787661" y="855596"/>
                </a:cubicBezTo>
                <a:lnTo>
                  <a:pt x="17112" y="855596"/>
                </a:lnTo>
                <a:cubicBezTo>
                  <a:pt x="12387" y="855595"/>
                  <a:pt x="8353" y="853925"/>
                  <a:pt x="5012" y="850583"/>
                </a:cubicBezTo>
                <a:cubicBezTo>
                  <a:pt x="1671" y="847242"/>
                  <a:pt x="0" y="843209"/>
                  <a:pt x="0" y="838484"/>
                </a:cubicBezTo>
                <a:lnTo>
                  <a:pt x="0" y="17112"/>
                </a:lnTo>
                <a:cubicBezTo>
                  <a:pt x="0" y="12386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80" name="Text Queries&amp;responses">
            <a:extLst xmlns:a="http://schemas.openxmlformats.org/drawingml/2006/main">
              <a:ext uri="{FF2B5EF4-FFF2-40B4-BE49-F238E27FC236}">
                <a16:creationId xmlns:a16="http://schemas.microsoft.com/office/drawing/2014/main" id="{395B292D-F040-40B4-8B7C-CEC98467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388" y="4935897"/>
            <a:ext cx="1426118" cy="157839"/>
          </a:xfrm>
          <a:custGeom xmlns:a="http://schemas.openxmlformats.org/drawingml/2006/main">
            <a:pathLst>
              <a:path w="1426118" h="157839">
                <a:moveTo>
                  <a:pt x="70434" y="122028"/>
                </a:moveTo>
                <a:cubicBezTo>
                  <a:pt x="76204" y="131957"/>
                  <a:pt x="82441" y="139262"/>
                  <a:pt x="89145" y="143943"/>
                </a:cubicBezTo>
                <a:cubicBezTo>
                  <a:pt x="95849" y="148627"/>
                  <a:pt x="103472" y="151307"/>
                  <a:pt x="112015" y="151984"/>
                </a:cubicBezTo>
                <a:lnTo>
                  <a:pt x="112015" y="154784"/>
                </a:lnTo>
                <a:cubicBezTo>
                  <a:pt x="104208" y="154501"/>
                  <a:pt x="95863" y="152932"/>
                  <a:pt x="86981" y="150075"/>
                </a:cubicBezTo>
                <a:cubicBezTo>
                  <a:pt x="78099" y="147218"/>
                  <a:pt x="69684" y="143258"/>
                  <a:pt x="61736" y="138194"/>
                </a:cubicBezTo>
                <a:cubicBezTo>
                  <a:pt x="53787" y="133131"/>
                  <a:pt x="46927" y="127742"/>
                  <a:pt x="41157" y="122028"/>
                </a:cubicBezTo>
                <a:cubicBezTo>
                  <a:pt x="33010" y="118747"/>
                  <a:pt x="26561" y="115268"/>
                  <a:pt x="21809" y="111591"/>
                </a:cubicBezTo>
                <a:cubicBezTo>
                  <a:pt x="14907" y="106103"/>
                  <a:pt x="9547" y="99357"/>
                  <a:pt x="5728" y="91352"/>
                </a:cubicBezTo>
                <a:cubicBezTo>
                  <a:pt x="1909" y="83346"/>
                  <a:pt x="0" y="73885"/>
                  <a:pt x="0" y="62966"/>
                </a:cubicBezTo>
                <a:cubicBezTo>
                  <a:pt x="0" y="45768"/>
                  <a:pt x="5572" y="31483"/>
                  <a:pt x="16717" y="20112"/>
                </a:cubicBezTo>
                <a:cubicBezTo>
                  <a:pt x="27862" y="8741"/>
                  <a:pt x="41355" y="3055"/>
                  <a:pt x="57196" y="3055"/>
                </a:cubicBezTo>
                <a:cubicBezTo>
                  <a:pt x="72244" y="3055"/>
                  <a:pt x="85270" y="8755"/>
                  <a:pt x="96273" y="20154"/>
                </a:cubicBezTo>
                <a:cubicBezTo>
                  <a:pt x="107277" y="31554"/>
                  <a:pt x="112779" y="45937"/>
                  <a:pt x="112779" y="63305"/>
                </a:cubicBezTo>
                <a:cubicBezTo>
                  <a:pt x="112779" y="77392"/>
                  <a:pt x="108861" y="89753"/>
                  <a:pt x="101026" y="100389"/>
                </a:cubicBezTo>
                <a:cubicBezTo>
                  <a:pt x="93190" y="111025"/>
                  <a:pt x="82993" y="118238"/>
                  <a:pt x="70434" y="122028"/>
                </a:cubicBezTo>
                <a:moveTo>
                  <a:pt x="56177" y="9589"/>
                </a:moveTo>
                <a:cubicBezTo>
                  <a:pt x="45881" y="9589"/>
                  <a:pt x="37593" y="13266"/>
                  <a:pt x="31313" y="20621"/>
                </a:cubicBezTo>
                <a:cubicBezTo>
                  <a:pt x="23393" y="29842"/>
                  <a:pt x="19433" y="43957"/>
                  <a:pt x="19433" y="62966"/>
                </a:cubicBezTo>
                <a:cubicBezTo>
                  <a:pt x="19433" y="81579"/>
                  <a:pt x="23450" y="95920"/>
                  <a:pt x="31483" y="105990"/>
                </a:cubicBezTo>
                <a:cubicBezTo>
                  <a:pt x="37706" y="113740"/>
                  <a:pt x="45937" y="117616"/>
                  <a:pt x="56177" y="117616"/>
                </a:cubicBezTo>
                <a:cubicBezTo>
                  <a:pt x="66813" y="117616"/>
                  <a:pt x="75384" y="113740"/>
                  <a:pt x="81890" y="105990"/>
                </a:cubicBezTo>
                <a:cubicBezTo>
                  <a:pt x="89527" y="96825"/>
                  <a:pt x="93346" y="83304"/>
                  <a:pt x="93346" y="65427"/>
                </a:cubicBezTo>
                <a:cubicBezTo>
                  <a:pt x="93346" y="51680"/>
                  <a:pt x="91253" y="40110"/>
                  <a:pt x="87066" y="30719"/>
                </a:cubicBezTo>
                <a:cubicBezTo>
                  <a:pt x="83841" y="23478"/>
                  <a:pt x="79556" y="18146"/>
                  <a:pt x="74210" y="14723"/>
                </a:cubicBezTo>
                <a:cubicBezTo>
                  <a:pt x="68864" y="11300"/>
                  <a:pt x="62853" y="9589"/>
                  <a:pt x="56177" y="9589"/>
                </a:cubicBezTo>
                <a:close/>
                <a:moveTo>
                  <a:pt x="192942" y="42939"/>
                </a:moveTo>
                <a:lnTo>
                  <a:pt x="192942" y="90036"/>
                </a:lnTo>
                <a:cubicBezTo>
                  <a:pt x="192942" y="99031"/>
                  <a:pt x="193154" y="104533"/>
                  <a:pt x="193578" y="106541"/>
                </a:cubicBezTo>
                <a:cubicBezTo>
                  <a:pt x="194003" y="108550"/>
                  <a:pt x="194681" y="109950"/>
                  <a:pt x="195615" y="110742"/>
                </a:cubicBezTo>
                <a:cubicBezTo>
                  <a:pt x="196548" y="111534"/>
                  <a:pt x="197637" y="111930"/>
                  <a:pt x="198882" y="111930"/>
                </a:cubicBezTo>
                <a:cubicBezTo>
                  <a:pt x="200636" y="111930"/>
                  <a:pt x="202616" y="111449"/>
                  <a:pt x="204822" y="110487"/>
                </a:cubicBezTo>
                <a:lnTo>
                  <a:pt x="206010" y="113458"/>
                </a:lnTo>
                <a:lnTo>
                  <a:pt x="182759" y="123047"/>
                </a:lnTo>
                <a:lnTo>
                  <a:pt x="178940" y="123047"/>
                </a:lnTo>
                <a:lnTo>
                  <a:pt x="178940" y="106584"/>
                </a:lnTo>
                <a:cubicBezTo>
                  <a:pt x="172264" y="113825"/>
                  <a:pt x="167173" y="118379"/>
                  <a:pt x="163665" y="120246"/>
                </a:cubicBezTo>
                <a:cubicBezTo>
                  <a:pt x="160158" y="122113"/>
                  <a:pt x="156452" y="123047"/>
                  <a:pt x="152549" y="123047"/>
                </a:cubicBezTo>
                <a:cubicBezTo>
                  <a:pt x="148192" y="123047"/>
                  <a:pt x="144416" y="121788"/>
                  <a:pt x="141220" y="119270"/>
                </a:cubicBezTo>
                <a:cubicBezTo>
                  <a:pt x="138023" y="116753"/>
                  <a:pt x="135803" y="113514"/>
                  <a:pt x="134558" y="109554"/>
                </a:cubicBezTo>
                <a:cubicBezTo>
                  <a:pt x="133314" y="105594"/>
                  <a:pt x="132691" y="99993"/>
                  <a:pt x="132691" y="92752"/>
                </a:cubicBezTo>
                <a:lnTo>
                  <a:pt x="132691" y="58044"/>
                </a:lnTo>
                <a:cubicBezTo>
                  <a:pt x="132691" y="54367"/>
                  <a:pt x="132295" y="51821"/>
                  <a:pt x="131503" y="50407"/>
                </a:cubicBezTo>
                <a:cubicBezTo>
                  <a:pt x="130711" y="48992"/>
                  <a:pt x="129537" y="47903"/>
                  <a:pt x="127982" y="47140"/>
                </a:cubicBezTo>
                <a:cubicBezTo>
                  <a:pt x="126426" y="46376"/>
                  <a:pt x="123611" y="46022"/>
                  <a:pt x="119538" y="46079"/>
                </a:cubicBezTo>
                <a:lnTo>
                  <a:pt x="119538" y="42939"/>
                </a:lnTo>
                <a:lnTo>
                  <a:pt x="146778" y="42939"/>
                </a:lnTo>
                <a:lnTo>
                  <a:pt x="146778" y="94831"/>
                </a:lnTo>
                <a:cubicBezTo>
                  <a:pt x="146778" y="102055"/>
                  <a:pt x="148037" y="106795"/>
                  <a:pt x="150554" y="109053"/>
                </a:cubicBezTo>
                <a:cubicBezTo>
                  <a:pt x="153072" y="111310"/>
                  <a:pt x="156113" y="112439"/>
                  <a:pt x="159677" y="112439"/>
                </a:cubicBezTo>
                <a:cubicBezTo>
                  <a:pt x="162109" y="112439"/>
                  <a:pt x="164867" y="111677"/>
                  <a:pt x="167951" y="110153"/>
                </a:cubicBezTo>
                <a:cubicBezTo>
                  <a:pt x="171034" y="108629"/>
                  <a:pt x="174697" y="105724"/>
                  <a:pt x="178940" y="101437"/>
                </a:cubicBezTo>
                <a:lnTo>
                  <a:pt x="178940" y="57506"/>
                </a:lnTo>
                <a:cubicBezTo>
                  <a:pt x="178940" y="53104"/>
                  <a:pt x="178134" y="50127"/>
                  <a:pt x="176521" y="48577"/>
                </a:cubicBezTo>
                <a:cubicBezTo>
                  <a:pt x="174909" y="47025"/>
                  <a:pt x="171557" y="46192"/>
                  <a:pt x="166466" y="46079"/>
                </a:cubicBezTo>
                <a:lnTo>
                  <a:pt x="166466" y="42939"/>
                </a:lnTo>
                <a:lnTo>
                  <a:pt x="192942" y="42939"/>
                </a:lnTo>
                <a:close/>
                <a:moveTo>
                  <a:pt x="224764" y="72301"/>
                </a:moveTo>
                <a:cubicBezTo>
                  <a:pt x="224708" y="83815"/>
                  <a:pt x="227508" y="92846"/>
                  <a:pt x="233165" y="99395"/>
                </a:cubicBezTo>
                <a:cubicBezTo>
                  <a:pt x="238823" y="105941"/>
                  <a:pt x="245470" y="109215"/>
                  <a:pt x="253108" y="109215"/>
                </a:cubicBezTo>
                <a:cubicBezTo>
                  <a:pt x="258199" y="109215"/>
                  <a:pt x="262626" y="107814"/>
                  <a:pt x="266388" y="105014"/>
                </a:cubicBezTo>
                <a:cubicBezTo>
                  <a:pt x="270150" y="102214"/>
                  <a:pt x="273304" y="97419"/>
                  <a:pt x="275850" y="90630"/>
                </a:cubicBezTo>
                <a:lnTo>
                  <a:pt x="278481" y="92327"/>
                </a:lnTo>
                <a:cubicBezTo>
                  <a:pt x="277293" y="100078"/>
                  <a:pt x="273842" y="107136"/>
                  <a:pt x="268128" y="113500"/>
                </a:cubicBezTo>
                <a:cubicBezTo>
                  <a:pt x="262414" y="119864"/>
                  <a:pt x="255257" y="123047"/>
                  <a:pt x="246658" y="123047"/>
                </a:cubicBezTo>
                <a:cubicBezTo>
                  <a:pt x="237324" y="123047"/>
                  <a:pt x="229333" y="119420"/>
                  <a:pt x="222685" y="112166"/>
                </a:cubicBezTo>
                <a:cubicBezTo>
                  <a:pt x="216038" y="104911"/>
                  <a:pt x="212714" y="95157"/>
                  <a:pt x="212714" y="82905"/>
                </a:cubicBezTo>
                <a:cubicBezTo>
                  <a:pt x="212714" y="69639"/>
                  <a:pt x="216123" y="59294"/>
                  <a:pt x="222940" y="51871"/>
                </a:cubicBezTo>
                <a:cubicBezTo>
                  <a:pt x="229757" y="44445"/>
                  <a:pt x="238314" y="40733"/>
                  <a:pt x="248610" y="40733"/>
                </a:cubicBezTo>
                <a:cubicBezTo>
                  <a:pt x="257322" y="40733"/>
                  <a:pt x="264479" y="43597"/>
                  <a:pt x="270079" y="49325"/>
                </a:cubicBezTo>
                <a:cubicBezTo>
                  <a:pt x="275680" y="55051"/>
                  <a:pt x="278481" y="62710"/>
                  <a:pt x="278481" y="72301"/>
                </a:cubicBezTo>
                <a:lnTo>
                  <a:pt x="224764" y="72301"/>
                </a:lnTo>
                <a:moveTo>
                  <a:pt x="224764" y="67379"/>
                </a:moveTo>
                <a:lnTo>
                  <a:pt x="260745" y="67379"/>
                </a:lnTo>
                <a:cubicBezTo>
                  <a:pt x="260462" y="62400"/>
                  <a:pt x="259868" y="58893"/>
                  <a:pt x="258963" y="56856"/>
                </a:cubicBezTo>
                <a:cubicBezTo>
                  <a:pt x="257549" y="53688"/>
                  <a:pt x="255441" y="51199"/>
                  <a:pt x="252641" y="49388"/>
                </a:cubicBezTo>
                <a:cubicBezTo>
                  <a:pt x="249840" y="47578"/>
                  <a:pt x="246913" y="46673"/>
                  <a:pt x="243858" y="46673"/>
                </a:cubicBezTo>
                <a:cubicBezTo>
                  <a:pt x="239162" y="46673"/>
                  <a:pt x="234962" y="48497"/>
                  <a:pt x="231256" y="52146"/>
                </a:cubicBezTo>
                <a:cubicBezTo>
                  <a:pt x="227551" y="55795"/>
                  <a:pt x="225387" y="60873"/>
                  <a:pt x="224764" y="67379"/>
                </a:cubicBezTo>
                <a:close/>
                <a:moveTo>
                  <a:pt x="311603" y="40733"/>
                </a:moveTo>
                <a:lnTo>
                  <a:pt x="311603" y="58214"/>
                </a:lnTo>
                <a:cubicBezTo>
                  <a:pt x="318109" y="46560"/>
                  <a:pt x="324784" y="40733"/>
                  <a:pt x="331630" y="40733"/>
                </a:cubicBezTo>
                <a:cubicBezTo>
                  <a:pt x="334741" y="40733"/>
                  <a:pt x="337315" y="41680"/>
                  <a:pt x="339352" y="43576"/>
                </a:cubicBezTo>
                <a:cubicBezTo>
                  <a:pt x="341388" y="45471"/>
                  <a:pt x="342407" y="47663"/>
                  <a:pt x="342407" y="50152"/>
                </a:cubicBezTo>
                <a:cubicBezTo>
                  <a:pt x="342407" y="52359"/>
                  <a:pt x="341671" y="54225"/>
                  <a:pt x="340200" y="55753"/>
                </a:cubicBezTo>
                <a:cubicBezTo>
                  <a:pt x="338729" y="57280"/>
                  <a:pt x="336976" y="58044"/>
                  <a:pt x="334939" y="58044"/>
                </a:cubicBezTo>
                <a:cubicBezTo>
                  <a:pt x="332959" y="58044"/>
                  <a:pt x="330738" y="57068"/>
                  <a:pt x="328278" y="55116"/>
                </a:cubicBezTo>
                <a:cubicBezTo>
                  <a:pt x="325817" y="53165"/>
                  <a:pt x="323992" y="52189"/>
                  <a:pt x="322804" y="52189"/>
                </a:cubicBezTo>
                <a:cubicBezTo>
                  <a:pt x="321786" y="52189"/>
                  <a:pt x="320683" y="52753"/>
                  <a:pt x="319495" y="53881"/>
                </a:cubicBezTo>
                <a:cubicBezTo>
                  <a:pt x="316949" y="56195"/>
                  <a:pt x="314318" y="60004"/>
                  <a:pt x="311603" y="65308"/>
                </a:cubicBezTo>
                <a:lnTo>
                  <a:pt x="311603" y="102466"/>
                </a:lnTo>
                <a:cubicBezTo>
                  <a:pt x="311603" y="106753"/>
                  <a:pt x="312140" y="109997"/>
                  <a:pt x="313215" y="112198"/>
                </a:cubicBezTo>
                <a:cubicBezTo>
                  <a:pt x="313950" y="113722"/>
                  <a:pt x="315252" y="114992"/>
                  <a:pt x="317118" y="116009"/>
                </a:cubicBezTo>
                <a:cubicBezTo>
                  <a:pt x="318985" y="117023"/>
                  <a:pt x="321673" y="117531"/>
                  <a:pt x="325180" y="117531"/>
                </a:cubicBezTo>
                <a:lnTo>
                  <a:pt x="325180" y="120671"/>
                </a:lnTo>
                <a:lnTo>
                  <a:pt x="285381" y="120671"/>
                </a:lnTo>
                <a:lnTo>
                  <a:pt x="285381" y="117531"/>
                </a:lnTo>
                <a:cubicBezTo>
                  <a:pt x="289341" y="117531"/>
                  <a:pt x="292283" y="116910"/>
                  <a:pt x="294206" y="115669"/>
                </a:cubicBezTo>
                <a:cubicBezTo>
                  <a:pt x="295621" y="114766"/>
                  <a:pt x="296611" y="113326"/>
                  <a:pt x="297176" y="111349"/>
                </a:cubicBezTo>
                <a:cubicBezTo>
                  <a:pt x="297459" y="110389"/>
                  <a:pt x="297601" y="107652"/>
                  <a:pt x="297601" y="103136"/>
                </a:cubicBezTo>
                <a:lnTo>
                  <a:pt x="297601" y="73078"/>
                </a:lnTo>
                <a:cubicBezTo>
                  <a:pt x="297601" y="64045"/>
                  <a:pt x="297417" y="58669"/>
                  <a:pt x="297049" y="56949"/>
                </a:cubicBezTo>
                <a:cubicBezTo>
                  <a:pt x="296681" y="55227"/>
                  <a:pt x="296003" y="53971"/>
                  <a:pt x="295013" y="53181"/>
                </a:cubicBezTo>
                <a:cubicBezTo>
                  <a:pt x="294022" y="52390"/>
                  <a:pt x="292792" y="51995"/>
                  <a:pt x="291321" y="51995"/>
                </a:cubicBezTo>
                <a:cubicBezTo>
                  <a:pt x="289567" y="51995"/>
                  <a:pt x="287587" y="52419"/>
                  <a:pt x="285381" y="53265"/>
                </a:cubicBezTo>
                <a:lnTo>
                  <a:pt x="284532" y="50216"/>
                </a:lnTo>
                <a:lnTo>
                  <a:pt x="308038" y="40733"/>
                </a:lnTo>
                <a:lnTo>
                  <a:pt x="311603" y="40733"/>
                </a:lnTo>
                <a:close/>
                <a:moveTo>
                  <a:pt x="366505" y="0"/>
                </a:moveTo>
                <a:cubicBezTo>
                  <a:pt x="368882" y="0"/>
                  <a:pt x="370904" y="839"/>
                  <a:pt x="372573" y="2517"/>
                </a:cubicBezTo>
                <a:cubicBezTo>
                  <a:pt x="374242" y="4193"/>
                  <a:pt x="375076" y="6225"/>
                  <a:pt x="375076" y="8613"/>
                </a:cubicBezTo>
                <a:cubicBezTo>
                  <a:pt x="375076" y="11002"/>
                  <a:pt x="374242" y="13049"/>
                  <a:pt x="372573" y="14755"/>
                </a:cubicBezTo>
                <a:cubicBezTo>
                  <a:pt x="370904" y="16459"/>
                  <a:pt x="368882" y="17311"/>
                  <a:pt x="366505" y="17311"/>
                </a:cubicBezTo>
                <a:cubicBezTo>
                  <a:pt x="364129" y="17311"/>
                  <a:pt x="362093" y="16459"/>
                  <a:pt x="360396" y="14755"/>
                </a:cubicBezTo>
                <a:cubicBezTo>
                  <a:pt x="358698" y="13049"/>
                  <a:pt x="357850" y="11002"/>
                  <a:pt x="357850" y="8613"/>
                </a:cubicBezTo>
                <a:cubicBezTo>
                  <a:pt x="357850" y="6225"/>
                  <a:pt x="358684" y="4193"/>
                  <a:pt x="360353" y="2517"/>
                </a:cubicBezTo>
                <a:cubicBezTo>
                  <a:pt x="362022" y="839"/>
                  <a:pt x="364073" y="0"/>
                  <a:pt x="366505" y="0"/>
                </a:cubicBezTo>
                <a:moveTo>
                  <a:pt x="373549" y="40733"/>
                </a:moveTo>
                <a:lnTo>
                  <a:pt x="373549" y="103052"/>
                </a:lnTo>
                <a:cubicBezTo>
                  <a:pt x="373549" y="107906"/>
                  <a:pt x="373902" y="111138"/>
                  <a:pt x="374610" y="112747"/>
                </a:cubicBezTo>
                <a:cubicBezTo>
                  <a:pt x="375317" y="114356"/>
                  <a:pt x="376363" y="115555"/>
                  <a:pt x="377749" y="116345"/>
                </a:cubicBezTo>
                <a:cubicBezTo>
                  <a:pt x="379135" y="117136"/>
                  <a:pt x="381667" y="117531"/>
                  <a:pt x="385344" y="117531"/>
                </a:cubicBezTo>
                <a:lnTo>
                  <a:pt x="385344" y="120671"/>
                </a:lnTo>
                <a:lnTo>
                  <a:pt x="347582" y="120671"/>
                </a:lnTo>
                <a:lnTo>
                  <a:pt x="347582" y="117531"/>
                </a:lnTo>
                <a:cubicBezTo>
                  <a:pt x="351372" y="117531"/>
                  <a:pt x="353918" y="117164"/>
                  <a:pt x="355219" y="116430"/>
                </a:cubicBezTo>
                <a:cubicBezTo>
                  <a:pt x="356520" y="115697"/>
                  <a:pt x="357553" y="114483"/>
                  <a:pt x="358316" y="112789"/>
                </a:cubicBezTo>
                <a:cubicBezTo>
                  <a:pt x="359080" y="111096"/>
                  <a:pt x="359462" y="107850"/>
                  <a:pt x="359462" y="103052"/>
                </a:cubicBezTo>
                <a:lnTo>
                  <a:pt x="359462" y="73162"/>
                </a:lnTo>
                <a:cubicBezTo>
                  <a:pt x="359462" y="64751"/>
                  <a:pt x="359208" y="59304"/>
                  <a:pt x="358698" y="56822"/>
                </a:cubicBezTo>
                <a:cubicBezTo>
                  <a:pt x="358302" y="55015"/>
                  <a:pt x="357680" y="53759"/>
                  <a:pt x="356831" y="53053"/>
                </a:cubicBezTo>
                <a:cubicBezTo>
                  <a:pt x="355983" y="52348"/>
                  <a:pt x="354823" y="51995"/>
                  <a:pt x="353352" y="51995"/>
                </a:cubicBezTo>
                <a:cubicBezTo>
                  <a:pt x="351768" y="51995"/>
                  <a:pt x="349845" y="52419"/>
                  <a:pt x="347582" y="53265"/>
                </a:cubicBezTo>
                <a:lnTo>
                  <a:pt x="346394" y="50216"/>
                </a:lnTo>
                <a:lnTo>
                  <a:pt x="369815" y="40733"/>
                </a:lnTo>
                <a:lnTo>
                  <a:pt x="373549" y="40733"/>
                </a:lnTo>
                <a:close/>
                <a:moveTo>
                  <a:pt x="408116" y="72301"/>
                </a:moveTo>
                <a:cubicBezTo>
                  <a:pt x="408059" y="83815"/>
                  <a:pt x="410860" y="92846"/>
                  <a:pt x="416517" y="99395"/>
                </a:cubicBezTo>
                <a:cubicBezTo>
                  <a:pt x="422174" y="105941"/>
                  <a:pt x="428822" y="109215"/>
                  <a:pt x="436459" y="109215"/>
                </a:cubicBezTo>
                <a:cubicBezTo>
                  <a:pt x="441551" y="109215"/>
                  <a:pt x="445978" y="107814"/>
                  <a:pt x="449740" y="105014"/>
                </a:cubicBezTo>
                <a:cubicBezTo>
                  <a:pt x="453502" y="102214"/>
                  <a:pt x="456656" y="97419"/>
                  <a:pt x="459202" y="90630"/>
                </a:cubicBezTo>
                <a:lnTo>
                  <a:pt x="461832" y="92327"/>
                </a:lnTo>
                <a:cubicBezTo>
                  <a:pt x="460644" y="100078"/>
                  <a:pt x="457193" y="107136"/>
                  <a:pt x="451479" y="113500"/>
                </a:cubicBezTo>
                <a:cubicBezTo>
                  <a:pt x="445766" y="119864"/>
                  <a:pt x="438609" y="123047"/>
                  <a:pt x="430010" y="123047"/>
                </a:cubicBezTo>
                <a:cubicBezTo>
                  <a:pt x="420675" y="123047"/>
                  <a:pt x="412684" y="119420"/>
                  <a:pt x="406037" y="112166"/>
                </a:cubicBezTo>
                <a:cubicBezTo>
                  <a:pt x="399390" y="104911"/>
                  <a:pt x="396066" y="95157"/>
                  <a:pt x="396066" y="82905"/>
                </a:cubicBezTo>
                <a:cubicBezTo>
                  <a:pt x="396066" y="69639"/>
                  <a:pt x="399474" y="59294"/>
                  <a:pt x="406292" y="51871"/>
                </a:cubicBezTo>
                <a:cubicBezTo>
                  <a:pt x="413109" y="44445"/>
                  <a:pt x="421665" y="40733"/>
                  <a:pt x="431962" y="40733"/>
                </a:cubicBezTo>
                <a:cubicBezTo>
                  <a:pt x="440674" y="40733"/>
                  <a:pt x="447830" y="43597"/>
                  <a:pt x="453431" y="49325"/>
                </a:cubicBezTo>
                <a:cubicBezTo>
                  <a:pt x="459032" y="55051"/>
                  <a:pt x="461832" y="62710"/>
                  <a:pt x="461832" y="72301"/>
                </a:cubicBezTo>
                <a:lnTo>
                  <a:pt x="408116" y="72301"/>
                </a:lnTo>
                <a:moveTo>
                  <a:pt x="408116" y="67379"/>
                </a:moveTo>
                <a:lnTo>
                  <a:pt x="444097" y="67379"/>
                </a:lnTo>
                <a:cubicBezTo>
                  <a:pt x="443814" y="62400"/>
                  <a:pt x="443220" y="58893"/>
                  <a:pt x="442315" y="56856"/>
                </a:cubicBezTo>
                <a:cubicBezTo>
                  <a:pt x="440900" y="53688"/>
                  <a:pt x="438793" y="51199"/>
                  <a:pt x="435992" y="49388"/>
                </a:cubicBezTo>
                <a:cubicBezTo>
                  <a:pt x="433192" y="47578"/>
                  <a:pt x="430264" y="46673"/>
                  <a:pt x="427210" y="46673"/>
                </a:cubicBezTo>
                <a:cubicBezTo>
                  <a:pt x="422514" y="46673"/>
                  <a:pt x="418313" y="48497"/>
                  <a:pt x="414608" y="52146"/>
                </a:cubicBezTo>
                <a:cubicBezTo>
                  <a:pt x="410902" y="55795"/>
                  <a:pt x="408738" y="60873"/>
                  <a:pt x="408116" y="67379"/>
                </a:cubicBezTo>
                <a:close/>
                <a:moveTo>
                  <a:pt x="522448" y="40733"/>
                </a:moveTo>
                <a:lnTo>
                  <a:pt x="522448" y="67039"/>
                </a:lnTo>
                <a:lnTo>
                  <a:pt x="519648" y="67039"/>
                </a:lnTo>
                <a:cubicBezTo>
                  <a:pt x="517498" y="58788"/>
                  <a:pt x="514740" y="53176"/>
                  <a:pt x="511374" y="50203"/>
                </a:cubicBezTo>
                <a:cubicBezTo>
                  <a:pt x="508008" y="47227"/>
                  <a:pt x="503723" y="45739"/>
                  <a:pt x="498518" y="45739"/>
                </a:cubicBezTo>
                <a:cubicBezTo>
                  <a:pt x="494558" y="45739"/>
                  <a:pt x="491361" y="46785"/>
                  <a:pt x="488929" y="48877"/>
                </a:cubicBezTo>
                <a:cubicBezTo>
                  <a:pt x="486496" y="50966"/>
                  <a:pt x="485280" y="53283"/>
                  <a:pt x="485280" y="55827"/>
                </a:cubicBezTo>
                <a:cubicBezTo>
                  <a:pt x="485280" y="58992"/>
                  <a:pt x="486185" y="61704"/>
                  <a:pt x="487995" y="63963"/>
                </a:cubicBezTo>
                <a:cubicBezTo>
                  <a:pt x="489749" y="66281"/>
                  <a:pt x="493313" y="68739"/>
                  <a:pt x="498688" y="71338"/>
                </a:cubicBezTo>
                <a:lnTo>
                  <a:pt x="511077" y="77358"/>
                </a:lnTo>
                <a:cubicBezTo>
                  <a:pt x="522562" y="82951"/>
                  <a:pt x="528304" y="90326"/>
                  <a:pt x="528304" y="99482"/>
                </a:cubicBezTo>
                <a:cubicBezTo>
                  <a:pt x="528304" y="106545"/>
                  <a:pt x="525631" y="112239"/>
                  <a:pt x="520284" y="116563"/>
                </a:cubicBezTo>
                <a:cubicBezTo>
                  <a:pt x="514938" y="120885"/>
                  <a:pt x="508956" y="123047"/>
                  <a:pt x="502337" y="123047"/>
                </a:cubicBezTo>
                <a:cubicBezTo>
                  <a:pt x="497584" y="123047"/>
                  <a:pt x="492153" y="122198"/>
                  <a:pt x="486044" y="120501"/>
                </a:cubicBezTo>
                <a:cubicBezTo>
                  <a:pt x="484177" y="119935"/>
                  <a:pt x="482649" y="119652"/>
                  <a:pt x="481461" y="119652"/>
                </a:cubicBezTo>
                <a:cubicBezTo>
                  <a:pt x="480160" y="119652"/>
                  <a:pt x="479142" y="120388"/>
                  <a:pt x="478406" y="121859"/>
                </a:cubicBezTo>
                <a:lnTo>
                  <a:pt x="475606" y="121859"/>
                </a:lnTo>
                <a:lnTo>
                  <a:pt x="475606" y="94025"/>
                </a:lnTo>
                <a:lnTo>
                  <a:pt x="478406" y="94025"/>
                </a:lnTo>
                <a:cubicBezTo>
                  <a:pt x="479990" y="101973"/>
                  <a:pt x="483017" y="107963"/>
                  <a:pt x="487486" y="111994"/>
                </a:cubicBezTo>
                <a:cubicBezTo>
                  <a:pt x="491955" y="116025"/>
                  <a:pt x="496962" y="118040"/>
                  <a:pt x="502506" y="118040"/>
                </a:cubicBezTo>
                <a:cubicBezTo>
                  <a:pt x="506410" y="118040"/>
                  <a:pt x="509592" y="116896"/>
                  <a:pt x="512053" y="114608"/>
                </a:cubicBezTo>
                <a:cubicBezTo>
                  <a:pt x="514514" y="112319"/>
                  <a:pt x="515744" y="109564"/>
                  <a:pt x="515744" y="106343"/>
                </a:cubicBezTo>
                <a:cubicBezTo>
                  <a:pt x="515744" y="102443"/>
                  <a:pt x="514373" y="99165"/>
                  <a:pt x="511629" y="96509"/>
                </a:cubicBezTo>
                <a:cubicBezTo>
                  <a:pt x="508885" y="93854"/>
                  <a:pt x="503411" y="90492"/>
                  <a:pt x="495208" y="86424"/>
                </a:cubicBezTo>
                <a:cubicBezTo>
                  <a:pt x="487005" y="82355"/>
                  <a:pt x="481631" y="78681"/>
                  <a:pt x="479085" y="75403"/>
                </a:cubicBezTo>
                <a:cubicBezTo>
                  <a:pt x="476539" y="72182"/>
                  <a:pt x="475266" y="68113"/>
                  <a:pt x="475266" y="63197"/>
                </a:cubicBezTo>
                <a:cubicBezTo>
                  <a:pt x="475266" y="56811"/>
                  <a:pt x="477459" y="51471"/>
                  <a:pt x="481843" y="47177"/>
                </a:cubicBezTo>
                <a:cubicBezTo>
                  <a:pt x="486227" y="42881"/>
                  <a:pt x="491899" y="40733"/>
                  <a:pt x="498857" y="40733"/>
                </a:cubicBezTo>
                <a:cubicBezTo>
                  <a:pt x="501912" y="40733"/>
                  <a:pt x="505618" y="41383"/>
                  <a:pt x="509974" y="42684"/>
                </a:cubicBezTo>
                <a:cubicBezTo>
                  <a:pt x="512859" y="43533"/>
                  <a:pt x="514783" y="43957"/>
                  <a:pt x="515744" y="43957"/>
                </a:cubicBezTo>
                <a:cubicBezTo>
                  <a:pt x="516650" y="43957"/>
                  <a:pt x="517357" y="43759"/>
                  <a:pt x="517866" y="43363"/>
                </a:cubicBezTo>
                <a:cubicBezTo>
                  <a:pt x="518375" y="42967"/>
                  <a:pt x="518969" y="42090"/>
                  <a:pt x="519648" y="40733"/>
                </a:cubicBezTo>
                <a:lnTo>
                  <a:pt x="522448" y="40733"/>
                </a:lnTo>
                <a:close/>
                <a:moveTo>
                  <a:pt x="666513" y="46673"/>
                </a:moveTo>
                <a:lnTo>
                  <a:pt x="702154" y="46673"/>
                </a:lnTo>
                <a:lnTo>
                  <a:pt x="702154" y="49813"/>
                </a:lnTo>
                <a:cubicBezTo>
                  <a:pt x="697232" y="50207"/>
                  <a:pt x="693597" y="51293"/>
                  <a:pt x="691249" y="53072"/>
                </a:cubicBezTo>
                <a:cubicBezTo>
                  <a:pt x="688902" y="54850"/>
                  <a:pt x="685238" y="60227"/>
                  <a:pt x="680260" y="69201"/>
                </a:cubicBezTo>
                <a:cubicBezTo>
                  <a:pt x="675282" y="78173"/>
                  <a:pt x="669681" y="86553"/>
                  <a:pt x="663458" y="94343"/>
                </a:cubicBezTo>
                <a:cubicBezTo>
                  <a:pt x="668493" y="100140"/>
                  <a:pt x="672990" y="104195"/>
                  <a:pt x="676950" y="106510"/>
                </a:cubicBezTo>
                <a:cubicBezTo>
                  <a:pt x="680911" y="108822"/>
                  <a:pt x="684899" y="109978"/>
                  <a:pt x="688916" y="109978"/>
                </a:cubicBezTo>
                <a:cubicBezTo>
                  <a:pt x="692819" y="109978"/>
                  <a:pt x="696129" y="108918"/>
                  <a:pt x="698844" y="106796"/>
                </a:cubicBezTo>
                <a:cubicBezTo>
                  <a:pt x="701560" y="104675"/>
                  <a:pt x="703483" y="101549"/>
                  <a:pt x="704615" y="97419"/>
                </a:cubicBezTo>
                <a:lnTo>
                  <a:pt x="707755" y="99710"/>
                </a:lnTo>
                <a:cubicBezTo>
                  <a:pt x="705661" y="107701"/>
                  <a:pt x="702295" y="113617"/>
                  <a:pt x="697656" y="117457"/>
                </a:cubicBezTo>
                <a:cubicBezTo>
                  <a:pt x="693017" y="121296"/>
                  <a:pt x="687614" y="123216"/>
                  <a:pt x="681448" y="123216"/>
                </a:cubicBezTo>
                <a:cubicBezTo>
                  <a:pt x="676809" y="123216"/>
                  <a:pt x="672099" y="121960"/>
                  <a:pt x="667319" y="119448"/>
                </a:cubicBezTo>
                <a:cubicBezTo>
                  <a:pt x="662538" y="116936"/>
                  <a:pt x="657320" y="112689"/>
                  <a:pt x="651662" y="106706"/>
                </a:cubicBezTo>
                <a:cubicBezTo>
                  <a:pt x="644647" y="112915"/>
                  <a:pt x="638325" y="117219"/>
                  <a:pt x="632696" y="119618"/>
                </a:cubicBezTo>
                <a:cubicBezTo>
                  <a:pt x="627067" y="122017"/>
                  <a:pt x="621056" y="123216"/>
                  <a:pt x="614663" y="123216"/>
                </a:cubicBezTo>
                <a:cubicBezTo>
                  <a:pt x="605329" y="123216"/>
                  <a:pt x="597918" y="120731"/>
                  <a:pt x="592430" y="115759"/>
                </a:cubicBezTo>
                <a:cubicBezTo>
                  <a:pt x="586942" y="110788"/>
                  <a:pt x="584199" y="104857"/>
                  <a:pt x="584199" y="97965"/>
                </a:cubicBezTo>
                <a:cubicBezTo>
                  <a:pt x="584199" y="91129"/>
                  <a:pt x="586660" y="84307"/>
                  <a:pt x="591581" y="77501"/>
                </a:cubicBezTo>
                <a:cubicBezTo>
                  <a:pt x="596503" y="70693"/>
                  <a:pt x="605753" y="63645"/>
                  <a:pt x="619331" y="56358"/>
                </a:cubicBezTo>
                <a:cubicBezTo>
                  <a:pt x="616672" y="50483"/>
                  <a:pt x="614861" y="45667"/>
                  <a:pt x="613900" y="41910"/>
                </a:cubicBezTo>
                <a:cubicBezTo>
                  <a:pt x="612938" y="38153"/>
                  <a:pt x="612457" y="34551"/>
                  <a:pt x="612457" y="31104"/>
                </a:cubicBezTo>
                <a:cubicBezTo>
                  <a:pt x="612457" y="21444"/>
                  <a:pt x="616021" y="14072"/>
                  <a:pt x="623149" y="8987"/>
                </a:cubicBezTo>
                <a:cubicBezTo>
                  <a:pt x="628694" y="5032"/>
                  <a:pt x="635001" y="3055"/>
                  <a:pt x="642073" y="3055"/>
                </a:cubicBezTo>
                <a:cubicBezTo>
                  <a:pt x="648805" y="3055"/>
                  <a:pt x="654293" y="5047"/>
                  <a:pt x="658536" y="9030"/>
                </a:cubicBezTo>
                <a:cubicBezTo>
                  <a:pt x="662779" y="13013"/>
                  <a:pt x="664900" y="17913"/>
                  <a:pt x="664900" y="23732"/>
                </a:cubicBezTo>
                <a:cubicBezTo>
                  <a:pt x="664900" y="29719"/>
                  <a:pt x="662850" y="34974"/>
                  <a:pt x="658748" y="39494"/>
                </a:cubicBezTo>
                <a:cubicBezTo>
                  <a:pt x="654646" y="44013"/>
                  <a:pt x="647391" y="48956"/>
                  <a:pt x="636981" y="54324"/>
                </a:cubicBezTo>
                <a:cubicBezTo>
                  <a:pt x="644166" y="67100"/>
                  <a:pt x="651662" y="78803"/>
                  <a:pt x="659469" y="89432"/>
                </a:cubicBezTo>
                <a:cubicBezTo>
                  <a:pt x="669426" y="77580"/>
                  <a:pt x="674405" y="67590"/>
                  <a:pt x="674405" y="59463"/>
                </a:cubicBezTo>
                <a:cubicBezTo>
                  <a:pt x="674405" y="56868"/>
                  <a:pt x="673556" y="54554"/>
                  <a:pt x="671859" y="52523"/>
                </a:cubicBezTo>
                <a:cubicBezTo>
                  <a:pt x="670614" y="50999"/>
                  <a:pt x="668832" y="50096"/>
                  <a:pt x="666513" y="49813"/>
                </a:cubicBezTo>
                <a:lnTo>
                  <a:pt x="666513" y="46673"/>
                </a:lnTo>
                <a:moveTo>
                  <a:pt x="634096" y="48816"/>
                </a:moveTo>
                <a:cubicBezTo>
                  <a:pt x="641111" y="45490"/>
                  <a:pt x="646358" y="41714"/>
                  <a:pt x="649838" y="37487"/>
                </a:cubicBezTo>
                <a:cubicBezTo>
                  <a:pt x="653317" y="33260"/>
                  <a:pt x="655057" y="28554"/>
                  <a:pt x="655057" y="23368"/>
                </a:cubicBezTo>
                <a:cubicBezTo>
                  <a:pt x="655057" y="19311"/>
                  <a:pt x="653798" y="15958"/>
                  <a:pt x="651280" y="13310"/>
                </a:cubicBezTo>
                <a:cubicBezTo>
                  <a:pt x="648763" y="10660"/>
                  <a:pt x="645637" y="9335"/>
                  <a:pt x="641903" y="9335"/>
                </a:cubicBezTo>
                <a:cubicBezTo>
                  <a:pt x="636981" y="9335"/>
                  <a:pt x="633262" y="11040"/>
                  <a:pt x="630744" y="14450"/>
                </a:cubicBezTo>
                <a:cubicBezTo>
                  <a:pt x="628227" y="17859"/>
                  <a:pt x="626968" y="21198"/>
                  <a:pt x="626968" y="24469"/>
                </a:cubicBezTo>
                <a:cubicBezTo>
                  <a:pt x="626968" y="27230"/>
                  <a:pt x="627449" y="30316"/>
                  <a:pt x="628411" y="33726"/>
                </a:cubicBezTo>
                <a:cubicBezTo>
                  <a:pt x="629372" y="37135"/>
                  <a:pt x="631268" y="42165"/>
                  <a:pt x="634096" y="48816"/>
                </a:cubicBezTo>
                <a:moveTo>
                  <a:pt x="647250" y="101795"/>
                </a:moveTo>
                <a:cubicBezTo>
                  <a:pt x="639782" y="91622"/>
                  <a:pt x="634605" y="84191"/>
                  <a:pt x="631720" y="79500"/>
                </a:cubicBezTo>
                <a:cubicBezTo>
                  <a:pt x="628835" y="74808"/>
                  <a:pt x="625667" y="68987"/>
                  <a:pt x="622216" y="62035"/>
                </a:cubicBezTo>
                <a:cubicBezTo>
                  <a:pt x="615427" y="65946"/>
                  <a:pt x="610321" y="70252"/>
                  <a:pt x="606899" y="74955"/>
                </a:cubicBezTo>
                <a:cubicBezTo>
                  <a:pt x="603476" y="79658"/>
                  <a:pt x="601765" y="84757"/>
                  <a:pt x="601765" y="90254"/>
                </a:cubicBezTo>
                <a:cubicBezTo>
                  <a:pt x="601765" y="96318"/>
                  <a:pt x="603716" y="101644"/>
                  <a:pt x="607620" y="106234"/>
                </a:cubicBezTo>
                <a:cubicBezTo>
                  <a:pt x="611524" y="110823"/>
                  <a:pt x="616785" y="113118"/>
                  <a:pt x="623404" y="113118"/>
                </a:cubicBezTo>
                <a:cubicBezTo>
                  <a:pt x="626968" y="113118"/>
                  <a:pt x="630405" y="112404"/>
                  <a:pt x="633714" y="110975"/>
                </a:cubicBezTo>
                <a:cubicBezTo>
                  <a:pt x="637024" y="109545"/>
                  <a:pt x="641536" y="106485"/>
                  <a:pt x="647250" y="101795"/>
                </a:cubicBezTo>
                <a:close/>
                <a:moveTo>
                  <a:pt x="784667" y="40733"/>
                </a:moveTo>
                <a:lnTo>
                  <a:pt x="784667" y="58214"/>
                </a:lnTo>
                <a:cubicBezTo>
                  <a:pt x="791173" y="46560"/>
                  <a:pt x="797848" y="40733"/>
                  <a:pt x="804694" y="40733"/>
                </a:cubicBezTo>
                <a:cubicBezTo>
                  <a:pt x="807805" y="40733"/>
                  <a:pt x="810379" y="41680"/>
                  <a:pt x="812416" y="43576"/>
                </a:cubicBezTo>
                <a:cubicBezTo>
                  <a:pt x="814453" y="45471"/>
                  <a:pt x="815471" y="47663"/>
                  <a:pt x="815471" y="50152"/>
                </a:cubicBezTo>
                <a:cubicBezTo>
                  <a:pt x="815471" y="52359"/>
                  <a:pt x="814735" y="54225"/>
                  <a:pt x="813265" y="55753"/>
                </a:cubicBezTo>
                <a:cubicBezTo>
                  <a:pt x="811794" y="57280"/>
                  <a:pt x="810040" y="58044"/>
                  <a:pt x="808003" y="58044"/>
                </a:cubicBezTo>
                <a:cubicBezTo>
                  <a:pt x="806023" y="58044"/>
                  <a:pt x="803803" y="57068"/>
                  <a:pt x="801342" y="55116"/>
                </a:cubicBezTo>
                <a:cubicBezTo>
                  <a:pt x="798881" y="53165"/>
                  <a:pt x="797056" y="52189"/>
                  <a:pt x="795868" y="52189"/>
                </a:cubicBezTo>
                <a:cubicBezTo>
                  <a:pt x="794850" y="52189"/>
                  <a:pt x="793747" y="52753"/>
                  <a:pt x="792559" y="53881"/>
                </a:cubicBezTo>
                <a:cubicBezTo>
                  <a:pt x="790013" y="56195"/>
                  <a:pt x="787382" y="60004"/>
                  <a:pt x="784667" y="65308"/>
                </a:cubicBezTo>
                <a:lnTo>
                  <a:pt x="784667" y="102466"/>
                </a:lnTo>
                <a:cubicBezTo>
                  <a:pt x="784667" y="106753"/>
                  <a:pt x="785204" y="109997"/>
                  <a:pt x="786279" y="112198"/>
                </a:cubicBezTo>
                <a:cubicBezTo>
                  <a:pt x="787015" y="113722"/>
                  <a:pt x="788316" y="114992"/>
                  <a:pt x="790183" y="116009"/>
                </a:cubicBezTo>
                <a:cubicBezTo>
                  <a:pt x="792050" y="117023"/>
                  <a:pt x="794737" y="117531"/>
                  <a:pt x="798244" y="117531"/>
                </a:cubicBezTo>
                <a:lnTo>
                  <a:pt x="798244" y="120671"/>
                </a:lnTo>
                <a:lnTo>
                  <a:pt x="758445" y="120671"/>
                </a:lnTo>
                <a:lnTo>
                  <a:pt x="758445" y="117531"/>
                </a:lnTo>
                <a:cubicBezTo>
                  <a:pt x="762405" y="117531"/>
                  <a:pt x="765347" y="116910"/>
                  <a:pt x="767271" y="115669"/>
                </a:cubicBezTo>
                <a:cubicBezTo>
                  <a:pt x="768685" y="114766"/>
                  <a:pt x="769675" y="113326"/>
                  <a:pt x="770241" y="111349"/>
                </a:cubicBezTo>
                <a:cubicBezTo>
                  <a:pt x="770524" y="110389"/>
                  <a:pt x="770665" y="107652"/>
                  <a:pt x="770665" y="103136"/>
                </a:cubicBezTo>
                <a:lnTo>
                  <a:pt x="770665" y="73078"/>
                </a:lnTo>
                <a:cubicBezTo>
                  <a:pt x="770665" y="64045"/>
                  <a:pt x="770481" y="58669"/>
                  <a:pt x="770113" y="56949"/>
                </a:cubicBezTo>
                <a:cubicBezTo>
                  <a:pt x="769746" y="55227"/>
                  <a:pt x="769067" y="53971"/>
                  <a:pt x="768077" y="53181"/>
                </a:cubicBezTo>
                <a:cubicBezTo>
                  <a:pt x="767087" y="52390"/>
                  <a:pt x="765856" y="51995"/>
                  <a:pt x="764385" y="51995"/>
                </a:cubicBezTo>
                <a:cubicBezTo>
                  <a:pt x="762632" y="51995"/>
                  <a:pt x="760651" y="52419"/>
                  <a:pt x="758445" y="53265"/>
                </a:cubicBezTo>
                <a:lnTo>
                  <a:pt x="757597" y="50216"/>
                </a:lnTo>
                <a:lnTo>
                  <a:pt x="781103" y="40733"/>
                </a:lnTo>
                <a:lnTo>
                  <a:pt x="784667" y="40733"/>
                </a:lnTo>
                <a:close/>
                <a:moveTo>
                  <a:pt x="832866" y="72301"/>
                </a:moveTo>
                <a:cubicBezTo>
                  <a:pt x="832809" y="83815"/>
                  <a:pt x="835609" y="92846"/>
                  <a:pt x="841267" y="99395"/>
                </a:cubicBezTo>
                <a:cubicBezTo>
                  <a:pt x="846924" y="105941"/>
                  <a:pt x="853571" y="109215"/>
                  <a:pt x="861209" y="109215"/>
                </a:cubicBezTo>
                <a:cubicBezTo>
                  <a:pt x="866300" y="109215"/>
                  <a:pt x="870727" y="107814"/>
                  <a:pt x="874489" y="105014"/>
                </a:cubicBezTo>
                <a:cubicBezTo>
                  <a:pt x="878251" y="102214"/>
                  <a:pt x="881405" y="97419"/>
                  <a:pt x="883951" y="90630"/>
                </a:cubicBezTo>
                <a:lnTo>
                  <a:pt x="886582" y="92327"/>
                </a:lnTo>
                <a:cubicBezTo>
                  <a:pt x="885394" y="100078"/>
                  <a:pt x="881943" y="107136"/>
                  <a:pt x="876229" y="113500"/>
                </a:cubicBezTo>
                <a:cubicBezTo>
                  <a:pt x="870515" y="119864"/>
                  <a:pt x="863358" y="123047"/>
                  <a:pt x="854759" y="123047"/>
                </a:cubicBezTo>
                <a:cubicBezTo>
                  <a:pt x="845425" y="123047"/>
                  <a:pt x="837434" y="119420"/>
                  <a:pt x="830786" y="112166"/>
                </a:cubicBezTo>
                <a:cubicBezTo>
                  <a:pt x="824139" y="104911"/>
                  <a:pt x="820815" y="95157"/>
                  <a:pt x="820815" y="82905"/>
                </a:cubicBezTo>
                <a:cubicBezTo>
                  <a:pt x="820815" y="69639"/>
                  <a:pt x="824224" y="59294"/>
                  <a:pt x="831041" y="51871"/>
                </a:cubicBezTo>
                <a:cubicBezTo>
                  <a:pt x="837858" y="44445"/>
                  <a:pt x="846415" y="40733"/>
                  <a:pt x="856711" y="40733"/>
                </a:cubicBezTo>
                <a:cubicBezTo>
                  <a:pt x="865423" y="40733"/>
                  <a:pt x="872580" y="43597"/>
                  <a:pt x="878181" y="49325"/>
                </a:cubicBezTo>
                <a:cubicBezTo>
                  <a:pt x="883781" y="55051"/>
                  <a:pt x="886582" y="62710"/>
                  <a:pt x="886582" y="72301"/>
                </a:cubicBezTo>
                <a:lnTo>
                  <a:pt x="832866" y="72301"/>
                </a:lnTo>
                <a:moveTo>
                  <a:pt x="832866" y="67379"/>
                </a:moveTo>
                <a:lnTo>
                  <a:pt x="868846" y="67379"/>
                </a:lnTo>
                <a:cubicBezTo>
                  <a:pt x="868563" y="62400"/>
                  <a:pt x="867969" y="58893"/>
                  <a:pt x="867064" y="56856"/>
                </a:cubicBezTo>
                <a:cubicBezTo>
                  <a:pt x="865650" y="53688"/>
                  <a:pt x="863542" y="51199"/>
                  <a:pt x="860742" y="49388"/>
                </a:cubicBezTo>
                <a:cubicBezTo>
                  <a:pt x="857942" y="47578"/>
                  <a:pt x="855014" y="46673"/>
                  <a:pt x="851959" y="46673"/>
                </a:cubicBezTo>
                <a:cubicBezTo>
                  <a:pt x="847263" y="46673"/>
                  <a:pt x="843063" y="48497"/>
                  <a:pt x="839357" y="52146"/>
                </a:cubicBezTo>
                <a:cubicBezTo>
                  <a:pt x="835652" y="55795"/>
                  <a:pt x="833488" y="60873"/>
                  <a:pt x="832866" y="67379"/>
                </a:cubicBezTo>
                <a:close/>
                <a:moveTo>
                  <a:pt x="947198" y="40733"/>
                </a:moveTo>
                <a:lnTo>
                  <a:pt x="947198" y="67039"/>
                </a:lnTo>
                <a:lnTo>
                  <a:pt x="944398" y="67039"/>
                </a:lnTo>
                <a:cubicBezTo>
                  <a:pt x="942248" y="58788"/>
                  <a:pt x="939490" y="53176"/>
                  <a:pt x="936124" y="50203"/>
                </a:cubicBezTo>
                <a:cubicBezTo>
                  <a:pt x="932758" y="47227"/>
                  <a:pt x="928473" y="45739"/>
                  <a:pt x="923268" y="45739"/>
                </a:cubicBezTo>
                <a:cubicBezTo>
                  <a:pt x="919308" y="45739"/>
                  <a:pt x="916111" y="46785"/>
                  <a:pt x="913679" y="48877"/>
                </a:cubicBezTo>
                <a:cubicBezTo>
                  <a:pt x="911246" y="50966"/>
                  <a:pt x="910030" y="53283"/>
                  <a:pt x="910030" y="55827"/>
                </a:cubicBezTo>
                <a:cubicBezTo>
                  <a:pt x="910030" y="58992"/>
                  <a:pt x="910935" y="61704"/>
                  <a:pt x="912745" y="63963"/>
                </a:cubicBezTo>
                <a:cubicBezTo>
                  <a:pt x="914499" y="66281"/>
                  <a:pt x="918063" y="68739"/>
                  <a:pt x="923438" y="71338"/>
                </a:cubicBezTo>
                <a:lnTo>
                  <a:pt x="935827" y="77358"/>
                </a:lnTo>
                <a:cubicBezTo>
                  <a:pt x="947311" y="82951"/>
                  <a:pt x="953054" y="90326"/>
                  <a:pt x="953054" y="99482"/>
                </a:cubicBezTo>
                <a:cubicBezTo>
                  <a:pt x="953054" y="106545"/>
                  <a:pt x="950381" y="112239"/>
                  <a:pt x="945034" y="116563"/>
                </a:cubicBezTo>
                <a:cubicBezTo>
                  <a:pt x="939688" y="120885"/>
                  <a:pt x="933706" y="123047"/>
                  <a:pt x="927087" y="123047"/>
                </a:cubicBezTo>
                <a:cubicBezTo>
                  <a:pt x="922334" y="123047"/>
                  <a:pt x="916903" y="122198"/>
                  <a:pt x="910793" y="120501"/>
                </a:cubicBezTo>
                <a:cubicBezTo>
                  <a:pt x="908927" y="119935"/>
                  <a:pt x="907399" y="119652"/>
                  <a:pt x="906211" y="119652"/>
                </a:cubicBezTo>
                <a:cubicBezTo>
                  <a:pt x="904910" y="119652"/>
                  <a:pt x="903892" y="120388"/>
                  <a:pt x="903156" y="121859"/>
                </a:cubicBezTo>
                <a:lnTo>
                  <a:pt x="900356" y="121859"/>
                </a:lnTo>
                <a:lnTo>
                  <a:pt x="900356" y="94025"/>
                </a:lnTo>
                <a:lnTo>
                  <a:pt x="903156" y="94025"/>
                </a:lnTo>
                <a:cubicBezTo>
                  <a:pt x="904740" y="101973"/>
                  <a:pt x="907767" y="107963"/>
                  <a:pt x="912236" y="111994"/>
                </a:cubicBezTo>
                <a:cubicBezTo>
                  <a:pt x="916705" y="116025"/>
                  <a:pt x="921712" y="118040"/>
                  <a:pt x="927256" y="118040"/>
                </a:cubicBezTo>
                <a:cubicBezTo>
                  <a:pt x="931160" y="118040"/>
                  <a:pt x="934342" y="116896"/>
                  <a:pt x="936803" y="114608"/>
                </a:cubicBezTo>
                <a:cubicBezTo>
                  <a:pt x="939264" y="112319"/>
                  <a:pt x="940494" y="109564"/>
                  <a:pt x="940494" y="106343"/>
                </a:cubicBezTo>
                <a:cubicBezTo>
                  <a:pt x="940494" y="102443"/>
                  <a:pt x="939122" y="99165"/>
                  <a:pt x="936379" y="96509"/>
                </a:cubicBezTo>
                <a:cubicBezTo>
                  <a:pt x="933635" y="93854"/>
                  <a:pt x="928161" y="90492"/>
                  <a:pt x="919958" y="86424"/>
                </a:cubicBezTo>
                <a:cubicBezTo>
                  <a:pt x="911755" y="82355"/>
                  <a:pt x="906381" y="78681"/>
                  <a:pt x="903835" y="75403"/>
                </a:cubicBezTo>
                <a:cubicBezTo>
                  <a:pt x="901289" y="72182"/>
                  <a:pt x="900016" y="68113"/>
                  <a:pt x="900016" y="63197"/>
                </a:cubicBezTo>
                <a:cubicBezTo>
                  <a:pt x="900016" y="56811"/>
                  <a:pt x="902208" y="51471"/>
                  <a:pt x="906593" y="47177"/>
                </a:cubicBezTo>
                <a:cubicBezTo>
                  <a:pt x="910977" y="42881"/>
                  <a:pt x="916649" y="40733"/>
                  <a:pt x="923607" y="40733"/>
                </a:cubicBezTo>
                <a:cubicBezTo>
                  <a:pt x="926662" y="40733"/>
                  <a:pt x="930368" y="41383"/>
                  <a:pt x="934724" y="42684"/>
                </a:cubicBezTo>
                <a:cubicBezTo>
                  <a:pt x="937609" y="43533"/>
                  <a:pt x="939533" y="43957"/>
                  <a:pt x="940494" y="43957"/>
                </a:cubicBezTo>
                <a:cubicBezTo>
                  <a:pt x="941400" y="43957"/>
                  <a:pt x="942107" y="43759"/>
                  <a:pt x="942616" y="43363"/>
                </a:cubicBezTo>
                <a:cubicBezTo>
                  <a:pt x="943125" y="42967"/>
                  <a:pt x="943719" y="42090"/>
                  <a:pt x="944398" y="40733"/>
                </a:cubicBezTo>
                <a:lnTo>
                  <a:pt x="947198" y="40733"/>
                </a:lnTo>
                <a:close/>
                <a:moveTo>
                  <a:pt x="958966" y="50584"/>
                </a:moveTo>
                <a:lnTo>
                  <a:pt x="982896" y="40902"/>
                </a:lnTo>
                <a:lnTo>
                  <a:pt x="986121" y="40902"/>
                </a:lnTo>
                <a:lnTo>
                  <a:pt x="986121" y="59062"/>
                </a:lnTo>
                <a:cubicBezTo>
                  <a:pt x="990138" y="52217"/>
                  <a:pt x="994169" y="47451"/>
                  <a:pt x="998214" y="44764"/>
                </a:cubicBezTo>
                <a:cubicBezTo>
                  <a:pt x="1002259" y="42076"/>
                  <a:pt x="1006516" y="40733"/>
                  <a:pt x="1010985" y="40733"/>
                </a:cubicBezTo>
                <a:cubicBezTo>
                  <a:pt x="1018792" y="40733"/>
                  <a:pt x="1025298" y="43784"/>
                  <a:pt x="1030503" y="49887"/>
                </a:cubicBezTo>
                <a:cubicBezTo>
                  <a:pt x="1036895" y="57348"/>
                  <a:pt x="1040092" y="67068"/>
                  <a:pt x="1040092" y="79050"/>
                </a:cubicBezTo>
                <a:cubicBezTo>
                  <a:pt x="1040092" y="92443"/>
                  <a:pt x="1036245" y="103520"/>
                  <a:pt x="1028551" y="112280"/>
                </a:cubicBezTo>
                <a:cubicBezTo>
                  <a:pt x="1022215" y="119458"/>
                  <a:pt x="1014238" y="123047"/>
                  <a:pt x="1004620" y="123047"/>
                </a:cubicBezTo>
                <a:cubicBezTo>
                  <a:pt x="1000434" y="123047"/>
                  <a:pt x="996813" y="122453"/>
                  <a:pt x="993758" y="121265"/>
                </a:cubicBezTo>
                <a:cubicBezTo>
                  <a:pt x="991495" y="120416"/>
                  <a:pt x="988950" y="118719"/>
                  <a:pt x="986121" y="116173"/>
                </a:cubicBezTo>
                <a:lnTo>
                  <a:pt x="986121" y="139849"/>
                </a:lnTo>
                <a:cubicBezTo>
                  <a:pt x="986121" y="145167"/>
                  <a:pt x="986446" y="148547"/>
                  <a:pt x="987097" y="149990"/>
                </a:cubicBezTo>
                <a:cubicBezTo>
                  <a:pt x="987747" y="151432"/>
                  <a:pt x="988879" y="152578"/>
                  <a:pt x="990491" y="153427"/>
                </a:cubicBezTo>
                <a:cubicBezTo>
                  <a:pt x="992104" y="154275"/>
                  <a:pt x="995031" y="154699"/>
                  <a:pt x="999274" y="154699"/>
                </a:cubicBezTo>
                <a:lnTo>
                  <a:pt x="999274" y="157839"/>
                </a:lnTo>
                <a:lnTo>
                  <a:pt x="958542" y="157839"/>
                </a:lnTo>
                <a:lnTo>
                  <a:pt x="958542" y="154699"/>
                </a:lnTo>
                <a:lnTo>
                  <a:pt x="960663" y="154699"/>
                </a:lnTo>
                <a:cubicBezTo>
                  <a:pt x="963775" y="154756"/>
                  <a:pt x="966434" y="154161"/>
                  <a:pt x="968640" y="152915"/>
                </a:cubicBezTo>
                <a:cubicBezTo>
                  <a:pt x="969715" y="152292"/>
                  <a:pt x="970549" y="151287"/>
                  <a:pt x="971143" y="149900"/>
                </a:cubicBezTo>
                <a:cubicBezTo>
                  <a:pt x="971737" y="148514"/>
                  <a:pt x="972034" y="144990"/>
                  <a:pt x="972034" y="139329"/>
                </a:cubicBezTo>
                <a:lnTo>
                  <a:pt x="972034" y="65785"/>
                </a:lnTo>
                <a:cubicBezTo>
                  <a:pt x="972034" y="60746"/>
                  <a:pt x="971808" y="57548"/>
                  <a:pt x="971355" y="56190"/>
                </a:cubicBezTo>
                <a:cubicBezTo>
                  <a:pt x="970903" y="54831"/>
                  <a:pt x="970182" y="53812"/>
                  <a:pt x="969191" y="53133"/>
                </a:cubicBezTo>
                <a:cubicBezTo>
                  <a:pt x="968201" y="52452"/>
                  <a:pt x="966858" y="52112"/>
                  <a:pt x="965161" y="52112"/>
                </a:cubicBezTo>
                <a:cubicBezTo>
                  <a:pt x="963803" y="52112"/>
                  <a:pt x="962077" y="52508"/>
                  <a:pt x="959984" y="53300"/>
                </a:cubicBezTo>
                <a:lnTo>
                  <a:pt x="958966" y="50584"/>
                </a:lnTo>
                <a:moveTo>
                  <a:pt x="986121" y="64223"/>
                </a:moveTo>
                <a:lnTo>
                  <a:pt x="986121" y="93208"/>
                </a:lnTo>
                <a:cubicBezTo>
                  <a:pt x="986121" y="99480"/>
                  <a:pt x="986376" y="103605"/>
                  <a:pt x="986885" y="105582"/>
                </a:cubicBezTo>
                <a:cubicBezTo>
                  <a:pt x="987677" y="108859"/>
                  <a:pt x="989614" y="111741"/>
                  <a:pt x="992698" y="114227"/>
                </a:cubicBezTo>
                <a:cubicBezTo>
                  <a:pt x="995781" y="116712"/>
                  <a:pt x="999670" y="117955"/>
                  <a:pt x="1004366" y="117955"/>
                </a:cubicBezTo>
                <a:cubicBezTo>
                  <a:pt x="1010023" y="117955"/>
                  <a:pt x="1014606" y="115751"/>
                  <a:pt x="1018113" y="111344"/>
                </a:cubicBezTo>
                <a:cubicBezTo>
                  <a:pt x="1022696" y="105582"/>
                  <a:pt x="1024987" y="97475"/>
                  <a:pt x="1024987" y="87021"/>
                </a:cubicBezTo>
                <a:cubicBezTo>
                  <a:pt x="1024987" y="75157"/>
                  <a:pt x="1022384" y="66032"/>
                  <a:pt x="1017180" y="59648"/>
                </a:cubicBezTo>
                <a:cubicBezTo>
                  <a:pt x="1013559" y="55241"/>
                  <a:pt x="1009259" y="53037"/>
                  <a:pt x="1004281" y="53037"/>
                </a:cubicBezTo>
                <a:cubicBezTo>
                  <a:pt x="1001565" y="53037"/>
                  <a:pt x="998878" y="53715"/>
                  <a:pt x="996219" y="55071"/>
                </a:cubicBezTo>
                <a:cubicBezTo>
                  <a:pt x="994183" y="56088"/>
                  <a:pt x="990817" y="59138"/>
                  <a:pt x="986121" y="64223"/>
                </a:cubicBezTo>
                <a:close/>
                <a:moveTo>
                  <a:pt x="1089480" y="40733"/>
                </a:moveTo>
                <a:cubicBezTo>
                  <a:pt x="1101248" y="40733"/>
                  <a:pt x="1110695" y="45198"/>
                  <a:pt x="1117824" y="54127"/>
                </a:cubicBezTo>
                <a:cubicBezTo>
                  <a:pt x="1123877" y="61756"/>
                  <a:pt x="1126904" y="70516"/>
                  <a:pt x="1126904" y="80407"/>
                </a:cubicBezTo>
                <a:cubicBezTo>
                  <a:pt x="1126904" y="87359"/>
                  <a:pt x="1125235" y="94395"/>
                  <a:pt x="1121897" y="101516"/>
                </a:cubicBezTo>
                <a:cubicBezTo>
                  <a:pt x="1118559" y="108636"/>
                  <a:pt x="1113962" y="114004"/>
                  <a:pt x="1108107" y="117621"/>
                </a:cubicBezTo>
                <a:cubicBezTo>
                  <a:pt x="1102252" y="121238"/>
                  <a:pt x="1095732" y="123047"/>
                  <a:pt x="1088547" y="123047"/>
                </a:cubicBezTo>
                <a:cubicBezTo>
                  <a:pt x="1076836" y="123047"/>
                  <a:pt x="1067530" y="118384"/>
                  <a:pt x="1060628" y="109058"/>
                </a:cubicBezTo>
                <a:cubicBezTo>
                  <a:pt x="1054801" y="101203"/>
                  <a:pt x="1051887" y="92388"/>
                  <a:pt x="1051887" y="82611"/>
                </a:cubicBezTo>
                <a:cubicBezTo>
                  <a:pt x="1051887" y="75490"/>
                  <a:pt x="1053655" y="68411"/>
                  <a:pt x="1057191" y="61375"/>
                </a:cubicBezTo>
                <a:cubicBezTo>
                  <a:pt x="1060727" y="54339"/>
                  <a:pt x="1065380" y="49139"/>
                  <a:pt x="1071151" y="45777"/>
                </a:cubicBezTo>
                <a:cubicBezTo>
                  <a:pt x="1076921" y="42414"/>
                  <a:pt x="1083031" y="40733"/>
                  <a:pt x="1089480" y="40733"/>
                </a:cubicBezTo>
                <a:moveTo>
                  <a:pt x="1086850" y="46333"/>
                </a:moveTo>
                <a:cubicBezTo>
                  <a:pt x="1083851" y="46333"/>
                  <a:pt x="1080839" y="47224"/>
                  <a:pt x="1077812" y="49004"/>
                </a:cubicBezTo>
                <a:cubicBezTo>
                  <a:pt x="1074785" y="50784"/>
                  <a:pt x="1072339" y="53906"/>
                  <a:pt x="1070472" y="58370"/>
                </a:cubicBezTo>
                <a:cubicBezTo>
                  <a:pt x="1068605" y="62834"/>
                  <a:pt x="1067671" y="68569"/>
                  <a:pt x="1067671" y="75576"/>
                </a:cubicBezTo>
                <a:cubicBezTo>
                  <a:pt x="1067671" y="86876"/>
                  <a:pt x="1069920" y="96624"/>
                  <a:pt x="1074418" y="104818"/>
                </a:cubicBezTo>
                <a:cubicBezTo>
                  <a:pt x="1078915" y="113010"/>
                  <a:pt x="1084841" y="117107"/>
                  <a:pt x="1092196" y="117107"/>
                </a:cubicBezTo>
                <a:cubicBezTo>
                  <a:pt x="1097684" y="117107"/>
                  <a:pt x="1102209" y="114846"/>
                  <a:pt x="1105773" y="110326"/>
                </a:cubicBezTo>
                <a:cubicBezTo>
                  <a:pt x="1109338" y="105805"/>
                  <a:pt x="1111120" y="98036"/>
                  <a:pt x="1111120" y="87018"/>
                </a:cubicBezTo>
                <a:cubicBezTo>
                  <a:pt x="1111120" y="73230"/>
                  <a:pt x="1108150" y="62381"/>
                  <a:pt x="1102209" y="54469"/>
                </a:cubicBezTo>
                <a:cubicBezTo>
                  <a:pt x="1098193" y="49045"/>
                  <a:pt x="1093073" y="46333"/>
                  <a:pt x="1086850" y="46333"/>
                </a:cubicBezTo>
                <a:close/>
                <a:moveTo>
                  <a:pt x="1161018" y="57196"/>
                </a:moveTo>
                <a:cubicBezTo>
                  <a:pt x="1170126" y="46220"/>
                  <a:pt x="1178810" y="40733"/>
                  <a:pt x="1187070" y="40733"/>
                </a:cubicBezTo>
                <a:cubicBezTo>
                  <a:pt x="1191312" y="40733"/>
                  <a:pt x="1194961" y="41792"/>
                  <a:pt x="1198016" y="43910"/>
                </a:cubicBezTo>
                <a:cubicBezTo>
                  <a:pt x="1201071" y="46026"/>
                  <a:pt x="1203504" y="49511"/>
                  <a:pt x="1205314" y="54366"/>
                </a:cubicBezTo>
                <a:cubicBezTo>
                  <a:pt x="1206559" y="57752"/>
                  <a:pt x="1207181" y="62945"/>
                  <a:pt x="1207181" y="69946"/>
                </a:cubicBezTo>
                <a:lnTo>
                  <a:pt x="1207181" y="103052"/>
                </a:lnTo>
                <a:cubicBezTo>
                  <a:pt x="1207181" y="107963"/>
                  <a:pt x="1207577" y="111294"/>
                  <a:pt x="1208369" y="113044"/>
                </a:cubicBezTo>
                <a:cubicBezTo>
                  <a:pt x="1208992" y="114455"/>
                  <a:pt x="1209996" y="115555"/>
                  <a:pt x="1211382" y="116345"/>
                </a:cubicBezTo>
                <a:cubicBezTo>
                  <a:pt x="1212768" y="117136"/>
                  <a:pt x="1215328" y="117531"/>
                  <a:pt x="1219062" y="117531"/>
                </a:cubicBezTo>
                <a:lnTo>
                  <a:pt x="1219062" y="120671"/>
                </a:lnTo>
                <a:lnTo>
                  <a:pt x="1180620" y="120671"/>
                </a:lnTo>
                <a:lnTo>
                  <a:pt x="1180620" y="117531"/>
                </a:lnTo>
                <a:lnTo>
                  <a:pt x="1182232" y="117531"/>
                </a:lnTo>
                <a:cubicBezTo>
                  <a:pt x="1185853" y="117531"/>
                  <a:pt x="1188385" y="116982"/>
                  <a:pt x="1189827" y="115884"/>
                </a:cubicBezTo>
                <a:cubicBezTo>
                  <a:pt x="1191270" y="114786"/>
                  <a:pt x="1192274" y="113169"/>
                  <a:pt x="1192840" y="111031"/>
                </a:cubicBezTo>
                <a:cubicBezTo>
                  <a:pt x="1193066" y="110186"/>
                  <a:pt x="1193179" y="107540"/>
                  <a:pt x="1193179" y="103094"/>
                </a:cubicBezTo>
                <a:lnTo>
                  <a:pt x="1193179" y="71433"/>
                </a:lnTo>
                <a:cubicBezTo>
                  <a:pt x="1193179" y="64399"/>
                  <a:pt x="1192260" y="59291"/>
                  <a:pt x="1190421" y="56111"/>
                </a:cubicBezTo>
                <a:cubicBezTo>
                  <a:pt x="1188583" y="52930"/>
                  <a:pt x="1185485" y="51340"/>
                  <a:pt x="1181129" y="51340"/>
                </a:cubicBezTo>
                <a:cubicBezTo>
                  <a:pt x="1174397" y="51340"/>
                  <a:pt x="1167693" y="54999"/>
                  <a:pt x="1161018" y="62316"/>
                </a:cubicBezTo>
                <a:lnTo>
                  <a:pt x="1161018" y="103094"/>
                </a:lnTo>
                <a:cubicBezTo>
                  <a:pt x="1161018" y="108329"/>
                  <a:pt x="1161329" y="111565"/>
                  <a:pt x="1161951" y="112803"/>
                </a:cubicBezTo>
                <a:cubicBezTo>
                  <a:pt x="1162743" y="114434"/>
                  <a:pt x="1163832" y="115630"/>
                  <a:pt x="1165218" y="116391"/>
                </a:cubicBezTo>
                <a:cubicBezTo>
                  <a:pt x="1166604" y="117151"/>
                  <a:pt x="1169419" y="117531"/>
                  <a:pt x="1173662" y="117531"/>
                </a:cubicBezTo>
                <a:lnTo>
                  <a:pt x="1173662" y="120671"/>
                </a:lnTo>
                <a:lnTo>
                  <a:pt x="1135220" y="120671"/>
                </a:lnTo>
                <a:lnTo>
                  <a:pt x="1135220" y="117531"/>
                </a:lnTo>
                <a:lnTo>
                  <a:pt x="1136917" y="117531"/>
                </a:lnTo>
                <a:cubicBezTo>
                  <a:pt x="1140877" y="117531"/>
                  <a:pt x="1143551" y="116529"/>
                  <a:pt x="1144937" y="114526"/>
                </a:cubicBezTo>
                <a:cubicBezTo>
                  <a:pt x="1146323" y="112521"/>
                  <a:pt x="1147016" y="108697"/>
                  <a:pt x="1147016" y="103052"/>
                </a:cubicBezTo>
                <a:lnTo>
                  <a:pt x="1147016" y="74263"/>
                </a:lnTo>
                <a:cubicBezTo>
                  <a:pt x="1147016" y="64950"/>
                  <a:pt x="1146804" y="59277"/>
                  <a:pt x="1146379" y="57246"/>
                </a:cubicBezTo>
                <a:cubicBezTo>
                  <a:pt x="1145955" y="55213"/>
                  <a:pt x="1145304" y="53829"/>
                  <a:pt x="1144427" y="53096"/>
                </a:cubicBezTo>
                <a:cubicBezTo>
                  <a:pt x="1143551" y="52362"/>
                  <a:pt x="1142377" y="51995"/>
                  <a:pt x="1140906" y="51995"/>
                </a:cubicBezTo>
                <a:cubicBezTo>
                  <a:pt x="1139322" y="51995"/>
                  <a:pt x="1137427" y="52419"/>
                  <a:pt x="1135220" y="53265"/>
                </a:cubicBezTo>
                <a:lnTo>
                  <a:pt x="1133947" y="50216"/>
                </a:lnTo>
                <a:lnTo>
                  <a:pt x="1157369" y="40733"/>
                </a:lnTo>
                <a:lnTo>
                  <a:pt x="1161018" y="40733"/>
                </a:lnTo>
                <a:lnTo>
                  <a:pt x="1161018" y="57196"/>
                </a:lnTo>
                <a:close/>
                <a:moveTo>
                  <a:pt x="1275494" y="40733"/>
                </a:moveTo>
                <a:lnTo>
                  <a:pt x="1275494" y="67039"/>
                </a:lnTo>
                <a:lnTo>
                  <a:pt x="1272693" y="67039"/>
                </a:lnTo>
                <a:cubicBezTo>
                  <a:pt x="1270543" y="58788"/>
                  <a:pt x="1267785" y="53176"/>
                  <a:pt x="1264419" y="50203"/>
                </a:cubicBezTo>
                <a:cubicBezTo>
                  <a:pt x="1261053" y="47227"/>
                  <a:pt x="1256768" y="45739"/>
                  <a:pt x="1251563" y="45739"/>
                </a:cubicBezTo>
                <a:cubicBezTo>
                  <a:pt x="1247603" y="45739"/>
                  <a:pt x="1244407" y="46785"/>
                  <a:pt x="1241974" y="48877"/>
                </a:cubicBezTo>
                <a:cubicBezTo>
                  <a:pt x="1239541" y="50966"/>
                  <a:pt x="1238325" y="53283"/>
                  <a:pt x="1238325" y="55827"/>
                </a:cubicBezTo>
                <a:cubicBezTo>
                  <a:pt x="1238325" y="58992"/>
                  <a:pt x="1239230" y="61704"/>
                  <a:pt x="1241040" y="63963"/>
                </a:cubicBezTo>
                <a:cubicBezTo>
                  <a:pt x="1242794" y="66281"/>
                  <a:pt x="1246358" y="68739"/>
                  <a:pt x="1251733" y="71338"/>
                </a:cubicBezTo>
                <a:lnTo>
                  <a:pt x="1264122" y="77358"/>
                </a:lnTo>
                <a:cubicBezTo>
                  <a:pt x="1275607" y="82951"/>
                  <a:pt x="1281349" y="90326"/>
                  <a:pt x="1281349" y="99482"/>
                </a:cubicBezTo>
                <a:cubicBezTo>
                  <a:pt x="1281349" y="106545"/>
                  <a:pt x="1278676" y="112239"/>
                  <a:pt x="1273330" y="116563"/>
                </a:cubicBezTo>
                <a:cubicBezTo>
                  <a:pt x="1267983" y="120885"/>
                  <a:pt x="1262001" y="123047"/>
                  <a:pt x="1255382" y="123047"/>
                </a:cubicBezTo>
                <a:cubicBezTo>
                  <a:pt x="1250630" y="123047"/>
                  <a:pt x="1245199" y="122198"/>
                  <a:pt x="1239089" y="120501"/>
                </a:cubicBezTo>
                <a:cubicBezTo>
                  <a:pt x="1237222" y="119935"/>
                  <a:pt x="1235694" y="119652"/>
                  <a:pt x="1234506" y="119652"/>
                </a:cubicBezTo>
                <a:cubicBezTo>
                  <a:pt x="1233205" y="119652"/>
                  <a:pt x="1232187" y="120388"/>
                  <a:pt x="1231451" y="121859"/>
                </a:cubicBezTo>
                <a:lnTo>
                  <a:pt x="1228651" y="121859"/>
                </a:lnTo>
                <a:lnTo>
                  <a:pt x="1228651" y="94025"/>
                </a:lnTo>
                <a:lnTo>
                  <a:pt x="1231451" y="94025"/>
                </a:lnTo>
                <a:cubicBezTo>
                  <a:pt x="1233035" y="101973"/>
                  <a:pt x="1236062" y="107963"/>
                  <a:pt x="1240531" y="111994"/>
                </a:cubicBezTo>
                <a:cubicBezTo>
                  <a:pt x="1245001" y="116025"/>
                  <a:pt x="1250007" y="118040"/>
                  <a:pt x="1255552" y="118040"/>
                </a:cubicBezTo>
                <a:cubicBezTo>
                  <a:pt x="1259455" y="118040"/>
                  <a:pt x="1262637" y="116896"/>
                  <a:pt x="1265098" y="114608"/>
                </a:cubicBezTo>
                <a:cubicBezTo>
                  <a:pt x="1267559" y="112319"/>
                  <a:pt x="1268790" y="109564"/>
                  <a:pt x="1268790" y="106343"/>
                </a:cubicBezTo>
                <a:cubicBezTo>
                  <a:pt x="1268790" y="102443"/>
                  <a:pt x="1267418" y="99165"/>
                  <a:pt x="1264674" y="96509"/>
                </a:cubicBezTo>
                <a:cubicBezTo>
                  <a:pt x="1261930" y="93854"/>
                  <a:pt x="1256457" y="90492"/>
                  <a:pt x="1248254" y="86424"/>
                </a:cubicBezTo>
                <a:cubicBezTo>
                  <a:pt x="1240050" y="82355"/>
                  <a:pt x="1234676" y="78681"/>
                  <a:pt x="1232130" y="75403"/>
                </a:cubicBezTo>
                <a:cubicBezTo>
                  <a:pt x="1229584" y="72182"/>
                  <a:pt x="1228312" y="68113"/>
                  <a:pt x="1228312" y="63197"/>
                </a:cubicBezTo>
                <a:cubicBezTo>
                  <a:pt x="1228312" y="56811"/>
                  <a:pt x="1230504" y="51471"/>
                  <a:pt x="1234888" y="47177"/>
                </a:cubicBezTo>
                <a:cubicBezTo>
                  <a:pt x="1239273" y="42881"/>
                  <a:pt x="1244944" y="40733"/>
                  <a:pt x="1251903" y="40733"/>
                </a:cubicBezTo>
                <a:cubicBezTo>
                  <a:pt x="1254958" y="40733"/>
                  <a:pt x="1258663" y="41383"/>
                  <a:pt x="1263019" y="42684"/>
                </a:cubicBezTo>
                <a:cubicBezTo>
                  <a:pt x="1265904" y="43533"/>
                  <a:pt x="1267828" y="43957"/>
                  <a:pt x="1268790" y="43957"/>
                </a:cubicBezTo>
                <a:cubicBezTo>
                  <a:pt x="1269695" y="43957"/>
                  <a:pt x="1270402" y="43759"/>
                  <a:pt x="1270911" y="43363"/>
                </a:cubicBezTo>
                <a:cubicBezTo>
                  <a:pt x="1271420" y="42967"/>
                  <a:pt x="1272014" y="42090"/>
                  <a:pt x="1272693" y="40733"/>
                </a:cubicBezTo>
                <a:lnTo>
                  <a:pt x="1275494" y="40733"/>
                </a:lnTo>
                <a:close/>
                <a:moveTo>
                  <a:pt x="1305930" y="72301"/>
                </a:moveTo>
                <a:cubicBezTo>
                  <a:pt x="1305874" y="83815"/>
                  <a:pt x="1308674" y="92846"/>
                  <a:pt x="1314331" y="99395"/>
                </a:cubicBezTo>
                <a:cubicBezTo>
                  <a:pt x="1319989" y="105941"/>
                  <a:pt x="1326636" y="109215"/>
                  <a:pt x="1334273" y="109215"/>
                </a:cubicBezTo>
                <a:cubicBezTo>
                  <a:pt x="1339365" y="109215"/>
                  <a:pt x="1343792" y="107814"/>
                  <a:pt x="1347554" y="105014"/>
                </a:cubicBezTo>
                <a:cubicBezTo>
                  <a:pt x="1351316" y="102214"/>
                  <a:pt x="1354470" y="97419"/>
                  <a:pt x="1357016" y="90630"/>
                </a:cubicBezTo>
                <a:lnTo>
                  <a:pt x="1359647" y="92327"/>
                </a:lnTo>
                <a:cubicBezTo>
                  <a:pt x="1358459" y="100078"/>
                  <a:pt x="1355008" y="107136"/>
                  <a:pt x="1349294" y="113500"/>
                </a:cubicBezTo>
                <a:cubicBezTo>
                  <a:pt x="1343580" y="119864"/>
                  <a:pt x="1336423" y="123047"/>
                  <a:pt x="1327824" y="123047"/>
                </a:cubicBezTo>
                <a:cubicBezTo>
                  <a:pt x="1318490" y="123047"/>
                  <a:pt x="1310499" y="119420"/>
                  <a:pt x="1303851" y="112166"/>
                </a:cubicBezTo>
                <a:cubicBezTo>
                  <a:pt x="1297204" y="104911"/>
                  <a:pt x="1293880" y="95157"/>
                  <a:pt x="1293880" y="82905"/>
                </a:cubicBezTo>
                <a:cubicBezTo>
                  <a:pt x="1293880" y="69639"/>
                  <a:pt x="1297289" y="59294"/>
                  <a:pt x="1304106" y="51871"/>
                </a:cubicBezTo>
                <a:cubicBezTo>
                  <a:pt x="1310923" y="44445"/>
                  <a:pt x="1319480" y="40733"/>
                  <a:pt x="1329776" y="40733"/>
                </a:cubicBezTo>
                <a:cubicBezTo>
                  <a:pt x="1338488" y="40733"/>
                  <a:pt x="1345645" y="43597"/>
                  <a:pt x="1351245" y="49325"/>
                </a:cubicBezTo>
                <a:cubicBezTo>
                  <a:pt x="1356846" y="55051"/>
                  <a:pt x="1359647" y="62710"/>
                  <a:pt x="1359647" y="72301"/>
                </a:cubicBezTo>
                <a:lnTo>
                  <a:pt x="1305930" y="72301"/>
                </a:lnTo>
                <a:moveTo>
                  <a:pt x="1305930" y="67379"/>
                </a:moveTo>
                <a:lnTo>
                  <a:pt x="1341911" y="67379"/>
                </a:lnTo>
                <a:cubicBezTo>
                  <a:pt x="1341628" y="62400"/>
                  <a:pt x="1341034" y="58893"/>
                  <a:pt x="1340129" y="56856"/>
                </a:cubicBezTo>
                <a:cubicBezTo>
                  <a:pt x="1338714" y="53688"/>
                  <a:pt x="1336607" y="51199"/>
                  <a:pt x="1333807" y="49388"/>
                </a:cubicBezTo>
                <a:cubicBezTo>
                  <a:pt x="1331006" y="47578"/>
                  <a:pt x="1328079" y="46673"/>
                  <a:pt x="1325024" y="46673"/>
                </a:cubicBezTo>
                <a:cubicBezTo>
                  <a:pt x="1320328" y="46673"/>
                  <a:pt x="1316128" y="48497"/>
                  <a:pt x="1312422" y="52146"/>
                </a:cubicBezTo>
                <a:cubicBezTo>
                  <a:pt x="1308717" y="55795"/>
                  <a:pt x="1306553" y="60873"/>
                  <a:pt x="1305930" y="67379"/>
                </a:cubicBezTo>
                <a:close/>
                <a:moveTo>
                  <a:pt x="1420263" y="40733"/>
                </a:moveTo>
                <a:lnTo>
                  <a:pt x="1420263" y="67039"/>
                </a:lnTo>
                <a:lnTo>
                  <a:pt x="1417463" y="67039"/>
                </a:lnTo>
                <a:cubicBezTo>
                  <a:pt x="1415313" y="58788"/>
                  <a:pt x="1412555" y="53176"/>
                  <a:pt x="1409189" y="50203"/>
                </a:cubicBezTo>
                <a:cubicBezTo>
                  <a:pt x="1405823" y="47227"/>
                  <a:pt x="1401537" y="45739"/>
                  <a:pt x="1396332" y="45739"/>
                </a:cubicBezTo>
                <a:cubicBezTo>
                  <a:pt x="1392372" y="45739"/>
                  <a:pt x="1389176" y="46785"/>
                  <a:pt x="1386743" y="48877"/>
                </a:cubicBezTo>
                <a:cubicBezTo>
                  <a:pt x="1384311" y="50966"/>
                  <a:pt x="1383094" y="53283"/>
                  <a:pt x="1383094" y="55827"/>
                </a:cubicBezTo>
                <a:cubicBezTo>
                  <a:pt x="1383094" y="58992"/>
                  <a:pt x="1383999" y="61704"/>
                  <a:pt x="1385810" y="63963"/>
                </a:cubicBezTo>
                <a:cubicBezTo>
                  <a:pt x="1387564" y="66281"/>
                  <a:pt x="1391128" y="68739"/>
                  <a:pt x="1396502" y="71338"/>
                </a:cubicBezTo>
                <a:lnTo>
                  <a:pt x="1408892" y="77358"/>
                </a:lnTo>
                <a:cubicBezTo>
                  <a:pt x="1420376" y="82951"/>
                  <a:pt x="1426118" y="90326"/>
                  <a:pt x="1426118" y="99482"/>
                </a:cubicBezTo>
                <a:cubicBezTo>
                  <a:pt x="1426118" y="106545"/>
                  <a:pt x="1423445" y="112239"/>
                  <a:pt x="1418099" y="116563"/>
                </a:cubicBezTo>
                <a:cubicBezTo>
                  <a:pt x="1412753" y="120885"/>
                  <a:pt x="1406770" y="123047"/>
                  <a:pt x="1400151" y="123047"/>
                </a:cubicBezTo>
                <a:cubicBezTo>
                  <a:pt x="1395399" y="123047"/>
                  <a:pt x="1389968" y="122198"/>
                  <a:pt x="1383858" y="120501"/>
                </a:cubicBezTo>
                <a:cubicBezTo>
                  <a:pt x="1381991" y="119935"/>
                  <a:pt x="1380464" y="119652"/>
                  <a:pt x="1379276" y="119652"/>
                </a:cubicBezTo>
                <a:cubicBezTo>
                  <a:pt x="1377974" y="119652"/>
                  <a:pt x="1376956" y="120388"/>
                  <a:pt x="1376221" y="121859"/>
                </a:cubicBezTo>
                <a:lnTo>
                  <a:pt x="1373420" y="121859"/>
                </a:lnTo>
                <a:lnTo>
                  <a:pt x="1373420" y="94025"/>
                </a:lnTo>
                <a:lnTo>
                  <a:pt x="1376221" y="94025"/>
                </a:lnTo>
                <a:cubicBezTo>
                  <a:pt x="1377805" y="101973"/>
                  <a:pt x="1380831" y="107963"/>
                  <a:pt x="1385301" y="111994"/>
                </a:cubicBezTo>
                <a:cubicBezTo>
                  <a:pt x="1389770" y="116025"/>
                  <a:pt x="1394777" y="118040"/>
                  <a:pt x="1400321" y="118040"/>
                </a:cubicBezTo>
                <a:cubicBezTo>
                  <a:pt x="1404224" y="118040"/>
                  <a:pt x="1407407" y="116896"/>
                  <a:pt x="1409868" y="114608"/>
                </a:cubicBezTo>
                <a:cubicBezTo>
                  <a:pt x="1412328" y="112319"/>
                  <a:pt x="1413559" y="109564"/>
                  <a:pt x="1413559" y="106343"/>
                </a:cubicBezTo>
                <a:cubicBezTo>
                  <a:pt x="1413559" y="102443"/>
                  <a:pt x="1412187" y="99165"/>
                  <a:pt x="1409443" y="96509"/>
                </a:cubicBezTo>
                <a:cubicBezTo>
                  <a:pt x="1406699" y="93854"/>
                  <a:pt x="1401226" y="90492"/>
                  <a:pt x="1393023" y="86424"/>
                </a:cubicBezTo>
                <a:cubicBezTo>
                  <a:pt x="1384820" y="82355"/>
                  <a:pt x="1379445" y="78681"/>
                  <a:pt x="1376900" y="75403"/>
                </a:cubicBezTo>
                <a:cubicBezTo>
                  <a:pt x="1374354" y="72182"/>
                  <a:pt x="1373081" y="68113"/>
                  <a:pt x="1373081" y="63197"/>
                </a:cubicBezTo>
                <a:cubicBezTo>
                  <a:pt x="1373081" y="56811"/>
                  <a:pt x="1375273" y="51471"/>
                  <a:pt x="1379657" y="47177"/>
                </a:cubicBezTo>
                <a:cubicBezTo>
                  <a:pt x="1384042" y="42881"/>
                  <a:pt x="1389713" y="40733"/>
                  <a:pt x="1396672" y="40733"/>
                </a:cubicBezTo>
                <a:cubicBezTo>
                  <a:pt x="1399727" y="40733"/>
                  <a:pt x="1403432" y="41383"/>
                  <a:pt x="1407788" y="42684"/>
                </a:cubicBezTo>
                <a:cubicBezTo>
                  <a:pt x="1410674" y="43533"/>
                  <a:pt x="1412597" y="43957"/>
                  <a:pt x="1413559" y="43957"/>
                </a:cubicBezTo>
                <a:cubicBezTo>
                  <a:pt x="1414464" y="43957"/>
                  <a:pt x="1415171" y="43759"/>
                  <a:pt x="1415680" y="43363"/>
                </a:cubicBezTo>
                <a:cubicBezTo>
                  <a:pt x="1416190" y="42967"/>
                  <a:pt x="1416784" y="42090"/>
                  <a:pt x="1417463" y="40733"/>
                </a:cubicBezTo>
                <a:lnTo>
                  <a:pt x="1420263" y="4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directedatthesystem,">
            <a:extLst xmlns:a="http://schemas.openxmlformats.org/drawingml/2006/main">
              <a:ext uri="{FF2B5EF4-FFF2-40B4-BE49-F238E27FC236}">
                <a16:creationId xmlns:a16="http://schemas.microsoft.com/office/drawing/2014/main" id="{6F3C5A39-1546-4375-8CCE-1EFF1BEC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4187" y="5149796"/>
            <a:ext cx="1539635" cy="158179"/>
          </a:xfrm>
          <a:custGeom xmlns:a="http://schemas.openxmlformats.org/drawingml/2006/main">
            <a:pathLst>
              <a:path w="1539635" h="158179">
                <a:moveTo>
                  <a:pt x="54565" y="111930"/>
                </a:moveTo>
                <a:cubicBezTo>
                  <a:pt x="50774" y="115890"/>
                  <a:pt x="47069" y="118733"/>
                  <a:pt x="43448" y="120459"/>
                </a:cubicBezTo>
                <a:cubicBezTo>
                  <a:pt x="39828" y="122184"/>
                  <a:pt x="35924" y="123047"/>
                  <a:pt x="31738" y="123047"/>
                </a:cubicBezTo>
                <a:cubicBezTo>
                  <a:pt x="23252" y="123047"/>
                  <a:pt x="15840" y="119505"/>
                  <a:pt x="9504" y="112421"/>
                </a:cubicBezTo>
                <a:cubicBezTo>
                  <a:pt x="3168" y="105335"/>
                  <a:pt x="0" y="96230"/>
                  <a:pt x="0" y="85106"/>
                </a:cubicBezTo>
                <a:cubicBezTo>
                  <a:pt x="0" y="73984"/>
                  <a:pt x="3508" y="63808"/>
                  <a:pt x="10523" y="54578"/>
                </a:cubicBezTo>
                <a:cubicBezTo>
                  <a:pt x="17538" y="45348"/>
                  <a:pt x="26561" y="40733"/>
                  <a:pt x="37593" y="40733"/>
                </a:cubicBezTo>
                <a:cubicBezTo>
                  <a:pt x="44438" y="40733"/>
                  <a:pt x="50096" y="42911"/>
                  <a:pt x="54565" y="47267"/>
                </a:cubicBezTo>
                <a:lnTo>
                  <a:pt x="54565" y="32894"/>
                </a:lnTo>
                <a:cubicBezTo>
                  <a:pt x="54565" y="23975"/>
                  <a:pt x="54353" y="18492"/>
                  <a:pt x="53928" y="16447"/>
                </a:cubicBezTo>
                <a:cubicBezTo>
                  <a:pt x="53504" y="14401"/>
                  <a:pt x="52839" y="13010"/>
                  <a:pt x="51934" y="12273"/>
                </a:cubicBezTo>
                <a:cubicBezTo>
                  <a:pt x="51029" y="11534"/>
                  <a:pt x="49898" y="11164"/>
                  <a:pt x="48540" y="11164"/>
                </a:cubicBezTo>
                <a:cubicBezTo>
                  <a:pt x="47069" y="11164"/>
                  <a:pt x="45117" y="11619"/>
                  <a:pt x="42684" y="12527"/>
                </a:cubicBezTo>
                <a:lnTo>
                  <a:pt x="41581" y="9544"/>
                </a:lnTo>
                <a:lnTo>
                  <a:pt x="64748" y="0"/>
                </a:lnTo>
                <a:lnTo>
                  <a:pt x="68567" y="0"/>
                </a:lnTo>
                <a:lnTo>
                  <a:pt x="68567" y="89867"/>
                </a:lnTo>
                <a:cubicBezTo>
                  <a:pt x="68567" y="98975"/>
                  <a:pt x="68779" y="104533"/>
                  <a:pt x="69203" y="106541"/>
                </a:cubicBezTo>
                <a:cubicBezTo>
                  <a:pt x="69627" y="108550"/>
                  <a:pt x="70306" y="109950"/>
                  <a:pt x="71240" y="110742"/>
                </a:cubicBezTo>
                <a:cubicBezTo>
                  <a:pt x="72173" y="111534"/>
                  <a:pt x="73262" y="111930"/>
                  <a:pt x="74507" y="111930"/>
                </a:cubicBezTo>
                <a:cubicBezTo>
                  <a:pt x="76034" y="111930"/>
                  <a:pt x="78071" y="111449"/>
                  <a:pt x="80617" y="110487"/>
                </a:cubicBezTo>
                <a:lnTo>
                  <a:pt x="81550" y="113458"/>
                </a:lnTo>
                <a:lnTo>
                  <a:pt x="58468" y="123047"/>
                </a:lnTo>
                <a:lnTo>
                  <a:pt x="54565" y="123047"/>
                </a:lnTo>
                <a:lnTo>
                  <a:pt x="54565" y="111930"/>
                </a:lnTo>
                <a:moveTo>
                  <a:pt x="54565" y="106008"/>
                </a:moveTo>
                <a:lnTo>
                  <a:pt x="54565" y="66055"/>
                </a:lnTo>
                <a:cubicBezTo>
                  <a:pt x="54225" y="62217"/>
                  <a:pt x="53207" y="58719"/>
                  <a:pt x="51510" y="55559"/>
                </a:cubicBezTo>
                <a:cubicBezTo>
                  <a:pt x="49813" y="52398"/>
                  <a:pt x="47564" y="50014"/>
                  <a:pt x="44764" y="48407"/>
                </a:cubicBezTo>
                <a:cubicBezTo>
                  <a:pt x="41963" y="46798"/>
                  <a:pt x="39234" y="45994"/>
                  <a:pt x="36575" y="45994"/>
                </a:cubicBezTo>
                <a:cubicBezTo>
                  <a:pt x="31596" y="45994"/>
                  <a:pt x="27155" y="48223"/>
                  <a:pt x="23252" y="52682"/>
                </a:cubicBezTo>
                <a:cubicBezTo>
                  <a:pt x="18103" y="58550"/>
                  <a:pt x="15529" y="67127"/>
                  <a:pt x="15529" y="78413"/>
                </a:cubicBezTo>
                <a:cubicBezTo>
                  <a:pt x="15529" y="89813"/>
                  <a:pt x="18019" y="98546"/>
                  <a:pt x="22997" y="104614"/>
                </a:cubicBezTo>
                <a:cubicBezTo>
                  <a:pt x="27975" y="110679"/>
                  <a:pt x="33520" y="113712"/>
                  <a:pt x="39630" y="113712"/>
                </a:cubicBezTo>
                <a:cubicBezTo>
                  <a:pt x="44778" y="113712"/>
                  <a:pt x="49756" y="111144"/>
                  <a:pt x="54565" y="106008"/>
                </a:cubicBezTo>
                <a:close/>
                <a:moveTo>
                  <a:pt x="106329" y="0"/>
                </a:moveTo>
                <a:cubicBezTo>
                  <a:pt x="108706" y="0"/>
                  <a:pt x="110728" y="839"/>
                  <a:pt x="112397" y="2517"/>
                </a:cubicBezTo>
                <a:cubicBezTo>
                  <a:pt x="114066" y="4193"/>
                  <a:pt x="114900" y="6225"/>
                  <a:pt x="114900" y="8613"/>
                </a:cubicBezTo>
                <a:cubicBezTo>
                  <a:pt x="114900" y="11002"/>
                  <a:pt x="114066" y="13049"/>
                  <a:pt x="112397" y="14755"/>
                </a:cubicBezTo>
                <a:cubicBezTo>
                  <a:pt x="110728" y="16459"/>
                  <a:pt x="108706" y="17311"/>
                  <a:pt x="106329" y="17311"/>
                </a:cubicBezTo>
                <a:cubicBezTo>
                  <a:pt x="103953" y="17311"/>
                  <a:pt x="101917" y="16459"/>
                  <a:pt x="100220" y="14755"/>
                </a:cubicBezTo>
                <a:cubicBezTo>
                  <a:pt x="98522" y="13049"/>
                  <a:pt x="97674" y="11002"/>
                  <a:pt x="97674" y="8613"/>
                </a:cubicBezTo>
                <a:cubicBezTo>
                  <a:pt x="97674" y="6225"/>
                  <a:pt x="98508" y="4193"/>
                  <a:pt x="100177" y="2517"/>
                </a:cubicBezTo>
                <a:cubicBezTo>
                  <a:pt x="101846" y="839"/>
                  <a:pt x="103897" y="0"/>
                  <a:pt x="106329" y="0"/>
                </a:cubicBezTo>
                <a:moveTo>
                  <a:pt x="113373" y="40733"/>
                </a:moveTo>
                <a:lnTo>
                  <a:pt x="113373" y="103052"/>
                </a:lnTo>
                <a:cubicBezTo>
                  <a:pt x="113373" y="107906"/>
                  <a:pt x="113726" y="111138"/>
                  <a:pt x="114434" y="112747"/>
                </a:cubicBezTo>
                <a:cubicBezTo>
                  <a:pt x="115141" y="114356"/>
                  <a:pt x="116187" y="115555"/>
                  <a:pt x="117573" y="116345"/>
                </a:cubicBezTo>
                <a:cubicBezTo>
                  <a:pt x="118959" y="117136"/>
                  <a:pt x="121491" y="117531"/>
                  <a:pt x="125168" y="117531"/>
                </a:cubicBezTo>
                <a:lnTo>
                  <a:pt x="125168" y="120671"/>
                </a:lnTo>
                <a:lnTo>
                  <a:pt x="87406" y="120671"/>
                </a:lnTo>
                <a:lnTo>
                  <a:pt x="87406" y="117531"/>
                </a:lnTo>
                <a:cubicBezTo>
                  <a:pt x="91196" y="117531"/>
                  <a:pt x="93742" y="117164"/>
                  <a:pt x="95043" y="116430"/>
                </a:cubicBezTo>
                <a:cubicBezTo>
                  <a:pt x="96344" y="115697"/>
                  <a:pt x="97377" y="114483"/>
                  <a:pt x="98140" y="112789"/>
                </a:cubicBezTo>
                <a:cubicBezTo>
                  <a:pt x="98904" y="111096"/>
                  <a:pt x="99286" y="107850"/>
                  <a:pt x="99286" y="103052"/>
                </a:cubicBezTo>
                <a:lnTo>
                  <a:pt x="99286" y="73162"/>
                </a:lnTo>
                <a:cubicBezTo>
                  <a:pt x="99286" y="64751"/>
                  <a:pt x="99032" y="59304"/>
                  <a:pt x="98522" y="56822"/>
                </a:cubicBezTo>
                <a:cubicBezTo>
                  <a:pt x="98126" y="55015"/>
                  <a:pt x="97504" y="53759"/>
                  <a:pt x="96655" y="53053"/>
                </a:cubicBezTo>
                <a:cubicBezTo>
                  <a:pt x="95807" y="52348"/>
                  <a:pt x="94647" y="51995"/>
                  <a:pt x="93176" y="51995"/>
                </a:cubicBezTo>
                <a:cubicBezTo>
                  <a:pt x="91592" y="51995"/>
                  <a:pt x="89669" y="52419"/>
                  <a:pt x="87406" y="53265"/>
                </a:cubicBezTo>
                <a:lnTo>
                  <a:pt x="86218" y="50216"/>
                </a:lnTo>
                <a:lnTo>
                  <a:pt x="109639" y="40733"/>
                </a:lnTo>
                <a:lnTo>
                  <a:pt x="113373" y="40733"/>
                </a:lnTo>
                <a:close/>
                <a:moveTo>
                  <a:pt x="157614" y="40733"/>
                </a:moveTo>
                <a:lnTo>
                  <a:pt x="157614" y="58214"/>
                </a:lnTo>
                <a:cubicBezTo>
                  <a:pt x="164120" y="46560"/>
                  <a:pt x="170796" y="40733"/>
                  <a:pt x="177641" y="40733"/>
                </a:cubicBezTo>
                <a:cubicBezTo>
                  <a:pt x="180753" y="40733"/>
                  <a:pt x="183327" y="41680"/>
                  <a:pt x="185363" y="43576"/>
                </a:cubicBezTo>
                <a:cubicBezTo>
                  <a:pt x="187400" y="45471"/>
                  <a:pt x="188418" y="47663"/>
                  <a:pt x="188418" y="50152"/>
                </a:cubicBezTo>
                <a:cubicBezTo>
                  <a:pt x="188418" y="52359"/>
                  <a:pt x="187683" y="54225"/>
                  <a:pt x="186212" y="55753"/>
                </a:cubicBezTo>
                <a:cubicBezTo>
                  <a:pt x="184741" y="57280"/>
                  <a:pt x="182987" y="58044"/>
                  <a:pt x="180951" y="58044"/>
                </a:cubicBezTo>
                <a:cubicBezTo>
                  <a:pt x="178970" y="58044"/>
                  <a:pt x="176750" y="57068"/>
                  <a:pt x="174289" y="55116"/>
                </a:cubicBezTo>
                <a:cubicBezTo>
                  <a:pt x="171828" y="53165"/>
                  <a:pt x="170004" y="52189"/>
                  <a:pt x="168816" y="52189"/>
                </a:cubicBezTo>
                <a:cubicBezTo>
                  <a:pt x="167797" y="52189"/>
                  <a:pt x="166694" y="52753"/>
                  <a:pt x="165506" y="53881"/>
                </a:cubicBezTo>
                <a:cubicBezTo>
                  <a:pt x="162960" y="56195"/>
                  <a:pt x="160330" y="60004"/>
                  <a:pt x="157614" y="65308"/>
                </a:cubicBezTo>
                <a:lnTo>
                  <a:pt x="157614" y="102466"/>
                </a:lnTo>
                <a:cubicBezTo>
                  <a:pt x="157614" y="106753"/>
                  <a:pt x="158152" y="109997"/>
                  <a:pt x="159226" y="112198"/>
                </a:cubicBezTo>
                <a:cubicBezTo>
                  <a:pt x="159962" y="113722"/>
                  <a:pt x="161263" y="114992"/>
                  <a:pt x="163130" y="116009"/>
                </a:cubicBezTo>
                <a:cubicBezTo>
                  <a:pt x="164997" y="117023"/>
                  <a:pt x="167684" y="117531"/>
                  <a:pt x="171192" y="117531"/>
                </a:cubicBezTo>
                <a:lnTo>
                  <a:pt x="171192" y="120671"/>
                </a:lnTo>
                <a:lnTo>
                  <a:pt x="131392" y="120671"/>
                </a:lnTo>
                <a:lnTo>
                  <a:pt x="131392" y="117531"/>
                </a:lnTo>
                <a:cubicBezTo>
                  <a:pt x="135353" y="117531"/>
                  <a:pt x="138294" y="116910"/>
                  <a:pt x="140218" y="115669"/>
                </a:cubicBezTo>
                <a:cubicBezTo>
                  <a:pt x="141632" y="114766"/>
                  <a:pt x="142622" y="113326"/>
                  <a:pt x="143188" y="111349"/>
                </a:cubicBezTo>
                <a:cubicBezTo>
                  <a:pt x="143471" y="110389"/>
                  <a:pt x="143612" y="107652"/>
                  <a:pt x="143612" y="103136"/>
                </a:cubicBezTo>
                <a:lnTo>
                  <a:pt x="143612" y="73078"/>
                </a:lnTo>
                <a:cubicBezTo>
                  <a:pt x="143612" y="64045"/>
                  <a:pt x="143428" y="58669"/>
                  <a:pt x="143061" y="56949"/>
                </a:cubicBezTo>
                <a:cubicBezTo>
                  <a:pt x="142693" y="55227"/>
                  <a:pt x="142014" y="53971"/>
                  <a:pt x="141024" y="53181"/>
                </a:cubicBezTo>
                <a:cubicBezTo>
                  <a:pt x="140034" y="52390"/>
                  <a:pt x="138803" y="51995"/>
                  <a:pt x="137333" y="51995"/>
                </a:cubicBezTo>
                <a:cubicBezTo>
                  <a:pt x="135579" y="51995"/>
                  <a:pt x="133599" y="52419"/>
                  <a:pt x="131392" y="53265"/>
                </a:cubicBezTo>
                <a:lnTo>
                  <a:pt x="130544" y="50216"/>
                </a:lnTo>
                <a:lnTo>
                  <a:pt x="154050" y="40733"/>
                </a:lnTo>
                <a:lnTo>
                  <a:pt x="157614" y="40733"/>
                </a:lnTo>
                <a:close/>
                <a:moveTo>
                  <a:pt x="205813" y="72301"/>
                </a:moveTo>
                <a:cubicBezTo>
                  <a:pt x="205756" y="83815"/>
                  <a:pt x="208557" y="92846"/>
                  <a:pt x="214214" y="99395"/>
                </a:cubicBezTo>
                <a:cubicBezTo>
                  <a:pt x="219871" y="105941"/>
                  <a:pt x="226519" y="109215"/>
                  <a:pt x="234156" y="109215"/>
                </a:cubicBezTo>
                <a:cubicBezTo>
                  <a:pt x="239248" y="109215"/>
                  <a:pt x="243674" y="107814"/>
                  <a:pt x="247437" y="105014"/>
                </a:cubicBezTo>
                <a:cubicBezTo>
                  <a:pt x="251199" y="102214"/>
                  <a:pt x="254353" y="97419"/>
                  <a:pt x="256898" y="90630"/>
                </a:cubicBezTo>
                <a:lnTo>
                  <a:pt x="259529" y="92327"/>
                </a:lnTo>
                <a:cubicBezTo>
                  <a:pt x="258341" y="100078"/>
                  <a:pt x="254890" y="107136"/>
                  <a:pt x="249176" y="113500"/>
                </a:cubicBezTo>
                <a:cubicBezTo>
                  <a:pt x="243462" y="119864"/>
                  <a:pt x="236306" y="123047"/>
                  <a:pt x="227707" y="123047"/>
                </a:cubicBezTo>
                <a:cubicBezTo>
                  <a:pt x="218372" y="123047"/>
                  <a:pt x="210381" y="119420"/>
                  <a:pt x="203734" y="112166"/>
                </a:cubicBezTo>
                <a:cubicBezTo>
                  <a:pt x="197086" y="104911"/>
                  <a:pt x="193763" y="95157"/>
                  <a:pt x="193763" y="82905"/>
                </a:cubicBezTo>
                <a:cubicBezTo>
                  <a:pt x="193763" y="69639"/>
                  <a:pt x="197171" y="59294"/>
                  <a:pt x="203988" y="51871"/>
                </a:cubicBezTo>
                <a:cubicBezTo>
                  <a:pt x="210805" y="44445"/>
                  <a:pt x="219362" y="40733"/>
                  <a:pt x="229658" y="40733"/>
                </a:cubicBezTo>
                <a:cubicBezTo>
                  <a:pt x="238371" y="40733"/>
                  <a:pt x="245527" y="43597"/>
                  <a:pt x="251128" y="49325"/>
                </a:cubicBezTo>
                <a:cubicBezTo>
                  <a:pt x="256729" y="55051"/>
                  <a:pt x="259529" y="62710"/>
                  <a:pt x="259529" y="72301"/>
                </a:cubicBezTo>
                <a:lnTo>
                  <a:pt x="205813" y="72301"/>
                </a:lnTo>
                <a:moveTo>
                  <a:pt x="205813" y="67379"/>
                </a:moveTo>
                <a:lnTo>
                  <a:pt x="241793" y="67379"/>
                </a:lnTo>
                <a:cubicBezTo>
                  <a:pt x="241511" y="62400"/>
                  <a:pt x="240916" y="58893"/>
                  <a:pt x="240011" y="56856"/>
                </a:cubicBezTo>
                <a:cubicBezTo>
                  <a:pt x="238597" y="53688"/>
                  <a:pt x="236490" y="51199"/>
                  <a:pt x="233689" y="49388"/>
                </a:cubicBezTo>
                <a:cubicBezTo>
                  <a:pt x="230889" y="47578"/>
                  <a:pt x="227961" y="46673"/>
                  <a:pt x="224906" y="46673"/>
                </a:cubicBezTo>
                <a:cubicBezTo>
                  <a:pt x="220211" y="46673"/>
                  <a:pt x="216010" y="48497"/>
                  <a:pt x="212305" y="52146"/>
                </a:cubicBezTo>
                <a:cubicBezTo>
                  <a:pt x="208599" y="55795"/>
                  <a:pt x="206435" y="60873"/>
                  <a:pt x="205813" y="67379"/>
                </a:cubicBezTo>
                <a:close/>
                <a:moveTo>
                  <a:pt x="335930" y="91139"/>
                </a:moveTo>
                <a:cubicBezTo>
                  <a:pt x="333836" y="101379"/>
                  <a:pt x="329735" y="109257"/>
                  <a:pt x="323625" y="114773"/>
                </a:cubicBezTo>
                <a:cubicBezTo>
                  <a:pt x="317515" y="120289"/>
                  <a:pt x="310754" y="123047"/>
                  <a:pt x="303343" y="123047"/>
                </a:cubicBezTo>
                <a:cubicBezTo>
                  <a:pt x="294518" y="123047"/>
                  <a:pt x="286824" y="119346"/>
                  <a:pt x="280262" y="111943"/>
                </a:cubicBezTo>
                <a:cubicBezTo>
                  <a:pt x="273699" y="104539"/>
                  <a:pt x="270418" y="94536"/>
                  <a:pt x="270418" y="81932"/>
                </a:cubicBezTo>
                <a:cubicBezTo>
                  <a:pt x="270418" y="69725"/>
                  <a:pt x="274053" y="59807"/>
                  <a:pt x="281322" y="52178"/>
                </a:cubicBezTo>
                <a:cubicBezTo>
                  <a:pt x="288592" y="44548"/>
                  <a:pt x="297318" y="40733"/>
                  <a:pt x="307502" y="40733"/>
                </a:cubicBezTo>
                <a:cubicBezTo>
                  <a:pt x="315139" y="40733"/>
                  <a:pt x="321419" y="42749"/>
                  <a:pt x="326340" y="46782"/>
                </a:cubicBezTo>
                <a:cubicBezTo>
                  <a:pt x="331262" y="50812"/>
                  <a:pt x="333723" y="54999"/>
                  <a:pt x="333723" y="59341"/>
                </a:cubicBezTo>
                <a:cubicBezTo>
                  <a:pt x="333723" y="61484"/>
                  <a:pt x="333030" y="63218"/>
                  <a:pt x="331644" y="64544"/>
                </a:cubicBezTo>
                <a:cubicBezTo>
                  <a:pt x="330258" y="65868"/>
                  <a:pt x="328320" y="66530"/>
                  <a:pt x="325831" y="66530"/>
                </a:cubicBezTo>
                <a:cubicBezTo>
                  <a:pt x="322493" y="66530"/>
                  <a:pt x="319976" y="65455"/>
                  <a:pt x="318279" y="63305"/>
                </a:cubicBezTo>
                <a:cubicBezTo>
                  <a:pt x="317317" y="62117"/>
                  <a:pt x="316681" y="59854"/>
                  <a:pt x="316369" y="56517"/>
                </a:cubicBezTo>
                <a:cubicBezTo>
                  <a:pt x="316058" y="53179"/>
                  <a:pt x="314913" y="50633"/>
                  <a:pt x="312933" y="48879"/>
                </a:cubicBezTo>
                <a:cubicBezTo>
                  <a:pt x="310952" y="47182"/>
                  <a:pt x="308209" y="46333"/>
                  <a:pt x="304701" y="46333"/>
                </a:cubicBezTo>
                <a:cubicBezTo>
                  <a:pt x="299044" y="46333"/>
                  <a:pt x="294490" y="48427"/>
                  <a:pt x="291039" y="52613"/>
                </a:cubicBezTo>
                <a:cubicBezTo>
                  <a:pt x="286456" y="58157"/>
                  <a:pt x="284165" y="65483"/>
                  <a:pt x="284165" y="74592"/>
                </a:cubicBezTo>
                <a:cubicBezTo>
                  <a:pt x="284165" y="83870"/>
                  <a:pt x="286442" y="92059"/>
                  <a:pt x="290996" y="99159"/>
                </a:cubicBezTo>
                <a:cubicBezTo>
                  <a:pt x="295550" y="106259"/>
                  <a:pt x="301703" y="109809"/>
                  <a:pt x="309453" y="109809"/>
                </a:cubicBezTo>
                <a:cubicBezTo>
                  <a:pt x="314997" y="109809"/>
                  <a:pt x="319976" y="107913"/>
                  <a:pt x="324389" y="104123"/>
                </a:cubicBezTo>
                <a:cubicBezTo>
                  <a:pt x="327500" y="101521"/>
                  <a:pt x="330527" y="96797"/>
                  <a:pt x="333469" y="89951"/>
                </a:cubicBezTo>
                <a:lnTo>
                  <a:pt x="335930" y="91139"/>
                </a:lnTo>
                <a:close/>
                <a:moveTo>
                  <a:pt x="369645" y="17311"/>
                </a:moveTo>
                <a:lnTo>
                  <a:pt x="369645" y="42939"/>
                </a:lnTo>
                <a:lnTo>
                  <a:pt x="387805" y="42939"/>
                </a:lnTo>
                <a:lnTo>
                  <a:pt x="387805" y="48879"/>
                </a:lnTo>
                <a:lnTo>
                  <a:pt x="369645" y="48879"/>
                </a:lnTo>
                <a:lnTo>
                  <a:pt x="369645" y="99217"/>
                </a:lnTo>
                <a:cubicBezTo>
                  <a:pt x="369645" y="104247"/>
                  <a:pt x="370367" y="107638"/>
                  <a:pt x="371809" y="109390"/>
                </a:cubicBezTo>
                <a:cubicBezTo>
                  <a:pt x="373252" y="111140"/>
                  <a:pt x="375105" y="112015"/>
                  <a:pt x="377367" y="112015"/>
                </a:cubicBezTo>
                <a:cubicBezTo>
                  <a:pt x="379234" y="112015"/>
                  <a:pt x="381045" y="111435"/>
                  <a:pt x="382799" y="110275"/>
                </a:cubicBezTo>
                <a:cubicBezTo>
                  <a:pt x="384552" y="109116"/>
                  <a:pt x="385910" y="107404"/>
                  <a:pt x="386872" y="105141"/>
                </a:cubicBezTo>
                <a:lnTo>
                  <a:pt x="390181" y="105141"/>
                </a:lnTo>
                <a:cubicBezTo>
                  <a:pt x="388201" y="110701"/>
                  <a:pt x="385401" y="114906"/>
                  <a:pt x="381780" y="117756"/>
                </a:cubicBezTo>
                <a:cubicBezTo>
                  <a:pt x="378160" y="120604"/>
                  <a:pt x="374426" y="122028"/>
                  <a:pt x="370579" y="122028"/>
                </a:cubicBezTo>
                <a:cubicBezTo>
                  <a:pt x="367976" y="122028"/>
                  <a:pt x="365431" y="121306"/>
                  <a:pt x="362941" y="119862"/>
                </a:cubicBezTo>
                <a:cubicBezTo>
                  <a:pt x="360452" y="118417"/>
                  <a:pt x="358613" y="116351"/>
                  <a:pt x="357425" y="113662"/>
                </a:cubicBezTo>
                <a:cubicBezTo>
                  <a:pt x="356237" y="110971"/>
                  <a:pt x="355643" y="106822"/>
                  <a:pt x="355643" y="101214"/>
                </a:cubicBezTo>
                <a:lnTo>
                  <a:pt x="355643" y="48879"/>
                </a:lnTo>
                <a:lnTo>
                  <a:pt x="343339" y="48879"/>
                </a:lnTo>
                <a:lnTo>
                  <a:pt x="343339" y="46079"/>
                </a:lnTo>
                <a:cubicBezTo>
                  <a:pt x="346450" y="44831"/>
                  <a:pt x="349632" y="42717"/>
                  <a:pt x="352885" y="39738"/>
                </a:cubicBezTo>
                <a:cubicBezTo>
                  <a:pt x="356138" y="36759"/>
                  <a:pt x="359038" y="33227"/>
                  <a:pt x="361584" y="29141"/>
                </a:cubicBezTo>
                <a:cubicBezTo>
                  <a:pt x="362885" y="26986"/>
                  <a:pt x="364695" y="23043"/>
                  <a:pt x="367015" y="17311"/>
                </a:cubicBezTo>
                <a:lnTo>
                  <a:pt x="369645" y="17311"/>
                </a:lnTo>
                <a:close/>
                <a:moveTo>
                  <a:pt x="408455" y="72301"/>
                </a:moveTo>
                <a:cubicBezTo>
                  <a:pt x="408399" y="83815"/>
                  <a:pt x="411199" y="92846"/>
                  <a:pt x="416856" y="99395"/>
                </a:cubicBezTo>
                <a:cubicBezTo>
                  <a:pt x="422514" y="105941"/>
                  <a:pt x="429161" y="109215"/>
                  <a:pt x="436798" y="109215"/>
                </a:cubicBezTo>
                <a:cubicBezTo>
                  <a:pt x="441890" y="109215"/>
                  <a:pt x="446317" y="107814"/>
                  <a:pt x="450079" y="105014"/>
                </a:cubicBezTo>
                <a:cubicBezTo>
                  <a:pt x="453841" y="102214"/>
                  <a:pt x="456995" y="97419"/>
                  <a:pt x="459541" y="90630"/>
                </a:cubicBezTo>
                <a:lnTo>
                  <a:pt x="462172" y="92327"/>
                </a:lnTo>
                <a:cubicBezTo>
                  <a:pt x="460984" y="100078"/>
                  <a:pt x="457533" y="107136"/>
                  <a:pt x="451819" y="113500"/>
                </a:cubicBezTo>
                <a:cubicBezTo>
                  <a:pt x="446105" y="119864"/>
                  <a:pt x="438948" y="123047"/>
                  <a:pt x="430349" y="123047"/>
                </a:cubicBezTo>
                <a:cubicBezTo>
                  <a:pt x="421015" y="123047"/>
                  <a:pt x="413024" y="119420"/>
                  <a:pt x="406376" y="112166"/>
                </a:cubicBezTo>
                <a:cubicBezTo>
                  <a:pt x="399729" y="104911"/>
                  <a:pt x="396405" y="95157"/>
                  <a:pt x="396405" y="82905"/>
                </a:cubicBezTo>
                <a:cubicBezTo>
                  <a:pt x="396405" y="69639"/>
                  <a:pt x="399814" y="59294"/>
                  <a:pt x="406631" y="51871"/>
                </a:cubicBezTo>
                <a:cubicBezTo>
                  <a:pt x="413448" y="44445"/>
                  <a:pt x="422005" y="40733"/>
                  <a:pt x="432301" y="40733"/>
                </a:cubicBezTo>
                <a:cubicBezTo>
                  <a:pt x="441013" y="40733"/>
                  <a:pt x="448170" y="43597"/>
                  <a:pt x="453770" y="49325"/>
                </a:cubicBezTo>
                <a:cubicBezTo>
                  <a:pt x="459371" y="55051"/>
                  <a:pt x="462172" y="62710"/>
                  <a:pt x="462172" y="72301"/>
                </a:cubicBezTo>
                <a:lnTo>
                  <a:pt x="408455" y="72301"/>
                </a:lnTo>
                <a:moveTo>
                  <a:pt x="408455" y="67379"/>
                </a:moveTo>
                <a:lnTo>
                  <a:pt x="444436" y="67379"/>
                </a:lnTo>
                <a:cubicBezTo>
                  <a:pt x="444153" y="62400"/>
                  <a:pt x="443559" y="58893"/>
                  <a:pt x="442654" y="56856"/>
                </a:cubicBezTo>
                <a:cubicBezTo>
                  <a:pt x="441239" y="53688"/>
                  <a:pt x="439132" y="51199"/>
                  <a:pt x="436332" y="49388"/>
                </a:cubicBezTo>
                <a:cubicBezTo>
                  <a:pt x="433531" y="47578"/>
                  <a:pt x="430604" y="46673"/>
                  <a:pt x="427549" y="46673"/>
                </a:cubicBezTo>
                <a:cubicBezTo>
                  <a:pt x="422853" y="46673"/>
                  <a:pt x="418653" y="48497"/>
                  <a:pt x="414947" y="52146"/>
                </a:cubicBezTo>
                <a:cubicBezTo>
                  <a:pt x="411242" y="55795"/>
                  <a:pt x="409078" y="60873"/>
                  <a:pt x="408455" y="67379"/>
                </a:cubicBezTo>
                <a:close/>
                <a:moveTo>
                  <a:pt x="527455" y="111930"/>
                </a:moveTo>
                <a:cubicBezTo>
                  <a:pt x="523665" y="115890"/>
                  <a:pt x="519959" y="118733"/>
                  <a:pt x="516339" y="120459"/>
                </a:cubicBezTo>
                <a:cubicBezTo>
                  <a:pt x="512718" y="122184"/>
                  <a:pt x="508815" y="123047"/>
                  <a:pt x="504628" y="123047"/>
                </a:cubicBezTo>
                <a:cubicBezTo>
                  <a:pt x="496142" y="123047"/>
                  <a:pt x="488731" y="119505"/>
                  <a:pt x="482395" y="112421"/>
                </a:cubicBezTo>
                <a:cubicBezTo>
                  <a:pt x="476059" y="105335"/>
                  <a:pt x="472891" y="96230"/>
                  <a:pt x="472891" y="85106"/>
                </a:cubicBezTo>
                <a:cubicBezTo>
                  <a:pt x="472891" y="73984"/>
                  <a:pt x="476398" y="63808"/>
                  <a:pt x="483413" y="54578"/>
                </a:cubicBezTo>
                <a:cubicBezTo>
                  <a:pt x="490428" y="45348"/>
                  <a:pt x="499452" y="40733"/>
                  <a:pt x="510483" y="40733"/>
                </a:cubicBezTo>
                <a:cubicBezTo>
                  <a:pt x="517329" y="40733"/>
                  <a:pt x="522986" y="42911"/>
                  <a:pt x="527455" y="47267"/>
                </a:cubicBezTo>
                <a:lnTo>
                  <a:pt x="527455" y="32894"/>
                </a:lnTo>
                <a:cubicBezTo>
                  <a:pt x="527455" y="23975"/>
                  <a:pt x="527243" y="18492"/>
                  <a:pt x="526819" y="16447"/>
                </a:cubicBezTo>
                <a:cubicBezTo>
                  <a:pt x="526395" y="14401"/>
                  <a:pt x="525730" y="13010"/>
                  <a:pt x="524825" y="12273"/>
                </a:cubicBezTo>
                <a:cubicBezTo>
                  <a:pt x="523920" y="11534"/>
                  <a:pt x="522788" y="11164"/>
                  <a:pt x="521430" y="11164"/>
                </a:cubicBezTo>
                <a:cubicBezTo>
                  <a:pt x="519959" y="11164"/>
                  <a:pt x="518008" y="11619"/>
                  <a:pt x="515575" y="12527"/>
                </a:cubicBezTo>
                <a:lnTo>
                  <a:pt x="514472" y="9544"/>
                </a:lnTo>
                <a:lnTo>
                  <a:pt x="537639" y="0"/>
                </a:lnTo>
                <a:lnTo>
                  <a:pt x="541457" y="0"/>
                </a:lnTo>
                <a:lnTo>
                  <a:pt x="541457" y="89867"/>
                </a:lnTo>
                <a:cubicBezTo>
                  <a:pt x="541457" y="98975"/>
                  <a:pt x="541669" y="104533"/>
                  <a:pt x="542094" y="106541"/>
                </a:cubicBezTo>
                <a:cubicBezTo>
                  <a:pt x="542518" y="108550"/>
                  <a:pt x="543197" y="109950"/>
                  <a:pt x="544130" y="110742"/>
                </a:cubicBezTo>
                <a:cubicBezTo>
                  <a:pt x="545064" y="111534"/>
                  <a:pt x="546153" y="111930"/>
                  <a:pt x="547397" y="111930"/>
                </a:cubicBezTo>
                <a:cubicBezTo>
                  <a:pt x="548925" y="111930"/>
                  <a:pt x="550962" y="111449"/>
                  <a:pt x="553507" y="110487"/>
                </a:cubicBezTo>
                <a:lnTo>
                  <a:pt x="554441" y="113458"/>
                </a:lnTo>
                <a:lnTo>
                  <a:pt x="531359" y="123047"/>
                </a:lnTo>
                <a:lnTo>
                  <a:pt x="527455" y="123047"/>
                </a:lnTo>
                <a:lnTo>
                  <a:pt x="527455" y="111930"/>
                </a:lnTo>
                <a:moveTo>
                  <a:pt x="527455" y="106008"/>
                </a:moveTo>
                <a:lnTo>
                  <a:pt x="527455" y="66055"/>
                </a:lnTo>
                <a:cubicBezTo>
                  <a:pt x="527116" y="62217"/>
                  <a:pt x="526098" y="58719"/>
                  <a:pt x="524400" y="55559"/>
                </a:cubicBezTo>
                <a:cubicBezTo>
                  <a:pt x="522703" y="52398"/>
                  <a:pt x="520454" y="50014"/>
                  <a:pt x="517654" y="48407"/>
                </a:cubicBezTo>
                <a:cubicBezTo>
                  <a:pt x="514854" y="46798"/>
                  <a:pt x="512124" y="45994"/>
                  <a:pt x="509465" y="45994"/>
                </a:cubicBezTo>
                <a:cubicBezTo>
                  <a:pt x="504487" y="45994"/>
                  <a:pt x="500046" y="48223"/>
                  <a:pt x="496142" y="52682"/>
                </a:cubicBezTo>
                <a:cubicBezTo>
                  <a:pt x="490994" y="58550"/>
                  <a:pt x="488420" y="67127"/>
                  <a:pt x="488420" y="78413"/>
                </a:cubicBezTo>
                <a:cubicBezTo>
                  <a:pt x="488420" y="89813"/>
                  <a:pt x="490909" y="98546"/>
                  <a:pt x="495888" y="104614"/>
                </a:cubicBezTo>
                <a:cubicBezTo>
                  <a:pt x="500866" y="110679"/>
                  <a:pt x="506410" y="113712"/>
                  <a:pt x="512520" y="113712"/>
                </a:cubicBezTo>
                <a:cubicBezTo>
                  <a:pt x="517668" y="113712"/>
                  <a:pt x="522647" y="111144"/>
                  <a:pt x="527455" y="106008"/>
                </a:cubicBezTo>
                <a:close/>
                <a:moveTo>
                  <a:pt x="646938" y="109469"/>
                </a:moveTo>
                <a:cubicBezTo>
                  <a:pt x="638961" y="115636"/>
                  <a:pt x="633954" y="119200"/>
                  <a:pt x="631918" y="120161"/>
                </a:cubicBezTo>
                <a:cubicBezTo>
                  <a:pt x="628863" y="121632"/>
                  <a:pt x="625610" y="122368"/>
                  <a:pt x="622159" y="122368"/>
                </a:cubicBezTo>
                <a:cubicBezTo>
                  <a:pt x="616784" y="122368"/>
                  <a:pt x="612358" y="120529"/>
                  <a:pt x="608878" y="116852"/>
                </a:cubicBezTo>
                <a:cubicBezTo>
                  <a:pt x="605399" y="113175"/>
                  <a:pt x="603659" y="108338"/>
                  <a:pt x="603659" y="102341"/>
                </a:cubicBezTo>
                <a:cubicBezTo>
                  <a:pt x="603659" y="98551"/>
                  <a:pt x="604508" y="95269"/>
                  <a:pt x="606205" y="92497"/>
                </a:cubicBezTo>
                <a:cubicBezTo>
                  <a:pt x="608525" y="88650"/>
                  <a:pt x="612556" y="85030"/>
                  <a:pt x="618298" y="81635"/>
                </a:cubicBezTo>
                <a:cubicBezTo>
                  <a:pt x="624040" y="78241"/>
                  <a:pt x="633587" y="74111"/>
                  <a:pt x="646938" y="69246"/>
                </a:cubicBezTo>
                <a:lnTo>
                  <a:pt x="646938" y="66191"/>
                </a:lnTo>
                <a:cubicBezTo>
                  <a:pt x="646938" y="58440"/>
                  <a:pt x="645707" y="53122"/>
                  <a:pt x="643247" y="50237"/>
                </a:cubicBezTo>
                <a:cubicBezTo>
                  <a:pt x="640786" y="47352"/>
                  <a:pt x="637207" y="45909"/>
                  <a:pt x="632512" y="45909"/>
                </a:cubicBezTo>
                <a:cubicBezTo>
                  <a:pt x="628948" y="45909"/>
                  <a:pt x="626119" y="46867"/>
                  <a:pt x="624026" y="48784"/>
                </a:cubicBezTo>
                <a:cubicBezTo>
                  <a:pt x="621876" y="50700"/>
                  <a:pt x="620801" y="52899"/>
                  <a:pt x="620801" y="55379"/>
                </a:cubicBezTo>
                <a:lnTo>
                  <a:pt x="620971" y="60282"/>
                </a:lnTo>
                <a:cubicBezTo>
                  <a:pt x="620971" y="62874"/>
                  <a:pt x="620306" y="64874"/>
                  <a:pt x="618977" y="66283"/>
                </a:cubicBezTo>
                <a:cubicBezTo>
                  <a:pt x="617647" y="67692"/>
                  <a:pt x="615908" y="68397"/>
                  <a:pt x="613758" y="68397"/>
                </a:cubicBezTo>
                <a:cubicBezTo>
                  <a:pt x="611665" y="68397"/>
                  <a:pt x="609953" y="67664"/>
                  <a:pt x="608624" y="66199"/>
                </a:cubicBezTo>
                <a:cubicBezTo>
                  <a:pt x="607294" y="64731"/>
                  <a:pt x="606630" y="62728"/>
                  <a:pt x="606630" y="60189"/>
                </a:cubicBezTo>
                <a:cubicBezTo>
                  <a:pt x="606630" y="55340"/>
                  <a:pt x="609119" y="50885"/>
                  <a:pt x="614097" y="46824"/>
                </a:cubicBezTo>
                <a:cubicBezTo>
                  <a:pt x="619076" y="42763"/>
                  <a:pt x="626062" y="40733"/>
                  <a:pt x="635058" y="40733"/>
                </a:cubicBezTo>
                <a:cubicBezTo>
                  <a:pt x="641959" y="40733"/>
                  <a:pt x="647617" y="41891"/>
                  <a:pt x="652030" y="44207"/>
                </a:cubicBezTo>
                <a:cubicBezTo>
                  <a:pt x="655367" y="45959"/>
                  <a:pt x="657828" y="48700"/>
                  <a:pt x="659412" y="52430"/>
                </a:cubicBezTo>
                <a:cubicBezTo>
                  <a:pt x="660431" y="54859"/>
                  <a:pt x="660940" y="59831"/>
                  <a:pt x="660940" y="67347"/>
                </a:cubicBezTo>
                <a:lnTo>
                  <a:pt x="660940" y="93706"/>
                </a:lnTo>
                <a:cubicBezTo>
                  <a:pt x="660940" y="101109"/>
                  <a:pt x="661081" y="105643"/>
                  <a:pt x="661364" y="107311"/>
                </a:cubicBezTo>
                <a:cubicBezTo>
                  <a:pt x="661647" y="108978"/>
                  <a:pt x="662114" y="110094"/>
                  <a:pt x="662764" y="110660"/>
                </a:cubicBezTo>
                <a:cubicBezTo>
                  <a:pt x="663415" y="111224"/>
                  <a:pt x="664164" y="111506"/>
                  <a:pt x="665013" y="111506"/>
                </a:cubicBezTo>
                <a:cubicBezTo>
                  <a:pt x="665918" y="111506"/>
                  <a:pt x="666710" y="111308"/>
                  <a:pt x="667389" y="110912"/>
                </a:cubicBezTo>
                <a:cubicBezTo>
                  <a:pt x="668577" y="110176"/>
                  <a:pt x="670868" y="108111"/>
                  <a:pt x="674263" y="104717"/>
                </a:cubicBezTo>
                <a:lnTo>
                  <a:pt x="674263" y="109469"/>
                </a:lnTo>
                <a:cubicBezTo>
                  <a:pt x="667927" y="117955"/>
                  <a:pt x="661873" y="122198"/>
                  <a:pt x="656103" y="122198"/>
                </a:cubicBezTo>
                <a:cubicBezTo>
                  <a:pt x="653331" y="122198"/>
                  <a:pt x="651124" y="121236"/>
                  <a:pt x="649484" y="119313"/>
                </a:cubicBezTo>
                <a:cubicBezTo>
                  <a:pt x="647843" y="117389"/>
                  <a:pt x="646994" y="114108"/>
                  <a:pt x="646938" y="109469"/>
                </a:cubicBezTo>
                <a:moveTo>
                  <a:pt x="646938" y="103906"/>
                </a:moveTo>
                <a:lnTo>
                  <a:pt x="646938" y="74422"/>
                </a:lnTo>
                <a:cubicBezTo>
                  <a:pt x="638395" y="77801"/>
                  <a:pt x="632879" y="80194"/>
                  <a:pt x="630390" y="81603"/>
                </a:cubicBezTo>
                <a:cubicBezTo>
                  <a:pt x="625921" y="84082"/>
                  <a:pt x="622725" y="86673"/>
                  <a:pt x="620801" y="89376"/>
                </a:cubicBezTo>
                <a:cubicBezTo>
                  <a:pt x="618878" y="92079"/>
                  <a:pt x="617916" y="95036"/>
                  <a:pt x="617916" y="98246"/>
                </a:cubicBezTo>
                <a:cubicBezTo>
                  <a:pt x="617916" y="102302"/>
                  <a:pt x="619132" y="105667"/>
                  <a:pt x="621565" y="108342"/>
                </a:cubicBezTo>
                <a:cubicBezTo>
                  <a:pt x="623997" y="111017"/>
                  <a:pt x="626798" y="112354"/>
                  <a:pt x="629966" y="112354"/>
                </a:cubicBezTo>
                <a:cubicBezTo>
                  <a:pt x="634266" y="112354"/>
                  <a:pt x="639923" y="109538"/>
                  <a:pt x="646938" y="103906"/>
                </a:cubicBezTo>
                <a:close/>
                <a:moveTo>
                  <a:pt x="702633" y="17311"/>
                </a:moveTo>
                <a:lnTo>
                  <a:pt x="702633" y="42939"/>
                </a:lnTo>
                <a:lnTo>
                  <a:pt x="720793" y="42939"/>
                </a:lnTo>
                <a:lnTo>
                  <a:pt x="720793" y="48879"/>
                </a:lnTo>
                <a:lnTo>
                  <a:pt x="702633" y="48879"/>
                </a:lnTo>
                <a:lnTo>
                  <a:pt x="702633" y="99217"/>
                </a:lnTo>
                <a:cubicBezTo>
                  <a:pt x="702633" y="104247"/>
                  <a:pt x="703354" y="107638"/>
                  <a:pt x="704797" y="109390"/>
                </a:cubicBezTo>
                <a:cubicBezTo>
                  <a:pt x="706239" y="111140"/>
                  <a:pt x="708092" y="112015"/>
                  <a:pt x="710355" y="112015"/>
                </a:cubicBezTo>
                <a:cubicBezTo>
                  <a:pt x="712222" y="112015"/>
                  <a:pt x="714032" y="111435"/>
                  <a:pt x="715786" y="110275"/>
                </a:cubicBezTo>
                <a:cubicBezTo>
                  <a:pt x="717540" y="109116"/>
                  <a:pt x="718897" y="107404"/>
                  <a:pt x="719859" y="105141"/>
                </a:cubicBezTo>
                <a:lnTo>
                  <a:pt x="723169" y="105141"/>
                </a:lnTo>
                <a:cubicBezTo>
                  <a:pt x="721189" y="110701"/>
                  <a:pt x="718388" y="114906"/>
                  <a:pt x="714768" y="117756"/>
                </a:cubicBezTo>
                <a:cubicBezTo>
                  <a:pt x="711147" y="120604"/>
                  <a:pt x="707413" y="122028"/>
                  <a:pt x="703566" y="122028"/>
                </a:cubicBezTo>
                <a:cubicBezTo>
                  <a:pt x="700964" y="122028"/>
                  <a:pt x="698418" y="121306"/>
                  <a:pt x="695929" y="119862"/>
                </a:cubicBezTo>
                <a:cubicBezTo>
                  <a:pt x="693439" y="118417"/>
                  <a:pt x="691601" y="116351"/>
                  <a:pt x="690413" y="113662"/>
                </a:cubicBezTo>
                <a:cubicBezTo>
                  <a:pt x="689225" y="110971"/>
                  <a:pt x="688631" y="106822"/>
                  <a:pt x="688631" y="101214"/>
                </a:cubicBezTo>
                <a:lnTo>
                  <a:pt x="688631" y="48879"/>
                </a:lnTo>
                <a:lnTo>
                  <a:pt x="676326" y="48879"/>
                </a:lnTo>
                <a:lnTo>
                  <a:pt x="676326" y="46079"/>
                </a:lnTo>
                <a:cubicBezTo>
                  <a:pt x="679438" y="44831"/>
                  <a:pt x="682620" y="42717"/>
                  <a:pt x="685873" y="39738"/>
                </a:cubicBezTo>
                <a:cubicBezTo>
                  <a:pt x="689126" y="36759"/>
                  <a:pt x="692025" y="33227"/>
                  <a:pt x="694571" y="29141"/>
                </a:cubicBezTo>
                <a:cubicBezTo>
                  <a:pt x="695872" y="26986"/>
                  <a:pt x="697682" y="23043"/>
                  <a:pt x="700002" y="17311"/>
                </a:cubicBezTo>
                <a:lnTo>
                  <a:pt x="702633" y="17311"/>
                </a:lnTo>
                <a:close/>
                <a:moveTo>
                  <a:pt x="794395" y="17311"/>
                </a:moveTo>
                <a:lnTo>
                  <a:pt x="794395" y="42939"/>
                </a:lnTo>
                <a:lnTo>
                  <a:pt x="812555" y="42939"/>
                </a:lnTo>
                <a:lnTo>
                  <a:pt x="812555" y="48879"/>
                </a:lnTo>
                <a:lnTo>
                  <a:pt x="794395" y="48879"/>
                </a:lnTo>
                <a:lnTo>
                  <a:pt x="794395" y="99217"/>
                </a:lnTo>
                <a:cubicBezTo>
                  <a:pt x="794395" y="104247"/>
                  <a:pt x="795117" y="107638"/>
                  <a:pt x="796559" y="109390"/>
                </a:cubicBezTo>
                <a:cubicBezTo>
                  <a:pt x="798002" y="111140"/>
                  <a:pt x="799855" y="112015"/>
                  <a:pt x="802117" y="112015"/>
                </a:cubicBezTo>
                <a:cubicBezTo>
                  <a:pt x="803984" y="112015"/>
                  <a:pt x="805795" y="111435"/>
                  <a:pt x="807548" y="110275"/>
                </a:cubicBezTo>
                <a:cubicBezTo>
                  <a:pt x="809302" y="109116"/>
                  <a:pt x="810660" y="107404"/>
                  <a:pt x="811622" y="105141"/>
                </a:cubicBezTo>
                <a:lnTo>
                  <a:pt x="814931" y="105141"/>
                </a:lnTo>
                <a:cubicBezTo>
                  <a:pt x="812951" y="110701"/>
                  <a:pt x="810151" y="114906"/>
                  <a:pt x="806530" y="117756"/>
                </a:cubicBezTo>
                <a:cubicBezTo>
                  <a:pt x="802909" y="120604"/>
                  <a:pt x="799176" y="122028"/>
                  <a:pt x="795329" y="122028"/>
                </a:cubicBezTo>
                <a:cubicBezTo>
                  <a:pt x="792726" y="122028"/>
                  <a:pt x="790181" y="121306"/>
                  <a:pt x="787691" y="119862"/>
                </a:cubicBezTo>
                <a:cubicBezTo>
                  <a:pt x="785202" y="118417"/>
                  <a:pt x="783363" y="116351"/>
                  <a:pt x="782175" y="113662"/>
                </a:cubicBezTo>
                <a:cubicBezTo>
                  <a:pt x="780987" y="110971"/>
                  <a:pt x="780393" y="106822"/>
                  <a:pt x="780393" y="101214"/>
                </a:cubicBezTo>
                <a:lnTo>
                  <a:pt x="780393" y="48879"/>
                </a:lnTo>
                <a:lnTo>
                  <a:pt x="768089" y="48879"/>
                </a:lnTo>
                <a:lnTo>
                  <a:pt x="768089" y="46079"/>
                </a:lnTo>
                <a:cubicBezTo>
                  <a:pt x="771200" y="44831"/>
                  <a:pt x="774382" y="42717"/>
                  <a:pt x="777635" y="39738"/>
                </a:cubicBezTo>
                <a:cubicBezTo>
                  <a:pt x="780888" y="36759"/>
                  <a:pt x="783788" y="33227"/>
                  <a:pt x="786334" y="29141"/>
                </a:cubicBezTo>
                <a:cubicBezTo>
                  <a:pt x="787635" y="26986"/>
                  <a:pt x="789445" y="23043"/>
                  <a:pt x="791765" y="17311"/>
                </a:cubicBezTo>
                <a:lnTo>
                  <a:pt x="794395" y="17311"/>
                </a:lnTo>
                <a:close/>
                <a:moveTo>
                  <a:pt x="842964" y="0"/>
                </a:moveTo>
                <a:lnTo>
                  <a:pt x="842964" y="56941"/>
                </a:lnTo>
                <a:cubicBezTo>
                  <a:pt x="849244" y="50039"/>
                  <a:pt x="854222" y="45612"/>
                  <a:pt x="857900" y="43660"/>
                </a:cubicBezTo>
                <a:cubicBezTo>
                  <a:pt x="861577" y="41709"/>
                  <a:pt x="865254" y="40733"/>
                  <a:pt x="868931" y="40733"/>
                </a:cubicBezTo>
                <a:cubicBezTo>
                  <a:pt x="873344" y="40733"/>
                  <a:pt x="877135" y="41946"/>
                  <a:pt x="880303" y="44374"/>
                </a:cubicBezTo>
                <a:cubicBezTo>
                  <a:pt x="883471" y="46801"/>
                  <a:pt x="885819" y="50611"/>
                  <a:pt x="887346" y="55803"/>
                </a:cubicBezTo>
                <a:cubicBezTo>
                  <a:pt x="888421" y="59417"/>
                  <a:pt x="888958" y="66022"/>
                  <a:pt x="888958" y="75618"/>
                </a:cubicBezTo>
                <a:lnTo>
                  <a:pt x="888958" y="103052"/>
                </a:lnTo>
                <a:cubicBezTo>
                  <a:pt x="888958" y="107963"/>
                  <a:pt x="889354" y="111322"/>
                  <a:pt x="890146" y="113129"/>
                </a:cubicBezTo>
                <a:cubicBezTo>
                  <a:pt x="890712" y="114483"/>
                  <a:pt x="891674" y="115555"/>
                  <a:pt x="893032" y="116345"/>
                </a:cubicBezTo>
                <a:cubicBezTo>
                  <a:pt x="894389" y="117136"/>
                  <a:pt x="896879" y="117531"/>
                  <a:pt x="900499" y="117531"/>
                </a:cubicBezTo>
                <a:lnTo>
                  <a:pt x="900499" y="120671"/>
                </a:lnTo>
                <a:lnTo>
                  <a:pt x="862312" y="120671"/>
                </a:lnTo>
                <a:lnTo>
                  <a:pt x="862312" y="117531"/>
                </a:lnTo>
                <a:lnTo>
                  <a:pt x="864094" y="117531"/>
                </a:lnTo>
                <a:cubicBezTo>
                  <a:pt x="867715" y="117531"/>
                  <a:pt x="870233" y="116979"/>
                  <a:pt x="871647" y="115876"/>
                </a:cubicBezTo>
                <a:cubicBezTo>
                  <a:pt x="873061" y="114773"/>
                  <a:pt x="874051" y="113146"/>
                  <a:pt x="874617" y="110997"/>
                </a:cubicBezTo>
                <a:cubicBezTo>
                  <a:pt x="874787" y="110091"/>
                  <a:pt x="874872" y="107433"/>
                  <a:pt x="874872" y="103020"/>
                </a:cubicBezTo>
                <a:lnTo>
                  <a:pt x="874872" y="75525"/>
                </a:lnTo>
                <a:cubicBezTo>
                  <a:pt x="874872" y="67039"/>
                  <a:pt x="874433" y="61467"/>
                  <a:pt x="873556" y="58808"/>
                </a:cubicBezTo>
                <a:cubicBezTo>
                  <a:pt x="872679" y="56149"/>
                  <a:pt x="871279" y="54155"/>
                  <a:pt x="869356" y="52825"/>
                </a:cubicBezTo>
                <a:cubicBezTo>
                  <a:pt x="867432" y="51496"/>
                  <a:pt x="865113" y="50831"/>
                  <a:pt x="862397" y="50831"/>
                </a:cubicBezTo>
                <a:cubicBezTo>
                  <a:pt x="859625" y="50831"/>
                  <a:pt x="856740" y="51566"/>
                  <a:pt x="853742" y="53037"/>
                </a:cubicBezTo>
                <a:cubicBezTo>
                  <a:pt x="850743" y="54508"/>
                  <a:pt x="847151" y="57478"/>
                  <a:pt x="842964" y="61948"/>
                </a:cubicBezTo>
                <a:lnTo>
                  <a:pt x="842964" y="103020"/>
                </a:lnTo>
                <a:cubicBezTo>
                  <a:pt x="842964" y="108338"/>
                  <a:pt x="843261" y="111647"/>
                  <a:pt x="843855" y="112948"/>
                </a:cubicBezTo>
                <a:cubicBezTo>
                  <a:pt x="844449" y="114250"/>
                  <a:pt x="845553" y="115339"/>
                  <a:pt x="847165" y="116216"/>
                </a:cubicBezTo>
                <a:cubicBezTo>
                  <a:pt x="848777" y="117092"/>
                  <a:pt x="851564" y="117531"/>
                  <a:pt x="855524" y="117531"/>
                </a:cubicBezTo>
                <a:lnTo>
                  <a:pt x="855524" y="120671"/>
                </a:lnTo>
                <a:lnTo>
                  <a:pt x="816997" y="120671"/>
                </a:lnTo>
                <a:lnTo>
                  <a:pt x="816997" y="117531"/>
                </a:lnTo>
                <a:cubicBezTo>
                  <a:pt x="820448" y="117531"/>
                  <a:pt x="823164" y="116993"/>
                  <a:pt x="825144" y="115919"/>
                </a:cubicBezTo>
                <a:cubicBezTo>
                  <a:pt x="826275" y="115355"/>
                  <a:pt x="827180" y="114281"/>
                  <a:pt x="827859" y="112699"/>
                </a:cubicBezTo>
                <a:cubicBezTo>
                  <a:pt x="828538" y="111115"/>
                  <a:pt x="828878" y="107892"/>
                  <a:pt x="828878" y="103030"/>
                </a:cubicBezTo>
                <a:lnTo>
                  <a:pt x="828878" y="32732"/>
                </a:lnTo>
                <a:cubicBezTo>
                  <a:pt x="828878" y="23857"/>
                  <a:pt x="828666" y="18402"/>
                  <a:pt x="828241" y="16367"/>
                </a:cubicBezTo>
                <a:cubicBezTo>
                  <a:pt x="827817" y="14331"/>
                  <a:pt x="827166" y="12946"/>
                  <a:pt x="826289" y="12212"/>
                </a:cubicBezTo>
                <a:cubicBezTo>
                  <a:pt x="825413" y="11476"/>
                  <a:pt x="824239" y="11109"/>
                  <a:pt x="822768" y="11109"/>
                </a:cubicBezTo>
                <a:cubicBezTo>
                  <a:pt x="821580" y="11109"/>
                  <a:pt x="819656" y="11561"/>
                  <a:pt x="816997" y="12466"/>
                </a:cubicBezTo>
                <a:lnTo>
                  <a:pt x="815809" y="9496"/>
                </a:lnTo>
                <a:lnTo>
                  <a:pt x="839061" y="0"/>
                </a:lnTo>
                <a:lnTo>
                  <a:pt x="842964" y="0"/>
                </a:lnTo>
                <a:close/>
                <a:moveTo>
                  <a:pt x="920102" y="72301"/>
                </a:moveTo>
                <a:cubicBezTo>
                  <a:pt x="920045" y="83815"/>
                  <a:pt x="922845" y="92846"/>
                  <a:pt x="928503" y="99395"/>
                </a:cubicBezTo>
                <a:cubicBezTo>
                  <a:pt x="934160" y="105941"/>
                  <a:pt x="940807" y="109215"/>
                  <a:pt x="948445" y="109215"/>
                </a:cubicBezTo>
                <a:cubicBezTo>
                  <a:pt x="953536" y="109215"/>
                  <a:pt x="957963" y="107814"/>
                  <a:pt x="961725" y="105014"/>
                </a:cubicBezTo>
                <a:cubicBezTo>
                  <a:pt x="965487" y="102214"/>
                  <a:pt x="968641" y="97419"/>
                  <a:pt x="971187" y="90630"/>
                </a:cubicBezTo>
                <a:lnTo>
                  <a:pt x="973818" y="92327"/>
                </a:lnTo>
                <a:cubicBezTo>
                  <a:pt x="972630" y="100078"/>
                  <a:pt x="969179" y="107136"/>
                  <a:pt x="963465" y="113500"/>
                </a:cubicBezTo>
                <a:cubicBezTo>
                  <a:pt x="957751" y="119864"/>
                  <a:pt x="950594" y="123047"/>
                  <a:pt x="941995" y="123047"/>
                </a:cubicBezTo>
                <a:cubicBezTo>
                  <a:pt x="932661" y="123047"/>
                  <a:pt x="924670" y="119420"/>
                  <a:pt x="918022" y="112166"/>
                </a:cubicBezTo>
                <a:cubicBezTo>
                  <a:pt x="911375" y="104911"/>
                  <a:pt x="908051" y="95157"/>
                  <a:pt x="908051" y="82905"/>
                </a:cubicBezTo>
                <a:cubicBezTo>
                  <a:pt x="908051" y="69639"/>
                  <a:pt x="911460" y="59294"/>
                  <a:pt x="918277" y="51871"/>
                </a:cubicBezTo>
                <a:cubicBezTo>
                  <a:pt x="925094" y="44445"/>
                  <a:pt x="933651" y="40733"/>
                  <a:pt x="943947" y="40733"/>
                </a:cubicBezTo>
                <a:cubicBezTo>
                  <a:pt x="952659" y="40733"/>
                  <a:pt x="959816" y="43597"/>
                  <a:pt x="965417" y="49325"/>
                </a:cubicBezTo>
                <a:cubicBezTo>
                  <a:pt x="971017" y="55051"/>
                  <a:pt x="973818" y="62710"/>
                  <a:pt x="973818" y="72301"/>
                </a:cubicBezTo>
                <a:lnTo>
                  <a:pt x="920102" y="72301"/>
                </a:lnTo>
                <a:moveTo>
                  <a:pt x="920102" y="67379"/>
                </a:moveTo>
                <a:lnTo>
                  <a:pt x="956082" y="67379"/>
                </a:lnTo>
                <a:cubicBezTo>
                  <a:pt x="955799" y="62400"/>
                  <a:pt x="955205" y="58893"/>
                  <a:pt x="954300" y="56856"/>
                </a:cubicBezTo>
                <a:cubicBezTo>
                  <a:pt x="952886" y="53688"/>
                  <a:pt x="950778" y="51199"/>
                  <a:pt x="947978" y="49388"/>
                </a:cubicBezTo>
                <a:cubicBezTo>
                  <a:pt x="945178" y="47578"/>
                  <a:pt x="942250" y="46673"/>
                  <a:pt x="939195" y="46673"/>
                </a:cubicBezTo>
                <a:cubicBezTo>
                  <a:pt x="934499" y="46673"/>
                  <a:pt x="930299" y="48497"/>
                  <a:pt x="926593" y="52146"/>
                </a:cubicBezTo>
                <a:cubicBezTo>
                  <a:pt x="922888" y="55795"/>
                  <a:pt x="920724" y="60873"/>
                  <a:pt x="920102" y="67379"/>
                </a:cubicBezTo>
                <a:close/>
                <a:moveTo>
                  <a:pt x="1077882" y="40733"/>
                </a:moveTo>
                <a:lnTo>
                  <a:pt x="1077882" y="67039"/>
                </a:lnTo>
                <a:lnTo>
                  <a:pt x="1075082" y="67039"/>
                </a:lnTo>
                <a:cubicBezTo>
                  <a:pt x="1072932" y="58788"/>
                  <a:pt x="1070174" y="53176"/>
                  <a:pt x="1066808" y="50203"/>
                </a:cubicBezTo>
                <a:cubicBezTo>
                  <a:pt x="1063442" y="47227"/>
                  <a:pt x="1059157" y="45739"/>
                  <a:pt x="1053952" y="45739"/>
                </a:cubicBezTo>
                <a:cubicBezTo>
                  <a:pt x="1049992" y="45739"/>
                  <a:pt x="1046795" y="46785"/>
                  <a:pt x="1044363" y="48877"/>
                </a:cubicBezTo>
                <a:cubicBezTo>
                  <a:pt x="1041930" y="50966"/>
                  <a:pt x="1040714" y="53283"/>
                  <a:pt x="1040714" y="55827"/>
                </a:cubicBezTo>
                <a:cubicBezTo>
                  <a:pt x="1040714" y="58992"/>
                  <a:pt x="1041619" y="61704"/>
                  <a:pt x="1043429" y="63963"/>
                </a:cubicBezTo>
                <a:cubicBezTo>
                  <a:pt x="1045183" y="66281"/>
                  <a:pt x="1048747" y="68739"/>
                  <a:pt x="1054122" y="71338"/>
                </a:cubicBezTo>
                <a:lnTo>
                  <a:pt x="1066511" y="77358"/>
                </a:lnTo>
                <a:cubicBezTo>
                  <a:pt x="1077995" y="82951"/>
                  <a:pt x="1083738" y="90326"/>
                  <a:pt x="1083738" y="99482"/>
                </a:cubicBezTo>
                <a:cubicBezTo>
                  <a:pt x="1083738" y="106545"/>
                  <a:pt x="1081065" y="112239"/>
                  <a:pt x="1075718" y="116563"/>
                </a:cubicBezTo>
                <a:cubicBezTo>
                  <a:pt x="1070372" y="120885"/>
                  <a:pt x="1064390" y="123047"/>
                  <a:pt x="1057771" y="123047"/>
                </a:cubicBezTo>
                <a:cubicBezTo>
                  <a:pt x="1053018" y="123047"/>
                  <a:pt x="1047587" y="122198"/>
                  <a:pt x="1041477" y="120501"/>
                </a:cubicBezTo>
                <a:cubicBezTo>
                  <a:pt x="1039611" y="119935"/>
                  <a:pt x="1038083" y="119652"/>
                  <a:pt x="1036895" y="119652"/>
                </a:cubicBezTo>
                <a:cubicBezTo>
                  <a:pt x="1035594" y="119652"/>
                  <a:pt x="1034576" y="120388"/>
                  <a:pt x="1033840" y="121859"/>
                </a:cubicBezTo>
                <a:lnTo>
                  <a:pt x="1031040" y="121859"/>
                </a:lnTo>
                <a:lnTo>
                  <a:pt x="1031040" y="94025"/>
                </a:lnTo>
                <a:lnTo>
                  <a:pt x="1033840" y="94025"/>
                </a:lnTo>
                <a:cubicBezTo>
                  <a:pt x="1035424" y="101973"/>
                  <a:pt x="1038451" y="107963"/>
                  <a:pt x="1042920" y="111994"/>
                </a:cubicBezTo>
                <a:cubicBezTo>
                  <a:pt x="1047389" y="116025"/>
                  <a:pt x="1052396" y="118040"/>
                  <a:pt x="1057940" y="118040"/>
                </a:cubicBezTo>
                <a:cubicBezTo>
                  <a:pt x="1061844" y="118040"/>
                  <a:pt x="1065026" y="116896"/>
                  <a:pt x="1067487" y="114608"/>
                </a:cubicBezTo>
                <a:cubicBezTo>
                  <a:pt x="1069948" y="112319"/>
                  <a:pt x="1071178" y="109564"/>
                  <a:pt x="1071178" y="106343"/>
                </a:cubicBezTo>
                <a:cubicBezTo>
                  <a:pt x="1071178" y="102443"/>
                  <a:pt x="1069807" y="99165"/>
                  <a:pt x="1067063" y="96509"/>
                </a:cubicBezTo>
                <a:cubicBezTo>
                  <a:pt x="1064319" y="93854"/>
                  <a:pt x="1058845" y="90492"/>
                  <a:pt x="1050642" y="86424"/>
                </a:cubicBezTo>
                <a:cubicBezTo>
                  <a:pt x="1042439" y="82355"/>
                  <a:pt x="1037065" y="78681"/>
                  <a:pt x="1034519" y="75403"/>
                </a:cubicBezTo>
                <a:cubicBezTo>
                  <a:pt x="1031973" y="72182"/>
                  <a:pt x="1030700" y="68113"/>
                  <a:pt x="1030700" y="63197"/>
                </a:cubicBezTo>
                <a:cubicBezTo>
                  <a:pt x="1030700" y="56811"/>
                  <a:pt x="1032892" y="51471"/>
                  <a:pt x="1037277" y="47177"/>
                </a:cubicBezTo>
                <a:cubicBezTo>
                  <a:pt x="1041661" y="42881"/>
                  <a:pt x="1047333" y="40733"/>
                  <a:pt x="1054291" y="40733"/>
                </a:cubicBezTo>
                <a:cubicBezTo>
                  <a:pt x="1057346" y="40733"/>
                  <a:pt x="1061052" y="41383"/>
                  <a:pt x="1065408" y="42684"/>
                </a:cubicBezTo>
                <a:cubicBezTo>
                  <a:pt x="1068293" y="43533"/>
                  <a:pt x="1070217" y="43957"/>
                  <a:pt x="1071178" y="43957"/>
                </a:cubicBezTo>
                <a:cubicBezTo>
                  <a:pt x="1072084" y="43957"/>
                  <a:pt x="1072791" y="43759"/>
                  <a:pt x="1073300" y="43363"/>
                </a:cubicBezTo>
                <a:cubicBezTo>
                  <a:pt x="1073809" y="42967"/>
                  <a:pt x="1074403" y="42090"/>
                  <a:pt x="1075082" y="40733"/>
                </a:cubicBezTo>
                <a:lnTo>
                  <a:pt x="1077882" y="40733"/>
                </a:lnTo>
                <a:close/>
                <a:moveTo>
                  <a:pt x="1090838" y="42939"/>
                </a:moveTo>
                <a:lnTo>
                  <a:pt x="1127074" y="42939"/>
                </a:lnTo>
                <a:lnTo>
                  <a:pt x="1127074" y="46079"/>
                </a:lnTo>
                <a:lnTo>
                  <a:pt x="1125292" y="46079"/>
                </a:lnTo>
                <a:cubicBezTo>
                  <a:pt x="1122746" y="46079"/>
                  <a:pt x="1120836" y="46630"/>
                  <a:pt x="1119564" y="47734"/>
                </a:cubicBezTo>
                <a:cubicBezTo>
                  <a:pt x="1118291" y="48837"/>
                  <a:pt x="1117654" y="50209"/>
                  <a:pt x="1117654" y="51849"/>
                </a:cubicBezTo>
                <a:cubicBezTo>
                  <a:pt x="1117654" y="54056"/>
                  <a:pt x="1118588" y="57111"/>
                  <a:pt x="1120455" y="61014"/>
                </a:cubicBezTo>
                <a:lnTo>
                  <a:pt x="1139378" y="100219"/>
                </a:lnTo>
                <a:lnTo>
                  <a:pt x="1156775" y="57280"/>
                </a:lnTo>
                <a:cubicBezTo>
                  <a:pt x="1157736" y="54961"/>
                  <a:pt x="1158217" y="52670"/>
                  <a:pt x="1158217" y="50407"/>
                </a:cubicBezTo>
                <a:cubicBezTo>
                  <a:pt x="1158217" y="49388"/>
                  <a:pt x="1158019" y="48625"/>
                  <a:pt x="1157623" y="48116"/>
                </a:cubicBezTo>
                <a:cubicBezTo>
                  <a:pt x="1157171" y="47493"/>
                  <a:pt x="1156463" y="46998"/>
                  <a:pt x="1155502" y="46630"/>
                </a:cubicBezTo>
                <a:cubicBezTo>
                  <a:pt x="1154540" y="46263"/>
                  <a:pt x="1152843" y="46079"/>
                  <a:pt x="1150410" y="46079"/>
                </a:cubicBezTo>
                <a:lnTo>
                  <a:pt x="1150410" y="42939"/>
                </a:lnTo>
                <a:lnTo>
                  <a:pt x="1175698" y="42939"/>
                </a:lnTo>
                <a:lnTo>
                  <a:pt x="1175698" y="46079"/>
                </a:lnTo>
                <a:cubicBezTo>
                  <a:pt x="1173605" y="46305"/>
                  <a:pt x="1171993" y="46758"/>
                  <a:pt x="1170861" y="47437"/>
                </a:cubicBezTo>
                <a:cubicBezTo>
                  <a:pt x="1169730" y="48116"/>
                  <a:pt x="1168485" y="49388"/>
                  <a:pt x="1167127" y="51255"/>
                </a:cubicBezTo>
                <a:cubicBezTo>
                  <a:pt x="1166618" y="52047"/>
                  <a:pt x="1165657" y="54225"/>
                  <a:pt x="1164242" y="57790"/>
                </a:cubicBezTo>
                <a:lnTo>
                  <a:pt x="1132590" y="135351"/>
                </a:lnTo>
                <a:cubicBezTo>
                  <a:pt x="1129535" y="142876"/>
                  <a:pt x="1125532" y="148561"/>
                  <a:pt x="1120582" y="152408"/>
                </a:cubicBezTo>
                <a:cubicBezTo>
                  <a:pt x="1115632" y="156255"/>
                  <a:pt x="1110865" y="158179"/>
                  <a:pt x="1106283" y="158179"/>
                </a:cubicBezTo>
                <a:cubicBezTo>
                  <a:pt x="1102945" y="158179"/>
                  <a:pt x="1100201" y="157228"/>
                  <a:pt x="1098052" y="155328"/>
                </a:cubicBezTo>
                <a:cubicBezTo>
                  <a:pt x="1095902" y="153427"/>
                  <a:pt x="1094827" y="151248"/>
                  <a:pt x="1094827" y="148788"/>
                </a:cubicBezTo>
                <a:cubicBezTo>
                  <a:pt x="1094827" y="146441"/>
                  <a:pt x="1095605" y="144547"/>
                  <a:pt x="1097161" y="143108"/>
                </a:cubicBezTo>
                <a:cubicBezTo>
                  <a:pt x="1098716" y="141671"/>
                  <a:pt x="1100852" y="140952"/>
                  <a:pt x="1103567" y="140952"/>
                </a:cubicBezTo>
                <a:cubicBezTo>
                  <a:pt x="1105434" y="140952"/>
                  <a:pt x="1107980" y="141574"/>
                  <a:pt x="1111205" y="142819"/>
                </a:cubicBezTo>
                <a:cubicBezTo>
                  <a:pt x="1113468" y="143668"/>
                  <a:pt x="1114882" y="144092"/>
                  <a:pt x="1115448" y="144092"/>
                </a:cubicBezTo>
                <a:cubicBezTo>
                  <a:pt x="1117145" y="144092"/>
                  <a:pt x="1118998" y="143209"/>
                  <a:pt x="1121006" y="141443"/>
                </a:cubicBezTo>
                <a:cubicBezTo>
                  <a:pt x="1123015" y="139678"/>
                  <a:pt x="1125037" y="136263"/>
                  <a:pt x="1127074" y="131196"/>
                </a:cubicBezTo>
                <a:lnTo>
                  <a:pt x="1132590" y="117616"/>
                </a:lnTo>
                <a:lnTo>
                  <a:pt x="1104671" y="58978"/>
                </a:lnTo>
                <a:cubicBezTo>
                  <a:pt x="1103822" y="57224"/>
                  <a:pt x="1102464" y="55046"/>
                  <a:pt x="1100597" y="52443"/>
                </a:cubicBezTo>
                <a:cubicBezTo>
                  <a:pt x="1099183" y="50463"/>
                  <a:pt x="1098023" y="49134"/>
                  <a:pt x="1097118" y="48455"/>
                </a:cubicBezTo>
                <a:cubicBezTo>
                  <a:pt x="1095817" y="47550"/>
                  <a:pt x="1093724" y="46758"/>
                  <a:pt x="1090838" y="46079"/>
                </a:cubicBezTo>
                <a:lnTo>
                  <a:pt x="1090838" y="42939"/>
                </a:lnTo>
                <a:close/>
                <a:moveTo>
                  <a:pt x="1232385" y="40733"/>
                </a:moveTo>
                <a:lnTo>
                  <a:pt x="1232385" y="67039"/>
                </a:lnTo>
                <a:lnTo>
                  <a:pt x="1229584" y="67039"/>
                </a:lnTo>
                <a:cubicBezTo>
                  <a:pt x="1227435" y="58788"/>
                  <a:pt x="1224677" y="53176"/>
                  <a:pt x="1221311" y="50203"/>
                </a:cubicBezTo>
                <a:cubicBezTo>
                  <a:pt x="1217944" y="47227"/>
                  <a:pt x="1213659" y="45739"/>
                  <a:pt x="1208454" y="45739"/>
                </a:cubicBezTo>
                <a:cubicBezTo>
                  <a:pt x="1204494" y="45739"/>
                  <a:pt x="1201298" y="46785"/>
                  <a:pt x="1198865" y="48877"/>
                </a:cubicBezTo>
                <a:cubicBezTo>
                  <a:pt x="1196433" y="50966"/>
                  <a:pt x="1195216" y="53283"/>
                  <a:pt x="1195216" y="55827"/>
                </a:cubicBezTo>
                <a:cubicBezTo>
                  <a:pt x="1195216" y="58992"/>
                  <a:pt x="1196121" y="61704"/>
                  <a:pt x="1197932" y="63963"/>
                </a:cubicBezTo>
                <a:cubicBezTo>
                  <a:pt x="1199685" y="66281"/>
                  <a:pt x="1203250" y="68739"/>
                  <a:pt x="1208624" y="71338"/>
                </a:cubicBezTo>
                <a:lnTo>
                  <a:pt x="1221014" y="77358"/>
                </a:lnTo>
                <a:cubicBezTo>
                  <a:pt x="1232498" y="82951"/>
                  <a:pt x="1238240" y="90326"/>
                  <a:pt x="1238240" y="99482"/>
                </a:cubicBezTo>
                <a:cubicBezTo>
                  <a:pt x="1238240" y="106545"/>
                  <a:pt x="1235567" y="112239"/>
                  <a:pt x="1230221" y="116563"/>
                </a:cubicBezTo>
                <a:cubicBezTo>
                  <a:pt x="1224875" y="120885"/>
                  <a:pt x="1218892" y="123047"/>
                  <a:pt x="1212273" y="123047"/>
                </a:cubicBezTo>
                <a:cubicBezTo>
                  <a:pt x="1207521" y="123047"/>
                  <a:pt x="1202090" y="122198"/>
                  <a:pt x="1195980" y="120501"/>
                </a:cubicBezTo>
                <a:cubicBezTo>
                  <a:pt x="1194113" y="119935"/>
                  <a:pt x="1192586" y="119652"/>
                  <a:pt x="1191398" y="119652"/>
                </a:cubicBezTo>
                <a:cubicBezTo>
                  <a:pt x="1190096" y="119652"/>
                  <a:pt x="1189078" y="120388"/>
                  <a:pt x="1188343" y="121859"/>
                </a:cubicBezTo>
                <a:lnTo>
                  <a:pt x="1185542" y="121859"/>
                </a:lnTo>
                <a:lnTo>
                  <a:pt x="1185542" y="94025"/>
                </a:lnTo>
                <a:lnTo>
                  <a:pt x="1188343" y="94025"/>
                </a:lnTo>
                <a:cubicBezTo>
                  <a:pt x="1189927" y="101973"/>
                  <a:pt x="1192953" y="107963"/>
                  <a:pt x="1197423" y="111994"/>
                </a:cubicBezTo>
                <a:cubicBezTo>
                  <a:pt x="1201892" y="116025"/>
                  <a:pt x="1206899" y="118040"/>
                  <a:pt x="1212443" y="118040"/>
                </a:cubicBezTo>
                <a:cubicBezTo>
                  <a:pt x="1216346" y="118040"/>
                  <a:pt x="1219529" y="116896"/>
                  <a:pt x="1221989" y="114608"/>
                </a:cubicBezTo>
                <a:cubicBezTo>
                  <a:pt x="1224450" y="112319"/>
                  <a:pt x="1225681" y="109564"/>
                  <a:pt x="1225681" y="106343"/>
                </a:cubicBezTo>
                <a:cubicBezTo>
                  <a:pt x="1225681" y="102443"/>
                  <a:pt x="1224309" y="99165"/>
                  <a:pt x="1221565" y="96509"/>
                </a:cubicBezTo>
                <a:cubicBezTo>
                  <a:pt x="1218821" y="93854"/>
                  <a:pt x="1213348" y="90492"/>
                  <a:pt x="1205145" y="86424"/>
                </a:cubicBezTo>
                <a:cubicBezTo>
                  <a:pt x="1196942" y="82355"/>
                  <a:pt x="1191567" y="78681"/>
                  <a:pt x="1189021" y="75403"/>
                </a:cubicBezTo>
                <a:cubicBezTo>
                  <a:pt x="1186476" y="72182"/>
                  <a:pt x="1185203" y="68113"/>
                  <a:pt x="1185203" y="63197"/>
                </a:cubicBezTo>
                <a:cubicBezTo>
                  <a:pt x="1185203" y="56811"/>
                  <a:pt x="1187395" y="51471"/>
                  <a:pt x="1191779" y="47177"/>
                </a:cubicBezTo>
                <a:cubicBezTo>
                  <a:pt x="1196164" y="42881"/>
                  <a:pt x="1201835" y="40733"/>
                  <a:pt x="1208794" y="40733"/>
                </a:cubicBezTo>
                <a:cubicBezTo>
                  <a:pt x="1211849" y="40733"/>
                  <a:pt x="1215554" y="41383"/>
                  <a:pt x="1219910" y="42684"/>
                </a:cubicBezTo>
                <a:cubicBezTo>
                  <a:pt x="1222796" y="43533"/>
                  <a:pt x="1224719" y="43957"/>
                  <a:pt x="1225681" y="43957"/>
                </a:cubicBezTo>
                <a:cubicBezTo>
                  <a:pt x="1226586" y="43957"/>
                  <a:pt x="1227293" y="43759"/>
                  <a:pt x="1227802" y="43363"/>
                </a:cubicBezTo>
                <a:cubicBezTo>
                  <a:pt x="1228312" y="42967"/>
                  <a:pt x="1228906" y="42090"/>
                  <a:pt x="1229584" y="40733"/>
                </a:cubicBezTo>
                <a:lnTo>
                  <a:pt x="1232385" y="40733"/>
                </a:lnTo>
                <a:close/>
                <a:moveTo>
                  <a:pt x="1272326" y="17311"/>
                </a:moveTo>
                <a:lnTo>
                  <a:pt x="1272326" y="42939"/>
                </a:lnTo>
                <a:lnTo>
                  <a:pt x="1290486" y="42939"/>
                </a:lnTo>
                <a:lnTo>
                  <a:pt x="1290486" y="48879"/>
                </a:lnTo>
                <a:lnTo>
                  <a:pt x="1272326" y="48879"/>
                </a:lnTo>
                <a:lnTo>
                  <a:pt x="1272326" y="99217"/>
                </a:lnTo>
                <a:cubicBezTo>
                  <a:pt x="1272326" y="104247"/>
                  <a:pt x="1273048" y="107638"/>
                  <a:pt x="1274490" y="109390"/>
                </a:cubicBezTo>
                <a:cubicBezTo>
                  <a:pt x="1275933" y="111140"/>
                  <a:pt x="1277786" y="112015"/>
                  <a:pt x="1280049" y="112015"/>
                </a:cubicBezTo>
                <a:cubicBezTo>
                  <a:pt x="1281915" y="112015"/>
                  <a:pt x="1283726" y="111435"/>
                  <a:pt x="1285480" y="110275"/>
                </a:cubicBezTo>
                <a:cubicBezTo>
                  <a:pt x="1287233" y="109116"/>
                  <a:pt x="1288591" y="107404"/>
                  <a:pt x="1289553" y="105141"/>
                </a:cubicBezTo>
                <a:lnTo>
                  <a:pt x="1292862" y="105141"/>
                </a:lnTo>
                <a:cubicBezTo>
                  <a:pt x="1290882" y="110701"/>
                  <a:pt x="1288082" y="114906"/>
                  <a:pt x="1284461" y="117756"/>
                </a:cubicBezTo>
                <a:cubicBezTo>
                  <a:pt x="1280841" y="120604"/>
                  <a:pt x="1277107" y="122028"/>
                  <a:pt x="1273260" y="122028"/>
                </a:cubicBezTo>
                <a:cubicBezTo>
                  <a:pt x="1270657" y="122028"/>
                  <a:pt x="1268112" y="121306"/>
                  <a:pt x="1265622" y="119862"/>
                </a:cubicBezTo>
                <a:cubicBezTo>
                  <a:pt x="1263133" y="118417"/>
                  <a:pt x="1261295" y="116351"/>
                  <a:pt x="1260106" y="113662"/>
                </a:cubicBezTo>
                <a:cubicBezTo>
                  <a:pt x="1258918" y="110971"/>
                  <a:pt x="1258324" y="106822"/>
                  <a:pt x="1258324" y="101214"/>
                </a:cubicBezTo>
                <a:lnTo>
                  <a:pt x="1258324" y="48879"/>
                </a:lnTo>
                <a:lnTo>
                  <a:pt x="1246020" y="48879"/>
                </a:lnTo>
                <a:lnTo>
                  <a:pt x="1246020" y="46079"/>
                </a:lnTo>
                <a:cubicBezTo>
                  <a:pt x="1249131" y="44831"/>
                  <a:pt x="1252314" y="42717"/>
                  <a:pt x="1255567" y="39738"/>
                </a:cubicBezTo>
                <a:cubicBezTo>
                  <a:pt x="1258819" y="36759"/>
                  <a:pt x="1261719" y="33227"/>
                  <a:pt x="1264265" y="29141"/>
                </a:cubicBezTo>
                <a:cubicBezTo>
                  <a:pt x="1265566" y="26986"/>
                  <a:pt x="1267376" y="23043"/>
                  <a:pt x="1269696" y="17311"/>
                </a:cubicBezTo>
                <a:lnTo>
                  <a:pt x="1272326" y="17311"/>
                </a:lnTo>
                <a:close/>
                <a:moveTo>
                  <a:pt x="1311136" y="72301"/>
                </a:moveTo>
                <a:cubicBezTo>
                  <a:pt x="1311080" y="83815"/>
                  <a:pt x="1313880" y="92846"/>
                  <a:pt x="1319538" y="99395"/>
                </a:cubicBezTo>
                <a:cubicBezTo>
                  <a:pt x="1325195" y="105941"/>
                  <a:pt x="1331842" y="109215"/>
                  <a:pt x="1339480" y="109215"/>
                </a:cubicBezTo>
                <a:cubicBezTo>
                  <a:pt x="1344571" y="109215"/>
                  <a:pt x="1348998" y="107814"/>
                  <a:pt x="1352760" y="105014"/>
                </a:cubicBezTo>
                <a:cubicBezTo>
                  <a:pt x="1356522" y="102214"/>
                  <a:pt x="1359676" y="97419"/>
                  <a:pt x="1362222" y="90630"/>
                </a:cubicBezTo>
                <a:lnTo>
                  <a:pt x="1364853" y="92327"/>
                </a:lnTo>
                <a:cubicBezTo>
                  <a:pt x="1363665" y="100078"/>
                  <a:pt x="1360214" y="107136"/>
                  <a:pt x="1354500" y="113500"/>
                </a:cubicBezTo>
                <a:cubicBezTo>
                  <a:pt x="1348786" y="119864"/>
                  <a:pt x="1341629" y="123047"/>
                  <a:pt x="1333030" y="123047"/>
                </a:cubicBezTo>
                <a:cubicBezTo>
                  <a:pt x="1323696" y="123047"/>
                  <a:pt x="1315705" y="119420"/>
                  <a:pt x="1309057" y="112166"/>
                </a:cubicBezTo>
                <a:cubicBezTo>
                  <a:pt x="1302410" y="104911"/>
                  <a:pt x="1299086" y="95157"/>
                  <a:pt x="1299086" y="82905"/>
                </a:cubicBezTo>
                <a:cubicBezTo>
                  <a:pt x="1299086" y="69639"/>
                  <a:pt x="1302495" y="59294"/>
                  <a:pt x="1309312" y="51871"/>
                </a:cubicBezTo>
                <a:cubicBezTo>
                  <a:pt x="1316129" y="44445"/>
                  <a:pt x="1324686" y="40733"/>
                  <a:pt x="1334982" y="40733"/>
                </a:cubicBezTo>
                <a:cubicBezTo>
                  <a:pt x="1343694" y="40733"/>
                  <a:pt x="1350851" y="43597"/>
                  <a:pt x="1356452" y="49325"/>
                </a:cubicBezTo>
                <a:cubicBezTo>
                  <a:pt x="1362052" y="55051"/>
                  <a:pt x="1364853" y="62710"/>
                  <a:pt x="1364853" y="72301"/>
                </a:cubicBezTo>
                <a:lnTo>
                  <a:pt x="1311136" y="72301"/>
                </a:lnTo>
                <a:moveTo>
                  <a:pt x="1311136" y="67379"/>
                </a:moveTo>
                <a:lnTo>
                  <a:pt x="1347117" y="67379"/>
                </a:lnTo>
                <a:cubicBezTo>
                  <a:pt x="1346834" y="62400"/>
                  <a:pt x="1346240" y="58893"/>
                  <a:pt x="1345335" y="56856"/>
                </a:cubicBezTo>
                <a:cubicBezTo>
                  <a:pt x="1343921" y="53688"/>
                  <a:pt x="1341813" y="51199"/>
                  <a:pt x="1339013" y="49388"/>
                </a:cubicBezTo>
                <a:cubicBezTo>
                  <a:pt x="1336212" y="47578"/>
                  <a:pt x="1333285" y="46673"/>
                  <a:pt x="1330230" y="46673"/>
                </a:cubicBezTo>
                <a:cubicBezTo>
                  <a:pt x="1325534" y="46673"/>
                  <a:pt x="1321334" y="48497"/>
                  <a:pt x="1317628" y="52146"/>
                </a:cubicBezTo>
                <a:cubicBezTo>
                  <a:pt x="1313923" y="55795"/>
                  <a:pt x="1311759" y="60873"/>
                  <a:pt x="1311136" y="67379"/>
                </a:cubicBezTo>
                <a:close/>
                <a:moveTo>
                  <a:pt x="1398314" y="57280"/>
                </a:moveTo>
                <a:cubicBezTo>
                  <a:pt x="1403971" y="51623"/>
                  <a:pt x="1407309" y="48370"/>
                  <a:pt x="1408327" y="47521"/>
                </a:cubicBezTo>
                <a:cubicBezTo>
                  <a:pt x="1410873" y="45372"/>
                  <a:pt x="1413617" y="43703"/>
                  <a:pt x="1416559" y="42515"/>
                </a:cubicBezTo>
                <a:cubicBezTo>
                  <a:pt x="1419500" y="41327"/>
                  <a:pt x="1422414" y="40733"/>
                  <a:pt x="1425299" y="40733"/>
                </a:cubicBezTo>
                <a:cubicBezTo>
                  <a:pt x="1430164" y="40733"/>
                  <a:pt x="1434351" y="42147"/>
                  <a:pt x="1437858" y="44976"/>
                </a:cubicBezTo>
                <a:cubicBezTo>
                  <a:pt x="1441366" y="47804"/>
                  <a:pt x="1443714" y="51906"/>
                  <a:pt x="1444902" y="57280"/>
                </a:cubicBezTo>
                <a:cubicBezTo>
                  <a:pt x="1450729" y="50492"/>
                  <a:pt x="1455651" y="46036"/>
                  <a:pt x="1459667" y="43915"/>
                </a:cubicBezTo>
                <a:cubicBezTo>
                  <a:pt x="1463684" y="41793"/>
                  <a:pt x="1467814" y="40733"/>
                  <a:pt x="1472057" y="40733"/>
                </a:cubicBezTo>
                <a:cubicBezTo>
                  <a:pt x="1476187" y="40733"/>
                  <a:pt x="1479850" y="41792"/>
                  <a:pt x="1483046" y="43910"/>
                </a:cubicBezTo>
                <a:cubicBezTo>
                  <a:pt x="1486243" y="46026"/>
                  <a:pt x="1488774" y="49483"/>
                  <a:pt x="1490641" y="54281"/>
                </a:cubicBezTo>
                <a:cubicBezTo>
                  <a:pt x="1491886" y="57555"/>
                  <a:pt x="1492508" y="62692"/>
                  <a:pt x="1492508" y="69691"/>
                </a:cubicBezTo>
                <a:lnTo>
                  <a:pt x="1492508" y="103052"/>
                </a:lnTo>
                <a:cubicBezTo>
                  <a:pt x="1492508" y="107906"/>
                  <a:pt x="1492876" y="111237"/>
                  <a:pt x="1493611" y="113044"/>
                </a:cubicBezTo>
                <a:cubicBezTo>
                  <a:pt x="1494177" y="114285"/>
                  <a:pt x="1495224" y="115343"/>
                  <a:pt x="1496751" y="116218"/>
                </a:cubicBezTo>
                <a:cubicBezTo>
                  <a:pt x="1498279" y="117093"/>
                  <a:pt x="1500768" y="117531"/>
                  <a:pt x="1504219" y="117531"/>
                </a:cubicBezTo>
                <a:lnTo>
                  <a:pt x="1504219" y="120671"/>
                </a:lnTo>
                <a:lnTo>
                  <a:pt x="1465862" y="120671"/>
                </a:lnTo>
                <a:lnTo>
                  <a:pt x="1465862" y="117531"/>
                </a:lnTo>
                <a:lnTo>
                  <a:pt x="1467474" y="117531"/>
                </a:lnTo>
                <a:cubicBezTo>
                  <a:pt x="1470812" y="117531"/>
                  <a:pt x="1473415" y="116884"/>
                  <a:pt x="1475282" y="115590"/>
                </a:cubicBezTo>
                <a:cubicBezTo>
                  <a:pt x="1476583" y="114688"/>
                  <a:pt x="1477516" y="113252"/>
                  <a:pt x="1478082" y="111283"/>
                </a:cubicBezTo>
                <a:cubicBezTo>
                  <a:pt x="1478308" y="110327"/>
                  <a:pt x="1478421" y="107597"/>
                  <a:pt x="1478421" y="103094"/>
                </a:cubicBezTo>
                <a:lnTo>
                  <a:pt x="1478421" y="69829"/>
                </a:lnTo>
                <a:cubicBezTo>
                  <a:pt x="1478421" y="63525"/>
                  <a:pt x="1477658" y="59078"/>
                  <a:pt x="1476130" y="56490"/>
                </a:cubicBezTo>
                <a:cubicBezTo>
                  <a:pt x="1473924" y="52887"/>
                  <a:pt x="1470388" y="51086"/>
                  <a:pt x="1465523" y="51086"/>
                </a:cubicBezTo>
                <a:cubicBezTo>
                  <a:pt x="1462524" y="51086"/>
                  <a:pt x="1459512" y="51832"/>
                  <a:pt x="1456485" y="53324"/>
                </a:cubicBezTo>
                <a:cubicBezTo>
                  <a:pt x="1453458" y="54814"/>
                  <a:pt x="1449795" y="57586"/>
                  <a:pt x="1445496" y="61640"/>
                </a:cubicBezTo>
                <a:lnTo>
                  <a:pt x="1445326" y="62568"/>
                </a:lnTo>
                <a:lnTo>
                  <a:pt x="1445496" y="66199"/>
                </a:lnTo>
                <a:lnTo>
                  <a:pt x="1445496" y="103094"/>
                </a:lnTo>
                <a:cubicBezTo>
                  <a:pt x="1445496" y="108385"/>
                  <a:pt x="1445793" y="111678"/>
                  <a:pt x="1446387" y="112972"/>
                </a:cubicBezTo>
                <a:cubicBezTo>
                  <a:pt x="1446981" y="114266"/>
                  <a:pt x="1448098" y="115350"/>
                  <a:pt x="1449739" y="116223"/>
                </a:cubicBezTo>
                <a:cubicBezTo>
                  <a:pt x="1451379" y="117095"/>
                  <a:pt x="1454180" y="117531"/>
                  <a:pt x="1458140" y="117531"/>
                </a:cubicBezTo>
                <a:lnTo>
                  <a:pt x="1458140" y="120671"/>
                </a:lnTo>
                <a:lnTo>
                  <a:pt x="1418850" y="120671"/>
                </a:lnTo>
                <a:lnTo>
                  <a:pt x="1418850" y="117531"/>
                </a:lnTo>
                <a:cubicBezTo>
                  <a:pt x="1423149" y="117531"/>
                  <a:pt x="1426105" y="117024"/>
                  <a:pt x="1427718" y="116011"/>
                </a:cubicBezTo>
                <a:cubicBezTo>
                  <a:pt x="1429330" y="114998"/>
                  <a:pt x="1430447" y="113479"/>
                  <a:pt x="1431070" y="111453"/>
                </a:cubicBezTo>
                <a:cubicBezTo>
                  <a:pt x="1431352" y="110495"/>
                  <a:pt x="1431494" y="107708"/>
                  <a:pt x="1431494" y="103094"/>
                </a:cubicBezTo>
                <a:lnTo>
                  <a:pt x="1431494" y="69829"/>
                </a:lnTo>
                <a:cubicBezTo>
                  <a:pt x="1431494" y="63525"/>
                  <a:pt x="1430560" y="58993"/>
                  <a:pt x="1428694" y="56236"/>
                </a:cubicBezTo>
                <a:cubicBezTo>
                  <a:pt x="1426204" y="52633"/>
                  <a:pt x="1422725" y="50831"/>
                  <a:pt x="1418256" y="50831"/>
                </a:cubicBezTo>
                <a:cubicBezTo>
                  <a:pt x="1415201" y="50831"/>
                  <a:pt x="1412174" y="51647"/>
                  <a:pt x="1409176" y="53279"/>
                </a:cubicBezTo>
                <a:cubicBezTo>
                  <a:pt x="1404480" y="55756"/>
                  <a:pt x="1400860" y="58542"/>
                  <a:pt x="1398314" y="61637"/>
                </a:cubicBezTo>
                <a:lnTo>
                  <a:pt x="1398314" y="103094"/>
                </a:lnTo>
                <a:cubicBezTo>
                  <a:pt x="1398314" y="108159"/>
                  <a:pt x="1398667" y="111452"/>
                  <a:pt x="1399374" y="112972"/>
                </a:cubicBezTo>
                <a:cubicBezTo>
                  <a:pt x="1400082" y="114491"/>
                  <a:pt x="1401128" y="115630"/>
                  <a:pt x="1402514" y="116391"/>
                </a:cubicBezTo>
                <a:cubicBezTo>
                  <a:pt x="1403900" y="117151"/>
                  <a:pt x="1406715" y="117531"/>
                  <a:pt x="1410958" y="117531"/>
                </a:cubicBezTo>
                <a:lnTo>
                  <a:pt x="1410958" y="120671"/>
                </a:lnTo>
                <a:lnTo>
                  <a:pt x="1372516" y="120671"/>
                </a:lnTo>
                <a:lnTo>
                  <a:pt x="1372516" y="117531"/>
                </a:lnTo>
                <a:cubicBezTo>
                  <a:pt x="1376080" y="117531"/>
                  <a:pt x="1378570" y="117150"/>
                  <a:pt x="1379984" y="116388"/>
                </a:cubicBezTo>
                <a:cubicBezTo>
                  <a:pt x="1381398" y="115626"/>
                  <a:pt x="1382473" y="114412"/>
                  <a:pt x="1383209" y="112747"/>
                </a:cubicBezTo>
                <a:cubicBezTo>
                  <a:pt x="1383944" y="111081"/>
                  <a:pt x="1384312" y="107850"/>
                  <a:pt x="1384312" y="103052"/>
                </a:cubicBezTo>
                <a:lnTo>
                  <a:pt x="1384312" y="73417"/>
                </a:lnTo>
                <a:cubicBezTo>
                  <a:pt x="1384312" y="64892"/>
                  <a:pt x="1384057" y="59389"/>
                  <a:pt x="1383548" y="56906"/>
                </a:cubicBezTo>
                <a:cubicBezTo>
                  <a:pt x="1383152" y="55043"/>
                  <a:pt x="1382530" y="53759"/>
                  <a:pt x="1381681" y="53053"/>
                </a:cubicBezTo>
                <a:cubicBezTo>
                  <a:pt x="1380833" y="52348"/>
                  <a:pt x="1379673" y="51995"/>
                  <a:pt x="1378202" y="51995"/>
                </a:cubicBezTo>
                <a:cubicBezTo>
                  <a:pt x="1376618" y="51995"/>
                  <a:pt x="1374723" y="52419"/>
                  <a:pt x="1372516" y="53265"/>
                </a:cubicBezTo>
                <a:lnTo>
                  <a:pt x="1371243" y="50216"/>
                </a:lnTo>
                <a:lnTo>
                  <a:pt x="1394665" y="40733"/>
                </a:lnTo>
                <a:lnTo>
                  <a:pt x="1398314" y="40733"/>
                </a:lnTo>
                <a:lnTo>
                  <a:pt x="1398314" y="57280"/>
                </a:lnTo>
                <a:close/>
                <a:moveTo>
                  <a:pt x="1514346" y="149693"/>
                </a:moveTo>
                <a:lnTo>
                  <a:pt x="1514346" y="145959"/>
                </a:lnTo>
                <a:cubicBezTo>
                  <a:pt x="1520173" y="144028"/>
                  <a:pt x="1524685" y="141033"/>
                  <a:pt x="1527882" y="136972"/>
                </a:cubicBezTo>
                <a:cubicBezTo>
                  <a:pt x="1531078" y="132913"/>
                  <a:pt x="1532676" y="128611"/>
                  <a:pt x="1532676" y="124068"/>
                </a:cubicBezTo>
                <a:cubicBezTo>
                  <a:pt x="1532676" y="122991"/>
                  <a:pt x="1532422" y="122085"/>
                  <a:pt x="1531912" y="121350"/>
                </a:cubicBezTo>
                <a:cubicBezTo>
                  <a:pt x="1531516" y="120840"/>
                  <a:pt x="1531120" y="120586"/>
                  <a:pt x="1530724" y="120586"/>
                </a:cubicBezTo>
                <a:cubicBezTo>
                  <a:pt x="1530102" y="120586"/>
                  <a:pt x="1528744" y="121152"/>
                  <a:pt x="1526651" y="122283"/>
                </a:cubicBezTo>
                <a:cubicBezTo>
                  <a:pt x="1525633" y="122792"/>
                  <a:pt x="1524558" y="123047"/>
                  <a:pt x="1523426" y="123047"/>
                </a:cubicBezTo>
                <a:cubicBezTo>
                  <a:pt x="1520654" y="123047"/>
                  <a:pt x="1518448" y="122226"/>
                  <a:pt x="1516807" y="120586"/>
                </a:cubicBezTo>
                <a:cubicBezTo>
                  <a:pt x="1515167" y="118945"/>
                  <a:pt x="1514346" y="116682"/>
                  <a:pt x="1514346" y="113797"/>
                </a:cubicBezTo>
                <a:cubicBezTo>
                  <a:pt x="1514346" y="111025"/>
                  <a:pt x="1515407" y="108649"/>
                  <a:pt x="1517529" y="106669"/>
                </a:cubicBezTo>
                <a:cubicBezTo>
                  <a:pt x="1519650" y="104689"/>
                  <a:pt x="1522238" y="103699"/>
                  <a:pt x="1525293" y="103699"/>
                </a:cubicBezTo>
                <a:cubicBezTo>
                  <a:pt x="1529027" y="103699"/>
                  <a:pt x="1532351" y="105329"/>
                  <a:pt x="1535264" y="108589"/>
                </a:cubicBezTo>
                <a:cubicBezTo>
                  <a:pt x="1538178" y="111847"/>
                  <a:pt x="1539635" y="116168"/>
                  <a:pt x="1539635" y="121551"/>
                </a:cubicBezTo>
                <a:cubicBezTo>
                  <a:pt x="1539635" y="127390"/>
                  <a:pt x="1537612" y="132818"/>
                  <a:pt x="1533567" y="137834"/>
                </a:cubicBezTo>
                <a:cubicBezTo>
                  <a:pt x="1529522" y="142849"/>
                  <a:pt x="1523115" y="146802"/>
                  <a:pt x="1514346" y="149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includinggratitudeor">
            <a:extLst xmlns:a="http://schemas.openxmlformats.org/drawingml/2006/main">
              <a:ext uri="{FF2B5EF4-FFF2-40B4-BE49-F238E27FC236}">
                <a16:creationId xmlns:a16="http://schemas.microsoft.com/office/drawing/2014/main" id="{3F99F2C4-DE2C-4420-800E-02FE8CCB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531" y="5363695"/>
            <a:ext cx="1502102" cy="158179"/>
          </a:xfrm>
          <a:custGeom xmlns:a="http://schemas.openxmlformats.org/drawingml/2006/main">
            <a:pathLst>
              <a:path w="1502102" h="158179">
                <a:moveTo>
                  <a:pt x="20112" y="0"/>
                </a:moveTo>
                <a:cubicBezTo>
                  <a:pt x="22488" y="0"/>
                  <a:pt x="24510" y="839"/>
                  <a:pt x="26179" y="2517"/>
                </a:cubicBezTo>
                <a:cubicBezTo>
                  <a:pt x="27848" y="4193"/>
                  <a:pt x="28683" y="6225"/>
                  <a:pt x="28683" y="8613"/>
                </a:cubicBezTo>
                <a:cubicBezTo>
                  <a:pt x="28683" y="11002"/>
                  <a:pt x="27848" y="13049"/>
                  <a:pt x="26179" y="14755"/>
                </a:cubicBezTo>
                <a:cubicBezTo>
                  <a:pt x="24510" y="16459"/>
                  <a:pt x="22488" y="17311"/>
                  <a:pt x="20112" y="17311"/>
                </a:cubicBezTo>
                <a:cubicBezTo>
                  <a:pt x="17736" y="17311"/>
                  <a:pt x="15699" y="16459"/>
                  <a:pt x="14002" y="14755"/>
                </a:cubicBezTo>
                <a:cubicBezTo>
                  <a:pt x="12305" y="13049"/>
                  <a:pt x="11456" y="11002"/>
                  <a:pt x="11456" y="8613"/>
                </a:cubicBezTo>
                <a:cubicBezTo>
                  <a:pt x="11456" y="6225"/>
                  <a:pt x="12291" y="4193"/>
                  <a:pt x="13959" y="2517"/>
                </a:cubicBezTo>
                <a:cubicBezTo>
                  <a:pt x="15628" y="839"/>
                  <a:pt x="17679" y="0"/>
                  <a:pt x="20112" y="0"/>
                </a:cubicBezTo>
                <a:moveTo>
                  <a:pt x="27155" y="40733"/>
                </a:moveTo>
                <a:lnTo>
                  <a:pt x="27155" y="103052"/>
                </a:lnTo>
                <a:cubicBezTo>
                  <a:pt x="27155" y="107906"/>
                  <a:pt x="27509" y="111138"/>
                  <a:pt x="28216" y="112747"/>
                </a:cubicBezTo>
                <a:cubicBezTo>
                  <a:pt x="28923" y="114356"/>
                  <a:pt x="29970" y="115555"/>
                  <a:pt x="31356" y="116345"/>
                </a:cubicBezTo>
                <a:cubicBezTo>
                  <a:pt x="32742" y="117136"/>
                  <a:pt x="35273" y="117531"/>
                  <a:pt x="38951" y="117531"/>
                </a:cubicBezTo>
                <a:lnTo>
                  <a:pt x="38951" y="120671"/>
                </a:lnTo>
                <a:lnTo>
                  <a:pt x="1188" y="120671"/>
                </a:lnTo>
                <a:lnTo>
                  <a:pt x="1188" y="117531"/>
                </a:lnTo>
                <a:cubicBezTo>
                  <a:pt x="4978" y="117531"/>
                  <a:pt x="7524" y="117164"/>
                  <a:pt x="8825" y="116430"/>
                </a:cubicBezTo>
                <a:cubicBezTo>
                  <a:pt x="10127" y="115697"/>
                  <a:pt x="11159" y="114483"/>
                  <a:pt x="11923" y="112789"/>
                </a:cubicBezTo>
                <a:cubicBezTo>
                  <a:pt x="12687" y="111096"/>
                  <a:pt x="13068" y="107850"/>
                  <a:pt x="13068" y="103052"/>
                </a:cubicBezTo>
                <a:lnTo>
                  <a:pt x="13068" y="73162"/>
                </a:lnTo>
                <a:cubicBezTo>
                  <a:pt x="13068" y="64751"/>
                  <a:pt x="12814" y="59304"/>
                  <a:pt x="12305" y="56822"/>
                </a:cubicBezTo>
                <a:cubicBezTo>
                  <a:pt x="11909" y="55015"/>
                  <a:pt x="11286" y="53759"/>
                  <a:pt x="10438" y="53053"/>
                </a:cubicBezTo>
                <a:cubicBezTo>
                  <a:pt x="9589" y="52348"/>
                  <a:pt x="8429" y="51995"/>
                  <a:pt x="6959" y="51995"/>
                </a:cubicBezTo>
                <a:cubicBezTo>
                  <a:pt x="5374" y="51995"/>
                  <a:pt x="3451" y="52419"/>
                  <a:pt x="1188" y="53265"/>
                </a:cubicBezTo>
                <a:lnTo>
                  <a:pt x="0" y="50216"/>
                </a:lnTo>
                <a:lnTo>
                  <a:pt x="23421" y="40733"/>
                </a:lnTo>
                <a:lnTo>
                  <a:pt x="27155" y="40733"/>
                </a:lnTo>
                <a:close/>
                <a:moveTo>
                  <a:pt x="71311" y="57196"/>
                </a:moveTo>
                <a:cubicBezTo>
                  <a:pt x="80420" y="46220"/>
                  <a:pt x="89104" y="40733"/>
                  <a:pt x="97363" y="40733"/>
                </a:cubicBezTo>
                <a:cubicBezTo>
                  <a:pt x="101606" y="40733"/>
                  <a:pt x="105255" y="41792"/>
                  <a:pt x="108310" y="43910"/>
                </a:cubicBezTo>
                <a:cubicBezTo>
                  <a:pt x="111365" y="46026"/>
                  <a:pt x="113798" y="49511"/>
                  <a:pt x="115608" y="54366"/>
                </a:cubicBezTo>
                <a:cubicBezTo>
                  <a:pt x="116853" y="57752"/>
                  <a:pt x="117475" y="62945"/>
                  <a:pt x="117475" y="69946"/>
                </a:cubicBezTo>
                <a:lnTo>
                  <a:pt x="117475" y="103052"/>
                </a:lnTo>
                <a:cubicBezTo>
                  <a:pt x="117475" y="107963"/>
                  <a:pt x="117871" y="111294"/>
                  <a:pt x="118663" y="113044"/>
                </a:cubicBezTo>
                <a:cubicBezTo>
                  <a:pt x="119285" y="114455"/>
                  <a:pt x="120290" y="115555"/>
                  <a:pt x="121676" y="116345"/>
                </a:cubicBezTo>
                <a:cubicBezTo>
                  <a:pt x="123062" y="117136"/>
                  <a:pt x="125622" y="117531"/>
                  <a:pt x="129355" y="117531"/>
                </a:cubicBezTo>
                <a:lnTo>
                  <a:pt x="129355" y="120671"/>
                </a:lnTo>
                <a:lnTo>
                  <a:pt x="90914" y="120671"/>
                </a:lnTo>
                <a:lnTo>
                  <a:pt x="90914" y="117531"/>
                </a:lnTo>
                <a:lnTo>
                  <a:pt x="92526" y="117531"/>
                </a:lnTo>
                <a:cubicBezTo>
                  <a:pt x="96147" y="117531"/>
                  <a:pt x="98679" y="116982"/>
                  <a:pt x="100121" y="115884"/>
                </a:cubicBezTo>
                <a:cubicBezTo>
                  <a:pt x="101564" y="114786"/>
                  <a:pt x="102568" y="113169"/>
                  <a:pt x="103134" y="111031"/>
                </a:cubicBezTo>
                <a:cubicBezTo>
                  <a:pt x="103360" y="110186"/>
                  <a:pt x="103473" y="107540"/>
                  <a:pt x="103473" y="103094"/>
                </a:cubicBezTo>
                <a:lnTo>
                  <a:pt x="103473" y="71433"/>
                </a:lnTo>
                <a:cubicBezTo>
                  <a:pt x="103473" y="64399"/>
                  <a:pt x="102554" y="59291"/>
                  <a:pt x="100715" y="56111"/>
                </a:cubicBezTo>
                <a:cubicBezTo>
                  <a:pt x="98877" y="52930"/>
                  <a:pt x="95779" y="51340"/>
                  <a:pt x="91423" y="51340"/>
                </a:cubicBezTo>
                <a:cubicBezTo>
                  <a:pt x="84691" y="51340"/>
                  <a:pt x="77987" y="54999"/>
                  <a:pt x="71311" y="62316"/>
                </a:cubicBezTo>
                <a:lnTo>
                  <a:pt x="71311" y="103094"/>
                </a:lnTo>
                <a:cubicBezTo>
                  <a:pt x="71311" y="108329"/>
                  <a:pt x="71623" y="111565"/>
                  <a:pt x="72245" y="112803"/>
                </a:cubicBezTo>
                <a:cubicBezTo>
                  <a:pt x="73037" y="114434"/>
                  <a:pt x="74126" y="115630"/>
                  <a:pt x="75512" y="116391"/>
                </a:cubicBezTo>
                <a:cubicBezTo>
                  <a:pt x="76898" y="117151"/>
                  <a:pt x="79712" y="117531"/>
                  <a:pt x="83955" y="117531"/>
                </a:cubicBezTo>
                <a:lnTo>
                  <a:pt x="83955" y="120671"/>
                </a:lnTo>
                <a:lnTo>
                  <a:pt x="45514" y="120671"/>
                </a:lnTo>
                <a:lnTo>
                  <a:pt x="45514" y="117531"/>
                </a:lnTo>
                <a:lnTo>
                  <a:pt x="47211" y="117531"/>
                </a:lnTo>
                <a:cubicBezTo>
                  <a:pt x="51171" y="117531"/>
                  <a:pt x="53844" y="116529"/>
                  <a:pt x="55230" y="114526"/>
                </a:cubicBezTo>
                <a:cubicBezTo>
                  <a:pt x="56616" y="112521"/>
                  <a:pt x="57309" y="108697"/>
                  <a:pt x="57309" y="103052"/>
                </a:cubicBezTo>
                <a:lnTo>
                  <a:pt x="57309" y="74263"/>
                </a:lnTo>
                <a:cubicBezTo>
                  <a:pt x="57309" y="64950"/>
                  <a:pt x="57097" y="59277"/>
                  <a:pt x="56673" y="57246"/>
                </a:cubicBezTo>
                <a:cubicBezTo>
                  <a:pt x="56249" y="55213"/>
                  <a:pt x="55598" y="53829"/>
                  <a:pt x="54721" y="53096"/>
                </a:cubicBezTo>
                <a:cubicBezTo>
                  <a:pt x="53844" y="52362"/>
                  <a:pt x="52670" y="51995"/>
                  <a:pt x="51200" y="51995"/>
                </a:cubicBezTo>
                <a:cubicBezTo>
                  <a:pt x="49616" y="51995"/>
                  <a:pt x="47720" y="52419"/>
                  <a:pt x="45514" y="53265"/>
                </a:cubicBezTo>
                <a:lnTo>
                  <a:pt x="44241" y="50216"/>
                </a:lnTo>
                <a:lnTo>
                  <a:pt x="67662" y="40733"/>
                </a:lnTo>
                <a:lnTo>
                  <a:pt x="71311" y="40733"/>
                </a:lnTo>
                <a:lnTo>
                  <a:pt x="71311" y="57196"/>
                </a:lnTo>
                <a:close/>
                <a:moveTo>
                  <a:pt x="201571" y="91139"/>
                </a:moveTo>
                <a:cubicBezTo>
                  <a:pt x="199478" y="101379"/>
                  <a:pt x="195376" y="109257"/>
                  <a:pt x="189266" y="114773"/>
                </a:cubicBezTo>
                <a:cubicBezTo>
                  <a:pt x="183156" y="120289"/>
                  <a:pt x="176396" y="123047"/>
                  <a:pt x="168985" y="123047"/>
                </a:cubicBezTo>
                <a:cubicBezTo>
                  <a:pt x="160159" y="123047"/>
                  <a:pt x="152465" y="119346"/>
                  <a:pt x="145903" y="111943"/>
                </a:cubicBezTo>
                <a:cubicBezTo>
                  <a:pt x="139340" y="104539"/>
                  <a:pt x="136059" y="94536"/>
                  <a:pt x="136059" y="81932"/>
                </a:cubicBezTo>
                <a:cubicBezTo>
                  <a:pt x="136059" y="69725"/>
                  <a:pt x="139694" y="59807"/>
                  <a:pt x="146964" y="52178"/>
                </a:cubicBezTo>
                <a:cubicBezTo>
                  <a:pt x="154233" y="44548"/>
                  <a:pt x="162960" y="40733"/>
                  <a:pt x="173143" y="40733"/>
                </a:cubicBezTo>
                <a:cubicBezTo>
                  <a:pt x="180780" y="40733"/>
                  <a:pt x="187060" y="42749"/>
                  <a:pt x="191982" y="46782"/>
                </a:cubicBezTo>
                <a:cubicBezTo>
                  <a:pt x="196904" y="50812"/>
                  <a:pt x="199365" y="54999"/>
                  <a:pt x="199365" y="59341"/>
                </a:cubicBezTo>
                <a:cubicBezTo>
                  <a:pt x="199365" y="61484"/>
                  <a:pt x="198672" y="63218"/>
                  <a:pt x="197286" y="64544"/>
                </a:cubicBezTo>
                <a:cubicBezTo>
                  <a:pt x="195900" y="65868"/>
                  <a:pt x="193962" y="66530"/>
                  <a:pt x="191473" y="66530"/>
                </a:cubicBezTo>
                <a:cubicBezTo>
                  <a:pt x="188135" y="66530"/>
                  <a:pt x="185617" y="65455"/>
                  <a:pt x="183920" y="63305"/>
                </a:cubicBezTo>
                <a:cubicBezTo>
                  <a:pt x="182958" y="62117"/>
                  <a:pt x="182322" y="59854"/>
                  <a:pt x="182011" y="56517"/>
                </a:cubicBezTo>
                <a:cubicBezTo>
                  <a:pt x="181700" y="53179"/>
                  <a:pt x="180554" y="50633"/>
                  <a:pt x="178574" y="48879"/>
                </a:cubicBezTo>
                <a:cubicBezTo>
                  <a:pt x="176594" y="47182"/>
                  <a:pt x="173850" y="46333"/>
                  <a:pt x="170343" y="46333"/>
                </a:cubicBezTo>
                <a:cubicBezTo>
                  <a:pt x="164685" y="46333"/>
                  <a:pt x="160131" y="48427"/>
                  <a:pt x="156680" y="52613"/>
                </a:cubicBezTo>
                <a:cubicBezTo>
                  <a:pt x="152098" y="58157"/>
                  <a:pt x="149807" y="65483"/>
                  <a:pt x="149807" y="74592"/>
                </a:cubicBezTo>
                <a:cubicBezTo>
                  <a:pt x="149807" y="83870"/>
                  <a:pt x="152084" y="92059"/>
                  <a:pt x="156638" y="99159"/>
                </a:cubicBezTo>
                <a:cubicBezTo>
                  <a:pt x="161192" y="106259"/>
                  <a:pt x="167344" y="109809"/>
                  <a:pt x="175095" y="109809"/>
                </a:cubicBezTo>
                <a:cubicBezTo>
                  <a:pt x="180639" y="109809"/>
                  <a:pt x="185617" y="107913"/>
                  <a:pt x="190030" y="104123"/>
                </a:cubicBezTo>
                <a:cubicBezTo>
                  <a:pt x="193142" y="101521"/>
                  <a:pt x="196168" y="96797"/>
                  <a:pt x="199110" y="89951"/>
                </a:cubicBezTo>
                <a:lnTo>
                  <a:pt x="201571" y="91139"/>
                </a:lnTo>
                <a:close/>
                <a:moveTo>
                  <a:pt x="239445" y="0"/>
                </a:moveTo>
                <a:lnTo>
                  <a:pt x="239445" y="103030"/>
                </a:lnTo>
                <a:cubicBezTo>
                  <a:pt x="239445" y="107892"/>
                  <a:pt x="239799" y="111115"/>
                  <a:pt x="240506" y="112699"/>
                </a:cubicBezTo>
                <a:cubicBezTo>
                  <a:pt x="241213" y="114281"/>
                  <a:pt x="242302" y="115483"/>
                  <a:pt x="243773" y="116303"/>
                </a:cubicBezTo>
                <a:cubicBezTo>
                  <a:pt x="245244" y="117122"/>
                  <a:pt x="247988" y="117531"/>
                  <a:pt x="252004" y="117531"/>
                </a:cubicBezTo>
                <a:lnTo>
                  <a:pt x="252004" y="120671"/>
                </a:lnTo>
                <a:lnTo>
                  <a:pt x="213902" y="120671"/>
                </a:lnTo>
                <a:lnTo>
                  <a:pt x="213902" y="117531"/>
                </a:lnTo>
                <a:cubicBezTo>
                  <a:pt x="217466" y="117531"/>
                  <a:pt x="219899" y="117164"/>
                  <a:pt x="221200" y="116430"/>
                </a:cubicBezTo>
                <a:cubicBezTo>
                  <a:pt x="222501" y="115695"/>
                  <a:pt x="223520" y="114479"/>
                  <a:pt x="224255" y="112784"/>
                </a:cubicBezTo>
                <a:cubicBezTo>
                  <a:pt x="224991" y="111087"/>
                  <a:pt x="225358" y="107836"/>
                  <a:pt x="225358" y="103030"/>
                </a:cubicBezTo>
                <a:lnTo>
                  <a:pt x="225358" y="32477"/>
                </a:lnTo>
                <a:cubicBezTo>
                  <a:pt x="225358" y="23716"/>
                  <a:pt x="225160" y="18331"/>
                  <a:pt x="224764" y="16325"/>
                </a:cubicBezTo>
                <a:cubicBezTo>
                  <a:pt x="224368" y="14317"/>
                  <a:pt x="223732" y="12946"/>
                  <a:pt x="222855" y="12212"/>
                </a:cubicBezTo>
                <a:cubicBezTo>
                  <a:pt x="221978" y="11476"/>
                  <a:pt x="220861" y="11109"/>
                  <a:pt x="219503" y="11109"/>
                </a:cubicBezTo>
                <a:cubicBezTo>
                  <a:pt x="218032" y="11109"/>
                  <a:pt x="216165" y="11561"/>
                  <a:pt x="213902" y="12466"/>
                </a:cubicBezTo>
                <a:lnTo>
                  <a:pt x="212460" y="9496"/>
                </a:lnTo>
                <a:lnTo>
                  <a:pt x="235626" y="0"/>
                </a:lnTo>
                <a:lnTo>
                  <a:pt x="239445" y="0"/>
                </a:lnTo>
                <a:close/>
                <a:moveTo>
                  <a:pt x="329171" y="42939"/>
                </a:moveTo>
                <a:lnTo>
                  <a:pt x="329171" y="90036"/>
                </a:lnTo>
                <a:cubicBezTo>
                  <a:pt x="329171" y="99031"/>
                  <a:pt x="329383" y="104533"/>
                  <a:pt x="329807" y="106541"/>
                </a:cubicBezTo>
                <a:cubicBezTo>
                  <a:pt x="330232" y="108550"/>
                  <a:pt x="330911" y="109950"/>
                  <a:pt x="331844" y="110742"/>
                </a:cubicBezTo>
                <a:cubicBezTo>
                  <a:pt x="332778" y="111534"/>
                  <a:pt x="333867" y="111930"/>
                  <a:pt x="335111" y="111930"/>
                </a:cubicBezTo>
                <a:cubicBezTo>
                  <a:pt x="336865" y="111930"/>
                  <a:pt x="338845" y="111449"/>
                  <a:pt x="341051" y="110487"/>
                </a:cubicBezTo>
                <a:lnTo>
                  <a:pt x="342239" y="113458"/>
                </a:lnTo>
                <a:lnTo>
                  <a:pt x="318988" y="123047"/>
                </a:lnTo>
                <a:lnTo>
                  <a:pt x="315169" y="123047"/>
                </a:lnTo>
                <a:lnTo>
                  <a:pt x="315169" y="106584"/>
                </a:lnTo>
                <a:cubicBezTo>
                  <a:pt x="308494" y="113825"/>
                  <a:pt x="303402" y="118379"/>
                  <a:pt x="299894" y="120246"/>
                </a:cubicBezTo>
                <a:cubicBezTo>
                  <a:pt x="296387" y="122113"/>
                  <a:pt x="292681" y="123047"/>
                  <a:pt x="288778" y="123047"/>
                </a:cubicBezTo>
                <a:cubicBezTo>
                  <a:pt x="284422" y="123047"/>
                  <a:pt x="280645" y="121788"/>
                  <a:pt x="277449" y="119270"/>
                </a:cubicBezTo>
                <a:cubicBezTo>
                  <a:pt x="274253" y="116753"/>
                  <a:pt x="272032" y="113514"/>
                  <a:pt x="270787" y="109554"/>
                </a:cubicBezTo>
                <a:cubicBezTo>
                  <a:pt x="269543" y="105594"/>
                  <a:pt x="268921" y="99993"/>
                  <a:pt x="268921" y="92752"/>
                </a:cubicBezTo>
                <a:lnTo>
                  <a:pt x="268921" y="58044"/>
                </a:lnTo>
                <a:cubicBezTo>
                  <a:pt x="268921" y="54367"/>
                  <a:pt x="268525" y="51821"/>
                  <a:pt x="267733" y="50407"/>
                </a:cubicBezTo>
                <a:cubicBezTo>
                  <a:pt x="266941" y="48992"/>
                  <a:pt x="265767" y="47903"/>
                  <a:pt x="264211" y="47140"/>
                </a:cubicBezTo>
                <a:cubicBezTo>
                  <a:pt x="262655" y="46376"/>
                  <a:pt x="259841" y="46022"/>
                  <a:pt x="255767" y="46079"/>
                </a:cubicBezTo>
                <a:lnTo>
                  <a:pt x="255767" y="42939"/>
                </a:lnTo>
                <a:lnTo>
                  <a:pt x="283007" y="42939"/>
                </a:lnTo>
                <a:lnTo>
                  <a:pt x="283007" y="94831"/>
                </a:lnTo>
                <a:cubicBezTo>
                  <a:pt x="283007" y="102055"/>
                  <a:pt x="284266" y="106795"/>
                  <a:pt x="286784" y="109053"/>
                </a:cubicBezTo>
                <a:cubicBezTo>
                  <a:pt x="289301" y="111310"/>
                  <a:pt x="292342" y="112439"/>
                  <a:pt x="295906" y="112439"/>
                </a:cubicBezTo>
                <a:cubicBezTo>
                  <a:pt x="298339" y="112439"/>
                  <a:pt x="301097" y="111677"/>
                  <a:pt x="304180" y="110153"/>
                </a:cubicBezTo>
                <a:cubicBezTo>
                  <a:pt x="307263" y="108629"/>
                  <a:pt x="310926" y="105724"/>
                  <a:pt x="315169" y="101437"/>
                </a:cubicBezTo>
                <a:lnTo>
                  <a:pt x="315169" y="57506"/>
                </a:lnTo>
                <a:cubicBezTo>
                  <a:pt x="315169" y="53104"/>
                  <a:pt x="314363" y="50127"/>
                  <a:pt x="312751" y="48577"/>
                </a:cubicBezTo>
                <a:cubicBezTo>
                  <a:pt x="311138" y="47025"/>
                  <a:pt x="307786" y="46192"/>
                  <a:pt x="302695" y="46079"/>
                </a:cubicBezTo>
                <a:lnTo>
                  <a:pt x="302695" y="42939"/>
                </a:lnTo>
                <a:lnTo>
                  <a:pt x="329171" y="42939"/>
                </a:lnTo>
                <a:close/>
                <a:moveTo>
                  <a:pt x="402829" y="111930"/>
                </a:moveTo>
                <a:cubicBezTo>
                  <a:pt x="399039" y="115890"/>
                  <a:pt x="395334" y="118733"/>
                  <a:pt x="391713" y="120459"/>
                </a:cubicBezTo>
                <a:cubicBezTo>
                  <a:pt x="388092" y="122184"/>
                  <a:pt x="384189" y="123047"/>
                  <a:pt x="380002" y="123047"/>
                </a:cubicBezTo>
                <a:cubicBezTo>
                  <a:pt x="371516" y="123047"/>
                  <a:pt x="364105" y="119505"/>
                  <a:pt x="357769" y="112421"/>
                </a:cubicBezTo>
                <a:cubicBezTo>
                  <a:pt x="351433" y="105335"/>
                  <a:pt x="348265" y="96230"/>
                  <a:pt x="348265" y="85106"/>
                </a:cubicBezTo>
                <a:cubicBezTo>
                  <a:pt x="348265" y="73984"/>
                  <a:pt x="351772" y="63808"/>
                  <a:pt x="358787" y="54578"/>
                </a:cubicBezTo>
                <a:cubicBezTo>
                  <a:pt x="365802" y="45348"/>
                  <a:pt x="374826" y="40733"/>
                  <a:pt x="385858" y="40733"/>
                </a:cubicBezTo>
                <a:cubicBezTo>
                  <a:pt x="392703" y="40733"/>
                  <a:pt x="398360" y="42911"/>
                  <a:pt x="402829" y="47267"/>
                </a:cubicBezTo>
                <a:lnTo>
                  <a:pt x="402829" y="32894"/>
                </a:lnTo>
                <a:cubicBezTo>
                  <a:pt x="402829" y="23975"/>
                  <a:pt x="402617" y="18492"/>
                  <a:pt x="402193" y="16447"/>
                </a:cubicBezTo>
                <a:cubicBezTo>
                  <a:pt x="401769" y="14401"/>
                  <a:pt x="401104" y="13010"/>
                  <a:pt x="400199" y="12273"/>
                </a:cubicBezTo>
                <a:cubicBezTo>
                  <a:pt x="399294" y="11534"/>
                  <a:pt x="398162" y="11164"/>
                  <a:pt x="396804" y="11164"/>
                </a:cubicBezTo>
                <a:cubicBezTo>
                  <a:pt x="395334" y="11164"/>
                  <a:pt x="393382" y="11619"/>
                  <a:pt x="390949" y="12527"/>
                </a:cubicBezTo>
                <a:lnTo>
                  <a:pt x="389846" y="9544"/>
                </a:lnTo>
                <a:lnTo>
                  <a:pt x="413013" y="0"/>
                </a:lnTo>
                <a:lnTo>
                  <a:pt x="416831" y="0"/>
                </a:lnTo>
                <a:lnTo>
                  <a:pt x="416831" y="89867"/>
                </a:lnTo>
                <a:cubicBezTo>
                  <a:pt x="416831" y="98975"/>
                  <a:pt x="417044" y="104533"/>
                  <a:pt x="417468" y="106541"/>
                </a:cubicBezTo>
                <a:cubicBezTo>
                  <a:pt x="417892" y="108550"/>
                  <a:pt x="418571" y="109950"/>
                  <a:pt x="419504" y="110742"/>
                </a:cubicBezTo>
                <a:cubicBezTo>
                  <a:pt x="420438" y="111534"/>
                  <a:pt x="421527" y="111930"/>
                  <a:pt x="422772" y="111930"/>
                </a:cubicBezTo>
                <a:cubicBezTo>
                  <a:pt x="424299" y="111930"/>
                  <a:pt x="426336" y="111449"/>
                  <a:pt x="428881" y="110487"/>
                </a:cubicBezTo>
                <a:lnTo>
                  <a:pt x="429815" y="113458"/>
                </a:lnTo>
                <a:lnTo>
                  <a:pt x="406733" y="123047"/>
                </a:lnTo>
                <a:lnTo>
                  <a:pt x="402829" y="123047"/>
                </a:lnTo>
                <a:lnTo>
                  <a:pt x="402829" y="111930"/>
                </a:lnTo>
                <a:moveTo>
                  <a:pt x="402829" y="106008"/>
                </a:moveTo>
                <a:lnTo>
                  <a:pt x="402829" y="66055"/>
                </a:lnTo>
                <a:cubicBezTo>
                  <a:pt x="402490" y="62217"/>
                  <a:pt x="401472" y="58719"/>
                  <a:pt x="399775" y="55559"/>
                </a:cubicBezTo>
                <a:cubicBezTo>
                  <a:pt x="398077" y="52398"/>
                  <a:pt x="395829" y="50014"/>
                  <a:pt x="393028" y="48407"/>
                </a:cubicBezTo>
                <a:cubicBezTo>
                  <a:pt x="390228" y="46798"/>
                  <a:pt x="387498" y="45994"/>
                  <a:pt x="384839" y="45994"/>
                </a:cubicBezTo>
                <a:cubicBezTo>
                  <a:pt x="379861" y="45994"/>
                  <a:pt x="375420" y="48223"/>
                  <a:pt x="371516" y="52682"/>
                </a:cubicBezTo>
                <a:cubicBezTo>
                  <a:pt x="366368" y="58550"/>
                  <a:pt x="363794" y="67127"/>
                  <a:pt x="363794" y="78413"/>
                </a:cubicBezTo>
                <a:cubicBezTo>
                  <a:pt x="363794" y="89813"/>
                  <a:pt x="366283" y="98546"/>
                  <a:pt x="371262" y="104614"/>
                </a:cubicBezTo>
                <a:cubicBezTo>
                  <a:pt x="376240" y="110679"/>
                  <a:pt x="381784" y="113712"/>
                  <a:pt x="387894" y="113712"/>
                </a:cubicBezTo>
                <a:cubicBezTo>
                  <a:pt x="393042" y="113712"/>
                  <a:pt x="398021" y="111144"/>
                  <a:pt x="402829" y="106008"/>
                </a:cubicBezTo>
                <a:close/>
                <a:moveTo>
                  <a:pt x="454594" y="0"/>
                </a:moveTo>
                <a:cubicBezTo>
                  <a:pt x="456970" y="0"/>
                  <a:pt x="458992" y="839"/>
                  <a:pt x="460661" y="2517"/>
                </a:cubicBezTo>
                <a:cubicBezTo>
                  <a:pt x="462330" y="4193"/>
                  <a:pt x="463165" y="6225"/>
                  <a:pt x="463165" y="8613"/>
                </a:cubicBezTo>
                <a:cubicBezTo>
                  <a:pt x="463165" y="11002"/>
                  <a:pt x="462330" y="13049"/>
                  <a:pt x="460661" y="14755"/>
                </a:cubicBezTo>
                <a:cubicBezTo>
                  <a:pt x="458992" y="16459"/>
                  <a:pt x="456970" y="17311"/>
                  <a:pt x="454594" y="17311"/>
                </a:cubicBezTo>
                <a:cubicBezTo>
                  <a:pt x="452218" y="17311"/>
                  <a:pt x="450181" y="16459"/>
                  <a:pt x="448484" y="14755"/>
                </a:cubicBezTo>
                <a:cubicBezTo>
                  <a:pt x="446787" y="13049"/>
                  <a:pt x="445938" y="11002"/>
                  <a:pt x="445938" y="8613"/>
                </a:cubicBezTo>
                <a:cubicBezTo>
                  <a:pt x="445938" y="6225"/>
                  <a:pt x="446773" y="4193"/>
                  <a:pt x="448441" y="2517"/>
                </a:cubicBezTo>
                <a:cubicBezTo>
                  <a:pt x="450110" y="839"/>
                  <a:pt x="452161" y="0"/>
                  <a:pt x="454594" y="0"/>
                </a:cubicBezTo>
                <a:moveTo>
                  <a:pt x="461637" y="40733"/>
                </a:moveTo>
                <a:lnTo>
                  <a:pt x="461637" y="103052"/>
                </a:lnTo>
                <a:cubicBezTo>
                  <a:pt x="461637" y="107906"/>
                  <a:pt x="461991" y="111138"/>
                  <a:pt x="462698" y="112747"/>
                </a:cubicBezTo>
                <a:cubicBezTo>
                  <a:pt x="463405" y="114356"/>
                  <a:pt x="464452" y="115555"/>
                  <a:pt x="465838" y="116345"/>
                </a:cubicBezTo>
                <a:cubicBezTo>
                  <a:pt x="467224" y="117136"/>
                  <a:pt x="469755" y="117531"/>
                  <a:pt x="473433" y="117531"/>
                </a:cubicBezTo>
                <a:lnTo>
                  <a:pt x="473433" y="120671"/>
                </a:lnTo>
                <a:lnTo>
                  <a:pt x="435670" y="120671"/>
                </a:lnTo>
                <a:lnTo>
                  <a:pt x="435670" y="117531"/>
                </a:lnTo>
                <a:cubicBezTo>
                  <a:pt x="439460" y="117531"/>
                  <a:pt x="442006" y="117164"/>
                  <a:pt x="443307" y="116430"/>
                </a:cubicBezTo>
                <a:cubicBezTo>
                  <a:pt x="444609" y="115697"/>
                  <a:pt x="445641" y="114483"/>
                  <a:pt x="446405" y="112789"/>
                </a:cubicBezTo>
                <a:cubicBezTo>
                  <a:pt x="447169" y="111096"/>
                  <a:pt x="447550" y="107850"/>
                  <a:pt x="447550" y="103052"/>
                </a:cubicBezTo>
                <a:lnTo>
                  <a:pt x="447550" y="73162"/>
                </a:lnTo>
                <a:cubicBezTo>
                  <a:pt x="447550" y="64751"/>
                  <a:pt x="447296" y="59304"/>
                  <a:pt x="446787" y="56822"/>
                </a:cubicBezTo>
                <a:cubicBezTo>
                  <a:pt x="446391" y="55015"/>
                  <a:pt x="445768" y="53759"/>
                  <a:pt x="444920" y="53053"/>
                </a:cubicBezTo>
                <a:cubicBezTo>
                  <a:pt x="444071" y="52348"/>
                  <a:pt x="442911" y="51995"/>
                  <a:pt x="441441" y="51995"/>
                </a:cubicBezTo>
                <a:cubicBezTo>
                  <a:pt x="439857" y="51995"/>
                  <a:pt x="437933" y="52419"/>
                  <a:pt x="435670" y="53265"/>
                </a:cubicBezTo>
                <a:lnTo>
                  <a:pt x="434482" y="50216"/>
                </a:lnTo>
                <a:lnTo>
                  <a:pt x="457903" y="40733"/>
                </a:lnTo>
                <a:lnTo>
                  <a:pt x="461637" y="40733"/>
                </a:lnTo>
                <a:close/>
                <a:moveTo>
                  <a:pt x="505793" y="57196"/>
                </a:moveTo>
                <a:cubicBezTo>
                  <a:pt x="514902" y="46220"/>
                  <a:pt x="523586" y="40733"/>
                  <a:pt x="531845" y="40733"/>
                </a:cubicBezTo>
                <a:cubicBezTo>
                  <a:pt x="536088" y="40733"/>
                  <a:pt x="539737" y="41792"/>
                  <a:pt x="542792" y="43910"/>
                </a:cubicBezTo>
                <a:cubicBezTo>
                  <a:pt x="545847" y="46026"/>
                  <a:pt x="548280" y="49511"/>
                  <a:pt x="550090" y="54366"/>
                </a:cubicBezTo>
                <a:cubicBezTo>
                  <a:pt x="551335" y="57752"/>
                  <a:pt x="551957" y="62945"/>
                  <a:pt x="551957" y="69946"/>
                </a:cubicBezTo>
                <a:lnTo>
                  <a:pt x="551957" y="103052"/>
                </a:lnTo>
                <a:cubicBezTo>
                  <a:pt x="551957" y="107963"/>
                  <a:pt x="552353" y="111294"/>
                  <a:pt x="553145" y="113044"/>
                </a:cubicBezTo>
                <a:cubicBezTo>
                  <a:pt x="553767" y="114455"/>
                  <a:pt x="554772" y="115555"/>
                  <a:pt x="556158" y="116345"/>
                </a:cubicBezTo>
                <a:cubicBezTo>
                  <a:pt x="557544" y="117136"/>
                  <a:pt x="560104" y="117531"/>
                  <a:pt x="563837" y="117531"/>
                </a:cubicBezTo>
                <a:lnTo>
                  <a:pt x="563837" y="120671"/>
                </a:lnTo>
                <a:lnTo>
                  <a:pt x="525396" y="120671"/>
                </a:lnTo>
                <a:lnTo>
                  <a:pt x="525396" y="117531"/>
                </a:lnTo>
                <a:lnTo>
                  <a:pt x="527008" y="117531"/>
                </a:lnTo>
                <a:cubicBezTo>
                  <a:pt x="530629" y="117531"/>
                  <a:pt x="533161" y="116982"/>
                  <a:pt x="534603" y="115884"/>
                </a:cubicBezTo>
                <a:cubicBezTo>
                  <a:pt x="536046" y="114786"/>
                  <a:pt x="537050" y="113169"/>
                  <a:pt x="537616" y="111031"/>
                </a:cubicBezTo>
                <a:cubicBezTo>
                  <a:pt x="537842" y="110186"/>
                  <a:pt x="537955" y="107540"/>
                  <a:pt x="537955" y="103094"/>
                </a:cubicBezTo>
                <a:lnTo>
                  <a:pt x="537955" y="71433"/>
                </a:lnTo>
                <a:cubicBezTo>
                  <a:pt x="537955" y="64399"/>
                  <a:pt x="537036" y="59291"/>
                  <a:pt x="535197" y="56111"/>
                </a:cubicBezTo>
                <a:cubicBezTo>
                  <a:pt x="533359" y="52930"/>
                  <a:pt x="530261" y="51340"/>
                  <a:pt x="525905" y="51340"/>
                </a:cubicBezTo>
                <a:cubicBezTo>
                  <a:pt x="519173" y="51340"/>
                  <a:pt x="512469" y="54999"/>
                  <a:pt x="505793" y="62316"/>
                </a:cubicBezTo>
                <a:lnTo>
                  <a:pt x="505793" y="103094"/>
                </a:lnTo>
                <a:cubicBezTo>
                  <a:pt x="505793" y="108329"/>
                  <a:pt x="506105" y="111565"/>
                  <a:pt x="506727" y="112803"/>
                </a:cubicBezTo>
                <a:cubicBezTo>
                  <a:pt x="507519" y="114434"/>
                  <a:pt x="508608" y="115630"/>
                  <a:pt x="509994" y="116391"/>
                </a:cubicBezTo>
                <a:cubicBezTo>
                  <a:pt x="511380" y="117151"/>
                  <a:pt x="514195" y="117531"/>
                  <a:pt x="518437" y="117531"/>
                </a:cubicBezTo>
                <a:lnTo>
                  <a:pt x="518437" y="120671"/>
                </a:lnTo>
                <a:lnTo>
                  <a:pt x="479996" y="120671"/>
                </a:lnTo>
                <a:lnTo>
                  <a:pt x="479996" y="117531"/>
                </a:lnTo>
                <a:lnTo>
                  <a:pt x="481693" y="117531"/>
                </a:lnTo>
                <a:cubicBezTo>
                  <a:pt x="485653" y="117531"/>
                  <a:pt x="488326" y="116529"/>
                  <a:pt x="489712" y="114526"/>
                </a:cubicBezTo>
                <a:cubicBezTo>
                  <a:pt x="491098" y="112521"/>
                  <a:pt x="491792" y="108697"/>
                  <a:pt x="491792" y="103052"/>
                </a:cubicBezTo>
                <a:lnTo>
                  <a:pt x="491792" y="74263"/>
                </a:lnTo>
                <a:cubicBezTo>
                  <a:pt x="491792" y="64950"/>
                  <a:pt x="491579" y="59277"/>
                  <a:pt x="491155" y="57246"/>
                </a:cubicBezTo>
                <a:cubicBezTo>
                  <a:pt x="490731" y="55213"/>
                  <a:pt x="490080" y="53829"/>
                  <a:pt x="489203" y="53096"/>
                </a:cubicBezTo>
                <a:cubicBezTo>
                  <a:pt x="488326" y="52362"/>
                  <a:pt x="487153" y="51995"/>
                  <a:pt x="485682" y="51995"/>
                </a:cubicBezTo>
                <a:cubicBezTo>
                  <a:pt x="484098" y="51995"/>
                  <a:pt x="482202" y="52419"/>
                  <a:pt x="479996" y="53265"/>
                </a:cubicBezTo>
                <a:lnTo>
                  <a:pt x="478723" y="50216"/>
                </a:lnTo>
                <a:lnTo>
                  <a:pt x="502144" y="40733"/>
                </a:lnTo>
                <a:lnTo>
                  <a:pt x="505793" y="40733"/>
                </a:lnTo>
                <a:lnTo>
                  <a:pt x="505793" y="57196"/>
                </a:lnTo>
                <a:close/>
                <a:moveTo>
                  <a:pt x="590823" y="92346"/>
                </a:moveTo>
                <a:cubicBezTo>
                  <a:pt x="586071" y="90030"/>
                  <a:pt x="582422" y="86796"/>
                  <a:pt x="579876" y="82643"/>
                </a:cubicBezTo>
                <a:cubicBezTo>
                  <a:pt x="577330" y="78490"/>
                  <a:pt x="576057" y="73899"/>
                  <a:pt x="576057" y="68869"/>
                </a:cubicBezTo>
                <a:cubicBezTo>
                  <a:pt x="576057" y="61186"/>
                  <a:pt x="578957" y="54575"/>
                  <a:pt x="584756" y="49038"/>
                </a:cubicBezTo>
                <a:cubicBezTo>
                  <a:pt x="590554" y="43501"/>
                  <a:pt x="597980" y="40733"/>
                  <a:pt x="607031" y="40733"/>
                </a:cubicBezTo>
                <a:cubicBezTo>
                  <a:pt x="614442" y="40733"/>
                  <a:pt x="620863" y="42543"/>
                  <a:pt x="626294" y="46164"/>
                </a:cubicBezTo>
                <a:lnTo>
                  <a:pt x="642757" y="46164"/>
                </a:lnTo>
                <a:cubicBezTo>
                  <a:pt x="645190" y="46164"/>
                  <a:pt x="646604" y="46234"/>
                  <a:pt x="647000" y="46373"/>
                </a:cubicBezTo>
                <a:cubicBezTo>
                  <a:pt x="647396" y="46513"/>
                  <a:pt x="647679" y="46751"/>
                  <a:pt x="647849" y="47087"/>
                </a:cubicBezTo>
                <a:cubicBezTo>
                  <a:pt x="648188" y="47590"/>
                  <a:pt x="648358" y="48486"/>
                  <a:pt x="648358" y="49773"/>
                </a:cubicBezTo>
                <a:cubicBezTo>
                  <a:pt x="648358" y="51226"/>
                  <a:pt x="648217" y="52233"/>
                  <a:pt x="647934" y="52793"/>
                </a:cubicBezTo>
                <a:cubicBezTo>
                  <a:pt x="647764" y="53073"/>
                  <a:pt x="647467" y="53296"/>
                  <a:pt x="647043" y="53464"/>
                </a:cubicBezTo>
                <a:cubicBezTo>
                  <a:pt x="646618" y="53632"/>
                  <a:pt x="645190" y="53716"/>
                  <a:pt x="642757" y="53716"/>
                </a:cubicBezTo>
                <a:lnTo>
                  <a:pt x="632659" y="53716"/>
                </a:lnTo>
                <a:cubicBezTo>
                  <a:pt x="635827" y="57798"/>
                  <a:pt x="637411" y="63014"/>
                  <a:pt x="637411" y="69362"/>
                </a:cubicBezTo>
                <a:cubicBezTo>
                  <a:pt x="637411" y="76618"/>
                  <a:pt x="634639" y="82825"/>
                  <a:pt x="629095" y="87984"/>
                </a:cubicBezTo>
                <a:cubicBezTo>
                  <a:pt x="623551" y="93142"/>
                  <a:pt x="616111" y="95722"/>
                  <a:pt x="606777" y="95722"/>
                </a:cubicBezTo>
                <a:cubicBezTo>
                  <a:pt x="602930" y="95722"/>
                  <a:pt x="598998" y="95145"/>
                  <a:pt x="594981" y="93990"/>
                </a:cubicBezTo>
                <a:cubicBezTo>
                  <a:pt x="592492" y="96138"/>
                  <a:pt x="590809" y="98018"/>
                  <a:pt x="589932" y="99631"/>
                </a:cubicBezTo>
                <a:cubicBezTo>
                  <a:pt x="589055" y="101241"/>
                  <a:pt x="588617" y="102611"/>
                  <a:pt x="588617" y="103741"/>
                </a:cubicBezTo>
                <a:cubicBezTo>
                  <a:pt x="588617" y="104703"/>
                  <a:pt x="589083" y="105636"/>
                  <a:pt x="590017" y="106541"/>
                </a:cubicBezTo>
                <a:cubicBezTo>
                  <a:pt x="590950" y="107445"/>
                  <a:pt x="592775" y="108095"/>
                  <a:pt x="595490" y="108491"/>
                </a:cubicBezTo>
                <a:cubicBezTo>
                  <a:pt x="597074" y="108717"/>
                  <a:pt x="601035" y="108915"/>
                  <a:pt x="607371" y="109085"/>
                </a:cubicBezTo>
                <a:cubicBezTo>
                  <a:pt x="619025" y="109366"/>
                  <a:pt x="626577" y="109761"/>
                  <a:pt x="630028" y="110270"/>
                </a:cubicBezTo>
                <a:cubicBezTo>
                  <a:pt x="635290" y="111005"/>
                  <a:pt x="639490" y="112956"/>
                  <a:pt x="642630" y="116123"/>
                </a:cubicBezTo>
                <a:cubicBezTo>
                  <a:pt x="645770" y="119287"/>
                  <a:pt x="647340" y="123187"/>
                  <a:pt x="647340" y="127823"/>
                </a:cubicBezTo>
                <a:cubicBezTo>
                  <a:pt x="647340" y="134210"/>
                  <a:pt x="644341" y="140203"/>
                  <a:pt x="638345" y="145800"/>
                </a:cubicBezTo>
                <a:cubicBezTo>
                  <a:pt x="629519" y="154052"/>
                  <a:pt x="618006" y="158179"/>
                  <a:pt x="603807" y="158179"/>
                </a:cubicBezTo>
                <a:cubicBezTo>
                  <a:pt x="592888" y="158179"/>
                  <a:pt x="583667" y="155721"/>
                  <a:pt x="576142" y="150806"/>
                </a:cubicBezTo>
                <a:cubicBezTo>
                  <a:pt x="571899" y="147981"/>
                  <a:pt x="569778" y="145043"/>
                  <a:pt x="569778" y="141992"/>
                </a:cubicBezTo>
                <a:cubicBezTo>
                  <a:pt x="569778" y="140637"/>
                  <a:pt x="570089" y="139282"/>
                  <a:pt x="570711" y="137926"/>
                </a:cubicBezTo>
                <a:cubicBezTo>
                  <a:pt x="571673" y="135835"/>
                  <a:pt x="573653" y="132925"/>
                  <a:pt x="576651" y="129196"/>
                </a:cubicBezTo>
                <a:cubicBezTo>
                  <a:pt x="577047" y="128689"/>
                  <a:pt x="579933" y="125638"/>
                  <a:pt x="585307" y="120045"/>
                </a:cubicBezTo>
                <a:cubicBezTo>
                  <a:pt x="582365" y="118289"/>
                  <a:pt x="580286" y="116718"/>
                  <a:pt x="579070" y="115330"/>
                </a:cubicBezTo>
                <a:cubicBezTo>
                  <a:pt x="577854" y="113942"/>
                  <a:pt x="577245" y="112370"/>
                  <a:pt x="577245" y="110615"/>
                </a:cubicBezTo>
                <a:cubicBezTo>
                  <a:pt x="577245" y="108631"/>
                  <a:pt x="578052" y="106308"/>
                  <a:pt x="579664" y="103646"/>
                </a:cubicBezTo>
                <a:cubicBezTo>
                  <a:pt x="581276" y="100983"/>
                  <a:pt x="584996" y="97217"/>
                  <a:pt x="590823" y="92346"/>
                </a:cubicBezTo>
                <a:moveTo>
                  <a:pt x="605589" y="44976"/>
                </a:moveTo>
                <a:cubicBezTo>
                  <a:pt x="601402" y="44976"/>
                  <a:pt x="597895" y="46636"/>
                  <a:pt x="595066" y="49956"/>
                </a:cubicBezTo>
                <a:cubicBezTo>
                  <a:pt x="592237" y="53274"/>
                  <a:pt x="590823" y="58366"/>
                  <a:pt x="590823" y="65231"/>
                </a:cubicBezTo>
                <a:cubicBezTo>
                  <a:pt x="590823" y="74122"/>
                  <a:pt x="592747" y="81014"/>
                  <a:pt x="596594" y="85907"/>
                </a:cubicBezTo>
                <a:cubicBezTo>
                  <a:pt x="599535" y="89622"/>
                  <a:pt x="603269" y="91479"/>
                  <a:pt x="607795" y="91479"/>
                </a:cubicBezTo>
                <a:cubicBezTo>
                  <a:pt x="612095" y="91479"/>
                  <a:pt x="615630" y="89875"/>
                  <a:pt x="618402" y="86668"/>
                </a:cubicBezTo>
                <a:cubicBezTo>
                  <a:pt x="621175" y="83461"/>
                  <a:pt x="622561" y="78425"/>
                  <a:pt x="622561" y="71561"/>
                </a:cubicBezTo>
                <a:cubicBezTo>
                  <a:pt x="622561" y="62615"/>
                  <a:pt x="620609" y="55610"/>
                  <a:pt x="616705" y="50545"/>
                </a:cubicBezTo>
                <a:cubicBezTo>
                  <a:pt x="613820" y="46832"/>
                  <a:pt x="610114" y="44976"/>
                  <a:pt x="605589" y="44976"/>
                </a:cubicBezTo>
                <a:moveTo>
                  <a:pt x="589974" y="120721"/>
                </a:moveTo>
                <a:cubicBezTo>
                  <a:pt x="587315" y="123601"/>
                  <a:pt x="585307" y="126283"/>
                  <a:pt x="583949" y="128767"/>
                </a:cubicBezTo>
                <a:cubicBezTo>
                  <a:pt x="582592" y="131252"/>
                  <a:pt x="581913" y="133540"/>
                  <a:pt x="581913" y="135630"/>
                </a:cubicBezTo>
                <a:cubicBezTo>
                  <a:pt x="581913" y="138340"/>
                  <a:pt x="583553" y="140712"/>
                  <a:pt x="586835" y="142745"/>
                </a:cubicBezTo>
                <a:cubicBezTo>
                  <a:pt x="592492" y="146245"/>
                  <a:pt x="600667" y="147996"/>
                  <a:pt x="611359" y="147996"/>
                </a:cubicBezTo>
                <a:cubicBezTo>
                  <a:pt x="621542" y="147996"/>
                  <a:pt x="629052" y="146202"/>
                  <a:pt x="633889" y="142615"/>
                </a:cubicBezTo>
                <a:cubicBezTo>
                  <a:pt x="638726" y="139030"/>
                  <a:pt x="641145" y="135205"/>
                  <a:pt x="641145" y="131140"/>
                </a:cubicBezTo>
                <a:cubicBezTo>
                  <a:pt x="641145" y="128204"/>
                  <a:pt x="639702" y="126114"/>
                  <a:pt x="636817" y="124871"/>
                </a:cubicBezTo>
                <a:cubicBezTo>
                  <a:pt x="633875" y="123628"/>
                  <a:pt x="628048" y="122895"/>
                  <a:pt x="619336" y="122670"/>
                </a:cubicBezTo>
                <a:cubicBezTo>
                  <a:pt x="606607" y="122331"/>
                  <a:pt x="596820" y="121681"/>
                  <a:pt x="589974" y="120721"/>
                </a:cubicBezTo>
                <a:close/>
                <a:moveTo>
                  <a:pt x="721168" y="92346"/>
                </a:moveTo>
                <a:cubicBezTo>
                  <a:pt x="716416" y="90030"/>
                  <a:pt x="712767" y="86796"/>
                  <a:pt x="710221" y="82643"/>
                </a:cubicBezTo>
                <a:cubicBezTo>
                  <a:pt x="707675" y="78490"/>
                  <a:pt x="706402" y="73899"/>
                  <a:pt x="706402" y="68869"/>
                </a:cubicBezTo>
                <a:cubicBezTo>
                  <a:pt x="706402" y="61186"/>
                  <a:pt x="709302" y="54575"/>
                  <a:pt x="715100" y="49038"/>
                </a:cubicBezTo>
                <a:cubicBezTo>
                  <a:pt x="720899" y="43501"/>
                  <a:pt x="728324" y="40733"/>
                  <a:pt x="737376" y="40733"/>
                </a:cubicBezTo>
                <a:cubicBezTo>
                  <a:pt x="744787" y="40733"/>
                  <a:pt x="751208" y="42543"/>
                  <a:pt x="756639" y="46164"/>
                </a:cubicBezTo>
                <a:lnTo>
                  <a:pt x="773102" y="46164"/>
                </a:lnTo>
                <a:cubicBezTo>
                  <a:pt x="775535" y="46164"/>
                  <a:pt x="776949" y="46234"/>
                  <a:pt x="777345" y="46373"/>
                </a:cubicBezTo>
                <a:cubicBezTo>
                  <a:pt x="777741" y="46513"/>
                  <a:pt x="778024" y="46751"/>
                  <a:pt x="778194" y="47087"/>
                </a:cubicBezTo>
                <a:cubicBezTo>
                  <a:pt x="778533" y="47590"/>
                  <a:pt x="778703" y="48486"/>
                  <a:pt x="778703" y="49773"/>
                </a:cubicBezTo>
                <a:cubicBezTo>
                  <a:pt x="778703" y="51226"/>
                  <a:pt x="778561" y="52233"/>
                  <a:pt x="778279" y="52793"/>
                </a:cubicBezTo>
                <a:cubicBezTo>
                  <a:pt x="778109" y="53073"/>
                  <a:pt x="777812" y="53296"/>
                  <a:pt x="777387" y="53464"/>
                </a:cubicBezTo>
                <a:cubicBezTo>
                  <a:pt x="776963" y="53632"/>
                  <a:pt x="775535" y="53716"/>
                  <a:pt x="773102" y="53716"/>
                </a:cubicBezTo>
                <a:lnTo>
                  <a:pt x="763004" y="53716"/>
                </a:lnTo>
                <a:cubicBezTo>
                  <a:pt x="766172" y="57798"/>
                  <a:pt x="767756" y="63014"/>
                  <a:pt x="767756" y="69362"/>
                </a:cubicBezTo>
                <a:cubicBezTo>
                  <a:pt x="767756" y="76618"/>
                  <a:pt x="764984" y="82825"/>
                  <a:pt x="759440" y="87984"/>
                </a:cubicBezTo>
                <a:cubicBezTo>
                  <a:pt x="753895" y="93142"/>
                  <a:pt x="746456" y="95722"/>
                  <a:pt x="737122" y="95722"/>
                </a:cubicBezTo>
                <a:cubicBezTo>
                  <a:pt x="733275" y="95722"/>
                  <a:pt x="729343" y="95145"/>
                  <a:pt x="725326" y="93990"/>
                </a:cubicBezTo>
                <a:cubicBezTo>
                  <a:pt x="722837" y="96138"/>
                  <a:pt x="721154" y="98018"/>
                  <a:pt x="720277" y="99631"/>
                </a:cubicBezTo>
                <a:cubicBezTo>
                  <a:pt x="719400" y="101241"/>
                  <a:pt x="718962" y="102611"/>
                  <a:pt x="718962" y="103741"/>
                </a:cubicBezTo>
                <a:cubicBezTo>
                  <a:pt x="718962" y="104703"/>
                  <a:pt x="719428" y="105636"/>
                  <a:pt x="720362" y="106541"/>
                </a:cubicBezTo>
                <a:cubicBezTo>
                  <a:pt x="721295" y="107445"/>
                  <a:pt x="723120" y="108095"/>
                  <a:pt x="725835" y="108491"/>
                </a:cubicBezTo>
                <a:cubicBezTo>
                  <a:pt x="727419" y="108717"/>
                  <a:pt x="731379" y="108915"/>
                  <a:pt x="737716" y="109085"/>
                </a:cubicBezTo>
                <a:cubicBezTo>
                  <a:pt x="749370" y="109366"/>
                  <a:pt x="756922" y="109761"/>
                  <a:pt x="760373" y="110270"/>
                </a:cubicBezTo>
                <a:cubicBezTo>
                  <a:pt x="765634" y="111005"/>
                  <a:pt x="769835" y="112956"/>
                  <a:pt x="772975" y="116123"/>
                </a:cubicBezTo>
                <a:cubicBezTo>
                  <a:pt x="776115" y="119287"/>
                  <a:pt x="777685" y="123187"/>
                  <a:pt x="777685" y="127823"/>
                </a:cubicBezTo>
                <a:cubicBezTo>
                  <a:pt x="777685" y="134210"/>
                  <a:pt x="774686" y="140203"/>
                  <a:pt x="768689" y="145800"/>
                </a:cubicBezTo>
                <a:cubicBezTo>
                  <a:pt x="759864" y="154052"/>
                  <a:pt x="748351" y="158179"/>
                  <a:pt x="734151" y="158179"/>
                </a:cubicBezTo>
                <a:cubicBezTo>
                  <a:pt x="723233" y="158179"/>
                  <a:pt x="714011" y="155721"/>
                  <a:pt x="706487" y="150806"/>
                </a:cubicBezTo>
                <a:cubicBezTo>
                  <a:pt x="702244" y="147981"/>
                  <a:pt x="700123" y="145043"/>
                  <a:pt x="700123" y="141992"/>
                </a:cubicBezTo>
                <a:cubicBezTo>
                  <a:pt x="700123" y="140637"/>
                  <a:pt x="700434" y="139282"/>
                  <a:pt x="701056" y="137926"/>
                </a:cubicBezTo>
                <a:cubicBezTo>
                  <a:pt x="702018" y="135835"/>
                  <a:pt x="703998" y="132925"/>
                  <a:pt x="706996" y="129196"/>
                </a:cubicBezTo>
                <a:cubicBezTo>
                  <a:pt x="707392" y="128689"/>
                  <a:pt x="710278" y="125638"/>
                  <a:pt x="715652" y="120045"/>
                </a:cubicBezTo>
                <a:cubicBezTo>
                  <a:pt x="712710" y="118289"/>
                  <a:pt x="710631" y="116718"/>
                  <a:pt x="709415" y="115330"/>
                </a:cubicBezTo>
                <a:cubicBezTo>
                  <a:pt x="708198" y="113942"/>
                  <a:pt x="707590" y="112370"/>
                  <a:pt x="707590" y="110615"/>
                </a:cubicBezTo>
                <a:cubicBezTo>
                  <a:pt x="707590" y="108631"/>
                  <a:pt x="708396" y="106308"/>
                  <a:pt x="710009" y="103646"/>
                </a:cubicBezTo>
                <a:cubicBezTo>
                  <a:pt x="711621" y="100983"/>
                  <a:pt x="715341" y="97217"/>
                  <a:pt x="721168" y="92346"/>
                </a:cubicBezTo>
                <a:moveTo>
                  <a:pt x="735933" y="44976"/>
                </a:moveTo>
                <a:cubicBezTo>
                  <a:pt x="731747" y="44976"/>
                  <a:pt x="728240" y="46636"/>
                  <a:pt x="725411" y="49956"/>
                </a:cubicBezTo>
                <a:cubicBezTo>
                  <a:pt x="722582" y="53274"/>
                  <a:pt x="721168" y="58366"/>
                  <a:pt x="721168" y="65231"/>
                </a:cubicBezTo>
                <a:cubicBezTo>
                  <a:pt x="721168" y="74122"/>
                  <a:pt x="723091" y="81014"/>
                  <a:pt x="726938" y="85907"/>
                </a:cubicBezTo>
                <a:cubicBezTo>
                  <a:pt x="729880" y="89622"/>
                  <a:pt x="733614" y="91479"/>
                  <a:pt x="738140" y="91479"/>
                </a:cubicBezTo>
                <a:cubicBezTo>
                  <a:pt x="742439" y="91479"/>
                  <a:pt x="745975" y="89875"/>
                  <a:pt x="748747" y="86668"/>
                </a:cubicBezTo>
                <a:cubicBezTo>
                  <a:pt x="751519" y="83461"/>
                  <a:pt x="752905" y="78425"/>
                  <a:pt x="752905" y="71561"/>
                </a:cubicBezTo>
                <a:cubicBezTo>
                  <a:pt x="752905" y="62615"/>
                  <a:pt x="750954" y="55610"/>
                  <a:pt x="747050" y="50545"/>
                </a:cubicBezTo>
                <a:cubicBezTo>
                  <a:pt x="744165" y="46832"/>
                  <a:pt x="740459" y="44976"/>
                  <a:pt x="735933" y="44976"/>
                </a:cubicBezTo>
                <a:moveTo>
                  <a:pt x="720319" y="120721"/>
                </a:moveTo>
                <a:cubicBezTo>
                  <a:pt x="717660" y="123601"/>
                  <a:pt x="715652" y="126283"/>
                  <a:pt x="714294" y="128767"/>
                </a:cubicBezTo>
                <a:cubicBezTo>
                  <a:pt x="712936" y="131252"/>
                  <a:pt x="712258" y="133540"/>
                  <a:pt x="712258" y="135630"/>
                </a:cubicBezTo>
                <a:cubicBezTo>
                  <a:pt x="712258" y="138340"/>
                  <a:pt x="713898" y="140712"/>
                  <a:pt x="717179" y="142745"/>
                </a:cubicBezTo>
                <a:cubicBezTo>
                  <a:pt x="722837" y="146245"/>
                  <a:pt x="731012" y="147996"/>
                  <a:pt x="741704" y="147996"/>
                </a:cubicBezTo>
                <a:cubicBezTo>
                  <a:pt x="751887" y="147996"/>
                  <a:pt x="759397" y="146202"/>
                  <a:pt x="764234" y="142615"/>
                </a:cubicBezTo>
                <a:cubicBezTo>
                  <a:pt x="769071" y="139030"/>
                  <a:pt x="771490" y="135205"/>
                  <a:pt x="771490" y="131140"/>
                </a:cubicBezTo>
                <a:cubicBezTo>
                  <a:pt x="771490" y="128204"/>
                  <a:pt x="770047" y="126114"/>
                  <a:pt x="767162" y="124871"/>
                </a:cubicBezTo>
                <a:cubicBezTo>
                  <a:pt x="764220" y="123628"/>
                  <a:pt x="758393" y="122895"/>
                  <a:pt x="749681" y="122670"/>
                </a:cubicBezTo>
                <a:cubicBezTo>
                  <a:pt x="736952" y="122331"/>
                  <a:pt x="727165" y="121681"/>
                  <a:pt x="720319" y="120721"/>
                </a:cubicBezTo>
                <a:close/>
                <a:moveTo>
                  <a:pt x="810016" y="40733"/>
                </a:moveTo>
                <a:lnTo>
                  <a:pt x="810016" y="58214"/>
                </a:lnTo>
                <a:cubicBezTo>
                  <a:pt x="816522" y="46560"/>
                  <a:pt x="823197" y="40733"/>
                  <a:pt x="830043" y="40733"/>
                </a:cubicBezTo>
                <a:cubicBezTo>
                  <a:pt x="833154" y="40733"/>
                  <a:pt x="835728" y="41680"/>
                  <a:pt x="837765" y="43576"/>
                </a:cubicBezTo>
                <a:cubicBezTo>
                  <a:pt x="839801" y="45471"/>
                  <a:pt x="840820" y="47663"/>
                  <a:pt x="840820" y="50152"/>
                </a:cubicBezTo>
                <a:cubicBezTo>
                  <a:pt x="840820" y="52359"/>
                  <a:pt x="840084" y="54225"/>
                  <a:pt x="838613" y="55753"/>
                </a:cubicBezTo>
                <a:cubicBezTo>
                  <a:pt x="837143" y="57280"/>
                  <a:pt x="835389" y="58044"/>
                  <a:pt x="833352" y="58044"/>
                </a:cubicBezTo>
                <a:cubicBezTo>
                  <a:pt x="831372" y="58044"/>
                  <a:pt x="829152" y="57068"/>
                  <a:pt x="826691" y="55116"/>
                </a:cubicBezTo>
                <a:cubicBezTo>
                  <a:pt x="824230" y="53165"/>
                  <a:pt x="822405" y="52189"/>
                  <a:pt x="821217" y="52189"/>
                </a:cubicBezTo>
                <a:cubicBezTo>
                  <a:pt x="820199" y="52189"/>
                  <a:pt x="819096" y="52753"/>
                  <a:pt x="817908" y="53881"/>
                </a:cubicBezTo>
                <a:cubicBezTo>
                  <a:pt x="815362" y="56195"/>
                  <a:pt x="812731" y="60004"/>
                  <a:pt x="810016" y="65308"/>
                </a:cubicBezTo>
                <a:lnTo>
                  <a:pt x="810016" y="102466"/>
                </a:lnTo>
                <a:cubicBezTo>
                  <a:pt x="810016" y="106753"/>
                  <a:pt x="810553" y="109997"/>
                  <a:pt x="811628" y="112198"/>
                </a:cubicBezTo>
                <a:cubicBezTo>
                  <a:pt x="812363" y="113722"/>
                  <a:pt x="813665" y="114992"/>
                  <a:pt x="815532" y="116009"/>
                </a:cubicBezTo>
                <a:cubicBezTo>
                  <a:pt x="817398" y="117023"/>
                  <a:pt x="820086" y="117531"/>
                  <a:pt x="823593" y="117531"/>
                </a:cubicBezTo>
                <a:lnTo>
                  <a:pt x="823593" y="120671"/>
                </a:lnTo>
                <a:lnTo>
                  <a:pt x="783794" y="120671"/>
                </a:lnTo>
                <a:lnTo>
                  <a:pt x="783794" y="117531"/>
                </a:lnTo>
                <a:cubicBezTo>
                  <a:pt x="787754" y="117531"/>
                  <a:pt x="790696" y="116910"/>
                  <a:pt x="792619" y="115669"/>
                </a:cubicBezTo>
                <a:cubicBezTo>
                  <a:pt x="794034" y="114766"/>
                  <a:pt x="795024" y="113326"/>
                  <a:pt x="795590" y="111349"/>
                </a:cubicBezTo>
                <a:cubicBezTo>
                  <a:pt x="795872" y="110389"/>
                  <a:pt x="796014" y="107652"/>
                  <a:pt x="796014" y="103136"/>
                </a:cubicBezTo>
                <a:lnTo>
                  <a:pt x="796014" y="73078"/>
                </a:lnTo>
                <a:cubicBezTo>
                  <a:pt x="796014" y="64045"/>
                  <a:pt x="795830" y="58669"/>
                  <a:pt x="795462" y="56949"/>
                </a:cubicBezTo>
                <a:cubicBezTo>
                  <a:pt x="795094" y="55227"/>
                  <a:pt x="794416" y="53971"/>
                  <a:pt x="793426" y="53181"/>
                </a:cubicBezTo>
                <a:cubicBezTo>
                  <a:pt x="792436" y="52390"/>
                  <a:pt x="791205" y="51995"/>
                  <a:pt x="789734" y="51995"/>
                </a:cubicBezTo>
                <a:cubicBezTo>
                  <a:pt x="787980" y="51995"/>
                  <a:pt x="786000" y="52419"/>
                  <a:pt x="783794" y="53265"/>
                </a:cubicBezTo>
                <a:lnTo>
                  <a:pt x="782945" y="50216"/>
                </a:lnTo>
                <a:lnTo>
                  <a:pt x="806452" y="40733"/>
                </a:lnTo>
                <a:lnTo>
                  <a:pt x="810016" y="40733"/>
                </a:lnTo>
                <a:close/>
                <a:moveTo>
                  <a:pt x="889188" y="109469"/>
                </a:moveTo>
                <a:cubicBezTo>
                  <a:pt x="881212" y="115636"/>
                  <a:pt x="876205" y="119200"/>
                  <a:pt x="874168" y="120161"/>
                </a:cubicBezTo>
                <a:cubicBezTo>
                  <a:pt x="871113" y="121632"/>
                  <a:pt x="867860" y="122368"/>
                  <a:pt x="864409" y="122368"/>
                </a:cubicBezTo>
                <a:cubicBezTo>
                  <a:pt x="859035" y="122368"/>
                  <a:pt x="854608" y="120529"/>
                  <a:pt x="851129" y="116852"/>
                </a:cubicBezTo>
                <a:cubicBezTo>
                  <a:pt x="847650" y="113175"/>
                  <a:pt x="845910" y="108338"/>
                  <a:pt x="845910" y="102341"/>
                </a:cubicBezTo>
                <a:cubicBezTo>
                  <a:pt x="845910" y="98551"/>
                  <a:pt x="846759" y="95269"/>
                  <a:pt x="848456" y="92497"/>
                </a:cubicBezTo>
                <a:cubicBezTo>
                  <a:pt x="850775" y="88650"/>
                  <a:pt x="854806" y="85030"/>
                  <a:pt x="860548" y="81635"/>
                </a:cubicBezTo>
                <a:cubicBezTo>
                  <a:pt x="866290" y="78241"/>
                  <a:pt x="875837" y="74111"/>
                  <a:pt x="889188" y="69246"/>
                </a:cubicBezTo>
                <a:lnTo>
                  <a:pt x="889188" y="66191"/>
                </a:lnTo>
                <a:cubicBezTo>
                  <a:pt x="889188" y="58440"/>
                  <a:pt x="887958" y="53122"/>
                  <a:pt x="885497" y="50237"/>
                </a:cubicBezTo>
                <a:cubicBezTo>
                  <a:pt x="883036" y="47352"/>
                  <a:pt x="879458" y="45909"/>
                  <a:pt x="874762" y="45909"/>
                </a:cubicBezTo>
                <a:cubicBezTo>
                  <a:pt x="871198" y="45909"/>
                  <a:pt x="868369" y="46867"/>
                  <a:pt x="866276" y="48784"/>
                </a:cubicBezTo>
                <a:cubicBezTo>
                  <a:pt x="864127" y="50700"/>
                  <a:pt x="863052" y="52899"/>
                  <a:pt x="863052" y="55379"/>
                </a:cubicBezTo>
                <a:lnTo>
                  <a:pt x="863221" y="60282"/>
                </a:lnTo>
                <a:cubicBezTo>
                  <a:pt x="863221" y="62874"/>
                  <a:pt x="862557" y="64874"/>
                  <a:pt x="861227" y="66283"/>
                </a:cubicBezTo>
                <a:cubicBezTo>
                  <a:pt x="859898" y="67692"/>
                  <a:pt x="858158" y="68397"/>
                  <a:pt x="856008" y="68397"/>
                </a:cubicBezTo>
                <a:cubicBezTo>
                  <a:pt x="853915" y="68397"/>
                  <a:pt x="852204" y="67664"/>
                  <a:pt x="850874" y="66199"/>
                </a:cubicBezTo>
                <a:cubicBezTo>
                  <a:pt x="849545" y="64731"/>
                  <a:pt x="848880" y="62728"/>
                  <a:pt x="848880" y="60189"/>
                </a:cubicBezTo>
                <a:cubicBezTo>
                  <a:pt x="848880" y="55340"/>
                  <a:pt x="851369" y="50885"/>
                  <a:pt x="856348" y="46824"/>
                </a:cubicBezTo>
                <a:cubicBezTo>
                  <a:pt x="861326" y="42763"/>
                  <a:pt x="868313" y="40733"/>
                  <a:pt x="877308" y="40733"/>
                </a:cubicBezTo>
                <a:cubicBezTo>
                  <a:pt x="884210" y="40733"/>
                  <a:pt x="889867" y="41891"/>
                  <a:pt x="894280" y="44207"/>
                </a:cubicBezTo>
                <a:cubicBezTo>
                  <a:pt x="897618" y="45959"/>
                  <a:pt x="900079" y="48700"/>
                  <a:pt x="901663" y="52430"/>
                </a:cubicBezTo>
                <a:cubicBezTo>
                  <a:pt x="902681" y="54859"/>
                  <a:pt x="903190" y="59831"/>
                  <a:pt x="903190" y="67347"/>
                </a:cubicBezTo>
                <a:lnTo>
                  <a:pt x="903190" y="93706"/>
                </a:lnTo>
                <a:cubicBezTo>
                  <a:pt x="903190" y="101109"/>
                  <a:pt x="903332" y="105643"/>
                  <a:pt x="903615" y="107311"/>
                </a:cubicBezTo>
                <a:cubicBezTo>
                  <a:pt x="903897" y="108978"/>
                  <a:pt x="904364" y="110094"/>
                  <a:pt x="905015" y="110660"/>
                </a:cubicBezTo>
                <a:cubicBezTo>
                  <a:pt x="905665" y="111224"/>
                  <a:pt x="906415" y="111506"/>
                  <a:pt x="907264" y="111506"/>
                </a:cubicBezTo>
                <a:cubicBezTo>
                  <a:pt x="908169" y="111506"/>
                  <a:pt x="908961" y="111308"/>
                  <a:pt x="909640" y="110912"/>
                </a:cubicBezTo>
                <a:cubicBezTo>
                  <a:pt x="910828" y="110176"/>
                  <a:pt x="913119" y="108111"/>
                  <a:pt x="916513" y="104717"/>
                </a:cubicBezTo>
                <a:lnTo>
                  <a:pt x="916513" y="109469"/>
                </a:lnTo>
                <a:cubicBezTo>
                  <a:pt x="910177" y="117955"/>
                  <a:pt x="904124" y="122198"/>
                  <a:pt x="898353" y="122198"/>
                </a:cubicBezTo>
                <a:cubicBezTo>
                  <a:pt x="895581" y="122198"/>
                  <a:pt x="893375" y="121236"/>
                  <a:pt x="891734" y="119313"/>
                </a:cubicBezTo>
                <a:cubicBezTo>
                  <a:pt x="890094" y="117389"/>
                  <a:pt x="889245" y="114108"/>
                  <a:pt x="889188" y="109469"/>
                </a:cubicBezTo>
                <a:moveTo>
                  <a:pt x="889188" y="103906"/>
                </a:moveTo>
                <a:lnTo>
                  <a:pt x="889188" y="74422"/>
                </a:lnTo>
                <a:cubicBezTo>
                  <a:pt x="880646" y="77801"/>
                  <a:pt x="875130" y="80194"/>
                  <a:pt x="872641" y="81603"/>
                </a:cubicBezTo>
                <a:cubicBezTo>
                  <a:pt x="868171" y="84082"/>
                  <a:pt x="864975" y="86673"/>
                  <a:pt x="863052" y="89376"/>
                </a:cubicBezTo>
                <a:cubicBezTo>
                  <a:pt x="861128" y="92079"/>
                  <a:pt x="860166" y="95036"/>
                  <a:pt x="860166" y="98246"/>
                </a:cubicBezTo>
                <a:cubicBezTo>
                  <a:pt x="860166" y="102302"/>
                  <a:pt x="861383" y="105667"/>
                  <a:pt x="863815" y="108342"/>
                </a:cubicBezTo>
                <a:cubicBezTo>
                  <a:pt x="866248" y="111017"/>
                  <a:pt x="869048" y="112354"/>
                  <a:pt x="872216" y="112354"/>
                </a:cubicBezTo>
                <a:cubicBezTo>
                  <a:pt x="876516" y="112354"/>
                  <a:pt x="882173" y="109538"/>
                  <a:pt x="889188" y="103906"/>
                </a:cubicBezTo>
                <a:close/>
                <a:moveTo>
                  <a:pt x="944883" y="17311"/>
                </a:moveTo>
                <a:lnTo>
                  <a:pt x="944883" y="42939"/>
                </a:lnTo>
                <a:lnTo>
                  <a:pt x="963043" y="42939"/>
                </a:lnTo>
                <a:lnTo>
                  <a:pt x="963043" y="48879"/>
                </a:lnTo>
                <a:lnTo>
                  <a:pt x="944883" y="48879"/>
                </a:lnTo>
                <a:lnTo>
                  <a:pt x="944883" y="99217"/>
                </a:lnTo>
                <a:cubicBezTo>
                  <a:pt x="944883" y="104247"/>
                  <a:pt x="945604" y="107638"/>
                  <a:pt x="947047" y="109390"/>
                </a:cubicBezTo>
                <a:cubicBezTo>
                  <a:pt x="948490" y="111140"/>
                  <a:pt x="950342" y="112015"/>
                  <a:pt x="952605" y="112015"/>
                </a:cubicBezTo>
                <a:cubicBezTo>
                  <a:pt x="954472" y="112015"/>
                  <a:pt x="956283" y="111435"/>
                  <a:pt x="958036" y="110275"/>
                </a:cubicBezTo>
                <a:cubicBezTo>
                  <a:pt x="959790" y="109116"/>
                  <a:pt x="961148" y="107404"/>
                  <a:pt x="962110" y="105141"/>
                </a:cubicBezTo>
                <a:lnTo>
                  <a:pt x="965419" y="105141"/>
                </a:lnTo>
                <a:cubicBezTo>
                  <a:pt x="963439" y="110701"/>
                  <a:pt x="960639" y="114906"/>
                  <a:pt x="957018" y="117756"/>
                </a:cubicBezTo>
                <a:cubicBezTo>
                  <a:pt x="953397" y="120604"/>
                  <a:pt x="949664" y="122028"/>
                  <a:pt x="945817" y="122028"/>
                </a:cubicBezTo>
                <a:cubicBezTo>
                  <a:pt x="943214" y="122028"/>
                  <a:pt x="940668" y="121306"/>
                  <a:pt x="938179" y="119862"/>
                </a:cubicBezTo>
                <a:cubicBezTo>
                  <a:pt x="935690" y="118417"/>
                  <a:pt x="933851" y="116351"/>
                  <a:pt x="932663" y="113662"/>
                </a:cubicBezTo>
                <a:cubicBezTo>
                  <a:pt x="931475" y="110971"/>
                  <a:pt x="930881" y="106822"/>
                  <a:pt x="930881" y="101214"/>
                </a:cubicBezTo>
                <a:lnTo>
                  <a:pt x="930881" y="48879"/>
                </a:lnTo>
                <a:lnTo>
                  <a:pt x="918577" y="48879"/>
                </a:lnTo>
                <a:lnTo>
                  <a:pt x="918577" y="46079"/>
                </a:lnTo>
                <a:cubicBezTo>
                  <a:pt x="921688" y="44831"/>
                  <a:pt x="924870" y="42717"/>
                  <a:pt x="928123" y="39738"/>
                </a:cubicBezTo>
                <a:cubicBezTo>
                  <a:pt x="931376" y="36759"/>
                  <a:pt x="934276" y="33227"/>
                  <a:pt x="936821" y="29141"/>
                </a:cubicBezTo>
                <a:cubicBezTo>
                  <a:pt x="938123" y="26986"/>
                  <a:pt x="939933" y="23043"/>
                  <a:pt x="942252" y="17311"/>
                </a:cubicBezTo>
                <a:lnTo>
                  <a:pt x="944883" y="17311"/>
                </a:lnTo>
                <a:close/>
                <a:moveTo>
                  <a:pt x="990397" y="0"/>
                </a:moveTo>
                <a:cubicBezTo>
                  <a:pt x="992773" y="0"/>
                  <a:pt x="994796" y="839"/>
                  <a:pt x="996465" y="2517"/>
                </a:cubicBezTo>
                <a:cubicBezTo>
                  <a:pt x="998134" y="4193"/>
                  <a:pt x="998968" y="6225"/>
                  <a:pt x="998968" y="8613"/>
                </a:cubicBezTo>
                <a:cubicBezTo>
                  <a:pt x="998968" y="11002"/>
                  <a:pt x="998134" y="13049"/>
                  <a:pt x="996465" y="14755"/>
                </a:cubicBezTo>
                <a:cubicBezTo>
                  <a:pt x="994796" y="16459"/>
                  <a:pt x="992773" y="17311"/>
                  <a:pt x="990397" y="17311"/>
                </a:cubicBezTo>
                <a:cubicBezTo>
                  <a:pt x="988021" y="17311"/>
                  <a:pt x="985985" y="16459"/>
                  <a:pt x="984287" y="14755"/>
                </a:cubicBezTo>
                <a:cubicBezTo>
                  <a:pt x="982590" y="13049"/>
                  <a:pt x="981742" y="11002"/>
                  <a:pt x="981742" y="8613"/>
                </a:cubicBezTo>
                <a:cubicBezTo>
                  <a:pt x="981742" y="6225"/>
                  <a:pt x="982576" y="4193"/>
                  <a:pt x="984245" y="2517"/>
                </a:cubicBezTo>
                <a:cubicBezTo>
                  <a:pt x="985914" y="839"/>
                  <a:pt x="987965" y="0"/>
                  <a:pt x="990397" y="0"/>
                </a:cubicBezTo>
                <a:moveTo>
                  <a:pt x="997441" y="40733"/>
                </a:moveTo>
                <a:lnTo>
                  <a:pt x="997441" y="103052"/>
                </a:lnTo>
                <a:cubicBezTo>
                  <a:pt x="997441" y="107906"/>
                  <a:pt x="997794" y="111138"/>
                  <a:pt x="998501" y="112747"/>
                </a:cubicBezTo>
                <a:cubicBezTo>
                  <a:pt x="999209" y="114356"/>
                  <a:pt x="1000255" y="115555"/>
                  <a:pt x="1001641" y="116345"/>
                </a:cubicBezTo>
                <a:cubicBezTo>
                  <a:pt x="1003027" y="117136"/>
                  <a:pt x="1005559" y="117531"/>
                  <a:pt x="1009236" y="117531"/>
                </a:cubicBezTo>
                <a:lnTo>
                  <a:pt x="1009236" y="120671"/>
                </a:lnTo>
                <a:lnTo>
                  <a:pt x="971474" y="120671"/>
                </a:lnTo>
                <a:lnTo>
                  <a:pt x="971474" y="117531"/>
                </a:lnTo>
                <a:cubicBezTo>
                  <a:pt x="975264" y="117531"/>
                  <a:pt x="977810" y="117164"/>
                  <a:pt x="979111" y="116430"/>
                </a:cubicBezTo>
                <a:cubicBezTo>
                  <a:pt x="980412" y="115697"/>
                  <a:pt x="981445" y="114483"/>
                  <a:pt x="982208" y="112789"/>
                </a:cubicBezTo>
                <a:cubicBezTo>
                  <a:pt x="982972" y="111096"/>
                  <a:pt x="983354" y="107850"/>
                  <a:pt x="983354" y="103052"/>
                </a:cubicBezTo>
                <a:lnTo>
                  <a:pt x="983354" y="73162"/>
                </a:lnTo>
                <a:cubicBezTo>
                  <a:pt x="983354" y="64751"/>
                  <a:pt x="983099" y="59304"/>
                  <a:pt x="982590" y="56822"/>
                </a:cubicBezTo>
                <a:cubicBezTo>
                  <a:pt x="982194" y="55015"/>
                  <a:pt x="981572" y="53759"/>
                  <a:pt x="980723" y="53053"/>
                </a:cubicBezTo>
                <a:cubicBezTo>
                  <a:pt x="979875" y="52348"/>
                  <a:pt x="978715" y="51995"/>
                  <a:pt x="977244" y="51995"/>
                </a:cubicBezTo>
                <a:cubicBezTo>
                  <a:pt x="975660" y="51995"/>
                  <a:pt x="973736" y="52419"/>
                  <a:pt x="971474" y="53265"/>
                </a:cubicBezTo>
                <a:lnTo>
                  <a:pt x="970286" y="50216"/>
                </a:lnTo>
                <a:lnTo>
                  <a:pt x="993707" y="40733"/>
                </a:lnTo>
                <a:lnTo>
                  <a:pt x="997441" y="40733"/>
                </a:lnTo>
                <a:close/>
                <a:moveTo>
                  <a:pt x="1041512" y="17311"/>
                </a:moveTo>
                <a:lnTo>
                  <a:pt x="1041512" y="42939"/>
                </a:lnTo>
                <a:lnTo>
                  <a:pt x="1059672" y="42939"/>
                </a:lnTo>
                <a:lnTo>
                  <a:pt x="1059672" y="48879"/>
                </a:lnTo>
                <a:lnTo>
                  <a:pt x="1041512" y="48879"/>
                </a:lnTo>
                <a:lnTo>
                  <a:pt x="1041512" y="99217"/>
                </a:lnTo>
                <a:cubicBezTo>
                  <a:pt x="1041512" y="104247"/>
                  <a:pt x="1042233" y="107638"/>
                  <a:pt x="1043676" y="109390"/>
                </a:cubicBezTo>
                <a:cubicBezTo>
                  <a:pt x="1045119" y="111140"/>
                  <a:pt x="1046971" y="112015"/>
                  <a:pt x="1049234" y="112015"/>
                </a:cubicBezTo>
                <a:cubicBezTo>
                  <a:pt x="1051101" y="112015"/>
                  <a:pt x="1052912" y="111435"/>
                  <a:pt x="1054665" y="110275"/>
                </a:cubicBezTo>
                <a:cubicBezTo>
                  <a:pt x="1056419" y="109116"/>
                  <a:pt x="1057777" y="107404"/>
                  <a:pt x="1058739" y="105141"/>
                </a:cubicBezTo>
                <a:lnTo>
                  <a:pt x="1062048" y="105141"/>
                </a:lnTo>
                <a:cubicBezTo>
                  <a:pt x="1060068" y="110701"/>
                  <a:pt x="1057268" y="114906"/>
                  <a:pt x="1053647" y="117756"/>
                </a:cubicBezTo>
                <a:cubicBezTo>
                  <a:pt x="1050026" y="120604"/>
                  <a:pt x="1046292" y="122028"/>
                  <a:pt x="1042446" y="122028"/>
                </a:cubicBezTo>
                <a:cubicBezTo>
                  <a:pt x="1039843" y="122028"/>
                  <a:pt x="1037297" y="121306"/>
                  <a:pt x="1034808" y="119862"/>
                </a:cubicBezTo>
                <a:cubicBezTo>
                  <a:pt x="1032319" y="118417"/>
                  <a:pt x="1030480" y="116351"/>
                  <a:pt x="1029292" y="113662"/>
                </a:cubicBezTo>
                <a:cubicBezTo>
                  <a:pt x="1028104" y="110971"/>
                  <a:pt x="1027510" y="106822"/>
                  <a:pt x="1027510" y="101214"/>
                </a:cubicBezTo>
                <a:lnTo>
                  <a:pt x="1027510" y="48879"/>
                </a:lnTo>
                <a:lnTo>
                  <a:pt x="1015206" y="48879"/>
                </a:lnTo>
                <a:lnTo>
                  <a:pt x="1015206" y="46079"/>
                </a:lnTo>
                <a:cubicBezTo>
                  <a:pt x="1018317" y="44831"/>
                  <a:pt x="1021499" y="42717"/>
                  <a:pt x="1024752" y="39738"/>
                </a:cubicBezTo>
                <a:cubicBezTo>
                  <a:pt x="1028005" y="36759"/>
                  <a:pt x="1030905" y="33227"/>
                  <a:pt x="1033450" y="29141"/>
                </a:cubicBezTo>
                <a:cubicBezTo>
                  <a:pt x="1034752" y="26986"/>
                  <a:pt x="1036562" y="23043"/>
                  <a:pt x="1038881" y="17311"/>
                </a:cubicBezTo>
                <a:lnTo>
                  <a:pt x="1041512" y="17311"/>
                </a:lnTo>
                <a:close/>
                <a:moveTo>
                  <a:pt x="1135396" y="42939"/>
                </a:moveTo>
                <a:lnTo>
                  <a:pt x="1135396" y="90036"/>
                </a:lnTo>
                <a:cubicBezTo>
                  <a:pt x="1135396" y="99031"/>
                  <a:pt x="1135609" y="104533"/>
                  <a:pt x="1136033" y="106541"/>
                </a:cubicBezTo>
                <a:cubicBezTo>
                  <a:pt x="1136457" y="108550"/>
                  <a:pt x="1137136" y="109950"/>
                  <a:pt x="1138069" y="110742"/>
                </a:cubicBezTo>
                <a:cubicBezTo>
                  <a:pt x="1139003" y="111534"/>
                  <a:pt x="1140092" y="111930"/>
                  <a:pt x="1141337" y="111930"/>
                </a:cubicBezTo>
                <a:cubicBezTo>
                  <a:pt x="1143090" y="111930"/>
                  <a:pt x="1145070" y="111449"/>
                  <a:pt x="1147277" y="110487"/>
                </a:cubicBezTo>
                <a:lnTo>
                  <a:pt x="1148465" y="113458"/>
                </a:lnTo>
                <a:lnTo>
                  <a:pt x="1125213" y="123047"/>
                </a:lnTo>
                <a:lnTo>
                  <a:pt x="1121395" y="123047"/>
                </a:lnTo>
                <a:lnTo>
                  <a:pt x="1121395" y="106584"/>
                </a:lnTo>
                <a:cubicBezTo>
                  <a:pt x="1114719" y="113825"/>
                  <a:pt x="1109627" y="118379"/>
                  <a:pt x="1106120" y="120246"/>
                </a:cubicBezTo>
                <a:cubicBezTo>
                  <a:pt x="1102612" y="122113"/>
                  <a:pt x="1098907" y="123047"/>
                  <a:pt x="1095003" y="123047"/>
                </a:cubicBezTo>
                <a:cubicBezTo>
                  <a:pt x="1090647" y="123047"/>
                  <a:pt x="1086871" y="121788"/>
                  <a:pt x="1083674" y="119270"/>
                </a:cubicBezTo>
                <a:cubicBezTo>
                  <a:pt x="1080478" y="116753"/>
                  <a:pt x="1078257" y="113514"/>
                  <a:pt x="1077013" y="109554"/>
                </a:cubicBezTo>
                <a:cubicBezTo>
                  <a:pt x="1075768" y="105594"/>
                  <a:pt x="1075146" y="99993"/>
                  <a:pt x="1075146" y="92752"/>
                </a:cubicBezTo>
                <a:lnTo>
                  <a:pt x="1075146" y="58044"/>
                </a:lnTo>
                <a:cubicBezTo>
                  <a:pt x="1075146" y="54367"/>
                  <a:pt x="1074750" y="51821"/>
                  <a:pt x="1073958" y="50407"/>
                </a:cubicBezTo>
                <a:cubicBezTo>
                  <a:pt x="1073166" y="48992"/>
                  <a:pt x="1071992" y="47903"/>
                  <a:pt x="1070436" y="47140"/>
                </a:cubicBezTo>
                <a:cubicBezTo>
                  <a:pt x="1068880" y="46376"/>
                  <a:pt x="1066066" y="46022"/>
                  <a:pt x="1061993" y="46079"/>
                </a:cubicBezTo>
                <a:lnTo>
                  <a:pt x="1061993" y="42939"/>
                </a:lnTo>
                <a:lnTo>
                  <a:pt x="1089233" y="42939"/>
                </a:lnTo>
                <a:lnTo>
                  <a:pt x="1089233" y="94831"/>
                </a:lnTo>
                <a:cubicBezTo>
                  <a:pt x="1089233" y="102055"/>
                  <a:pt x="1090491" y="106795"/>
                  <a:pt x="1093009" y="109053"/>
                </a:cubicBezTo>
                <a:cubicBezTo>
                  <a:pt x="1095526" y="111310"/>
                  <a:pt x="1098567" y="112439"/>
                  <a:pt x="1102131" y="112439"/>
                </a:cubicBezTo>
                <a:cubicBezTo>
                  <a:pt x="1104564" y="112439"/>
                  <a:pt x="1107322" y="111677"/>
                  <a:pt x="1110405" y="110153"/>
                </a:cubicBezTo>
                <a:cubicBezTo>
                  <a:pt x="1113488" y="108629"/>
                  <a:pt x="1117152" y="105724"/>
                  <a:pt x="1121395" y="101437"/>
                </a:cubicBezTo>
                <a:lnTo>
                  <a:pt x="1121395" y="57506"/>
                </a:lnTo>
                <a:cubicBezTo>
                  <a:pt x="1121395" y="53104"/>
                  <a:pt x="1120588" y="50127"/>
                  <a:pt x="1118976" y="48577"/>
                </a:cubicBezTo>
                <a:cubicBezTo>
                  <a:pt x="1117364" y="47025"/>
                  <a:pt x="1114012" y="46192"/>
                  <a:pt x="1108920" y="46079"/>
                </a:cubicBezTo>
                <a:lnTo>
                  <a:pt x="1108920" y="42939"/>
                </a:lnTo>
                <a:lnTo>
                  <a:pt x="1135396" y="42939"/>
                </a:lnTo>
                <a:close/>
                <a:moveTo>
                  <a:pt x="1209055" y="111930"/>
                </a:moveTo>
                <a:cubicBezTo>
                  <a:pt x="1205264" y="115890"/>
                  <a:pt x="1201559" y="118733"/>
                  <a:pt x="1197938" y="120459"/>
                </a:cubicBezTo>
                <a:cubicBezTo>
                  <a:pt x="1194318" y="122184"/>
                  <a:pt x="1190414" y="123047"/>
                  <a:pt x="1186228" y="123047"/>
                </a:cubicBezTo>
                <a:cubicBezTo>
                  <a:pt x="1177742" y="123047"/>
                  <a:pt x="1170330" y="119505"/>
                  <a:pt x="1163994" y="112421"/>
                </a:cubicBezTo>
                <a:cubicBezTo>
                  <a:pt x="1157658" y="105335"/>
                  <a:pt x="1154490" y="96230"/>
                  <a:pt x="1154490" y="85106"/>
                </a:cubicBezTo>
                <a:cubicBezTo>
                  <a:pt x="1154490" y="73984"/>
                  <a:pt x="1157998" y="63808"/>
                  <a:pt x="1165013" y="54578"/>
                </a:cubicBezTo>
                <a:cubicBezTo>
                  <a:pt x="1172028" y="45348"/>
                  <a:pt x="1181051" y="40733"/>
                  <a:pt x="1192083" y="40733"/>
                </a:cubicBezTo>
                <a:cubicBezTo>
                  <a:pt x="1198928" y="40733"/>
                  <a:pt x="1204586" y="42911"/>
                  <a:pt x="1209055" y="47267"/>
                </a:cubicBezTo>
                <a:lnTo>
                  <a:pt x="1209055" y="32894"/>
                </a:lnTo>
                <a:cubicBezTo>
                  <a:pt x="1209055" y="23975"/>
                  <a:pt x="1208843" y="18492"/>
                  <a:pt x="1208418" y="16447"/>
                </a:cubicBezTo>
                <a:cubicBezTo>
                  <a:pt x="1207994" y="14401"/>
                  <a:pt x="1207329" y="13010"/>
                  <a:pt x="1206424" y="12273"/>
                </a:cubicBezTo>
                <a:cubicBezTo>
                  <a:pt x="1205519" y="11534"/>
                  <a:pt x="1204388" y="11164"/>
                  <a:pt x="1203030" y="11164"/>
                </a:cubicBezTo>
                <a:cubicBezTo>
                  <a:pt x="1201559" y="11164"/>
                  <a:pt x="1199607" y="11619"/>
                  <a:pt x="1197174" y="12527"/>
                </a:cubicBezTo>
                <a:lnTo>
                  <a:pt x="1196071" y="9544"/>
                </a:lnTo>
                <a:lnTo>
                  <a:pt x="1219238" y="0"/>
                </a:lnTo>
                <a:lnTo>
                  <a:pt x="1223057" y="0"/>
                </a:lnTo>
                <a:lnTo>
                  <a:pt x="1223057" y="89867"/>
                </a:lnTo>
                <a:cubicBezTo>
                  <a:pt x="1223057" y="98975"/>
                  <a:pt x="1223269" y="104533"/>
                  <a:pt x="1223693" y="106541"/>
                </a:cubicBezTo>
                <a:cubicBezTo>
                  <a:pt x="1224117" y="108550"/>
                  <a:pt x="1224796" y="109950"/>
                  <a:pt x="1225730" y="110742"/>
                </a:cubicBezTo>
                <a:cubicBezTo>
                  <a:pt x="1226663" y="111534"/>
                  <a:pt x="1227752" y="111930"/>
                  <a:pt x="1228997" y="111930"/>
                </a:cubicBezTo>
                <a:cubicBezTo>
                  <a:pt x="1230524" y="111930"/>
                  <a:pt x="1232561" y="111449"/>
                  <a:pt x="1235107" y="110487"/>
                </a:cubicBezTo>
                <a:lnTo>
                  <a:pt x="1236040" y="113458"/>
                </a:lnTo>
                <a:lnTo>
                  <a:pt x="1212958" y="123047"/>
                </a:lnTo>
                <a:lnTo>
                  <a:pt x="1209055" y="123047"/>
                </a:lnTo>
                <a:lnTo>
                  <a:pt x="1209055" y="111930"/>
                </a:lnTo>
                <a:moveTo>
                  <a:pt x="1209055" y="106008"/>
                </a:moveTo>
                <a:lnTo>
                  <a:pt x="1209055" y="66055"/>
                </a:lnTo>
                <a:cubicBezTo>
                  <a:pt x="1208715" y="62217"/>
                  <a:pt x="1207697" y="58719"/>
                  <a:pt x="1206000" y="55559"/>
                </a:cubicBezTo>
                <a:cubicBezTo>
                  <a:pt x="1204303" y="52398"/>
                  <a:pt x="1202054" y="50014"/>
                  <a:pt x="1199254" y="48407"/>
                </a:cubicBezTo>
                <a:cubicBezTo>
                  <a:pt x="1196453" y="46798"/>
                  <a:pt x="1193723" y="45994"/>
                  <a:pt x="1191065" y="45994"/>
                </a:cubicBezTo>
                <a:cubicBezTo>
                  <a:pt x="1186086" y="45994"/>
                  <a:pt x="1181645" y="48223"/>
                  <a:pt x="1177742" y="52682"/>
                </a:cubicBezTo>
                <a:cubicBezTo>
                  <a:pt x="1172593" y="58550"/>
                  <a:pt x="1170019" y="67127"/>
                  <a:pt x="1170019" y="78413"/>
                </a:cubicBezTo>
                <a:cubicBezTo>
                  <a:pt x="1170019" y="89813"/>
                  <a:pt x="1172509" y="98546"/>
                  <a:pt x="1177487" y="104614"/>
                </a:cubicBezTo>
                <a:cubicBezTo>
                  <a:pt x="1182465" y="110679"/>
                  <a:pt x="1188010" y="113712"/>
                  <a:pt x="1194120" y="113712"/>
                </a:cubicBezTo>
                <a:cubicBezTo>
                  <a:pt x="1199268" y="113712"/>
                  <a:pt x="1204246" y="111144"/>
                  <a:pt x="1209055" y="106008"/>
                </a:cubicBezTo>
                <a:close/>
                <a:moveTo>
                  <a:pt x="1254115" y="72301"/>
                </a:moveTo>
                <a:cubicBezTo>
                  <a:pt x="1254058" y="83815"/>
                  <a:pt x="1256859" y="92846"/>
                  <a:pt x="1262516" y="99395"/>
                </a:cubicBezTo>
                <a:cubicBezTo>
                  <a:pt x="1268173" y="105941"/>
                  <a:pt x="1274821" y="109215"/>
                  <a:pt x="1282458" y="109215"/>
                </a:cubicBezTo>
                <a:cubicBezTo>
                  <a:pt x="1287550" y="109215"/>
                  <a:pt x="1291977" y="107814"/>
                  <a:pt x="1295739" y="105014"/>
                </a:cubicBezTo>
                <a:cubicBezTo>
                  <a:pt x="1299501" y="102214"/>
                  <a:pt x="1302655" y="97419"/>
                  <a:pt x="1305201" y="90630"/>
                </a:cubicBezTo>
                <a:lnTo>
                  <a:pt x="1307831" y="92327"/>
                </a:lnTo>
                <a:cubicBezTo>
                  <a:pt x="1306643" y="100078"/>
                  <a:pt x="1303192" y="107136"/>
                  <a:pt x="1297478" y="113500"/>
                </a:cubicBezTo>
                <a:cubicBezTo>
                  <a:pt x="1291764" y="119864"/>
                  <a:pt x="1284608" y="123047"/>
                  <a:pt x="1276009" y="123047"/>
                </a:cubicBezTo>
                <a:cubicBezTo>
                  <a:pt x="1266674" y="123047"/>
                  <a:pt x="1258683" y="119420"/>
                  <a:pt x="1252036" y="112166"/>
                </a:cubicBezTo>
                <a:cubicBezTo>
                  <a:pt x="1245389" y="104911"/>
                  <a:pt x="1242065" y="95157"/>
                  <a:pt x="1242065" y="82905"/>
                </a:cubicBezTo>
                <a:cubicBezTo>
                  <a:pt x="1242065" y="69639"/>
                  <a:pt x="1245473" y="59294"/>
                  <a:pt x="1252290" y="51871"/>
                </a:cubicBezTo>
                <a:cubicBezTo>
                  <a:pt x="1259108" y="44445"/>
                  <a:pt x="1267664" y="40733"/>
                  <a:pt x="1277961" y="40733"/>
                </a:cubicBezTo>
                <a:cubicBezTo>
                  <a:pt x="1286673" y="40733"/>
                  <a:pt x="1293829" y="43597"/>
                  <a:pt x="1299430" y="49325"/>
                </a:cubicBezTo>
                <a:cubicBezTo>
                  <a:pt x="1305031" y="55051"/>
                  <a:pt x="1307831" y="62710"/>
                  <a:pt x="1307831" y="72301"/>
                </a:cubicBezTo>
                <a:lnTo>
                  <a:pt x="1254115" y="72301"/>
                </a:lnTo>
                <a:moveTo>
                  <a:pt x="1254115" y="67379"/>
                </a:moveTo>
                <a:lnTo>
                  <a:pt x="1290096" y="67379"/>
                </a:lnTo>
                <a:cubicBezTo>
                  <a:pt x="1289813" y="62400"/>
                  <a:pt x="1289219" y="58893"/>
                  <a:pt x="1288313" y="56856"/>
                </a:cubicBezTo>
                <a:cubicBezTo>
                  <a:pt x="1286899" y="53688"/>
                  <a:pt x="1284792" y="51199"/>
                  <a:pt x="1281991" y="49388"/>
                </a:cubicBezTo>
                <a:cubicBezTo>
                  <a:pt x="1279191" y="47578"/>
                  <a:pt x="1276263" y="46673"/>
                  <a:pt x="1273208" y="46673"/>
                </a:cubicBezTo>
                <a:cubicBezTo>
                  <a:pt x="1268513" y="46673"/>
                  <a:pt x="1264312" y="48497"/>
                  <a:pt x="1260607" y="52146"/>
                </a:cubicBezTo>
                <a:cubicBezTo>
                  <a:pt x="1256901" y="55795"/>
                  <a:pt x="1254737" y="60873"/>
                  <a:pt x="1254115" y="67379"/>
                </a:cubicBezTo>
                <a:close/>
                <a:moveTo>
                  <a:pt x="1399676" y="40733"/>
                </a:moveTo>
                <a:cubicBezTo>
                  <a:pt x="1411443" y="40733"/>
                  <a:pt x="1420891" y="45198"/>
                  <a:pt x="1428019" y="54127"/>
                </a:cubicBezTo>
                <a:cubicBezTo>
                  <a:pt x="1434072" y="61756"/>
                  <a:pt x="1437099" y="70516"/>
                  <a:pt x="1437099" y="80407"/>
                </a:cubicBezTo>
                <a:cubicBezTo>
                  <a:pt x="1437099" y="87359"/>
                  <a:pt x="1435430" y="94395"/>
                  <a:pt x="1432092" y="101516"/>
                </a:cubicBezTo>
                <a:cubicBezTo>
                  <a:pt x="1428755" y="108636"/>
                  <a:pt x="1424158" y="114004"/>
                  <a:pt x="1418303" y="117621"/>
                </a:cubicBezTo>
                <a:cubicBezTo>
                  <a:pt x="1412447" y="121238"/>
                  <a:pt x="1405927" y="123047"/>
                  <a:pt x="1398742" y="123047"/>
                </a:cubicBezTo>
                <a:cubicBezTo>
                  <a:pt x="1387032" y="123047"/>
                  <a:pt x="1377726" y="118384"/>
                  <a:pt x="1370824" y="109058"/>
                </a:cubicBezTo>
                <a:cubicBezTo>
                  <a:pt x="1364997" y="101203"/>
                  <a:pt x="1362083" y="92388"/>
                  <a:pt x="1362083" y="82611"/>
                </a:cubicBezTo>
                <a:cubicBezTo>
                  <a:pt x="1362083" y="75490"/>
                  <a:pt x="1363851" y="68411"/>
                  <a:pt x="1367387" y="61375"/>
                </a:cubicBezTo>
                <a:cubicBezTo>
                  <a:pt x="1370923" y="54339"/>
                  <a:pt x="1375576" y="49139"/>
                  <a:pt x="1381346" y="45777"/>
                </a:cubicBezTo>
                <a:cubicBezTo>
                  <a:pt x="1387117" y="42414"/>
                  <a:pt x="1393227" y="40733"/>
                  <a:pt x="1399676" y="40733"/>
                </a:cubicBezTo>
                <a:moveTo>
                  <a:pt x="1397045" y="46333"/>
                </a:moveTo>
                <a:cubicBezTo>
                  <a:pt x="1394047" y="46333"/>
                  <a:pt x="1391034" y="47224"/>
                  <a:pt x="1388008" y="49004"/>
                </a:cubicBezTo>
                <a:cubicBezTo>
                  <a:pt x="1384981" y="50784"/>
                  <a:pt x="1382534" y="53906"/>
                  <a:pt x="1380667" y="58370"/>
                </a:cubicBezTo>
                <a:cubicBezTo>
                  <a:pt x="1378800" y="62834"/>
                  <a:pt x="1377867" y="68569"/>
                  <a:pt x="1377867" y="75576"/>
                </a:cubicBezTo>
                <a:cubicBezTo>
                  <a:pt x="1377867" y="86876"/>
                  <a:pt x="1380116" y="96624"/>
                  <a:pt x="1384613" y="104818"/>
                </a:cubicBezTo>
                <a:cubicBezTo>
                  <a:pt x="1389111" y="113010"/>
                  <a:pt x="1395037" y="117107"/>
                  <a:pt x="1402391" y="117107"/>
                </a:cubicBezTo>
                <a:cubicBezTo>
                  <a:pt x="1407879" y="117107"/>
                  <a:pt x="1412405" y="114846"/>
                  <a:pt x="1415969" y="110326"/>
                </a:cubicBezTo>
                <a:cubicBezTo>
                  <a:pt x="1419533" y="105805"/>
                  <a:pt x="1421315" y="98036"/>
                  <a:pt x="1421315" y="87018"/>
                </a:cubicBezTo>
                <a:cubicBezTo>
                  <a:pt x="1421315" y="73230"/>
                  <a:pt x="1418345" y="62381"/>
                  <a:pt x="1412405" y="54469"/>
                </a:cubicBezTo>
                <a:cubicBezTo>
                  <a:pt x="1408388" y="49045"/>
                  <a:pt x="1403268" y="46333"/>
                  <a:pt x="1397045" y="46333"/>
                </a:cubicBezTo>
                <a:close/>
                <a:moveTo>
                  <a:pt x="1471298" y="40733"/>
                </a:moveTo>
                <a:lnTo>
                  <a:pt x="1471298" y="58214"/>
                </a:lnTo>
                <a:cubicBezTo>
                  <a:pt x="1477804" y="46560"/>
                  <a:pt x="1484480" y="40733"/>
                  <a:pt x="1491325" y="40733"/>
                </a:cubicBezTo>
                <a:cubicBezTo>
                  <a:pt x="1494436" y="40733"/>
                  <a:pt x="1497011" y="41680"/>
                  <a:pt x="1499047" y="43576"/>
                </a:cubicBezTo>
                <a:cubicBezTo>
                  <a:pt x="1501084" y="45471"/>
                  <a:pt x="1502102" y="47663"/>
                  <a:pt x="1502102" y="50152"/>
                </a:cubicBezTo>
                <a:cubicBezTo>
                  <a:pt x="1502102" y="52359"/>
                  <a:pt x="1501367" y="54225"/>
                  <a:pt x="1499896" y="55753"/>
                </a:cubicBezTo>
                <a:cubicBezTo>
                  <a:pt x="1498425" y="57280"/>
                  <a:pt x="1496671" y="58044"/>
                  <a:pt x="1494634" y="58044"/>
                </a:cubicBezTo>
                <a:cubicBezTo>
                  <a:pt x="1492654" y="58044"/>
                  <a:pt x="1490434" y="57068"/>
                  <a:pt x="1487973" y="55116"/>
                </a:cubicBezTo>
                <a:cubicBezTo>
                  <a:pt x="1485512" y="53165"/>
                  <a:pt x="1483688" y="52189"/>
                  <a:pt x="1482500" y="52189"/>
                </a:cubicBezTo>
                <a:cubicBezTo>
                  <a:pt x="1481481" y="52189"/>
                  <a:pt x="1480378" y="52753"/>
                  <a:pt x="1479190" y="53881"/>
                </a:cubicBezTo>
                <a:cubicBezTo>
                  <a:pt x="1476644" y="56195"/>
                  <a:pt x="1474014" y="60004"/>
                  <a:pt x="1471298" y="65308"/>
                </a:cubicBezTo>
                <a:lnTo>
                  <a:pt x="1471298" y="102466"/>
                </a:lnTo>
                <a:cubicBezTo>
                  <a:pt x="1471298" y="106753"/>
                  <a:pt x="1471835" y="109997"/>
                  <a:pt x="1472910" y="112198"/>
                </a:cubicBezTo>
                <a:cubicBezTo>
                  <a:pt x="1473646" y="113722"/>
                  <a:pt x="1474947" y="114992"/>
                  <a:pt x="1476814" y="116009"/>
                </a:cubicBezTo>
                <a:cubicBezTo>
                  <a:pt x="1478681" y="117023"/>
                  <a:pt x="1481368" y="117531"/>
                  <a:pt x="1484876" y="117531"/>
                </a:cubicBezTo>
                <a:lnTo>
                  <a:pt x="1484876" y="120671"/>
                </a:lnTo>
                <a:lnTo>
                  <a:pt x="1445076" y="120671"/>
                </a:lnTo>
                <a:lnTo>
                  <a:pt x="1445076" y="117531"/>
                </a:lnTo>
                <a:cubicBezTo>
                  <a:pt x="1449036" y="117531"/>
                  <a:pt x="1451978" y="116910"/>
                  <a:pt x="1453902" y="115669"/>
                </a:cubicBezTo>
                <a:cubicBezTo>
                  <a:pt x="1455316" y="114766"/>
                  <a:pt x="1456306" y="113326"/>
                  <a:pt x="1456872" y="111349"/>
                </a:cubicBezTo>
                <a:cubicBezTo>
                  <a:pt x="1457155" y="110389"/>
                  <a:pt x="1457296" y="107652"/>
                  <a:pt x="1457296" y="103136"/>
                </a:cubicBezTo>
                <a:lnTo>
                  <a:pt x="1457296" y="73078"/>
                </a:lnTo>
                <a:cubicBezTo>
                  <a:pt x="1457296" y="64045"/>
                  <a:pt x="1457112" y="58669"/>
                  <a:pt x="1456745" y="56949"/>
                </a:cubicBezTo>
                <a:cubicBezTo>
                  <a:pt x="1456377" y="55227"/>
                  <a:pt x="1455698" y="53971"/>
                  <a:pt x="1454708" y="53181"/>
                </a:cubicBezTo>
                <a:cubicBezTo>
                  <a:pt x="1453718" y="52390"/>
                  <a:pt x="1452487" y="51995"/>
                  <a:pt x="1451017" y="51995"/>
                </a:cubicBezTo>
                <a:cubicBezTo>
                  <a:pt x="1449263" y="51995"/>
                  <a:pt x="1447283" y="52419"/>
                  <a:pt x="1445076" y="53265"/>
                </a:cubicBezTo>
                <a:lnTo>
                  <a:pt x="1444228" y="50216"/>
                </a:lnTo>
                <a:lnTo>
                  <a:pt x="1467734" y="40733"/>
                </a:lnTo>
                <a:lnTo>
                  <a:pt x="1471298" y="4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system-relatedquestions">
            <a:extLst xmlns:a="http://schemas.openxmlformats.org/drawingml/2006/main">
              <a:ext uri="{FF2B5EF4-FFF2-40B4-BE49-F238E27FC236}">
                <a16:creationId xmlns:a16="http://schemas.microsoft.com/office/drawing/2014/main" id="{7562D68E-2DEF-4030-9886-D440344B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109" y="5564225"/>
            <a:ext cx="1699030" cy="158179"/>
          </a:xfrm>
          <a:custGeom xmlns:a="http://schemas.openxmlformats.org/drawingml/2006/main">
            <a:pathLst>
              <a:path w="1699030" h="158179">
                <a:moveTo>
                  <a:pt x="47182" y="40733"/>
                </a:moveTo>
                <a:lnTo>
                  <a:pt x="47182" y="67039"/>
                </a:lnTo>
                <a:lnTo>
                  <a:pt x="44382" y="67039"/>
                </a:lnTo>
                <a:cubicBezTo>
                  <a:pt x="42232" y="58788"/>
                  <a:pt x="39474" y="53176"/>
                  <a:pt x="36108" y="50203"/>
                </a:cubicBezTo>
                <a:cubicBezTo>
                  <a:pt x="32742" y="47227"/>
                  <a:pt x="28456" y="45739"/>
                  <a:pt x="23252" y="45739"/>
                </a:cubicBezTo>
                <a:cubicBezTo>
                  <a:pt x="19291" y="45739"/>
                  <a:pt x="16095" y="46785"/>
                  <a:pt x="13662" y="48877"/>
                </a:cubicBezTo>
                <a:cubicBezTo>
                  <a:pt x="11230" y="50966"/>
                  <a:pt x="10013" y="53283"/>
                  <a:pt x="10013" y="55827"/>
                </a:cubicBezTo>
                <a:cubicBezTo>
                  <a:pt x="10013" y="58992"/>
                  <a:pt x="10919" y="61704"/>
                  <a:pt x="12729" y="63963"/>
                </a:cubicBezTo>
                <a:cubicBezTo>
                  <a:pt x="14483" y="66281"/>
                  <a:pt x="18047" y="68739"/>
                  <a:pt x="23421" y="71338"/>
                </a:cubicBezTo>
                <a:lnTo>
                  <a:pt x="35811" y="77358"/>
                </a:lnTo>
                <a:cubicBezTo>
                  <a:pt x="47295" y="82951"/>
                  <a:pt x="53037" y="90326"/>
                  <a:pt x="53037" y="99482"/>
                </a:cubicBezTo>
                <a:cubicBezTo>
                  <a:pt x="53037" y="106545"/>
                  <a:pt x="50364" y="112239"/>
                  <a:pt x="45018" y="116563"/>
                </a:cubicBezTo>
                <a:cubicBezTo>
                  <a:pt x="39672" y="120885"/>
                  <a:pt x="33689" y="123047"/>
                  <a:pt x="27070" y="123047"/>
                </a:cubicBezTo>
                <a:cubicBezTo>
                  <a:pt x="22318" y="123047"/>
                  <a:pt x="16887" y="122198"/>
                  <a:pt x="10777" y="120501"/>
                </a:cubicBezTo>
                <a:cubicBezTo>
                  <a:pt x="8910" y="119935"/>
                  <a:pt x="7383" y="119652"/>
                  <a:pt x="6195" y="119652"/>
                </a:cubicBezTo>
                <a:cubicBezTo>
                  <a:pt x="4894" y="119652"/>
                  <a:pt x="3875" y="120388"/>
                  <a:pt x="3140" y="121859"/>
                </a:cubicBezTo>
                <a:lnTo>
                  <a:pt x="339" y="121859"/>
                </a:lnTo>
                <a:lnTo>
                  <a:pt x="339" y="94025"/>
                </a:lnTo>
                <a:lnTo>
                  <a:pt x="3140" y="94025"/>
                </a:lnTo>
                <a:cubicBezTo>
                  <a:pt x="4724" y="101973"/>
                  <a:pt x="7751" y="107963"/>
                  <a:pt x="12220" y="111994"/>
                </a:cubicBezTo>
                <a:cubicBezTo>
                  <a:pt x="16689" y="116025"/>
                  <a:pt x="21696" y="118040"/>
                  <a:pt x="27240" y="118040"/>
                </a:cubicBezTo>
                <a:cubicBezTo>
                  <a:pt x="31144" y="118040"/>
                  <a:pt x="34326" y="116896"/>
                  <a:pt x="36787" y="114608"/>
                </a:cubicBezTo>
                <a:cubicBezTo>
                  <a:pt x="39248" y="112319"/>
                  <a:pt x="40478" y="109564"/>
                  <a:pt x="40478" y="106343"/>
                </a:cubicBezTo>
                <a:cubicBezTo>
                  <a:pt x="40478" y="102443"/>
                  <a:pt x="39106" y="99165"/>
                  <a:pt x="36362" y="96509"/>
                </a:cubicBezTo>
                <a:cubicBezTo>
                  <a:pt x="33619" y="93854"/>
                  <a:pt x="28145" y="90492"/>
                  <a:pt x="19942" y="86424"/>
                </a:cubicBezTo>
                <a:cubicBezTo>
                  <a:pt x="11739" y="82355"/>
                  <a:pt x="6364" y="78681"/>
                  <a:pt x="3819" y="75403"/>
                </a:cubicBezTo>
                <a:cubicBezTo>
                  <a:pt x="1273" y="72182"/>
                  <a:pt x="0" y="68113"/>
                  <a:pt x="0" y="63197"/>
                </a:cubicBezTo>
                <a:cubicBezTo>
                  <a:pt x="0" y="56811"/>
                  <a:pt x="2192" y="51471"/>
                  <a:pt x="6577" y="47177"/>
                </a:cubicBezTo>
                <a:cubicBezTo>
                  <a:pt x="10961" y="42881"/>
                  <a:pt x="16633" y="40733"/>
                  <a:pt x="23591" y="40733"/>
                </a:cubicBezTo>
                <a:cubicBezTo>
                  <a:pt x="26646" y="40733"/>
                  <a:pt x="30352" y="41383"/>
                  <a:pt x="34708" y="42684"/>
                </a:cubicBezTo>
                <a:cubicBezTo>
                  <a:pt x="37593" y="43533"/>
                  <a:pt x="39516" y="43957"/>
                  <a:pt x="40478" y="43957"/>
                </a:cubicBezTo>
                <a:cubicBezTo>
                  <a:pt x="41383" y="43957"/>
                  <a:pt x="42090" y="43759"/>
                  <a:pt x="42600" y="43363"/>
                </a:cubicBezTo>
                <a:cubicBezTo>
                  <a:pt x="43109" y="42967"/>
                  <a:pt x="43703" y="42090"/>
                  <a:pt x="44382" y="40733"/>
                </a:cubicBezTo>
                <a:lnTo>
                  <a:pt x="47182" y="40733"/>
                </a:lnTo>
                <a:close/>
                <a:moveTo>
                  <a:pt x="60138" y="42939"/>
                </a:moveTo>
                <a:lnTo>
                  <a:pt x="96373" y="42939"/>
                </a:lnTo>
                <a:lnTo>
                  <a:pt x="96373" y="46079"/>
                </a:lnTo>
                <a:lnTo>
                  <a:pt x="94591" y="46079"/>
                </a:lnTo>
                <a:cubicBezTo>
                  <a:pt x="92045" y="46079"/>
                  <a:pt x="90136" y="46630"/>
                  <a:pt x="88863" y="47734"/>
                </a:cubicBezTo>
                <a:cubicBezTo>
                  <a:pt x="87590" y="48837"/>
                  <a:pt x="86954" y="50209"/>
                  <a:pt x="86954" y="51849"/>
                </a:cubicBezTo>
                <a:cubicBezTo>
                  <a:pt x="86954" y="54056"/>
                  <a:pt x="87887" y="57111"/>
                  <a:pt x="89754" y="61014"/>
                </a:cubicBezTo>
                <a:lnTo>
                  <a:pt x="108678" y="100219"/>
                </a:lnTo>
                <a:lnTo>
                  <a:pt x="126074" y="57280"/>
                </a:lnTo>
                <a:cubicBezTo>
                  <a:pt x="127036" y="54961"/>
                  <a:pt x="127517" y="52670"/>
                  <a:pt x="127517" y="50407"/>
                </a:cubicBezTo>
                <a:cubicBezTo>
                  <a:pt x="127517" y="49388"/>
                  <a:pt x="127319" y="48625"/>
                  <a:pt x="126923" y="48116"/>
                </a:cubicBezTo>
                <a:cubicBezTo>
                  <a:pt x="126470" y="47493"/>
                  <a:pt x="125763" y="46998"/>
                  <a:pt x="124801" y="46630"/>
                </a:cubicBezTo>
                <a:cubicBezTo>
                  <a:pt x="123839" y="46263"/>
                  <a:pt x="122142" y="46079"/>
                  <a:pt x="119710" y="46079"/>
                </a:cubicBezTo>
                <a:lnTo>
                  <a:pt x="119710" y="42939"/>
                </a:lnTo>
                <a:lnTo>
                  <a:pt x="144998" y="42939"/>
                </a:lnTo>
                <a:lnTo>
                  <a:pt x="144998" y="46079"/>
                </a:lnTo>
                <a:cubicBezTo>
                  <a:pt x="142905" y="46305"/>
                  <a:pt x="141292" y="46758"/>
                  <a:pt x="140161" y="47437"/>
                </a:cubicBezTo>
                <a:cubicBezTo>
                  <a:pt x="139029" y="48116"/>
                  <a:pt x="137785" y="49388"/>
                  <a:pt x="136427" y="51255"/>
                </a:cubicBezTo>
                <a:cubicBezTo>
                  <a:pt x="135918" y="52047"/>
                  <a:pt x="134956" y="54225"/>
                  <a:pt x="133542" y="57790"/>
                </a:cubicBezTo>
                <a:lnTo>
                  <a:pt x="101889" y="135351"/>
                </a:lnTo>
                <a:cubicBezTo>
                  <a:pt x="98834" y="142876"/>
                  <a:pt x="94831" y="148561"/>
                  <a:pt x="89881" y="152408"/>
                </a:cubicBezTo>
                <a:cubicBezTo>
                  <a:pt x="84931" y="156255"/>
                  <a:pt x="80165" y="158179"/>
                  <a:pt x="75582" y="158179"/>
                </a:cubicBezTo>
                <a:cubicBezTo>
                  <a:pt x="72245" y="158179"/>
                  <a:pt x="69501" y="157228"/>
                  <a:pt x="67351" y="155328"/>
                </a:cubicBezTo>
                <a:cubicBezTo>
                  <a:pt x="65201" y="153427"/>
                  <a:pt x="64126" y="151248"/>
                  <a:pt x="64126" y="148788"/>
                </a:cubicBezTo>
                <a:cubicBezTo>
                  <a:pt x="64126" y="146441"/>
                  <a:pt x="64904" y="144547"/>
                  <a:pt x="66460" y="143108"/>
                </a:cubicBezTo>
                <a:cubicBezTo>
                  <a:pt x="68016" y="141671"/>
                  <a:pt x="70151" y="140952"/>
                  <a:pt x="72867" y="140952"/>
                </a:cubicBezTo>
                <a:cubicBezTo>
                  <a:pt x="74734" y="140952"/>
                  <a:pt x="77280" y="141574"/>
                  <a:pt x="80504" y="142819"/>
                </a:cubicBezTo>
                <a:cubicBezTo>
                  <a:pt x="82767" y="143668"/>
                  <a:pt x="84182" y="144092"/>
                  <a:pt x="84747" y="144092"/>
                </a:cubicBezTo>
                <a:cubicBezTo>
                  <a:pt x="86444" y="144092"/>
                  <a:pt x="88297" y="143209"/>
                  <a:pt x="90306" y="141443"/>
                </a:cubicBezTo>
                <a:cubicBezTo>
                  <a:pt x="92314" y="139678"/>
                  <a:pt x="94336" y="136263"/>
                  <a:pt x="96373" y="131196"/>
                </a:cubicBezTo>
                <a:lnTo>
                  <a:pt x="101889" y="117616"/>
                </a:lnTo>
                <a:lnTo>
                  <a:pt x="73970" y="58978"/>
                </a:lnTo>
                <a:cubicBezTo>
                  <a:pt x="73121" y="57224"/>
                  <a:pt x="71764" y="55046"/>
                  <a:pt x="69897" y="52443"/>
                </a:cubicBezTo>
                <a:cubicBezTo>
                  <a:pt x="68482" y="50463"/>
                  <a:pt x="67323" y="49134"/>
                  <a:pt x="66418" y="48455"/>
                </a:cubicBezTo>
                <a:cubicBezTo>
                  <a:pt x="65116" y="47550"/>
                  <a:pt x="63023" y="46758"/>
                  <a:pt x="60138" y="46079"/>
                </a:cubicBezTo>
                <a:lnTo>
                  <a:pt x="60138" y="42939"/>
                </a:lnTo>
                <a:close/>
                <a:moveTo>
                  <a:pt x="201684" y="40733"/>
                </a:moveTo>
                <a:lnTo>
                  <a:pt x="201684" y="67039"/>
                </a:lnTo>
                <a:lnTo>
                  <a:pt x="198884" y="67039"/>
                </a:lnTo>
                <a:cubicBezTo>
                  <a:pt x="196734" y="58788"/>
                  <a:pt x="193976" y="53176"/>
                  <a:pt x="190610" y="50203"/>
                </a:cubicBezTo>
                <a:cubicBezTo>
                  <a:pt x="187244" y="47227"/>
                  <a:pt x="182958" y="45739"/>
                  <a:pt x="177753" y="45739"/>
                </a:cubicBezTo>
                <a:cubicBezTo>
                  <a:pt x="173793" y="45739"/>
                  <a:pt x="170597" y="46785"/>
                  <a:pt x="168164" y="48877"/>
                </a:cubicBezTo>
                <a:cubicBezTo>
                  <a:pt x="165732" y="50966"/>
                  <a:pt x="164515" y="53283"/>
                  <a:pt x="164515" y="55827"/>
                </a:cubicBezTo>
                <a:cubicBezTo>
                  <a:pt x="164515" y="58992"/>
                  <a:pt x="165421" y="61704"/>
                  <a:pt x="167231" y="63963"/>
                </a:cubicBezTo>
                <a:cubicBezTo>
                  <a:pt x="168985" y="66281"/>
                  <a:pt x="172549" y="68739"/>
                  <a:pt x="177923" y="71338"/>
                </a:cubicBezTo>
                <a:lnTo>
                  <a:pt x="190313" y="77358"/>
                </a:lnTo>
                <a:cubicBezTo>
                  <a:pt x="201797" y="82951"/>
                  <a:pt x="207539" y="90326"/>
                  <a:pt x="207539" y="99482"/>
                </a:cubicBezTo>
                <a:cubicBezTo>
                  <a:pt x="207539" y="106545"/>
                  <a:pt x="204866" y="112239"/>
                  <a:pt x="199520" y="116563"/>
                </a:cubicBezTo>
                <a:cubicBezTo>
                  <a:pt x="194174" y="120885"/>
                  <a:pt x="188191" y="123047"/>
                  <a:pt x="181572" y="123047"/>
                </a:cubicBezTo>
                <a:cubicBezTo>
                  <a:pt x="176820" y="123047"/>
                  <a:pt x="171389" y="122198"/>
                  <a:pt x="165279" y="120501"/>
                </a:cubicBezTo>
                <a:cubicBezTo>
                  <a:pt x="163412" y="119935"/>
                  <a:pt x="161885" y="119652"/>
                  <a:pt x="160697" y="119652"/>
                </a:cubicBezTo>
                <a:cubicBezTo>
                  <a:pt x="159395" y="119652"/>
                  <a:pt x="158377" y="120388"/>
                  <a:pt x="157642" y="121859"/>
                </a:cubicBezTo>
                <a:lnTo>
                  <a:pt x="154841" y="121859"/>
                </a:lnTo>
                <a:lnTo>
                  <a:pt x="154841" y="94025"/>
                </a:lnTo>
                <a:lnTo>
                  <a:pt x="157642" y="94025"/>
                </a:lnTo>
                <a:cubicBezTo>
                  <a:pt x="159226" y="101973"/>
                  <a:pt x="162252" y="107963"/>
                  <a:pt x="166722" y="111994"/>
                </a:cubicBezTo>
                <a:cubicBezTo>
                  <a:pt x="171191" y="116025"/>
                  <a:pt x="176198" y="118040"/>
                  <a:pt x="181742" y="118040"/>
                </a:cubicBezTo>
                <a:cubicBezTo>
                  <a:pt x="185645" y="118040"/>
                  <a:pt x="188828" y="116896"/>
                  <a:pt x="191289" y="114608"/>
                </a:cubicBezTo>
                <a:cubicBezTo>
                  <a:pt x="193750" y="112319"/>
                  <a:pt x="194980" y="109564"/>
                  <a:pt x="194980" y="106343"/>
                </a:cubicBezTo>
                <a:cubicBezTo>
                  <a:pt x="194980" y="102443"/>
                  <a:pt x="193608" y="99165"/>
                  <a:pt x="190864" y="96509"/>
                </a:cubicBezTo>
                <a:cubicBezTo>
                  <a:pt x="188121" y="93854"/>
                  <a:pt x="182647" y="90492"/>
                  <a:pt x="174444" y="86424"/>
                </a:cubicBezTo>
                <a:cubicBezTo>
                  <a:pt x="166241" y="82355"/>
                  <a:pt x="160866" y="78681"/>
                  <a:pt x="158321" y="75403"/>
                </a:cubicBezTo>
                <a:cubicBezTo>
                  <a:pt x="155775" y="72182"/>
                  <a:pt x="154502" y="68113"/>
                  <a:pt x="154502" y="63197"/>
                </a:cubicBezTo>
                <a:cubicBezTo>
                  <a:pt x="154502" y="56811"/>
                  <a:pt x="156694" y="51471"/>
                  <a:pt x="161079" y="47177"/>
                </a:cubicBezTo>
                <a:cubicBezTo>
                  <a:pt x="165463" y="42881"/>
                  <a:pt x="171134" y="40733"/>
                  <a:pt x="178093" y="40733"/>
                </a:cubicBezTo>
                <a:cubicBezTo>
                  <a:pt x="181148" y="40733"/>
                  <a:pt x="184853" y="41383"/>
                  <a:pt x="189210" y="42684"/>
                </a:cubicBezTo>
                <a:cubicBezTo>
                  <a:pt x="192095" y="43533"/>
                  <a:pt x="194018" y="43957"/>
                  <a:pt x="194980" y="43957"/>
                </a:cubicBezTo>
                <a:cubicBezTo>
                  <a:pt x="195885" y="43957"/>
                  <a:pt x="196592" y="43759"/>
                  <a:pt x="197102" y="43363"/>
                </a:cubicBezTo>
                <a:cubicBezTo>
                  <a:pt x="197611" y="42967"/>
                  <a:pt x="198205" y="42090"/>
                  <a:pt x="198884" y="40733"/>
                </a:cubicBezTo>
                <a:lnTo>
                  <a:pt x="201684" y="40733"/>
                </a:lnTo>
                <a:close/>
                <a:moveTo>
                  <a:pt x="241625" y="17311"/>
                </a:moveTo>
                <a:lnTo>
                  <a:pt x="241625" y="42939"/>
                </a:lnTo>
                <a:lnTo>
                  <a:pt x="259785" y="42939"/>
                </a:lnTo>
                <a:lnTo>
                  <a:pt x="259785" y="48879"/>
                </a:lnTo>
                <a:lnTo>
                  <a:pt x="241625" y="48879"/>
                </a:lnTo>
                <a:lnTo>
                  <a:pt x="241625" y="99217"/>
                </a:lnTo>
                <a:cubicBezTo>
                  <a:pt x="241625" y="104247"/>
                  <a:pt x="242347" y="107638"/>
                  <a:pt x="243789" y="109390"/>
                </a:cubicBezTo>
                <a:cubicBezTo>
                  <a:pt x="245232" y="111140"/>
                  <a:pt x="247085" y="112015"/>
                  <a:pt x="249348" y="112015"/>
                </a:cubicBezTo>
                <a:cubicBezTo>
                  <a:pt x="251215" y="112015"/>
                  <a:pt x="253025" y="111435"/>
                  <a:pt x="254779" y="110275"/>
                </a:cubicBezTo>
                <a:cubicBezTo>
                  <a:pt x="256532" y="109116"/>
                  <a:pt x="257890" y="107404"/>
                  <a:pt x="258852" y="105141"/>
                </a:cubicBezTo>
                <a:lnTo>
                  <a:pt x="262162" y="105141"/>
                </a:lnTo>
                <a:cubicBezTo>
                  <a:pt x="260181" y="110701"/>
                  <a:pt x="257381" y="114906"/>
                  <a:pt x="253760" y="117756"/>
                </a:cubicBezTo>
                <a:cubicBezTo>
                  <a:pt x="250140" y="120604"/>
                  <a:pt x="246406" y="122028"/>
                  <a:pt x="242559" y="122028"/>
                </a:cubicBezTo>
                <a:cubicBezTo>
                  <a:pt x="239957" y="122028"/>
                  <a:pt x="237411" y="121306"/>
                  <a:pt x="234922" y="119862"/>
                </a:cubicBezTo>
                <a:cubicBezTo>
                  <a:pt x="232432" y="118417"/>
                  <a:pt x="230594" y="116351"/>
                  <a:pt x="229406" y="113662"/>
                </a:cubicBezTo>
                <a:cubicBezTo>
                  <a:pt x="228218" y="110971"/>
                  <a:pt x="227624" y="106822"/>
                  <a:pt x="227624" y="101214"/>
                </a:cubicBezTo>
                <a:lnTo>
                  <a:pt x="227624" y="48879"/>
                </a:lnTo>
                <a:lnTo>
                  <a:pt x="215319" y="48879"/>
                </a:lnTo>
                <a:lnTo>
                  <a:pt x="215319" y="46079"/>
                </a:lnTo>
                <a:cubicBezTo>
                  <a:pt x="218430" y="44831"/>
                  <a:pt x="221613" y="42717"/>
                  <a:pt x="224866" y="39738"/>
                </a:cubicBezTo>
                <a:cubicBezTo>
                  <a:pt x="228119" y="36759"/>
                  <a:pt x="231018" y="33227"/>
                  <a:pt x="233564" y="29141"/>
                </a:cubicBezTo>
                <a:cubicBezTo>
                  <a:pt x="234865" y="26986"/>
                  <a:pt x="236675" y="23043"/>
                  <a:pt x="238995" y="17311"/>
                </a:cubicBezTo>
                <a:lnTo>
                  <a:pt x="241625" y="17311"/>
                </a:lnTo>
                <a:close/>
                <a:moveTo>
                  <a:pt x="280436" y="72301"/>
                </a:moveTo>
                <a:cubicBezTo>
                  <a:pt x="280379" y="83815"/>
                  <a:pt x="283179" y="92846"/>
                  <a:pt x="288837" y="99395"/>
                </a:cubicBezTo>
                <a:cubicBezTo>
                  <a:pt x="294494" y="105941"/>
                  <a:pt x="301141" y="109215"/>
                  <a:pt x="308779" y="109215"/>
                </a:cubicBezTo>
                <a:cubicBezTo>
                  <a:pt x="313870" y="109215"/>
                  <a:pt x="318297" y="107814"/>
                  <a:pt x="322059" y="105014"/>
                </a:cubicBezTo>
                <a:cubicBezTo>
                  <a:pt x="325821" y="102214"/>
                  <a:pt x="328975" y="97419"/>
                  <a:pt x="331521" y="90630"/>
                </a:cubicBezTo>
                <a:lnTo>
                  <a:pt x="334152" y="92327"/>
                </a:lnTo>
                <a:cubicBezTo>
                  <a:pt x="332964" y="100078"/>
                  <a:pt x="329513" y="107136"/>
                  <a:pt x="323799" y="113500"/>
                </a:cubicBezTo>
                <a:cubicBezTo>
                  <a:pt x="318085" y="119864"/>
                  <a:pt x="310928" y="123047"/>
                  <a:pt x="302329" y="123047"/>
                </a:cubicBezTo>
                <a:cubicBezTo>
                  <a:pt x="292995" y="123047"/>
                  <a:pt x="285004" y="119420"/>
                  <a:pt x="278356" y="112166"/>
                </a:cubicBezTo>
                <a:cubicBezTo>
                  <a:pt x="271709" y="104911"/>
                  <a:pt x="268385" y="95157"/>
                  <a:pt x="268385" y="82905"/>
                </a:cubicBezTo>
                <a:cubicBezTo>
                  <a:pt x="268385" y="69639"/>
                  <a:pt x="271794" y="59294"/>
                  <a:pt x="278611" y="51871"/>
                </a:cubicBezTo>
                <a:cubicBezTo>
                  <a:pt x="285428" y="44445"/>
                  <a:pt x="293985" y="40733"/>
                  <a:pt x="304281" y="40733"/>
                </a:cubicBezTo>
                <a:cubicBezTo>
                  <a:pt x="312993" y="40733"/>
                  <a:pt x="320150" y="43597"/>
                  <a:pt x="325751" y="49325"/>
                </a:cubicBezTo>
                <a:cubicBezTo>
                  <a:pt x="331351" y="55051"/>
                  <a:pt x="334152" y="62710"/>
                  <a:pt x="334152" y="72301"/>
                </a:cubicBezTo>
                <a:lnTo>
                  <a:pt x="280436" y="72301"/>
                </a:lnTo>
                <a:moveTo>
                  <a:pt x="280436" y="67379"/>
                </a:moveTo>
                <a:lnTo>
                  <a:pt x="316416" y="67379"/>
                </a:lnTo>
                <a:cubicBezTo>
                  <a:pt x="316133" y="62400"/>
                  <a:pt x="315539" y="58893"/>
                  <a:pt x="314634" y="56856"/>
                </a:cubicBezTo>
                <a:cubicBezTo>
                  <a:pt x="313220" y="53688"/>
                  <a:pt x="311112" y="51199"/>
                  <a:pt x="308312" y="49388"/>
                </a:cubicBezTo>
                <a:cubicBezTo>
                  <a:pt x="305512" y="47578"/>
                  <a:pt x="302584" y="46673"/>
                  <a:pt x="299529" y="46673"/>
                </a:cubicBezTo>
                <a:cubicBezTo>
                  <a:pt x="294833" y="46673"/>
                  <a:pt x="290633" y="48497"/>
                  <a:pt x="286927" y="52146"/>
                </a:cubicBezTo>
                <a:cubicBezTo>
                  <a:pt x="283222" y="55795"/>
                  <a:pt x="281058" y="60873"/>
                  <a:pt x="280436" y="67379"/>
                </a:cubicBezTo>
                <a:close/>
                <a:moveTo>
                  <a:pt x="367613" y="57280"/>
                </a:moveTo>
                <a:cubicBezTo>
                  <a:pt x="373270" y="51623"/>
                  <a:pt x="376608" y="48370"/>
                  <a:pt x="377626" y="47521"/>
                </a:cubicBezTo>
                <a:cubicBezTo>
                  <a:pt x="380172" y="45372"/>
                  <a:pt x="382916" y="43703"/>
                  <a:pt x="385858" y="42515"/>
                </a:cubicBezTo>
                <a:cubicBezTo>
                  <a:pt x="388800" y="41327"/>
                  <a:pt x="391713" y="40733"/>
                  <a:pt x="394598" y="40733"/>
                </a:cubicBezTo>
                <a:cubicBezTo>
                  <a:pt x="399464" y="40733"/>
                  <a:pt x="403650" y="42147"/>
                  <a:pt x="407158" y="44976"/>
                </a:cubicBezTo>
                <a:cubicBezTo>
                  <a:pt x="410665" y="47804"/>
                  <a:pt x="413013" y="51906"/>
                  <a:pt x="414201" y="57280"/>
                </a:cubicBezTo>
                <a:cubicBezTo>
                  <a:pt x="420028" y="50492"/>
                  <a:pt x="424950" y="46036"/>
                  <a:pt x="428966" y="43915"/>
                </a:cubicBezTo>
                <a:cubicBezTo>
                  <a:pt x="432983" y="41793"/>
                  <a:pt x="437113" y="40733"/>
                  <a:pt x="441356" y="40733"/>
                </a:cubicBezTo>
                <a:cubicBezTo>
                  <a:pt x="445486" y="40733"/>
                  <a:pt x="449149" y="41792"/>
                  <a:pt x="452345" y="43910"/>
                </a:cubicBezTo>
                <a:cubicBezTo>
                  <a:pt x="455542" y="46026"/>
                  <a:pt x="458073" y="49483"/>
                  <a:pt x="459940" y="54281"/>
                </a:cubicBezTo>
                <a:cubicBezTo>
                  <a:pt x="461185" y="57555"/>
                  <a:pt x="461807" y="62692"/>
                  <a:pt x="461807" y="69691"/>
                </a:cubicBezTo>
                <a:lnTo>
                  <a:pt x="461807" y="103052"/>
                </a:lnTo>
                <a:cubicBezTo>
                  <a:pt x="461807" y="107906"/>
                  <a:pt x="462175" y="111237"/>
                  <a:pt x="462910" y="113044"/>
                </a:cubicBezTo>
                <a:cubicBezTo>
                  <a:pt x="463476" y="114285"/>
                  <a:pt x="464523" y="115343"/>
                  <a:pt x="466050" y="116218"/>
                </a:cubicBezTo>
                <a:cubicBezTo>
                  <a:pt x="467578" y="117093"/>
                  <a:pt x="470067" y="117531"/>
                  <a:pt x="473518" y="117531"/>
                </a:cubicBezTo>
                <a:lnTo>
                  <a:pt x="473518" y="120671"/>
                </a:lnTo>
                <a:lnTo>
                  <a:pt x="435161" y="120671"/>
                </a:lnTo>
                <a:lnTo>
                  <a:pt x="435161" y="117531"/>
                </a:lnTo>
                <a:lnTo>
                  <a:pt x="436774" y="117531"/>
                </a:lnTo>
                <a:cubicBezTo>
                  <a:pt x="440111" y="117531"/>
                  <a:pt x="442714" y="116884"/>
                  <a:pt x="444581" y="115590"/>
                </a:cubicBezTo>
                <a:cubicBezTo>
                  <a:pt x="445882" y="114688"/>
                  <a:pt x="446815" y="113252"/>
                  <a:pt x="447381" y="111283"/>
                </a:cubicBezTo>
                <a:cubicBezTo>
                  <a:pt x="447607" y="110327"/>
                  <a:pt x="447721" y="107597"/>
                  <a:pt x="447721" y="103094"/>
                </a:cubicBezTo>
                <a:lnTo>
                  <a:pt x="447721" y="69829"/>
                </a:lnTo>
                <a:cubicBezTo>
                  <a:pt x="447721" y="63525"/>
                  <a:pt x="446957" y="59078"/>
                  <a:pt x="445429" y="56490"/>
                </a:cubicBezTo>
                <a:cubicBezTo>
                  <a:pt x="443223" y="52887"/>
                  <a:pt x="439687" y="51086"/>
                  <a:pt x="434822" y="51086"/>
                </a:cubicBezTo>
                <a:cubicBezTo>
                  <a:pt x="431823" y="51086"/>
                  <a:pt x="428811" y="51832"/>
                  <a:pt x="425784" y="53324"/>
                </a:cubicBezTo>
                <a:cubicBezTo>
                  <a:pt x="422758" y="54814"/>
                  <a:pt x="419094" y="57586"/>
                  <a:pt x="414795" y="61640"/>
                </a:cubicBezTo>
                <a:lnTo>
                  <a:pt x="414625" y="62568"/>
                </a:lnTo>
                <a:lnTo>
                  <a:pt x="414795" y="66199"/>
                </a:lnTo>
                <a:lnTo>
                  <a:pt x="414795" y="103094"/>
                </a:lnTo>
                <a:cubicBezTo>
                  <a:pt x="414795" y="108385"/>
                  <a:pt x="415092" y="111678"/>
                  <a:pt x="415686" y="112972"/>
                </a:cubicBezTo>
                <a:cubicBezTo>
                  <a:pt x="416280" y="114266"/>
                  <a:pt x="417397" y="115350"/>
                  <a:pt x="419038" y="116223"/>
                </a:cubicBezTo>
                <a:cubicBezTo>
                  <a:pt x="420679" y="117095"/>
                  <a:pt x="423479" y="117531"/>
                  <a:pt x="427439" y="117531"/>
                </a:cubicBezTo>
                <a:lnTo>
                  <a:pt x="427439" y="120671"/>
                </a:lnTo>
                <a:lnTo>
                  <a:pt x="388149" y="120671"/>
                </a:lnTo>
                <a:lnTo>
                  <a:pt x="388149" y="117531"/>
                </a:lnTo>
                <a:cubicBezTo>
                  <a:pt x="392448" y="117531"/>
                  <a:pt x="395404" y="117024"/>
                  <a:pt x="397017" y="116011"/>
                </a:cubicBezTo>
                <a:cubicBezTo>
                  <a:pt x="398629" y="114998"/>
                  <a:pt x="399746" y="113479"/>
                  <a:pt x="400369" y="111453"/>
                </a:cubicBezTo>
                <a:cubicBezTo>
                  <a:pt x="400652" y="110495"/>
                  <a:pt x="400793" y="107708"/>
                  <a:pt x="400793" y="103094"/>
                </a:cubicBezTo>
                <a:lnTo>
                  <a:pt x="400793" y="69829"/>
                </a:lnTo>
                <a:cubicBezTo>
                  <a:pt x="400793" y="63525"/>
                  <a:pt x="399860" y="58993"/>
                  <a:pt x="397993" y="56236"/>
                </a:cubicBezTo>
                <a:cubicBezTo>
                  <a:pt x="395503" y="52633"/>
                  <a:pt x="392024" y="50831"/>
                  <a:pt x="387555" y="50831"/>
                </a:cubicBezTo>
                <a:cubicBezTo>
                  <a:pt x="384500" y="50831"/>
                  <a:pt x="381473" y="51647"/>
                  <a:pt x="378475" y="53279"/>
                </a:cubicBezTo>
                <a:cubicBezTo>
                  <a:pt x="373779" y="55756"/>
                  <a:pt x="370159" y="58542"/>
                  <a:pt x="367613" y="61637"/>
                </a:cubicBezTo>
                <a:lnTo>
                  <a:pt x="367613" y="103094"/>
                </a:lnTo>
                <a:cubicBezTo>
                  <a:pt x="367613" y="108159"/>
                  <a:pt x="367966" y="111452"/>
                  <a:pt x="368674" y="112972"/>
                </a:cubicBezTo>
                <a:cubicBezTo>
                  <a:pt x="369381" y="114491"/>
                  <a:pt x="370427" y="115630"/>
                  <a:pt x="371813" y="116391"/>
                </a:cubicBezTo>
                <a:cubicBezTo>
                  <a:pt x="373199" y="117151"/>
                  <a:pt x="376014" y="117531"/>
                  <a:pt x="380257" y="117531"/>
                </a:cubicBezTo>
                <a:lnTo>
                  <a:pt x="380257" y="120671"/>
                </a:lnTo>
                <a:lnTo>
                  <a:pt x="341815" y="120671"/>
                </a:lnTo>
                <a:lnTo>
                  <a:pt x="341815" y="117531"/>
                </a:lnTo>
                <a:cubicBezTo>
                  <a:pt x="345380" y="117531"/>
                  <a:pt x="347869" y="117150"/>
                  <a:pt x="349283" y="116388"/>
                </a:cubicBezTo>
                <a:cubicBezTo>
                  <a:pt x="350697" y="115626"/>
                  <a:pt x="351772" y="114412"/>
                  <a:pt x="352508" y="112747"/>
                </a:cubicBezTo>
                <a:cubicBezTo>
                  <a:pt x="353243" y="111081"/>
                  <a:pt x="353611" y="107850"/>
                  <a:pt x="353611" y="103052"/>
                </a:cubicBezTo>
                <a:lnTo>
                  <a:pt x="353611" y="73417"/>
                </a:lnTo>
                <a:cubicBezTo>
                  <a:pt x="353611" y="64892"/>
                  <a:pt x="353356" y="59389"/>
                  <a:pt x="352847" y="56906"/>
                </a:cubicBezTo>
                <a:cubicBezTo>
                  <a:pt x="352451" y="55043"/>
                  <a:pt x="351829" y="53759"/>
                  <a:pt x="350980" y="53053"/>
                </a:cubicBezTo>
                <a:cubicBezTo>
                  <a:pt x="350132" y="52348"/>
                  <a:pt x="348972" y="51995"/>
                  <a:pt x="347501" y="51995"/>
                </a:cubicBezTo>
                <a:cubicBezTo>
                  <a:pt x="345917" y="51995"/>
                  <a:pt x="344022" y="52419"/>
                  <a:pt x="341815" y="53265"/>
                </a:cubicBezTo>
                <a:lnTo>
                  <a:pt x="340543" y="50216"/>
                </a:lnTo>
                <a:lnTo>
                  <a:pt x="363964" y="40733"/>
                </a:lnTo>
                <a:lnTo>
                  <a:pt x="367613" y="40733"/>
                </a:lnTo>
                <a:lnTo>
                  <a:pt x="367613" y="57280"/>
                </a:lnTo>
                <a:close/>
                <a:moveTo>
                  <a:pt x="481354" y="75186"/>
                </a:moveTo>
                <a:lnTo>
                  <a:pt x="525227" y="75186"/>
                </a:lnTo>
                <a:lnTo>
                  <a:pt x="525227" y="88000"/>
                </a:lnTo>
                <a:lnTo>
                  <a:pt x="481354" y="88000"/>
                </a:lnTo>
                <a:lnTo>
                  <a:pt x="481354" y="75186"/>
                </a:lnTo>
                <a:close/>
                <a:moveTo>
                  <a:pt x="560357" y="40733"/>
                </a:moveTo>
                <a:lnTo>
                  <a:pt x="560357" y="58214"/>
                </a:lnTo>
                <a:cubicBezTo>
                  <a:pt x="566863" y="46560"/>
                  <a:pt x="573539" y="40733"/>
                  <a:pt x="580384" y="40733"/>
                </a:cubicBezTo>
                <a:cubicBezTo>
                  <a:pt x="583496" y="40733"/>
                  <a:pt x="586070" y="41680"/>
                  <a:pt x="588106" y="43576"/>
                </a:cubicBezTo>
                <a:cubicBezTo>
                  <a:pt x="590143" y="45471"/>
                  <a:pt x="591161" y="47663"/>
                  <a:pt x="591161" y="50152"/>
                </a:cubicBezTo>
                <a:cubicBezTo>
                  <a:pt x="591161" y="52359"/>
                  <a:pt x="590426" y="54225"/>
                  <a:pt x="588955" y="55753"/>
                </a:cubicBezTo>
                <a:cubicBezTo>
                  <a:pt x="587484" y="57280"/>
                  <a:pt x="585730" y="58044"/>
                  <a:pt x="583694" y="58044"/>
                </a:cubicBezTo>
                <a:cubicBezTo>
                  <a:pt x="581714" y="58044"/>
                  <a:pt x="579493" y="57068"/>
                  <a:pt x="577032" y="55116"/>
                </a:cubicBezTo>
                <a:cubicBezTo>
                  <a:pt x="574571" y="53165"/>
                  <a:pt x="572747" y="52189"/>
                  <a:pt x="571559" y="52189"/>
                </a:cubicBezTo>
                <a:cubicBezTo>
                  <a:pt x="570541" y="52189"/>
                  <a:pt x="569437" y="52753"/>
                  <a:pt x="568249" y="53881"/>
                </a:cubicBezTo>
                <a:cubicBezTo>
                  <a:pt x="565704" y="56195"/>
                  <a:pt x="563073" y="60004"/>
                  <a:pt x="560357" y="65308"/>
                </a:cubicBezTo>
                <a:lnTo>
                  <a:pt x="560357" y="102466"/>
                </a:lnTo>
                <a:cubicBezTo>
                  <a:pt x="560357" y="106753"/>
                  <a:pt x="560895" y="109997"/>
                  <a:pt x="561970" y="112198"/>
                </a:cubicBezTo>
                <a:cubicBezTo>
                  <a:pt x="562705" y="113722"/>
                  <a:pt x="564006" y="114992"/>
                  <a:pt x="565873" y="116009"/>
                </a:cubicBezTo>
                <a:cubicBezTo>
                  <a:pt x="567740" y="117023"/>
                  <a:pt x="570427" y="117531"/>
                  <a:pt x="573935" y="117531"/>
                </a:cubicBezTo>
                <a:lnTo>
                  <a:pt x="573935" y="120671"/>
                </a:lnTo>
                <a:lnTo>
                  <a:pt x="534136" y="120671"/>
                </a:lnTo>
                <a:lnTo>
                  <a:pt x="534136" y="117531"/>
                </a:lnTo>
                <a:cubicBezTo>
                  <a:pt x="538096" y="117531"/>
                  <a:pt x="541038" y="116910"/>
                  <a:pt x="542961" y="115669"/>
                </a:cubicBezTo>
                <a:cubicBezTo>
                  <a:pt x="544375" y="114766"/>
                  <a:pt x="545365" y="113326"/>
                  <a:pt x="545931" y="111349"/>
                </a:cubicBezTo>
                <a:cubicBezTo>
                  <a:pt x="546214" y="110389"/>
                  <a:pt x="546355" y="107652"/>
                  <a:pt x="546355" y="103136"/>
                </a:cubicBezTo>
                <a:lnTo>
                  <a:pt x="546355" y="73078"/>
                </a:lnTo>
                <a:cubicBezTo>
                  <a:pt x="546355" y="64045"/>
                  <a:pt x="546172" y="58669"/>
                  <a:pt x="545804" y="56949"/>
                </a:cubicBezTo>
                <a:cubicBezTo>
                  <a:pt x="545436" y="55227"/>
                  <a:pt x="544757" y="53971"/>
                  <a:pt x="543767" y="53181"/>
                </a:cubicBezTo>
                <a:cubicBezTo>
                  <a:pt x="542777" y="52390"/>
                  <a:pt x="541547" y="51995"/>
                  <a:pt x="540076" y="51995"/>
                </a:cubicBezTo>
                <a:cubicBezTo>
                  <a:pt x="538322" y="51995"/>
                  <a:pt x="536342" y="52419"/>
                  <a:pt x="534136" y="53265"/>
                </a:cubicBezTo>
                <a:lnTo>
                  <a:pt x="533287" y="50216"/>
                </a:lnTo>
                <a:lnTo>
                  <a:pt x="556793" y="40733"/>
                </a:lnTo>
                <a:lnTo>
                  <a:pt x="560357" y="40733"/>
                </a:lnTo>
                <a:close/>
                <a:moveTo>
                  <a:pt x="608556" y="72301"/>
                </a:moveTo>
                <a:cubicBezTo>
                  <a:pt x="608500" y="83815"/>
                  <a:pt x="611300" y="92846"/>
                  <a:pt x="616957" y="99395"/>
                </a:cubicBezTo>
                <a:cubicBezTo>
                  <a:pt x="622615" y="105941"/>
                  <a:pt x="629262" y="109215"/>
                  <a:pt x="636899" y="109215"/>
                </a:cubicBezTo>
                <a:cubicBezTo>
                  <a:pt x="641991" y="109215"/>
                  <a:pt x="646418" y="107814"/>
                  <a:pt x="650180" y="105014"/>
                </a:cubicBezTo>
                <a:cubicBezTo>
                  <a:pt x="653942" y="102214"/>
                  <a:pt x="657096" y="97419"/>
                  <a:pt x="659642" y="90630"/>
                </a:cubicBezTo>
                <a:lnTo>
                  <a:pt x="662273" y="92327"/>
                </a:lnTo>
                <a:cubicBezTo>
                  <a:pt x="661084" y="100078"/>
                  <a:pt x="657634" y="107136"/>
                  <a:pt x="651920" y="113500"/>
                </a:cubicBezTo>
                <a:cubicBezTo>
                  <a:pt x="646206" y="119864"/>
                  <a:pt x="639049" y="123047"/>
                  <a:pt x="630450" y="123047"/>
                </a:cubicBezTo>
                <a:cubicBezTo>
                  <a:pt x="621116" y="123047"/>
                  <a:pt x="613125" y="119420"/>
                  <a:pt x="606477" y="112166"/>
                </a:cubicBezTo>
                <a:cubicBezTo>
                  <a:pt x="599830" y="104911"/>
                  <a:pt x="596506" y="95157"/>
                  <a:pt x="596506" y="82905"/>
                </a:cubicBezTo>
                <a:cubicBezTo>
                  <a:pt x="596506" y="69639"/>
                  <a:pt x="599915" y="59294"/>
                  <a:pt x="606732" y="51871"/>
                </a:cubicBezTo>
                <a:cubicBezTo>
                  <a:pt x="613549" y="44445"/>
                  <a:pt x="622106" y="40733"/>
                  <a:pt x="632402" y="40733"/>
                </a:cubicBezTo>
                <a:cubicBezTo>
                  <a:pt x="641114" y="40733"/>
                  <a:pt x="648271" y="43597"/>
                  <a:pt x="653871" y="49325"/>
                </a:cubicBezTo>
                <a:cubicBezTo>
                  <a:pt x="659472" y="55051"/>
                  <a:pt x="662273" y="62710"/>
                  <a:pt x="662273" y="72301"/>
                </a:cubicBezTo>
                <a:lnTo>
                  <a:pt x="608556" y="72301"/>
                </a:lnTo>
                <a:moveTo>
                  <a:pt x="608556" y="67379"/>
                </a:moveTo>
                <a:lnTo>
                  <a:pt x="644537" y="67379"/>
                </a:lnTo>
                <a:cubicBezTo>
                  <a:pt x="644254" y="62400"/>
                  <a:pt x="643660" y="58893"/>
                  <a:pt x="642755" y="56856"/>
                </a:cubicBezTo>
                <a:cubicBezTo>
                  <a:pt x="641340" y="53688"/>
                  <a:pt x="639233" y="51199"/>
                  <a:pt x="636433" y="49388"/>
                </a:cubicBezTo>
                <a:cubicBezTo>
                  <a:pt x="633632" y="47578"/>
                  <a:pt x="630705" y="46673"/>
                  <a:pt x="627650" y="46673"/>
                </a:cubicBezTo>
                <a:cubicBezTo>
                  <a:pt x="622954" y="46673"/>
                  <a:pt x="618754" y="48497"/>
                  <a:pt x="615048" y="52146"/>
                </a:cubicBezTo>
                <a:cubicBezTo>
                  <a:pt x="611342" y="55795"/>
                  <a:pt x="609179" y="60873"/>
                  <a:pt x="608556" y="67379"/>
                </a:cubicBezTo>
                <a:close/>
                <a:moveTo>
                  <a:pt x="699383" y="0"/>
                </a:moveTo>
                <a:lnTo>
                  <a:pt x="699383" y="103030"/>
                </a:lnTo>
                <a:cubicBezTo>
                  <a:pt x="699383" y="107892"/>
                  <a:pt x="699736" y="111115"/>
                  <a:pt x="700444" y="112699"/>
                </a:cubicBezTo>
                <a:cubicBezTo>
                  <a:pt x="701151" y="114281"/>
                  <a:pt x="702240" y="115483"/>
                  <a:pt x="703711" y="116303"/>
                </a:cubicBezTo>
                <a:cubicBezTo>
                  <a:pt x="705182" y="117122"/>
                  <a:pt x="707925" y="117531"/>
                  <a:pt x="711942" y="117531"/>
                </a:cubicBezTo>
                <a:lnTo>
                  <a:pt x="711942" y="120671"/>
                </a:lnTo>
                <a:lnTo>
                  <a:pt x="673840" y="120671"/>
                </a:lnTo>
                <a:lnTo>
                  <a:pt x="673840" y="117531"/>
                </a:lnTo>
                <a:cubicBezTo>
                  <a:pt x="677404" y="117531"/>
                  <a:pt x="679837" y="117164"/>
                  <a:pt x="681138" y="116430"/>
                </a:cubicBezTo>
                <a:cubicBezTo>
                  <a:pt x="682439" y="115695"/>
                  <a:pt x="683458" y="114479"/>
                  <a:pt x="684193" y="112784"/>
                </a:cubicBezTo>
                <a:cubicBezTo>
                  <a:pt x="684928" y="111087"/>
                  <a:pt x="685296" y="107836"/>
                  <a:pt x="685296" y="103030"/>
                </a:cubicBezTo>
                <a:lnTo>
                  <a:pt x="685296" y="32477"/>
                </a:lnTo>
                <a:cubicBezTo>
                  <a:pt x="685296" y="23716"/>
                  <a:pt x="685098" y="18331"/>
                  <a:pt x="684702" y="16325"/>
                </a:cubicBezTo>
                <a:cubicBezTo>
                  <a:pt x="684306" y="14317"/>
                  <a:pt x="683670" y="12946"/>
                  <a:pt x="682793" y="12212"/>
                </a:cubicBezTo>
                <a:cubicBezTo>
                  <a:pt x="681916" y="11476"/>
                  <a:pt x="680799" y="11109"/>
                  <a:pt x="679441" y="11109"/>
                </a:cubicBezTo>
                <a:cubicBezTo>
                  <a:pt x="677970" y="11109"/>
                  <a:pt x="676103" y="11561"/>
                  <a:pt x="673840" y="12466"/>
                </a:cubicBezTo>
                <a:lnTo>
                  <a:pt x="672397" y="9496"/>
                </a:lnTo>
                <a:lnTo>
                  <a:pt x="695564" y="0"/>
                </a:lnTo>
                <a:lnTo>
                  <a:pt x="699383" y="0"/>
                </a:lnTo>
                <a:close/>
                <a:moveTo>
                  <a:pt x="765009" y="109469"/>
                </a:moveTo>
                <a:cubicBezTo>
                  <a:pt x="757032" y="115636"/>
                  <a:pt x="752025" y="119200"/>
                  <a:pt x="749988" y="120161"/>
                </a:cubicBezTo>
                <a:cubicBezTo>
                  <a:pt x="746933" y="121632"/>
                  <a:pt x="743681" y="122368"/>
                  <a:pt x="740230" y="122368"/>
                </a:cubicBezTo>
                <a:cubicBezTo>
                  <a:pt x="734855" y="122368"/>
                  <a:pt x="730428" y="120529"/>
                  <a:pt x="726949" y="116852"/>
                </a:cubicBezTo>
                <a:cubicBezTo>
                  <a:pt x="723470" y="113175"/>
                  <a:pt x="721730" y="108338"/>
                  <a:pt x="721730" y="102341"/>
                </a:cubicBezTo>
                <a:cubicBezTo>
                  <a:pt x="721730" y="98551"/>
                  <a:pt x="722579" y="95269"/>
                  <a:pt x="724276" y="92497"/>
                </a:cubicBezTo>
                <a:cubicBezTo>
                  <a:pt x="726595" y="88650"/>
                  <a:pt x="730626" y="85030"/>
                  <a:pt x="736368" y="81635"/>
                </a:cubicBezTo>
                <a:cubicBezTo>
                  <a:pt x="742111" y="78241"/>
                  <a:pt x="751657" y="74111"/>
                  <a:pt x="765009" y="69246"/>
                </a:cubicBezTo>
                <a:lnTo>
                  <a:pt x="765009" y="66191"/>
                </a:lnTo>
                <a:cubicBezTo>
                  <a:pt x="765009" y="58440"/>
                  <a:pt x="763778" y="53122"/>
                  <a:pt x="761317" y="50237"/>
                </a:cubicBezTo>
                <a:cubicBezTo>
                  <a:pt x="758856" y="47352"/>
                  <a:pt x="755278" y="45909"/>
                  <a:pt x="750582" y="45909"/>
                </a:cubicBezTo>
                <a:cubicBezTo>
                  <a:pt x="747018" y="45909"/>
                  <a:pt x="744190" y="46867"/>
                  <a:pt x="742096" y="48784"/>
                </a:cubicBezTo>
                <a:cubicBezTo>
                  <a:pt x="739947" y="50700"/>
                  <a:pt x="738872" y="52899"/>
                  <a:pt x="738872" y="55379"/>
                </a:cubicBezTo>
                <a:lnTo>
                  <a:pt x="739042" y="60282"/>
                </a:lnTo>
                <a:cubicBezTo>
                  <a:pt x="739042" y="62874"/>
                  <a:pt x="738377" y="64874"/>
                  <a:pt x="737047" y="66283"/>
                </a:cubicBezTo>
                <a:cubicBezTo>
                  <a:pt x="735718" y="67692"/>
                  <a:pt x="733978" y="68397"/>
                  <a:pt x="731828" y="68397"/>
                </a:cubicBezTo>
                <a:cubicBezTo>
                  <a:pt x="729735" y="68397"/>
                  <a:pt x="728024" y="67664"/>
                  <a:pt x="726694" y="66199"/>
                </a:cubicBezTo>
                <a:cubicBezTo>
                  <a:pt x="725365" y="64731"/>
                  <a:pt x="724700" y="62728"/>
                  <a:pt x="724700" y="60189"/>
                </a:cubicBezTo>
                <a:cubicBezTo>
                  <a:pt x="724700" y="55340"/>
                  <a:pt x="727189" y="50885"/>
                  <a:pt x="732168" y="46824"/>
                </a:cubicBezTo>
                <a:cubicBezTo>
                  <a:pt x="737146" y="42763"/>
                  <a:pt x="744133" y="40733"/>
                  <a:pt x="753128" y="40733"/>
                </a:cubicBezTo>
                <a:cubicBezTo>
                  <a:pt x="760030" y="40733"/>
                  <a:pt x="765688" y="41891"/>
                  <a:pt x="770100" y="44207"/>
                </a:cubicBezTo>
                <a:cubicBezTo>
                  <a:pt x="773438" y="45959"/>
                  <a:pt x="775899" y="48700"/>
                  <a:pt x="777483" y="52430"/>
                </a:cubicBezTo>
                <a:cubicBezTo>
                  <a:pt x="778501" y="54859"/>
                  <a:pt x="779011" y="59831"/>
                  <a:pt x="779011" y="67347"/>
                </a:cubicBezTo>
                <a:lnTo>
                  <a:pt x="779011" y="93706"/>
                </a:lnTo>
                <a:cubicBezTo>
                  <a:pt x="779011" y="101109"/>
                  <a:pt x="779152" y="105643"/>
                  <a:pt x="779435" y="107311"/>
                </a:cubicBezTo>
                <a:cubicBezTo>
                  <a:pt x="779718" y="108978"/>
                  <a:pt x="780184" y="110094"/>
                  <a:pt x="780835" y="110660"/>
                </a:cubicBezTo>
                <a:cubicBezTo>
                  <a:pt x="781486" y="111224"/>
                  <a:pt x="782235" y="111506"/>
                  <a:pt x="783084" y="111506"/>
                </a:cubicBezTo>
                <a:cubicBezTo>
                  <a:pt x="783989" y="111506"/>
                  <a:pt x="784781" y="111308"/>
                  <a:pt x="785460" y="110912"/>
                </a:cubicBezTo>
                <a:cubicBezTo>
                  <a:pt x="786648" y="110176"/>
                  <a:pt x="788939" y="108111"/>
                  <a:pt x="792333" y="104717"/>
                </a:cubicBezTo>
                <a:lnTo>
                  <a:pt x="792333" y="109469"/>
                </a:lnTo>
                <a:cubicBezTo>
                  <a:pt x="785997" y="117955"/>
                  <a:pt x="779944" y="122198"/>
                  <a:pt x="774173" y="122198"/>
                </a:cubicBezTo>
                <a:cubicBezTo>
                  <a:pt x="771401" y="122198"/>
                  <a:pt x="769195" y="121236"/>
                  <a:pt x="767554" y="119313"/>
                </a:cubicBezTo>
                <a:cubicBezTo>
                  <a:pt x="765914" y="117389"/>
                  <a:pt x="765065" y="114108"/>
                  <a:pt x="765009" y="109469"/>
                </a:cubicBezTo>
                <a:moveTo>
                  <a:pt x="765009" y="103906"/>
                </a:moveTo>
                <a:lnTo>
                  <a:pt x="765009" y="74422"/>
                </a:lnTo>
                <a:cubicBezTo>
                  <a:pt x="756466" y="77801"/>
                  <a:pt x="750950" y="80194"/>
                  <a:pt x="748461" y="81603"/>
                </a:cubicBezTo>
                <a:cubicBezTo>
                  <a:pt x="743992" y="84082"/>
                  <a:pt x="740795" y="86673"/>
                  <a:pt x="738872" y="89376"/>
                </a:cubicBezTo>
                <a:cubicBezTo>
                  <a:pt x="736948" y="92079"/>
                  <a:pt x="735987" y="95036"/>
                  <a:pt x="735987" y="98246"/>
                </a:cubicBezTo>
                <a:cubicBezTo>
                  <a:pt x="735987" y="102302"/>
                  <a:pt x="737203" y="105667"/>
                  <a:pt x="739636" y="108342"/>
                </a:cubicBezTo>
                <a:cubicBezTo>
                  <a:pt x="742068" y="111017"/>
                  <a:pt x="744869" y="112354"/>
                  <a:pt x="748037" y="112354"/>
                </a:cubicBezTo>
                <a:cubicBezTo>
                  <a:pt x="752336" y="112354"/>
                  <a:pt x="757994" y="109538"/>
                  <a:pt x="765009" y="103906"/>
                </a:cubicBezTo>
                <a:close/>
                <a:moveTo>
                  <a:pt x="820703" y="17311"/>
                </a:moveTo>
                <a:lnTo>
                  <a:pt x="820703" y="42939"/>
                </a:lnTo>
                <a:lnTo>
                  <a:pt x="838863" y="42939"/>
                </a:lnTo>
                <a:lnTo>
                  <a:pt x="838863" y="48879"/>
                </a:lnTo>
                <a:lnTo>
                  <a:pt x="820703" y="48879"/>
                </a:lnTo>
                <a:lnTo>
                  <a:pt x="820703" y="99217"/>
                </a:lnTo>
                <a:cubicBezTo>
                  <a:pt x="820703" y="104247"/>
                  <a:pt x="821424" y="107638"/>
                  <a:pt x="822867" y="109390"/>
                </a:cubicBezTo>
                <a:cubicBezTo>
                  <a:pt x="824310" y="111140"/>
                  <a:pt x="826162" y="112015"/>
                  <a:pt x="828425" y="112015"/>
                </a:cubicBezTo>
                <a:cubicBezTo>
                  <a:pt x="830292" y="112015"/>
                  <a:pt x="832103" y="111435"/>
                  <a:pt x="833856" y="110275"/>
                </a:cubicBezTo>
                <a:cubicBezTo>
                  <a:pt x="835610" y="109116"/>
                  <a:pt x="836968" y="107404"/>
                  <a:pt x="837930" y="105141"/>
                </a:cubicBezTo>
                <a:lnTo>
                  <a:pt x="841239" y="105141"/>
                </a:lnTo>
                <a:cubicBezTo>
                  <a:pt x="839259" y="110701"/>
                  <a:pt x="836459" y="114906"/>
                  <a:pt x="832838" y="117756"/>
                </a:cubicBezTo>
                <a:cubicBezTo>
                  <a:pt x="829217" y="120604"/>
                  <a:pt x="825483" y="122028"/>
                  <a:pt x="821636" y="122028"/>
                </a:cubicBezTo>
                <a:cubicBezTo>
                  <a:pt x="819034" y="122028"/>
                  <a:pt x="816488" y="121306"/>
                  <a:pt x="813999" y="119862"/>
                </a:cubicBezTo>
                <a:cubicBezTo>
                  <a:pt x="811510" y="118417"/>
                  <a:pt x="809671" y="116351"/>
                  <a:pt x="808483" y="113662"/>
                </a:cubicBezTo>
                <a:cubicBezTo>
                  <a:pt x="807295" y="110971"/>
                  <a:pt x="806701" y="106822"/>
                  <a:pt x="806701" y="101214"/>
                </a:cubicBezTo>
                <a:lnTo>
                  <a:pt x="806701" y="48879"/>
                </a:lnTo>
                <a:lnTo>
                  <a:pt x="794396" y="48879"/>
                </a:lnTo>
                <a:lnTo>
                  <a:pt x="794396" y="46079"/>
                </a:lnTo>
                <a:cubicBezTo>
                  <a:pt x="797508" y="44831"/>
                  <a:pt x="800690" y="42717"/>
                  <a:pt x="803943" y="39738"/>
                </a:cubicBezTo>
                <a:cubicBezTo>
                  <a:pt x="807196" y="36759"/>
                  <a:pt x="810096" y="33227"/>
                  <a:pt x="812641" y="29141"/>
                </a:cubicBezTo>
                <a:cubicBezTo>
                  <a:pt x="813943" y="26986"/>
                  <a:pt x="815753" y="23043"/>
                  <a:pt x="818072" y="17311"/>
                </a:cubicBezTo>
                <a:lnTo>
                  <a:pt x="820703" y="17311"/>
                </a:lnTo>
                <a:close/>
                <a:moveTo>
                  <a:pt x="859513" y="72301"/>
                </a:moveTo>
                <a:cubicBezTo>
                  <a:pt x="859456" y="83815"/>
                  <a:pt x="862257" y="92846"/>
                  <a:pt x="867914" y="99395"/>
                </a:cubicBezTo>
                <a:cubicBezTo>
                  <a:pt x="873572" y="105941"/>
                  <a:pt x="880219" y="109215"/>
                  <a:pt x="887856" y="109215"/>
                </a:cubicBezTo>
                <a:cubicBezTo>
                  <a:pt x="892948" y="109215"/>
                  <a:pt x="897375" y="107814"/>
                  <a:pt x="901137" y="105014"/>
                </a:cubicBezTo>
                <a:cubicBezTo>
                  <a:pt x="904899" y="102214"/>
                  <a:pt x="908053" y="97419"/>
                  <a:pt x="910599" y="90630"/>
                </a:cubicBezTo>
                <a:lnTo>
                  <a:pt x="913229" y="92327"/>
                </a:lnTo>
                <a:cubicBezTo>
                  <a:pt x="912041" y="100078"/>
                  <a:pt x="908590" y="107136"/>
                  <a:pt x="902876" y="113500"/>
                </a:cubicBezTo>
                <a:cubicBezTo>
                  <a:pt x="897163" y="119864"/>
                  <a:pt x="890006" y="123047"/>
                  <a:pt x="881407" y="123047"/>
                </a:cubicBezTo>
                <a:cubicBezTo>
                  <a:pt x="872072" y="123047"/>
                  <a:pt x="864081" y="119420"/>
                  <a:pt x="857434" y="112166"/>
                </a:cubicBezTo>
                <a:cubicBezTo>
                  <a:pt x="850787" y="104911"/>
                  <a:pt x="847463" y="95157"/>
                  <a:pt x="847463" y="82905"/>
                </a:cubicBezTo>
                <a:cubicBezTo>
                  <a:pt x="847463" y="69639"/>
                  <a:pt x="850872" y="59294"/>
                  <a:pt x="857689" y="51871"/>
                </a:cubicBezTo>
                <a:cubicBezTo>
                  <a:pt x="864506" y="44445"/>
                  <a:pt x="873062" y="40733"/>
                  <a:pt x="883359" y="40733"/>
                </a:cubicBezTo>
                <a:cubicBezTo>
                  <a:pt x="892071" y="40733"/>
                  <a:pt x="899227" y="43597"/>
                  <a:pt x="904828" y="49325"/>
                </a:cubicBezTo>
                <a:cubicBezTo>
                  <a:pt x="910429" y="55051"/>
                  <a:pt x="913229" y="62710"/>
                  <a:pt x="913229" y="72301"/>
                </a:cubicBezTo>
                <a:lnTo>
                  <a:pt x="859513" y="72301"/>
                </a:lnTo>
                <a:moveTo>
                  <a:pt x="859513" y="67379"/>
                </a:moveTo>
                <a:lnTo>
                  <a:pt x="895494" y="67379"/>
                </a:lnTo>
                <a:cubicBezTo>
                  <a:pt x="895211" y="62400"/>
                  <a:pt x="894617" y="58893"/>
                  <a:pt x="893712" y="56856"/>
                </a:cubicBezTo>
                <a:cubicBezTo>
                  <a:pt x="892297" y="53688"/>
                  <a:pt x="890190" y="51199"/>
                  <a:pt x="887390" y="49388"/>
                </a:cubicBezTo>
                <a:cubicBezTo>
                  <a:pt x="884589" y="47578"/>
                  <a:pt x="881661" y="46673"/>
                  <a:pt x="878607" y="46673"/>
                </a:cubicBezTo>
                <a:cubicBezTo>
                  <a:pt x="873911" y="46673"/>
                  <a:pt x="869710" y="48497"/>
                  <a:pt x="866005" y="52146"/>
                </a:cubicBezTo>
                <a:cubicBezTo>
                  <a:pt x="862299" y="55795"/>
                  <a:pt x="860135" y="60873"/>
                  <a:pt x="859513" y="67379"/>
                </a:cubicBezTo>
                <a:close/>
                <a:moveTo>
                  <a:pt x="978513" y="111930"/>
                </a:moveTo>
                <a:cubicBezTo>
                  <a:pt x="974723" y="115890"/>
                  <a:pt x="971017" y="118733"/>
                  <a:pt x="967397" y="120459"/>
                </a:cubicBezTo>
                <a:cubicBezTo>
                  <a:pt x="963776" y="122184"/>
                  <a:pt x="959872" y="123047"/>
                  <a:pt x="955686" y="123047"/>
                </a:cubicBezTo>
                <a:cubicBezTo>
                  <a:pt x="947200" y="123047"/>
                  <a:pt x="939789" y="119505"/>
                  <a:pt x="933453" y="112421"/>
                </a:cubicBezTo>
                <a:cubicBezTo>
                  <a:pt x="927116" y="105335"/>
                  <a:pt x="923948" y="96230"/>
                  <a:pt x="923948" y="85106"/>
                </a:cubicBezTo>
                <a:cubicBezTo>
                  <a:pt x="923948" y="73984"/>
                  <a:pt x="927456" y="63808"/>
                  <a:pt x="934471" y="54578"/>
                </a:cubicBezTo>
                <a:cubicBezTo>
                  <a:pt x="941486" y="45348"/>
                  <a:pt x="950509" y="40733"/>
                  <a:pt x="961541" y="40733"/>
                </a:cubicBezTo>
                <a:cubicBezTo>
                  <a:pt x="968387" y="40733"/>
                  <a:pt x="974044" y="42911"/>
                  <a:pt x="978513" y="47267"/>
                </a:cubicBezTo>
                <a:lnTo>
                  <a:pt x="978513" y="32894"/>
                </a:lnTo>
                <a:cubicBezTo>
                  <a:pt x="978513" y="23975"/>
                  <a:pt x="978301" y="18492"/>
                  <a:pt x="977877" y="16447"/>
                </a:cubicBezTo>
                <a:cubicBezTo>
                  <a:pt x="977452" y="14401"/>
                  <a:pt x="976788" y="13010"/>
                  <a:pt x="975883" y="12273"/>
                </a:cubicBezTo>
                <a:cubicBezTo>
                  <a:pt x="974977" y="11534"/>
                  <a:pt x="973846" y="11164"/>
                  <a:pt x="972488" y="11164"/>
                </a:cubicBezTo>
                <a:cubicBezTo>
                  <a:pt x="971017" y="11164"/>
                  <a:pt x="969065" y="11619"/>
                  <a:pt x="966633" y="12527"/>
                </a:cubicBezTo>
                <a:lnTo>
                  <a:pt x="965530" y="9544"/>
                </a:lnTo>
                <a:lnTo>
                  <a:pt x="988696" y="0"/>
                </a:lnTo>
                <a:lnTo>
                  <a:pt x="992515" y="0"/>
                </a:lnTo>
                <a:lnTo>
                  <a:pt x="992515" y="89867"/>
                </a:lnTo>
                <a:cubicBezTo>
                  <a:pt x="992515" y="98975"/>
                  <a:pt x="992727" y="104533"/>
                  <a:pt x="993151" y="106541"/>
                </a:cubicBezTo>
                <a:cubicBezTo>
                  <a:pt x="993576" y="108550"/>
                  <a:pt x="994255" y="109950"/>
                  <a:pt x="995188" y="110742"/>
                </a:cubicBezTo>
                <a:cubicBezTo>
                  <a:pt x="996122" y="111534"/>
                  <a:pt x="997211" y="111930"/>
                  <a:pt x="998455" y="111930"/>
                </a:cubicBezTo>
                <a:cubicBezTo>
                  <a:pt x="999983" y="111930"/>
                  <a:pt x="1002019" y="111449"/>
                  <a:pt x="1004565" y="110487"/>
                </a:cubicBezTo>
                <a:lnTo>
                  <a:pt x="1005499" y="113458"/>
                </a:lnTo>
                <a:lnTo>
                  <a:pt x="982417" y="123047"/>
                </a:lnTo>
                <a:lnTo>
                  <a:pt x="978513" y="123047"/>
                </a:lnTo>
                <a:lnTo>
                  <a:pt x="978513" y="111930"/>
                </a:lnTo>
                <a:moveTo>
                  <a:pt x="978513" y="106008"/>
                </a:moveTo>
                <a:lnTo>
                  <a:pt x="978513" y="66055"/>
                </a:lnTo>
                <a:cubicBezTo>
                  <a:pt x="978174" y="62217"/>
                  <a:pt x="977155" y="58719"/>
                  <a:pt x="975458" y="55559"/>
                </a:cubicBezTo>
                <a:cubicBezTo>
                  <a:pt x="973761" y="52398"/>
                  <a:pt x="971512" y="50014"/>
                  <a:pt x="968712" y="48407"/>
                </a:cubicBezTo>
                <a:cubicBezTo>
                  <a:pt x="965911" y="46798"/>
                  <a:pt x="963182" y="45994"/>
                  <a:pt x="960523" y="45994"/>
                </a:cubicBezTo>
                <a:cubicBezTo>
                  <a:pt x="955544" y="45994"/>
                  <a:pt x="951103" y="48223"/>
                  <a:pt x="947200" y="52682"/>
                </a:cubicBezTo>
                <a:cubicBezTo>
                  <a:pt x="942052" y="58550"/>
                  <a:pt x="939478" y="67127"/>
                  <a:pt x="939478" y="78413"/>
                </a:cubicBezTo>
                <a:cubicBezTo>
                  <a:pt x="939478" y="89813"/>
                  <a:pt x="941967" y="98546"/>
                  <a:pt x="946945" y="104614"/>
                </a:cubicBezTo>
                <a:cubicBezTo>
                  <a:pt x="951924" y="110679"/>
                  <a:pt x="957468" y="113712"/>
                  <a:pt x="963578" y="113712"/>
                </a:cubicBezTo>
                <a:cubicBezTo>
                  <a:pt x="968726" y="113712"/>
                  <a:pt x="973704" y="111144"/>
                  <a:pt x="978513" y="106008"/>
                </a:cubicBezTo>
                <a:close/>
                <a:moveTo>
                  <a:pt x="1122775" y="40733"/>
                </a:moveTo>
                <a:lnTo>
                  <a:pt x="1122775" y="140623"/>
                </a:lnTo>
                <a:cubicBezTo>
                  <a:pt x="1122775" y="145598"/>
                  <a:pt x="1123114" y="148792"/>
                  <a:pt x="1123793" y="150205"/>
                </a:cubicBezTo>
                <a:cubicBezTo>
                  <a:pt x="1124472" y="151619"/>
                  <a:pt x="1125533" y="152721"/>
                  <a:pt x="1126976" y="153511"/>
                </a:cubicBezTo>
                <a:cubicBezTo>
                  <a:pt x="1128418" y="154303"/>
                  <a:pt x="1131233" y="154699"/>
                  <a:pt x="1135419" y="154699"/>
                </a:cubicBezTo>
                <a:lnTo>
                  <a:pt x="1135419" y="157839"/>
                </a:lnTo>
                <a:lnTo>
                  <a:pt x="1096214" y="157839"/>
                </a:lnTo>
                <a:lnTo>
                  <a:pt x="1096214" y="154699"/>
                </a:lnTo>
                <a:lnTo>
                  <a:pt x="1097826" y="154699"/>
                </a:lnTo>
                <a:cubicBezTo>
                  <a:pt x="1100994" y="154699"/>
                  <a:pt x="1103399" y="154247"/>
                  <a:pt x="1105039" y="153342"/>
                </a:cubicBezTo>
                <a:cubicBezTo>
                  <a:pt x="1106171" y="152719"/>
                  <a:pt x="1107076" y="151602"/>
                  <a:pt x="1107755" y="149990"/>
                </a:cubicBezTo>
                <a:cubicBezTo>
                  <a:pt x="1108434" y="148377"/>
                  <a:pt x="1108773" y="145252"/>
                  <a:pt x="1108773" y="140613"/>
                </a:cubicBezTo>
                <a:lnTo>
                  <a:pt x="1108773" y="107178"/>
                </a:lnTo>
                <a:cubicBezTo>
                  <a:pt x="1103625" y="113288"/>
                  <a:pt x="1099127" y="117460"/>
                  <a:pt x="1095280" y="119695"/>
                </a:cubicBezTo>
                <a:cubicBezTo>
                  <a:pt x="1091433" y="121929"/>
                  <a:pt x="1087445" y="123047"/>
                  <a:pt x="1083315" y="123047"/>
                </a:cubicBezTo>
                <a:cubicBezTo>
                  <a:pt x="1075791" y="123047"/>
                  <a:pt x="1069073" y="119628"/>
                  <a:pt x="1063161" y="112789"/>
                </a:cubicBezTo>
                <a:cubicBezTo>
                  <a:pt x="1057249" y="105951"/>
                  <a:pt x="1054293" y="96796"/>
                  <a:pt x="1054293" y="85324"/>
                </a:cubicBezTo>
                <a:cubicBezTo>
                  <a:pt x="1054293" y="72155"/>
                  <a:pt x="1058197" y="61431"/>
                  <a:pt x="1066004" y="53151"/>
                </a:cubicBezTo>
                <a:cubicBezTo>
                  <a:pt x="1073811" y="44872"/>
                  <a:pt x="1083230" y="40733"/>
                  <a:pt x="1094262" y="40733"/>
                </a:cubicBezTo>
                <a:cubicBezTo>
                  <a:pt x="1097487" y="40733"/>
                  <a:pt x="1100457" y="41185"/>
                  <a:pt x="1103172" y="42090"/>
                </a:cubicBezTo>
                <a:cubicBezTo>
                  <a:pt x="1105888" y="42996"/>
                  <a:pt x="1108321" y="44353"/>
                  <a:pt x="1110470" y="46164"/>
                </a:cubicBezTo>
                <a:cubicBezTo>
                  <a:pt x="1113752" y="44580"/>
                  <a:pt x="1116891" y="42769"/>
                  <a:pt x="1119890" y="40733"/>
                </a:cubicBezTo>
                <a:lnTo>
                  <a:pt x="1122775" y="40733"/>
                </a:lnTo>
                <a:moveTo>
                  <a:pt x="1108773" y="101845"/>
                </a:moveTo>
                <a:lnTo>
                  <a:pt x="1108773" y="65403"/>
                </a:lnTo>
                <a:cubicBezTo>
                  <a:pt x="1108773" y="61165"/>
                  <a:pt x="1108222" y="57832"/>
                  <a:pt x="1107118" y="55403"/>
                </a:cubicBezTo>
                <a:cubicBezTo>
                  <a:pt x="1106015" y="52972"/>
                  <a:pt x="1104049" y="50910"/>
                  <a:pt x="1101221" y="49216"/>
                </a:cubicBezTo>
                <a:cubicBezTo>
                  <a:pt x="1098392" y="47521"/>
                  <a:pt x="1095196" y="46673"/>
                  <a:pt x="1091631" y="46673"/>
                </a:cubicBezTo>
                <a:cubicBezTo>
                  <a:pt x="1085295" y="46673"/>
                  <a:pt x="1079864" y="49357"/>
                  <a:pt x="1075338" y="54724"/>
                </a:cubicBezTo>
                <a:cubicBezTo>
                  <a:pt x="1070812" y="60091"/>
                  <a:pt x="1068550" y="68227"/>
                  <a:pt x="1068550" y="79132"/>
                </a:cubicBezTo>
                <a:cubicBezTo>
                  <a:pt x="1068550" y="89584"/>
                  <a:pt x="1070855" y="97522"/>
                  <a:pt x="1075466" y="102946"/>
                </a:cubicBezTo>
                <a:cubicBezTo>
                  <a:pt x="1080076" y="108370"/>
                  <a:pt x="1085635" y="111081"/>
                  <a:pt x="1092141" y="111081"/>
                </a:cubicBezTo>
                <a:cubicBezTo>
                  <a:pt x="1095478" y="111081"/>
                  <a:pt x="1098448" y="110361"/>
                  <a:pt x="1101051" y="108920"/>
                </a:cubicBezTo>
                <a:cubicBezTo>
                  <a:pt x="1103653" y="107479"/>
                  <a:pt x="1106227" y="105121"/>
                  <a:pt x="1108773" y="101845"/>
                </a:cubicBezTo>
                <a:close/>
                <a:moveTo>
                  <a:pt x="1208993" y="42939"/>
                </a:moveTo>
                <a:lnTo>
                  <a:pt x="1208993" y="90036"/>
                </a:lnTo>
                <a:cubicBezTo>
                  <a:pt x="1208993" y="99031"/>
                  <a:pt x="1209205" y="104533"/>
                  <a:pt x="1209629" y="106541"/>
                </a:cubicBezTo>
                <a:cubicBezTo>
                  <a:pt x="1210053" y="108550"/>
                  <a:pt x="1210732" y="109950"/>
                  <a:pt x="1211666" y="110742"/>
                </a:cubicBezTo>
                <a:cubicBezTo>
                  <a:pt x="1212599" y="111534"/>
                  <a:pt x="1213688" y="111930"/>
                  <a:pt x="1214933" y="111930"/>
                </a:cubicBezTo>
                <a:cubicBezTo>
                  <a:pt x="1216687" y="111930"/>
                  <a:pt x="1218667" y="111449"/>
                  <a:pt x="1220873" y="110487"/>
                </a:cubicBezTo>
                <a:lnTo>
                  <a:pt x="1222061" y="113458"/>
                </a:lnTo>
                <a:lnTo>
                  <a:pt x="1198809" y="123047"/>
                </a:lnTo>
                <a:lnTo>
                  <a:pt x="1194991" y="123047"/>
                </a:lnTo>
                <a:lnTo>
                  <a:pt x="1194991" y="106584"/>
                </a:lnTo>
                <a:cubicBezTo>
                  <a:pt x="1188315" y="113825"/>
                  <a:pt x="1183224" y="118379"/>
                  <a:pt x="1179716" y="120246"/>
                </a:cubicBezTo>
                <a:cubicBezTo>
                  <a:pt x="1176208" y="122113"/>
                  <a:pt x="1172503" y="123047"/>
                  <a:pt x="1168599" y="123047"/>
                </a:cubicBezTo>
                <a:cubicBezTo>
                  <a:pt x="1164243" y="123047"/>
                  <a:pt x="1160467" y="121788"/>
                  <a:pt x="1157271" y="119270"/>
                </a:cubicBezTo>
                <a:cubicBezTo>
                  <a:pt x="1154074" y="116753"/>
                  <a:pt x="1151854" y="113514"/>
                  <a:pt x="1150609" y="109554"/>
                </a:cubicBezTo>
                <a:cubicBezTo>
                  <a:pt x="1149365" y="105594"/>
                  <a:pt x="1148742" y="99993"/>
                  <a:pt x="1148742" y="92752"/>
                </a:cubicBezTo>
                <a:lnTo>
                  <a:pt x="1148742" y="58044"/>
                </a:lnTo>
                <a:cubicBezTo>
                  <a:pt x="1148742" y="54367"/>
                  <a:pt x="1148346" y="51821"/>
                  <a:pt x="1147554" y="50407"/>
                </a:cubicBezTo>
                <a:cubicBezTo>
                  <a:pt x="1146762" y="48992"/>
                  <a:pt x="1145588" y="47903"/>
                  <a:pt x="1144032" y="47140"/>
                </a:cubicBezTo>
                <a:cubicBezTo>
                  <a:pt x="1142477" y="46376"/>
                  <a:pt x="1139662" y="46022"/>
                  <a:pt x="1135589" y="46079"/>
                </a:cubicBezTo>
                <a:lnTo>
                  <a:pt x="1135589" y="42939"/>
                </a:lnTo>
                <a:lnTo>
                  <a:pt x="1162829" y="42939"/>
                </a:lnTo>
                <a:lnTo>
                  <a:pt x="1162829" y="94831"/>
                </a:lnTo>
                <a:cubicBezTo>
                  <a:pt x="1162829" y="102055"/>
                  <a:pt x="1164088" y="106795"/>
                  <a:pt x="1166605" y="109053"/>
                </a:cubicBezTo>
                <a:cubicBezTo>
                  <a:pt x="1169123" y="111310"/>
                  <a:pt x="1172164" y="112439"/>
                  <a:pt x="1175728" y="112439"/>
                </a:cubicBezTo>
                <a:cubicBezTo>
                  <a:pt x="1178160" y="112439"/>
                  <a:pt x="1180918" y="111677"/>
                  <a:pt x="1184001" y="110153"/>
                </a:cubicBezTo>
                <a:cubicBezTo>
                  <a:pt x="1187085" y="108629"/>
                  <a:pt x="1190748" y="105724"/>
                  <a:pt x="1194991" y="101437"/>
                </a:cubicBezTo>
                <a:lnTo>
                  <a:pt x="1194991" y="57506"/>
                </a:lnTo>
                <a:cubicBezTo>
                  <a:pt x="1194991" y="53104"/>
                  <a:pt x="1194185" y="50127"/>
                  <a:pt x="1192572" y="48577"/>
                </a:cubicBezTo>
                <a:cubicBezTo>
                  <a:pt x="1190960" y="47025"/>
                  <a:pt x="1187608" y="46192"/>
                  <a:pt x="1182516" y="46079"/>
                </a:cubicBezTo>
                <a:lnTo>
                  <a:pt x="1182516" y="42939"/>
                </a:lnTo>
                <a:lnTo>
                  <a:pt x="1208993" y="42939"/>
                </a:lnTo>
                <a:close/>
                <a:moveTo>
                  <a:pt x="1240815" y="72301"/>
                </a:moveTo>
                <a:cubicBezTo>
                  <a:pt x="1240758" y="83815"/>
                  <a:pt x="1243559" y="92846"/>
                  <a:pt x="1249216" y="99395"/>
                </a:cubicBezTo>
                <a:cubicBezTo>
                  <a:pt x="1254873" y="105941"/>
                  <a:pt x="1261521" y="109215"/>
                  <a:pt x="1269158" y="109215"/>
                </a:cubicBezTo>
                <a:cubicBezTo>
                  <a:pt x="1274249" y="109215"/>
                  <a:pt x="1278676" y="107814"/>
                  <a:pt x="1282438" y="105014"/>
                </a:cubicBezTo>
                <a:cubicBezTo>
                  <a:pt x="1286201" y="102214"/>
                  <a:pt x="1289355" y="97419"/>
                  <a:pt x="1291900" y="90630"/>
                </a:cubicBezTo>
                <a:lnTo>
                  <a:pt x="1294531" y="92327"/>
                </a:lnTo>
                <a:cubicBezTo>
                  <a:pt x="1293343" y="100078"/>
                  <a:pt x="1289892" y="107136"/>
                  <a:pt x="1284178" y="113500"/>
                </a:cubicBezTo>
                <a:cubicBezTo>
                  <a:pt x="1278464" y="119864"/>
                  <a:pt x="1271308" y="123047"/>
                  <a:pt x="1262709" y="123047"/>
                </a:cubicBezTo>
                <a:cubicBezTo>
                  <a:pt x="1253374" y="123047"/>
                  <a:pt x="1245383" y="119420"/>
                  <a:pt x="1238736" y="112166"/>
                </a:cubicBezTo>
                <a:cubicBezTo>
                  <a:pt x="1232088" y="104911"/>
                  <a:pt x="1228765" y="95157"/>
                  <a:pt x="1228765" y="82905"/>
                </a:cubicBezTo>
                <a:cubicBezTo>
                  <a:pt x="1228765" y="69639"/>
                  <a:pt x="1232173" y="59294"/>
                  <a:pt x="1238990" y="51871"/>
                </a:cubicBezTo>
                <a:cubicBezTo>
                  <a:pt x="1245807" y="44445"/>
                  <a:pt x="1254364" y="40733"/>
                  <a:pt x="1264660" y="40733"/>
                </a:cubicBezTo>
                <a:cubicBezTo>
                  <a:pt x="1273373" y="40733"/>
                  <a:pt x="1280529" y="43597"/>
                  <a:pt x="1286130" y="49325"/>
                </a:cubicBezTo>
                <a:cubicBezTo>
                  <a:pt x="1291731" y="55051"/>
                  <a:pt x="1294531" y="62710"/>
                  <a:pt x="1294531" y="72301"/>
                </a:cubicBezTo>
                <a:lnTo>
                  <a:pt x="1240815" y="72301"/>
                </a:lnTo>
                <a:moveTo>
                  <a:pt x="1240815" y="67379"/>
                </a:moveTo>
                <a:lnTo>
                  <a:pt x="1276795" y="67379"/>
                </a:lnTo>
                <a:cubicBezTo>
                  <a:pt x="1276512" y="62400"/>
                  <a:pt x="1275918" y="58893"/>
                  <a:pt x="1275013" y="56856"/>
                </a:cubicBezTo>
                <a:cubicBezTo>
                  <a:pt x="1273599" y="53688"/>
                  <a:pt x="1271492" y="51199"/>
                  <a:pt x="1268691" y="49388"/>
                </a:cubicBezTo>
                <a:cubicBezTo>
                  <a:pt x="1265891" y="47578"/>
                  <a:pt x="1262963" y="46673"/>
                  <a:pt x="1259908" y="46673"/>
                </a:cubicBezTo>
                <a:cubicBezTo>
                  <a:pt x="1255213" y="46673"/>
                  <a:pt x="1251012" y="48497"/>
                  <a:pt x="1247306" y="52146"/>
                </a:cubicBezTo>
                <a:cubicBezTo>
                  <a:pt x="1243601" y="55795"/>
                  <a:pt x="1241437" y="60873"/>
                  <a:pt x="1240815" y="67379"/>
                </a:cubicBezTo>
                <a:close/>
                <a:moveTo>
                  <a:pt x="1355148" y="40733"/>
                </a:moveTo>
                <a:lnTo>
                  <a:pt x="1355148" y="67039"/>
                </a:lnTo>
                <a:lnTo>
                  <a:pt x="1352347" y="67039"/>
                </a:lnTo>
                <a:cubicBezTo>
                  <a:pt x="1350197" y="58788"/>
                  <a:pt x="1347439" y="53176"/>
                  <a:pt x="1344073" y="50203"/>
                </a:cubicBezTo>
                <a:cubicBezTo>
                  <a:pt x="1340707" y="47227"/>
                  <a:pt x="1336422" y="45739"/>
                  <a:pt x="1331217" y="45739"/>
                </a:cubicBezTo>
                <a:cubicBezTo>
                  <a:pt x="1327257" y="45739"/>
                  <a:pt x="1324061" y="46785"/>
                  <a:pt x="1321628" y="48877"/>
                </a:cubicBezTo>
                <a:cubicBezTo>
                  <a:pt x="1319195" y="50966"/>
                  <a:pt x="1317979" y="53283"/>
                  <a:pt x="1317979" y="55827"/>
                </a:cubicBezTo>
                <a:cubicBezTo>
                  <a:pt x="1317979" y="58992"/>
                  <a:pt x="1318884" y="61704"/>
                  <a:pt x="1320694" y="63963"/>
                </a:cubicBezTo>
                <a:cubicBezTo>
                  <a:pt x="1322448" y="66281"/>
                  <a:pt x="1326012" y="68739"/>
                  <a:pt x="1331387" y="71338"/>
                </a:cubicBezTo>
                <a:lnTo>
                  <a:pt x="1343776" y="77358"/>
                </a:lnTo>
                <a:cubicBezTo>
                  <a:pt x="1355261" y="82951"/>
                  <a:pt x="1361003" y="90326"/>
                  <a:pt x="1361003" y="99482"/>
                </a:cubicBezTo>
                <a:cubicBezTo>
                  <a:pt x="1361003" y="106545"/>
                  <a:pt x="1358330" y="112239"/>
                  <a:pt x="1352984" y="116563"/>
                </a:cubicBezTo>
                <a:cubicBezTo>
                  <a:pt x="1347637" y="120885"/>
                  <a:pt x="1341655" y="123047"/>
                  <a:pt x="1335036" y="123047"/>
                </a:cubicBezTo>
                <a:cubicBezTo>
                  <a:pt x="1330284" y="123047"/>
                  <a:pt x="1324853" y="122198"/>
                  <a:pt x="1318743" y="120501"/>
                </a:cubicBezTo>
                <a:cubicBezTo>
                  <a:pt x="1316876" y="119935"/>
                  <a:pt x="1315348" y="119652"/>
                  <a:pt x="1314160" y="119652"/>
                </a:cubicBezTo>
                <a:cubicBezTo>
                  <a:pt x="1312859" y="119652"/>
                  <a:pt x="1311841" y="120388"/>
                  <a:pt x="1311105" y="121859"/>
                </a:cubicBezTo>
                <a:lnTo>
                  <a:pt x="1308305" y="121859"/>
                </a:lnTo>
                <a:lnTo>
                  <a:pt x="1308305" y="94025"/>
                </a:lnTo>
                <a:lnTo>
                  <a:pt x="1311105" y="94025"/>
                </a:lnTo>
                <a:cubicBezTo>
                  <a:pt x="1312689" y="101973"/>
                  <a:pt x="1315716" y="107963"/>
                  <a:pt x="1320185" y="111994"/>
                </a:cubicBezTo>
                <a:cubicBezTo>
                  <a:pt x="1324655" y="116025"/>
                  <a:pt x="1329661" y="118040"/>
                  <a:pt x="1335205" y="118040"/>
                </a:cubicBezTo>
                <a:cubicBezTo>
                  <a:pt x="1339109" y="118040"/>
                  <a:pt x="1342291" y="116896"/>
                  <a:pt x="1344752" y="114608"/>
                </a:cubicBezTo>
                <a:cubicBezTo>
                  <a:pt x="1347213" y="112319"/>
                  <a:pt x="1348444" y="109564"/>
                  <a:pt x="1348444" y="106343"/>
                </a:cubicBezTo>
                <a:cubicBezTo>
                  <a:pt x="1348444" y="102443"/>
                  <a:pt x="1347072" y="99165"/>
                  <a:pt x="1344328" y="96509"/>
                </a:cubicBezTo>
                <a:cubicBezTo>
                  <a:pt x="1341584" y="93854"/>
                  <a:pt x="1336111" y="90492"/>
                  <a:pt x="1327908" y="86424"/>
                </a:cubicBezTo>
                <a:cubicBezTo>
                  <a:pt x="1319704" y="82355"/>
                  <a:pt x="1314330" y="78681"/>
                  <a:pt x="1311784" y="75403"/>
                </a:cubicBezTo>
                <a:cubicBezTo>
                  <a:pt x="1309238" y="72182"/>
                  <a:pt x="1307965" y="68113"/>
                  <a:pt x="1307965" y="63197"/>
                </a:cubicBezTo>
                <a:cubicBezTo>
                  <a:pt x="1307965" y="56811"/>
                  <a:pt x="1310158" y="51471"/>
                  <a:pt x="1314542" y="47177"/>
                </a:cubicBezTo>
                <a:cubicBezTo>
                  <a:pt x="1318927" y="42881"/>
                  <a:pt x="1324598" y="40733"/>
                  <a:pt x="1331557" y="40733"/>
                </a:cubicBezTo>
                <a:cubicBezTo>
                  <a:pt x="1334611" y="40733"/>
                  <a:pt x="1338317" y="41383"/>
                  <a:pt x="1342673" y="42684"/>
                </a:cubicBezTo>
                <a:cubicBezTo>
                  <a:pt x="1345558" y="43533"/>
                  <a:pt x="1347482" y="43957"/>
                  <a:pt x="1348444" y="43957"/>
                </a:cubicBezTo>
                <a:cubicBezTo>
                  <a:pt x="1349349" y="43957"/>
                  <a:pt x="1350056" y="43759"/>
                  <a:pt x="1350565" y="43363"/>
                </a:cubicBezTo>
                <a:cubicBezTo>
                  <a:pt x="1351074" y="42967"/>
                  <a:pt x="1351668" y="42090"/>
                  <a:pt x="1352347" y="40733"/>
                </a:cubicBezTo>
                <a:lnTo>
                  <a:pt x="1355148" y="40733"/>
                </a:lnTo>
                <a:close/>
                <a:moveTo>
                  <a:pt x="1395089" y="17311"/>
                </a:moveTo>
                <a:lnTo>
                  <a:pt x="1395089" y="42939"/>
                </a:lnTo>
                <a:lnTo>
                  <a:pt x="1413249" y="42939"/>
                </a:lnTo>
                <a:lnTo>
                  <a:pt x="1413249" y="48879"/>
                </a:lnTo>
                <a:lnTo>
                  <a:pt x="1395089" y="48879"/>
                </a:lnTo>
                <a:lnTo>
                  <a:pt x="1395089" y="99217"/>
                </a:lnTo>
                <a:cubicBezTo>
                  <a:pt x="1395089" y="104247"/>
                  <a:pt x="1395810" y="107638"/>
                  <a:pt x="1397252" y="109390"/>
                </a:cubicBezTo>
                <a:cubicBezTo>
                  <a:pt x="1398695" y="111140"/>
                  <a:pt x="1400548" y="112015"/>
                  <a:pt x="1402811" y="112015"/>
                </a:cubicBezTo>
                <a:cubicBezTo>
                  <a:pt x="1404678" y="112015"/>
                  <a:pt x="1406488" y="111435"/>
                  <a:pt x="1408242" y="110275"/>
                </a:cubicBezTo>
                <a:cubicBezTo>
                  <a:pt x="1409996" y="109116"/>
                  <a:pt x="1411353" y="107404"/>
                  <a:pt x="1412315" y="105141"/>
                </a:cubicBezTo>
                <a:lnTo>
                  <a:pt x="1415625" y="105141"/>
                </a:lnTo>
                <a:cubicBezTo>
                  <a:pt x="1413645" y="110701"/>
                  <a:pt x="1410844" y="114906"/>
                  <a:pt x="1407223" y="117756"/>
                </a:cubicBezTo>
                <a:cubicBezTo>
                  <a:pt x="1403603" y="120604"/>
                  <a:pt x="1399869" y="122028"/>
                  <a:pt x="1396022" y="122028"/>
                </a:cubicBezTo>
                <a:cubicBezTo>
                  <a:pt x="1393420" y="122028"/>
                  <a:pt x="1390874" y="121306"/>
                  <a:pt x="1388385" y="119862"/>
                </a:cubicBezTo>
                <a:cubicBezTo>
                  <a:pt x="1385895" y="118417"/>
                  <a:pt x="1384057" y="116351"/>
                  <a:pt x="1382869" y="113662"/>
                </a:cubicBezTo>
                <a:cubicBezTo>
                  <a:pt x="1381681" y="110971"/>
                  <a:pt x="1381087" y="106822"/>
                  <a:pt x="1381087" y="101214"/>
                </a:cubicBezTo>
                <a:lnTo>
                  <a:pt x="1381087" y="48879"/>
                </a:lnTo>
                <a:lnTo>
                  <a:pt x="1368782" y="48879"/>
                </a:lnTo>
                <a:lnTo>
                  <a:pt x="1368782" y="46079"/>
                </a:lnTo>
                <a:cubicBezTo>
                  <a:pt x="1371894" y="44831"/>
                  <a:pt x="1375076" y="42717"/>
                  <a:pt x="1378329" y="39738"/>
                </a:cubicBezTo>
                <a:cubicBezTo>
                  <a:pt x="1381582" y="36759"/>
                  <a:pt x="1384481" y="33227"/>
                  <a:pt x="1387027" y="29141"/>
                </a:cubicBezTo>
                <a:cubicBezTo>
                  <a:pt x="1388328" y="26986"/>
                  <a:pt x="1390138" y="23043"/>
                  <a:pt x="1392458" y="17311"/>
                </a:cubicBezTo>
                <a:lnTo>
                  <a:pt x="1395089" y="17311"/>
                </a:lnTo>
                <a:close/>
                <a:moveTo>
                  <a:pt x="1440603" y="0"/>
                </a:moveTo>
                <a:cubicBezTo>
                  <a:pt x="1442979" y="0"/>
                  <a:pt x="1445001" y="839"/>
                  <a:pt x="1446670" y="2517"/>
                </a:cubicBezTo>
                <a:cubicBezTo>
                  <a:pt x="1448339" y="4193"/>
                  <a:pt x="1449174" y="6225"/>
                  <a:pt x="1449174" y="8613"/>
                </a:cubicBezTo>
                <a:cubicBezTo>
                  <a:pt x="1449174" y="11002"/>
                  <a:pt x="1448339" y="13049"/>
                  <a:pt x="1446670" y="14755"/>
                </a:cubicBezTo>
                <a:cubicBezTo>
                  <a:pt x="1445001" y="16459"/>
                  <a:pt x="1442979" y="17311"/>
                  <a:pt x="1440603" y="17311"/>
                </a:cubicBezTo>
                <a:cubicBezTo>
                  <a:pt x="1438227" y="17311"/>
                  <a:pt x="1436190" y="16459"/>
                  <a:pt x="1434493" y="14755"/>
                </a:cubicBezTo>
                <a:cubicBezTo>
                  <a:pt x="1432796" y="13049"/>
                  <a:pt x="1431947" y="11002"/>
                  <a:pt x="1431947" y="8613"/>
                </a:cubicBezTo>
                <a:cubicBezTo>
                  <a:pt x="1431947" y="6225"/>
                  <a:pt x="1432781" y="4193"/>
                  <a:pt x="1434450" y="2517"/>
                </a:cubicBezTo>
                <a:cubicBezTo>
                  <a:pt x="1436119" y="839"/>
                  <a:pt x="1438170" y="0"/>
                  <a:pt x="1440603" y="0"/>
                </a:cubicBezTo>
                <a:moveTo>
                  <a:pt x="1447646" y="40733"/>
                </a:moveTo>
                <a:lnTo>
                  <a:pt x="1447646" y="103052"/>
                </a:lnTo>
                <a:cubicBezTo>
                  <a:pt x="1447646" y="107906"/>
                  <a:pt x="1448000" y="111138"/>
                  <a:pt x="1448707" y="112747"/>
                </a:cubicBezTo>
                <a:cubicBezTo>
                  <a:pt x="1449414" y="114356"/>
                  <a:pt x="1450461" y="115555"/>
                  <a:pt x="1451847" y="116345"/>
                </a:cubicBezTo>
                <a:cubicBezTo>
                  <a:pt x="1453233" y="117136"/>
                  <a:pt x="1455764" y="117531"/>
                  <a:pt x="1459442" y="117531"/>
                </a:cubicBezTo>
                <a:lnTo>
                  <a:pt x="1459442" y="120671"/>
                </a:lnTo>
                <a:lnTo>
                  <a:pt x="1421679" y="120671"/>
                </a:lnTo>
                <a:lnTo>
                  <a:pt x="1421679" y="117531"/>
                </a:lnTo>
                <a:cubicBezTo>
                  <a:pt x="1425469" y="117531"/>
                  <a:pt x="1428015" y="117164"/>
                  <a:pt x="1429316" y="116430"/>
                </a:cubicBezTo>
                <a:cubicBezTo>
                  <a:pt x="1430618" y="115697"/>
                  <a:pt x="1431650" y="114483"/>
                  <a:pt x="1432414" y="112789"/>
                </a:cubicBezTo>
                <a:cubicBezTo>
                  <a:pt x="1433178" y="111096"/>
                  <a:pt x="1433559" y="107850"/>
                  <a:pt x="1433559" y="103052"/>
                </a:cubicBezTo>
                <a:lnTo>
                  <a:pt x="1433559" y="73162"/>
                </a:lnTo>
                <a:cubicBezTo>
                  <a:pt x="1433559" y="64751"/>
                  <a:pt x="1433305" y="59304"/>
                  <a:pt x="1432796" y="56822"/>
                </a:cubicBezTo>
                <a:cubicBezTo>
                  <a:pt x="1432400" y="55015"/>
                  <a:pt x="1431777" y="53759"/>
                  <a:pt x="1430929" y="53053"/>
                </a:cubicBezTo>
                <a:cubicBezTo>
                  <a:pt x="1430080" y="52348"/>
                  <a:pt x="1428920" y="51995"/>
                  <a:pt x="1427449" y="51995"/>
                </a:cubicBezTo>
                <a:cubicBezTo>
                  <a:pt x="1425865" y="51995"/>
                  <a:pt x="1423942" y="52419"/>
                  <a:pt x="1421679" y="53265"/>
                </a:cubicBezTo>
                <a:lnTo>
                  <a:pt x="1420491" y="50216"/>
                </a:lnTo>
                <a:lnTo>
                  <a:pt x="1443912" y="40733"/>
                </a:lnTo>
                <a:lnTo>
                  <a:pt x="1447646" y="40733"/>
                </a:lnTo>
                <a:close/>
                <a:moveTo>
                  <a:pt x="1507163" y="40733"/>
                </a:moveTo>
                <a:cubicBezTo>
                  <a:pt x="1518930" y="40733"/>
                  <a:pt x="1528377" y="45198"/>
                  <a:pt x="1535506" y="54127"/>
                </a:cubicBezTo>
                <a:cubicBezTo>
                  <a:pt x="1541559" y="61756"/>
                  <a:pt x="1544586" y="70516"/>
                  <a:pt x="1544586" y="80407"/>
                </a:cubicBezTo>
                <a:cubicBezTo>
                  <a:pt x="1544586" y="87359"/>
                  <a:pt x="1542917" y="94395"/>
                  <a:pt x="1539579" y="101516"/>
                </a:cubicBezTo>
                <a:cubicBezTo>
                  <a:pt x="1536241" y="108636"/>
                  <a:pt x="1531645" y="114004"/>
                  <a:pt x="1525789" y="117621"/>
                </a:cubicBezTo>
                <a:cubicBezTo>
                  <a:pt x="1519934" y="121238"/>
                  <a:pt x="1513414" y="123047"/>
                  <a:pt x="1506229" y="123047"/>
                </a:cubicBezTo>
                <a:cubicBezTo>
                  <a:pt x="1494518" y="123047"/>
                  <a:pt x="1485212" y="118384"/>
                  <a:pt x="1478310" y="109058"/>
                </a:cubicBezTo>
                <a:cubicBezTo>
                  <a:pt x="1472483" y="101203"/>
                  <a:pt x="1469570" y="92388"/>
                  <a:pt x="1469570" y="82611"/>
                </a:cubicBezTo>
                <a:cubicBezTo>
                  <a:pt x="1469570" y="75490"/>
                  <a:pt x="1471338" y="68411"/>
                  <a:pt x="1474873" y="61375"/>
                </a:cubicBezTo>
                <a:cubicBezTo>
                  <a:pt x="1478409" y="54339"/>
                  <a:pt x="1483062" y="49139"/>
                  <a:pt x="1488833" y="45777"/>
                </a:cubicBezTo>
                <a:cubicBezTo>
                  <a:pt x="1494603" y="42414"/>
                  <a:pt x="1500713" y="40733"/>
                  <a:pt x="1507163" y="40733"/>
                </a:cubicBezTo>
                <a:moveTo>
                  <a:pt x="1504532" y="46333"/>
                </a:moveTo>
                <a:cubicBezTo>
                  <a:pt x="1501533" y="46333"/>
                  <a:pt x="1498521" y="47224"/>
                  <a:pt x="1495494" y="49004"/>
                </a:cubicBezTo>
                <a:cubicBezTo>
                  <a:pt x="1492468" y="50784"/>
                  <a:pt x="1490021" y="53906"/>
                  <a:pt x="1488154" y="58370"/>
                </a:cubicBezTo>
                <a:cubicBezTo>
                  <a:pt x="1486287" y="62834"/>
                  <a:pt x="1485354" y="68569"/>
                  <a:pt x="1485354" y="75576"/>
                </a:cubicBezTo>
                <a:cubicBezTo>
                  <a:pt x="1485354" y="86876"/>
                  <a:pt x="1487602" y="96624"/>
                  <a:pt x="1492100" y="104818"/>
                </a:cubicBezTo>
                <a:cubicBezTo>
                  <a:pt x="1496597" y="113010"/>
                  <a:pt x="1502524" y="117107"/>
                  <a:pt x="1509878" y="117107"/>
                </a:cubicBezTo>
                <a:cubicBezTo>
                  <a:pt x="1515366" y="117107"/>
                  <a:pt x="1519892" y="114846"/>
                  <a:pt x="1523456" y="110326"/>
                </a:cubicBezTo>
                <a:cubicBezTo>
                  <a:pt x="1527020" y="105805"/>
                  <a:pt x="1528802" y="98036"/>
                  <a:pt x="1528802" y="87018"/>
                </a:cubicBezTo>
                <a:cubicBezTo>
                  <a:pt x="1528802" y="73230"/>
                  <a:pt x="1525832" y="62381"/>
                  <a:pt x="1519892" y="54469"/>
                </a:cubicBezTo>
                <a:cubicBezTo>
                  <a:pt x="1515875" y="49045"/>
                  <a:pt x="1510755" y="46333"/>
                  <a:pt x="1504532" y="46333"/>
                </a:cubicBezTo>
                <a:close/>
                <a:moveTo>
                  <a:pt x="1578699" y="57196"/>
                </a:moveTo>
                <a:cubicBezTo>
                  <a:pt x="1587807" y="46220"/>
                  <a:pt x="1596491" y="40733"/>
                  <a:pt x="1604751" y="40733"/>
                </a:cubicBezTo>
                <a:cubicBezTo>
                  <a:pt x="1608994" y="40733"/>
                  <a:pt x="1612643" y="41792"/>
                  <a:pt x="1615698" y="43910"/>
                </a:cubicBezTo>
                <a:cubicBezTo>
                  <a:pt x="1618753" y="46026"/>
                  <a:pt x="1621185" y="49511"/>
                  <a:pt x="1622996" y="54366"/>
                </a:cubicBezTo>
                <a:cubicBezTo>
                  <a:pt x="1624240" y="57752"/>
                  <a:pt x="1624863" y="62945"/>
                  <a:pt x="1624863" y="69946"/>
                </a:cubicBezTo>
                <a:lnTo>
                  <a:pt x="1624863" y="103052"/>
                </a:lnTo>
                <a:cubicBezTo>
                  <a:pt x="1624863" y="107963"/>
                  <a:pt x="1625259" y="111294"/>
                  <a:pt x="1626051" y="113044"/>
                </a:cubicBezTo>
                <a:cubicBezTo>
                  <a:pt x="1626673" y="114455"/>
                  <a:pt x="1627677" y="115555"/>
                  <a:pt x="1629063" y="116345"/>
                </a:cubicBezTo>
                <a:cubicBezTo>
                  <a:pt x="1630449" y="117136"/>
                  <a:pt x="1633009" y="117531"/>
                  <a:pt x="1636743" y="117531"/>
                </a:cubicBezTo>
                <a:lnTo>
                  <a:pt x="1636743" y="120671"/>
                </a:lnTo>
                <a:lnTo>
                  <a:pt x="1598302" y="120671"/>
                </a:lnTo>
                <a:lnTo>
                  <a:pt x="1598302" y="117531"/>
                </a:lnTo>
                <a:lnTo>
                  <a:pt x="1599914" y="117531"/>
                </a:lnTo>
                <a:cubicBezTo>
                  <a:pt x="1603535" y="117531"/>
                  <a:pt x="1606066" y="116982"/>
                  <a:pt x="1607509" y="115884"/>
                </a:cubicBezTo>
                <a:cubicBezTo>
                  <a:pt x="1608951" y="114786"/>
                  <a:pt x="1609956" y="113169"/>
                  <a:pt x="1610521" y="111031"/>
                </a:cubicBezTo>
                <a:cubicBezTo>
                  <a:pt x="1610748" y="110186"/>
                  <a:pt x="1610861" y="107540"/>
                  <a:pt x="1610861" y="103094"/>
                </a:cubicBezTo>
                <a:lnTo>
                  <a:pt x="1610861" y="71433"/>
                </a:lnTo>
                <a:cubicBezTo>
                  <a:pt x="1610861" y="64399"/>
                  <a:pt x="1609941" y="59291"/>
                  <a:pt x="1608103" y="56111"/>
                </a:cubicBezTo>
                <a:cubicBezTo>
                  <a:pt x="1606264" y="52930"/>
                  <a:pt x="1603167" y="51340"/>
                  <a:pt x="1598811" y="51340"/>
                </a:cubicBezTo>
                <a:cubicBezTo>
                  <a:pt x="1592078" y="51340"/>
                  <a:pt x="1585375" y="54999"/>
                  <a:pt x="1578699" y="62316"/>
                </a:cubicBezTo>
                <a:lnTo>
                  <a:pt x="1578699" y="103094"/>
                </a:lnTo>
                <a:cubicBezTo>
                  <a:pt x="1578699" y="108329"/>
                  <a:pt x="1579010" y="111565"/>
                  <a:pt x="1579632" y="112803"/>
                </a:cubicBezTo>
                <a:cubicBezTo>
                  <a:pt x="1580424" y="114434"/>
                  <a:pt x="1581513" y="115630"/>
                  <a:pt x="1582899" y="116391"/>
                </a:cubicBezTo>
                <a:cubicBezTo>
                  <a:pt x="1584286" y="117151"/>
                  <a:pt x="1587100" y="117531"/>
                  <a:pt x="1591343" y="117531"/>
                </a:cubicBezTo>
                <a:lnTo>
                  <a:pt x="1591343" y="120671"/>
                </a:lnTo>
                <a:lnTo>
                  <a:pt x="1552902" y="120671"/>
                </a:lnTo>
                <a:lnTo>
                  <a:pt x="1552902" y="117531"/>
                </a:lnTo>
                <a:lnTo>
                  <a:pt x="1554599" y="117531"/>
                </a:lnTo>
                <a:cubicBezTo>
                  <a:pt x="1558559" y="117531"/>
                  <a:pt x="1561232" y="116529"/>
                  <a:pt x="1562618" y="114526"/>
                </a:cubicBezTo>
                <a:cubicBezTo>
                  <a:pt x="1564004" y="112521"/>
                  <a:pt x="1564697" y="108697"/>
                  <a:pt x="1564697" y="103052"/>
                </a:cubicBezTo>
                <a:lnTo>
                  <a:pt x="1564697" y="74263"/>
                </a:lnTo>
                <a:cubicBezTo>
                  <a:pt x="1564697" y="64950"/>
                  <a:pt x="1564485" y="59277"/>
                  <a:pt x="1564061" y="57246"/>
                </a:cubicBezTo>
                <a:cubicBezTo>
                  <a:pt x="1563636" y="55213"/>
                  <a:pt x="1562986" y="53829"/>
                  <a:pt x="1562109" y="53096"/>
                </a:cubicBezTo>
                <a:cubicBezTo>
                  <a:pt x="1561232" y="52362"/>
                  <a:pt x="1560058" y="51995"/>
                  <a:pt x="1558587" y="51995"/>
                </a:cubicBezTo>
                <a:cubicBezTo>
                  <a:pt x="1557003" y="51995"/>
                  <a:pt x="1555108" y="52419"/>
                  <a:pt x="1552902" y="53265"/>
                </a:cubicBezTo>
                <a:lnTo>
                  <a:pt x="1551629" y="50216"/>
                </a:lnTo>
                <a:lnTo>
                  <a:pt x="1575050" y="40733"/>
                </a:lnTo>
                <a:lnTo>
                  <a:pt x="1578699" y="40733"/>
                </a:lnTo>
                <a:lnTo>
                  <a:pt x="1578699" y="57196"/>
                </a:lnTo>
                <a:close/>
                <a:moveTo>
                  <a:pt x="1693175" y="40733"/>
                </a:moveTo>
                <a:lnTo>
                  <a:pt x="1693175" y="67039"/>
                </a:lnTo>
                <a:lnTo>
                  <a:pt x="1690375" y="67039"/>
                </a:lnTo>
                <a:cubicBezTo>
                  <a:pt x="1688225" y="58788"/>
                  <a:pt x="1685467" y="53176"/>
                  <a:pt x="1682101" y="50203"/>
                </a:cubicBezTo>
                <a:cubicBezTo>
                  <a:pt x="1678735" y="47227"/>
                  <a:pt x="1674449" y="45739"/>
                  <a:pt x="1669244" y="45739"/>
                </a:cubicBezTo>
                <a:cubicBezTo>
                  <a:pt x="1665284" y="45739"/>
                  <a:pt x="1662088" y="46785"/>
                  <a:pt x="1659655" y="48877"/>
                </a:cubicBezTo>
                <a:cubicBezTo>
                  <a:pt x="1657223" y="50966"/>
                  <a:pt x="1656006" y="53283"/>
                  <a:pt x="1656006" y="55827"/>
                </a:cubicBezTo>
                <a:cubicBezTo>
                  <a:pt x="1656006" y="58992"/>
                  <a:pt x="1656911" y="61704"/>
                  <a:pt x="1658722" y="63963"/>
                </a:cubicBezTo>
                <a:cubicBezTo>
                  <a:pt x="1660476" y="66281"/>
                  <a:pt x="1664040" y="68739"/>
                  <a:pt x="1669414" y="71338"/>
                </a:cubicBezTo>
                <a:lnTo>
                  <a:pt x="1681804" y="77358"/>
                </a:lnTo>
                <a:cubicBezTo>
                  <a:pt x="1693288" y="82951"/>
                  <a:pt x="1699030" y="90326"/>
                  <a:pt x="1699030" y="99482"/>
                </a:cubicBezTo>
                <a:cubicBezTo>
                  <a:pt x="1699030" y="106545"/>
                  <a:pt x="1696357" y="112239"/>
                  <a:pt x="1691011" y="116563"/>
                </a:cubicBezTo>
                <a:cubicBezTo>
                  <a:pt x="1685665" y="120885"/>
                  <a:pt x="1679682" y="123047"/>
                  <a:pt x="1673063" y="123047"/>
                </a:cubicBezTo>
                <a:cubicBezTo>
                  <a:pt x="1668311" y="123047"/>
                  <a:pt x="1662880" y="122198"/>
                  <a:pt x="1656770" y="120501"/>
                </a:cubicBezTo>
                <a:cubicBezTo>
                  <a:pt x="1654903" y="119935"/>
                  <a:pt x="1653376" y="119652"/>
                  <a:pt x="1652188" y="119652"/>
                </a:cubicBezTo>
                <a:cubicBezTo>
                  <a:pt x="1650886" y="119652"/>
                  <a:pt x="1649868" y="120388"/>
                  <a:pt x="1649133" y="121859"/>
                </a:cubicBezTo>
                <a:lnTo>
                  <a:pt x="1646332" y="121859"/>
                </a:lnTo>
                <a:lnTo>
                  <a:pt x="1646332" y="94025"/>
                </a:lnTo>
                <a:lnTo>
                  <a:pt x="1649133" y="94025"/>
                </a:lnTo>
                <a:cubicBezTo>
                  <a:pt x="1650717" y="101973"/>
                  <a:pt x="1653743" y="107963"/>
                  <a:pt x="1658213" y="111994"/>
                </a:cubicBezTo>
                <a:cubicBezTo>
                  <a:pt x="1662682" y="116025"/>
                  <a:pt x="1667689" y="118040"/>
                  <a:pt x="1673233" y="118040"/>
                </a:cubicBezTo>
                <a:cubicBezTo>
                  <a:pt x="1677136" y="118040"/>
                  <a:pt x="1680319" y="116896"/>
                  <a:pt x="1682780" y="114608"/>
                </a:cubicBezTo>
                <a:cubicBezTo>
                  <a:pt x="1685241" y="112319"/>
                  <a:pt x="1686471" y="109564"/>
                  <a:pt x="1686471" y="106343"/>
                </a:cubicBezTo>
                <a:cubicBezTo>
                  <a:pt x="1686471" y="102443"/>
                  <a:pt x="1685099" y="99165"/>
                  <a:pt x="1682355" y="96509"/>
                </a:cubicBezTo>
                <a:cubicBezTo>
                  <a:pt x="1679611" y="93854"/>
                  <a:pt x="1674138" y="90492"/>
                  <a:pt x="1665935" y="86424"/>
                </a:cubicBezTo>
                <a:cubicBezTo>
                  <a:pt x="1657732" y="82355"/>
                  <a:pt x="1652357" y="78681"/>
                  <a:pt x="1649812" y="75403"/>
                </a:cubicBezTo>
                <a:cubicBezTo>
                  <a:pt x="1647266" y="72182"/>
                  <a:pt x="1645993" y="68113"/>
                  <a:pt x="1645993" y="63197"/>
                </a:cubicBezTo>
                <a:cubicBezTo>
                  <a:pt x="1645993" y="56811"/>
                  <a:pt x="1648185" y="51471"/>
                  <a:pt x="1652570" y="47177"/>
                </a:cubicBezTo>
                <a:cubicBezTo>
                  <a:pt x="1656954" y="42881"/>
                  <a:pt x="1662625" y="40733"/>
                  <a:pt x="1669584" y="40733"/>
                </a:cubicBezTo>
                <a:cubicBezTo>
                  <a:pt x="1672639" y="40733"/>
                  <a:pt x="1676344" y="41383"/>
                  <a:pt x="1680701" y="42684"/>
                </a:cubicBezTo>
                <a:cubicBezTo>
                  <a:pt x="1683586" y="43533"/>
                  <a:pt x="1685509" y="43957"/>
                  <a:pt x="1686471" y="43957"/>
                </a:cubicBezTo>
                <a:cubicBezTo>
                  <a:pt x="1687376" y="43957"/>
                  <a:pt x="1688083" y="43759"/>
                  <a:pt x="1688592" y="43363"/>
                </a:cubicBezTo>
                <a:cubicBezTo>
                  <a:pt x="1689102" y="42967"/>
                  <a:pt x="1689696" y="42090"/>
                  <a:pt x="1690375" y="40733"/>
                </a:cubicBezTo>
                <a:lnTo>
                  <a:pt x="1693175" y="4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7C45F-12EC-4765-8499-08F7779F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4889459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63146F-2ACF-4DB9-A4AF-DFB87EE2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4889459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86" name="Text Thankyou[x]">
            <a:extLst xmlns:a="http://schemas.openxmlformats.org/drawingml/2006/main">
              <a:ext uri="{FF2B5EF4-FFF2-40B4-BE49-F238E27FC236}">
                <a16:creationId xmlns:a16="http://schemas.microsoft.com/office/drawing/2014/main" id="{19B18FA6-A4CB-423C-AB1B-E4D20FFB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230" y="4962634"/>
            <a:ext cx="974837" cy="158179"/>
          </a:xfrm>
          <a:custGeom xmlns:a="http://schemas.openxmlformats.org/drawingml/2006/main">
            <a:pathLst>
              <a:path w="974837" h="158179">
                <a:moveTo>
                  <a:pt x="95298" y="5601"/>
                </a:moveTo>
                <a:lnTo>
                  <a:pt x="96570" y="32586"/>
                </a:lnTo>
                <a:lnTo>
                  <a:pt x="93346" y="32586"/>
                </a:lnTo>
                <a:cubicBezTo>
                  <a:pt x="92723" y="27834"/>
                  <a:pt x="91875" y="24440"/>
                  <a:pt x="90800" y="22403"/>
                </a:cubicBezTo>
                <a:cubicBezTo>
                  <a:pt x="89046" y="19122"/>
                  <a:pt x="86713" y="16703"/>
                  <a:pt x="83799" y="15147"/>
                </a:cubicBezTo>
                <a:cubicBezTo>
                  <a:pt x="80886" y="13592"/>
                  <a:pt x="77053" y="12814"/>
                  <a:pt x="72301" y="12814"/>
                </a:cubicBezTo>
                <a:lnTo>
                  <a:pt x="56092" y="12814"/>
                </a:lnTo>
                <a:lnTo>
                  <a:pt x="56092" y="100729"/>
                </a:lnTo>
                <a:cubicBezTo>
                  <a:pt x="56092" y="107800"/>
                  <a:pt x="56856" y="112213"/>
                  <a:pt x="58384" y="113967"/>
                </a:cubicBezTo>
                <a:cubicBezTo>
                  <a:pt x="60533" y="116343"/>
                  <a:pt x="63843" y="117531"/>
                  <a:pt x="68312" y="117531"/>
                </a:cubicBezTo>
                <a:lnTo>
                  <a:pt x="72301" y="117531"/>
                </a:lnTo>
                <a:lnTo>
                  <a:pt x="72301" y="120671"/>
                </a:lnTo>
                <a:lnTo>
                  <a:pt x="23506" y="120671"/>
                </a:lnTo>
                <a:lnTo>
                  <a:pt x="23506" y="117531"/>
                </a:lnTo>
                <a:lnTo>
                  <a:pt x="27579" y="117531"/>
                </a:lnTo>
                <a:cubicBezTo>
                  <a:pt x="32445" y="117531"/>
                  <a:pt x="35896" y="116060"/>
                  <a:pt x="37932" y="113118"/>
                </a:cubicBezTo>
                <a:cubicBezTo>
                  <a:pt x="39177" y="111308"/>
                  <a:pt x="39799" y="107178"/>
                  <a:pt x="39799" y="100729"/>
                </a:cubicBezTo>
                <a:lnTo>
                  <a:pt x="39799" y="12814"/>
                </a:lnTo>
                <a:lnTo>
                  <a:pt x="25967" y="12814"/>
                </a:lnTo>
                <a:cubicBezTo>
                  <a:pt x="20593" y="12814"/>
                  <a:pt x="16774" y="13210"/>
                  <a:pt x="14511" y="14002"/>
                </a:cubicBezTo>
                <a:cubicBezTo>
                  <a:pt x="11569" y="15077"/>
                  <a:pt x="9052" y="17142"/>
                  <a:pt x="6959" y="20197"/>
                </a:cubicBezTo>
                <a:cubicBezTo>
                  <a:pt x="4865" y="23252"/>
                  <a:pt x="3621" y="27381"/>
                  <a:pt x="3225" y="32586"/>
                </a:cubicBezTo>
                <a:lnTo>
                  <a:pt x="0" y="32586"/>
                </a:lnTo>
                <a:lnTo>
                  <a:pt x="1358" y="5601"/>
                </a:lnTo>
                <a:lnTo>
                  <a:pt x="95298" y="5601"/>
                </a:lnTo>
                <a:close/>
                <a:moveTo>
                  <a:pt x="129184" y="0"/>
                </a:moveTo>
                <a:lnTo>
                  <a:pt x="129184" y="56941"/>
                </a:lnTo>
                <a:cubicBezTo>
                  <a:pt x="135464" y="50039"/>
                  <a:pt x="140442" y="45612"/>
                  <a:pt x="144120" y="43660"/>
                </a:cubicBezTo>
                <a:cubicBezTo>
                  <a:pt x="147797" y="41709"/>
                  <a:pt x="151474" y="40733"/>
                  <a:pt x="155151" y="40733"/>
                </a:cubicBezTo>
                <a:cubicBezTo>
                  <a:pt x="159564" y="40733"/>
                  <a:pt x="163355" y="41946"/>
                  <a:pt x="166523" y="44374"/>
                </a:cubicBezTo>
                <a:cubicBezTo>
                  <a:pt x="169691" y="46801"/>
                  <a:pt x="172038" y="50611"/>
                  <a:pt x="173566" y="55803"/>
                </a:cubicBezTo>
                <a:cubicBezTo>
                  <a:pt x="174641" y="59417"/>
                  <a:pt x="175178" y="66022"/>
                  <a:pt x="175178" y="75618"/>
                </a:cubicBezTo>
                <a:lnTo>
                  <a:pt x="175178" y="103052"/>
                </a:lnTo>
                <a:cubicBezTo>
                  <a:pt x="175178" y="107963"/>
                  <a:pt x="175574" y="111322"/>
                  <a:pt x="176366" y="113129"/>
                </a:cubicBezTo>
                <a:cubicBezTo>
                  <a:pt x="176932" y="114483"/>
                  <a:pt x="177894" y="115555"/>
                  <a:pt x="179252" y="116345"/>
                </a:cubicBezTo>
                <a:cubicBezTo>
                  <a:pt x="180609" y="117136"/>
                  <a:pt x="183099" y="117531"/>
                  <a:pt x="186719" y="117531"/>
                </a:cubicBezTo>
                <a:lnTo>
                  <a:pt x="186719" y="120671"/>
                </a:lnTo>
                <a:lnTo>
                  <a:pt x="148532" y="120671"/>
                </a:lnTo>
                <a:lnTo>
                  <a:pt x="148532" y="117531"/>
                </a:lnTo>
                <a:lnTo>
                  <a:pt x="150314" y="117531"/>
                </a:lnTo>
                <a:cubicBezTo>
                  <a:pt x="153935" y="117531"/>
                  <a:pt x="156453" y="116979"/>
                  <a:pt x="157867" y="115876"/>
                </a:cubicBezTo>
                <a:cubicBezTo>
                  <a:pt x="159281" y="114773"/>
                  <a:pt x="160271" y="113146"/>
                  <a:pt x="160837" y="110997"/>
                </a:cubicBezTo>
                <a:cubicBezTo>
                  <a:pt x="161007" y="110091"/>
                  <a:pt x="161092" y="107433"/>
                  <a:pt x="161092" y="103020"/>
                </a:cubicBezTo>
                <a:lnTo>
                  <a:pt x="161092" y="75525"/>
                </a:lnTo>
                <a:cubicBezTo>
                  <a:pt x="161092" y="67039"/>
                  <a:pt x="160653" y="61467"/>
                  <a:pt x="159776" y="58808"/>
                </a:cubicBezTo>
                <a:cubicBezTo>
                  <a:pt x="158899" y="56149"/>
                  <a:pt x="157499" y="54155"/>
                  <a:pt x="155576" y="52825"/>
                </a:cubicBezTo>
                <a:cubicBezTo>
                  <a:pt x="153652" y="51496"/>
                  <a:pt x="151333" y="50831"/>
                  <a:pt x="148617" y="50831"/>
                </a:cubicBezTo>
                <a:cubicBezTo>
                  <a:pt x="145845" y="50831"/>
                  <a:pt x="142960" y="51566"/>
                  <a:pt x="139961" y="53037"/>
                </a:cubicBezTo>
                <a:cubicBezTo>
                  <a:pt x="136963" y="54508"/>
                  <a:pt x="133371" y="57478"/>
                  <a:pt x="129184" y="61948"/>
                </a:cubicBezTo>
                <a:lnTo>
                  <a:pt x="129184" y="103020"/>
                </a:lnTo>
                <a:cubicBezTo>
                  <a:pt x="129184" y="108338"/>
                  <a:pt x="129481" y="111647"/>
                  <a:pt x="130075" y="112948"/>
                </a:cubicBezTo>
                <a:cubicBezTo>
                  <a:pt x="130669" y="114250"/>
                  <a:pt x="131773" y="115339"/>
                  <a:pt x="133385" y="116216"/>
                </a:cubicBezTo>
                <a:cubicBezTo>
                  <a:pt x="134997" y="117092"/>
                  <a:pt x="137783" y="117531"/>
                  <a:pt x="141744" y="117531"/>
                </a:cubicBezTo>
                <a:lnTo>
                  <a:pt x="141744" y="120671"/>
                </a:lnTo>
                <a:lnTo>
                  <a:pt x="103217" y="120671"/>
                </a:lnTo>
                <a:lnTo>
                  <a:pt x="103217" y="117531"/>
                </a:lnTo>
                <a:cubicBezTo>
                  <a:pt x="106668" y="117531"/>
                  <a:pt x="109384" y="116993"/>
                  <a:pt x="111364" y="115919"/>
                </a:cubicBezTo>
                <a:cubicBezTo>
                  <a:pt x="112495" y="115355"/>
                  <a:pt x="113400" y="114281"/>
                  <a:pt x="114079" y="112699"/>
                </a:cubicBezTo>
                <a:cubicBezTo>
                  <a:pt x="114758" y="111115"/>
                  <a:pt x="115098" y="107892"/>
                  <a:pt x="115098" y="103030"/>
                </a:cubicBezTo>
                <a:lnTo>
                  <a:pt x="115098" y="32732"/>
                </a:lnTo>
                <a:cubicBezTo>
                  <a:pt x="115098" y="23857"/>
                  <a:pt x="114885" y="18402"/>
                  <a:pt x="114461" y="16367"/>
                </a:cubicBezTo>
                <a:cubicBezTo>
                  <a:pt x="114037" y="14331"/>
                  <a:pt x="113386" y="12946"/>
                  <a:pt x="112509" y="12212"/>
                </a:cubicBezTo>
                <a:cubicBezTo>
                  <a:pt x="111632" y="11476"/>
                  <a:pt x="110459" y="11109"/>
                  <a:pt x="108988" y="11109"/>
                </a:cubicBezTo>
                <a:cubicBezTo>
                  <a:pt x="107800" y="11109"/>
                  <a:pt x="105876" y="11561"/>
                  <a:pt x="103217" y="12466"/>
                </a:cubicBezTo>
                <a:lnTo>
                  <a:pt x="102029" y="9496"/>
                </a:lnTo>
                <a:lnTo>
                  <a:pt x="125281" y="0"/>
                </a:lnTo>
                <a:lnTo>
                  <a:pt x="129184" y="0"/>
                </a:lnTo>
                <a:close/>
                <a:moveTo>
                  <a:pt x="237296" y="109469"/>
                </a:moveTo>
                <a:cubicBezTo>
                  <a:pt x="229319" y="115636"/>
                  <a:pt x="224312" y="119200"/>
                  <a:pt x="222275" y="120161"/>
                </a:cubicBezTo>
                <a:cubicBezTo>
                  <a:pt x="219220" y="121632"/>
                  <a:pt x="215967" y="122368"/>
                  <a:pt x="212516" y="122368"/>
                </a:cubicBezTo>
                <a:cubicBezTo>
                  <a:pt x="207142" y="122368"/>
                  <a:pt x="202715" y="120529"/>
                  <a:pt x="199236" y="116852"/>
                </a:cubicBezTo>
                <a:cubicBezTo>
                  <a:pt x="195757" y="113175"/>
                  <a:pt x="194017" y="108338"/>
                  <a:pt x="194017" y="102341"/>
                </a:cubicBezTo>
                <a:cubicBezTo>
                  <a:pt x="194017" y="98551"/>
                  <a:pt x="194866" y="95269"/>
                  <a:pt x="196563" y="92497"/>
                </a:cubicBezTo>
                <a:cubicBezTo>
                  <a:pt x="198882" y="88650"/>
                  <a:pt x="202913" y="85030"/>
                  <a:pt x="208655" y="81635"/>
                </a:cubicBezTo>
                <a:cubicBezTo>
                  <a:pt x="214398" y="78241"/>
                  <a:pt x="223944" y="74111"/>
                  <a:pt x="237296" y="69246"/>
                </a:cubicBezTo>
                <a:lnTo>
                  <a:pt x="237296" y="66191"/>
                </a:lnTo>
                <a:cubicBezTo>
                  <a:pt x="237296" y="58440"/>
                  <a:pt x="236065" y="53122"/>
                  <a:pt x="233604" y="50237"/>
                </a:cubicBezTo>
                <a:cubicBezTo>
                  <a:pt x="231143" y="47352"/>
                  <a:pt x="227565" y="45909"/>
                  <a:pt x="222869" y="45909"/>
                </a:cubicBezTo>
                <a:cubicBezTo>
                  <a:pt x="219305" y="45909"/>
                  <a:pt x="216477" y="46867"/>
                  <a:pt x="214383" y="48784"/>
                </a:cubicBezTo>
                <a:cubicBezTo>
                  <a:pt x="212234" y="50700"/>
                  <a:pt x="211159" y="52899"/>
                  <a:pt x="211159" y="55379"/>
                </a:cubicBezTo>
                <a:lnTo>
                  <a:pt x="211328" y="60282"/>
                </a:lnTo>
                <a:cubicBezTo>
                  <a:pt x="211328" y="62874"/>
                  <a:pt x="210664" y="64874"/>
                  <a:pt x="209334" y="66283"/>
                </a:cubicBezTo>
                <a:cubicBezTo>
                  <a:pt x="208005" y="67692"/>
                  <a:pt x="206265" y="68397"/>
                  <a:pt x="204115" y="68397"/>
                </a:cubicBezTo>
                <a:cubicBezTo>
                  <a:pt x="202022" y="68397"/>
                  <a:pt x="200311" y="67664"/>
                  <a:pt x="198981" y="66199"/>
                </a:cubicBezTo>
                <a:cubicBezTo>
                  <a:pt x="197652" y="64731"/>
                  <a:pt x="196987" y="62728"/>
                  <a:pt x="196987" y="60189"/>
                </a:cubicBezTo>
                <a:cubicBezTo>
                  <a:pt x="196987" y="55340"/>
                  <a:pt x="199476" y="50885"/>
                  <a:pt x="204455" y="46824"/>
                </a:cubicBezTo>
                <a:cubicBezTo>
                  <a:pt x="209433" y="42763"/>
                  <a:pt x="216420" y="40733"/>
                  <a:pt x="225415" y="40733"/>
                </a:cubicBezTo>
                <a:cubicBezTo>
                  <a:pt x="232317" y="40733"/>
                  <a:pt x="237974" y="41891"/>
                  <a:pt x="242387" y="44207"/>
                </a:cubicBezTo>
                <a:cubicBezTo>
                  <a:pt x="245725" y="45959"/>
                  <a:pt x="248186" y="48700"/>
                  <a:pt x="249770" y="52430"/>
                </a:cubicBezTo>
                <a:cubicBezTo>
                  <a:pt x="250788" y="54859"/>
                  <a:pt x="251297" y="59831"/>
                  <a:pt x="251297" y="67347"/>
                </a:cubicBezTo>
                <a:lnTo>
                  <a:pt x="251297" y="93706"/>
                </a:lnTo>
                <a:cubicBezTo>
                  <a:pt x="251297" y="101109"/>
                  <a:pt x="251439" y="105643"/>
                  <a:pt x="251722" y="107311"/>
                </a:cubicBezTo>
                <a:cubicBezTo>
                  <a:pt x="252005" y="108978"/>
                  <a:pt x="252471" y="110094"/>
                  <a:pt x="253122" y="110660"/>
                </a:cubicBezTo>
                <a:cubicBezTo>
                  <a:pt x="253772" y="111224"/>
                  <a:pt x="254522" y="111506"/>
                  <a:pt x="255371" y="111506"/>
                </a:cubicBezTo>
                <a:cubicBezTo>
                  <a:pt x="256276" y="111506"/>
                  <a:pt x="257068" y="111308"/>
                  <a:pt x="257747" y="110912"/>
                </a:cubicBezTo>
                <a:cubicBezTo>
                  <a:pt x="258935" y="110176"/>
                  <a:pt x="261226" y="108111"/>
                  <a:pt x="264620" y="104717"/>
                </a:cubicBezTo>
                <a:lnTo>
                  <a:pt x="264620" y="109469"/>
                </a:lnTo>
                <a:cubicBezTo>
                  <a:pt x="258284" y="117955"/>
                  <a:pt x="252231" y="122198"/>
                  <a:pt x="246460" y="122198"/>
                </a:cubicBezTo>
                <a:cubicBezTo>
                  <a:pt x="243688" y="122198"/>
                  <a:pt x="241482" y="121236"/>
                  <a:pt x="239841" y="119313"/>
                </a:cubicBezTo>
                <a:cubicBezTo>
                  <a:pt x="238201" y="117389"/>
                  <a:pt x="237352" y="114108"/>
                  <a:pt x="237296" y="109469"/>
                </a:cubicBezTo>
                <a:moveTo>
                  <a:pt x="237296" y="103906"/>
                </a:moveTo>
                <a:lnTo>
                  <a:pt x="237296" y="74422"/>
                </a:lnTo>
                <a:cubicBezTo>
                  <a:pt x="228753" y="77801"/>
                  <a:pt x="223237" y="80194"/>
                  <a:pt x="220748" y="81603"/>
                </a:cubicBezTo>
                <a:cubicBezTo>
                  <a:pt x="216279" y="84082"/>
                  <a:pt x="213082" y="86673"/>
                  <a:pt x="211159" y="89376"/>
                </a:cubicBezTo>
                <a:cubicBezTo>
                  <a:pt x="209235" y="92079"/>
                  <a:pt x="208273" y="95036"/>
                  <a:pt x="208273" y="98246"/>
                </a:cubicBezTo>
                <a:cubicBezTo>
                  <a:pt x="208273" y="102302"/>
                  <a:pt x="209490" y="105667"/>
                  <a:pt x="211922" y="108342"/>
                </a:cubicBezTo>
                <a:cubicBezTo>
                  <a:pt x="214355" y="111017"/>
                  <a:pt x="217155" y="112354"/>
                  <a:pt x="220324" y="112354"/>
                </a:cubicBezTo>
                <a:cubicBezTo>
                  <a:pt x="224623" y="112354"/>
                  <a:pt x="230280" y="109538"/>
                  <a:pt x="237296" y="103906"/>
                </a:cubicBezTo>
                <a:close/>
                <a:moveTo>
                  <a:pt x="293075" y="57196"/>
                </a:moveTo>
                <a:cubicBezTo>
                  <a:pt x="302183" y="46220"/>
                  <a:pt x="310867" y="40733"/>
                  <a:pt x="319127" y="40733"/>
                </a:cubicBezTo>
                <a:cubicBezTo>
                  <a:pt x="323370" y="40733"/>
                  <a:pt x="327019" y="41792"/>
                  <a:pt x="330074" y="43910"/>
                </a:cubicBezTo>
                <a:cubicBezTo>
                  <a:pt x="333129" y="46026"/>
                  <a:pt x="335562" y="49511"/>
                  <a:pt x="337372" y="54366"/>
                </a:cubicBezTo>
                <a:cubicBezTo>
                  <a:pt x="338616" y="57752"/>
                  <a:pt x="339239" y="62945"/>
                  <a:pt x="339239" y="69946"/>
                </a:cubicBezTo>
                <a:lnTo>
                  <a:pt x="339239" y="103052"/>
                </a:lnTo>
                <a:cubicBezTo>
                  <a:pt x="339239" y="107963"/>
                  <a:pt x="339635" y="111294"/>
                  <a:pt x="340427" y="113044"/>
                </a:cubicBezTo>
                <a:cubicBezTo>
                  <a:pt x="341049" y="114455"/>
                  <a:pt x="342053" y="115555"/>
                  <a:pt x="343439" y="116345"/>
                </a:cubicBezTo>
                <a:cubicBezTo>
                  <a:pt x="344825" y="117136"/>
                  <a:pt x="347385" y="117531"/>
                  <a:pt x="351119" y="117531"/>
                </a:cubicBezTo>
                <a:lnTo>
                  <a:pt x="351119" y="120671"/>
                </a:lnTo>
                <a:lnTo>
                  <a:pt x="312678" y="120671"/>
                </a:lnTo>
                <a:lnTo>
                  <a:pt x="312678" y="117531"/>
                </a:lnTo>
                <a:lnTo>
                  <a:pt x="314290" y="117531"/>
                </a:lnTo>
                <a:cubicBezTo>
                  <a:pt x="317911" y="117531"/>
                  <a:pt x="320442" y="116982"/>
                  <a:pt x="321885" y="115884"/>
                </a:cubicBezTo>
                <a:cubicBezTo>
                  <a:pt x="323328" y="114786"/>
                  <a:pt x="324332" y="113169"/>
                  <a:pt x="324897" y="111031"/>
                </a:cubicBezTo>
                <a:cubicBezTo>
                  <a:pt x="325124" y="110186"/>
                  <a:pt x="325237" y="107540"/>
                  <a:pt x="325237" y="103094"/>
                </a:cubicBezTo>
                <a:lnTo>
                  <a:pt x="325237" y="71433"/>
                </a:lnTo>
                <a:cubicBezTo>
                  <a:pt x="325237" y="64399"/>
                  <a:pt x="324318" y="59291"/>
                  <a:pt x="322479" y="56111"/>
                </a:cubicBezTo>
                <a:cubicBezTo>
                  <a:pt x="320640" y="52930"/>
                  <a:pt x="317543" y="51340"/>
                  <a:pt x="313187" y="51340"/>
                </a:cubicBezTo>
                <a:cubicBezTo>
                  <a:pt x="306455" y="51340"/>
                  <a:pt x="299751" y="54999"/>
                  <a:pt x="293075" y="62316"/>
                </a:cubicBezTo>
                <a:lnTo>
                  <a:pt x="293075" y="103094"/>
                </a:lnTo>
                <a:cubicBezTo>
                  <a:pt x="293075" y="108329"/>
                  <a:pt x="293386" y="111565"/>
                  <a:pt x="294009" y="112803"/>
                </a:cubicBezTo>
                <a:cubicBezTo>
                  <a:pt x="294801" y="114434"/>
                  <a:pt x="295890" y="115630"/>
                  <a:pt x="297276" y="116391"/>
                </a:cubicBezTo>
                <a:cubicBezTo>
                  <a:pt x="298662" y="117151"/>
                  <a:pt x="301476" y="117531"/>
                  <a:pt x="305719" y="117531"/>
                </a:cubicBezTo>
                <a:lnTo>
                  <a:pt x="305719" y="120671"/>
                </a:lnTo>
                <a:lnTo>
                  <a:pt x="267278" y="120671"/>
                </a:lnTo>
                <a:lnTo>
                  <a:pt x="267278" y="117531"/>
                </a:lnTo>
                <a:lnTo>
                  <a:pt x="268975" y="117531"/>
                </a:lnTo>
                <a:cubicBezTo>
                  <a:pt x="272935" y="117531"/>
                  <a:pt x="275608" y="116529"/>
                  <a:pt x="276994" y="114526"/>
                </a:cubicBezTo>
                <a:cubicBezTo>
                  <a:pt x="278380" y="112521"/>
                  <a:pt x="279073" y="108697"/>
                  <a:pt x="279073" y="103052"/>
                </a:cubicBezTo>
                <a:lnTo>
                  <a:pt x="279073" y="74263"/>
                </a:lnTo>
                <a:cubicBezTo>
                  <a:pt x="279073" y="64950"/>
                  <a:pt x="278861" y="59277"/>
                  <a:pt x="278437" y="57246"/>
                </a:cubicBezTo>
                <a:cubicBezTo>
                  <a:pt x="278012" y="55213"/>
                  <a:pt x="277362" y="53829"/>
                  <a:pt x="276485" y="53096"/>
                </a:cubicBezTo>
                <a:cubicBezTo>
                  <a:pt x="275608" y="52362"/>
                  <a:pt x="274434" y="51995"/>
                  <a:pt x="272963" y="51995"/>
                </a:cubicBezTo>
                <a:cubicBezTo>
                  <a:pt x="271379" y="51995"/>
                  <a:pt x="269484" y="52419"/>
                  <a:pt x="267278" y="53265"/>
                </a:cubicBezTo>
                <a:lnTo>
                  <a:pt x="266005" y="50216"/>
                </a:lnTo>
                <a:lnTo>
                  <a:pt x="289426" y="40733"/>
                </a:lnTo>
                <a:lnTo>
                  <a:pt x="293075" y="40733"/>
                </a:lnTo>
                <a:lnTo>
                  <a:pt x="293075" y="57196"/>
                </a:lnTo>
                <a:close/>
                <a:moveTo>
                  <a:pt x="380311" y="0"/>
                </a:moveTo>
                <a:lnTo>
                  <a:pt x="380311" y="77307"/>
                </a:lnTo>
                <a:lnTo>
                  <a:pt x="400083" y="59317"/>
                </a:lnTo>
                <a:cubicBezTo>
                  <a:pt x="404270" y="55470"/>
                  <a:pt x="406702" y="53037"/>
                  <a:pt x="407381" y="52019"/>
                </a:cubicBezTo>
                <a:cubicBezTo>
                  <a:pt x="407834" y="51340"/>
                  <a:pt x="408060" y="50661"/>
                  <a:pt x="408060" y="49982"/>
                </a:cubicBezTo>
                <a:cubicBezTo>
                  <a:pt x="408060" y="48851"/>
                  <a:pt x="407594" y="47875"/>
                  <a:pt x="406660" y="47055"/>
                </a:cubicBezTo>
                <a:cubicBezTo>
                  <a:pt x="405727" y="46234"/>
                  <a:pt x="404185" y="45768"/>
                  <a:pt x="402035" y="45655"/>
                </a:cubicBezTo>
                <a:lnTo>
                  <a:pt x="402035" y="42939"/>
                </a:lnTo>
                <a:lnTo>
                  <a:pt x="435809" y="42939"/>
                </a:lnTo>
                <a:lnTo>
                  <a:pt x="435809" y="45655"/>
                </a:lnTo>
                <a:cubicBezTo>
                  <a:pt x="431170" y="45768"/>
                  <a:pt x="427309" y="46475"/>
                  <a:pt x="424226" y="47776"/>
                </a:cubicBezTo>
                <a:cubicBezTo>
                  <a:pt x="421143" y="49077"/>
                  <a:pt x="417763" y="51397"/>
                  <a:pt x="414085" y="54735"/>
                </a:cubicBezTo>
                <a:lnTo>
                  <a:pt x="394143" y="73149"/>
                </a:lnTo>
                <a:lnTo>
                  <a:pt x="414085" y="98305"/>
                </a:lnTo>
                <a:cubicBezTo>
                  <a:pt x="419629" y="105249"/>
                  <a:pt x="423363" y="109653"/>
                  <a:pt x="425287" y="111516"/>
                </a:cubicBezTo>
                <a:cubicBezTo>
                  <a:pt x="428002" y="114170"/>
                  <a:pt x="430378" y="115893"/>
                  <a:pt x="432415" y="116685"/>
                </a:cubicBezTo>
                <a:cubicBezTo>
                  <a:pt x="433829" y="117249"/>
                  <a:pt x="436290" y="117531"/>
                  <a:pt x="439798" y="117531"/>
                </a:cubicBezTo>
                <a:lnTo>
                  <a:pt x="439798" y="120671"/>
                </a:lnTo>
                <a:lnTo>
                  <a:pt x="402035" y="120671"/>
                </a:lnTo>
                <a:lnTo>
                  <a:pt x="402035" y="117531"/>
                </a:lnTo>
                <a:cubicBezTo>
                  <a:pt x="404185" y="117474"/>
                  <a:pt x="405642" y="117150"/>
                  <a:pt x="406405" y="116558"/>
                </a:cubicBezTo>
                <a:cubicBezTo>
                  <a:pt x="407169" y="115964"/>
                  <a:pt x="407551" y="115131"/>
                  <a:pt x="407551" y="114060"/>
                </a:cubicBezTo>
                <a:cubicBezTo>
                  <a:pt x="407551" y="112760"/>
                  <a:pt x="406420" y="110671"/>
                  <a:pt x="404157" y="107793"/>
                </a:cubicBezTo>
                <a:lnTo>
                  <a:pt x="380311" y="77392"/>
                </a:lnTo>
                <a:lnTo>
                  <a:pt x="380311" y="103134"/>
                </a:lnTo>
                <a:cubicBezTo>
                  <a:pt x="380311" y="108158"/>
                  <a:pt x="380665" y="111462"/>
                  <a:pt x="381372" y="113044"/>
                </a:cubicBezTo>
                <a:cubicBezTo>
                  <a:pt x="382079" y="114624"/>
                  <a:pt x="383083" y="115753"/>
                  <a:pt x="384384" y="116430"/>
                </a:cubicBezTo>
                <a:cubicBezTo>
                  <a:pt x="385686" y="117107"/>
                  <a:pt x="388514" y="117474"/>
                  <a:pt x="392870" y="117531"/>
                </a:cubicBezTo>
                <a:lnTo>
                  <a:pt x="392870" y="120671"/>
                </a:lnTo>
                <a:lnTo>
                  <a:pt x="353326" y="120671"/>
                </a:lnTo>
                <a:lnTo>
                  <a:pt x="353326" y="117531"/>
                </a:lnTo>
                <a:cubicBezTo>
                  <a:pt x="357286" y="117531"/>
                  <a:pt x="360256" y="117050"/>
                  <a:pt x="362236" y="116088"/>
                </a:cubicBezTo>
                <a:cubicBezTo>
                  <a:pt x="363424" y="115468"/>
                  <a:pt x="364329" y="114507"/>
                  <a:pt x="364951" y="113206"/>
                </a:cubicBezTo>
                <a:cubicBezTo>
                  <a:pt x="365800" y="111340"/>
                  <a:pt x="366224" y="108118"/>
                  <a:pt x="366224" y="103540"/>
                </a:cubicBezTo>
                <a:lnTo>
                  <a:pt x="366224" y="32817"/>
                </a:lnTo>
                <a:cubicBezTo>
                  <a:pt x="366224" y="23829"/>
                  <a:pt x="366026" y="18331"/>
                  <a:pt x="365630" y="16325"/>
                </a:cubicBezTo>
                <a:cubicBezTo>
                  <a:pt x="365234" y="14317"/>
                  <a:pt x="364584" y="12931"/>
                  <a:pt x="363679" y="12169"/>
                </a:cubicBezTo>
                <a:cubicBezTo>
                  <a:pt x="362773" y="11406"/>
                  <a:pt x="361585" y="11024"/>
                  <a:pt x="360114" y="11024"/>
                </a:cubicBezTo>
                <a:cubicBezTo>
                  <a:pt x="358926" y="11024"/>
                  <a:pt x="357144" y="11505"/>
                  <a:pt x="354768" y="12466"/>
                </a:cubicBezTo>
                <a:lnTo>
                  <a:pt x="353326" y="9496"/>
                </a:lnTo>
                <a:lnTo>
                  <a:pt x="376408" y="0"/>
                </a:lnTo>
                <a:lnTo>
                  <a:pt x="380311" y="0"/>
                </a:lnTo>
                <a:close/>
                <a:moveTo>
                  <a:pt x="483246" y="42939"/>
                </a:moveTo>
                <a:lnTo>
                  <a:pt x="519481" y="42939"/>
                </a:lnTo>
                <a:lnTo>
                  <a:pt x="519481" y="46079"/>
                </a:lnTo>
                <a:lnTo>
                  <a:pt x="517699" y="46079"/>
                </a:lnTo>
                <a:cubicBezTo>
                  <a:pt x="515153" y="46079"/>
                  <a:pt x="513244" y="46630"/>
                  <a:pt x="511971" y="47734"/>
                </a:cubicBezTo>
                <a:cubicBezTo>
                  <a:pt x="510698" y="48837"/>
                  <a:pt x="510062" y="50209"/>
                  <a:pt x="510062" y="51849"/>
                </a:cubicBezTo>
                <a:cubicBezTo>
                  <a:pt x="510062" y="54056"/>
                  <a:pt x="510995" y="57111"/>
                  <a:pt x="512862" y="61014"/>
                </a:cubicBezTo>
                <a:lnTo>
                  <a:pt x="531786" y="100219"/>
                </a:lnTo>
                <a:lnTo>
                  <a:pt x="549182" y="57280"/>
                </a:lnTo>
                <a:cubicBezTo>
                  <a:pt x="550144" y="54961"/>
                  <a:pt x="550625" y="52670"/>
                  <a:pt x="550625" y="50407"/>
                </a:cubicBezTo>
                <a:cubicBezTo>
                  <a:pt x="550625" y="49388"/>
                  <a:pt x="550427" y="48625"/>
                  <a:pt x="550031" y="48116"/>
                </a:cubicBezTo>
                <a:cubicBezTo>
                  <a:pt x="549578" y="47493"/>
                  <a:pt x="548871" y="46998"/>
                  <a:pt x="547909" y="46630"/>
                </a:cubicBezTo>
                <a:cubicBezTo>
                  <a:pt x="546947" y="46263"/>
                  <a:pt x="545250" y="46079"/>
                  <a:pt x="542818" y="46079"/>
                </a:cubicBezTo>
                <a:lnTo>
                  <a:pt x="542818" y="42939"/>
                </a:lnTo>
                <a:lnTo>
                  <a:pt x="568106" y="42939"/>
                </a:lnTo>
                <a:lnTo>
                  <a:pt x="568106" y="46079"/>
                </a:lnTo>
                <a:cubicBezTo>
                  <a:pt x="566013" y="46305"/>
                  <a:pt x="564400" y="46758"/>
                  <a:pt x="563269" y="47437"/>
                </a:cubicBezTo>
                <a:cubicBezTo>
                  <a:pt x="562137" y="48116"/>
                  <a:pt x="560893" y="49388"/>
                  <a:pt x="559535" y="51255"/>
                </a:cubicBezTo>
                <a:cubicBezTo>
                  <a:pt x="559026" y="52047"/>
                  <a:pt x="558064" y="54225"/>
                  <a:pt x="556650" y="57790"/>
                </a:cubicBezTo>
                <a:lnTo>
                  <a:pt x="524997" y="135351"/>
                </a:lnTo>
                <a:cubicBezTo>
                  <a:pt x="521942" y="142876"/>
                  <a:pt x="517939" y="148561"/>
                  <a:pt x="512989" y="152408"/>
                </a:cubicBezTo>
                <a:cubicBezTo>
                  <a:pt x="508039" y="156255"/>
                  <a:pt x="503273" y="158179"/>
                  <a:pt x="498690" y="158179"/>
                </a:cubicBezTo>
                <a:cubicBezTo>
                  <a:pt x="495353" y="158179"/>
                  <a:pt x="492609" y="157228"/>
                  <a:pt x="490459" y="155328"/>
                </a:cubicBezTo>
                <a:cubicBezTo>
                  <a:pt x="488309" y="153427"/>
                  <a:pt x="487234" y="151248"/>
                  <a:pt x="487234" y="148788"/>
                </a:cubicBezTo>
                <a:cubicBezTo>
                  <a:pt x="487234" y="146441"/>
                  <a:pt x="488012" y="144547"/>
                  <a:pt x="489568" y="143108"/>
                </a:cubicBezTo>
                <a:cubicBezTo>
                  <a:pt x="491124" y="141671"/>
                  <a:pt x="493259" y="140952"/>
                  <a:pt x="495975" y="140952"/>
                </a:cubicBezTo>
                <a:cubicBezTo>
                  <a:pt x="497842" y="140952"/>
                  <a:pt x="500388" y="141574"/>
                  <a:pt x="503612" y="142819"/>
                </a:cubicBezTo>
                <a:cubicBezTo>
                  <a:pt x="505875" y="143668"/>
                  <a:pt x="507290" y="144092"/>
                  <a:pt x="507855" y="144092"/>
                </a:cubicBezTo>
                <a:cubicBezTo>
                  <a:pt x="509552" y="144092"/>
                  <a:pt x="511405" y="143209"/>
                  <a:pt x="513414" y="141443"/>
                </a:cubicBezTo>
                <a:cubicBezTo>
                  <a:pt x="515422" y="139678"/>
                  <a:pt x="517444" y="136263"/>
                  <a:pt x="519481" y="131196"/>
                </a:cubicBezTo>
                <a:lnTo>
                  <a:pt x="524997" y="117616"/>
                </a:lnTo>
                <a:lnTo>
                  <a:pt x="497078" y="58978"/>
                </a:lnTo>
                <a:cubicBezTo>
                  <a:pt x="496229" y="57224"/>
                  <a:pt x="494872" y="55046"/>
                  <a:pt x="493005" y="52443"/>
                </a:cubicBezTo>
                <a:cubicBezTo>
                  <a:pt x="491590" y="50463"/>
                  <a:pt x="490431" y="49134"/>
                  <a:pt x="489526" y="48455"/>
                </a:cubicBezTo>
                <a:cubicBezTo>
                  <a:pt x="488224" y="47550"/>
                  <a:pt x="486131" y="46758"/>
                  <a:pt x="483246" y="46079"/>
                </a:cubicBezTo>
                <a:lnTo>
                  <a:pt x="483246" y="42939"/>
                </a:lnTo>
                <a:close/>
                <a:moveTo>
                  <a:pt x="612572" y="40733"/>
                </a:moveTo>
                <a:cubicBezTo>
                  <a:pt x="624339" y="40733"/>
                  <a:pt x="633787" y="45198"/>
                  <a:pt x="640915" y="54127"/>
                </a:cubicBezTo>
                <a:cubicBezTo>
                  <a:pt x="646969" y="61756"/>
                  <a:pt x="649995" y="70516"/>
                  <a:pt x="649995" y="80407"/>
                </a:cubicBezTo>
                <a:cubicBezTo>
                  <a:pt x="649995" y="87359"/>
                  <a:pt x="648326" y="94395"/>
                  <a:pt x="644989" y="101516"/>
                </a:cubicBezTo>
                <a:cubicBezTo>
                  <a:pt x="641651" y="108636"/>
                  <a:pt x="637054" y="114004"/>
                  <a:pt x="631199" y="117621"/>
                </a:cubicBezTo>
                <a:cubicBezTo>
                  <a:pt x="625344" y="121238"/>
                  <a:pt x="618823" y="123047"/>
                  <a:pt x="611639" y="123047"/>
                </a:cubicBezTo>
                <a:cubicBezTo>
                  <a:pt x="599928" y="123047"/>
                  <a:pt x="590622" y="118384"/>
                  <a:pt x="583720" y="109058"/>
                </a:cubicBezTo>
                <a:cubicBezTo>
                  <a:pt x="577893" y="101203"/>
                  <a:pt x="574979" y="92388"/>
                  <a:pt x="574979" y="82611"/>
                </a:cubicBezTo>
                <a:cubicBezTo>
                  <a:pt x="574979" y="75490"/>
                  <a:pt x="576747" y="68411"/>
                  <a:pt x="580283" y="61375"/>
                </a:cubicBezTo>
                <a:cubicBezTo>
                  <a:pt x="583819" y="54339"/>
                  <a:pt x="588472" y="49139"/>
                  <a:pt x="594242" y="45777"/>
                </a:cubicBezTo>
                <a:cubicBezTo>
                  <a:pt x="600013" y="42414"/>
                  <a:pt x="606123" y="40733"/>
                  <a:pt x="612572" y="40733"/>
                </a:cubicBezTo>
                <a:moveTo>
                  <a:pt x="609941" y="46333"/>
                </a:moveTo>
                <a:cubicBezTo>
                  <a:pt x="606943" y="46333"/>
                  <a:pt x="603931" y="47224"/>
                  <a:pt x="600904" y="49004"/>
                </a:cubicBezTo>
                <a:cubicBezTo>
                  <a:pt x="597877" y="50784"/>
                  <a:pt x="595430" y="53906"/>
                  <a:pt x="593564" y="58370"/>
                </a:cubicBezTo>
                <a:cubicBezTo>
                  <a:pt x="591697" y="62834"/>
                  <a:pt x="590763" y="68569"/>
                  <a:pt x="590763" y="75576"/>
                </a:cubicBezTo>
                <a:cubicBezTo>
                  <a:pt x="590763" y="86876"/>
                  <a:pt x="593012" y="96624"/>
                  <a:pt x="597510" y="104818"/>
                </a:cubicBezTo>
                <a:cubicBezTo>
                  <a:pt x="602007" y="113010"/>
                  <a:pt x="607933" y="117107"/>
                  <a:pt x="615288" y="117107"/>
                </a:cubicBezTo>
                <a:cubicBezTo>
                  <a:pt x="620775" y="117107"/>
                  <a:pt x="625301" y="114846"/>
                  <a:pt x="628865" y="110326"/>
                </a:cubicBezTo>
                <a:cubicBezTo>
                  <a:pt x="632429" y="105805"/>
                  <a:pt x="634211" y="98036"/>
                  <a:pt x="634211" y="87018"/>
                </a:cubicBezTo>
                <a:cubicBezTo>
                  <a:pt x="634211" y="73230"/>
                  <a:pt x="631241" y="62381"/>
                  <a:pt x="625301" y="54469"/>
                </a:cubicBezTo>
                <a:cubicBezTo>
                  <a:pt x="621284" y="49045"/>
                  <a:pt x="616165" y="46333"/>
                  <a:pt x="609941" y="46333"/>
                </a:cubicBezTo>
                <a:close/>
                <a:moveTo>
                  <a:pt x="729594" y="42939"/>
                </a:moveTo>
                <a:lnTo>
                  <a:pt x="729594" y="90036"/>
                </a:lnTo>
                <a:cubicBezTo>
                  <a:pt x="729594" y="99031"/>
                  <a:pt x="729806" y="104533"/>
                  <a:pt x="730230" y="106541"/>
                </a:cubicBezTo>
                <a:cubicBezTo>
                  <a:pt x="730655" y="108550"/>
                  <a:pt x="731334" y="109950"/>
                  <a:pt x="732267" y="110742"/>
                </a:cubicBezTo>
                <a:cubicBezTo>
                  <a:pt x="733200" y="111534"/>
                  <a:pt x="734290" y="111930"/>
                  <a:pt x="735534" y="111930"/>
                </a:cubicBezTo>
                <a:cubicBezTo>
                  <a:pt x="737288" y="111930"/>
                  <a:pt x="739268" y="111449"/>
                  <a:pt x="741474" y="110487"/>
                </a:cubicBezTo>
                <a:lnTo>
                  <a:pt x="742662" y="113458"/>
                </a:lnTo>
                <a:lnTo>
                  <a:pt x="719411" y="123047"/>
                </a:lnTo>
                <a:lnTo>
                  <a:pt x="715592" y="123047"/>
                </a:lnTo>
                <a:lnTo>
                  <a:pt x="715592" y="106584"/>
                </a:lnTo>
                <a:cubicBezTo>
                  <a:pt x="708916" y="113825"/>
                  <a:pt x="703825" y="118379"/>
                  <a:pt x="700317" y="120246"/>
                </a:cubicBezTo>
                <a:cubicBezTo>
                  <a:pt x="696810" y="122113"/>
                  <a:pt x="693104" y="123047"/>
                  <a:pt x="689201" y="123047"/>
                </a:cubicBezTo>
                <a:cubicBezTo>
                  <a:pt x="684845" y="123047"/>
                  <a:pt x="681068" y="121788"/>
                  <a:pt x="677872" y="119270"/>
                </a:cubicBezTo>
                <a:cubicBezTo>
                  <a:pt x="674675" y="116753"/>
                  <a:pt x="672455" y="113514"/>
                  <a:pt x="671210" y="109554"/>
                </a:cubicBezTo>
                <a:cubicBezTo>
                  <a:pt x="669966" y="105594"/>
                  <a:pt x="669343" y="99993"/>
                  <a:pt x="669343" y="92752"/>
                </a:cubicBezTo>
                <a:lnTo>
                  <a:pt x="669343" y="58044"/>
                </a:lnTo>
                <a:cubicBezTo>
                  <a:pt x="669343" y="54367"/>
                  <a:pt x="668947" y="51821"/>
                  <a:pt x="668155" y="50407"/>
                </a:cubicBezTo>
                <a:cubicBezTo>
                  <a:pt x="667363" y="48992"/>
                  <a:pt x="666190" y="47903"/>
                  <a:pt x="664634" y="47140"/>
                </a:cubicBezTo>
                <a:cubicBezTo>
                  <a:pt x="663078" y="46376"/>
                  <a:pt x="660263" y="46022"/>
                  <a:pt x="656190" y="46079"/>
                </a:cubicBezTo>
                <a:lnTo>
                  <a:pt x="656190" y="42939"/>
                </a:lnTo>
                <a:lnTo>
                  <a:pt x="683430" y="42939"/>
                </a:lnTo>
                <a:lnTo>
                  <a:pt x="683430" y="94831"/>
                </a:lnTo>
                <a:cubicBezTo>
                  <a:pt x="683430" y="102055"/>
                  <a:pt x="684689" y="106795"/>
                  <a:pt x="687206" y="109053"/>
                </a:cubicBezTo>
                <a:cubicBezTo>
                  <a:pt x="689724" y="111310"/>
                  <a:pt x="692765" y="112439"/>
                  <a:pt x="696329" y="112439"/>
                </a:cubicBezTo>
                <a:cubicBezTo>
                  <a:pt x="698762" y="112439"/>
                  <a:pt x="701519" y="111677"/>
                  <a:pt x="704603" y="110153"/>
                </a:cubicBezTo>
                <a:cubicBezTo>
                  <a:pt x="707686" y="108629"/>
                  <a:pt x="711349" y="105724"/>
                  <a:pt x="715592" y="101437"/>
                </a:cubicBezTo>
                <a:lnTo>
                  <a:pt x="715592" y="57506"/>
                </a:lnTo>
                <a:cubicBezTo>
                  <a:pt x="715592" y="53104"/>
                  <a:pt x="714786" y="50127"/>
                  <a:pt x="713174" y="48577"/>
                </a:cubicBezTo>
                <a:cubicBezTo>
                  <a:pt x="711561" y="47025"/>
                  <a:pt x="708209" y="46192"/>
                  <a:pt x="703118" y="46079"/>
                </a:cubicBezTo>
                <a:lnTo>
                  <a:pt x="703118" y="42939"/>
                </a:lnTo>
                <a:lnTo>
                  <a:pt x="729594" y="42939"/>
                </a:lnTo>
                <a:close/>
                <a:moveTo>
                  <a:pt x="837960" y="155124"/>
                </a:moveTo>
                <a:lnTo>
                  <a:pt x="800622" y="155124"/>
                </a:lnTo>
                <a:lnTo>
                  <a:pt x="800622" y="2885"/>
                </a:lnTo>
                <a:lnTo>
                  <a:pt x="837960" y="2885"/>
                </a:lnTo>
                <a:lnTo>
                  <a:pt x="837960" y="9589"/>
                </a:lnTo>
                <a:lnTo>
                  <a:pt x="813350" y="9589"/>
                </a:lnTo>
                <a:lnTo>
                  <a:pt x="813350" y="148590"/>
                </a:lnTo>
                <a:lnTo>
                  <a:pt x="837960" y="148590"/>
                </a:lnTo>
                <a:lnTo>
                  <a:pt x="837960" y="155124"/>
                </a:lnTo>
                <a:close/>
                <a:moveTo>
                  <a:pt x="846530" y="42939"/>
                </a:moveTo>
                <a:lnTo>
                  <a:pt x="883104" y="42939"/>
                </a:lnTo>
                <a:lnTo>
                  <a:pt x="883104" y="46079"/>
                </a:lnTo>
                <a:cubicBezTo>
                  <a:pt x="880785" y="46079"/>
                  <a:pt x="879158" y="46475"/>
                  <a:pt x="878225" y="47267"/>
                </a:cubicBezTo>
                <a:cubicBezTo>
                  <a:pt x="877291" y="48059"/>
                  <a:pt x="876824" y="49106"/>
                  <a:pt x="876824" y="50407"/>
                </a:cubicBezTo>
                <a:cubicBezTo>
                  <a:pt x="876824" y="51764"/>
                  <a:pt x="877814" y="53858"/>
                  <a:pt x="879795" y="56686"/>
                </a:cubicBezTo>
                <a:cubicBezTo>
                  <a:pt x="880417" y="57592"/>
                  <a:pt x="881350" y="59006"/>
                  <a:pt x="882595" y="60929"/>
                </a:cubicBezTo>
                <a:lnTo>
                  <a:pt x="888111" y="69755"/>
                </a:lnTo>
                <a:lnTo>
                  <a:pt x="894475" y="60929"/>
                </a:lnTo>
                <a:cubicBezTo>
                  <a:pt x="898549" y="55329"/>
                  <a:pt x="900585" y="51793"/>
                  <a:pt x="900585" y="50322"/>
                </a:cubicBezTo>
                <a:cubicBezTo>
                  <a:pt x="900585" y="49134"/>
                  <a:pt x="900104" y="48130"/>
                  <a:pt x="899143" y="47309"/>
                </a:cubicBezTo>
                <a:cubicBezTo>
                  <a:pt x="898181" y="46489"/>
                  <a:pt x="896625" y="46079"/>
                  <a:pt x="894475" y="46079"/>
                </a:cubicBezTo>
                <a:lnTo>
                  <a:pt x="894475" y="42939"/>
                </a:lnTo>
                <a:lnTo>
                  <a:pt x="920782" y="42939"/>
                </a:lnTo>
                <a:lnTo>
                  <a:pt x="920782" y="46079"/>
                </a:lnTo>
                <a:cubicBezTo>
                  <a:pt x="918010" y="46249"/>
                  <a:pt x="915605" y="47012"/>
                  <a:pt x="913569" y="48370"/>
                </a:cubicBezTo>
                <a:cubicBezTo>
                  <a:pt x="910797" y="50294"/>
                  <a:pt x="907006" y="54480"/>
                  <a:pt x="902198" y="60929"/>
                </a:cubicBezTo>
                <a:lnTo>
                  <a:pt x="891590" y="75101"/>
                </a:lnTo>
                <a:lnTo>
                  <a:pt x="910938" y="102879"/>
                </a:lnTo>
                <a:cubicBezTo>
                  <a:pt x="915690" y="109710"/>
                  <a:pt x="919085" y="113818"/>
                  <a:pt x="921121" y="115202"/>
                </a:cubicBezTo>
                <a:cubicBezTo>
                  <a:pt x="923158" y="116585"/>
                  <a:pt x="925789" y="117361"/>
                  <a:pt x="929013" y="117531"/>
                </a:cubicBezTo>
                <a:lnTo>
                  <a:pt x="929013" y="120671"/>
                </a:lnTo>
                <a:lnTo>
                  <a:pt x="892354" y="120671"/>
                </a:lnTo>
                <a:lnTo>
                  <a:pt x="892354" y="117531"/>
                </a:lnTo>
                <a:cubicBezTo>
                  <a:pt x="894900" y="117531"/>
                  <a:pt x="896880" y="116967"/>
                  <a:pt x="898294" y="115839"/>
                </a:cubicBezTo>
                <a:cubicBezTo>
                  <a:pt x="899369" y="115049"/>
                  <a:pt x="899906" y="114005"/>
                  <a:pt x="899906" y="112707"/>
                </a:cubicBezTo>
                <a:cubicBezTo>
                  <a:pt x="899906" y="111409"/>
                  <a:pt x="898096" y="108137"/>
                  <a:pt x="894475" y="102890"/>
                </a:cubicBezTo>
                <a:lnTo>
                  <a:pt x="883104" y="86302"/>
                </a:lnTo>
                <a:lnTo>
                  <a:pt x="870630" y="102890"/>
                </a:lnTo>
                <a:cubicBezTo>
                  <a:pt x="866783" y="108024"/>
                  <a:pt x="864859" y="111071"/>
                  <a:pt x="864859" y="112031"/>
                </a:cubicBezTo>
                <a:cubicBezTo>
                  <a:pt x="864859" y="113385"/>
                  <a:pt x="865496" y="114612"/>
                  <a:pt x="866769" y="115712"/>
                </a:cubicBezTo>
                <a:cubicBezTo>
                  <a:pt x="868041" y="116811"/>
                  <a:pt x="869951" y="117418"/>
                  <a:pt x="872497" y="117531"/>
                </a:cubicBezTo>
                <a:lnTo>
                  <a:pt x="872497" y="120671"/>
                </a:lnTo>
                <a:lnTo>
                  <a:pt x="847124" y="120671"/>
                </a:lnTo>
                <a:lnTo>
                  <a:pt x="847124" y="117531"/>
                </a:lnTo>
                <a:cubicBezTo>
                  <a:pt x="849160" y="117248"/>
                  <a:pt x="850942" y="116543"/>
                  <a:pt x="852470" y="115415"/>
                </a:cubicBezTo>
                <a:cubicBezTo>
                  <a:pt x="854619" y="113778"/>
                  <a:pt x="858240" y="109601"/>
                  <a:pt x="863332" y="102885"/>
                </a:cubicBezTo>
                <a:lnTo>
                  <a:pt x="879625" y="81296"/>
                </a:lnTo>
                <a:lnTo>
                  <a:pt x="864859" y="59911"/>
                </a:lnTo>
                <a:cubicBezTo>
                  <a:pt x="860673" y="53801"/>
                  <a:pt x="857434" y="49968"/>
                  <a:pt x="855143" y="48413"/>
                </a:cubicBezTo>
                <a:cubicBezTo>
                  <a:pt x="852852" y="46857"/>
                  <a:pt x="849980" y="46079"/>
                  <a:pt x="846530" y="46079"/>
                </a:cubicBezTo>
                <a:lnTo>
                  <a:pt x="846530" y="42939"/>
                </a:lnTo>
                <a:close/>
                <a:moveTo>
                  <a:pt x="937499" y="2885"/>
                </a:moveTo>
                <a:lnTo>
                  <a:pt x="974837" y="2885"/>
                </a:lnTo>
                <a:lnTo>
                  <a:pt x="974837" y="155124"/>
                </a:lnTo>
                <a:lnTo>
                  <a:pt x="937499" y="155124"/>
                </a:lnTo>
                <a:lnTo>
                  <a:pt x="937499" y="148420"/>
                </a:lnTo>
                <a:lnTo>
                  <a:pt x="962108" y="148420"/>
                </a:lnTo>
                <a:lnTo>
                  <a:pt x="962108" y="9589"/>
                </a:lnTo>
                <a:lnTo>
                  <a:pt x="937499" y="9589"/>
                </a:lnTo>
                <a:lnTo>
                  <a:pt x="937499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E286C-4A64-4BD8-891F-5B42310D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5183570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4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4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21280-2E8F-4F6B-992C-B16DD895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5183570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4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4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89" name="Text Thanks[x]">
            <a:extLst xmlns:a="http://schemas.openxmlformats.org/drawingml/2006/main">
              <a:ext uri="{FF2B5EF4-FFF2-40B4-BE49-F238E27FC236}">
                <a16:creationId xmlns:a16="http://schemas.microsoft.com/office/drawing/2014/main" id="{27238DD6-2C18-452B-AB80-09E1F955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230" y="5256745"/>
            <a:ext cx="738305" cy="155124"/>
          </a:xfrm>
          <a:custGeom xmlns:a="http://schemas.openxmlformats.org/drawingml/2006/main">
            <a:pathLst>
              <a:path w="738305" h="155124">
                <a:moveTo>
                  <a:pt x="95298" y="5601"/>
                </a:moveTo>
                <a:lnTo>
                  <a:pt x="96570" y="32586"/>
                </a:lnTo>
                <a:lnTo>
                  <a:pt x="93346" y="32586"/>
                </a:lnTo>
                <a:cubicBezTo>
                  <a:pt x="92723" y="27834"/>
                  <a:pt x="91875" y="24440"/>
                  <a:pt x="90800" y="22403"/>
                </a:cubicBezTo>
                <a:cubicBezTo>
                  <a:pt x="89046" y="19122"/>
                  <a:pt x="86713" y="16703"/>
                  <a:pt x="83799" y="15147"/>
                </a:cubicBezTo>
                <a:cubicBezTo>
                  <a:pt x="80886" y="13592"/>
                  <a:pt x="77053" y="12814"/>
                  <a:pt x="72301" y="12814"/>
                </a:cubicBezTo>
                <a:lnTo>
                  <a:pt x="56092" y="12814"/>
                </a:lnTo>
                <a:lnTo>
                  <a:pt x="56092" y="100729"/>
                </a:lnTo>
                <a:cubicBezTo>
                  <a:pt x="56092" y="107800"/>
                  <a:pt x="56856" y="112213"/>
                  <a:pt x="58384" y="113967"/>
                </a:cubicBezTo>
                <a:cubicBezTo>
                  <a:pt x="60533" y="116343"/>
                  <a:pt x="63843" y="117531"/>
                  <a:pt x="68312" y="117531"/>
                </a:cubicBezTo>
                <a:lnTo>
                  <a:pt x="72301" y="117531"/>
                </a:lnTo>
                <a:lnTo>
                  <a:pt x="72301" y="120671"/>
                </a:lnTo>
                <a:lnTo>
                  <a:pt x="23506" y="120671"/>
                </a:lnTo>
                <a:lnTo>
                  <a:pt x="23506" y="117531"/>
                </a:lnTo>
                <a:lnTo>
                  <a:pt x="27579" y="117531"/>
                </a:lnTo>
                <a:cubicBezTo>
                  <a:pt x="32445" y="117531"/>
                  <a:pt x="35896" y="116060"/>
                  <a:pt x="37932" y="113118"/>
                </a:cubicBezTo>
                <a:cubicBezTo>
                  <a:pt x="39177" y="111308"/>
                  <a:pt x="39799" y="107178"/>
                  <a:pt x="39799" y="100729"/>
                </a:cubicBezTo>
                <a:lnTo>
                  <a:pt x="39799" y="12814"/>
                </a:lnTo>
                <a:lnTo>
                  <a:pt x="25967" y="12814"/>
                </a:lnTo>
                <a:cubicBezTo>
                  <a:pt x="20593" y="12814"/>
                  <a:pt x="16774" y="13210"/>
                  <a:pt x="14511" y="14002"/>
                </a:cubicBezTo>
                <a:cubicBezTo>
                  <a:pt x="11569" y="15077"/>
                  <a:pt x="9052" y="17142"/>
                  <a:pt x="6959" y="20197"/>
                </a:cubicBezTo>
                <a:cubicBezTo>
                  <a:pt x="4865" y="23252"/>
                  <a:pt x="3621" y="27381"/>
                  <a:pt x="3225" y="32586"/>
                </a:cubicBezTo>
                <a:lnTo>
                  <a:pt x="0" y="32586"/>
                </a:lnTo>
                <a:lnTo>
                  <a:pt x="1358" y="5601"/>
                </a:lnTo>
                <a:lnTo>
                  <a:pt x="95298" y="5601"/>
                </a:lnTo>
                <a:close/>
                <a:moveTo>
                  <a:pt x="129184" y="0"/>
                </a:moveTo>
                <a:lnTo>
                  <a:pt x="129184" y="56941"/>
                </a:lnTo>
                <a:cubicBezTo>
                  <a:pt x="135464" y="50039"/>
                  <a:pt x="140442" y="45612"/>
                  <a:pt x="144120" y="43660"/>
                </a:cubicBezTo>
                <a:cubicBezTo>
                  <a:pt x="147797" y="41709"/>
                  <a:pt x="151474" y="40733"/>
                  <a:pt x="155151" y="40733"/>
                </a:cubicBezTo>
                <a:cubicBezTo>
                  <a:pt x="159564" y="40733"/>
                  <a:pt x="163355" y="41946"/>
                  <a:pt x="166523" y="44374"/>
                </a:cubicBezTo>
                <a:cubicBezTo>
                  <a:pt x="169691" y="46801"/>
                  <a:pt x="172038" y="50611"/>
                  <a:pt x="173566" y="55803"/>
                </a:cubicBezTo>
                <a:cubicBezTo>
                  <a:pt x="174641" y="59417"/>
                  <a:pt x="175178" y="66022"/>
                  <a:pt x="175178" y="75618"/>
                </a:cubicBezTo>
                <a:lnTo>
                  <a:pt x="175178" y="103052"/>
                </a:lnTo>
                <a:cubicBezTo>
                  <a:pt x="175178" y="107963"/>
                  <a:pt x="175574" y="111322"/>
                  <a:pt x="176366" y="113129"/>
                </a:cubicBezTo>
                <a:cubicBezTo>
                  <a:pt x="176932" y="114483"/>
                  <a:pt x="177894" y="115555"/>
                  <a:pt x="179252" y="116345"/>
                </a:cubicBezTo>
                <a:cubicBezTo>
                  <a:pt x="180609" y="117136"/>
                  <a:pt x="183099" y="117531"/>
                  <a:pt x="186719" y="117531"/>
                </a:cubicBezTo>
                <a:lnTo>
                  <a:pt x="186719" y="120671"/>
                </a:lnTo>
                <a:lnTo>
                  <a:pt x="148532" y="120671"/>
                </a:lnTo>
                <a:lnTo>
                  <a:pt x="148532" y="117531"/>
                </a:lnTo>
                <a:lnTo>
                  <a:pt x="150314" y="117531"/>
                </a:lnTo>
                <a:cubicBezTo>
                  <a:pt x="153935" y="117531"/>
                  <a:pt x="156453" y="116979"/>
                  <a:pt x="157867" y="115876"/>
                </a:cubicBezTo>
                <a:cubicBezTo>
                  <a:pt x="159281" y="114773"/>
                  <a:pt x="160271" y="113146"/>
                  <a:pt x="160837" y="110997"/>
                </a:cubicBezTo>
                <a:cubicBezTo>
                  <a:pt x="161007" y="110091"/>
                  <a:pt x="161092" y="107433"/>
                  <a:pt x="161092" y="103020"/>
                </a:cubicBezTo>
                <a:lnTo>
                  <a:pt x="161092" y="75525"/>
                </a:lnTo>
                <a:cubicBezTo>
                  <a:pt x="161092" y="67039"/>
                  <a:pt x="160653" y="61467"/>
                  <a:pt x="159776" y="58808"/>
                </a:cubicBezTo>
                <a:cubicBezTo>
                  <a:pt x="158899" y="56149"/>
                  <a:pt x="157499" y="54155"/>
                  <a:pt x="155576" y="52825"/>
                </a:cubicBezTo>
                <a:cubicBezTo>
                  <a:pt x="153652" y="51496"/>
                  <a:pt x="151333" y="50831"/>
                  <a:pt x="148617" y="50831"/>
                </a:cubicBezTo>
                <a:cubicBezTo>
                  <a:pt x="145845" y="50831"/>
                  <a:pt x="142960" y="51566"/>
                  <a:pt x="139961" y="53037"/>
                </a:cubicBezTo>
                <a:cubicBezTo>
                  <a:pt x="136963" y="54508"/>
                  <a:pt x="133371" y="57478"/>
                  <a:pt x="129184" y="61948"/>
                </a:cubicBezTo>
                <a:lnTo>
                  <a:pt x="129184" y="103020"/>
                </a:lnTo>
                <a:cubicBezTo>
                  <a:pt x="129184" y="108338"/>
                  <a:pt x="129481" y="111647"/>
                  <a:pt x="130075" y="112948"/>
                </a:cubicBezTo>
                <a:cubicBezTo>
                  <a:pt x="130669" y="114250"/>
                  <a:pt x="131773" y="115339"/>
                  <a:pt x="133385" y="116216"/>
                </a:cubicBezTo>
                <a:cubicBezTo>
                  <a:pt x="134997" y="117092"/>
                  <a:pt x="137783" y="117531"/>
                  <a:pt x="141744" y="117531"/>
                </a:cubicBezTo>
                <a:lnTo>
                  <a:pt x="141744" y="120671"/>
                </a:lnTo>
                <a:lnTo>
                  <a:pt x="103217" y="120671"/>
                </a:lnTo>
                <a:lnTo>
                  <a:pt x="103217" y="117531"/>
                </a:lnTo>
                <a:cubicBezTo>
                  <a:pt x="106668" y="117531"/>
                  <a:pt x="109384" y="116993"/>
                  <a:pt x="111364" y="115919"/>
                </a:cubicBezTo>
                <a:cubicBezTo>
                  <a:pt x="112495" y="115355"/>
                  <a:pt x="113400" y="114281"/>
                  <a:pt x="114079" y="112699"/>
                </a:cubicBezTo>
                <a:cubicBezTo>
                  <a:pt x="114758" y="111115"/>
                  <a:pt x="115098" y="107892"/>
                  <a:pt x="115098" y="103030"/>
                </a:cubicBezTo>
                <a:lnTo>
                  <a:pt x="115098" y="32732"/>
                </a:lnTo>
                <a:cubicBezTo>
                  <a:pt x="115098" y="23857"/>
                  <a:pt x="114885" y="18402"/>
                  <a:pt x="114461" y="16367"/>
                </a:cubicBezTo>
                <a:cubicBezTo>
                  <a:pt x="114037" y="14331"/>
                  <a:pt x="113386" y="12946"/>
                  <a:pt x="112509" y="12212"/>
                </a:cubicBezTo>
                <a:cubicBezTo>
                  <a:pt x="111632" y="11476"/>
                  <a:pt x="110459" y="11109"/>
                  <a:pt x="108988" y="11109"/>
                </a:cubicBezTo>
                <a:cubicBezTo>
                  <a:pt x="107800" y="11109"/>
                  <a:pt x="105876" y="11561"/>
                  <a:pt x="103217" y="12466"/>
                </a:cubicBezTo>
                <a:lnTo>
                  <a:pt x="102029" y="9496"/>
                </a:lnTo>
                <a:lnTo>
                  <a:pt x="125281" y="0"/>
                </a:lnTo>
                <a:lnTo>
                  <a:pt x="129184" y="0"/>
                </a:lnTo>
                <a:close/>
                <a:moveTo>
                  <a:pt x="237296" y="109469"/>
                </a:moveTo>
                <a:cubicBezTo>
                  <a:pt x="229319" y="115636"/>
                  <a:pt x="224312" y="119200"/>
                  <a:pt x="222275" y="120161"/>
                </a:cubicBezTo>
                <a:cubicBezTo>
                  <a:pt x="219220" y="121632"/>
                  <a:pt x="215967" y="122368"/>
                  <a:pt x="212516" y="122368"/>
                </a:cubicBezTo>
                <a:cubicBezTo>
                  <a:pt x="207142" y="122368"/>
                  <a:pt x="202715" y="120529"/>
                  <a:pt x="199236" y="116852"/>
                </a:cubicBezTo>
                <a:cubicBezTo>
                  <a:pt x="195757" y="113175"/>
                  <a:pt x="194017" y="108338"/>
                  <a:pt x="194017" y="102341"/>
                </a:cubicBezTo>
                <a:cubicBezTo>
                  <a:pt x="194017" y="98551"/>
                  <a:pt x="194866" y="95269"/>
                  <a:pt x="196563" y="92497"/>
                </a:cubicBezTo>
                <a:cubicBezTo>
                  <a:pt x="198882" y="88650"/>
                  <a:pt x="202913" y="85030"/>
                  <a:pt x="208655" y="81635"/>
                </a:cubicBezTo>
                <a:cubicBezTo>
                  <a:pt x="214398" y="78241"/>
                  <a:pt x="223944" y="74111"/>
                  <a:pt x="237296" y="69246"/>
                </a:cubicBezTo>
                <a:lnTo>
                  <a:pt x="237296" y="66191"/>
                </a:lnTo>
                <a:cubicBezTo>
                  <a:pt x="237296" y="58440"/>
                  <a:pt x="236065" y="53122"/>
                  <a:pt x="233604" y="50237"/>
                </a:cubicBezTo>
                <a:cubicBezTo>
                  <a:pt x="231143" y="47352"/>
                  <a:pt x="227565" y="45909"/>
                  <a:pt x="222869" y="45909"/>
                </a:cubicBezTo>
                <a:cubicBezTo>
                  <a:pt x="219305" y="45909"/>
                  <a:pt x="216477" y="46867"/>
                  <a:pt x="214383" y="48784"/>
                </a:cubicBezTo>
                <a:cubicBezTo>
                  <a:pt x="212234" y="50700"/>
                  <a:pt x="211159" y="52899"/>
                  <a:pt x="211159" y="55379"/>
                </a:cubicBezTo>
                <a:lnTo>
                  <a:pt x="211328" y="60282"/>
                </a:lnTo>
                <a:cubicBezTo>
                  <a:pt x="211328" y="62874"/>
                  <a:pt x="210664" y="64874"/>
                  <a:pt x="209334" y="66283"/>
                </a:cubicBezTo>
                <a:cubicBezTo>
                  <a:pt x="208005" y="67692"/>
                  <a:pt x="206265" y="68397"/>
                  <a:pt x="204115" y="68397"/>
                </a:cubicBezTo>
                <a:cubicBezTo>
                  <a:pt x="202022" y="68397"/>
                  <a:pt x="200311" y="67664"/>
                  <a:pt x="198981" y="66199"/>
                </a:cubicBezTo>
                <a:cubicBezTo>
                  <a:pt x="197652" y="64731"/>
                  <a:pt x="196987" y="62728"/>
                  <a:pt x="196987" y="60189"/>
                </a:cubicBezTo>
                <a:cubicBezTo>
                  <a:pt x="196987" y="55340"/>
                  <a:pt x="199476" y="50885"/>
                  <a:pt x="204455" y="46824"/>
                </a:cubicBezTo>
                <a:cubicBezTo>
                  <a:pt x="209433" y="42763"/>
                  <a:pt x="216420" y="40733"/>
                  <a:pt x="225415" y="40733"/>
                </a:cubicBezTo>
                <a:cubicBezTo>
                  <a:pt x="232317" y="40733"/>
                  <a:pt x="237974" y="41891"/>
                  <a:pt x="242387" y="44207"/>
                </a:cubicBezTo>
                <a:cubicBezTo>
                  <a:pt x="245725" y="45959"/>
                  <a:pt x="248186" y="48700"/>
                  <a:pt x="249770" y="52430"/>
                </a:cubicBezTo>
                <a:cubicBezTo>
                  <a:pt x="250788" y="54859"/>
                  <a:pt x="251297" y="59831"/>
                  <a:pt x="251297" y="67347"/>
                </a:cubicBezTo>
                <a:lnTo>
                  <a:pt x="251297" y="93706"/>
                </a:lnTo>
                <a:cubicBezTo>
                  <a:pt x="251297" y="101109"/>
                  <a:pt x="251439" y="105643"/>
                  <a:pt x="251722" y="107311"/>
                </a:cubicBezTo>
                <a:cubicBezTo>
                  <a:pt x="252005" y="108978"/>
                  <a:pt x="252471" y="110094"/>
                  <a:pt x="253122" y="110660"/>
                </a:cubicBezTo>
                <a:cubicBezTo>
                  <a:pt x="253772" y="111224"/>
                  <a:pt x="254522" y="111506"/>
                  <a:pt x="255371" y="111506"/>
                </a:cubicBezTo>
                <a:cubicBezTo>
                  <a:pt x="256276" y="111506"/>
                  <a:pt x="257068" y="111308"/>
                  <a:pt x="257747" y="110912"/>
                </a:cubicBezTo>
                <a:cubicBezTo>
                  <a:pt x="258935" y="110176"/>
                  <a:pt x="261226" y="108111"/>
                  <a:pt x="264620" y="104717"/>
                </a:cubicBezTo>
                <a:lnTo>
                  <a:pt x="264620" y="109469"/>
                </a:lnTo>
                <a:cubicBezTo>
                  <a:pt x="258284" y="117955"/>
                  <a:pt x="252231" y="122198"/>
                  <a:pt x="246460" y="122198"/>
                </a:cubicBezTo>
                <a:cubicBezTo>
                  <a:pt x="243688" y="122198"/>
                  <a:pt x="241482" y="121236"/>
                  <a:pt x="239841" y="119313"/>
                </a:cubicBezTo>
                <a:cubicBezTo>
                  <a:pt x="238201" y="117389"/>
                  <a:pt x="237352" y="114108"/>
                  <a:pt x="237296" y="109469"/>
                </a:cubicBezTo>
                <a:moveTo>
                  <a:pt x="237296" y="103906"/>
                </a:moveTo>
                <a:lnTo>
                  <a:pt x="237296" y="74422"/>
                </a:lnTo>
                <a:cubicBezTo>
                  <a:pt x="228753" y="77801"/>
                  <a:pt x="223237" y="80194"/>
                  <a:pt x="220748" y="81603"/>
                </a:cubicBezTo>
                <a:cubicBezTo>
                  <a:pt x="216279" y="84082"/>
                  <a:pt x="213082" y="86673"/>
                  <a:pt x="211159" y="89376"/>
                </a:cubicBezTo>
                <a:cubicBezTo>
                  <a:pt x="209235" y="92079"/>
                  <a:pt x="208273" y="95036"/>
                  <a:pt x="208273" y="98246"/>
                </a:cubicBezTo>
                <a:cubicBezTo>
                  <a:pt x="208273" y="102302"/>
                  <a:pt x="209490" y="105667"/>
                  <a:pt x="211922" y="108342"/>
                </a:cubicBezTo>
                <a:cubicBezTo>
                  <a:pt x="214355" y="111017"/>
                  <a:pt x="217155" y="112354"/>
                  <a:pt x="220324" y="112354"/>
                </a:cubicBezTo>
                <a:cubicBezTo>
                  <a:pt x="224623" y="112354"/>
                  <a:pt x="230280" y="109538"/>
                  <a:pt x="237296" y="103906"/>
                </a:cubicBezTo>
                <a:close/>
                <a:moveTo>
                  <a:pt x="293075" y="57196"/>
                </a:moveTo>
                <a:cubicBezTo>
                  <a:pt x="302183" y="46220"/>
                  <a:pt x="310867" y="40733"/>
                  <a:pt x="319127" y="40733"/>
                </a:cubicBezTo>
                <a:cubicBezTo>
                  <a:pt x="323370" y="40733"/>
                  <a:pt x="327019" y="41792"/>
                  <a:pt x="330074" y="43910"/>
                </a:cubicBezTo>
                <a:cubicBezTo>
                  <a:pt x="333129" y="46026"/>
                  <a:pt x="335562" y="49511"/>
                  <a:pt x="337372" y="54366"/>
                </a:cubicBezTo>
                <a:cubicBezTo>
                  <a:pt x="338616" y="57752"/>
                  <a:pt x="339239" y="62945"/>
                  <a:pt x="339239" y="69946"/>
                </a:cubicBezTo>
                <a:lnTo>
                  <a:pt x="339239" y="103052"/>
                </a:lnTo>
                <a:cubicBezTo>
                  <a:pt x="339239" y="107963"/>
                  <a:pt x="339635" y="111294"/>
                  <a:pt x="340427" y="113044"/>
                </a:cubicBezTo>
                <a:cubicBezTo>
                  <a:pt x="341049" y="114455"/>
                  <a:pt x="342053" y="115555"/>
                  <a:pt x="343439" y="116345"/>
                </a:cubicBezTo>
                <a:cubicBezTo>
                  <a:pt x="344825" y="117136"/>
                  <a:pt x="347385" y="117531"/>
                  <a:pt x="351119" y="117531"/>
                </a:cubicBezTo>
                <a:lnTo>
                  <a:pt x="351119" y="120671"/>
                </a:lnTo>
                <a:lnTo>
                  <a:pt x="312678" y="120671"/>
                </a:lnTo>
                <a:lnTo>
                  <a:pt x="312678" y="117531"/>
                </a:lnTo>
                <a:lnTo>
                  <a:pt x="314290" y="117531"/>
                </a:lnTo>
                <a:cubicBezTo>
                  <a:pt x="317911" y="117531"/>
                  <a:pt x="320442" y="116982"/>
                  <a:pt x="321885" y="115884"/>
                </a:cubicBezTo>
                <a:cubicBezTo>
                  <a:pt x="323328" y="114786"/>
                  <a:pt x="324332" y="113169"/>
                  <a:pt x="324897" y="111031"/>
                </a:cubicBezTo>
                <a:cubicBezTo>
                  <a:pt x="325124" y="110186"/>
                  <a:pt x="325237" y="107540"/>
                  <a:pt x="325237" y="103094"/>
                </a:cubicBezTo>
                <a:lnTo>
                  <a:pt x="325237" y="71433"/>
                </a:lnTo>
                <a:cubicBezTo>
                  <a:pt x="325237" y="64399"/>
                  <a:pt x="324318" y="59291"/>
                  <a:pt x="322479" y="56111"/>
                </a:cubicBezTo>
                <a:cubicBezTo>
                  <a:pt x="320640" y="52930"/>
                  <a:pt x="317543" y="51340"/>
                  <a:pt x="313187" y="51340"/>
                </a:cubicBezTo>
                <a:cubicBezTo>
                  <a:pt x="306455" y="51340"/>
                  <a:pt x="299751" y="54999"/>
                  <a:pt x="293075" y="62316"/>
                </a:cubicBezTo>
                <a:lnTo>
                  <a:pt x="293075" y="103094"/>
                </a:lnTo>
                <a:cubicBezTo>
                  <a:pt x="293075" y="108329"/>
                  <a:pt x="293386" y="111565"/>
                  <a:pt x="294009" y="112803"/>
                </a:cubicBezTo>
                <a:cubicBezTo>
                  <a:pt x="294801" y="114434"/>
                  <a:pt x="295890" y="115630"/>
                  <a:pt x="297276" y="116391"/>
                </a:cubicBezTo>
                <a:cubicBezTo>
                  <a:pt x="298662" y="117151"/>
                  <a:pt x="301476" y="117531"/>
                  <a:pt x="305719" y="117531"/>
                </a:cubicBezTo>
                <a:lnTo>
                  <a:pt x="305719" y="120671"/>
                </a:lnTo>
                <a:lnTo>
                  <a:pt x="267278" y="120671"/>
                </a:lnTo>
                <a:lnTo>
                  <a:pt x="267278" y="117531"/>
                </a:lnTo>
                <a:lnTo>
                  <a:pt x="268975" y="117531"/>
                </a:lnTo>
                <a:cubicBezTo>
                  <a:pt x="272935" y="117531"/>
                  <a:pt x="275608" y="116529"/>
                  <a:pt x="276994" y="114526"/>
                </a:cubicBezTo>
                <a:cubicBezTo>
                  <a:pt x="278380" y="112521"/>
                  <a:pt x="279073" y="108697"/>
                  <a:pt x="279073" y="103052"/>
                </a:cubicBezTo>
                <a:lnTo>
                  <a:pt x="279073" y="74263"/>
                </a:lnTo>
                <a:cubicBezTo>
                  <a:pt x="279073" y="64950"/>
                  <a:pt x="278861" y="59277"/>
                  <a:pt x="278437" y="57246"/>
                </a:cubicBezTo>
                <a:cubicBezTo>
                  <a:pt x="278012" y="55213"/>
                  <a:pt x="277362" y="53829"/>
                  <a:pt x="276485" y="53096"/>
                </a:cubicBezTo>
                <a:cubicBezTo>
                  <a:pt x="275608" y="52362"/>
                  <a:pt x="274434" y="51995"/>
                  <a:pt x="272963" y="51995"/>
                </a:cubicBezTo>
                <a:cubicBezTo>
                  <a:pt x="271379" y="51995"/>
                  <a:pt x="269484" y="52419"/>
                  <a:pt x="267278" y="53265"/>
                </a:cubicBezTo>
                <a:lnTo>
                  <a:pt x="266005" y="50216"/>
                </a:lnTo>
                <a:lnTo>
                  <a:pt x="289426" y="40733"/>
                </a:lnTo>
                <a:lnTo>
                  <a:pt x="293075" y="40733"/>
                </a:lnTo>
                <a:lnTo>
                  <a:pt x="293075" y="57196"/>
                </a:lnTo>
                <a:close/>
                <a:moveTo>
                  <a:pt x="380311" y="0"/>
                </a:moveTo>
                <a:lnTo>
                  <a:pt x="380311" y="77307"/>
                </a:lnTo>
                <a:lnTo>
                  <a:pt x="400083" y="59317"/>
                </a:lnTo>
                <a:cubicBezTo>
                  <a:pt x="404270" y="55470"/>
                  <a:pt x="406702" y="53037"/>
                  <a:pt x="407381" y="52019"/>
                </a:cubicBezTo>
                <a:cubicBezTo>
                  <a:pt x="407834" y="51340"/>
                  <a:pt x="408060" y="50661"/>
                  <a:pt x="408060" y="49982"/>
                </a:cubicBezTo>
                <a:cubicBezTo>
                  <a:pt x="408060" y="48851"/>
                  <a:pt x="407594" y="47875"/>
                  <a:pt x="406660" y="47055"/>
                </a:cubicBezTo>
                <a:cubicBezTo>
                  <a:pt x="405727" y="46234"/>
                  <a:pt x="404185" y="45768"/>
                  <a:pt x="402035" y="45655"/>
                </a:cubicBezTo>
                <a:lnTo>
                  <a:pt x="402035" y="42939"/>
                </a:lnTo>
                <a:lnTo>
                  <a:pt x="435809" y="42939"/>
                </a:lnTo>
                <a:lnTo>
                  <a:pt x="435809" y="45655"/>
                </a:lnTo>
                <a:cubicBezTo>
                  <a:pt x="431170" y="45768"/>
                  <a:pt x="427309" y="46475"/>
                  <a:pt x="424226" y="47776"/>
                </a:cubicBezTo>
                <a:cubicBezTo>
                  <a:pt x="421143" y="49077"/>
                  <a:pt x="417763" y="51397"/>
                  <a:pt x="414085" y="54735"/>
                </a:cubicBezTo>
                <a:lnTo>
                  <a:pt x="394143" y="73149"/>
                </a:lnTo>
                <a:lnTo>
                  <a:pt x="414085" y="98305"/>
                </a:lnTo>
                <a:cubicBezTo>
                  <a:pt x="419629" y="105249"/>
                  <a:pt x="423363" y="109653"/>
                  <a:pt x="425287" y="111516"/>
                </a:cubicBezTo>
                <a:cubicBezTo>
                  <a:pt x="428002" y="114170"/>
                  <a:pt x="430378" y="115893"/>
                  <a:pt x="432415" y="116685"/>
                </a:cubicBezTo>
                <a:cubicBezTo>
                  <a:pt x="433829" y="117249"/>
                  <a:pt x="436290" y="117531"/>
                  <a:pt x="439798" y="117531"/>
                </a:cubicBezTo>
                <a:lnTo>
                  <a:pt x="439798" y="120671"/>
                </a:lnTo>
                <a:lnTo>
                  <a:pt x="402035" y="120671"/>
                </a:lnTo>
                <a:lnTo>
                  <a:pt x="402035" y="117531"/>
                </a:lnTo>
                <a:cubicBezTo>
                  <a:pt x="404185" y="117474"/>
                  <a:pt x="405642" y="117150"/>
                  <a:pt x="406405" y="116558"/>
                </a:cubicBezTo>
                <a:cubicBezTo>
                  <a:pt x="407169" y="115964"/>
                  <a:pt x="407551" y="115131"/>
                  <a:pt x="407551" y="114060"/>
                </a:cubicBezTo>
                <a:cubicBezTo>
                  <a:pt x="407551" y="112760"/>
                  <a:pt x="406420" y="110671"/>
                  <a:pt x="404157" y="107793"/>
                </a:cubicBezTo>
                <a:lnTo>
                  <a:pt x="380311" y="77392"/>
                </a:lnTo>
                <a:lnTo>
                  <a:pt x="380311" y="103134"/>
                </a:lnTo>
                <a:cubicBezTo>
                  <a:pt x="380311" y="108158"/>
                  <a:pt x="380665" y="111462"/>
                  <a:pt x="381372" y="113044"/>
                </a:cubicBezTo>
                <a:cubicBezTo>
                  <a:pt x="382079" y="114624"/>
                  <a:pt x="383083" y="115753"/>
                  <a:pt x="384384" y="116430"/>
                </a:cubicBezTo>
                <a:cubicBezTo>
                  <a:pt x="385686" y="117107"/>
                  <a:pt x="388514" y="117474"/>
                  <a:pt x="392870" y="117531"/>
                </a:cubicBezTo>
                <a:lnTo>
                  <a:pt x="392870" y="120671"/>
                </a:lnTo>
                <a:lnTo>
                  <a:pt x="353326" y="120671"/>
                </a:lnTo>
                <a:lnTo>
                  <a:pt x="353326" y="117531"/>
                </a:lnTo>
                <a:cubicBezTo>
                  <a:pt x="357286" y="117531"/>
                  <a:pt x="360256" y="117050"/>
                  <a:pt x="362236" y="116088"/>
                </a:cubicBezTo>
                <a:cubicBezTo>
                  <a:pt x="363424" y="115468"/>
                  <a:pt x="364329" y="114507"/>
                  <a:pt x="364951" y="113206"/>
                </a:cubicBezTo>
                <a:cubicBezTo>
                  <a:pt x="365800" y="111340"/>
                  <a:pt x="366224" y="108118"/>
                  <a:pt x="366224" y="103540"/>
                </a:cubicBezTo>
                <a:lnTo>
                  <a:pt x="366224" y="32817"/>
                </a:lnTo>
                <a:cubicBezTo>
                  <a:pt x="366224" y="23829"/>
                  <a:pt x="366026" y="18331"/>
                  <a:pt x="365630" y="16325"/>
                </a:cubicBezTo>
                <a:cubicBezTo>
                  <a:pt x="365234" y="14317"/>
                  <a:pt x="364584" y="12931"/>
                  <a:pt x="363679" y="12169"/>
                </a:cubicBezTo>
                <a:cubicBezTo>
                  <a:pt x="362773" y="11406"/>
                  <a:pt x="361585" y="11024"/>
                  <a:pt x="360114" y="11024"/>
                </a:cubicBezTo>
                <a:cubicBezTo>
                  <a:pt x="358926" y="11024"/>
                  <a:pt x="357144" y="11505"/>
                  <a:pt x="354768" y="12466"/>
                </a:cubicBezTo>
                <a:lnTo>
                  <a:pt x="353326" y="9496"/>
                </a:lnTo>
                <a:lnTo>
                  <a:pt x="376408" y="0"/>
                </a:lnTo>
                <a:lnTo>
                  <a:pt x="380311" y="0"/>
                </a:lnTo>
                <a:close/>
                <a:moveTo>
                  <a:pt x="494447" y="40733"/>
                </a:moveTo>
                <a:lnTo>
                  <a:pt x="494447" y="67039"/>
                </a:lnTo>
                <a:lnTo>
                  <a:pt x="491647" y="67039"/>
                </a:lnTo>
                <a:cubicBezTo>
                  <a:pt x="489497" y="58788"/>
                  <a:pt x="486739" y="53176"/>
                  <a:pt x="483373" y="50203"/>
                </a:cubicBezTo>
                <a:cubicBezTo>
                  <a:pt x="480007" y="47227"/>
                  <a:pt x="475721" y="45739"/>
                  <a:pt x="470517" y="45739"/>
                </a:cubicBezTo>
                <a:cubicBezTo>
                  <a:pt x="466556" y="45739"/>
                  <a:pt x="463360" y="46785"/>
                  <a:pt x="460927" y="48877"/>
                </a:cubicBezTo>
                <a:cubicBezTo>
                  <a:pt x="458495" y="50966"/>
                  <a:pt x="457278" y="53283"/>
                  <a:pt x="457278" y="55827"/>
                </a:cubicBezTo>
                <a:cubicBezTo>
                  <a:pt x="457278" y="58992"/>
                  <a:pt x="458184" y="61704"/>
                  <a:pt x="459994" y="63963"/>
                </a:cubicBezTo>
                <a:cubicBezTo>
                  <a:pt x="461748" y="66281"/>
                  <a:pt x="465312" y="68739"/>
                  <a:pt x="470686" y="71338"/>
                </a:cubicBezTo>
                <a:lnTo>
                  <a:pt x="483076" y="77358"/>
                </a:lnTo>
                <a:cubicBezTo>
                  <a:pt x="494560" y="82951"/>
                  <a:pt x="500302" y="90326"/>
                  <a:pt x="500302" y="99482"/>
                </a:cubicBezTo>
                <a:cubicBezTo>
                  <a:pt x="500302" y="106545"/>
                  <a:pt x="497629" y="112239"/>
                  <a:pt x="492283" y="116563"/>
                </a:cubicBezTo>
                <a:cubicBezTo>
                  <a:pt x="486937" y="120885"/>
                  <a:pt x="480954" y="123047"/>
                  <a:pt x="474335" y="123047"/>
                </a:cubicBezTo>
                <a:cubicBezTo>
                  <a:pt x="469583" y="123047"/>
                  <a:pt x="464152" y="122198"/>
                  <a:pt x="458042" y="120501"/>
                </a:cubicBezTo>
                <a:cubicBezTo>
                  <a:pt x="456175" y="119935"/>
                  <a:pt x="454648" y="119652"/>
                  <a:pt x="453460" y="119652"/>
                </a:cubicBezTo>
                <a:cubicBezTo>
                  <a:pt x="452159" y="119652"/>
                  <a:pt x="451140" y="120388"/>
                  <a:pt x="450405" y="121859"/>
                </a:cubicBezTo>
                <a:lnTo>
                  <a:pt x="447604" y="121859"/>
                </a:lnTo>
                <a:lnTo>
                  <a:pt x="447604" y="94025"/>
                </a:lnTo>
                <a:lnTo>
                  <a:pt x="450405" y="94025"/>
                </a:lnTo>
                <a:cubicBezTo>
                  <a:pt x="451989" y="101973"/>
                  <a:pt x="455016" y="107963"/>
                  <a:pt x="459485" y="111994"/>
                </a:cubicBezTo>
                <a:cubicBezTo>
                  <a:pt x="463954" y="116025"/>
                  <a:pt x="468961" y="118040"/>
                  <a:pt x="474505" y="118040"/>
                </a:cubicBezTo>
                <a:cubicBezTo>
                  <a:pt x="478409" y="118040"/>
                  <a:pt x="481591" y="116896"/>
                  <a:pt x="484052" y="114608"/>
                </a:cubicBezTo>
                <a:cubicBezTo>
                  <a:pt x="486513" y="112319"/>
                  <a:pt x="487743" y="109564"/>
                  <a:pt x="487743" y="106343"/>
                </a:cubicBezTo>
                <a:cubicBezTo>
                  <a:pt x="487743" y="102443"/>
                  <a:pt x="486371" y="99165"/>
                  <a:pt x="483627" y="96509"/>
                </a:cubicBezTo>
                <a:cubicBezTo>
                  <a:pt x="480884" y="93854"/>
                  <a:pt x="475410" y="90492"/>
                  <a:pt x="467207" y="86424"/>
                </a:cubicBezTo>
                <a:cubicBezTo>
                  <a:pt x="459004" y="82355"/>
                  <a:pt x="453630" y="78681"/>
                  <a:pt x="451084" y="75403"/>
                </a:cubicBezTo>
                <a:cubicBezTo>
                  <a:pt x="448538" y="72182"/>
                  <a:pt x="447265" y="68113"/>
                  <a:pt x="447265" y="63197"/>
                </a:cubicBezTo>
                <a:cubicBezTo>
                  <a:pt x="447265" y="56811"/>
                  <a:pt x="449457" y="51471"/>
                  <a:pt x="453842" y="47177"/>
                </a:cubicBezTo>
                <a:cubicBezTo>
                  <a:pt x="458226" y="42881"/>
                  <a:pt x="463898" y="40733"/>
                  <a:pt x="470856" y="40733"/>
                </a:cubicBezTo>
                <a:cubicBezTo>
                  <a:pt x="473911" y="40733"/>
                  <a:pt x="477617" y="41383"/>
                  <a:pt x="481973" y="42684"/>
                </a:cubicBezTo>
                <a:cubicBezTo>
                  <a:pt x="484858" y="43533"/>
                  <a:pt x="486781" y="43957"/>
                  <a:pt x="487743" y="43957"/>
                </a:cubicBezTo>
                <a:cubicBezTo>
                  <a:pt x="488648" y="43957"/>
                  <a:pt x="489355" y="43759"/>
                  <a:pt x="489865" y="43363"/>
                </a:cubicBezTo>
                <a:cubicBezTo>
                  <a:pt x="490374" y="42967"/>
                  <a:pt x="490968" y="42090"/>
                  <a:pt x="491647" y="40733"/>
                </a:cubicBezTo>
                <a:lnTo>
                  <a:pt x="494447" y="40733"/>
                </a:lnTo>
                <a:close/>
                <a:moveTo>
                  <a:pt x="601428" y="155124"/>
                </a:moveTo>
                <a:lnTo>
                  <a:pt x="564089" y="155124"/>
                </a:lnTo>
                <a:lnTo>
                  <a:pt x="564089" y="2885"/>
                </a:lnTo>
                <a:lnTo>
                  <a:pt x="601428" y="2885"/>
                </a:lnTo>
                <a:lnTo>
                  <a:pt x="601428" y="9589"/>
                </a:lnTo>
                <a:lnTo>
                  <a:pt x="576818" y="9589"/>
                </a:lnTo>
                <a:lnTo>
                  <a:pt x="576818" y="148590"/>
                </a:lnTo>
                <a:lnTo>
                  <a:pt x="601428" y="148590"/>
                </a:lnTo>
                <a:lnTo>
                  <a:pt x="601428" y="155124"/>
                </a:lnTo>
                <a:close/>
                <a:moveTo>
                  <a:pt x="609998" y="42939"/>
                </a:moveTo>
                <a:lnTo>
                  <a:pt x="646572" y="42939"/>
                </a:lnTo>
                <a:lnTo>
                  <a:pt x="646572" y="46079"/>
                </a:lnTo>
                <a:cubicBezTo>
                  <a:pt x="644253" y="46079"/>
                  <a:pt x="642626" y="46475"/>
                  <a:pt x="641693" y="47267"/>
                </a:cubicBezTo>
                <a:cubicBezTo>
                  <a:pt x="640759" y="48059"/>
                  <a:pt x="640293" y="49106"/>
                  <a:pt x="640293" y="50407"/>
                </a:cubicBezTo>
                <a:cubicBezTo>
                  <a:pt x="640293" y="51764"/>
                  <a:pt x="641283" y="53858"/>
                  <a:pt x="643263" y="56686"/>
                </a:cubicBezTo>
                <a:cubicBezTo>
                  <a:pt x="643885" y="57592"/>
                  <a:pt x="644818" y="59006"/>
                  <a:pt x="646063" y="60929"/>
                </a:cubicBezTo>
                <a:lnTo>
                  <a:pt x="651579" y="69755"/>
                </a:lnTo>
                <a:lnTo>
                  <a:pt x="657943" y="60929"/>
                </a:lnTo>
                <a:cubicBezTo>
                  <a:pt x="662017" y="55329"/>
                  <a:pt x="664053" y="51793"/>
                  <a:pt x="664053" y="50322"/>
                </a:cubicBezTo>
                <a:cubicBezTo>
                  <a:pt x="664053" y="49134"/>
                  <a:pt x="663572" y="48130"/>
                  <a:pt x="662611" y="47309"/>
                </a:cubicBezTo>
                <a:cubicBezTo>
                  <a:pt x="661649" y="46489"/>
                  <a:pt x="660093" y="46079"/>
                  <a:pt x="657943" y="46079"/>
                </a:cubicBezTo>
                <a:lnTo>
                  <a:pt x="657943" y="42939"/>
                </a:lnTo>
                <a:lnTo>
                  <a:pt x="684250" y="42939"/>
                </a:lnTo>
                <a:lnTo>
                  <a:pt x="684250" y="46079"/>
                </a:lnTo>
                <a:cubicBezTo>
                  <a:pt x="681478" y="46249"/>
                  <a:pt x="679074" y="47012"/>
                  <a:pt x="677037" y="48370"/>
                </a:cubicBezTo>
                <a:cubicBezTo>
                  <a:pt x="674265" y="50294"/>
                  <a:pt x="670474" y="54480"/>
                  <a:pt x="665666" y="60929"/>
                </a:cubicBezTo>
                <a:lnTo>
                  <a:pt x="655058" y="75101"/>
                </a:lnTo>
                <a:lnTo>
                  <a:pt x="674406" y="102879"/>
                </a:lnTo>
                <a:cubicBezTo>
                  <a:pt x="679158" y="109710"/>
                  <a:pt x="682553" y="113818"/>
                  <a:pt x="684589" y="115202"/>
                </a:cubicBezTo>
                <a:cubicBezTo>
                  <a:pt x="686626" y="116585"/>
                  <a:pt x="689257" y="117361"/>
                  <a:pt x="692481" y="117531"/>
                </a:cubicBezTo>
                <a:lnTo>
                  <a:pt x="692481" y="120671"/>
                </a:lnTo>
                <a:lnTo>
                  <a:pt x="655822" y="120671"/>
                </a:lnTo>
                <a:lnTo>
                  <a:pt x="655822" y="117531"/>
                </a:lnTo>
                <a:cubicBezTo>
                  <a:pt x="658368" y="117531"/>
                  <a:pt x="660348" y="116967"/>
                  <a:pt x="661762" y="115839"/>
                </a:cubicBezTo>
                <a:cubicBezTo>
                  <a:pt x="662837" y="115049"/>
                  <a:pt x="663374" y="114005"/>
                  <a:pt x="663374" y="112707"/>
                </a:cubicBezTo>
                <a:cubicBezTo>
                  <a:pt x="663374" y="111409"/>
                  <a:pt x="661564" y="108137"/>
                  <a:pt x="657943" y="102890"/>
                </a:cubicBezTo>
                <a:lnTo>
                  <a:pt x="646572" y="86302"/>
                </a:lnTo>
                <a:lnTo>
                  <a:pt x="634098" y="102890"/>
                </a:lnTo>
                <a:cubicBezTo>
                  <a:pt x="630251" y="108024"/>
                  <a:pt x="628327" y="111071"/>
                  <a:pt x="628327" y="112031"/>
                </a:cubicBezTo>
                <a:cubicBezTo>
                  <a:pt x="628327" y="113385"/>
                  <a:pt x="628964" y="114612"/>
                  <a:pt x="630237" y="115712"/>
                </a:cubicBezTo>
                <a:cubicBezTo>
                  <a:pt x="631510" y="116811"/>
                  <a:pt x="633419" y="117418"/>
                  <a:pt x="635965" y="117531"/>
                </a:cubicBezTo>
                <a:lnTo>
                  <a:pt x="635965" y="120671"/>
                </a:lnTo>
                <a:lnTo>
                  <a:pt x="610592" y="120671"/>
                </a:lnTo>
                <a:lnTo>
                  <a:pt x="610592" y="117531"/>
                </a:lnTo>
                <a:cubicBezTo>
                  <a:pt x="612628" y="117248"/>
                  <a:pt x="614410" y="116543"/>
                  <a:pt x="615938" y="115415"/>
                </a:cubicBezTo>
                <a:cubicBezTo>
                  <a:pt x="618088" y="113778"/>
                  <a:pt x="621708" y="109601"/>
                  <a:pt x="626800" y="102885"/>
                </a:cubicBezTo>
                <a:lnTo>
                  <a:pt x="643093" y="81296"/>
                </a:lnTo>
                <a:lnTo>
                  <a:pt x="628327" y="59911"/>
                </a:lnTo>
                <a:cubicBezTo>
                  <a:pt x="624141" y="53801"/>
                  <a:pt x="620902" y="49968"/>
                  <a:pt x="618611" y="48413"/>
                </a:cubicBezTo>
                <a:cubicBezTo>
                  <a:pt x="616320" y="46857"/>
                  <a:pt x="613449" y="46079"/>
                  <a:pt x="609998" y="46079"/>
                </a:cubicBezTo>
                <a:lnTo>
                  <a:pt x="609998" y="42939"/>
                </a:lnTo>
                <a:close/>
                <a:moveTo>
                  <a:pt x="700967" y="2885"/>
                </a:moveTo>
                <a:lnTo>
                  <a:pt x="738305" y="2885"/>
                </a:lnTo>
                <a:lnTo>
                  <a:pt x="738305" y="155124"/>
                </a:lnTo>
                <a:lnTo>
                  <a:pt x="700967" y="155124"/>
                </a:lnTo>
                <a:lnTo>
                  <a:pt x="700967" y="148420"/>
                </a:lnTo>
                <a:lnTo>
                  <a:pt x="725576" y="148420"/>
                </a:lnTo>
                <a:lnTo>
                  <a:pt x="725576" y="9589"/>
                </a:lnTo>
                <a:lnTo>
                  <a:pt x="700967" y="9589"/>
                </a:lnTo>
                <a:lnTo>
                  <a:pt x="700967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140D18-7AB8-4AC4-9ABE-DDC92846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5477681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9A424-3D94-4252-A8A5-646C3BC0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5477681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92" name="Text What[x]ofgptareyou">
            <a:extLst xmlns:a="http://schemas.openxmlformats.org/drawingml/2006/main">
              <a:ext uri="{FF2B5EF4-FFF2-40B4-BE49-F238E27FC236}">
                <a16:creationId xmlns:a16="http://schemas.microsoft.com/office/drawing/2014/main" id="{9F5B0144-3A6A-43A9-AA0C-CE9D9774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260" y="5550856"/>
            <a:ext cx="1633541" cy="158179"/>
          </a:xfrm>
          <a:custGeom xmlns:a="http://schemas.openxmlformats.org/drawingml/2006/main">
            <a:pathLst>
              <a:path w="1633541" h="158179">
                <a:moveTo>
                  <a:pt x="160385" y="5601"/>
                </a:moveTo>
                <a:lnTo>
                  <a:pt x="160385" y="8741"/>
                </a:lnTo>
                <a:cubicBezTo>
                  <a:pt x="157387" y="8741"/>
                  <a:pt x="154954" y="9278"/>
                  <a:pt x="153087" y="10353"/>
                </a:cubicBezTo>
                <a:cubicBezTo>
                  <a:pt x="151220" y="11426"/>
                  <a:pt x="149438" y="13433"/>
                  <a:pt x="147741" y="16373"/>
                </a:cubicBezTo>
                <a:cubicBezTo>
                  <a:pt x="146609" y="18351"/>
                  <a:pt x="144827" y="23071"/>
                  <a:pt x="142395" y="30534"/>
                </a:cubicBezTo>
                <a:lnTo>
                  <a:pt x="110318" y="123216"/>
                </a:lnTo>
                <a:lnTo>
                  <a:pt x="106923" y="123216"/>
                </a:lnTo>
                <a:lnTo>
                  <a:pt x="80702" y="49696"/>
                </a:lnTo>
                <a:lnTo>
                  <a:pt x="54650" y="123216"/>
                </a:lnTo>
                <a:lnTo>
                  <a:pt x="51595" y="123216"/>
                </a:lnTo>
                <a:lnTo>
                  <a:pt x="17396" y="27736"/>
                </a:lnTo>
                <a:cubicBezTo>
                  <a:pt x="14850" y="20613"/>
                  <a:pt x="13238" y="16401"/>
                  <a:pt x="12559" y="15100"/>
                </a:cubicBezTo>
                <a:cubicBezTo>
                  <a:pt x="11428" y="12952"/>
                  <a:pt x="9886" y="11355"/>
                  <a:pt x="7934" y="10310"/>
                </a:cubicBezTo>
                <a:cubicBezTo>
                  <a:pt x="5983" y="9264"/>
                  <a:pt x="3338" y="8741"/>
                  <a:pt x="0" y="8741"/>
                </a:cubicBezTo>
                <a:lnTo>
                  <a:pt x="0" y="5601"/>
                </a:lnTo>
                <a:lnTo>
                  <a:pt x="42600" y="5601"/>
                </a:lnTo>
                <a:lnTo>
                  <a:pt x="42600" y="8741"/>
                </a:lnTo>
                <a:lnTo>
                  <a:pt x="40563" y="8741"/>
                </a:lnTo>
                <a:cubicBezTo>
                  <a:pt x="37565" y="8741"/>
                  <a:pt x="35273" y="9419"/>
                  <a:pt x="33689" y="10777"/>
                </a:cubicBezTo>
                <a:cubicBezTo>
                  <a:pt x="32105" y="12133"/>
                  <a:pt x="31313" y="13772"/>
                  <a:pt x="31313" y="15694"/>
                </a:cubicBezTo>
                <a:cubicBezTo>
                  <a:pt x="31313" y="17672"/>
                  <a:pt x="32558" y="22223"/>
                  <a:pt x="35047" y="29346"/>
                </a:cubicBezTo>
                <a:lnTo>
                  <a:pt x="57705" y="93876"/>
                </a:lnTo>
                <a:lnTo>
                  <a:pt x="76798" y="39012"/>
                </a:lnTo>
                <a:lnTo>
                  <a:pt x="73404" y="29346"/>
                </a:lnTo>
                <a:lnTo>
                  <a:pt x="70688" y="21629"/>
                </a:lnTo>
                <a:cubicBezTo>
                  <a:pt x="69500" y="18802"/>
                  <a:pt x="68171" y="16314"/>
                  <a:pt x="66700" y="14166"/>
                </a:cubicBezTo>
                <a:cubicBezTo>
                  <a:pt x="65964" y="13093"/>
                  <a:pt x="65059" y="12189"/>
                  <a:pt x="63984" y="11453"/>
                </a:cubicBezTo>
                <a:cubicBezTo>
                  <a:pt x="62570" y="10437"/>
                  <a:pt x="61156" y="9702"/>
                  <a:pt x="59741" y="9250"/>
                </a:cubicBezTo>
                <a:cubicBezTo>
                  <a:pt x="58666" y="8910"/>
                  <a:pt x="56969" y="8741"/>
                  <a:pt x="54650" y="8741"/>
                </a:cubicBezTo>
                <a:lnTo>
                  <a:pt x="54650" y="5601"/>
                </a:lnTo>
                <a:lnTo>
                  <a:pt x="99456" y="5601"/>
                </a:lnTo>
                <a:lnTo>
                  <a:pt x="99456" y="8741"/>
                </a:lnTo>
                <a:lnTo>
                  <a:pt x="96401" y="8741"/>
                </a:lnTo>
                <a:cubicBezTo>
                  <a:pt x="93233" y="8741"/>
                  <a:pt x="90913" y="9419"/>
                  <a:pt x="89442" y="10777"/>
                </a:cubicBezTo>
                <a:cubicBezTo>
                  <a:pt x="87971" y="12133"/>
                  <a:pt x="87236" y="13970"/>
                  <a:pt x="87236" y="16288"/>
                </a:cubicBezTo>
                <a:cubicBezTo>
                  <a:pt x="87236" y="19171"/>
                  <a:pt x="88509" y="24203"/>
                  <a:pt x="91055" y="31382"/>
                </a:cubicBezTo>
                <a:lnTo>
                  <a:pt x="113118" y="93876"/>
                </a:lnTo>
                <a:lnTo>
                  <a:pt x="135012" y="30534"/>
                </a:lnTo>
                <a:cubicBezTo>
                  <a:pt x="137501" y="23524"/>
                  <a:pt x="138746" y="18662"/>
                  <a:pt x="138746" y="15948"/>
                </a:cubicBezTo>
                <a:cubicBezTo>
                  <a:pt x="138746" y="14649"/>
                  <a:pt x="138336" y="13433"/>
                  <a:pt x="137515" y="12302"/>
                </a:cubicBezTo>
                <a:cubicBezTo>
                  <a:pt x="136695" y="11171"/>
                  <a:pt x="135663" y="10379"/>
                  <a:pt x="134418" y="9929"/>
                </a:cubicBezTo>
                <a:cubicBezTo>
                  <a:pt x="132268" y="9137"/>
                  <a:pt x="129468" y="8741"/>
                  <a:pt x="126017" y="8741"/>
                </a:cubicBezTo>
                <a:lnTo>
                  <a:pt x="126017" y="5601"/>
                </a:lnTo>
                <a:lnTo>
                  <a:pt x="160385" y="5601"/>
                </a:lnTo>
                <a:close/>
                <a:moveTo>
                  <a:pt x="190027" y="0"/>
                </a:moveTo>
                <a:lnTo>
                  <a:pt x="190027" y="56941"/>
                </a:lnTo>
                <a:cubicBezTo>
                  <a:pt x="196307" y="50039"/>
                  <a:pt x="201285" y="45612"/>
                  <a:pt x="204963" y="43660"/>
                </a:cubicBezTo>
                <a:cubicBezTo>
                  <a:pt x="208640" y="41709"/>
                  <a:pt x="212317" y="40733"/>
                  <a:pt x="215994" y="40733"/>
                </a:cubicBezTo>
                <a:cubicBezTo>
                  <a:pt x="220407" y="40733"/>
                  <a:pt x="224198" y="41946"/>
                  <a:pt x="227366" y="44374"/>
                </a:cubicBezTo>
                <a:cubicBezTo>
                  <a:pt x="230534" y="46801"/>
                  <a:pt x="232882" y="50611"/>
                  <a:pt x="234409" y="55803"/>
                </a:cubicBezTo>
                <a:cubicBezTo>
                  <a:pt x="235484" y="59417"/>
                  <a:pt x="236021" y="66022"/>
                  <a:pt x="236021" y="75618"/>
                </a:cubicBezTo>
                <a:lnTo>
                  <a:pt x="236021" y="103052"/>
                </a:lnTo>
                <a:cubicBezTo>
                  <a:pt x="236021" y="107963"/>
                  <a:pt x="236417" y="111322"/>
                  <a:pt x="237209" y="113129"/>
                </a:cubicBezTo>
                <a:cubicBezTo>
                  <a:pt x="237775" y="114483"/>
                  <a:pt x="238737" y="115555"/>
                  <a:pt x="240095" y="116345"/>
                </a:cubicBezTo>
                <a:cubicBezTo>
                  <a:pt x="241452" y="117136"/>
                  <a:pt x="243942" y="117531"/>
                  <a:pt x="247562" y="117531"/>
                </a:cubicBezTo>
                <a:lnTo>
                  <a:pt x="247562" y="120671"/>
                </a:lnTo>
                <a:lnTo>
                  <a:pt x="209375" y="120671"/>
                </a:lnTo>
                <a:lnTo>
                  <a:pt x="209375" y="117531"/>
                </a:lnTo>
                <a:lnTo>
                  <a:pt x="211157" y="117531"/>
                </a:lnTo>
                <a:cubicBezTo>
                  <a:pt x="214778" y="117531"/>
                  <a:pt x="217296" y="116979"/>
                  <a:pt x="218710" y="115876"/>
                </a:cubicBezTo>
                <a:cubicBezTo>
                  <a:pt x="220124" y="114773"/>
                  <a:pt x="221114" y="113146"/>
                  <a:pt x="221680" y="110997"/>
                </a:cubicBezTo>
                <a:cubicBezTo>
                  <a:pt x="221850" y="110091"/>
                  <a:pt x="221935" y="107433"/>
                  <a:pt x="221935" y="103020"/>
                </a:cubicBezTo>
                <a:lnTo>
                  <a:pt x="221935" y="75525"/>
                </a:lnTo>
                <a:cubicBezTo>
                  <a:pt x="221935" y="67039"/>
                  <a:pt x="221496" y="61467"/>
                  <a:pt x="220619" y="58808"/>
                </a:cubicBezTo>
                <a:cubicBezTo>
                  <a:pt x="219742" y="56149"/>
                  <a:pt x="218342" y="54155"/>
                  <a:pt x="216419" y="52825"/>
                </a:cubicBezTo>
                <a:cubicBezTo>
                  <a:pt x="214495" y="51496"/>
                  <a:pt x="212176" y="50831"/>
                  <a:pt x="209460" y="50831"/>
                </a:cubicBezTo>
                <a:cubicBezTo>
                  <a:pt x="206688" y="50831"/>
                  <a:pt x="203803" y="51566"/>
                  <a:pt x="200805" y="53037"/>
                </a:cubicBezTo>
                <a:cubicBezTo>
                  <a:pt x="197806" y="54508"/>
                  <a:pt x="194214" y="57478"/>
                  <a:pt x="190027" y="61948"/>
                </a:cubicBezTo>
                <a:lnTo>
                  <a:pt x="190027" y="103020"/>
                </a:lnTo>
                <a:cubicBezTo>
                  <a:pt x="190027" y="108338"/>
                  <a:pt x="190324" y="111647"/>
                  <a:pt x="190918" y="112948"/>
                </a:cubicBezTo>
                <a:cubicBezTo>
                  <a:pt x="191512" y="114250"/>
                  <a:pt x="192616" y="115339"/>
                  <a:pt x="194228" y="116216"/>
                </a:cubicBezTo>
                <a:cubicBezTo>
                  <a:pt x="195840" y="117092"/>
                  <a:pt x="198626" y="117531"/>
                  <a:pt x="202587" y="117531"/>
                </a:cubicBezTo>
                <a:lnTo>
                  <a:pt x="202587" y="120671"/>
                </a:lnTo>
                <a:lnTo>
                  <a:pt x="164060" y="120671"/>
                </a:lnTo>
                <a:lnTo>
                  <a:pt x="164060" y="117531"/>
                </a:lnTo>
                <a:cubicBezTo>
                  <a:pt x="167511" y="117531"/>
                  <a:pt x="170227" y="116993"/>
                  <a:pt x="172207" y="115919"/>
                </a:cubicBezTo>
                <a:cubicBezTo>
                  <a:pt x="173338" y="115355"/>
                  <a:pt x="174243" y="114281"/>
                  <a:pt x="174922" y="112699"/>
                </a:cubicBezTo>
                <a:cubicBezTo>
                  <a:pt x="175601" y="111115"/>
                  <a:pt x="175941" y="107892"/>
                  <a:pt x="175941" y="103030"/>
                </a:cubicBezTo>
                <a:lnTo>
                  <a:pt x="175941" y="32732"/>
                </a:lnTo>
                <a:cubicBezTo>
                  <a:pt x="175941" y="23857"/>
                  <a:pt x="175728" y="18402"/>
                  <a:pt x="175304" y="16367"/>
                </a:cubicBezTo>
                <a:cubicBezTo>
                  <a:pt x="174880" y="14331"/>
                  <a:pt x="174229" y="12946"/>
                  <a:pt x="173352" y="12212"/>
                </a:cubicBezTo>
                <a:cubicBezTo>
                  <a:pt x="172475" y="11476"/>
                  <a:pt x="171302" y="11109"/>
                  <a:pt x="169831" y="11109"/>
                </a:cubicBezTo>
                <a:cubicBezTo>
                  <a:pt x="168643" y="11109"/>
                  <a:pt x="166719" y="11561"/>
                  <a:pt x="164060" y="12466"/>
                </a:cubicBezTo>
                <a:lnTo>
                  <a:pt x="162872" y="9496"/>
                </a:lnTo>
                <a:lnTo>
                  <a:pt x="186124" y="0"/>
                </a:lnTo>
                <a:lnTo>
                  <a:pt x="190027" y="0"/>
                </a:lnTo>
                <a:close/>
                <a:moveTo>
                  <a:pt x="298139" y="109469"/>
                </a:moveTo>
                <a:cubicBezTo>
                  <a:pt x="290162" y="115636"/>
                  <a:pt x="285155" y="119200"/>
                  <a:pt x="283119" y="120161"/>
                </a:cubicBezTo>
                <a:cubicBezTo>
                  <a:pt x="280064" y="121632"/>
                  <a:pt x="276811" y="122368"/>
                  <a:pt x="273360" y="122368"/>
                </a:cubicBezTo>
                <a:cubicBezTo>
                  <a:pt x="267985" y="122368"/>
                  <a:pt x="263558" y="120529"/>
                  <a:pt x="260079" y="116852"/>
                </a:cubicBezTo>
                <a:cubicBezTo>
                  <a:pt x="256600" y="113175"/>
                  <a:pt x="254860" y="108338"/>
                  <a:pt x="254860" y="102341"/>
                </a:cubicBezTo>
                <a:cubicBezTo>
                  <a:pt x="254860" y="98551"/>
                  <a:pt x="255709" y="95269"/>
                  <a:pt x="257406" y="92497"/>
                </a:cubicBezTo>
                <a:cubicBezTo>
                  <a:pt x="259726" y="88650"/>
                  <a:pt x="263756" y="85030"/>
                  <a:pt x="269499" y="81635"/>
                </a:cubicBezTo>
                <a:cubicBezTo>
                  <a:pt x="275241" y="78241"/>
                  <a:pt x="284788" y="74111"/>
                  <a:pt x="298139" y="69246"/>
                </a:cubicBezTo>
                <a:lnTo>
                  <a:pt x="298139" y="66191"/>
                </a:lnTo>
                <a:cubicBezTo>
                  <a:pt x="298139" y="58440"/>
                  <a:pt x="296908" y="53122"/>
                  <a:pt x="294447" y="50237"/>
                </a:cubicBezTo>
                <a:cubicBezTo>
                  <a:pt x="291987" y="47352"/>
                  <a:pt x="288408" y="45909"/>
                  <a:pt x="283713" y="45909"/>
                </a:cubicBezTo>
                <a:cubicBezTo>
                  <a:pt x="280149" y="45909"/>
                  <a:pt x="277320" y="46867"/>
                  <a:pt x="275227" y="48784"/>
                </a:cubicBezTo>
                <a:cubicBezTo>
                  <a:pt x="273077" y="50700"/>
                  <a:pt x="272002" y="52899"/>
                  <a:pt x="272002" y="55379"/>
                </a:cubicBezTo>
                <a:lnTo>
                  <a:pt x="272172" y="60282"/>
                </a:lnTo>
                <a:cubicBezTo>
                  <a:pt x="272172" y="62874"/>
                  <a:pt x="271507" y="64874"/>
                  <a:pt x="270178" y="66283"/>
                </a:cubicBezTo>
                <a:cubicBezTo>
                  <a:pt x="268848" y="67692"/>
                  <a:pt x="267108" y="68397"/>
                  <a:pt x="264959" y="68397"/>
                </a:cubicBezTo>
                <a:cubicBezTo>
                  <a:pt x="262865" y="68397"/>
                  <a:pt x="261154" y="67664"/>
                  <a:pt x="259825" y="66199"/>
                </a:cubicBezTo>
                <a:cubicBezTo>
                  <a:pt x="258495" y="64731"/>
                  <a:pt x="257830" y="62728"/>
                  <a:pt x="257830" y="60189"/>
                </a:cubicBezTo>
                <a:cubicBezTo>
                  <a:pt x="257830" y="55340"/>
                  <a:pt x="260320" y="50885"/>
                  <a:pt x="265298" y="46824"/>
                </a:cubicBezTo>
                <a:cubicBezTo>
                  <a:pt x="270277" y="42763"/>
                  <a:pt x="277263" y="40733"/>
                  <a:pt x="286258" y="40733"/>
                </a:cubicBezTo>
                <a:cubicBezTo>
                  <a:pt x="293160" y="40733"/>
                  <a:pt x="298818" y="41891"/>
                  <a:pt x="303230" y="44207"/>
                </a:cubicBezTo>
                <a:cubicBezTo>
                  <a:pt x="306568" y="45959"/>
                  <a:pt x="309029" y="48700"/>
                  <a:pt x="310613" y="52430"/>
                </a:cubicBezTo>
                <a:cubicBezTo>
                  <a:pt x="311632" y="54859"/>
                  <a:pt x="312141" y="59831"/>
                  <a:pt x="312141" y="67347"/>
                </a:cubicBezTo>
                <a:lnTo>
                  <a:pt x="312141" y="93706"/>
                </a:lnTo>
                <a:cubicBezTo>
                  <a:pt x="312141" y="101109"/>
                  <a:pt x="312282" y="105643"/>
                  <a:pt x="312565" y="107311"/>
                </a:cubicBezTo>
                <a:cubicBezTo>
                  <a:pt x="312848" y="108978"/>
                  <a:pt x="313315" y="110094"/>
                  <a:pt x="313965" y="110660"/>
                </a:cubicBezTo>
                <a:cubicBezTo>
                  <a:pt x="314616" y="111224"/>
                  <a:pt x="315365" y="111506"/>
                  <a:pt x="316214" y="111506"/>
                </a:cubicBezTo>
                <a:cubicBezTo>
                  <a:pt x="317119" y="111506"/>
                  <a:pt x="317911" y="111308"/>
                  <a:pt x="318590" y="110912"/>
                </a:cubicBezTo>
                <a:cubicBezTo>
                  <a:pt x="319778" y="110176"/>
                  <a:pt x="322069" y="108111"/>
                  <a:pt x="325464" y="104717"/>
                </a:cubicBezTo>
                <a:lnTo>
                  <a:pt x="325464" y="109469"/>
                </a:lnTo>
                <a:cubicBezTo>
                  <a:pt x="319128" y="117955"/>
                  <a:pt x="313074" y="122198"/>
                  <a:pt x="307304" y="122198"/>
                </a:cubicBezTo>
                <a:cubicBezTo>
                  <a:pt x="304532" y="122198"/>
                  <a:pt x="302325" y="121236"/>
                  <a:pt x="300685" y="119313"/>
                </a:cubicBezTo>
                <a:cubicBezTo>
                  <a:pt x="299044" y="117389"/>
                  <a:pt x="298195" y="114108"/>
                  <a:pt x="298139" y="109469"/>
                </a:cubicBezTo>
                <a:moveTo>
                  <a:pt x="298139" y="103906"/>
                </a:moveTo>
                <a:lnTo>
                  <a:pt x="298139" y="74422"/>
                </a:lnTo>
                <a:cubicBezTo>
                  <a:pt x="289596" y="77801"/>
                  <a:pt x="284080" y="80194"/>
                  <a:pt x="281591" y="81603"/>
                </a:cubicBezTo>
                <a:cubicBezTo>
                  <a:pt x="277122" y="84082"/>
                  <a:pt x="273926" y="86673"/>
                  <a:pt x="272002" y="89376"/>
                </a:cubicBezTo>
                <a:cubicBezTo>
                  <a:pt x="270079" y="92079"/>
                  <a:pt x="269117" y="95036"/>
                  <a:pt x="269117" y="98246"/>
                </a:cubicBezTo>
                <a:cubicBezTo>
                  <a:pt x="269117" y="102302"/>
                  <a:pt x="270333" y="105667"/>
                  <a:pt x="272766" y="108342"/>
                </a:cubicBezTo>
                <a:cubicBezTo>
                  <a:pt x="275198" y="111017"/>
                  <a:pt x="277999" y="112354"/>
                  <a:pt x="281167" y="112354"/>
                </a:cubicBezTo>
                <a:cubicBezTo>
                  <a:pt x="285466" y="112354"/>
                  <a:pt x="291124" y="109538"/>
                  <a:pt x="298139" y="103906"/>
                </a:cubicBezTo>
                <a:close/>
                <a:moveTo>
                  <a:pt x="353834" y="17311"/>
                </a:moveTo>
                <a:lnTo>
                  <a:pt x="353834" y="42939"/>
                </a:lnTo>
                <a:lnTo>
                  <a:pt x="371994" y="42939"/>
                </a:lnTo>
                <a:lnTo>
                  <a:pt x="371994" y="48879"/>
                </a:lnTo>
                <a:lnTo>
                  <a:pt x="353834" y="48879"/>
                </a:lnTo>
                <a:lnTo>
                  <a:pt x="353834" y="99217"/>
                </a:lnTo>
                <a:cubicBezTo>
                  <a:pt x="353834" y="104247"/>
                  <a:pt x="354555" y="107638"/>
                  <a:pt x="355997" y="109390"/>
                </a:cubicBezTo>
                <a:cubicBezTo>
                  <a:pt x="357440" y="111140"/>
                  <a:pt x="359293" y="112015"/>
                  <a:pt x="361556" y="112015"/>
                </a:cubicBezTo>
                <a:cubicBezTo>
                  <a:pt x="363423" y="112015"/>
                  <a:pt x="365233" y="111435"/>
                  <a:pt x="366987" y="110275"/>
                </a:cubicBezTo>
                <a:cubicBezTo>
                  <a:pt x="368741" y="109116"/>
                  <a:pt x="370098" y="107404"/>
                  <a:pt x="371060" y="105141"/>
                </a:cubicBezTo>
                <a:lnTo>
                  <a:pt x="374370" y="105141"/>
                </a:lnTo>
                <a:cubicBezTo>
                  <a:pt x="372390" y="110701"/>
                  <a:pt x="369589" y="114906"/>
                  <a:pt x="365968" y="117756"/>
                </a:cubicBezTo>
                <a:cubicBezTo>
                  <a:pt x="362348" y="120604"/>
                  <a:pt x="358614" y="122028"/>
                  <a:pt x="354767" y="122028"/>
                </a:cubicBezTo>
                <a:cubicBezTo>
                  <a:pt x="352165" y="122028"/>
                  <a:pt x="349619" y="121306"/>
                  <a:pt x="347130" y="119862"/>
                </a:cubicBezTo>
                <a:cubicBezTo>
                  <a:pt x="344640" y="118417"/>
                  <a:pt x="342802" y="116351"/>
                  <a:pt x="341614" y="113662"/>
                </a:cubicBezTo>
                <a:cubicBezTo>
                  <a:pt x="340426" y="110971"/>
                  <a:pt x="339832" y="106822"/>
                  <a:pt x="339832" y="101214"/>
                </a:cubicBezTo>
                <a:lnTo>
                  <a:pt x="339832" y="48879"/>
                </a:lnTo>
                <a:lnTo>
                  <a:pt x="327527" y="48879"/>
                </a:lnTo>
                <a:lnTo>
                  <a:pt x="327527" y="46079"/>
                </a:lnTo>
                <a:cubicBezTo>
                  <a:pt x="330639" y="44831"/>
                  <a:pt x="333821" y="42717"/>
                  <a:pt x="337074" y="39738"/>
                </a:cubicBezTo>
                <a:cubicBezTo>
                  <a:pt x="340327" y="36759"/>
                  <a:pt x="343226" y="33227"/>
                  <a:pt x="345772" y="29141"/>
                </a:cubicBezTo>
                <a:cubicBezTo>
                  <a:pt x="347073" y="26986"/>
                  <a:pt x="348883" y="23043"/>
                  <a:pt x="351203" y="17311"/>
                </a:cubicBezTo>
                <a:lnTo>
                  <a:pt x="353834" y="17311"/>
                </a:lnTo>
                <a:close/>
                <a:moveTo>
                  <a:pt x="469187" y="155124"/>
                </a:moveTo>
                <a:lnTo>
                  <a:pt x="431849" y="155124"/>
                </a:lnTo>
                <a:lnTo>
                  <a:pt x="431849" y="2885"/>
                </a:lnTo>
                <a:lnTo>
                  <a:pt x="469187" y="2885"/>
                </a:lnTo>
                <a:lnTo>
                  <a:pt x="469187" y="9589"/>
                </a:lnTo>
                <a:lnTo>
                  <a:pt x="444578" y="9589"/>
                </a:lnTo>
                <a:lnTo>
                  <a:pt x="444578" y="148590"/>
                </a:lnTo>
                <a:lnTo>
                  <a:pt x="469187" y="148590"/>
                </a:lnTo>
                <a:lnTo>
                  <a:pt x="469187" y="155124"/>
                </a:lnTo>
                <a:close/>
                <a:moveTo>
                  <a:pt x="477757" y="42939"/>
                </a:moveTo>
                <a:lnTo>
                  <a:pt x="514332" y="42939"/>
                </a:lnTo>
                <a:lnTo>
                  <a:pt x="514332" y="46079"/>
                </a:lnTo>
                <a:cubicBezTo>
                  <a:pt x="512012" y="46079"/>
                  <a:pt x="510386" y="46475"/>
                  <a:pt x="509452" y="47267"/>
                </a:cubicBezTo>
                <a:cubicBezTo>
                  <a:pt x="508519" y="48059"/>
                  <a:pt x="508052" y="49106"/>
                  <a:pt x="508052" y="50407"/>
                </a:cubicBezTo>
                <a:cubicBezTo>
                  <a:pt x="508052" y="51764"/>
                  <a:pt x="509042" y="53858"/>
                  <a:pt x="511022" y="56686"/>
                </a:cubicBezTo>
                <a:cubicBezTo>
                  <a:pt x="511644" y="57592"/>
                  <a:pt x="512578" y="59006"/>
                  <a:pt x="513823" y="60929"/>
                </a:cubicBezTo>
                <a:lnTo>
                  <a:pt x="519338" y="69755"/>
                </a:lnTo>
                <a:lnTo>
                  <a:pt x="525703" y="60929"/>
                </a:lnTo>
                <a:cubicBezTo>
                  <a:pt x="529776" y="55329"/>
                  <a:pt x="531813" y="51793"/>
                  <a:pt x="531813" y="50322"/>
                </a:cubicBezTo>
                <a:cubicBezTo>
                  <a:pt x="531813" y="49134"/>
                  <a:pt x="531332" y="48130"/>
                  <a:pt x="530370" y="47309"/>
                </a:cubicBezTo>
                <a:cubicBezTo>
                  <a:pt x="529408" y="46489"/>
                  <a:pt x="527853" y="46079"/>
                  <a:pt x="525703" y="46079"/>
                </a:cubicBezTo>
                <a:lnTo>
                  <a:pt x="525703" y="42939"/>
                </a:lnTo>
                <a:lnTo>
                  <a:pt x="552009" y="42939"/>
                </a:lnTo>
                <a:lnTo>
                  <a:pt x="552009" y="46079"/>
                </a:lnTo>
                <a:cubicBezTo>
                  <a:pt x="549237" y="46249"/>
                  <a:pt x="546833" y="47012"/>
                  <a:pt x="544796" y="48370"/>
                </a:cubicBezTo>
                <a:cubicBezTo>
                  <a:pt x="542024" y="50294"/>
                  <a:pt x="538234" y="54480"/>
                  <a:pt x="533425" y="60929"/>
                </a:cubicBezTo>
                <a:lnTo>
                  <a:pt x="522818" y="75101"/>
                </a:lnTo>
                <a:lnTo>
                  <a:pt x="542166" y="102879"/>
                </a:lnTo>
                <a:cubicBezTo>
                  <a:pt x="546918" y="109710"/>
                  <a:pt x="550312" y="113818"/>
                  <a:pt x="552349" y="115202"/>
                </a:cubicBezTo>
                <a:cubicBezTo>
                  <a:pt x="554386" y="116585"/>
                  <a:pt x="557016" y="117361"/>
                  <a:pt x="560241" y="117531"/>
                </a:cubicBezTo>
                <a:lnTo>
                  <a:pt x="560241" y="120671"/>
                </a:lnTo>
                <a:lnTo>
                  <a:pt x="523581" y="120671"/>
                </a:lnTo>
                <a:lnTo>
                  <a:pt x="523581" y="117531"/>
                </a:lnTo>
                <a:cubicBezTo>
                  <a:pt x="526127" y="117531"/>
                  <a:pt x="528107" y="116967"/>
                  <a:pt x="529522" y="115839"/>
                </a:cubicBezTo>
                <a:cubicBezTo>
                  <a:pt x="530597" y="115049"/>
                  <a:pt x="531134" y="114005"/>
                  <a:pt x="531134" y="112707"/>
                </a:cubicBezTo>
                <a:cubicBezTo>
                  <a:pt x="531134" y="111409"/>
                  <a:pt x="529324" y="108137"/>
                  <a:pt x="525703" y="102890"/>
                </a:cubicBezTo>
                <a:lnTo>
                  <a:pt x="514332" y="86302"/>
                </a:lnTo>
                <a:lnTo>
                  <a:pt x="501857" y="102890"/>
                </a:lnTo>
                <a:cubicBezTo>
                  <a:pt x="498010" y="108024"/>
                  <a:pt x="496087" y="111071"/>
                  <a:pt x="496087" y="112031"/>
                </a:cubicBezTo>
                <a:cubicBezTo>
                  <a:pt x="496087" y="113385"/>
                  <a:pt x="496723" y="114612"/>
                  <a:pt x="497996" y="115712"/>
                </a:cubicBezTo>
                <a:cubicBezTo>
                  <a:pt x="499269" y="116811"/>
                  <a:pt x="501178" y="117418"/>
                  <a:pt x="503724" y="117531"/>
                </a:cubicBezTo>
                <a:lnTo>
                  <a:pt x="503724" y="120671"/>
                </a:lnTo>
                <a:lnTo>
                  <a:pt x="478351" y="120671"/>
                </a:lnTo>
                <a:lnTo>
                  <a:pt x="478351" y="117531"/>
                </a:lnTo>
                <a:cubicBezTo>
                  <a:pt x="480388" y="117248"/>
                  <a:pt x="482170" y="116543"/>
                  <a:pt x="483697" y="115415"/>
                </a:cubicBezTo>
                <a:cubicBezTo>
                  <a:pt x="485847" y="113778"/>
                  <a:pt x="489468" y="109601"/>
                  <a:pt x="494559" y="102885"/>
                </a:cubicBezTo>
                <a:lnTo>
                  <a:pt x="510852" y="81296"/>
                </a:lnTo>
                <a:lnTo>
                  <a:pt x="496087" y="59911"/>
                </a:lnTo>
                <a:cubicBezTo>
                  <a:pt x="491900" y="53801"/>
                  <a:pt x="488662" y="49968"/>
                  <a:pt x="486370" y="48413"/>
                </a:cubicBezTo>
                <a:cubicBezTo>
                  <a:pt x="484079" y="46857"/>
                  <a:pt x="481208" y="46079"/>
                  <a:pt x="477757" y="46079"/>
                </a:cubicBezTo>
                <a:lnTo>
                  <a:pt x="477757" y="42939"/>
                </a:lnTo>
                <a:close/>
                <a:moveTo>
                  <a:pt x="568726" y="2885"/>
                </a:moveTo>
                <a:lnTo>
                  <a:pt x="606065" y="2885"/>
                </a:lnTo>
                <a:lnTo>
                  <a:pt x="606065" y="155124"/>
                </a:lnTo>
                <a:lnTo>
                  <a:pt x="568726" y="155124"/>
                </a:lnTo>
                <a:lnTo>
                  <a:pt x="568726" y="148420"/>
                </a:lnTo>
                <a:lnTo>
                  <a:pt x="593336" y="148420"/>
                </a:lnTo>
                <a:lnTo>
                  <a:pt x="593336" y="9589"/>
                </a:lnTo>
                <a:lnTo>
                  <a:pt x="568726" y="9589"/>
                </a:lnTo>
                <a:lnTo>
                  <a:pt x="568726" y="2885"/>
                </a:lnTo>
                <a:close/>
                <a:moveTo>
                  <a:pt x="707132" y="40733"/>
                </a:moveTo>
                <a:cubicBezTo>
                  <a:pt x="718899" y="40733"/>
                  <a:pt x="728347" y="45198"/>
                  <a:pt x="735475" y="54127"/>
                </a:cubicBezTo>
                <a:cubicBezTo>
                  <a:pt x="741528" y="61756"/>
                  <a:pt x="744555" y="70516"/>
                  <a:pt x="744555" y="80407"/>
                </a:cubicBezTo>
                <a:cubicBezTo>
                  <a:pt x="744555" y="87359"/>
                  <a:pt x="742886" y="94395"/>
                  <a:pt x="739548" y="101516"/>
                </a:cubicBezTo>
                <a:cubicBezTo>
                  <a:pt x="736210" y="108636"/>
                  <a:pt x="731614" y="114004"/>
                  <a:pt x="725758" y="117621"/>
                </a:cubicBezTo>
                <a:cubicBezTo>
                  <a:pt x="719903" y="121238"/>
                  <a:pt x="713383" y="123047"/>
                  <a:pt x="706198" y="123047"/>
                </a:cubicBezTo>
                <a:cubicBezTo>
                  <a:pt x="694488" y="123047"/>
                  <a:pt x="685181" y="118384"/>
                  <a:pt x="678279" y="109058"/>
                </a:cubicBezTo>
                <a:cubicBezTo>
                  <a:pt x="672452" y="101203"/>
                  <a:pt x="669539" y="92388"/>
                  <a:pt x="669539" y="82611"/>
                </a:cubicBezTo>
                <a:cubicBezTo>
                  <a:pt x="669539" y="75490"/>
                  <a:pt x="671307" y="68411"/>
                  <a:pt x="674843" y="61375"/>
                </a:cubicBezTo>
                <a:cubicBezTo>
                  <a:pt x="678378" y="54339"/>
                  <a:pt x="683031" y="49139"/>
                  <a:pt x="688802" y="45777"/>
                </a:cubicBezTo>
                <a:cubicBezTo>
                  <a:pt x="694572" y="42414"/>
                  <a:pt x="700682" y="40733"/>
                  <a:pt x="707132" y="40733"/>
                </a:cubicBezTo>
                <a:moveTo>
                  <a:pt x="704501" y="46333"/>
                </a:moveTo>
                <a:cubicBezTo>
                  <a:pt x="701503" y="46333"/>
                  <a:pt x="698490" y="47224"/>
                  <a:pt x="695463" y="49004"/>
                </a:cubicBezTo>
                <a:cubicBezTo>
                  <a:pt x="692437" y="50784"/>
                  <a:pt x="689990" y="53906"/>
                  <a:pt x="688123" y="58370"/>
                </a:cubicBezTo>
                <a:cubicBezTo>
                  <a:pt x="686256" y="62834"/>
                  <a:pt x="685323" y="68569"/>
                  <a:pt x="685323" y="75576"/>
                </a:cubicBezTo>
                <a:cubicBezTo>
                  <a:pt x="685323" y="86876"/>
                  <a:pt x="687571" y="96624"/>
                  <a:pt x="692069" y="104818"/>
                </a:cubicBezTo>
                <a:cubicBezTo>
                  <a:pt x="696567" y="113010"/>
                  <a:pt x="702493" y="117107"/>
                  <a:pt x="709847" y="117107"/>
                </a:cubicBezTo>
                <a:cubicBezTo>
                  <a:pt x="715335" y="117107"/>
                  <a:pt x="719861" y="114846"/>
                  <a:pt x="723425" y="110326"/>
                </a:cubicBezTo>
                <a:cubicBezTo>
                  <a:pt x="726989" y="105805"/>
                  <a:pt x="728771" y="98036"/>
                  <a:pt x="728771" y="87018"/>
                </a:cubicBezTo>
                <a:cubicBezTo>
                  <a:pt x="728771" y="73230"/>
                  <a:pt x="725801" y="62381"/>
                  <a:pt x="719861" y="54469"/>
                </a:cubicBezTo>
                <a:cubicBezTo>
                  <a:pt x="715844" y="49045"/>
                  <a:pt x="710724" y="46333"/>
                  <a:pt x="704501" y="46333"/>
                </a:cubicBezTo>
                <a:close/>
                <a:moveTo>
                  <a:pt x="786391" y="48879"/>
                </a:moveTo>
                <a:lnTo>
                  <a:pt x="786391" y="100029"/>
                </a:lnTo>
                <a:cubicBezTo>
                  <a:pt x="786391" y="107279"/>
                  <a:pt x="787183" y="111866"/>
                  <a:pt x="788767" y="113792"/>
                </a:cubicBezTo>
                <a:cubicBezTo>
                  <a:pt x="790860" y="116284"/>
                  <a:pt x="793661" y="117531"/>
                  <a:pt x="797168" y="117531"/>
                </a:cubicBezTo>
                <a:lnTo>
                  <a:pt x="804211" y="117531"/>
                </a:lnTo>
                <a:lnTo>
                  <a:pt x="804211" y="120671"/>
                </a:lnTo>
                <a:lnTo>
                  <a:pt x="757793" y="120671"/>
                </a:lnTo>
                <a:lnTo>
                  <a:pt x="757793" y="117531"/>
                </a:lnTo>
                <a:lnTo>
                  <a:pt x="761272" y="117531"/>
                </a:lnTo>
                <a:cubicBezTo>
                  <a:pt x="763535" y="117531"/>
                  <a:pt x="765600" y="116964"/>
                  <a:pt x="767467" y="115831"/>
                </a:cubicBezTo>
                <a:cubicBezTo>
                  <a:pt x="769334" y="114698"/>
                  <a:pt x="770621" y="113169"/>
                  <a:pt x="771328" y="111243"/>
                </a:cubicBezTo>
                <a:cubicBezTo>
                  <a:pt x="772035" y="109318"/>
                  <a:pt x="772389" y="105580"/>
                  <a:pt x="772389" y="100029"/>
                </a:cubicBezTo>
                <a:lnTo>
                  <a:pt x="772389" y="48879"/>
                </a:lnTo>
                <a:lnTo>
                  <a:pt x="757284" y="48879"/>
                </a:lnTo>
                <a:lnTo>
                  <a:pt x="757284" y="42939"/>
                </a:lnTo>
                <a:lnTo>
                  <a:pt x="772389" y="42939"/>
                </a:lnTo>
                <a:lnTo>
                  <a:pt x="772389" y="37826"/>
                </a:lnTo>
                <a:cubicBezTo>
                  <a:pt x="772389" y="30046"/>
                  <a:pt x="773634" y="23458"/>
                  <a:pt x="776123" y="18062"/>
                </a:cubicBezTo>
                <a:cubicBezTo>
                  <a:pt x="778612" y="12666"/>
                  <a:pt x="782417" y="8307"/>
                  <a:pt x="787536" y="4986"/>
                </a:cubicBezTo>
                <a:cubicBezTo>
                  <a:pt x="792656" y="1662"/>
                  <a:pt x="798413" y="0"/>
                  <a:pt x="804805" y="0"/>
                </a:cubicBezTo>
                <a:cubicBezTo>
                  <a:pt x="810746" y="0"/>
                  <a:pt x="816205" y="1923"/>
                  <a:pt x="821183" y="5770"/>
                </a:cubicBezTo>
                <a:cubicBezTo>
                  <a:pt x="824465" y="8316"/>
                  <a:pt x="826105" y="11173"/>
                  <a:pt x="826105" y="14341"/>
                </a:cubicBezTo>
                <a:cubicBezTo>
                  <a:pt x="826105" y="16039"/>
                  <a:pt x="825370" y="17637"/>
                  <a:pt x="823899" y="19136"/>
                </a:cubicBezTo>
                <a:cubicBezTo>
                  <a:pt x="822428" y="20635"/>
                  <a:pt x="820844" y="21385"/>
                  <a:pt x="819147" y="21385"/>
                </a:cubicBezTo>
                <a:cubicBezTo>
                  <a:pt x="817846" y="21385"/>
                  <a:pt x="816474" y="20913"/>
                  <a:pt x="815031" y="19969"/>
                </a:cubicBezTo>
                <a:cubicBezTo>
                  <a:pt x="813588" y="19025"/>
                  <a:pt x="811821" y="16994"/>
                  <a:pt x="809727" y="13877"/>
                </a:cubicBezTo>
                <a:cubicBezTo>
                  <a:pt x="807634" y="10760"/>
                  <a:pt x="805711" y="8658"/>
                  <a:pt x="803957" y="7571"/>
                </a:cubicBezTo>
                <a:cubicBezTo>
                  <a:pt x="802203" y="6484"/>
                  <a:pt x="800251" y="5940"/>
                  <a:pt x="798102" y="5940"/>
                </a:cubicBezTo>
                <a:cubicBezTo>
                  <a:pt x="795499" y="5940"/>
                  <a:pt x="793293" y="6640"/>
                  <a:pt x="791482" y="8040"/>
                </a:cubicBezTo>
                <a:cubicBezTo>
                  <a:pt x="789672" y="9439"/>
                  <a:pt x="788371" y="11608"/>
                  <a:pt x="787579" y="14548"/>
                </a:cubicBezTo>
                <a:cubicBezTo>
                  <a:pt x="786787" y="17488"/>
                  <a:pt x="786391" y="25067"/>
                  <a:pt x="786391" y="37285"/>
                </a:cubicBezTo>
                <a:lnTo>
                  <a:pt x="786391" y="42939"/>
                </a:lnTo>
                <a:lnTo>
                  <a:pt x="806418" y="42939"/>
                </a:lnTo>
                <a:lnTo>
                  <a:pt x="806418" y="48879"/>
                </a:lnTo>
                <a:lnTo>
                  <a:pt x="786391" y="48879"/>
                </a:lnTo>
                <a:close/>
                <a:moveTo>
                  <a:pt x="878123" y="92346"/>
                </a:moveTo>
                <a:cubicBezTo>
                  <a:pt x="873371" y="90030"/>
                  <a:pt x="869722" y="86796"/>
                  <a:pt x="867176" y="82643"/>
                </a:cubicBezTo>
                <a:cubicBezTo>
                  <a:pt x="864630" y="78490"/>
                  <a:pt x="863357" y="73899"/>
                  <a:pt x="863357" y="68869"/>
                </a:cubicBezTo>
                <a:cubicBezTo>
                  <a:pt x="863357" y="61186"/>
                  <a:pt x="866257" y="54575"/>
                  <a:pt x="872055" y="49038"/>
                </a:cubicBezTo>
                <a:cubicBezTo>
                  <a:pt x="877854" y="43501"/>
                  <a:pt x="885279" y="40733"/>
                  <a:pt x="894331" y="40733"/>
                </a:cubicBezTo>
                <a:cubicBezTo>
                  <a:pt x="901742" y="40733"/>
                  <a:pt x="908163" y="42543"/>
                  <a:pt x="913594" y="46164"/>
                </a:cubicBezTo>
                <a:lnTo>
                  <a:pt x="930057" y="46164"/>
                </a:lnTo>
                <a:cubicBezTo>
                  <a:pt x="932490" y="46164"/>
                  <a:pt x="933904" y="46234"/>
                  <a:pt x="934300" y="46373"/>
                </a:cubicBezTo>
                <a:cubicBezTo>
                  <a:pt x="934696" y="46513"/>
                  <a:pt x="934979" y="46751"/>
                  <a:pt x="935149" y="47087"/>
                </a:cubicBezTo>
                <a:cubicBezTo>
                  <a:pt x="935488" y="47590"/>
                  <a:pt x="935658" y="48486"/>
                  <a:pt x="935658" y="49773"/>
                </a:cubicBezTo>
                <a:cubicBezTo>
                  <a:pt x="935658" y="51226"/>
                  <a:pt x="935516" y="52233"/>
                  <a:pt x="935234" y="52793"/>
                </a:cubicBezTo>
                <a:cubicBezTo>
                  <a:pt x="935064" y="53073"/>
                  <a:pt x="934767" y="53296"/>
                  <a:pt x="934343" y="53464"/>
                </a:cubicBezTo>
                <a:cubicBezTo>
                  <a:pt x="933918" y="53632"/>
                  <a:pt x="932490" y="53716"/>
                  <a:pt x="930057" y="53716"/>
                </a:cubicBezTo>
                <a:lnTo>
                  <a:pt x="919959" y="53716"/>
                </a:lnTo>
                <a:cubicBezTo>
                  <a:pt x="923127" y="57798"/>
                  <a:pt x="924711" y="63014"/>
                  <a:pt x="924711" y="69362"/>
                </a:cubicBezTo>
                <a:cubicBezTo>
                  <a:pt x="924711" y="76618"/>
                  <a:pt x="921939" y="82825"/>
                  <a:pt x="916395" y="87984"/>
                </a:cubicBezTo>
                <a:cubicBezTo>
                  <a:pt x="910851" y="93142"/>
                  <a:pt x="903411" y="95722"/>
                  <a:pt x="894077" y="95722"/>
                </a:cubicBezTo>
                <a:cubicBezTo>
                  <a:pt x="890230" y="95722"/>
                  <a:pt x="886298" y="95145"/>
                  <a:pt x="882281" y="93990"/>
                </a:cubicBezTo>
                <a:cubicBezTo>
                  <a:pt x="879792" y="96138"/>
                  <a:pt x="878109" y="98018"/>
                  <a:pt x="877232" y="99631"/>
                </a:cubicBezTo>
                <a:cubicBezTo>
                  <a:pt x="876355" y="101241"/>
                  <a:pt x="875917" y="102611"/>
                  <a:pt x="875917" y="103741"/>
                </a:cubicBezTo>
                <a:cubicBezTo>
                  <a:pt x="875917" y="104703"/>
                  <a:pt x="876383" y="105636"/>
                  <a:pt x="877317" y="106541"/>
                </a:cubicBezTo>
                <a:cubicBezTo>
                  <a:pt x="878250" y="107445"/>
                  <a:pt x="880075" y="108095"/>
                  <a:pt x="882790" y="108491"/>
                </a:cubicBezTo>
                <a:cubicBezTo>
                  <a:pt x="884374" y="108717"/>
                  <a:pt x="888334" y="108915"/>
                  <a:pt x="894671" y="109085"/>
                </a:cubicBezTo>
                <a:cubicBezTo>
                  <a:pt x="906325" y="109366"/>
                  <a:pt x="913877" y="109761"/>
                  <a:pt x="917328" y="110270"/>
                </a:cubicBezTo>
                <a:cubicBezTo>
                  <a:pt x="922589" y="111005"/>
                  <a:pt x="926790" y="112956"/>
                  <a:pt x="929930" y="116123"/>
                </a:cubicBezTo>
                <a:cubicBezTo>
                  <a:pt x="933070" y="119287"/>
                  <a:pt x="934640" y="123187"/>
                  <a:pt x="934640" y="127823"/>
                </a:cubicBezTo>
                <a:cubicBezTo>
                  <a:pt x="934640" y="134210"/>
                  <a:pt x="931641" y="140203"/>
                  <a:pt x="925644" y="145800"/>
                </a:cubicBezTo>
                <a:cubicBezTo>
                  <a:pt x="916819" y="154052"/>
                  <a:pt x="905306" y="158179"/>
                  <a:pt x="891106" y="158179"/>
                </a:cubicBezTo>
                <a:cubicBezTo>
                  <a:pt x="880188" y="158179"/>
                  <a:pt x="870966" y="155721"/>
                  <a:pt x="863442" y="150806"/>
                </a:cubicBezTo>
                <a:cubicBezTo>
                  <a:pt x="859199" y="147981"/>
                  <a:pt x="857078" y="145043"/>
                  <a:pt x="857078" y="141992"/>
                </a:cubicBezTo>
                <a:cubicBezTo>
                  <a:pt x="857078" y="140637"/>
                  <a:pt x="857389" y="139282"/>
                  <a:pt x="858011" y="137926"/>
                </a:cubicBezTo>
                <a:cubicBezTo>
                  <a:pt x="858973" y="135835"/>
                  <a:pt x="860953" y="132925"/>
                  <a:pt x="863951" y="129196"/>
                </a:cubicBezTo>
                <a:cubicBezTo>
                  <a:pt x="864347" y="128689"/>
                  <a:pt x="867233" y="125638"/>
                  <a:pt x="872607" y="120045"/>
                </a:cubicBezTo>
                <a:cubicBezTo>
                  <a:pt x="869665" y="118289"/>
                  <a:pt x="867586" y="116718"/>
                  <a:pt x="866370" y="115330"/>
                </a:cubicBezTo>
                <a:cubicBezTo>
                  <a:pt x="865154" y="113942"/>
                  <a:pt x="864545" y="112370"/>
                  <a:pt x="864545" y="110615"/>
                </a:cubicBezTo>
                <a:cubicBezTo>
                  <a:pt x="864545" y="108631"/>
                  <a:pt x="865352" y="106308"/>
                  <a:pt x="866964" y="103646"/>
                </a:cubicBezTo>
                <a:cubicBezTo>
                  <a:pt x="868576" y="100983"/>
                  <a:pt x="872296" y="97217"/>
                  <a:pt x="878123" y="92346"/>
                </a:cubicBezTo>
                <a:moveTo>
                  <a:pt x="892889" y="44976"/>
                </a:moveTo>
                <a:cubicBezTo>
                  <a:pt x="888702" y="44976"/>
                  <a:pt x="885195" y="46636"/>
                  <a:pt x="882366" y="49956"/>
                </a:cubicBezTo>
                <a:cubicBezTo>
                  <a:pt x="879537" y="53274"/>
                  <a:pt x="878123" y="58366"/>
                  <a:pt x="878123" y="65231"/>
                </a:cubicBezTo>
                <a:cubicBezTo>
                  <a:pt x="878123" y="74122"/>
                  <a:pt x="880046" y="81014"/>
                  <a:pt x="883893" y="85907"/>
                </a:cubicBezTo>
                <a:cubicBezTo>
                  <a:pt x="886835" y="89622"/>
                  <a:pt x="890569" y="91479"/>
                  <a:pt x="895095" y="91479"/>
                </a:cubicBezTo>
                <a:cubicBezTo>
                  <a:pt x="899394" y="91479"/>
                  <a:pt x="902930" y="89875"/>
                  <a:pt x="905702" y="86668"/>
                </a:cubicBezTo>
                <a:cubicBezTo>
                  <a:pt x="908474" y="83461"/>
                  <a:pt x="909861" y="78425"/>
                  <a:pt x="909861" y="71561"/>
                </a:cubicBezTo>
                <a:cubicBezTo>
                  <a:pt x="909861" y="62615"/>
                  <a:pt x="907909" y="55610"/>
                  <a:pt x="904005" y="50545"/>
                </a:cubicBezTo>
                <a:cubicBezTo>
                  <a:pt x="901120" y="46832"/>
                  <a:pt x="897414" y="44976"/>
                  <a:pt x="892889" y="44976"/>
                </a:cubicBezTo>
                <a:moveTo>
                  <a:pt x="877274" y="120721"/>
                </a:moveTo>
                <a:cubicBezTo>
                  <a:pt x="874615" y="123601"/>
                  <a:pt x="872607" y="126283"/>
                  <a:pt x="871249" y="128767"/>
                </a:cubicBezTo>
                <a:cubicBezTo>
                  <a:pt x="869892" y="131252"/>
                  <a:pt x="869213" y="133540"/>
                  <a:pt x="869213" y="135630"/>
                </a:cubicBezTo>
                <a:cubicBezTo>
                  <a:pt x="869213" y="138340"/>
                  <a:pt x="870853" y="140712"/>
                  <a:pt x="874135" y="142745"/>
                </a:cubicBezTo>
                <a:cubicBezTo>
                  <a:pt x="879792" y="146245"/>
                  <a:pt x="887967" y="147996"/>
                  <a:pt x="898659" y="147996"/>
                </a:cubicBezTo>
                <a:cubicBezTo>
                  <a:pt x="908842" y="147996"/>
                  <a:pt x="916352" y="146202"/>
                  <a:pt x="921189" y="142615"/>
                </a:cubicBezTo>
                <a:cubicBezTo>
                  <a:pt x="926026" y="139030"/>
                  <a:pt x="928445" y="135205"/>
                  <a:pt x="928445" y="131140"/>
                </a:cubicBezTo>
                <a:cubicBezTo>
                  <a:pt x="928445" y="128204"/>
                  <a:pt x="927002" y="126114"/>
                  <a:pt x="924117" y="124871"/>
                </a:cubicBezTo>
                <a:cubicBezTo>
                  <a:pt x="921175" y="123628"/>
                  <a:pt x="915348" y="122895"/>
                  <a:pt x="906636" y="122670"/>
                </a:cubicBezTo>
                <a:cubicBezTo>
                  <a:pt x="893907" y="122331"/>
                  <a:pt x="884120" y="121681"/>
                  <a:pt x="877274" y="120721"/>
                </a:cubicBezTo>
                <a:close/>
                <a:moveTo>
                  <a:pt x="938628" y="50584"/>
                </a:moveTo>
                <a:lnTo>
                  <a:pt x="962559" y="40902"/>
                </a:lnTo>
                <a:lnTo>
                  <a:pt x="965784" y="40902"/>
                </a:lnTo>
                <a:lnTo>
                  <a:pt x="965784" y="59062"/>
                </a:lnTo>
                <a:cubicBezTo>
                  <a:pt x="969800" y="52217"/>
                  <a:pt x="973831" y="47451"/>
                  <a:pt x="977876" y="44764"/>
                </a:cubicBezTo>
                <a:cubicBezTo>
                  <a:pt x="981921" y="42076"/>
                  <a:pt x="986178" y="40733"/>
                  <a:pt x="990647" y="40733"/>
                </a:cubicBezTo>
                <a:cubicBezTo>
                  <a:pt x="998455" y="40733"/>
                  <a:pt x="1004960" y="43784"/>
                  <a:pt x="1010165" y="49887"/>
                </a:cubicBezTo>
                <a:cubicBezTo>
                  <a:pt x="1016558" y="57348"/>
                  <a:pt x="1019754" y="67068"/>
                  <a:pt x="1019754" y="79050"/>
                </a:cubicBezTo>
                <a:cubicBezTo>
                  <a:pt x="1019754" y="92443"/>
                  <a:pt x="1015907" y="103520"/>
                  <a:pt x="1008213" y="112280"/>
                </a:cubicBezTo>
                <a:cubicBezTo>
                  <a:pt x="1001877" y="119458"/>
                  <a:pt x="993900" y="123047"/>
                  <a:pt x="984283" y="123047"/>
                </a:cubicBezTo>
                <a:cubicBezTo>
                  <a:pt x="980097" y="123047"/>
                  <a:pt x="976476" y="122453"/>
                  <a:pt x="973421" y="121265"/>
                </a:cubicBezTo>
                <a:cubicBezTo>
                  <a:pt x="971158" y="120416"/>
                  <a:pt x="968612" y="118719"/>
                  <a:pt x="965784" y="116173"/>
                </a:cubicBezTo>
                <a:lnTo>
                  <a:pt x="965784" y="139849"/>
                </a:lnTo>
                <a:cubicBezTo>
                  <a:pt x="965784" y="145167"/>
                  <a:pt x="966109" y="148547"/>
                  <a:pt x="966759" y="149990"/>
                </a:cubicBezTo>
                <a:cubicBezTo>
                  <a:pt x="967410" y="151432"/>
                  <a:pt x="968541" y="152578"/>
                  <a:pt x="970154" y="153427"/>
                </a:cubicBezTo>
                <a:cubicBezTo>
                  <a:pt x="971766" y="154275"/>
                  <a:pt x="974694" y="154699"/>
                  <a:pt x="978937" y="154699"/>
                </a:cubicBezTo>
                <a:lnTo>
                  <a:pt x="978937" y="157839"/>
                </a:lnTo>
                <a:lnTo>
                  <a:pt x="938204" y="157839"/>
                </a:lnTo>
                <a:lnTo>
                  <a:pt x="938204" y="154699"/>
                </a:lnTo>
                <a:lnTo>
                  <a:pt x="940326" y="154699"/>
                </a:lnTo>
                <a:cubicBezTo>
                  <a:pt x="943437" y="154756"/>
                  <a:pt x="946096" y="154161"/>
                  <a:pt x="948302" y="152915"/>
                </a:cubicBezTo>
                <a:cubicBezTo>
                  <a:pt x="949377" y="152292"/>
                  <a:pt x="950212" y="151287"/>
                  <a:pt x="950806" y="149900"/>
                </a:cubicBezTo>
                <a:cubicBezTo>
                  <a:pt x="951400" y="148514"/>
                  <a:pt x="951697" y="144990"/>
                  <a:pt x="951697" y="139329"/>
                </a:cubicBezTo>
                <a:lnTo>
                  <a:pt x="951697" y="65785"/>
                </a:lnTo>
                <a:cubicBezTo>
                  <a:pt x="951697" y="60746"/>
                  <a:pt x="951471" y="57548"/>
                  <a:pt x="951018" y="56190"/>
                </a:cubicBezTo>
                <a:cubicBezTo>
                  <a:pt x="950565" y="54831"/>
                  <a:pt x="949844" y="53812"/>
                  <a:pt x="948854" y="53133"/>
                </a:cubicBezTo>
                <a:cubicBezTo>
                  <a:pt x="947864" y="52452"/>
                  <a:pt x="946520" y="52112"/>
                  <a:pt x="944823" y="52112"/>
                </a:cubicBezTo>
                <a:cubicBezTo>
                  <a:pt x="943465" y="52112"/>
                  <a:pt x="941740" y="52508"/>
                  <a:pt x="939647" y="53300"/>
                </a:cubicBezTo>
                <a:lnTo>
                  <a:pt x="938628" y="50584"/>
                </a:lnTo>
                <a:moveTo>
                  <a:pt x="965784" y="64223"/>
                </a:moveTo>
                <a:lnTo>
                  <a:pt x="965784" y="93208"/>
                </a:lnTo>
                <a:cubicBezTo>
                  <a:pt x="965784" y="99480"/>
                  <a:pt x="966038" y="103605"/>
                  <a:pt x="966547" y="105582"/>
                </a:cubicBezTo>
                <a:cubicBezTo>
                  <a:pt x="967339" y="108859"/>
                  <a:pt x="969277" y="111741"/>
                  <a:pt x="972360" y="114227"/>
                </a:cubicBezTo>
                <a:cubicBezTo>
                  <a:pt x="975443" y="116712"/>
                  <a:pt x="979333" y="117955"/>
                  <a:pt x="984028" y="117955"/>
                </a:cubicBezTo>
                <a:cubicBezTo>
                  <a:pt x="989686" y="117955"/>
                  <a:pt x="994268" y="115751"/>
                  <a:pt x="997776" y="111344"/>
                </a:cubicBezTo>
                <a:cubicBezTo>
                  <a:pt x="1002358" y="105582"/>
                  <a:pt x="1004649" y="97475"/>
                  <a:pt x="1004649" y="87021"/>
                </a:cubicBezTo>
                <a:cubicBezTo>
                  <a:pt x="1004649" y="75157"/>
                  <a:pt x="1002047" y="66032"/>
                  <a:pt x="996842" y="59648"/>
                </a:cubicBezTo>
                <a:cubicBezTo>
                  <a:pt x="993222" y="55241"/>
                  <a:pt x="988922" y="53037"/>
                  <a:pt x="983944" y="53037"/>
                </a:cubicBezTo>
                <a:cubicBezTo>
                  <a:pt x="981228" y="53037"/>
                  <a:pt x="978541" y="53715"/>
                  <a:pt x="975882" y="55071"/>
                </a:cubicBezTo>
                <a:cubicBezTo>
                  <a:pt x="973845" y="56088"/>
                  <a:pt x="970479" y="59138"/>
                  <a:pt x="965784" y="64223"/>
                </a:cubicBezTo>
                <a:close/>
                <a:moveTo>
                  <a:pt x="1053698" y="17311"/>
                </a:moveTo>
                <a:lnTo>
                  <a:pt x="1053698" y="42939"/>
                </a:lnTo>
                <a:lnTo>
                  <a:pt x="1071858" y="42939"/>
                </a:lnTo>
                <a:lnTo>
                  <a:pt x="1071858" y="48879"/>
                </a:lnTo>
                <a:lnTo>
                  <a:pt x="1053698" y="48879"/>
                </a:lnTo>
                <a:lnTo>
                  <a:pt x="1053698" y="99217"/>
                </a:lnTo>
                <a:cubicBezTo>
                  <a:pt x="1053698" y="104247"/>
                  <a:pt x="1054419" y="107638"/>
                  <a:pt x="1055862" y="109390"/>
                </a:cubicBezTo>
                <a:cubicBezTo>
                  <a:pt x="1057304" y="111140"/>
                  <a:pt x="1059157" y="112015"/>
                  <a:pt x="1061420" y="112015"/>
                </a:cubicBezTo>
                <a:cubicBezTo>
                  <a:pt x="1063287" y="112015"/>
                  <a:pt x="1065097" y="111435"/>
                  <a:pt x="1066851" y="110275"/>
                </a:cubicBezTo>
                <a:cubicBezTo>
                  <a:pt x="1068605" y="109116"/>
                  <a:pt x="1069963" y="107404"/>
                  <a:pt x="1070924" y="105141"/>
                </a:cubicBezTo>
                <a:lnTo>
                  <a:pt x="1074234" y="105141"/>
                </a:lnTo>
                <a:cubicBezTo>
                  <a:pt x="1072254" y="110701"/>
                  <a:pt x="1069454" y="114906"/>
                  <a:pt x="1065833" y="117756"/>
                </a:cubicBezTo>
                <a:cubicBezTo>
                  <a:pt x="1062212" y="120604"/>
                  <a:pt x="1058478" y="122028"/>
                  <a:pt x="1054631" y="122028"/>
                </a:cubicBezTo>
                <a:cubicBezTo>
                  <a:pt x="1052029" y="122028"/>
                  <a:pt x="1049483" y="121306"/>
                  <a:pt x="1046994" y="119862"/>
                </a:cubicBezTo>
                <a:cubicBezTo>
                  <a:pt x="1044505" y="118417"/>
                  <a:pt x="1042666" y="116351"/>
                  <a:pt x="1041478" y="113662"/>
                </a:cubicBezTo>
                <a:cubicBezTo>
                  <a:pt x="1040290" y="110971"/>
                  <a:pt x="1039696" y="106822"/>
                  <a:pt x="1039696" y="101214"/>
                </a:cubicBezTo>
                <a:lnTo>
                  <a:pt x="1039696" y="48879"/>
                </a:lnTo>
                <a:lnTo>
                  <a:pt x="1027391" y="48879"/>
                </a:lnTo>
                <a:lnTo>
                  <a:pt x="1027391" y="46079"/>
                </a:lnTo>
                <a:cubicBezTo>
                  <a:pt x="1030503" y="44831"/>
                  <a:pt x="1033685" y="42717"/>
                  <a:pt x="1036938" y="39738"/>
                </a:cubicBezTo>
                <a:cubicBezTo>
                  <a:pt x="1040191" y="36759"/>
                  <a:pt x="1043090" y="33227"/>
                  <a:pt x="1045636" y="29141"/>
                </a:cubicBezTo>
                <a:cubicBezTo>
                  <a:pt x="1046937" y="26986"/>
                  <a:pt x="1048748" y="23043"/>
                  <a:pt x="1051067" y="17311"/>
                </a:cubicBezTo>
                <a:lnTo>
                  <a:pt x="1053698" y="17311"/>
                </a:lnTo>
                <a:close/>
                <a:moveTo>
                  <a:pt x="1166930" y="109469"/>
                </a:moveTo>
                <a:cubicBezTo>
                  <a:pt x="1158953" y="115636"/>
                  <a:pt x="1153947" y="119200"/>
                  <a:pt x="1151910" y="120161"/>
                </a:cubicBezTo>
                <a:cubicBezTo>
                  <a:pt x="1148855" y="121632"/>
                  <a:pt x="1145602" y="122368"/>
                  <a:pt x="1142151" y="122368"/>
                </a:cubicBezTo>
                <a:cubicBezTo>
                  <a:pt x="1136777" y="122368"/>
                  <a:pt x="1132350" y="120529"/>
                  <a:pt x="1128871" y="116852"/>
                </a:cubicBezTo>
                <a:cubicBezTo>
                  <a:pt x="1125391" y="113175"/>
                  <a:pt x="1123652" y="108338"/>
                  <a:pt x="1123652" y="102341"/>
                </a:cubicBezTo>
                <a:cubicBezTo>
                  <a:pt x="1123652" y="98551"/>
                  <a:pt x="1124500" y="95269"/>
                  <a:pt x="1126198" y="92497"/>
                </a:cubicBezTo>
                <a:cubicBezTo>
                  <a:pt x="1128517" y="88650"/>
                  <a:pt x="1132548" y="85030"/>
                  <a:pt x="1138290" y="81635"/>
                </a:cubicBezTo>
                <a:cubicBezTo>
                  <a:pt x="1144032" y="78241"/>
                  <a:pt x="1153579" y="74111"/>
                  <a:pt x="1166930" y="69246"/>
                </a:cubicBezTo>
                <a:lnTo>
                  <a:pt x="1166930" y="66191"/>
                </a:lnTo>
                <a:cubicBezTo>
                  <a:pt x="1166930" y="58440"/>
                  <a:pt x="1165700" y="53122"/>
                  <a:pt x="1163239" y="50237"/>
                </a:cubicBezTo>
                <a:cubicBezTo>
                  <a:pt x="1160778" y="47352"/>
                  <a:pt x="1157200" y="45909"/>
                  <a:pt x="1152504" y="45909"/>
                </a:cubicBezTo>
                <a:cubicBezTo>
                  <a:pt x="1148940" y="45909"/>
                  <a:pt x="1146111" y="46867"/>
                  <a:pt x="1144018" y="48784"/>
                </a:cubicBezTo>
                <a:cubicBezTo>
                  <a:pt x="1141868" y="50700"/>
                  <a:pt x="1140793" y="52899"/>
                  <a:pt x="1140793" y="55379"/>
                </a:cubicBezTo>
                <a:lnTo>
                  <a:pt x="1140963" y="60282"/>
                </a:lnTo>
                <a:cubicBezTo>
                  <a:pt x="1140963" y="62874"/>
                  <a:pt x="1140298" y="64874"/>
                  <a:pt x="1138969" y="66283"/>
                </a:cubicBezTo>
                <a:cubicBezTo>
                  <a:pt x="1137640" y="67692"/>
                  <a:pt x="1135900" y="68397"/>
                  <a:pt x="1133750" y="68397"/>
                </a:cubicBezTo>
                <a:cubicBezTo>
                  <a:pt x="1131657" y="68397"/>
                  <a:pt x="1129946" y="67664"/>
                  <a:pt x="1128616" y="66199"/>
                </a:cubicBezTo>
                <a:cubicBezTo>
                  <a:pt x="1127287" y="64731"/>
                  <a:pt x="1126622" y="62728"/>
                  <a:pt x="1126622" y="60189"/>
                </a:cubicBezTo>
                <a:cubicBezTo>
                  <a:pt x="1126622" y="55340"/>
                  <a:pt x="1129111" y="50885"/>
                  <a:pt x="1134090" y="46824"/>
                </a:cubicBezTo>
                <a:cubicBezTo>
                  <a:pt x="1139068" y="42763"/>
                  <a:pt x="1146055" y="40733"/>
                  <a:pt x="1155050" y="40733"/>
                </a:cubicBezTo>
                <a:cubicBezTo>
                  <a:pt x="1161952" y="40733"/>
                  <a:pt x="1167609" y="41891"/>
                  <a:pt x="1172022" y="44207"/>
                </a:cubicBezTo>
                <a:cubicBezTo>
                  <a:pt x="1175360" y="45959"/>
                  <a:pt x="1177821" y="48700"/>
                  <a:pt x="1179405" y="52430"/>
                </a:cubicBezTo>
                <a:cubicBezTo>
                  <a:pt x="1180423" y="54859"/>
                  <a:pt x="1180932" y="59831"/>
                  <a:pt x="1180932" y="67347"/>
                </a:cubicBezTo>
                <a:lnTo>
                  <a:pt x="1180932" y="93706"/>
                </a:lnTo>
                <a:cubicBezTo>
                  <a:pt x="1180932" y="101109"/>
                  <a:pt x="1181074" y="105643"/>
                  <a:pt x="1181356" y="107311"/>
                </a:cubicBezTo>
                <a:cubicBezTo>
                  <a:pt x="1181639" y="108978"/>
                  <a:pt x="1182106" y="110094"/>
                  <a:pt x="1182757" y="110660"/>
                </a:cubicBezTo>
                <a:cubicBezTo>
                  <a:pt x="1183407" y="111224"/>
                  <a:pt x="1184157" y="111506"/>
                  <a:pt x="1185005" y="111506"/>
                </a:cubicBezTo>
                <a:cubicBezTo>
                  <a:pt x="1185911" y="111506"/>
                  <a:pt x="1186703" y="111308"/>
                  <a:pt x="1187382" y="110912"/>
                </a:cubicBezTo>
                <a:cubicBezTo>
                  <a:pt x="1188570" y="110176"/>
                  <a:pt x="1190861" y="108111"/>
                  <a:pt x="1194255" y="104717"/>
                </a:cubicBezTo>
                <a:lnTo>
                  <a:pt x="1194255" y="109469"/>
                </a:lnTo>
                <a:cubicBezTo>
                  <a:pt x="1187919" y="117955"/>
                  <a:pt x="1181866" y="122198"/>
                  <a:pt x="1176095" y="122198"/>
                </a:cubicBezTo>
                <a:cubicBezTo>
                  <a:pt x="1173323" y="122198"/>
                  <a:pt x="1171117" y="121236"/>
                  <a:pt x="1169476" y="119313"/>
                </a:cubicBezTo>
                <a:cubicBezTo>
                  <a:pt x="1167835" y="117389"/>
                  <a:pt x="1166987" y="114108"/>
                  <a:pt x="1166930" y="109469"/>
                </a:cubicBezTo>
                <a:moveTo>
                  <a:pt x="1166930" y="103906"/>
                </a:moveTo>
                <a:lnTo>
                  <a:pt x="1166930" y="74422"/>
                </a:lnTo>
                <a:cubicBezTo>
                  <a:pt x="1158388" y="77801"/>
                  <a:pt x="1152872" y="80194"/>
                  <a:pt x="1150383" y="81603"/>
                </a:cubicBezTo>
                <a:cubicBezTo>
                  <a:pt x="1145913" y="84082"/>
                  <a:pt x="1142717" y="86673"/>
                  <a:pt x="1140793" y="89376"/>
                </a:cubicBezTo>
                <a:cubicBezTo>
                  <a:pt x="1138870" y="92079"/>
                  <a:pt x="1137908" y="95036"/>
                  <a:pt x="1137908" y="98246"/>
                </a:cubicBezTo>
                <a:cubicBezTo>
                  <a:pt x="1137908" y="102302"/>
                  <a:pt x="1139125" y="105667"/>
                  <a:pt x="1141557" y="108342"/>
                </a:cubicBezTo>
                <a:cubicBezTo>
                  <a:pt x="1143990" y="111017"/>
                  <a:pt x="1146790" y="112354"/>
                  <a:pt x="1149958" y="112354"/>
                </a:cubicBezTo>
                <a:cubicBezTo>
                  <a:pt x="1154258" y="112354"/>
                  <a:pt x="1159915" y="109538"/>
                  <a:pt x="1166930" y="103906"/>
                </a:cubicBezTo>
                <a:close/>
                <a:moveTo>
                  <a:pt x="1222795" y="40733"/>
                </a:moveTo>
                <a:lnTo>
                  <a:pt x="1222795" y="58214"/>
                </a:lnTo>
                <a:cubicBezTo>
                  <a:pt x="1229301" y="46560"/>
                  <a:pt x="1235976" y="40733"/>
                  <a:pt x="1242822" y="40733"/>
                </a:cubicBezTo>
                <a:cubicBezTo>
                  <a:pt x="1245933" y="40733"/>
                  <a:pt x="1248507" y="41680"/>
                  <a:pt x="1250544" y="43576"/>
                </a:cubicBezTo>
                <a:cubicBezTo>
                  <a:pt x="1252580" y="45471"/>
                  <a:pt x="1253599" y="47663"/>
                  <a:pt x="1253599" y="50152"/>
                </a:cubicBezTo>
                <a:cubicBezTo>
                  <a:pt x="1253599" y="52359"/>
                  <a:pt x="1252863" y="54225"/>
                  <a:pt x="1251392" y="55753"/>
                </a:cubicBezTo>
                <a:cubicBezTo>
                  <a:pt x="1249922" y="57280"/>
                  <a:pt x="1248168" y="58044"/>
                  <a:pt x="1246131" y="58044"/>
                </a:cubicBezTo>
                <a:cubicBezTo>
                  <a:pt x="1244151" y="58044"/>
                  <a:pt x="1241931" y="57068"/>
                  <a:pt x="1239470" y="55116"/>
                </a:cubicBezTo>
                <a:cubicBezTo>
                  <a:pt x="1237009" y="53165"/>
                  <a:pt x="1235184" y="52189"/>
                  <a:pt x="1233996" y="52189"/>
                </a:cubicBezTo>
                <a:cubicBezTo>
                  <a:pt x="1232978" y="52189"/>
                  <a:pt x="1231875" y="52753"/>
                  <a:pt x="1230687" y="53881"/>
                </a:cubicBezTo>
                <a:cubicBezTo>
                  <a:pt x="1228141" y="56195"/>
                  <a:pt x="1225510" y="60004"/>
                  <a:pt x="1222795" y="65308"/>
                </a:cubicBezTo>
                <a:lnTo>
                  <a:pt x="1222795" y="102466"/>
                </a:lnTo>
                <a:cubicBezTo>
                  <a:pt x="1222795" y="106753"/>
                  <a:pt x="1223332" y="109997"/>
                  <a:pt x="1224407" y="112198"/>
                </a:cubicBezTo>
                <a:cubicBezTo>
                  <a:pt x="1225142" y="113722"/>
                  <a:pt x="1226444" y="114992"/>
                  <a:pt x="1228311" y="116009"/>
                </a:cubicBezTo>
                <a:cubicBezTo>
                  <a:pt x="1230177" y="117023"/>
                  <a:pt x="1232865" y="117531"/>
                  <a:pt x="1236372" y="117531"/>
                </a:cubicBezTo>
                <a:lnTo>
                  <a:pt x="1236372" y="120671"/>
                </a:lnTo>
                <a:lnTo>
                  <a:pt x="1196573" y="120671"/>
                </a:lnTo>
                <a:lnTo>
                  <a:pt x="1196573" y="117531"/>
                </a:lnTo>
                <a:cubicBezTo>
                  <a:pt x="1200533" y="117531"/>
                  <a:pt x="1203475" y="116910"/>
                  <a:pt x="1205398" y="115669"/>
                </a:cubicBezTo>
                <a:cubicBezTo>
                  <a:pt x="1206813" y="114766"/>
                  <a:pt x="1207803" y="113326"/>
                  <a:pt x="1208369" y="111349"/>
                </a:cubicBezTo>
                <a:cubicBezTo>
                  <a:pt x="1208651" y="110389"/>
                  <a:pt x="1208793" y="107652"/>
                  <a:pt x="1208793" y="103136"/>
                </a:cubicBezTo>
                <a:lnTo>
                  <a:pt x="1208793" y="73078"/>
                </a:lnTo>
                <a:cubicBezTo>
                  <a:pt x="1208793" y="64045"/>
                  <a:pt x="1208609" y="58669"/>
                  <a:pt x="1208241" y="56949"/>
                </a:cubicBezTo>
                <a:cubicBezTo>
                  <a:pt x="1207874" y="55227"/>
                  <a:pt x="1207195" y="53971"/>
                  <a:pt x="1206205" y="53181"/>
                </a:cubicBezTo>
                <a:cubicBezTo>
                  <a:pt x="1205215" y="52390"/>
                  <a:pt x="1203984" y="51995"/>
                  <a:pt x="1202513" y="51995"/>
                </a:cubicBezTo>
                <a:cubicBezTo>
                  <a:pt x="1200759" y="51995"/>
                  <a:pt x="1198779" y="52419"/>
                  <a:pt x="1196573" y="53265"/>
                </a:cubicBezTo>
                <a:lnTo>
                  <a:pt x="1195724" y="50216"/>
                </a:lnTo>
                <a:lnTo>
                  <a:pt x="1219231" y="40733"/>
                </a:lnTo>
                <a:lnTo>
                  <a:pt x="1222795" y="40733"/>
                </a:lnTo>
                <a:close/>
                <a:moveTo>
                  <a:pt x="1270994" y="72301"/>
                </a:moveTo>
                <a:cubicBezTo>
                  <a:pt x="1270937" y="83815"/>
                  <a:pt x="1273737" y="92846"/>
                  <a:pt x="1279395" y="99395"/>
                </a:cubicBezTo>
                <a:cubicBezTo>
                  <a:pt x="1285052" y="105941"/>
                  <a:pt x="1291699" y="109215"/>
                  <a:pt x="1299337" y="109215"/>
                </a:cubicBezTo>
                <a:cubicBezTo>
                  <a:pt x="1304428" y="109215"/>
                  <a:pt x="1308855" y="107814"/>
                  <a:pt x="1312617" y="105014"/>
                </a:cubicBezTo>
                <a:cubicBezTo>
                  <a:pt x="1316379" y="102214"/>
                  <a:pt x="1319533" y="97419"/>
                  <a:pt x="1322079" y="90630"/>
                </a:cubicBezTo>
                <a:lnTo>
                  <a:pt x="1324710" y="92327"/>
                </a:lnTo>
                <a:cubicBezTo>
                  <a:pt x="1323522" y="100078"/>
                  <a:pt x="1320071" y="107136"/>
                  <a:pt x="1314357" y="113500"/>
                </a:cubicBezTo>
                <a:cubicBezTo>
                  <a:pt x="1308643" y="119864"/>
                  <a:pt x="1301487" y="123047"/>
                  <a:pt x="1292887" y="123047"/>
                </a:cubicBezTo>
                <a:cubicBezTo>
                  <a:pt x="1283553" y="123047"/>
                  <a:pt x="1275562" y="119420"/>
                  <a:pt x="1268915" y="112166"/>
                </a:cubicBezTo>
                <a:cubicBezTo>
                  <a:pt x="1262267" y="104911"/>
                  <a:pt x="1258944" y="95157"/>
                  <a:pt x="1258944" y="82905"/>
                </a:cubicBezTo>
                <a:cubicBezTo>
                  <a:pt x="1258944" y="69639"/>
                  <a:pt x="1262352" y="59294"/>
                  <a:pt x="1269169" y="51871"/>
                </a:cubicBezTo>
                <a:cubicBezTo>
                  <a:pt x="1275986" y="44445"/>
                  <a:pt x="1284543" y="40733"/>
                  <a:pt x="1294839" y="40733"/>
                </a:cubicBezTo>
                <a:cubicBezTo>
                  <a:pt x="1303552" y="40733"/>
                  <a:pt x="1310708" y="43597"/>
                  <a:pt x="1316309" y="49325"/>
                </a:cubicBezTo>
                <a:cubicBezTo>
                  <a:pt x="1321910" y="55051"/>
                  <a:pt x="1324710" y="62710"/>
                  <a:pt x="1324710" y="72301"/>
                </a:cubicBezTo>
                <a:lnTo>
                  <a:pt x="1270994" y="72301"/>
                </a:lnTo>
                <a:moveTo>
                  <a:pt x="1270994" y="67379"/>
                </a:moveTo>
                <a:lnTo>
                  <a:pt x="1306974" y="67379"/>
                </a:lnTo>
                <a:cubicBezTo>
                  <a:pt x="1306691" y="62400"/>
                  <a:pt x="1306097" y="58893"/>
                  <a:pt x="1305192" y="56856"/>
                </a:cubicBezTo>
                <a:cubicBezTo>
                  <a:pt x="1303778" y="53688"/>
                  <a:pt x="1301670" y="51199"/>
                  <a:pt x="1298870" y="49388"/>
                </a:cubicBezTo>
                <a:cubicBezTo>
                  <a:pt x="1296070" y="47578"/>
                  <a:pt x="1293142" y="46673"/>
                  <a:pt x="1290087" y="46673"/>
                </a:cubicBezTo>
                <a:cubicBezTo>
                  <a:pt x="1285392" y="46673"/>
                  <a:pt x="1281191" y="48497"/>
                  <a:pt x="1277485" y="52146"/>
                </a:cubicBezTo>
                <a:cubicBezTo>
                  <a:pt x="1273780" y="55795"/>
                  <a:pt x="1271616" y="60873"/>
                  <a:pt x="1270994" y="67379"/>
                </a:cubicBezTo>
                <a:close/>
                <a:moveTo>
                  <a:pt x="1374125" y="42939"/>
                </a:moveTo>
                <a:lnTo>
                  <a:pt x="1410360" y="42939"/>
                </a:lnTo>
                <a:lnTo>
                  <a:pt x="1410360" y="46079"/>
                </a:lnTo>
                <a:lnTo>
                  <a:pt x="1408578" y="46079"/>
                </a:lnTo>
                <a:cubicBezTo>
                  <a:pt x="1406032" y="46079"/>
                  <a:pt x="1404123" y="46630"/>
                  <a:pt x="1402850" y="47734"/>
                </a:cubicBezTo>
                <a:cubicBezTo>
                  <a:pt x="1401577" y="48837"/>
                  <a:pt x="1400940" y="50209"/>
                  <a:pt x="1400940" y="51849"/>
                </a:cubicBezTo>
                <a:cubicBezTo>
                  <a:pt x="1400940" y="54056"/>
                  <a:pt x="1401874" y="57111"/>
                  <a:pt x="1403741" y="61014"/>
                </a:cubicBezTo>
                <a:lnTo>
                  <a:pt x="1422665" y="100219"/>
                </a:lnTo>
                <a:lnTo>
                  <a:pt x="1440061" y="57280"/>
                </a:lnTo>
                <a:cubicBezTo>
                  <a:pt x="1441023" y="54961"/>
                  <a:pt x="1441503" y="52670"/>
                  <a:pt x="1441503" y="50407"/>
                </a:cubicBezTo>
                <a:cubicBezTo>
                  <a:pt x="1441503" y="49388"/>
                  <a:pt x="1441305" y="48625"/>
                  <a:pt x="1440909" y="48116"/>
                </a:cubicBezTo>
                <a:cubicBezTo>
                  <a:pt x="1440457" y="47493"/>
                  <a:pt x="1439750" y="46998"/>
                  <a:pt x="1438788" y="46630"/>
                </a:cubicBezTo>
                <a:cubicBezTo>
                  <a:pt x="1437826" y="46263"/>
                  <a:pt x="1436129" y="46079"/>
                  <a:pt x="1433696" y="46079"/>
                </a:cubicBezTo>
                <a:lnTo>
                  <a:pt x="1433696" y="42939"/>
                </a:lnTo>
                <a:lnTo>
                  <a:pt x="1458985" y="42939"/>
                </a:lnTo>
                <a:lnTo>
                  <a:pt x="1458985" y="46079"/>
                </a:lnTo>
                <a:cubicBezTo>
                  <a:pt x="1456891" y="46305"/>
                  <a:pt x="1455279" y="46758"/>
                  <a:pt x="1454148" y="47437"/>
                </a:cubicBezTo>
                <a:cubicBezTo>
                  <a:pt x="1453016" y="48116"/>
                  <a:pt x="1451771" y="49388"/>
                  <a:pt x="1450414" y="51255"/>
                </a:cubicBezTo>
                <a:cubicBezTo>
                  <a:pt x="1449905" y="52047"/>
                  <a:pt x="1448943" y="54225"/>
                  <a:pt x="1447528" y="57790"/>
                </a:cubicBezTo>
                <a:lnTo>
                  <a:pt x="1415876" y="135351"/>
                </a:lnTo>
                <a:cubicBezTo>
                  <a:pt x="1412821" y="142876"/>
                  <a:pt x="1408818" y="148561"/>
                  <a:pt x="1403868" y="152408"/>
                </a:cubicBezTo>
                <a:cubicBezTo>
                  <a:pt x="1398918" y="156255"/>
                  <a:pt x="1394152" y="158179"/>
                  <a:pt x="1389569" y="158179"/>
                </a:cubicBezTo>
                <a:cubicBezTo>
                  <a:pt x="1386231" y="158179"/>
                  <a:pt x="1383488" y="157228"/>
                  <a:pt x="1381338" y="155328"/>
                </a:cubicBezTo>
                <a:cubicBezTo>
                  <a:pt x="1379188" y="153427"/>
                  <a:pt x="1378113" y="151248"/>
                  <a:pt x="1378113" y="148788"/>
                </a:cubicBezTo>
                <a:cubicBezTo>
                  <a:pt x="1378113" y="146441"/>
                  <a:pt x="1378891" y="144547"/>
                  <a:pt x="1380447" y="143108"/>
                </a:cubicBezTo>
                <a:cubicBezTo>
                  <a:pt x="1382003" y="141671"/>
                  <a:pt x="1384138" y="140952"/>
                  <a:pt x="1386854" y="140952"/>
                </a:cubicBezTo>
                <a:cubicBezTo>
                  <a:pt x="1388721" y="140952"/>
                  <a:pt x="1391266" y="141574"/>
                  <a:pt x="1394491" y="142819"/>
                </a:cubicBezTo>
                <a:cubicBezTo>
                  <a:pt x="1396754" y="143668"/>
                  <a:pt x="1398168" y="144092"/>
                  <a:pt x="1398734" y="144092"/>
                </a:cubicBezTo>
                <a:cubicBezTo>
                  <a:pt x="1400431" y="144092"/>
                  <a:pt x="1402284" y="143209"/>
                  <a:pt x="1404292" y="141443"/>
                </a:cubicBezTo>
                <a:cubicBezTo>
                  <a:pt x="1406301" y="139678"/>
                  <a:pt x="1408323" y="136263"/>
                  <a:pt x="1410360" y="131196"/>
                </a:cubicBezTo>
                <a:lnTo>
                  <a:pt x="1415876" y="117616"/>
                </a:lnTo>
                <a:lnTo>
                  <a:pt x="1387957" y="58978"/>
                </a:lnTo>
                <a:cubicBezTo>
                  <a:pt x="1387108" y="57224"/>
                  <a:pt x="1385751" y="55046"/>
                  <a:pt x="1383884" y="52443"/>
                </a:cubicBezTo>
                <a:cubicBezTo>
                  <a:pt x="1382469" y="50463"/>
                  <a:pt x="1381310" y="49134"/>
                  <a:pt x="1380404" y="48455"/>
                </a:cubicBezTo>
                <a:cubicBezTo>
                  <a:pt x="1379103" y="47550"/>
                  <a:pt x="1377010" y="46758"/>
                  <a:pt x="1374125" y="46079"/>
                </a:cubicBezTo>
                <a:lnTo>
                  <a:pt x="1374125" y="42939"/>
                </a:lnTo>
                <a:close/>
                <a:moveTo>
                  <a:pt x="1503451" y="40733"/>
                </a:moveTo>
                <a:cubicBezTo>
                  <a:pt x="1515218" y="40733"/>
                  <a:pt x="1524666" y="45198"/>
                  <a:pt x="1531794" y="54127"/>
                </a:cubicBezTo>
                <a:cubicBezTo>
                  <a:pt x="1537848" y="61756"/>
                  <a:pt x="1540874" y="70516"/>
                  <a:pt x="1540874" y="80407"/>
                </a:cubicBezTo>
                <a:cubicBezTo>
                  <a:pt x="1540874" y="87359"/>
                  <a:pt x="1539205" y="94395"/>
                  <a:pt x="1535868" y="101516"/>
                </a:cubicBezTo>
                <a:cubicBezTo>
                  <a:pt x="1532530" y="108636"/>
                  <a:pt x="1527933" y="114004"/>
                  <a:pt x="1522078" y="117621"/>
                </a:cubicBezTo>
                <a:cubicBezTo>
                  <a:pt x="1516223" y="121238"/>
                  <a:pt x="1509703" y="123047"/>
                  <a:pt x="1502518" y="123047"/>
                </a:cubicBezTo>
                <a:cubicBezTo>
                  <a:pt x="1490807" y="123047"/>
                  <a:pt x="1481501" y="118384"/>
                  <a:pt x="1474599" y="109058"/>
                </a:cubicBezTo>
                <a:cubicBezTo>
                  <a:pt x="1468772" y="101203"/>
                  <a:pt x="1465858" y="92388"/>
                  <a:pt x="1465858" y="82611"/>
                </a:cubicBezTo>
                <a:cubicBezTo>
                  <a:pt x="1465858" y="75490"/>
                  <a:pt x="1467626" y="68411"/>
                  <a:pt x="1471162" y="61375"/>
                </a:cubicBezTo>
                <a:cubicBezTo>
                  <a:pt x="1474698" y="54339"/>
                  <a:pt x="1479351" y="49139"/>
                  <a:pt x="1485121" y="45777"/>
                </a:cubicBezTo>
                <a:cubicBezTo>
                  <a:pt x="1490892" y="42414"/>
                  <a:pt x="1497002" y="40733"/>
                  <a:pt x="1503451" y="40733"/>
                </a:cubicBezTo>
                <a:moveTo>
                  <a:pt x="1500821" y="46333"/>
                </a:moveTo>
                <a:cubicBezTo>
                  <a:pt x="1497822" y="46333"/>
                  <a:pt x="1494810" y="47224"/>
                  <a:pt x="1491783" y="49004"/>
                </a:cubicBezTo>
                <a:cubicBezTo>
                  <a:pt x="1488756" y="50784"/>
                  <a:pt x="1486310" y="53906"/>
                  <a:pt x="1484443" y="58370"/>
                </a:cubicBezTo>
                <a:cubicBezTo>
                  <a:pt x="1482576" y="62834"/>
                  <a:pt x="1481642" y="68569"/>
                  <a:pt x="1481642" y="75576"/>
                </a:cubicBezTo>
                <a:cubicBezTo>
                  <a:pt x="1481642" y="86876"/>
                  <a:pt x="1483891" y="96624"/>
                  <a:pt x="1488389" y="104818"/>
                </a:cubicBezTo>
                <a:cubicBezTo>
                  <a:pt x="1492886" y="113010"/>
                  <a:pt x="1498812" y="117107"/>
                  <a:pt x="1506167" y="117107"/>
                </a:cubicBezTo>
                <a:cubicBezTo>
                  <a:pt x="1511654" y="117107"/>
                  <a:pt x="1516180" y="114846"/>
                  <a:pt x="1519744" y="110326"/>
                </a:cubicBezTo>
                <a:cubicBezTo>
                  <a:pt x="1523308" y="105805"/>
                  <a:pt x="1525090" y="98036"/>
                  <a:pt x="1525090" y="87018"/>
                </a:cubicBezTo>
                <a:cubicBezTo>
                  <a:pt x="1525090" y="73230"/>
                  <a:pt x="1522120" y="62381"/>
                  <a:pt x="1516180" y="54469"/>
                </a:cubicBezTo>
                <a:cubicBezTo>
                  <a:pt x="1512163" y="49045"/>
                  <a:pt x="1507044" y="46333"/>
                  <a:pt x="1500821" y="46333"/>
                </a:cubicBezTo>
                <a:close/>
                <a:moveTo>
                  <a:pt x="1620473" y="42939"/>
                </a:moveTo>
                <a:lnTo>
                  <a:pt x="1620473" y="90036"/>
                </a:lnTo>
                <a:cubicBezTo>
                  <a:pt x="1620473" y="99031"/>
                  <a:pt x="1620685" y="104533"/>
                  <a:pt x="1621109" y="106541"/>
                </a:cubicBezTo>
                <a:cubicBezTo>
                  <a:pt x="1621534" y="108550"/>
                  <a:pt x="1622213" y="109950"/>
                  <a:pt x="1623146" y="110742"/>
                </a:cubicBezTo>
                <a:cubicBezTo>
                  <a:pt x="1624080" y="111534"/>
                  <a:pt x="1625169" y="111930"/>
                  <a:pt x="1626413" y="111930"/>
                </a:cubicBezTo>
                <a:cubicBezTo>
                  <a:pt x="1628167" y="111930"/>
                  <a:pt x="1630147" y="111449"/>
                  <a:pt x="1632353" y="110487"/>
                </a:cubicBezTo>
                <a:lnTo>
                  <a:pt x="1633541" y="113458"/>
                </a:lnTo>
                <a:lnTo>
                  <a:pt x="1610290" y="123047"/>
                </a:lnTo>
                <a:lnTo>
                  <a:pt x="1606471" y="123047"/>
                </a:lnTo>
                <a:lnTo>
                  <a:pt x="1606471" y="106584"/>
                </a:lnTo>
                <a:cubicBezTo>
                  <a:pt x="1599796" y="113825"/>
                  <a:pt x="1594704" y="118379"/>
                  <a:pt x="1591196" y="120246"/>
                </a:cubicBezTo>
                <a:cubicBezTo>
                  <a:pt x="1587689" y="122113"/>
                  <a:pt x="1583983" y="123047"/>
                  <a:pt x="1580080" y="123047"/>
                </a:cubicBezTo>
                <a:cubicBezTo>
                  <a:pt x="1575724" y="123047"/>
                  <a:pt x="1571947" y="121788"/>
                  <a:pt x="1568751" y="119270"/>
                </a:cubicBezTo>
                <a:cubicBezTo>
                  <a:pt x="1565555" y="116753"/>
                  <a:pt x="1563334" y="113514"/>
                  <a:pt x="1562089" y="109554"/>
                </a:cubicBezTo>
                <a:cubicBezTo>
                  <a:pt x="1560845" y="105594"/>
                  <a:pt x="1560223" y="99993"/>
                  <a:pt x="1560223" y="92752"/>
                </a:cubicBezTo>
                <a:lnTo>
                  <a:pt x="1560223" y="58044"/>
                </a:lnTo>
                <a:cubicBezTo>
                  <a:pt x="1560223" y="54367"/>
                  <a:pt x="1559827" y="51821"/>
                  <a:pt x="1559035" y="50407"/>
                </a:cubicBezTo>
                <a:cubicBezTo>
                  <a:pt x="1558242" y="48992"/>
                  <a:pt x="1557069" y="47903"/>
                  <a:pt x="1555513" y="47140"/>
                </a:cubicBezTo>
                <a:cubicBezTo>
                  <a:pt x="1553957" y="46376"/>
                  <a:pt x="1551143" y="46022"/>
                  <a:pt x="1547069" y="46079"/>
                </a:cubicBezTo>
                <a:lnTo>
                  <a:pt x="1547069" y="42939"/>
                </a:lnTo>
                <a:lnTo>
                  <a:pt x="1574309" y="42939"/>
                </a:lnTo>
                <a:lnTo>
                  <a:pt x="1574309" y="94831"/>
                </a:lnTo>
                <a:cubicBezTo>
                  <a:pt x="1574309" y="102055"/>
                  <a:pt x="1575568" y="106795"/>
                  <a:pt x="1578086" y="109053"/>
                </a:cubicBezTo>
                <a:cubicBezTo>
                  <a:pt x="1580603" y="111310"/>
                  <a:pt x="1583644" y="112439"/>
                  <a:pt x="1587208" y="112439"/>
                </a:cubicBezTo>
                <a:cubicBezTo>
                  <a:pt x="1589641" y="112439"/>
                  <a:pt x="1592399" y="111677"/>
                  <a:pt x="1595482" y="110153"/>
                </a:cubicBezTo>
                <a:cubicBezTo>
                  <a:pt x="1598565" y="108629"/>
                  <a:pt x="1602228" y="105724"/>
                  <a:pt x="1606471" y="101437"/>
                </a:cubicBezTo>
                <a:lnTo>
                  <a:pt x="1606471" y="57506"/>
                </a:lnTo>
                <a:cubicBezTo>
                  <a:pt x="1606471" y="53104"/>
                  <a:pt x="1605665" y="50127"/>
                  <a:pt x="1604053" y="48577"/>
                </a:cubicBezTo>
                <a:cubicBezTo>
                  <a:pt x="1602440" y="47025"/>
                  <a:pt x="1599088" y="46192"/>
                  <a:pt x="1593997" y="46079"/>
                </a:cubicBezTo>
                <a:lnTo>
                  <a:pt x="1593997" y="42939"/>
                </a:lnTo>
                <a:lnTo>
                  <a:pt x="1620473" y="429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68F05-9867-4478-B907-1E36B869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714" y="5317256"/>
            <a:ext cx="61897" cy="10"/>
          </a:xfrm>
          <a:custGeom xmlns:a="http://schemas.openxmlformats.org/drawingml/2006/main">
            <a:pathLst>
              <a:path w="61897" h="1" fill="none">
                <a:moveTo>
                  <a:pt x="0" y="0"/>
                </a:moveTo>
                <a:lnTo>
                  <a:pt x="618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F6261-6A88-486D-BD14-706CF7FC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216" y="5270466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12FA2-2788-461F-B3CA-05EF3CD2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216" y="5270466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14FCAD-CDEE-4CA5-9EF0-FF73DDA1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4889459"/>
            <a:ext cx="1898353" cy="855596"/>
          </a:xfrm>
          <a:custGeom xmlns:a="http://schemas.openxmlformats.org/drawingml/2006/main">
            <a:pathLst>
              <a:path w="1898353" h="855596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C2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175A55-3CA0-4C93-9978-FFBBCBD8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4889459"/>
            <a:ext cx="1898353" cy="855596"/>
          </a:xfrm>
          <a:custGeom xmlns:a="http://schemas.openxmlformats.org/drawingml/2006/main">
            <a:pathLst>
              <a:path w="1898353" h="855596" fill="none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198" name="Text LLMInteraction&amp;">
            <a:extLst xmlns:a="http://schemas.openxmlformats.org/drawingml/2006/main">
              <a:ext uri="{FF2B5EF4-FFF2-40B4-BE49-F238E27FC236}">
                <a16:creationId xmlns:a16="http://schemas.microsoft.com/office/drawing/2014/main" id="{19DB544D-5768-4F0A-89D0-606B87CB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8" y="5059270"/>
            <a:ext cx="1446999" cy="120331"/>
          </a:xfrm>
          <a:custGeom xmlns:a="http://schemas.openxmlformats.org/drawingml/2006/main">
            <a:pathLst>
              <a:path w="1446999" h="120331">
                <a:moveTo>
                  <a:pt x="106499" y="77222"/>
                </a:moveTo>
                <a:lnTo>
                  <a:pt x="102171" y="117616"/>
                </a:lnTo>
                <a:lnTo>
                  <a:pt x="0" y="117616"/>
                </a:lnTo>
                <a:lnTo>
                  <a:pt x="0" y="114561"/>
                </a:lnTo>
                <a:lnTo>
                  <a:pt x="3819" y="114561"/>
                </a:lnTo>
                <a:cubicBezTo>
                  <a:pt x="7157" y="114561"/>
                  <a:pt x="9844" y="113964"/>
                  <a:pt x="11880" y="112771"/>
                </a:cubicBezTo>
                <a:cubicBezTo>
                  <a:pt x="13351" y="111973"/>
                  <a:pt x="14483" y="110609"/>
                  <a:pt x="15275" y="108676"/>
                </a:cubicBezTo>
                <a:cubicBezTo>
                  <a:pt x="15897" y="107311"/>
                  <a:pt x="16208" y="103729"/>
                  <a:pt x="16208" y="97928"/>
                </a:cubicBezTo>
                <a:lnTo>
                  <a:pt x="16208" y="22233"/>
                </a:lnTo>
                <a:cubicBezTo>
                  <a:pt x="16208" y="16320"/>
                  <a:pt x="15897" y="12624"/>
                  <a:pt x="15275" y="11146"/>
                </a:cubicBezTo>
                <a:cubicBezTo>
                  <a:pt x="14652" y="9666"/>
                  <a:pt x="13394" y="8372"/>
                  <a:pt x="11499" y="7263"/>
                </a:cubicBezTo>
                <a:cubicBezTo>
                  <a:pt x="9603" y="6155"/>
                  <a:pt x="7043" y="5601"/>
                  <a:pt x="3819" y="5601"/>
                </a:cubicBezTo>
                <a:lnTo>
                  <a:pt x="0" y="5601"/>
                </a:lnTo>
                <a:lnTo>
                  <a:pt x="0" y="2546"/>
                </a:lnTo>
                <a:lnTo>
                  <a:pt x="61354" y="2546"/>
                </a:lnTo>
                <a:lnTo>
                  <a:pt x="61354" y="5601"/>
                </a:lnTo>
                <a:lnTo>
                  <a:pt x="56347" y="5601"/>
                </a:lnTo>
                <a:cubicBezTo>
                  <a:pt x="53009" y="5601"/>
                  <a:pt x="50322" y="6197"/>
                  <a:pt x="48285" y="7391"/>
                </a:cubicBezTo>
                <a:cubicBezTo>
                  <a:pt x="46814" y="8188"/>
                  <a:pt x="45655" y="9553"/>
                  <a:pt x="44806" y="11485"/>
                </a:cubicBezTo>
                <a:cubicBezTo>
                  <a:pt x="44184" y="12850"/>
                  <a:pt x="43873" y="16433"/>
                  <a:pt x="43873" y="22233"/>
                </a:cubicBezTo>
                <a:lnTo>
                  <a:pt x="43873" y="95552"/>
                </a:lnTo>
                <a:cubicBezTo>
                  <a:pt x="43873" y="101436"/>
                  <a:pt x="44212" y="105184"/>
                  <a:pt x="44891" y="106796"/>
                </a:cubicBezTo>
                <a:cubicBezTo>
                  <a:pt x="45570" y="108408"/>
                  <a:pt x="46899" y="109611"/>
                  <a:pt x="48879" y="110403"/>
                </a:cubicBezTo>
                <a:cubicBezTo>
                  <a:pt x="50294" y="110912"/>
                  <a:pt x="53716" y="111166"/>
                  <a:pt x="59147" y="111166"/>
                </a:cubicBezTo>
                <a:lnTo>
                  <a:pt x="68736" y="111166"/>
                </a:lnTo>
                <a:cubicBezTo>
                  <a:pt x="74846" y="111166"/>
                  <a:pt x="79938" y="110091"/>
                  <a:pt x="84011" y="107942"/>
                </a:cubicBezTo>
                <a:cubicBezTo>
                  <a:pt x="88084" y="105792"/>
                  <a:pt x="91606" y="102398"/>
                  <a:pt x="94576" y="97758"/>
                </a:cubicBezTo>
                <a:cubicBezTo>
                  <a:pt x="97546" y="93119"/>
                  <a:pt x="100361" y="86274"/>
                  <a:pt x="103020" y="77222"/>
                </a:cubicBezTo>
                <a:lnTo>
                  <a:pt x="106499" y="77222"/>
                </a:lnTo>
                <a:close/>
                <a:moveTo>
                  <a:pt x="222419" y="77222"/>
                </a:moveTo>
                <a:lnTo>
                  <a:pt x="218091" y="117616"/>
                </a:lnTo>
                <a:lnTo>
                  <a:pt x="115920" y="117616"/>
                </a:lnTo>
                <a:lnTo>
                  <a:pt x="115920" y="114561"/>
                </a:lnTo>
                <a:lnTo>
                  <a:pt x="119739" y="114561"/>
                </a:lnTo>
                <a:cubicBezTo>
                  <a:pt x="123076" y="114561"/>
                  <a:pt x="125764" y="113964"/>
                  <a:pt x="127800" y="112771"/>
                </a:cubicBezTo>
                <a:cubicBezTo>
                  <a:pt x="129271" y="111973"/>
                  <a:pt x="130403" y="110609"/>
                  <a:pt x="131195" y="108676"/>
                </a:cubicBezTo>
                <a:cubicBezTo>
                  <a:pt x="131817" y="107311"/>
                  <a:pt x="132128" y="103729"/>
                  <a:pt x="132128" y="97928"/>
                </a:cubicBezTo>
                <a:lnTo>
                  <a:pt x="132128" y="22233"/>
                </a:lnTo>
                <a:cubicBezTo>
                  <a:pt x="132128" y="16320"/>
                  <a:pt x="131817" y="12624"/>
                  <a:pt x="131195" y="11146"/>
                </a:cubicBezTo>
                <a:cubicBezTo>
                  <a:pt x="130572" y="9666"/>
                  <a:pt x="129314" y="8372"/>
                  <a:pt x="127418" y="7263"/>
                </a:cubicBezTo>
                <a:cubicBezTo>
                  <a:pt x="125523" y="6155"/>
                  <a:pt x="122963" y="5601"/>
                  <a:pt x="119739" y="5601"/>
                </a:cubicBezTo>
                <a:lnTo>
                  <a:pt x="115920" y="5601"/>
                </a:lnTo>
                <a:lnTo>
                  <a:pt x="115920" y="2546"/>
                </a:lnTo>
                <a:lnTo>
                  <a:pt x="177274" y="2546"/>
                </a:lnTo>
                <a:lnTo>
                  <a:pt x="177274" y="5601"/>
                </a:lnTo>
                <a:lnTo>
                  <a:pt x="172267" y="5601"/>
                </a:lnTo>
                <a:cubicBezTo>
                  <a:pt x="168929" y="5601"/>
                  <a:pt x="166242" y="6197"/>
                  <a:pt x="164205" y="7391"/>
                </a:cubicBezTo>
                <a:cubicBezTo>
                  <a:pt x="162734" y="8188"/>
                  <a:pt x="161574" y="9553"/>
                  <a:pt x="160726" y="11485"/>
                </a:cubicBezTo>
                <a:cubicBezTo>
                  <a:pt x="160104" y="12850"/>
                  <a:pt x="159792" y="16433"/>
                  <a:pt x="159792" y="22233"/>
                </a:cubicBezTo>
                <a:lnTo>
                  <a:pt x="159792" y="95552"/>
                </a:lnTo>
                <a:cubicBezTo>
                  <a:pt x="159792" y="101436"/>
                  <a:pt x="160132" y="105184"/>
                  <a:pt x="160811" y="106796"/>
                </a:cubicBezTo>
                <a:cubicBezTo>
                  <a:pt x="161490" y="108408"/>
                  <a:pt x="162819" y="109611"/>
                  <a:pt x="164799" y="110403"/>
                </a:cubicBezTo>
                <a:cubicBezTo>
                  <a:pt x="166213" y="110912"/>
                  <a:pt x="169636" y="111166"/>
                  <a:pt x="175067" y="111166"/>
                </a:cubicBezTo>
                <a:lnTo>
                  <a:pt x="184656" y="111166"/>
                </a:lnTo>
                <a:cubicBezTo>
                  <a:pt x="190766" y="111166"/>
                  <a:pt x="195858" y="110091"/>
                  <a:pt x="199931" y="107942"/>
                </a:cubicBezTo>
                <a:cubicBezTo>
                  <a:pt x="204004" y="105792"/>
                  <a:pt x="207526" y="102398"/>
                  <a:pt x="210496" y="97758"/>
                </a:cubicBezTo>
                <a:cubicBezTo>
                  <a:pt x="213466" y="93119"/>
                  <a:pt x="216281" y="86274"/>
                  <a:pt x="218940" y="77222"/>
                </a:cubicBezTo>
                <a:lnTo>
                  <a:pt x="222419" y="77222"/>
                </a:lnTo>
                <a:close/>
                <a:moveTo>
                  <a:pt x="311438" y="78310"/>
                </a:moveTo>
                <a:lnTo>
                  <a:pt x="342667" y="2546"/>
                </a:lnTo>
                <a:lnTo>
                  <a:pt x="389509" y="2546"/>
                </a:lnTo>
                <a:lnTo>
                  <a:pt x="389509" y="5601"/>
                </a:lnTo>
                <a:lnTo>
                  <a:pt x="385775" y="5601"/>
                </a:lnTo>
                <a:cubicBezTo>
                  <a:pt x="382381" y="5601"/>
                  <a:pt x="379666" y="6204"/>
                  <a:pt x="377629" y="7409"/>
                </a:cubicBezTo>
                <a:cubicBezTo>
                  <a:pt x="376215" y="8214"/>
                  <a:pt x="375083" y="9564"/>
                  <a:pt x="374234" y="11461"/>
                </a:cubicBezTo>
                <a:cubicBezTo>
                  <a:pt x="373612" y="12840"/>
                  <a:pt x="373301" y="16431"/>
                  <a:pt x="373301" y="22233"/>
                </a:cubicBezTo>
                <a:lnTo>
                  <a:pt x="373301" y="97928"/>
                </a:lnTo>
                <a:cubicBezTo>
                  <a:pt x="373301" y="103842"/>
                  <a:pt x="373612" y="107539"/>
                  <a:pt x="374234" y="109018"/>
                </a:cubicBezTo>
                <a:cubicBezTo>
                  <a:pt x="374857" y="110496"/>
                  <a:pt x="376130" y="111790"/>
                  <a:pt x="378053" y="112898"/>
                </a:cubicBezTo>
                <a:cubicBezTo>
                  <a:pt x="379977" y="114007"/>
                  <a:pt x="382551" y="114561"/>
                  <a:pt x="385775" y="114561"/>
                </a:cubicBezTo>
                <a:lnTo>
                  <a:pt x="389509" y="114561"/>
                </a:lnTo>
                <a:lnTo>
                  <a:pt x="389509" y="117616"/>
                </a:lnTo>
                <a:lnTo>
                  <a:pt x="329429" y="117616"/>
                </a:lnTo>
                <a:lnTo>
                  <a:pt x="329429" y="114561"/>
                </a:lnTo>
                <a:lnTo>
                  <a:pt x="333162" y="114561"/>
                </a:lnTo>
                <a:cubicBezTo>
                  <a:pt x="336557" y="114561"/>
                  <a:pt x="339272" y="113964"/>
                  <a:pt x="341309" y="112771"/>
                </a:cubicBezTo>
                <a:cubicBezTo>
                  <a:pt x="342723" y="111973"/>
                  <a:pt x="343855" y="110609"/>
                  <a:pt x="344703" y="108676"/>
                </a:cubicBezTo>
                <a:cubicBezTo>
                  <a:pt x="345326" y="107311"/>
                  <a:pt x="345637" y="103729"/>
                  <a:pt x="345637" y="97928"/>
                </a:cubicBezTo>
                <a:lnTo>
                  <a:pt x="345637" y="12644"/>
                </a:lnTo>
                <a:lnTo>
                  <a:pt x="301510" y="117616"/>
                </a:lnTo>
                <a:lnTo>
                  <a:pt x="299473" y="117616"/>
                </a:lnTo>
                <a:lnTo>
                  <a:pt x="254667" y="13323"/>
                </a:lnTo>
                <a:lnTo>
                  <a:pt x="254667" y="94364"/>
                </a:lnTo>
                <a:cubicBezTo>
                  <a:pt x="254667" y="100069"/>
                  <a:pt x="254808" y="103578"/>
                  <a:pt x="255091" y="104889"/>
                </a:cubicBezTo>
                <a:cubicBezTo>
                  <a:pt x="255827" y="107743"/>
                  <a:pt x="257425" y="110068"/>
                  <a:pt x="259886" y="111866"/>
                </a:cubicBezTo>
                <a:cubicBezTo>
                  <a:pt x="262347" y="113663"/>
                  <a:pt x="266208" y="114561"/>
                  <a:pt x="271469" y="114561"/>
                </a:cubicBezTo>
                <a:lnTo>
                  <a:pt x="271469" y="117616"/>
                </a:lnTo>
                <a:lnTo>
                  <a:pt x="232094" y="117616"/>
                </a:lnTo>
                <a:lnTo>
                  <a:pt x="232094" y="114561"/>
                </a:lnTo>
                <a:lnTo>
                  <a:pt x="233282" y="114561"/>
                </a:lnTo>
                <a:cubicBezTo>
                  <a:pt x="235828" y="114617"/>
                  <a:pt x="238204" y="114202"/>
                  <a:pt x="240411" y="113314"/>
                </a:cubicBezTo>
                <a:cubicBezTo>
                  <a:pt x="242617" y="112427"/>
                  <a:pt x="244286" y="111238"/>
                  <a:pt x="245417" y="109748"/>
                </a:cubicBezTo>
                <a:cubicBezTo>
                  <a:pt x="246549" y="108257"/>
                  <a:pt x="247426" y="106165"/>
                  <a:pt x="248048" y="103471"/>
                </a:cubicBezTo>
                <a:cubicBezTo>
                  <a:pt x="248161" y="102841"/>
                  <a:pt x="248218" y="99919"/>
                  <a:pt x="248218" y="94704"/>
                </a:cubicBezTo>
                <a:lnTo>
                  <a:pt x="248218" y="22233"/>
                </a:lnTo>
                <a:cubicBezTo>
                  <a:pt x="248218" y="16316"/>
                  <a:pt x="247907" y="12625"/>
                  <a:pt x="247284" y="11159"/>
                </a:cubicBezTo>
                <a:cubicBezTo>
                  <a:pt x="246662" y="9693"/>
                  <a:pt x="245389" y="8401"/>
                  <a:pt x="243466" y="7282"/>
                </a:cubicBezTo>
                <a:cubicBezTo>
                  <a:pt x="241542" y="6161"/>
                  <a:pt x="238968" y="5601"/>
                  <a:pt x="235743" y="5601"/>
                </a:cubicBezTo>
                <a:lnTo>
                  <a:pt x="232094" y="5601"/>
                </a:lnTo>
                <a:lnTo>
                  <a:pt x="232094" y="2546"/>
                </a:lnTo>
                <a:lnTo>
                  <a:pt x="279107" y="2546"/>
                </a:lnTo>
                <a:lnTo>
                  <a:pt x="311438" y="78310"/>
                </a:lnTo>
                <a:close/>
                <a:moveTo>
                  <a:pt x="499769" y="114561"/>
                </a:moveTo>
                <a:lnTo>
                  <a:pt x="499769" y="117616"/>
                </a:lnTo>
                <a:lnTo>
                  <a:pt x="439603" y="117616"/>
                </a:lnTo>
                <a:lnTo>
                  <a:pt x="439603" y="114561"/>
                </a:lnTo>
                <a:lnTo>
                  <a:pt x="443422" y="114561"/>
                </a:lnTo>
                <a:cubicBezTo>
                  <a:pt x="446760" y="114561"/>
                  <a:pt x="449447" y="113964"/>
                  <a:pt x="451483" y="112771"/>
                </a:cubicBezTo>
                <a:cubicBezTo>
                  <a:pt x="452954" y="111973"/>
                  <a:pt x="454086" y="110609"/>
                  <a:pt x="454878" y="108676"/>
                </a:cubicBezTo>
                <a:cubicBezTo>
                  <a:pt x="455500" y="107311"/>
                  <a:pt x="455811" y="103729"/>
                  <a:pt x="455811" y="97928"/>
                </a:cubicBezTo>
                <a:lnTo>
                  <a:pt x="455811" y="22233"/>
                </a:lnTo>
                <a:cubicBezTo>
                  <a:pt x="455811" y="16320"/>
                  <a:pt x="455500" y="12624"/>
                  <a:pt x="454878" y="11146"/>
                </a:cubicBezTo>
                <a:cubicBezTo>
                  <a:pt x="454256" y="9666"/>
                  <a:pt x="452997" y="8372"/>
                  <a:pt x="451102" y="7263"/>
                </a:cubicBezTo>
                <a:cubicBezTo>
                  <a:pt x="449206" y="6155"/>
                  <a:pt x="446646" y="5601"/>
                  <a:pt x="443422" y="5601"/>
                </a:cubicBezTo>
                <a:lnTo>
                  <a:pt x="439603" y="5601"/>
                </a:lnTo>
                <a:lnTo>
                  <a:pt x="439603" y="2546"/>
                </a:lnTo>
                <a:lnTo>
                  <a:pt x="499769" y="2546"/>
                </a:lnTo>
                <a:lnTo>
                  <a:pt x="499769" y="5601"/>
                </a:lnTo>
                <a:lnTo>
                  <a:pt x="495950" y="5601"/>
                </a:lnTo>
                <a:cubicBezTo>
                  <a:pt x="492612" y="5601"/>
                  <a:pt x="489925" y="6197"/>
                  <a:pt x="487888" y="7391"/>
                </a:cubicBezTo>
                <a:cubicBezTo>
                  <a:pt x="486417" y="8188"/>
                  <a:pt x="485258" y="9553"/>
                  <a:pt x="484409" y="11485"/>
                </a:cubicBezTo>
                <a:cubicBezTo>
                  <a:pt x="483787" y="12850"/>
                  <a:pt x="483476" y="16433"/>
                  <a:pt x="483476" y="22233"/>
                </a:cubicBezTo>
                <a:lnTo>
                  <a:pt x="483476" y="97928"/>
                </a:lnTo>
                <a:cubicBezTo>
                  <a:pt x="483476" y="103842"/>
                  <a:pt x="483801" y="107539"/>
                  <a:pt x="484451" y="109018"/>
                </a:cubicBezTo>
                <a:cubicBezTo>
                  <a:pt x="485102" y="110496"/>
                  <a:pt x="486375" y="111790"/>
                  <a:pt x="488270" y="112898"/>
                </a:cubicBezTo>
                <a:cubicBezTo>
                  <a:pt x="490165" y="114007"/>
                  <a:pt x="492725" y="114561"/>
                  <a:pt x="495950" y="114561"/>
                </a:cubicBezTo>
                <a:lnTo>
                  <a:pt x="499769" y="114561"/>
                </a:lnTo>
                <a:close/>
                <a:moveTo>
                  <a:pt x="542001" y="38187"/>
                </a:moveTo>
                <a:lnTo>
                  <a:pt x="542001" y="48540"/>
                </a:lnTo>
                <a:cubicBezTo>
                  <a:pt x="546074" y="44097"/>
                  <a:pt x="549978" y="40865"/>
                  <a:pt x="553712" y="38845"/>
                </a:cubicBezTo>
                <a:cubicBezTo>
                  <a:pt x="557446" y="36822"/>
                  <a:pt x="561462" y="35811"/>
                  <a:pt x="565762" y="35811"/>
                </a:cubicBezTo>
                <a:cubicBezTo>
                  <a:pt x="570910" y="35811"/>
                  <a:pt x="575181" y="37241"/>
                  <a:pt x="578576" y="40102"/>
                </a:cubicBezTo>
                <a:cubicBezTo>
                  <a:pt x="581970" y="42962"/>
                  <a:pt x="584233" y="46516"/>
                  <a:pt x="585364" y="50765"/>
                </a:cubicBezTo>
                <a:cubicBezTo>
                  <a:pt x="586270" y="53995"/>
                  <a:pt x="586722" y="60198"/>
                  <a:pt x="586722" y="69376"/>
                </a:cubicBezTo>
                <a:lnTo>
                  <a:pt x="586722" y="100304"/>
                </a:lnTo>
                <a:cubicBezTo>
                  <a:pt x="586722" y="106414"/>
                  <a:pt x="587274" y="110219"/>
                  <a:pt x="588377" y="111718"/>
                </a:cubicBezTo>
                <a:cubicBezTo>
                  <a:pt x="589480" y="113217"/>
                  <a:pt x="591785" y="114165"/>
                  <a:pt x="595293" y="114561"/>
                </a:cubicBezTo>
                <a:lnTo>
                  <a:pt x="595293" y="117616"/>
                </a:lnTo>
                <a:lnTo>
                  <a:pt x="555154" y="117616"/>
                </a:lnTo>
                <a:lnTo>
                  <a:pt x="555154" y="114561"/>
                </a:lnTo>
                <a:cubicBezTo>
                  <a:pt x="558153" y="114165"/>
                  <a:pt x="560302" y="112920"/>
                  <a:pt x="561604" y="110827"/>
                </a:cubicBezTo>
                <a:cubicBezTo>
                  <a:pt x="562509" y="109413"/>
                  <a:pt x="562961" y="105905"/>
                  <a:pt x="562961" y="100304"/>
                </a:cubicBezTo>
                <a:lnTo>
                  <a:pt x="562961" y="65003"/>
                </a:lnTo>
                <a:cubicBezTo>
                  <a:pt x="562961" y="58497"/>
                  <a:pt x="562707" y="54395"/>
                  <a:pt x="562198" y="52698"/>
                </a:cubicBezTo>
                <a:cubicBezTo>
                  <a:pt x="561689" y="51001"/>
                  <a:pt x="560826" y="49685"/>
                  <a:pt x="559609" y="48752"/>
                </a:cubicBezTo>
                <a:cubicBezTo>
                  <a:pt x="558393" y="47818"/>
                  <a:pt x="557050" y="47352"/>
                  <a:pt x="555579" y="47352"/>
                </a:cubicBezTo>
                <a:cubicBezTo>
                  <a:pt x="550713" y="47352"/>
                  <a:pt x="546187" y="50859"/>
                  <a:pt x="542001" y="57874"/>
                </a:cubicBezTo>
                <a:lnTo>
                  <a:pt x="542001" y="100304"/>
                </a:lnTo>
                <a:cubicBezTo>
                  <a:pt x="542001" y="106244"/>
                  <a:pt x="542553" y="110007"/>
                  <a:pt x="543656" y="111591"/>
                </a:cubicBezTo>
                <a:cubicBezTo>
                  <a:pt x="544759" y="113175"/>
                  <a:pt x="546810" y="114165"/>
                  <a:pt x="549808" y="114561"/>
                </a:cubicBezTo>
                <a:lnTo>
                  <a:pt x="549808" y="117616"/>
                </a:lnTo>
                <a:lnTo>
                  <a:pt x="509669" y="117616"/>
                </a:lnTo>
                <a:lnTo>
                  <a:pt x="509669" y="114561"/>
                </a:lnTo>
                <a:cubicBezTo>
                  <a:pt x="513007" y="114221"/>
                  <a:pt x="515383" y="113146"/>
                  <a:pt x="516798" y="111336"/>
                </a:cubicBezTo>
                <a:cubicBezTo>
                  <a:pt x="517759" y="110091"/>
                  <a:pt x="518240" y="106414"/>
                  <a:pt x="518240" y="100304"/>
                </a:cubicBezTo>
                <a:lnTo>
                  <a:pt x="518240" y="55498"/>
                </a:lnTo>
                <a:cubicBezTo>
                  <a:pt x="518240" y="49429"/>
                  <a:pt x="517689" y="45650"/>
                  <a:pt x="516586" y="44162"/>
                </a:cubicBezTo>
                <a:cubicBezTo>
                  <a:pt x="515482" y="42673"/>
                  <a:pt x="513177" y="41700"/>
                  <a:pt x="509669" y="41242"/>
                </a:cubicBezTo>
                <a:lnTo>
                  <a:pt x="509669" y="38187"/>
                </a:lnTo>
                <a:lnTo>
                  <a:pt x="542001" y="38187"/>
                </a:lnTo>
                <a:close/>
                <a:moveTo>
                  <a:pt x="637696" y="8995"/>
                </a:moveTo>
                <a:lnTo>
                  <a:pt x="637696" y="38187"/>
                </a:lnTo>
                <a:lnTo>
                  <a:pt x="656535" y="38187"/>
                </a:lnTo>
                <a:lnTo>
                  <a:pt x="656535" y="46503"/>
                </a:lnTo>
                <a:lnTo>
                  <a:pt x="637696" y="46503"/>
                </a:lnTo>
                <a:lnTo>
                  <a:pt x="637696" y="95600"/>
                </a:lnTo>
                <a:cubicBezTo>
                  <a:pt x="637696" y="100195"/>
                  <a:pt x="637909" y="103159"/>
                  <a:pt x="638333" y="104492"/>
                </a:cubicBezTo>
                <a:cubicBezTo>
                  <a:pt x="638757" y="105825"/>
                  <a:pt x="639507" y="106903"/>
                  <a:pt x="640582" y="107727"/>
                </a:cubicBezTo>
                <a:cubicBezTo>
                  <a:pt x="641657" y="108549"/>
                  <a:pt x="642647" y="108960"/>
                  <a:pt x="643552" y="108960"/>
                </a:cubicBezTo>
                <a:cubicBezTo>
                  <a:pt x="647229" y="108960"/>
                  <a:pt x="650708" y="106131"/>
                  <a:pt x="653990" y="100474"/>
                </a:cubicBezTo>
                <a:lnTo>
                  <a:pt x="656535" y="102359"/>
                </a:lnTo>
                <a:cubicBezTo>
                  <a:pt x="651953" y="113322"/>
                  <a:pt x="644513" y="118804"/>
                  <a:pt x="634217" y="118804"/>
                </a:cubicBezTo>
                <a:cubicBezTo>
                  <a:pt x="629182" y="118804"/>
                  <a:pt x="624925" y="117399"/>
                  <a:pt x="621446" y="114590"/>
                </a:cubicBezTo>
                <a:cubicBezTo>
                  <a:pt x="617967" y="111779"/>
                  <a:pt x="615746" y="108642"/>
                  <a:pt x="614784" y="105178"/>
                </a:cubicBezTo>
                <a:cubicBezTo>
                  <a:pt x="614219" y="103248"/>
                  <a:pt x="613936" y="98025"/>
                  <a:pt x="613936" y="89509"/>
                </a:cubicBezTo>
                <a:lnTo>
                  <a:pt x="613936" y="46503"/>
                </a:lnTo>
                <a:lnTo>
                  <a:pt x="603583" y="46503"/>
                </a:lnTo>
                <a:lnTo>
                  <a:pt x="603583" y="43525"/>
                </a:lnTo>
                <a:cubicBezTo>
                  <a:pt x="610711" y="38480"/>
                  <a:pt x="616778" y="33178"/>
                  <a:pt x="621785" y="27622"/>
                </a:cubicBezTo>
                <a:cubicBezTo>
                  <a:pt x="626792" y="22065"/>
                  <a:pt x="631162" y="15856"/>
                  <a:pt x="634896" y="8995"/>
                </a:cubicBezTo>
                <a:lnTo>
                  <a:pt x="637696" y="8995"/>
                </a:lnTo>
                <a:close/>
                <a:moveTo>
                  <a:pt x="731295" y="75016"/>
                </a:moveTo>
                <a:lnTo>
                  <a:pt x="687762" y="75016"/>
                </a:lnTo>
                <a:cubicBezTo>
                  <a:pt x="688272" y="85567"/>
                  <a:pt x="691072" y="93905"/>
                  <a:pt x="696163" y="100031"/>
                </a:cubicBezTo>
                <a:cubicBezTo>
                  <a:pt x="700067" y="104739"/>
                  <a:pt x="704763" y="107093"/>
                  <a:pt x="710250" y="107093"/>
                </a:cubicBezTo>
                <a:cubicBezTo>
                  <a:pt x="713645" y="107093"/>
                  <a:pt x="716728" y="106145"/>
                  <a:pt x="719500" y="104250"/>
                </a:cubicBezTo>
                <a:cubicBezTo>
                  <a:pt x="722272" y="102355"/>
                  <a:pt x="725242" y="98947"/>
                  <a:pt x="728410" y="94025"/>
                </a:cubicBezTo>
                <a:lnTo>
                  <a:pt x="731295" y="95892"/>
                </a:lnTo>
                <a:cubicBezTo>
                  <a:pt x="726996" y="104660"/>
                  <a:pt x="722244" y="110869"/>
                  <a:pt x="717039" y="114518"/>
                </a:cubicBezTo>
                <a:cubicBezTo>
                  <a:pt x="711834" y="118167"/>
                  <a:pt x="705809" y="119992"/>
                  <a:pt x="698964" y="119992"/>
                </a:cubicBezTo>
                <a:cubicBezTo>
                  <a:pt x="687197" y="119992"/>
                  <a:pt x="678286" y="115461"/>
                  <a:pt x="672233" y="106401"/>
                </a:cubicBezTo>
                <a:cubicBezTo>
                  <a:pt x="667368" y="99096"/>
                  <a:pt x="664935" y="90035"/>
                  <a:pt x="664935" y="79219"/>
                </a:cubicBezTo>
                <a:cubicBezTo>
                  <a:pt x="664935" y="65967"/>
                  <a:pt x="668513" y="55420"/>
                  <a:pt x="675670" y="47577"/>
                </a:cubicBezTo>
                <a:cubicBezTo>
                  <a:pt x="682826" y="39733"/>
                  <a:pt x="691213" y="35811"/>
                  <a:pt x="700831" y="35811"/>
                </a:cubicBezTo>
                <a:cubicBezTo>
                  <a:pt x="708864" y="35811"/>
                  <a:pt x="715837" y="39106"/>
                  <a:pt x="721749" y="45697"/>
                </a:cubicBezTo>
                <a:cubicBezTo>
                  <a:pt x="727661" y="52288"/>
                  <a:pt x="730843" y="62061"/>
                  <a:pt x="731295" y="75016"/>
                </a:cubicBezTo>
                <a:moveTo>
                  <a:pt x="710420" y="69415"/>
                </a:moveTo>
                <a:cubicBezTo>
                  <a:pt x="710420" y="60307"/>
                  <a:pt x="709925" y="54056"/>
                  <a:pt x="708935" y="50661"/>
                </a:cubicBezTo>
                <a:cubicBezTo>
                  <a:pt x="707945" y="47267"/>
                  <a:pt x="706403" y="44693"/>
                  <a:pt x="704310" y="42939"/>
                </a:cubicBezTo>
                <a:cubicBezTo>
                  <a:pt x="703122" y="41921"/>
                  <a:pt x="701538" y="41412"/>
                  <a:pt x="699558" y="41412"/>
                </a:cubicBezTo>
                <a:cubicBezTo>
                  <a:pt x="696616" y="41412"/>
                  <a:pt x="694212" y="42854"/>
                  <a:pt x="692345" y="45739"/>
                </a:cubicBezTo>
                <a:cubicBezTo>
                  <a:pt x="689007" y="50774"/>
                  <a:pt x="687338" y="57676"/>
                  <a:pt x="687338" y="66445"/>
                </a:cubicBezTo>
                <a:lnTo>
                  <a:pt x="687338" y="69415"/>
                </a:lnTo>
                <a:lnTo>
                  <a:pt x="710420" y="69415"/>
                </a:lnTo>
                <a:close/>
                <a:moveTo>
                  <a:pt x="774176" y="38187"/>
                </a:moveTo>
                <a:lnTo>
                  <a:pt x="774176" y="56177"/>
                </a:lnTo>
                <a:cubicBezTo>
                  <a:pt x="779437" y="47974"/>
                  <a:pt x="784048" y="42529"/>
                  <a:pt x="788008" y="39842"/>
                </a:cubicBezTo>
                <a:cubicBezTo>
                  <a:pt x="791968" y="37154"/>
                  <a:pt x="795787" y="35811"/>
                  <a:pt x="799464" y="35811"/>
                </a:cubicBezTo>
                <a:cubicBezTo>
                  <a:pt x="802632" y="35811"/>
                  <a:pt x="805164" y="36790"/>
                  <a:pt x="807059" y="38749"/>
                </a:cubicBezTo>
                <a:cubicBezTo>
                  <a:pt x="808954" y="40708"/>
                  <a:pt x="809902" y="43476"/>
                  <a:pt x="809902" y="47052"/>
                </a:cubicBezTo>
                <a:cubicBezTo>
                  <a:pt x="809902" y="50857"/>
                  <a:pt x="808983" y="53810"/>
                  <a:pt x="807144" y="55912"/>
                </a:cubicBezTo>
                <a:cubicBezTo>
                  <a:pt x="805306" y="58012"/>
                  <a:pt x="803085" y="59062"/>
                  <a:pt x="800483" y="59062"/>
                </a:cubicBezTo>
                <a:cubicBezTo>
                  <a:pt x="797484" y="59062"/>
                  <a:pt x="794882" y="58101"/>
                  <a:pt x="792676" y="56177"/>
                </a:cubicBezTo>
                <a:cubicBezTo>
                  <a:pt x="790469" y="54254"/>
                  <a:pt x="789168" y="53179"/>
                  <a:pt x="788772" y="52953"/>
                </a:cubicBezTo>
                <a:cubicBezTo>
                  <a:pt x="788206" y="52613"/>
                  <a:pt x="787556" y="52443"/>
                  <a:pt x="786820" y="52443"/>
                </a:cubicBezTo>
                <a:cubicBezTo>
                  <a:pt x="785180" y="52443"/>
                  <a:pt x="783624" y="53066"/>
                  <a:pt x="782153" y="54310"/>
                </a:cubicBezTo>
                <a:cubicBezTo>
                  <a:pt x="779833" y="56234"/>
                  <a:pt x="778080" y="58978"/>
                  <a:pt x="776892" y="62542"/>
                </a:cubicBezTo>
                <a:cubicBezTo>
                  <a:pt x="775081" y="68029"/>
                  <a:pt x="774176" y="74083"/>
                  <a:pt x="774176" y="80702"/>
                </a:cubicBezTo>
                <a:lnTo>
                  <a:pt x="774176" y="98947"/>
                </a:lnTo>
                <a:lnTo>
                  <a:pt x="774261" y="103699"/>
                </a:lnTo>
                <a:cubicBezTo>
                  <a:pt x="774261" y="106923"/>
                  <a:pt x="774459" y="108988"/>
                  <a:pt x="774855" y="109893"/>
                </a:cubicBezTo>
                <a:cubicBezTo>
                  <a:pt x="775534" y="111421"/>
                  <a:pt x="776538" y="112538"/>
                  <a:pt x="777868" y="113245"/>
                </a:cubicBezTo>
                <a:cubicBezTo>
                  <a:pt x="779197" y="113953"/>
                  <a:pt x="781446" y="114391"/>
                  <a:pt x="784614" y="114561"/>
                </a:cubicBezTo>
                <a:lnTo>
                  <a:pt x="784614" y="117616"/>
                </a:lnTo>
                <a:lnTo>
                  <a:pt x="741760" y="117616"/>
                </a:lnTo>
                <a:lnTo>
                  <a:pt x="741760" y="114561"/>
                </a:lnTo>
                <a:cubicBezTo>
                  <a:pt x="745211" y="114278"/>
                  <a:pt x="747544" y="113330"/>
                  <a:pt x="748761" y="111718"/>
                </a:cubicBezTo>
                <a:cubicBezTo>
                  <a:pt x="749977" y="110106"/>
                  <a:pt x="750585" y="105848"/>
                  <a:pt x="750585" y="98947"/>
                </a:cubicBezTo>
                <a:lnTo>
                  <a:pt x="750585" y="54989"/>
                </a:lnTo>
                <a:cubicBezTo>
                  <a:pt x="750585" y="50435"/>
                  <a:pt x="750359" y="47532"/>
                  <a:pt x="749906" y="46280"/>
                </a:cubicBezTo>
                <a:cubicBezTo>
                  <a:pt x="749340" y="44686"/>
                  <a:pt x="748520" y="43519"/>
                  <a:pt x="747445" y="42780"/>
                </a:cubicBezTo>
                <a:cubicBezTo>
                  <a:pt x="746370" y="42039"/>
                  <a:pt x="744475" y="41526"/>
                  <a:pt x="741760" y="41242"/>
                </a:cubicBezTo>
                <a:lnTo>
                  <a:pt x="741760" y="38187"/>
                </a:lnTo>
                <a:lnTo>
                  <a:pt x="774176" y="38187"/>
                </a:lnTo>
                <a:close/>
                <a:moveTo>
                  <a:pt x="862202" y="105905"/>
                </a:moveTo>
                <a:cubicBezTo>
                  <a:pt x="852528" y="114504"/>
                  <a:pt x="843844" y="118804"/>
                  <a:pt x="836150" y="118804"/>
                </a:cubicBezTo>
                <a:cubicBezTo>
                  <a:pt x="831624" y="118804"/>
                  <a:pt x="827862" y="117314"/>
                  <a:pt x="824864" y="114335"/>
                </a:cubicBezTo>
                <a:cubicBezTo>
                  <a:pt x="821866" y="111355"/>
                  <a:pt x="820366" y="107623"/>
                  <a:pt x="820366" y="103139"/>
                </a:cubicBezTo>
                <a:cubicBezTo>
                  <a:pt x="820366" y="97065"/>
                  <a:pt x="822969" y="91601"/>
                  <a:pt x="828173" y="86748"/>
                </a:cubicBezTo>
                <a:cubicBezTo>
                  <a:pt x="833378" y="81895"/>
                  <a:pt x="844721" y="75439"/>
                  <a:pt x="862202" y="67379"/>
                </a:cubicBezTo>
                <a:lnTo>
                  <a:pt x="862202" y="59402"/>
                </a:lnTo>
                <a:cubicBezTo>
                  <a:pt x="862202" y="53405"/>
                  <a:pt x="861877" y="49629"/>
                  <a:pt x="861226" y="48073"/>
                </a:cubicBezTo>
                <a:cubicBezTo>
                  <a:pt x="860576" y="46517"/>
                  <a:pt x="859345" y="45160"/>
                  <a:pt x="857535" y="44000"/>
                </a:cubicBezTo>
                <a:cubicBezTo>
                  <a:pt x="855725" y="42840"/>
                  <a:pt x="853688" y="42260"/>
                  <a:pt x="851425" y="42260"/>
                </a:cubicBezTo>
                <a:cubicBezTo>
                  <a:pt x="847748" y="42260"/>
                  <a:pt x="844721" y="43080"/>
                  <a:pt x="842345" y="44721"/>
                </a:cubicBezTo>
                <a:cubicBezTo>
                  <a:pt x="840874" y="45739"/>
                  <a:pt x="840139" y="46927"/>
                  <a:pt x="840139" y="48285"/>
                </a:cubicBezTo>
                <a:cubicBezTo>
                  <a:pt x="840139" y="49473"/>
                  <a:pt x="840931" y="50944"/>
                  <a:pt x="842515" y="52698"/>
                </a:cubicBezTo>
                <a:cubicBezTo>
                  <a:pt x="844665" y="55131"/>
                  <a:pt x="845739" y="57478"/>
                  <a:pt x="845739" y="59741"/>
                </a:cubicBezTo>
                <a:cubicBezTo>
                  <a:pt x="845739" y="62513"/>
                  <a:pt x="844707" y="64875"/>
                  <a:pt x="842642" y="66827"/>
                </a:cubicBezTo>
                <a:cubicBezTo>
                  <a:pt x="840577" y="68779"/>
                  <a:pt x="837876" y="69755"/>
                  <a:pt x="834538" y="69755"/>
                </a:cubicBezTo>
                <a:cubicBezTo>
                  <a:pt x="830974" y="69755"/>
                  <a:pt x="827990" y="68680"/>
                  <a:pt x="825585" y="66530"/>
                </a:cubicBezTo>
                <a:cubicBezTo>
                  <a:pt x="823181" y="64380"/>
                  <a:pt x="821979" y="61863"/>
                  <a:pt x="821979" y="58978"/>
                </a:cubicBezTo>
                <a:cubicBezTo>
                  <a:pt x="821979" y="54904"/>
                  <a:pt x="823591" y="51015"/>
                  <a:pt x="826816" y="47309"/>
                </a:cubicBezTo>
                <a:cubicBezTo>
                  <a:pt x="830040" y="43604"/>
                  <a:pt x="834538" y="40761"/>
                  <a:pt x="840308" y="38781"/>
                </a:cubicBezTo>
                <a:cubicBezTo>
                  <a:pt x="846079" y="36801"/>
                  <a:pt x="852076" y="35811"/>
                  <a:pt x="858299" y="35811"/>
                </a:cubicBezTo>
                <a:cubicBezTo>
                  <a:pt x="865823" y="35811"/>
                  <a:pt x="871777" y="37413"/>
                  <a:pt x="876162" y="40619"/>
                </a:cubicBezTo>
                <a:cubicBezTo>
                  <a:pt x="880546" y="43822"/>
                  <a:pt x="883389" y="47295"/>
                  <a:pt x="884690" y="51038"/>
                </a:cubicBezTo>
                <a:cubicBezTo>
                  <a:pt x="885482" y="53419"/>
                  <a:pt x="885878" y="58891"/>
                  <a:pt x="885878" y="67453"/>
                </a:cubicBezTo>
                <a:lnTo>
                  <a:pt x="885878" y="98329"/>
                </a:lnTo>
                <a:cubicBezTo>
                  <a:pt x="885878" y="101958"/>
                  <a:pt x="886020" y="104241"/>
                  <a:pt x="886302" y="105178"/>
                </a:cubicBezTo>
                <a:cubicBezTo>
                  <a:pt x="886585" y="106114"/>
                  <a:pt x="887010" y="106808"/>
                  <a:pt x="887575" y="107263"/>
                </a:cubicBezTo>
                <a:cubicBezTo>
                  <a:pt x="888141" y="107715"/>
                  <a:pt x="888792" y="107942"/>
                  <a:pt x="889527" y="107942"/>
                </a:cubicBezTo>
                <a:cubicBezTo>
                  <a:pt x="890998" y="107942"/>
                  <a:pt x="892497" y="106895"/>
                  <a:pt x="894025" y="104802"/>
                </a:cubicBezTo>
                <a:lnTo>
                  <a:pt x="896570" y="106838"/>
                </a:lnTo>
                <a:cubicBezTo>
                  <a:pt x="893742" y="111025"/>
                  <a:pt x="890814" y="114066"/>
                  <a:pt x="887788" y="115961"/>
                </a:cubicBezTo>
                <a:cubicBezTo>
                  <a:pt x="884761" y="117856"/>
                  <a:pt x="881324" y="118804"/>
                  <a:pt x="877477" y="118804"/>
                </a:cubicBezTo>
                <a:cubicBezTo>
                  <a:pt x="872951" y="118804"/>
                  <a:pt x="869415" y="117736"/>
                  <a:pt x="866870" y="115600"/>
                </a:cubicBezTo>
                <a:cubicBezTo>
                  <a:pt x="864324" y="113465"/>
                  <a:pt x="862768" y="110233"/>
                  <a:pt x="862202" y="105905"/>
                </a:cubicBezTo>
                <a:moveTo>
                  <a:pt x="862202" y="99625"/>
                </a:moveTo>
                <a:lnTo>
                  <a:pt x="862202" y="73080"/>
                </a:lnTo>
                <a:cubicBezTo>
                  <a:pt x="855357" y="77116"/>
                  <a:pt x="850265" y="81437"/>
                  <a:pt x="846928" y="86043"/>
                </a:cubicBezTo>
                <a:cubicBezTo>
                  <a:pt x="844721" y="89112"/>
                  <a:pt x="843618" y="92210"/>
                  <a:pt x="843618" y="95337"/>
                </a:cubicBezTo>
                <a:cubicBezTo>
                  <a:pt x="843618" y="97952"/>
                  <a:pt x="844551" y="100255"/>
                  <a:pt x="846418" y="102245"/>
                </a:cubicBezTo>
                <a:cubicBezTo>
                  <a:pt x="847833" y="103780"/>
                  <a:pt x="849813" y="104547"/>
                  <a:pt x="852359" y="104547"/>
                </a:cubicBezTo>
                <a:cubicBezTo>
                  <a:pt x="855187" y="104547"/>
                  <a:pt x="858468" y="102907"/>
                  <a:pt x="862202" y="99625"/>
                </a:cubicBezTo>
                <a:close/>
                <a:moveTo>
                  <a:pt x="970059" y="97098"/>
                </a:moveTo>
                <a:lnTo>
                  <a:pt x="972690" y="99132"/>
                </a:lnTo>
                <a:cubicBezTo>
                  <a:pt x="968956" y="106170"/>
                  <a:pt x="964303" y="111407"/>
                  <a:pt x="958730" y="114842"/>
                </a:cubicBezTo>
                <a:cubicBezTo>
                  <a:pt x="953158" y="118275"/>
                  <a:pt x="947232" y="119992"/>
                  <a:pt x="940952" y="119992"/>
                </a:cubicBezTo>
                <a:cubicBezTo>
                  <a:pt x="930373" y="119992"/>
                  <a:pt x="921915" y="116000"/>
                  <a:pt x="915579" y="108016"/>
                </a:cubicBezTo>
                <a:cubicBezTo>
                  <a:pt x="909243" y="100030"/>
                  <a:pt x="906075" y="90431"/>
                  <a:pt x="906075" y="79219"/>
                </a:cubicBezTo>
                <a:cubicBezTo>
                  <a:pt x="906075" y="68401"/>
                  <a:pt x="908960" y="58887"/>
                  <a:pt x="914731" y="50677"/>
                </a:cubicBezTo>
                <a:cubicBezTo>
                  <a:pt x="921689" y="40766"/>
                  <a:pt x="931278" y="35811"/>
                  <a:pt x="943498" y="35811"/>
                </a:cubicBezTo>
                <a:cubicBezTo>
                  <a:pt x="951701" y="35811"/>
                  <a:pt x="958221" y="37882"/>
                  <a:pt x="963058" y="42024"/>
                </a:cubicBezTo>
                <a:cubicBezTo>
                  <a:pt x="967895" y="46165"/>
                  <a:pt x="970314" y="50788"/>
                  <a:pt x="970314" y="55893"/>
                </a:cubicBezTo>
                <a:cubicBezTo>
                  <a:pt x="970314" y="59127"/>
                  <a:pt x="969338" y="61708"/>
                  <a:pt x="967386" y="63637"/>
                </a:cubicBezTo>
                <a:cubicBezTo>
                  <a:pt x="965434" y="65566"/>
                  <a:pt x="962874" y="66530"/>
                  <a:pt x="959706" y="66530"/>
                </a:cubicBezTo>
                <a:cubicBezTo>
                  <a:pt x="956368" y="66530"/>
                  <a:pt x="953610" y="65423"/>
                  <a:pt x="951432" y="63210"/>
                </a:cubicBezTo>
                <a:cubicBezTo>
                  <a:pt x="949254" y="60995"/>
                  <a:pt x="947911" y="57049"/>
                  <a:pt x="947402" y="51372"/>
                </a:cubicBezTo>
                <a:cubicBezTo>
                  <a:pt x="947062" y="47796"/>
                  <a:pt x="946242" y="45297"/>
                  <a:pt x="944941" y="43878"/>
                </a:cubicBezTo>
                <a:cubicBezTo>
                  <a:pt x="943639" y="42460"/>
                  <a:pt x="942112" y="41751"/>
                  <a:pt x="940358" y="41751"/>
                </a:cubicBezTo>
                <a:cubicBezTo>
                  <a:pt x="937643" y="41751"/>
                  <a:pt x="935323" y="43194"/>
                  <a:pt x="933400" y="46079"/>
                </a:cubicBezTo>
                <a:cubicBezTo>
                  <a:pt x="930458" y="50435"/>
                  <a:pt x="928987" y="57111"/>
                  <a:pt x="928987" y="66106"/>
                </a:cubicBezTo>
                <a:cubicBezTo>
                  <a:pt x="928987" y="73573"/>
                  <a:pt x="930175" y="80716"/>
                  <a:pt x="932551" y="87533"/>
                </a:cubicBezTo>
                <a:cubicBezTo>
                  <a:pt x="934927" y="94350"/>
                  <a:pt x="938180" y="99427"/>
                  <a:pt x="942310" y="102765"/>
                </a:cubicBezTo>
                <a:cubicBezTo>
                  <a:pt x="945422" y="105198"/>
                  <a:pt x="949099" y="106414"/>
                  <a:pt x="953342" y="106414"/>
                </a:cubicBezTo>
                <a:cubicBezTo>
                  <a:pt x="956114" y="106414"/>
                  <a:pt x="958744" y="105765"/>
                  <a:pt x="961234" y="104468"/>
                </a:cubicBezTo>
                <a:cubicBezTo>
                  <a:pt x="963723" y="103168"/>
                  <a:pt x="966665" y="100712"/>
                  <a:pt x="970059" y="97098"/>
                </a:cubicBezTo>
                <a:close/>
                <a:moveTo>
                  <a:pt x="1013958" y="8995"/>
                </a:moveTo>
                <a:lnTo>
                  <a:pt x="1013958" y="38187"/>
                </a:lnTo>
                <a:lnTo>
                  <a:pt x="1032797" y="38187"/>
                </a:lnTo>
                <a:lnTo>
                  <a:pt x="1032797" y="46503"/>
                </a:lnTo>
                <a:lnTo>
                  <a:pt x="1013958" y="46503"/>
                </a:lnTo>
                <a:lnTo>
                  <a:pt x="1013958" y="95600"/>
                </a:lnTo>
                <a:cubicBezTo>
                  <a:pt x="1013958" y="100195"/>
                  <a:pt x="1014170" y="103159"/>
                  <a:pt x="1014595" y="104492"/>
                </a:cubicBezTo>
                <a:cubicBezTo>
                  <a:pt x="1015019" y="105825"/>
                  <a:pt x="1015769" y="106903"/>
                  <a:pt x="1016843" y="107727"/>
                </a:cubicBezTo>
                <a:cubicBezTo>
                  <a:pt x="1017918" y="108549"/>
                  <a:pt x="1018908" y="108960"/>
                  <a:pt x="1019813" y="108960"/>
                </a:cubicBezTo>
                <a:cubicBezTo>
                  <a:pt x="1023491" y="108960"/>
                  <a:pt x="1026970" y="106131"/>
                  <a:pt x="1030251" y="100474"/>
                </a:cubicBezTo>
                <a:lnTo>
                  <a:pt x="1032797" y="102359"/>
                </a:lnTo>
                <a:cubicBezTo>
                  <a:pt x="1028215" y="113322"/>
                  <a:pt x="1020775" y="118804"/>
                  <a:pt x="1010479" y="118804"/>
                </a:cubicBezTo>
                <a:cubicBezTo>
                  <a:pt x="1005444" y="118804"/>
                  <a:pt x="1001187" y="117399"/>
                  <a:pt x="997708" y="114590"/>
                </a:cubicBezTo>
                <a:cubicBezTo>
                  <a:pt x="994228" y="111779"/>
                  <a:pt x="992008" y="108642"/>
                  <a:pt x="991046" y="105178"/>
                </a:cubicBezTo>
                <a:cubicBezTo>
                  <a:pt x="990480" y="103248"/>
                  <a:pt x="990197" y="98025"/>
                  <a:pt x="990197" y="89509"/>
                </a:cubicBezTo>
                <a:lnTo>
                  <a:pt x="990197" y="46503"/>
                </a:lnTo>
                <a:lnTo>
                  <a:pt x="979845" y="46503"/>
                </a:lnTo>
                <a:lnTo>
                  <a:pt x="979845" y="43525"/>
                </a:lnTo>
                <a:cubicBezTo>
                  <a:pt x="986973" y="38480"/>
                  <a:pt x="993040" y="33178"/>
                  <a:pt x="998047" y="27622"/>
                </a:cubicBezTo>
                <a:cubicBezTo>
                  <a:pt x="1003054" y="22065"/>
                  <a:pt x="1007424" y="15856"/>
                  <a:pt x="1011158" y="8995"/>
                </a:cubicBezTo>
                <a:lnTo>
                  <a:pt x="1013958" y="8995"/>
                </a:lnTo>
                <a:close/>
                <a:moveTo>
                  <a:pt x="1059442" y="0"/>
                </a:moveTo>
                <a:cubicBezTo>
                  <a:pt x="1063119" y="0"/>
                  <a:pt x="1066230" y="1291"/>
                  <a:pt x="1068776" y="3874"/>
                </a:cubicBezTo>
                <a:cubicBezTo>
                  <a:pt x="1071322" y="6456"/>
                  <a:pt x="1072595" y="9563"/>
                  <a:pt x="1072595" y="13196"/>
                </a:cubicBezTo>
                <a:cubicBezTo>
                  <a:pt x="1072595" y="16829"/>
                  <a:pt x="1071308" y="19923"/>
                  <a:pt x="1068734" y="22477"/>
                </a:cubicBezTo>
                <a:cubicBezTo>
                  <a:pt x="1066160" y="25030"/>
                  <a:pt x="1063062" y="26307"/>
                  <a:pt x="1059442" y="26307"/>
                </a:cubicBezTo>
                <a:cubicBezTo>
                  <a:pt x="1055821" y="26307"/>
                  <a:pt x="1052738" y="25030"/>
                  <a:pt x="1050192" y="22477"/>
                </a:cubicBezTo>
                <a:cubicBezTo>
                  <a:pt x="1047646" y="19923"/>
                  <a:pt x="1046373" y="16829"/>
                  <a:pt x="1046373" y="13196"/>
                </a:cubicBezTo>
                <a:cubicBezTo>
                  <a:pt x="1046373" y="9563"/>
                  <a:pt x="1047646" y="6456"/>
                  <a:pt x="1050192" y="3874"/>
                </a:cubicBezTo>
                <a:cubicBezTo>
                  <a:pt x="1052738" y="1291"/>
                  <a:pt x="1055821" y="0"/>
                  <a:pt x="1059442" y="0"/>
                </a:cubicBezTo>
                <a:moveTo>
                  <a:pt x="1071322" y="38187"/>
                </a:moveTo>
                <a:lnTo>
                  <a:pt x="1071322" y="101153"/>
                </a:lnTo>
                <a:cubicBezTo>
                  <a:pt x="1071322" y="106754"/>
                  <a:pt x="1071973" y="110332"/>
                  <a:pt x="1073274" y="111888"/>
                </a:cubicBezTo>
                <a:cubicBezTo>
                  <a:pt x="1074575" y="113443"/>
                  <a:pt x="1077121" y="114334"/>
                  <a:pt x="1080911" y="114561"/>
                </a:cubicBezTo>
                <a:lnTo>
                  <a:pt x="1080911" y="117616"/>
                </a:lnTo>
                <a:lnTo>
                  <a:pt x="1038057" y="117616"/>
                </a:lnTo>
                <a:lnTo>
                  <a:pt x="1038057" y="114561"/>
                </a:lnTo>
                <a:cubicBezTo>
                  <a:pt x="1041564" y="114448"/>
                  <a:pt x="1044167" y="113429"/>
                  <a:pt x="1045864" y="111506"/>
                </a:cubicBezTo>
                <a:cubicBezTo>
                  <a:pt x="1046996" y="110205"/>
                  <a:pt x="1047561" y="106754"/>
                  <a:pt x="1047561" y="101153"/>
                </a:cubicBezTo>
                <a:lnTo>
                  <a:pt x="1047561" y="54819"/>
                </a:lnTo>
                <a:cubicBezTo>
                  <a:pt x="1047561" y="49148"/>
                  <a:pt x="1046911" y="45525"/>
                  <a:pt x="1045609" y="43949"/>
                </a:cubicBezTo>
                <a:cubicBezTo>
                  <a:pt x="1044308" y="42374"/>
                  <a:pt x="1041791" y="41472"/>
                  <a:pt x="1038057" y="41242"/>
                </a:cubicBezTo>
                <a:lnTo>
                  <a:pt x="1038057" y="38187"/>
                </a:lnTo>
                <a:lnTo>
                  <a:pt x="1071322" y="38187"/>
                </a:lnTo>
                <a:close/>
                <a:moveTo>
                  <a:pt x="1126086" y="35811"/>
                </a:moveTo>
                <a:cubicBezTo>
                  <a:pt x="1132988" y="35811"/>
                  <a:pt x="1139409" y="37595"/>
                  <a:pt x="1145349" y="41162"/>
                </a:cubicBezTo>
                <a:cubicBezTo>
                  <a:pt x="1151289" y="44730"/>
                  <a:pt x="1155801" y="49799"/>
                  <a:pt x="1158884" y="56368"/>
                </a:cubicBezTo>
                <a:cubicBezTo>
                  <a:pt x="1161967" y="62938"/>
                  <a:pt x="1163509" y="70130"/>
                  <a:pt x="1163509" y="77944"/>
                </a:cubicBezTo>
                <a:cubicBezTo>
                  <a:pt x="1163509" y="89212"/>
                  <a:pt x="1160652" y="98642"/>
                  <a:pt x="1154938" y="106231"/>
                </a:cubicBezTo>
                <a:cubicBezTo>
                  <a:pt x="1148036" y="115405"/>
                  <a:pt x="1138504" y="119992"/>
                  <a:pt x="1126340" y="119992"/>
                </a:cubicBezTo>
                <a:cubicBezTo>
                  <a:pt x="1114403" y="119992"/>
                  <a:pt x="1105210" y="115801"/>
                  <a:pt x="1098761" y="107419"/>
                </a:cubicBezTo>
                <a:cubicBezTo>
                  <a:pt x="1092312" y="99038"/>
                  <a:pt x="1089087" y="89326"/>
                  <a:pt x="1089087" y="78283"/>
                </a:cubicBezTo>
                <a:cubicBezTo>
                  <a:pt x="1089087" y="66901"/>
                  <a:pt x="1092382" y="56977"/>
                  <a:pt x="1098973" y="48511"/>
                </a:cubicBezTo>
                <a:cubicBezTo>
                  <a:pt x="1105564" y="40044"/>
                  <a:pt x="1114601" y="35811"/>
                  <a:pt x="1126086" y="35811"/>
                </a:cubicBezTo>
                <a:moveTo>
                  <a:pt x="1126425" y="41751"/>
                </a:moveTo>
                <a:cubicBezTo>
                  <a:pt x="1123540" y="41751"/>
                  <a:pt x="1121065" y="42842"/>
                  <a:pt x="1119000" y="45023"/>
                </a:cubicBezTo>
                <a:cubicBezTo>
                  <a:pt x="1116935" y="47203"/>
                  <a:pt x="1115577" y="51507"/>
                  <a:pt x="1114927" y="57935"/>
                </a:cubicBezTo>
                <a:cubicBezTo>
                  <a:pt x="1114276" y="64364"/>
                  <a:pt x="1113951" y="73299"/>
                  <a:pt x="1113951" y="84740"/>
                </a:cubicBezTo>
                <a:cubicBezTo>
                  <a:pt x="1113951" y="90801"/>
                  <a:pt x="1114347" y="96465"/>
                  <a:pt x="1115139" y="101734"/>
                </a:cubicBezTo>
                <a:cubicBezTo>
                  <a:pt x="1115761" y="105754"/>
                  <a:pt x="1117091" y="108812"/>
                  <a:pt x="1119127" y="110909"/>
                </a:cubicBezTo>
                <a:cubicBezTo>
                  <a:pt x="1121164" y="113004"/>
                  <a:pt x="1123483" y="114052"/>
                  <a:pt x="1126086" y="114052"/>
                </a:cubicBezTo>
                <a:cubicBezTo>
                  <a:pt x="1128632" y="114052"/>
                  <a:pt x="1130753" y="113344"/>
                  <a:pt x="1132450" y="111927"/>
                </a:cubicBezTo>
                <a:cubicBezTo>
                  <a:pt x="1134657" y="110002"/>
                  <a:pt x="1136128" y="107311"/>
                  <a:pt x="1136863" y="103855"/>
                </a:cubicBezTo>
                <a:cubicBezTo>
                  <a:pt x="1137994" y="98475"/>
                  <a:pt x="1138560" y="87601"/>
                  <a:pt x="1138560" y="71232"/>
                </a:cubicBezTo>
                <a:cubicBezTo>
                  <a:pt x="1138560" y="61604"/>
                  <a:pt x="1138023" y="54992"/>
                  <a:pt x="1136948" y="51396"/>
                </a:cubicBezTo>
                <a:cubicBezTo>
                  <a:pt x="1135873" y="47798"/>
                  <a:pt x="1134289" y="45178"/>
                  <a:pt x="1132196" y="43536"/>
                </a:cubicBezTo>
                <a:cubicBezTo>
                  <a:pt x="1130725" y="42346"/>
                  <a:pt x="1128801" y="41751"/>
                  <a:pt x="1126425" y="41751"/>
                </a:cubicBezTo>
                <a:close/>
                <a:moveTo>
                  <a:pt x="1207976" y="38187"/>
                </a:moveTo>
                <a:lnTo>
                  <a:pt x="1207976" y="48540"/>
                </a:lnTo>
                <a:cubicBezTo>
                  <a:pt x="1212049" y="44097"/>
                  <a:pt x="1215952" y="40865"/>
                  <a:pt x="1219686" y="38845"/>
                </a:cubicBezTo>
                <a:cubicBezTo>
                  <a:pt x="1223420" y="36822"/>
                  <a:pt x="1227437" y="35811"/>
                  <a:pt x="1231736" y="35811"/>
                </a:cubicBezTo>
                <a:cubicBezTo>
                  <a:pt x="1236884" y="35811"/>
                  <a:pt x="1241156" y="37241"/>
                  <a:pt x="1244550" y="40102"/>
                </a:cubicBezTo>
                <a:cubicBezTo>
                  <a:pt x="1247944" y="42962"/>
                  <a:pt x="1250207" y="46516"/>
                  <a:pt x="1251339" y="50765"/>
                </a:cubicBezTo>
                <a:cubicBezTo>
                  <a:pt x="1252244" y="53995"/>
                  <a:pt x="1252697" y="60198"/>
                  <a:pt x="1252697" y="69376"/>
                </a:cubicBezTo>
                <a:lnTo>
                  <a:pt x="1252697" y="100304"/>
                </a:lnTo>
                <a:cubicBezTo>
                  <a:pt x="1252697" y="106414"/>
                  <a:pt x="1253248" y="110219"/>
                  <a:pt x="1254351" y="111718"/>
                </a:cubicBezTo>
                <a:cubicBezTo>
                  <a:pt x="1255455" y="113217"/>
                  <a:pt x="1257760" y="114165"/>
                  <a:pt x="1261267" y="114561"/>
                </a:cubicBezTo>
                <a:lnTo>
                  <a:pt x="1261267" y="117616"/>
                </a:lnTo>
                <a:lnTo>
                  <a:pt x="1221129" y="117616"/>
                </a:lnTo>
                <a:lnTo>
                  <a:pt x="1221129" y="114561"/>
                </a:lnTo>
                <a:cubicBezTo>
                  <a:pt x="1224127" y="114165"/>
                  <a:pt x="1226277" y="112920"/>
                  <a:pt x="1227578" y="110827"/>
                </a:cubicBezTo>
                <a:cubicBezTo>
                  <a:pt x="1228483" y="109413"/>
                  <a:pt x="1228936" y="105905"/>
                  <a:pt x="1228936" y="100304"/>
                </a:cubicBezTo>
                <a:lnTo>
                  <a:pt x="1228936" y="65003"/>
                </a:lnTo>
                <a:cubicBezTo>
                  <a:pt x="1228936" y="58497"/>
                  <a:pt x="1228681" y="54395"/>
                  <a:pt x="1228172" y="52698"/>
                </a:cubicBezTo>
                <a:cubicBezTo>
                  <a:pt x="1227663" y="51001"/>
                  <a:pt x="1226800" y="49685"/>
                  <a:pt x="1225584" y="48752"/>
                </a:cubicBezTo>
                <a:cubicBezTo>
                  <a:pt x="1224368" y="47818"/>
                  <a:pt x="1223024" y="47352"/>
                  <a:pt x="1221553" y="47352"/>
                </a:cubicBezTo>
                <a:cubicBezTo>
                  <a:pt x="1216688" y="47352"/>
                  <a:pt x="1212162" y="50859"/>
                  <a:pt x="1207976" y="57874"/>
                </a:cubicBezTo>
                <a:lnTo>
                  <a:pt x="1207976" y="100304"/>
                </a:lnTo>
                <a:cubicBezTo>
                  <a:pt x="1207976" y="106244"/>
                  <a:pt x="1208527" y="110007"/>
                  <a:pt x="1209630" y="111591"/>
                </a:cubicBezTo>
                <a:cubicBezTo>
                  <a:pt x="1210733" y="113175"/>
                  <a:pt x="1212784" y="114165"/>
                  <a:pt x="1215783" y="114561"/>
                </a:cubicBezTo>
                <a:lnTo>
                  <a:pt x="1215783" y="117616"/>
                </a:lnTo>
                <a:lnTo>
                  <a:pt x="1175644" y="117616"/>
                </a:lnTo>
                <a:lnTo>
                  <a:pt x="1175644" y="114561"/>
                </a:lnTo>
                <a:cubicBezTo>
                  <a:pt x="1178982" y="114221"/>
                  <a:pt x="1181358" y="113146"/>
                  <a:pt x="1182772" y="111336"/>
                </a:cubicBezTo>
                <a:cubicBezTo>
                  <a:pt x="1183734" y="110091"/>
                  <a:pt x="1184215" y="106414"/>
                  <a:pt x="1184215" y="100304"/>
                </a:cubicBezTo>
                <a:lnTo>
                  <a:pt x="1184215" y="55498"/>
                </a:lnTo>
                <a:cubicBezTo>
                  <a:pt x="1184215" y="49429"/>
                  <a:pt x="1183663" y="45650"/>
                  <a:pt x="1182560" y="44162"/>
                </a:cubicBezTo>
                <a:cubicBezTo>
                  <a:pt x="1181457" y="42673"/>
                  <a:pt x="1179151" y="41700"/>
                  <a:pt x="1175644" y="41242"/>
                </a:cubicBezTo>
                <a:lnTo>
                  <a:pt x="1175644" y="38187"/>
                </a:lnTo>
                <a:lnTo>
                  <a:pt x="1207976" y="38187"/>
                </a:lnTo>
                <a:close/>
                <a:moveTo>
                  <a:pt x="1408727" y="48879"/>
                </a:moveTo>
                <a:lnTo>
                  <a:pt x="1444029" y="48879"/>
                </a:lnTo>
                <a:lnTo>
                  <a:pt x="1444029" y="52274"/>
                </a:lnTo>
                <a:cubicBezTo>
                  <a:pt x="1440069" y="52838"/>
                  <a:pt x="1436957" y="54007"/>
                  <a:pt x="1434694" y="55782"/>
                </a:cubicBezTo>
                <a:cubicBezTo>
                  <a:pt x="1432432" y="57555"/>
                  <a:pt x="1429490" y="61682"/>
                  <a:pt x="1425869" y="68164"/>
                </a:cubicBezTo>
                <a:cubicBezTo>
                  <a:pt x="1422248" y="74643"/>
                  <a:pt x="1417157" y="81883"/>
                  <a:pt x="1410594" y="89882"/>
                </a:cubicBezTo>
                <a:cubicBezTo>
                  <a:pt x="1416365" y="95080"/>
                  <a:pt x="1421060" y="98696"/>
                  <a:pt x="1424681" y="100731"/>
                </a:cubicBezTo>
                <a:cubicBezTo>
                  <a:pt x="1427227" y="102144"/>
                  <a:pt x="1429716" y="102850"/>
                  <a:pt x="1432149" y="102850"/>
                </a:cubicBezTo>
                <a:cubicBezTo>
                  <a:pt x="1436335" y="102850"/>
                  <a:pt x="1440125" y="100106"/>
                  <a:pt x="1443520" y="94619"/>
                </a:cubicBezTo>
                <a:lnTo>
                  <a:pt x="1446999" y="96486"/>
                </a:lnTo>
                <a:cubicBezTo>
                  <a:pt x="1442360" y="105617"/>
                  <a:pt x="1437410" y="112116"/>
                  <a:pt x="1432149" y="115982"/>
                </a:cubicBezTo>
                <a:cubicBezTo>
                  <a:pt x="1428132" y="118882"/>
                  <a:pt x="1423550" y="120331"/>
                  <a:pt x="1418401" y="120331"/>
                </a:cubicBezTo>
                <a:cubicBezTo>
                  <a:pt x="1413989" y="120331"/>
                  <a:pt x="1409788" y="119378"/>
                  <a:pt x="1405800" y="117472"/>
                </a:cubicBezTo>
                <a:cubicBezTo>
                  <a:pt x="1401811" y="115565"/>
                  <a:pt x="1396960" y="111992"/>
                  <a:pt x="1391246" y="106754"/>
                </a:cubicBezTo>
                <a:cubicBezTo>
                  <a:pt x="1384175" y="111536"/>
                  <a:pt x="1377527" y="114995"/>
                  <a:pt x="1371304" y="117130"/>
                </a:cubicBezTo>
                <a:cubicBezTo>
                  <a:pt x="1365081" y="119264"/>
                  <a:pt x="1358603" y="120331"/>
                  <a:pt x="1351871" y="120331"/>
                </a:cubicBezTo>
                <a:cubicBezTo>
                  <a:pt x="1341122" y="120331"/>
                  <a:pt x="1332580" y="117416"/>
                  <a:pt x="1326244" y="111585"/>
                </a:cubicBezTo>
                <a:cubicBezTo>
                  <a:pt x="1319907" y="105755"/>
                  <a:pt x="1316739" y="98905"/>
                  <a:pt x="1316739" y="91036"/>
                </a:cubicBezTo>
                <a:cubicBezTo>
                  <a:pt x="1316739" y="82545"/>
                  <a:pt x="1319766" y="75158"/>
                  <a:pt x="1325819" y="68874"/>
                </a:cubicBezTo>
                <a:cubicBezTo>
                  <a:pt x="1331873" y="62591"/>
                  <a:pt x="1340670" y="57157"/>
                  <a:pt x="1352211" y="52571"/>
                </a:cubicBezTo>
                <a:cubicBezTo>
                  <a:pt x="1350740" y="48897"/>
                  <a:pt x="1349637" y="45308"/>
                  <a:pt x="1348901" y="41804"/>
                </a:cubicBezTo>
                <a:cubicBezTo>
                  <a:pt x="1348166" y="38298"/>
                  <a:pt x="1347798" y="34906"/>
                  <a:pt x="1347798" y="31626"/>
                </a:cubicBezTo>
                <a:cubicBezTo>
                  <a:pt x="1347798" y="22583"/>
                  <a:pt x="1350980" y="15052"/>
                  <a:pt x="1357345" y="9032"/>
                </a:cubicBezTo>
                <a:cubicBezTo>
                  <a:pt x="1363709" y="3011"/>
                  <a:pt x="1371842" y="0"/>
                  <a:pt x="1381742" y="0"/>
                </a:cubicBezTo>
                <a:cubicBezTo>
                  <a:pt x="1389719" y="0"/>
                  <a:pt x="1396041" y="1994"/>
                  <a:pt x="1400708" y="5983"/>
                </a:cubicBezTo>
                <a:cubicBezTo>
                  <a:pt x="1405375" y="9971"/>
                  <a:pt x="1407709" y="14624"/>
                  <a:pt x="1407709" y="19942"/>
                </a:cubicBezTo>
                <a:cubicBezTo>
                  <a:pt x="1407709" y="26335"/>
                  <a:pt x="1405319" y="31808"/>
                  <a:pt x="1400538" y="36362"/>
                </a:cubicBezTo>
                <a:cubicBezTo>
                  <a:pt x="1395758" y="40917"/>
                  <a:pt x="1388191" y="45089"/>
                  <a:pt x="1377838" y="48879"/>
                </a:cubicBezTo>
                <a:cubicBezTo>
                  <a:pt x="1384231" y="60120"/>
                  <a:pt x="1393594" y="72236"/>
                  <a:pt x="1405927" y="85228"/>
                </a:cubicBezTo>
                <a:cubicBezTo>
                  <a:pt x="1414243" y="75933"/>
                  <a:pt x="1418401" y="67961"/>
                  <a:pt x="1418401" y="61314"/>
                </a:cubicBezTo>
                <a:cubicBezTo>
                  <a:pt x="1418401" y="58948"/>
                  <a:pt x="1417581" y="56935"/>
                  <a:pt x="1415940" y="55273"/>
                </a:cubicBezTo>
                <a:cubicBezTo>
                  <a:pt x="1414300" y="53611"/>
                  <a:pt x="1411895" y="52611"/>
                  <a:pt x="1408727" y="52274"/>
                </a:cubicBezTo>
                <a:lnTo>
                  <a:pt x="1408727" y="48879"/>
                </a:lnTo>
                <a:moveTo>
                  <a:pt x="1374953" y="43740"/>
                </a:moveTo>
                <a:cubicBezTo>
                  <a:pt x="1380893" y="41542"/>
                  <a:pt x="1384882" y="39189"/>
                  <a:pt x="1386918" y="36681"/>
                </a:cubicBezTo>
                <a:cubicBezTo>
                  <a:pt x="1388955" y="34172"/>
                  <a:pt x="1389973" y="31142"/>
                  <a:pt x="1389973" y="27590"/>
                </a:cubicBezTo>
                <a:cubicBezTo>
                  <a:pt x="1389973" y="21277"/>
                  <a:pt x="1388304" y="15950"/>
                  <a:pt x="1384967" y="11610"/>
                </a:cubicBezTo>
                <a:cubicBezTo>
                  <a:pt x="1382760" y="8735"/>
                  <a:pt x="1380045" y="7298"/>
                  <a:pt x="1376820" y="7298"/>
                </a:cubicBezTo>
                <a:cubicBezTo>
                  <a:pt x="1374161" y="7298"/>
                  <a:pt x="1371884" y="8341"/>
                  <a:pt x="1369989" y="10427"/>
                </a:cubicBezTo>
                <a:cubicBezTo>
                  <a:pt x="1368094" y="12512"/>
                  <a:pt x="1367146" y="15330"/>
                  <a:pt x="1367146" y="18881"/>
                </a:cubicBezTo>
                <a:cubicBezTo>
                  <a:pt x="1367146" y="21643"/>
                  <a:pt x="1367599" y="24602"/>
                  <a:pt x="1368504" y="27760"/>
                </a:cubicBezTo>
                <a:cubicBezTo>
                  <a:pt x="1369409" y="30915"/>
                  <a:pt x="1371559" y="36242"/>
                  <a:pt x="1374953" y="43740"/>
                </a:cubicBezTo>
                <a:moveTo>
                  <a:pt x="1354587" y="57999"/>
                </a:moveTo>
                <a:cubicBezTo>
                  <a:pt x="1350061" y="59921"/>
                  <a:pt x="1346865" y="61956"/>
                  <a:pt x="1344998" y="64104"/>
                </a:cubicBezTo>
                <a:cubicBezTo>
                  <a:pt x="1342339" y="67270"/>
                  <a:pt x="1341009" y="70803"/>
                  <a:pt x="1341009" y="74703"/>
                </a:cubicBezTo>
                <a:cubicBezTo>
                  <a:pt x="1341009" y="80016"/>
                  <a:pt x="1342551" y="85301"/>
                  <a:pt x="1345634" y="90559"/>
                </a:cubicBezTo>
                <a:cubicBezTo>
                  <a:pt x="1348717" y="95816"/>
                  <a:pt x="1352437" y="99887"/>
                  <a:pt x="1356793" y="102771"/>
                </a:cubicBezTo>
                <a:cubicBezTo>
                  <a:pt x="1361149" y="105652"/>
                  <a:pt x="1365505" y="107093"/>
                  <a:pt x="1369862" y="107093"/>
                </a:cubicBezTo>
                <a:cubicBezTo>
                  <a:pt x="1372011" y="107093"/>
                  <a:pt x="1374430" y="106627"/>
                  <a:pt x="1377117" y="105696"/>
                </a:cubicBezTo>
                <a:cubicBezTo>
                  <a:pt x="1379804" y="104762"/>
                  <a:pt x="1382732" y="103363"/>
                  <a:pt x="1385900" y="101498"/>
                </a:cubicBezTo>
                <a:cubicBezTo>
                  <a:pt x="1372266" y="87535"/>
                  <a:pt x="1361828" y="73035"/>
                  <a:pt x="1354587" y="5799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SystemQueries">
            <a:extLst xmlns:a="http://schemas.openxmlformats.org/drawingml/2006/main">
              <a:ext uri="{FF2B5EF4-FFF2-40B4-BE49-F238E27FC236}">
                <a16:creationId xmlns:a16="http://schemas.microsoft.com/office/drawing/2014/main" id="{CA277662-F9FD-4EE8-A559-3E8933EF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8" y="5273169"/>
            <a:ext cx="1138475" cy="155124"/>
          </a:xfrm>
          <a:custGeom xmlns:a="http://schemas.openxmlformats.org/drawingml/2006/main">
            <a:pathLst>
              <a:path w="1138475" h="155124">
                <a:moveTo>
                  <a:pt x="72640" y="0"/>
                </a:moveTo>
                <a:lnTo>
                  <a:pt x="73573" y="38357"/>
                </a:lnTo>
                <a:lnTo>
                  <a:pt x="70094" y="38357"/>
                </a:lnTo>
                <a:cubicBezTo>
                  <a:pt x="68454" y="28764"/>
                  <a:pt x="64423" y="21048"/>
                  <a:pt x="58002" y="15208"/>
                </a:cubicBezTo>
                <a:cubicBezTo>
                  <a:pt x="51581" y="9369"/>
                  <a:pt x="44636" y="6449"/>
                  <a:pt x="37169" y="6449"/>
                </a:cubicBezTo>
                <a:cubicBezTo>
                  <a:pt x="31398" y="6449"/>
                  <a:pt x="26830" y="7987"/>
                  <a:pt x="23464" y="11061"/>
                </a:cubicBezTo>
                <a:cubicBezTo>
                  <a:pt x="20098" y="14134"/>
                  <a:pt x="18415" y="17672"/>
                  <a:pt x="18415" y="21676"/>
                </a:cubicBezTo>
                <a:cubicBezTo>
                  <a:pt x="18415" y="24213"/>
                  <a:pt x="19009" y="26469"/>
                  <a:pt x="20197" y="28444"/>
                </a:cubicBezTo>
                <a:cubicBezTo>
                  <a:pt x="21837" y="31094"/>
                  <a:pt x="24468" y="33716"/>
                  <a:pt x="28089" y="36309"/>
                </a:cubicBezTo>
                <a:cubicBezTo>
                  <a:pt x="30748" y="38171"/>
                  <a:pt x="36886" y="41471"/>
                  <a:pt x="46503" y="46209"/>
                </a:cubicBezTo>
                <a:cubicBezTo>
                  <a:pt x="59968" y="52807"/>
                  <a:pt x="69048" y="59039"/>
                  <a:pt x="73743" y="64907"/>
                </a:cubicBezTo>
                <a:cubicBezTo>
                  <a:pt x="78382" y="70773"/>
                  <a:pt x="80702" y="77486"/>
                  <a:pt x="80702" y="85045"/>
                </a:cubicBezTo>
                <a:cubicBezTo>
                  <a:pt x="80702" y="94635"/>
                  <a:pt x="76954" y="102885"/>
                  <a:pt x="69458" y="109795"/>
                </a:cubicBezTo>
                <a:cubicBezTo>
                  <a:pt x="61962" y="116706"/>
                  <a:pt x="52443" y="120161"/>
                  <a:pt x="40902" y="120161"/>
                </a:cubicBezTo>
                <a:cubicBezTo>
                  <a:pt x="37282" y="120161"/>
                  <a:pt x="33859" y="119794"/>
                  <a:pt x="30634" y="119058"/>
                </a:cubicBezTo>
                <a:cubicBezTo>
                  <a:pt x="27410" y="118323"/>
                  <a:pt x="23365" y="116937"/>
                  <a:pt x="18499" y="114900"/>
                </a:cubicBezTo>
                <a:cubicBezTo>
                  <a:pt x="15784" y="113769"/>
                  <a:pt x="13549" y="113203"/>
                  <a:pt x="11796" y="113203"/>
                </a:cubicBezTo>
                <a:cubicBezTo>
                  <a:pt x="10325" y="113203"/>
                  <a:pt x="8769" y="113776"/>
                  <a:pt x="7128" y="114921"/>
                </a:cubicBezTo>
                <a:cubicBezTo>
                  <a:pt x="5488" y="116067"/>
                  <a:pt x="4158" y="117814"/>
                  <a:pt x="3140" y="120161"/>
                </a:cubicBezTo>
                <a:lnTo>
                  <a:pt x="0" y="120161"/>
                </a:lnTo>
                <a:lnTo>
                  <a:pt x="0" y="76713"/>
                </a:lnTo>
                <a:lnTo>
                  <a:pt x="3140" y="76713"/>
                </a:lnTo>
                <a:cubicBezTo>
                  <a:pt x="5629" y="88905"/>
                  <a:pt x="10424" y="98204"/>
                  <a:pt x="17524" y="104611"/>
                </a:cubicBezTo>
                <a:cubicBezTo>
                  <a:pt x="24623" y="111018"/>
                  <a:pt x="32275" y="114221"/>
                  <a:pt x="40478" y="114221"/>
                </a:cubicBezTo>
                <a:cubicBezTo>
                  <a:pt x="46814" y="114221"/>
                  <a:pt x="51863" y="112501"/>
                  <a:pt x="55626" y="109061"/>
                </a:cubicBezTo>
                <a:cubicBezTo>
                  <a:pt x="59388" y="105620"/>
                  <a:pt x="61269" y="101616"/>
                  <a:pt x="61269" y="97048"/>
                </a:cubicBezTo>
                <a:cubicBezTo>
                  <a:pt x="61269" y="94341"/>
                  <a:pt x="60547" y="91719"/>
                  <a:pt x="59105" y="89182"/>
                </a:cubicBezTo>
                <a:cubicBezTo>
                  <a:pt x="57662" y="86644"/>
                  <a:pt x="55470" y="84232"/>
                  <a:pt x="52528" y="81948"/>
                </a:cubicBezTo>
                <a:cubicBezTo>
                  <a:pt x="49586" y="79664"/>
                  <a:pt x="44382" y="76689"/>
                  <a:pt x="36914" y="73025"/>
                </a:cubicBezTo>
                <a:cubicBezTo>
                  <a:pt x="26448" y="67892"/>
                  <a:pt x="18924" y="63518"/>
                  <a:pt x="14341" y="59903"/>
                </a:cubicBezTo>
                <a:cubicBezTo>
                  <a:pt x="9759" y="56288"/>
                  <a:pt x="6237" y="52249"/>
                  <a:pt x="3776" y="47787"/>
                </a:cubicBezTo>
                <a:cubicBezTo>
                  <a:pt x="1315" y="43324"/>
                  <a:pt x="85" y="38411"/>
                  <a:pt x="85" y="33045"/>
                </a:cubicBezTo>
                <a:cubicBezTo>
                  <a:pt x="85" y="23894"/>
                  <a:pt x="3451" y="16099"/>
                  <a:pt x="10183" y="9661"/>
                </a:cubicBezTo>
                <a:cubicBezTo>
                  <a:pt x="16915" y="3220"/>
                  <a:pt x="25401" y="0"/>
                  <a:pt x="35641" y="0"/>
                </a:cubicBezTo>
                <a:cubicBezTo>
                  <a:pt x="39375" y="0"/>
                  <a:pt x="42996" y="458"/>
                  <a:pt x="46503" y="1374"/>
                </a:cubicBezTo>
                <a:cubicBezTo>
                  <a:pt x="49162" y="2060"/>
                  <a:pt x="52401" y="3332"/>
                  <a:pt x="56220" y="5190"/>
                </a:cubicBezTo>
                <a:cubicBezTo>
                  <a:pt x="60038" y="7048"/>
                  <a:pt x="62711" y="7977"/>
                  <a:pt x="64239" y="7977"/>
                </a:cubicBezTo>
                <a:cubicBezTo>
                  <a:pt x="65710" y="7977"/>
                  <a:pt x="66870" y="7520"/>
                  <a:pt x="67718" y="6606"/>
                </a:cubicBezTo>
                <a:cubicBezTo>
                  <a:pt x="68567" y="5690"/>
                  <a:pt x="69359" y="3488"/>
                  <a:pt x="70094" y="0"/>
                </a:cubicBezTo>
                <a:lnTo>
                  <a:pt x="72640" y="0"/>
                </a:lnTo>
                <a:close/>
                <a:moveTo>
                  <a:pt x="129894" y="120917"/>
                </a:moveTo>
                <a:lnTo>
                  <a:pt x="104266" y="61972"/>
                </a:lnTo>
                <a:cubicBezTo>
                  <a:pt x="100419" y="53044"/>
                  <a:pt x="97576" y="47556"/>
                  <a:pt x="95738" y="45509"/>
                </a:cubicBezTo>
                <a:cubicBezTo>
                  <a:pt x="93899" y="43460"/>
                  <a:pt x="91679" y="42037"/>
                  <a:pt x="89076" y="41242"/>
                </a:cubicBezTo>
                <a:lnTo>
                  <a:pt x="89076" y="38187"/>
                </a:lnTo>
                <a:lnTo>
                  <a:pt x="131252" y="38187"/>
                </a:lnTo>
                <a:lnTo>
                  <a:pt x="131252" y="41242"/>
                </a:lnTo>
                <a:cubicBezTo>
                  <a:pt x="128480" y="41355"/>
                  <a:pt x="126528" y="41895"/>
                  <a:pt x="125396" y="42862"/>
                </a:cubicBezTo>
                <a:cubicBezTo>
                  <a:pt x="124265" y="43827"/>
                  <a:pt x="123699" y="44992"/>
                  <a:pt x="123699" y="46357"/>
                </a:cubicBezTo>
                <a:cubicBezTo>
                  <a:pt x="123699" y="48516"/>
                  <a:pt x="125113" y="52778"/>
                  <a:pt x="127942" y="59145"/>
                </a:cubicBezTo>
                <a:lnTo>
                  <a:pt x="141520" y="90349"/>
                </a:lnTo>
                <a:lnTo>
                  <a:pt x="150769" y="66236"/>
                </a:lnTo>
                <a:cubicBezTo>
                  <a:pt x="154107" y="57649"/>
                  <a:pt x="155776" y="51678"/>
                  <a:pt x="155776" y="48322"/>
                </a:cubicBezTo>
                <a:cubicBezTo>
                  <a:pt x="155776" y="46219"/>
                  <a:pt x="155083" y="44541"/>
                  <a:pt x="153697" y="43289"/>
                </a:cubicBezTo>
                <a:cubicBezTo>
                  <a:pt x="152311" y="42037"/>
                  <a:pt x="149864" y="41355"/>
                  <a:pt x="146357" y="41242"/>
                </a:cubicBezTo>
                <a:lnTo>
                  <a:pt x="146357" y="38187"/>
                </a:lnTo>
                <a:lnTo>
                  <a:pt x="172918" y="38187"/>
                </a:lnTo>
                <a:lnTo>
                  <a:pt x="172918" y="41242"/>
                </a:lnTo>
                <a:cubicBezTo>
                  <a:pt x="170315" y="41526"/>
                  <a:pt x="168194" y="42536"/>
                  <a:pt x="166553" y="44270"/>
                </a:cubicBezTo>
                <a:cubicBezTo>
                  <a:pt x="164913" y="46005"/>
                  <a:pt x="162169" y="51905"/>
                  <a:pt x="158322" y="61972"/>
                </a:cubicBezTo>
                <a:lnTo>
                  <a:pt x="135664" y="120840"/>
                </a:lnTo>
                <a:cubicBezTo>
                  <a:pt x="129950" y="135549"/>
                  <a:pt x="125707" y="144601"/>
                  <a:pt x="122935" y="147996"/>
                </a:cubicBezTo>
                <a:cubicBezTo>
                  <a:pt x="119032" y="152748"/>
                  <a:pt x="114138" y="155124"/>
                  <a:pt x="108255" y="155124"/>
                </a:cubicBezTo>
                <a:cubicBezTo>
                  <a:pt x="103559" y="155124"/>
                  <a:pt x="99755" y="153780"/>
                  <a:pt x="96841" y="151093"/>
                </a:cubicBezTo>
                <a:cubicBezTo>
                  <a:pt x="93927" y="148406"/>
                  <a:pt x="92471" y="145167"/>
                  <a:pt x="92471" y="141376"/>
                </a:cubicBezTo>
                <a:cubicBezTo>
                  <a:pt x="92471" y="138095"/>
                  <a:pt x="93475" y="135380"/>
                  <a:pt x="95483" y="133230"/>
                </a:cubicBezTo>
                <a:cubicBezTo>
                  <a:pt x="97492" y="131080"/>
                  <a:pt x="99967" y="130005"/>
                  <a:pt x="102908" y="130005"/>
                </a:cubicBezTo>
                <a:cubicBezTo>
                  <a:pt x="105737" y="130005"/>
                  <a:pt x="108014" y="130905"/>
                  <a:pt x="109740" y="132705"/>
                </a:cubicBezTo>
                <a:cubicBezTo>
                  <a:pt x="111465" y="134506"/>
                  <a:pt x="112356" y="137293"/>
                  <a:pt x="112413" y="141064"/>
                </a:cubicBezTo>
                <a:cubicBezTo>
                  <a:pt x="112469" y="143203"/>
                  <a:pt x="112724" y="144582"/>
                  <a:pt x="113177" y="145200"/>
                </a:cubicBezTo>
                <a:cubicBezTo>
                  <a:pt x="113629" y="145819"/>
                  <a:pt x="114280" y="146129"/>
                  <a:pt x="115128" y="146129"/>
                </a:cubicBezTo>
                <a:cubicBezTo>
                  <a:pt x="116486" y="146129"/>
                  <a:pt x="117929" y="145312"/>
                  <a:pt x="119456" y="143678"/>
                </a:cubicBezTo>
                <a:cubicBezTo>
                  <a:pt x="121719" y="141313"/>
                  <a:pt x="124378" y="135907"/>
                  <a:pt x="127433" y="127459"/>
                </a:cubicBezTo>
                <a:lnTo>
                  <a:pt x="129894" y="120917"/>
                </a:lnTo>
                <a:close/>
                <a:moveTo>
                  <a:pt x="230538" y="36150"/>
                </a:moveTo>
                <a:lnTo>
                  <a:pt x="231811" y="63305"/>
                </a:lnTo>
                <a:lnTo>
                  <a:pt x="228925" y="63305"/>
                </a:lnTo>
                <a:cubicBezTo>
                  <a:pt x="225474" y="55207"/>
                  <a:pt x="221896" y="49675"/>
                  <a:pt x="218191" y="46710"/>
                </a:cubicBezTo>
                <a:cubicBezTo>
                  <a:pt x="214485" y="43743"/>
                  <a:pt x="210794" y="42260"/>
                  <a:pt x="207116" y="42260"/>
                </a:cubicBezTo>
                <a:cubicBezTo>
                  <a:pt x="204797" y="42260"/>
                  <a:pt x="202817" y="43038"/>
                  <a:pt x="201176" y="44594"/>
                </a:cubicBezTo>
                <a:cubicBezTo>
                  <a:pt x="199536" y="46150"/>
                  <a:pt x="198715" y="47946"/>
                  <a:pt x="198715" y="49982"/>
                </a:cubicBezTo>
                <a:cubicBezTo>
                  <a:pt x="198715" y="51510"/>
                  <a:pt x="199281" y="52981"/>
                  <a:pt x="200412" y="54395"/>
                </a:cubicBezTo>
                <a:cubicBezTo>
                  <a:pt x="202223" y="56715"/>
                  <a:pt x="207286" y="60689"/>
                  <a:pt x="215602" y="66318"/>
                </a:cubicBezTo>
                <a:cubicBezTo>
                  <a:pt x="223919" y="71947"/>
                  <a:pt x="229392" y="76727"/>
                  <a:pt x="232023" y="80659"/>
                </a:cubicBezTo>
                <a:cubicBezTo>
                  <a:pt x="234653" y="84591"/>
                  <a:pt x="235969" y="88990"/>
                  <a:pt x="235969" y="93855"/>
                </a:cubicBezTo>
                <a:cubicBezTo>
                  <a:pt x="235969" y="98268"/>
                  <a:pt x="234865" y="102596"/>
                  <a:pt x="232659" y="106838"/>
                </a:cubicBezTo>
                <a:cubicBezTo>
                  <a:pt x="230453" y="111081"/>
                  <a:pt x="227341" y="114334"/>
                  <a:pt x="223325" y="116597"/>
                </a:cubicBezTo>
                <a:cubicBezTo>
                  <a:pt x="219308" y="118860"/>
                  <a:pt x="214867" y="119992"/>
                  <a:pt x="210002" y="119992"/>
                </a:cubicBezTo>
                <a:cubicBezTo>
                  <a:pt x="206211" y="119992"/>
                  <a:pt x="201148" y="118782"/>
                  <a:pt x="194812" y="116361"/>
                </a:cubicBezTo>
                <a:cubicBezTo>
                  <a:pt x="193114" y="115727"/>
                  <a:pt x="191955" y="115409"/>
                  <a:pt x="191332" y="115409"/>
                </a:cubicBezTo>
                <a:cubicBezTo>
                  <a:pt x="189465" y="115409"/>
                  <a:pt x="187910" y="116824"/>
                  <a:pt x="186665" y="119652"/>
                </a:cubicBezTo>
                <a:lnTo>
                  <a:pt x="183865" y="119652"/>
                </a:lnTo>
                <a:lnTo>
                  <a:pt x="182507" y="91139"/>
                </a:lnTo>
                <a:lnTo>
                  <a:pt x="185392" y="91139"/>
                </a:lnTo>
                <a:cubicBezTo>
                  <a:pt x="187938" y="98607"/>
                  <a:pt x="191431" y="104208"/>
                  <a:pt x="195872" y="107942"/>
                </a:cubicBezTo>
                <a:cubicBezTo>
                  <a:pt x="200313" y="111676"/>
                  <a:pt x="204514" y="113542"/>
                  <a:pt x="208474" y="113542"/>
                </a:cubicBezTo>
                <a:cubicBezTo>
                  <a:pt x="211190" y="113542"/>
                  <a:pt x="213410" y="112708"/>
                  <a:pt x="215136" y="111039"/>
                </a:cubicBezTo>
                <a:cubicBezTo>
                  <a:pt x="216861" y="109370"/>
                  <a:pt x="217724" y="107348"/>
                  <a:pt x="217724" y="104972"/>
                </a:cubicBezTo>
                <a:cubicBezTo>
                  <a:pt x="217724" y="102256"/>
                  <a:pt x="216875" y="99908"/>
                  <a:pt x="215178" y="97928"/>
                </a:cubicBezTo>
                <a:cubicBezTo>
                  <a:pt x="213481" y="95948"/>
                  <a:pt x="209690" y="92950"/>
                  <a:pt x="203807" y="88933"/>
                </a:cubicBezTo>
                <a:cubicBezTo>
                  <a:pt x="195151" y="82936"/>
                  <a:pt x="189550" y="78354"/>
                  <a:pt x="187005" y="75186"/>
                </a:cubicBezTo>
                <a:cubicBezTo>
                  <a:pt x="183271" y="70547"/>
                  <a:pt x="181404" y="65427"/>
                  <a:pt x="181404" y="59826"/>
                </a:cubicBezTo>
                <a:cubicBezTo>
                  <a:pt x="181404" y="53716"/>
                  <a:pt x="183511" y="48186"/>
                  <a:pt x="187726" y="43236"/>
                </a:cubicBezTo>
                <a:cubicBezTo>
                  <a:pt x="191941" y="38286"/>
                  <a:pt x="198036" y="35811"/>
                  <a:pt x="206013" y="35811"/>
                </a:cubicBezTo>
                <a:cubicBezTo>
                  <a:pt x="210313" y="35811"/>
                  <a:pt x="214471" y="36898"/>
                  <a:pt x="218488" y="39073"/>
                </a:cubicBezTo>
                <a:cubicBezTo>
                  <a:pt x="220015" y="39953"/>
                  <a:pt x="221260" y="40393"/>
                  <a:pt x="222221" y="40393"/>
                </a:cubicBezTo>
                <a:cubicBezTo>
                  <a:pt x="223240" y="40393"/>
                  <a:pt x="224060" y="40181"/>
                  <a:pt x="224682" y="39757"/>
                </a:cubicBezTo>
                <a:cubicBezTo>
                  <a:pt x="225305" y="39333"/>
                  <a:pt x="226295" y="38130"/>
                  <a:pt x="227652" y="36150"/>
                </a:cubicBezTo>
                <a:lnTo>
                  <a:pt x="230538" y="36150"/>
                </a:lnTo>
                <a:close/>
                <a:moveTo>
                  <a:pt x="279474" y="8995"/>
                </a:moveTo>
                <a:lnTo>
                  <a:pt x="279474" y="38187"/>
                </a:lnTo>
                <a:lnTo>
                  <a:pt x="298313" y="38187"/>
                </a:lnTo>
                <a:lnTo>
                  <a:pt x="298313" y="46503"/>
                </a:lnTo>
                <a:lnTo>
                  <a:pt x="279474" y="46503"/>
                </a:lnTo>
                <a:lnTo>
                  <a:pt x="279474" y="95600"/>
                </a:lnTo>
                <a:cubicBezTo>
                  <a:pt x="279474" y="100195"/>
                  <a:pt x="279686" y="103159"/>
                  <a:pt x="280110" y="104492"/>
                </a:cubicBezTo>
                <a:cubicBezTo>
                  <a:pt x="280535" y="105825"/>
                  <a:pt x="281284" y="106903"/>
                  <a:pt x="282359" y="107727"/>
                </a:cubicBezTo>
                <a:cubicBezTo>
                  <a:pt x="283434" y="108549"/>
                  <a:pt x="284424" y="108960"/>
                  <a:pt x="285329" y="108960"/>
                </a:cubicBezTo>
                <a:cubicBezTo>
                  <a:pt x="289006" y="108960"/>
                  <a:pt x="292486" y="106131"/>
                  <a:pt x="295767" y="100474"/>
                </a:cubicBezTo>
                <a:lnTo>
                  <a:pt x="298313" y="102359"/>
                </a:lnTo>
                <a:cubicBezTo>
                  <a:pt x="293730" y="113322"/>
                  <a:pt x="286291" y="118804"/>
                  <a:pt x="275995" y="118804"/>
                </a:cubicBezTo>
                <a:cubicBezTo>
                  <a:pt x="270960" y="118804"/>
                  <a:pt x="266702" y="117399"/>
                  <a:pt x="263223" y="114590"/>
                </a:cubicBezTo>
                <a:cubicBezTo>
                  <a:pt x="259744" y="111779"/>
                  <a:pt x="257523" y="108642"/>
                  <a:pt x="256562" y="105178"/>
                </a:cubicBezTo>
                <a:cubicBezTo>
                  <a:pt x="255996" y="103248"/>
                  <a:pt x="255713" y="98025"/>
                  <a:pt x="255713" y="89509"/>
                </a:cubicBezTo>
                <a:lnTo>
                  <a:pt x="255713" y="46503"/>
                </a:lnTo>
                <a:lnTo>
                  <a:pt x="245360" y="46503"/>
                </a:lnTo>
                <a:lnTo>
                  <a:pt x="245360" y="43525"/>
                </a:lnTo>
                <a:cubicBezTo>
                  <a:pt x="252488" y="38480"/>
                  <a:pt x="258556" y="33178"/>
                  <a:pt x="263563" y="27622"/>
                </a:cubicBezTo>
                <a:cubicBezTo>
                  <a:pt x="268569" y="22065"/>
                  <a:pt x="272940" y="15856"/>
                  <a:pt x="276674" y="8995"/>
                </a:cubicBezTo>
                <a:lnTo>
                  <a:pt x="279474" y="8995"/>
                </a:lnTo>
                <a:close/>
                <a:moveTo>
                  <a:pt x="373073" y="75016"/>
                </a:moveTo>
                <a:lnTo>
                  <a:pt x="329540" y="75016"/>
                </a:lnTo>
                <a:cubicBezTo>
                  <a:pt x="330049" y="85567"/>
                  <a:pt x="332849" y="93905"/>
                  <a:pt x="337941" y="100031"/>
                </a:cubicBezTo>
                <a:cubicBezTo>
                  <a:pt x="341844" y="104739"/>
                  <a:pt x="346540" y="107093"/>
                  <a:pt x="352028" y="107093"/>
                </a:cubicBezTo>
                <a:cubicBezTo>
                  <a:pt x="355422" y="107093"/>
                  <a:pt x="358505" y="106145"/>
                  <a:pt x="361277" y="104250"/>
                </a:cubicBezTo>
                <a:cubicBezTo>
                  <a:pt x="364049" y="102355"/>
                  <a:pt x="367020" y="98947"/>
                  <a:pt x="370188" y="94025"/>
                </a:cubicBezTo>
                <a:lnTo>
                  <a:pt x="373073" y="95892"/>
                </a:lnTo>
                <a:cubicBezTo>
                  <a:pt x="368773" y="104660"/>
                  <a:pt x="364021" y="110869"/>
                  <a:pt x="358816" y="114518"/>
                </a:cubicBezTo>
                <a:cubicBezTo>
                  <a:pt x="353612" y="118167"/>
                  <a:pt x="347587" y="119992"/>
                  <a:pt x="340741" y="119992"/>
                </a:cubicBezTo>
                <a:cubicBezTo>
                  <a:pt x="328974" y="119992"/>
                  <a:pt x="320064" y="115461"/>
                  <a:pt x="314010" y="106401"/>
                </a:cubicBezTo>
                <a:cubicBezTo>
                  <a:pt x="309145" y="99096"/>
                  <a:pt x="306713" y="90035"/>
                  <a:pt x="306713" y="79219"/>
                </a:cubicBezTo>
                <a:cubicBezTo>
                  <a:pt x="306713" y="65967"/>
                  <a:pt x="310291" y="55420"/>
                  <a:pt x="317447" y="47577"/>
                </a:cubicBezTo>
                <a:cubicBezTo>
                  <a:pt x="324604" y="39733"/>
                  <a:pt x="332991" y="35811"/>
                  <a:pt x="342608" y="35811"/>
                </a:cubicBezTo>
                <a:cubicBezTo>
                  <a:pt x="350642" y="35811"/>
                  <a:pt x="357614" y="39106"/>
                  <a:pt x="363526" y="45697"/>
                </a:cubicBezTo>
                <a:cubicBezTo>
                  <a:pt x="369438" y="52288"/>
                  <a:pt x="372620" y="62061"/>
                  <a:pt x="373073" y="75016"/>
                </a:cubicBezTo>
                <a:moveTo>
                  <a:pt x="352197" y="69415"/>
                </a:moveTo>
                <a:cubicBezTo>
                  <a:pt x="352197" y="60307"/>
                  <a:pt x="351702" y="54056"/>
                  <a:pt x="350712" y="50661"/>
                </a:cubicBezTo>
                <a:cubicBezTo>
                  <a:pt x="349722" y="47267"/>
                  <a:pt x="348181" y="44693"/>
                  <a:pt x="346087" y="42939"/>
                </a:cubicBezTo>
                <a:cubicBezTo>
                  <a:pt x="344899" y="41921"/>
                  <a:pt x="343315" y="41412"/>
                  <a:pt x="341335" y="41412"/>
                </a:cubicBezTo>
                <a:cubicBezTo>
                  <a:pt x="338394" y="41412"/>
                  <a:pt x="335989" y="42854"/>
                  <a:pt x="334122" y="45739"/>
                </a:cubicBezTo>
                <a:cubicBezTo>
                  <a:pt x="330784" y="50774"/>
                  <a:pt x="329116" y="57676"/>
                  <a:pt x="329116" y="66445"/>
                </a:cubicBezTo>
                <a:lnTo>
                  <a:pt x="329116" y="69415"/>
                </a:lnTo>
                <a:lnTo>
                  <a:pt x="352197" y="69415"/>
                </a:lnTo>
                <a:close/>
                <a:moveTo>
                  <a:pt x="415954" y="38187"/>
                </a:moveTo>
                <a:lnTo>
                  <a:pt x="415954" y="48710"/>
                </a:lnTo>
                <a:cubicBezTo>
                  <a:pt x="420310" y="43926"/>
                  <a:pt x="424341" y="40580"/>
                  <a:pt x="428046" y="38672"/>
                </a:cubicBezTo>
                <a:cubicBezTo>
                  <a:pt x="431752" y="36765"/>
                  <a:pt x="435811" y="35811"/>
                  <a:pt x="440223" y="35811"/>
                </a:cubicBezTo>
                <a:cubicBezTo>
                  <a:pt x="445315" y="35811"/>
                  <a:pt x="449586" y="37006"/>
                  <a:pt x="453037" y="39396"/>
                </a:cubicBezTo>
                <a:cubicBezTo>
                  <a:pt x="456488" y="41786"/>
                  <a:pt x="459147" y="45428"/>
                  <a:pt x="461014" y="50322"/>
                </a:cubicBezTo>
                <a:cubicBezTo>
                  <a:pt x="465540" y="45200"/>
                  <a:pt x="469882" y="41502"/>
                  <a:pt x="474040" y="39226"/>
                </a:cubicBezTo>
                <a:cubicBezTo>
                  <a:pt x="478198" y="36949"/>
                  <a:pt x="482540" y="35811"/>
                  <a:pt x="487066" y="35811"/>
                </a:cubicBezTo>
                <a:cubicBezTo>
                  <a:pt x="492554" y="35811"/>
                  <a:pt x="496924" y="37071"/>
                  <a:pt x="500177" y="39592"/>
                </a:cubicBezTo>
                <a:cubicBezTo>
                  <a:pt x="503430" y="42113"/>
                  <a:pt x="505693" y="45314"/>
                  <a:pt x="506966" y="49195"/>
                </a:cubicBezTo>
                <a:cubicBezTo>
                  <a:pt x="508239" y="53075"/>
                  <a:pt x="508875" y="59264"/>
                  <a:pt x="508875" y="67761"/>
                </a:cubicBezTo>
                <a:lnTo>
                  <a:pt x="508875" y="100304"/>
                </a:lnTo>
                <a:cubicBezTo>
                  <a:pt x="508875" y="106414"/>
                  <a:pt x="509427" y="110205"/>
                  <a:pt x="510530" y="111676"/>
                </a:cubicBezTo>
                <a:cubicBezTo>
                  <a:pt x="511633" y="113146"/>
                  <a:pt x="513938" y="114108"/>
                  <a:pt x="517446" y="114561"/>
                </a:cubicBezTo>
                <a:lnTo>
                  <a:pt x="517446" y="117616"/>
                </a:lnTo>
                <a:lnTo>
                  <a:pt x="476459" y="117616"/>
                </a:lnTo>
                <a:lnTo>
                  <a:pt x="476459" y="114561"/>
                </a:lnTo>
                <a:cubicBezTo>
                  <a:pt x="479683" y="114278"/>
                  <a:pt x="482059" y="113033"/>
                  <a:pt x="483587" y="110827"/>
                </a:cubicBezTo>
                <a:cubicBezTo>
                  <a:pt x="484605" y="109299"/>
                  <a:pt x="485114" y="105792"/>
                  <a:pt x="485114" y="100304"/>
                </a:cubicBezTo>
                <a:lnTo>
                  <a:pt x="485114" y="66191"/>
                </a:lnTo>
                <a:cubicBezTo>
                  <a:pt x="485114" y="59119"/>
                  <a:pt x="484831" y="54621"/>
                  <a:pt x="484266" y="52698"/>
                </a:cubicBezTo>
                <a:cubicBezTo>
                  <a:pt x="483700" y="50774"/>
                  <a:pt x="482809" y="49346"/>
                  <a:pt x="481593" y="48413"/>
                </a:cubicBezTo>
                <a:cubicBezTo>
                  <a:pt x="480376" y="47479"/>
                  <a:pt x="478948" y="47012"/>
                  <a:pt x="477307" y="47012"/>
                </a:cubicBezTo>
                <a:cubicBezTo>
                  <a:pt x="474875" y="47012"/>
                  <a:pt x="472414" y="47903"/>
                  <a:pt x="469924" y="49685"/>
                </a:cubicBezTo>
                <a:cubicBezTo>
                  <a:pt x="467435" y="51467"/>
                  <a:pt x="464918" y="54141"/>
                  <a:pt x="462372" y="57705"/>
                </a:cubicBezTo>
                <a:lnTo>
                  <a:pt x="462372" y="100304"/>
                </a:lnTo>
                <a:cubicBezTo>
                  <a:pt x="462372" y="106018"/>
                  <a:pt x="462853" y="109611"/>
                  <a:pt x="463814" y="111081"/>
                </a:cubicBezTo>
                <a:cubicBezTo>
                  <a:pt x="465116" y="113175"/>
                  <a:pt x="467605" y="114334"/>
                  <a:pt x="471282" y="114561"/>
                </a:cubicBezTo>
                <a:lnTo>
                  <a:pt x="471282" y="117616"/>
                </a:lnTo>
                <a:lnTo>
                  <a:pt x="430210" y="117616"/>
                </a:lnTo>
                <a:lnTo>
                  <a:pt x="430210" y="114561"/>
                </a:lnTo>
                <a:cubicBezTo>
                  <a:pt x="432416" y="114448"/>
                  <a:pt x="434156" y="113896"/>
                  <a:pt x="435429" y="112906"/>
                </a:cubicBezTo>
                <a:cubicBezTo>
                  <a:pt x="436702" y="111916"/>
                  <a:pt x="437550" y="110728"/>
                  <a:pt x="437975" y="109342"/>
                </a:cubicBezTo>
                <a:cubicBezTo>
                  <a:pt x="438399" y="107956"/>
                  <a:pt x="438611" y="104943"/>
                  <a:pt x="438611" y="100304"/>
                </a:cubicBezTo>
                <a:lnTo>
                  <a:pt x="438611" y="66138"/>
                </a:lnTo>
                <a:cubicBezTo>
                  <a:pt x="438611" y="58940"/>
                  <a:pt x="438328" y="54436"/>
                  <a:pt x="437763" y="52624"/>
                </a:cubicBezTo>
                <a:cubicBezTo>
                  <a:pt x="437197" y="50810"/>
                  <a:pt x="436249" y="49393"/>
                  <a:pt x="434920" y="48373"/>
                </a:cubicBezTo>
                <a:cubicBezTo>
                  <a:pt x="433590" y="47353"/>
                  <a:pt x="432162" y="46843"/>
                  <a:pt x="430634" y="46843"/>
                </a:cubicBezTo>
                <a:cubicBezTo>
                  <a:pt x="428371" y="46843"/>
                  <a:pt x="426306" y="47441"/>
                  <a:pt x="424440" y="48638"/>
                </a:cubicBezTo>
                <a:cubicBezTo>
                  <a:pt x="421781" y="50406"/>
                  <a:pt x="418952" y="53428"/>
                  <a:pt x="415954" y="57705"/>
                </a:cubicBezTo>
                <a:lnTo>
                  <a:pt x="415954" y="100304"/>
                </a:lnTo>
                <a:cubicBezTo>
                  <a:pt x="415954" y="105905"/>
                  <a:pt x="416505" y="109596"/>
                  <a:pt x="417608" y="111378"/>
                </a:cubicBezTo>
                <a:cubicBezTo>
                  <a:pt x="418712" y="113161"/>
                  <a:pt x="421017" y="114221"/>
                  <a:pt x="424524" y="114561"/>
                </a:cubicBezTo>
                <a:lnTo>
                  <a:pt x="424524" y="117616"/>
                </a:lnTo>
                <a:lnTo>
                  <a:pt x="383622" y="117616"/>
                </a:lnTo>
                <a:lnTo>
                  <a:pt x="383622" y="114561"/>
                </a:lnTo>
                <a:cubicBezTo>
                  <a:pt x="386960" y="114221"/>
                  <a:pt x="389336" y="113146"/>
                  <a:pt x="390750" y="111336"/>
                </a:cubicBezTo>
                <a:cubicBezTo>
                  <a:pt x="391712" y="110091"/>
                  <a:pt x="392193" y="106414"/>
                  <a:pt x="392193" y="100304"/>
                </a:cubicBezTo>
                <a:lnTo>
                  <a:pt x="392193" y="55498"/>
                </a:lnTo>
                <a:cubicBezTo>
                  <a:pt x="392193" y="49429"/>
                  <a:pt x="391641" y="45650"/>
                  <a:pt x="390538" y="44162"/>
                </a:cubicBezTo>
                <a:cubicBezTo>
                  <a:pt x="389435" y="42673"/>
                  <a:pt x="387130" y="41700"/>
                  <a:pt x="383622" y="41242"/>
                </a:cubicBezTo>
                <a:lnTo>
                  <a:pt x="383622" y="38187"/>
                </a:lnTo>
                <a:lnTo>
                  <a:pt x="415954" y="38187"/>
                </a:lnTo>
                <a:close/>
                <a:moveTo>
                  <a:pt x="648468" y="118634"/>
                </a:moveTo>
                <a:cubicBezTo>
                  <a:pt x="651070" y="126187"/>
                  <a:pt x="655115" y="131865"/>
                  <a:pt x="660603" y="135670"/>
                </a:cubicBezTo>
                <a:cubicBezTo>
                  <a:pt x="666091" y="139474"/>
                  <a:pt x="672964" y="141376"/>
                  <a:pt x="681224" y="141376"/>
                </a:cubicBezTo>
                <a:cubicBezTo>
                  <a:pt x="683487" y="141376"/>
                  <a:pt x="685891" y="141150"/>
                  <a:pt x="688437" y="140698"/>
                </a:cubicBezTo>
                <a:lnTo>
                  <a:pt x="688437" y="145959"/>
                </a:lnTo>
                <a:cubicBezTo>
                  <a:pt x="679895" y="148222"/>
                  <a:pt x="672257" y="149353"/>
                  <a:pt x="665525" y="149353"/>
                </a:cubicBezTo>
                <a:cubicBezTo>
                  <a:pt x="655002" y="149353"/>
                  <a:pt x="645597" y="146750"/>
                  <a:pt x="637309" y="141544"/>
                </a:cubicBezTo>
                <a:cubicBezTo>
                  <a:pt x="629021" y="136339"/>
                  <a:pt x="622784" y="128702"/>
                  <a:pt x="618597" y="118634"/>
                </a:cubicBezTo>
                <a:cubicBezTo>
                  <a:pt x="604680" y="115694"/>
                  <a:pt x="593465" y="108882"/>
                  <a:pt x="584951" y="98199"/>
                </a:cubicBezTo>
                <a:cubicBezTo>
                  <a:pt x="576436" y="87513"/>
                  <a:pt x="572179" y="74765"/>
                  <a:pt x="572179" y="59953"/>
                </a:cubicBezTo>
                <a:cubicBezTo>
                  <a:pt x="572179" y="42768"/>
                  <a:pt x="577950" y="28479"/>
                  <a:pt x="589491" y="17089"/>
                </a:cubicBezTo>
                <a:cubicBezTo>
                  <a:pt x="601031" y="5696"/>
                  <a:pt x="615684" y="0"/>
                  <a:pt x="633448" y="0"/>
                </a:cubicBezTo>
                <a:cubicBezTo>
                  <a:pt x="651155" y="0"/>
                  <a:pt x="665751" y="5710"/>
                  <a:pt x="677236" y="17131"/>
                </a:cubicBezTo>
                <a:cubicBezTo>
                  <a:pt x="688720" y="28550"/>
                  <a:pt x="694462" y="42824"/>
                  <a:pt x="694462" y="59953"/>
                </a:cubicBezTo>
                <a:cubicBezTo>
                  <a:pt x="694462" y="74878"/>
                  <a:pt x="689965" y="87853"/>
                  <a:pt x="680969" y="98878"/>
                </a:cubicBezTo>
                <a:cubicBezTo>
                  <a:pt x="671974" y="109901"/>
                  <a:pt x="661140" y="116486"/>
                  <a:pt x="648468" y="118634"/>
                </a:cubicBezTo>
                <a:moveTo>
                  <a:pt x="633363" y="6449"/>
                </a:moveTo>
                <a:cubicBezTo>
                  <a:pt x="623180" y="6449"/>
                  <a:pt x="615316" y="11735"/>
                  <a:pt x="609772" y="22305"/>
                </a:cubicBezTo>
                <a:cubicBezTo>
                  <a:pt x="605133" y="31180"/>
                  <a:pt x="602814" y="43814"/>
                  <a:pt x="602814" y="60208"/>
                </a:cubicBezTo>
                <a:cubicBezTo>
                  <a:pt x="602814" y="79880"/>
                  <a:pt x="606293" y="94464"/>
                  <a:pt x="613251" y="103961"/>
                </a:cubicBezTo>
                <a:cubicBezTo>
                  <a:pt x="618117" y="110575"/>
                  <a:pt x="624820" y="113882"/>
                  <a:pt x="633363" y="113882"/>
                </a:cubicBezTo>
                <a:cubicBezTo>
                  <a:pt x="641962" y="113882"/>
                  <a:pt x="648666" y="110632"/>
                  <a:pt x="653475" y="104131"/>
                </a:cubicBezTo>
                <a:cubicBezTo>
                  <a:pt x="660433" y="94803"/>
                  <a:pt x="663913" y="80784"/>
                  <a:pt x="663913" y="62072"/>
                </a:cubicBezTo>
                <a:cubicBezTo>
                  <a:pt x="663913" y="43645"/>
                  <a:pt x="661735" y="30305"/>
                  <a:pt x="657378" y="22050"/>
                </a:cubicBezTo>
                <a:cubicBezTo>
                  <a:pt x="651947" y="11650"/>
                  <a:pt x="643942" y="6449"/>
                  <a:pt x="633363" y="6449"/>
                </a:cubicBezTo>
                <a:close/>
                <a:moveTo>
                  <a:pt x="783085" y="38187"/>
                </a:moveTo>
                <a:lnTo>
                  <a:pt x="783085" y="100304"/>
                </a:lnTo>
                <a:cubicBezTo>
                  <a:pt x="783085" y="106395"/>
                  <a:pt x="783651" y="110194"/>
                  <a:pt x="784782" y="111702"/>
                </a:cubicBezTo>
                <a:cubicBezTo>
                  <a:pt x="785914" y="113210"/>
                  <a:pt x="788205" y="114163"/>
                  <a:pt x="791656" y="114561"/>
                </a:cubicBezTo>
                <a:lnTo>
                  <a:pt x="791656" y="117616"/>
                </a:lnTo>
                <a:lnTo>
                  <a:pt x="759324" y="117616"/>
                </a:lnTo>
                <a:lnTo>
                  <a:pt x="759324" y="107008"/>
                </a:lnTo>
                <a:cubicBezTo>
                  <a:pt x="755534" y="111534"/>
                  <a:pt x="751743" y="114829"/>
                  <a:pt x="747953" y="116894"/>
                </a:cubicBezTo>
                <a:cubicBezTo>
                  <a:pt x="744163" y="118959"/>
                  <a:pt x="739920" y="119992"/>
                  <a:pt x="735224" y="119992"/>
                </a:cubicBezTo>
                <a:cubicBezTo>
                  <a:pt x="730755" y="119992"/>
                  <a:pt x="726780" y="118620"/>
                  <a:pt x="723301" y="115876"/>
                </a:cubicBezTo>
                <a:cubicBezTo>
                  <a:pt x="719822" y="113132"/>
                  <a:pt x="717488" y="109922"/>
                  <a:pt x="716300" y="106244"/>
                </a:cubicBezTo>
                <a:cubicBezTo>
                  <a:pt x="715112" y="102567"/>
                  <a:pt x="714518" y="96146"/>
                  <a:pt x="714518" y="86981"/>
                </a:cubicBezTo>
                <a:lnTo>
                  <a:pt x="714518" y="55498"/>
                </a:lnTo>
                <a:cubicBezTo>
                  <a:pt x="714518" y="49429"/>
                  <a:pt x="713967" y="45650"/>
                  <a:pt x="712863" y="44162"/>
                </a:cubicBezTo>
                <a:cubicBezTo>
                  <a:pt x="711760" y="42673"/>
                  <a:pt x="709455" y="41700"/>
                  <a:pt x="705947" y="41242"/>
                </a:cubicBezTo>
                <a:lnTo>
                  <a:pt x="705947" y="38187"/>
                </a:lnTo>
                <a:lnTo>
                  <a:pt x="738279" y="38187"/>
                </a:lnTo>
                <a:lnTo>
                  <a:pt x="738279" y="92479"/>
                </a:lnTo>
                <a:cubicBezTo>
                  <a:pt x="738279" y="98143"/>
                  <a:pt x="738548" y="101796"/>
                  <a:pt x="739085" y="103439"/>
                </a:cubicBezTo>
                <a:cubicBezTo>
                  <a:pt x="739623" y="105081"/>
                  <a:pt x="740471" y="106328"/>
                  <a:pt x="741631" y="107178"/>
                </a:cubicBezTo>
                <a:cubicBezTo>
                  <a:pt x="742791" y="108027"/>
                  <a:pt x="744134" y="108451"/>
                  <a:pt x="745662" y="108451"/>
                </a:cubicBezTo>
                <a:cubicBezTo>
                  <a:pt x="747698" y="108451"/>
                  <a:pt x="749537" y="107913"/>
                  <a:pt x="751178" y="106838"/>
                </a:cubicBezTo>
                <a:cubicBezTo>
                  <a:pt x="753441" y="105368"/>
                  <a:pt x="756156" y="102398"/>
                  <a:pt x="759324" y="97928"/>
                </a:cubicBezTo>
                <a:lnTo>
                  <a:pt x="759324" y="55498"/>
                </a:lnTo>
                <a:cubicBezTo>
                  <a:pt x="759324" y="49429"/>
                  <a:pt x="758773" y="45650"/>
                  <a:pt x="757669" y="44162"/>
                </a:cubicBezTo>
                <a:cubicBezTo>
                  <a:pt x="756566" y="42673"/>
                  <a:pt x="754261" y="41700"/>
                  <a:pt x="750753" y="41242"/>
                </a:cubicBezTo>
                <a:lnTo>
                  <a:pt x="750753" y="38187"/>
                </a:lnTo>
                <a:lnTo>
                  <a:pt x="783085" y="38187"/>
                </a:lnTo>
                <a:close/>
                <a:moveTo>
                  <a:pt x="870294" y="75016"/>
                </a:moveTo>
                <a:lnTo>
                  <a:pt x="826761" y="75016"/>
                </a:lnTo>
                <a:cubicBezTo>
                  <a:pt x="827270" y="85567"/>
                  <a:pt x="830071" y="93905"/>
                  <a:pt x="835162" y="100031"/>
                </a:cubicBezTo>
                <a:cubicBezTo>
                  <a:pt x="839066" y="104739"/>
                  <a:pt x="843761" y="107093"/>
                  <a:pt x="849249" y="107093"/>
                </a:cubicBezTo>
                <a:cubicBezTo>
                  <a:pt x="852643" y="107093"/>
                  <a:pt x="855727" y="106145"/>
                  <a:pt x="858499" y="104250"/>
                </a:cubicBezTo>
                <a:cubicBezTo>
                  <a:pt x="861271" y="102355"/>
                  <a:pt x="864241" y="98947"/>
                  <a:pt x="867409" y="94025"/>
                </a:cubicBezTo>
                <a:lnTo>
                  <a:pt x="870294" y="95892"/>
                </a:lnTo>
                <a:cubicBezTo>
                  <a:pt x="865995" y="104660"/>
                  <a:pt x="861243" y="110869"/>
                  <a:pt x="856038" y="114518"/>
                </a:cubicBezTo>
                <a:cubicBezTo>
                  <a:pt x="850833" y="118167"/>
                  <a:pt x="844808" y="119992"/>
                  <a:pt x="837963" y="119992"/>
                </a:cubicBezTo>
                <a:cubicBezTo>
                  <a:pt x="826195" y="119992"/>
                  <a:pt x="817285" y="115461"/>
                  <a:pt x="811232" y="106401"/>
                </a:cubicBezTo>
                <a:cubicBezTo>
                  <a:pt x="806367" y="99096"/>
                  <a:pt x="803934" y="90035"/>
                  <a:pt x="803934" y="79219"/>
                </a:cubicBezTo>
                <a:cubicBezTo>
                  <a:pt x="803934" y="65967"/>
                  <a:pt x="807512" y="55420"/>
                  <a:pt x="814669" y="47577"/>
                </a:cubicBezTo>
                <a:cubicBezTo>
                  <a:pt x="821825" y="39733"/>
                  <a:pt x="830212" y="35811"/>
                  <a:pt x="839830" y="35811"/>
                </a:cubicBezTo>
                <a:cubicBezTo>
                  <a:pt x="847863" y="35811"/>
                  <a:pt x="854836" y="39106"/>
                  <a:pt x="860748" y="45697"/>
                </a:cubicBezTo>
                <a:cubicBezTo>
                  <a:pt x="866659" y="52288"/>
                  <a:pt x="869842" y="62061"/>
                  <a:pt x="870294" y="75016"/>
                </a:cubicBezTo>
                <a:moveTo>
                  <a:pt x="849419" y="69415"/>
                </a:moveTo>
                <a:cubicBezTo>
                  <a:pt x="849419" y="60307"/>
                  <a:pt x="848924" y="54056"/>
                  <a:pt x="847934" y="50661"/>
                </a:cubicBezTo>
                <a:cubicBezTo>
                  <a:pt x="846944" y="47267"/>
                  <a:pt x="845402" y="44693"/>
                  <a:pt x="843309" y="42939"/>
                </a:cubicBezTo>
                <a:cubicBezTo>
                  <a:pt x="842121" y="41921"/>
                  <a:pt x="840537" y="41412"/>
                  <a:pt x="838557" y="41412"/>
                </a:cubicBezTo>
                <a:cubicBezTo>
                  <a:pt x="835615" y="41412"/>
                  <a:pt x="833210" y="42854"/>
                  <a:pt x="831344" y="45739"/>
                </a:cubicBezTo>
                <a:cubicBezTo>
                  <a:pt x="828006" y="50774"/>
                  <a:pt x="826337" y="57676"/>
                  <a:pt x="826337" y="66445"/>
                </a:cubicBezTo>
                <a:lnTo>
                  <a:pt x="826337" y="69415"/>
                </a:lnTo>
                <a:lnTo>
                  <a:pt x="849419" y="69415"/>
                </a:lnTo>
                <a:close/>
                <a:moveTo>
                  <a:pt x="913175" y="38187"/>
                </a:moveTo>
                <a:lnTo>
                  <a:pt x="913175" y="56177"/>
                </a:lnTo>
                <a:cubicBezTo>
                  <a:pt x="918436" y="47974"/>
                  <a:pt x="923047" y="42529"/>
                  <a:pt x="927007" y="39842"/>
                </a:cubicBezTo>
                <a:cubicBezTo>
                  <a:pt x="930967" y="37154"/>
                  <a:pt x="934786" y="35811"/>
                  <a:pt x="938463" y="35811"/>
                </a:cubicBezTo>
                <a:cubicBezTo>
                  <a:pt x="941631" y="35811"/>
                  <a:pt x="944163" y="36790"/>
                  <a:pt x="946058" y="38749"/>
                </a:cubicBezTo>
                <a:cubicBezTo>
                  <a:pt x="947953" y="40708"/>
                  <a:pt x="948901" y="43476"/>
                  <a:pt x="948901" y="47052"/>
                </a:cubicBezTo>
                <a:cubicBezTo>
                  <a:pt x="948901" y="50857"/>
                  <a:pt x="947982" y="53810"/>
                  <a:pt x="946143" y="55912"/>
                </a:cubicBezTo>
                <a:cubicBezTo>
                  <a:pt x="944304" y="58012"/>
                  <a:pt x="942084" y="59062"/>
                  <a:pt x="939482" y="59062"/>
                </a:cubicBezTo>
                <a:cubicBezTo>
                  <a:pt x="936483" y="59062"/>
                  <a:pt x="933881" y="58101"/>
                  <a:pt x="931674" y="56177"/>
                </a:cubicBezTo>
                <a:cubicBezTo>
                  <a:pt x="929468" y="54254"/>
                  <a:pt x="928167" y="53179"/>
                  <a:pt x="927771" y="52953"/>
                </a:cubicBezTo>
                <a:cubicBezTo>
                  <a:pt x="927205" y="52613"/>
                  <a:pt x="926555" y="52443"/>
                  <a:pt x="925819" y="52443"/>
                </a:cubicBezTo>
                <a:cubicBezTo>
                  <a:pt x="924178" y="52443"/>
                  <a:pt x="922623" y="53066"/>
                  <a:pt x="921152" y="54310"/>
                </a:cubicBezTo>
                <a:cubicBezTo>
                  <a:pt x="918832" y="56234"/>
                  <a:pt x="917079" y="58978"/>
                  <a:pt x="915890" y="62542"/>
                </a:cubicBezTo>
                <a:cubicBezTo>
                  <a:pt x="914080" y="68029"/>
                  <a:pt x="913175" y="74083"/>
                  <a:pt x="913175" y="80702"/>
                </a:cubicBezTo>
                <a:lnTo>
                  <a:pt x="913175" y="98947"/>
                </a:lnTo>
                <a:lnTo>
                  <a:pt x="913260" y="103699"/>
                </a:lnTo>
                <a:cubicBezTo>
                  <a:pt x="913260" y="106923"/>
                  <a:pt x="913458" y="108988"/>
                  <a:pt x="913854" y="109893"/>
                </a:cubicBezTo>
                <a:cubicBezTo>
                  <a:pt x="914533" y="111421"/>
                  <a:pt x="915537" y="112538"/>
                  <a:pt x="916866" y="113245"/>
                </a:cubicBezTo>
                <a:cubicBezTo>
                  <a:pt x="918196" y="113953"/>
                  <a:pt x="920445" y="114391"/>
                  <a:pt x="923613" y="114561"/>
                </a:cubicBezTo>
                <a:lnTo>
                  <a:pt x="923613" y="117616"/>
                </a:lnTo>
                <a:lnTo>
                  <a:pt x="880759" y="117616"/>
                </a:lnTo>
                <a:lnTo>
                  <a:pt x="880759" y="114561"/>
                </a:lnTo>
                <a:cubicBezTo>
                  <a:pt x="884209" y="114278"/>
                  <a:pt x="886543" y="113330"/>
                  <a:pt x="887759" y="111718"/>
                </a:cubicBezTo>
                <a:cubicBezTo>
                  <a:pt x="888976" y="110106"/>
                  <a:pt x="889584" y="105848"/>
                  <a:pt x="889584" y="98947"/>
                </a:cubicBezTo>
                <a:lnTo>
                  <a:pt x="889584" y="54989"/>
                </a:lnTo>
                <a:cubicBezTo>
                  <a:pt x="889584" y="50435"/>
                  <a:pt x="889358" y="47532"/>
                  <a:pt x="888905" y="46280"/>
                </a:cubicBezTo>
                <a:cubicBezTo>
                  <a:pt x="888339" y="44686"/>
                  <a:pt x="887519" y="43519"/>
                  <a:pt x="886444" y="42780"/>
                </a:cubicBezTo>
                <a:cubicBezTo>
                  <a:pt x="885369" y="42039"/>
                  <a:pt x="883474" y="41526"/>
                  <a:pt x="880759" y="41242"/>
                </a:cubicBezTo>
                <a:lnTo>
                  <a:pt x="880759" y="38187"/>
                </a:lnTo>
                <a:lnTo>
                  <a:pt x="913175" y="38187"/>
                </a:lnTo>
                <a:close/>
                <a:moveTo>
                  <a:pt x="976507" y="0"/>
                </a:moveTo>
                <a:cubicBezTo>
                  <a:pt x="980184" y="0"/>
                  <a:pt x="983296" y="1291"/>
                  <a:pt x="985841" y="3874"/>
                </a:cubicBezTo>
                <a:cubicBezTo>
                  <a:pt x="988387" y="6456"/>
                  <a:pt x="989660" y="9563"/>
                  <a:pt x="989660" y="13196"/>
                </a:cubicBezTo>
                <a:cubicBezTo>
                  <a:pt x="989660" y="16829"/>
                  <a:pt x="988373" y="19923"/>
                  <a:pt x="985799" y="22477"/>
                </a:cubicBezTo>
                <a:cubicBezTo>
                  <a:pt x="983225" y="25030"/>
                  <a:pt x="980128" y="26307"/>
                  <a:pt x="976507" y="26307"/>
                </a:cubicBezTo>
                <a:cubicBezTo>
                  <a:pt x="972886" y="26307"/>
                  <a:pt x="969803" y="25030"/>
                  <a:pt x="967257" y="22477"/>
                </a:cubicBezTo>
                <a:cubicBezTo>
                  <a:pt x="964711" y="19923"/>
                  <a:pt x="963439" y="16829"/>
                  <a:pt x="963439" y="13196"/>
                </a:cubicBezTo>
                <a:cubicBezTo>
                  <a:pt x="963439" y="9563"/>
                  <a:pt x="964711" y="6456"/>
                  <a:pt x="967257" y="3874"/>
                </a:cubicBezTo>
                <a:cubicBezTo>
                  <a:pt x="969803" y="1291"/>
                  <a:pt x="972886" y="0"/>
                  <a:pt x="976507" y="0"/>
                </a:cubicBezTo>
                <a:moveTo>
                  <a:pt x="988387" y="38187"/>
                </a:moveTo>
                <a:lnTo>
                  <a:pt x="988387" y="101153"/>
                </a:lnTo>
                <a:cubicBezTo>
                  <a:pt x="988387" y="106754"/>
                  <a:pt x="989038" y="110332"/>
                  <a:pt x="990339" y="111888"/>
                </a:cubicBezTo>
                <a:cubicBezTo>
                  <a:pt x="991640" y="113443"/>
                  <a:pt x="994186" y="114334"/>
                  <a:pt x="997976" y="114561"/>
                </a:cubicBezTo>
                <a:lnTo>
                  <a:pt x="997976" y="117616"/>
                </a:lnTo>
                <a:lnTo>
                  <a:pt x="955122" y="117616"/>
                </a:lnTo>
                <a:lnTo>
                  <a:pt x="955122" y="114561"/>
                </a:lnTo>
                <a:cubicBezTo>
                  <a:pt x="958630" y="114448"/>
                  <a:pt x="961232" y="113429"/>
                  <a:pt x="962929" y="111506"/>
                </a:cubicBezTo>
                <a:cubicBezTo>
                  <a:pt x="964061" y="110205"/>
                  <a:pt x="964627" y="106754"/>
                  <a:pt x="964627" y="101153"/>
                </a:cubicBezTo>
                <a:lnTo>
                  <a:pt x="964627" y="54819"/>
                </a:lnTo>
                <a:cubicBezTo>
                  <a:pt x="964627" y="49148"/>
                  <a:pt x="963976" y="45525"/>
                  <a:pt x="962675" y="43949"/>
                </a:cubicBezTo>
                <a:cubicBezTo>
                  <a:pt x="961374" y="42374"/>
                  <a:pt x="958856" y="41472"/>
                  <a:pt x="955122" y="41242"/>
                </a:cubicBezTo>
                <a:lnTo>
                  <a:pt x="955122" y="38187"/>
                </a:lnTo>
                <a:lnTo>
                  <a:pt x="988387" y="38187"/>
                </a:lnTo>
                <a:close/>
                <a:moveTo>
                  <a:pt x="1072937" y="75016"/>
                </a:moveTo>
                <a:lnTo>
                  <a:pt x="1029404" y="75016"/>
                </a:lnTo>
                <a:cubicBezTo>
                  <a:pt x="1029913" y="85567"/>
                  <a:pt x="1032713" y="93905"/>
                  <a:pt x="1037805" y="100031"/>
                </a:cubicBezTo>
                <a:cubicBezTo>
                  <a:pt x="1041708" y="104739"/>
                  <a:pt x="1046404" y="107093"/>
                  <a:pt x="1051892" y="107093"/>
                </a:cubicBezTo>
                <a:cubicBezTo>
                  <a:pt x="1055286" y="107093"/>
                  <a:pt x="1058369" y="106145"/>
                  <a:pt x="1061141" y="104250"/>
                </a:cubicBezTo>
                <a:cubicBezTo>
                  <a:pt x="1063913" y="102355"/>
                  <a:pt x="1066883" y="98947"/>
                  <a:pt x="1070052" y="94025"/>
                </a:cubicBezTo>
                <a:lnTo>
                  <a:pt x="1072937" y="95892"/>
                </a:lnTo>
                <a:cubicBezTo>
                  <a:pt x="1068637" y="104660"/>
                  <a:pt x="1063885" y="110869"/>
                  <a:pt x="1058680" y="114518"/>
                </a:cubicBezTo>
                <a:cubicBezTo>
                  <a:pt x="1053476" y="118167"/>
                  <a:pt x="1047451" y="119992"/>
                  <a:pt x="1040605" y="119992"/>
                </a:cubicBezTo>
                <a:cubicBezTo>
                  <a:pt x="1028838" y="119992"/>
                  <a:pt x="1019928" y="115461"/>
                  <a:pt x="1013874" y="106401"/>
                </a:cubicBezTo>
                <a:cubicBezTo>
                  <a:pt x="1009009" y="99096"/>
                  <a:pt x="1006576" y="90035"/>
                  <a:pt x="1006576" y="79219"/>
                </a:cubicBezTo>
                <a:cubicBezTo>
                  <a:pt x="1006576" y="65967"/>
                  <a:pt x="1010155" y="55420"/>
                  <a:pt x="1017311" y="47577"/>
                </a:cubicBezTo>
                <a:cubicBezTo>
                  <a:pt x="1024468" y="39733"/>
                  <a:pt x="1032855" y="35811"/>
                  <a:pt x="1042472" y="35811"/>
                </a:cubicBezTo>
                <a:cubicBezTo>
                  <a:pt x="1050506" y="35811"/>
                  <a:pt x="1057478" y="39106"/>
                  <a:pt x="1063390" y="45697"/>
                </a:cubicBezTo>
                <a:cubicBezTo>
                  <a:pt x="1069302" y="52288"/>
                  <a:pt x="1072484" y="62061"/>
                  <a:pt x="1072937" y="75016"/>
                </a:cubicBezTo>
                <a:moveTo>
                  <a:pt x="1052061" y="69415"/>
                </a:moveTo>
                <a:cubicBezTo>
                  <a:pt x="1052061" y="60307"/>
                  <a:pt x="1051566" y="54056"/>
                  <a:pt x="1050576" y="50661"/>
                </a:cubicBezTo>
                <a:cubicBezTo>
                  <a:pt x="1049586" y="47267"/>
                  <a:pt x="1048045" y="44693"/>
                  <a:pt x="1045951" y="42939"/>
                </a:cubicBezTo>
                <a:cubicBezTo>
                  <a:pt x="1044763" y="41921"/>
                  <a:pt x="1043179" y="41412"/>
                  <a:pt x="1041199" y="41412"/>
                </a:cubicBezTo>
                <a:cubicBezTo>
                  <a:pt x="1038257" y="41412"/>
                  <a:pt x="1035853" y="42854"/>
                  <a:pt x="1033986" y="45739"/>
                </a:cubicBezTo>
                <a:cubicBezTo>
                  <a:pt x="1030648" y="50774"/>
                  <a:pt x="1028979" y="57676"/>
                  <a:pt x="1028979" y="66445"/>
                </a:cubicBezTo>
                <a:lnTo>
                  <a:pt x="1028979" y="69415"/>
                </a:lnTo>
                <a:lnTo>
                  <a:pt x="1052061" y="69415"/>
                </a:lnTo>
                <a:close/>
                <a:moveTo>
                  <a:pt x="1133044" y="36150"/>
                </a:moveTo>
                <a:lnTo>
                  <a:pt x="1134317" y="63305"/>
                </a:lnTo>
                <a:lnTo>
                  <a:pt x="1131432" y="63305"/>
                </a:lnTo>
                <a:cubicBezTo>
                  <a:pt x="1127981" y="55207"/>
                  <a:pt x="1124403" y="49675"/>
                  <a:pt x="1120697" y="46710"/>
                </a:cubicBezTo>
                <a:cubicBezTo>
                  <a:pt x="1116991" y="43743"/>
                  <a:pt x="1113300" y="42260"/>
                  <a:pt x="1109623" y="42260"/>
                </a:cubicBezTo>
                <a:cubicBezTo>
                  <a:pt x="1107303" y="42260"/>
                  <a:pt x="1105323" y="43038"/>
                  <a:pt x="1103683" y="44594"/>
                </a:cubicBezTo>
                <a:cubicBezTo>
                  <a:pt x="1102042" y="46150"/>
                  <a:pt x="1101222" y="47946"/>
                  <a:pt x="1101222" y="49982"/>
                </a:cubicBezTo>
                <a:cubicBezTo>
                  <a:pt x="1101222" y="51510"/>
                  <a:pt x="1101787" y="52981"/>
                  <a:pt x="1102919" y="54395"/>
                </a:cubicBezTo>
                <a:cubicBezTo>
                  <a:pt x="1104729" y="56715"/>
                  <a:pt x="1109792" y="60689"/>
                  <a:pt x="1118109" y="66318"/>
                </a:cubicBezTo>
                <a:cubicBezTo>
                  <a:pt x="1126425" y="71947"/>
                  <a:pt x="1131898" y="76727"/>
                  <a:pt x="1134529" y="80659"/>
                </a:cubicBezTo>
                <a:cubicBezTo>
                  <a:pt x="1137160" y="84591"/>
                  <a:pt x="1138475" y="88990"/>
                  <a:pt x="1138475" y="93855"/>
                </a:cubicBezTo>
                <a:cubicBezTo>
                  <a:pt x="1138475" y="98268"/>
                  <a:pt x="1137372" y="102596"/>
                  <a:pt x="1135166" y="106838"/>
                </a:cubicBezTo>
                <a:cubicBezTo>
                  <a:pt x="1132959" y="111081"/>
                  <a:pt x="1129848" y="114334"/>
                  <a:pt x="1125831" y="116597"/>
                </a:cubicBezTo>
                <a:cubicBezTo>
                  <a:pt x="1121814" y="118860"/>
                  <a:pt x="1117373" y="119992"/>
                  <a:pt x="1112508" y="119992"/>
                </a:cubicBezTo>
                <a:cubicBezTo>
                  <a:pt x="1108718" y="119992"/>
                  <a:pt x="1103654" y="118782"/>
                  <a:pt x="1097318" y="116361"/>
                </a:cubicBezTo>
                <a:cubicBezTo>
                  <a:pt x="1095621" y="115727"/>
                  <a:pt x="1094461" y="115409"/>
                  <a:pt x="1093839" y="115409"/>
                </a:cubicBezTo>
                <a:cubicBezTo>
                  <a:pt x="1091972" y="115409"/>
                  <a:pt x="1090416" y="116824"/>
                  <a:pt x="1089172" y="119652"/>
                </a:cubicBezTo>
                <a:lnTo>
                  <a:pt x="1086371" y="119652"/>
                </a:lnTo>
                <a:lnTo>
                  <a:pt x="1085013" y="91139"/>
                </a:lnTo>
                <a:lnTo>
                  <a:pt x="1087899" y="91139"/>
                </a:lnTo>
                <a:cubicBezTo>
                  <a:pt x="1090444" y="98607"/>
                  <a:pt x="1093938" y="104208"/>
                  <a:pt x="1098379" y="107942"/>
                </a:cubicBezTo>
                <a:cubicBezTo>
                  <a:pt x="1102820" y="111676"/>
                  <a:pt x="1107020" y="113542"/>
                  <a:pt x="1110981" y="113542"/>
                </a:cubicBezTo>
                <a:cubicBezTo>
                  <a:pt x="1113696" y="113542"/>
                  <a:pt x="1115917" y="112708"/>
                  <a:pt x="1117642" y="111039"/>
                </a:cubicBezTo>
                <a:cubicBezTo>
                  <a:pt x="1119367" y="109370"/>
                  <a:pt x="1120230" y="107348"/>
                  <a:pt x="1120230" y="104972"/>
                </a:cubicBezTo>
                <a:cubicBezTo>
                  <a:pt x="1120230" y="102256"/>
                  <a:pt x="1119382" y="99908"/>
                  <a:pt x="1117684" y="97928"/>
                </a:cubicBezTo>
                <a:cubicBezTo>
                  <a:pt x="1115987" y="95948"/>
                  <a:pt x="1112197" y="92950"/>
                  <a:pt x="1106313" y="88933"/>
                </a:cubicBezTo>
                <a:cubicBezTo>
                  <a:pt x="1097658" y="82936"/>
                  <a:pt x="1092057" y="78354"/>
                  <a:pt x="1089511" y="75186"/>
                </a:cubicBezTo>
                <a:cubicBezTo>
                  <a:pt x="1085777" y="70547"/>
                  <a:pt x="1083910" y="65427"/>
                  <a:pt x="1083910" y="59826"/>
                </a:cubicBezTo>
                <a:cubicBezTo>
                  <a:pt x="1083910" y="53716"/>
                  <a:pt x="1086018" y="48186"/>
                  <a:pt x="1090232" y="43236"/>
                </a:cubicBezTo>
                <a:cubicBezTo>
                  <a:pt x="1094447" y="38286"/>
                  <a:pt x="1100543" y="35811"/>
                  <a:pt x="1108520" y="35811"/>
                </a:cubicBezTo>
                <a:cubicBezTo>
                  <a:pt x="1112819" y="35811"/>
                  <a:pt x="1116977" y="36898"/>
                  <a:pt x="1120994" y="39073"/>
                </a:cubicBezTo>
                <a:cubicBezTo>
                  <a:pt x="1122521" y="39953"/>
                  <a:pt x="1123766" y="40393"/>
                  <a:pt x="1124728" y="40393"/>
                </a:cubicBezTo>
                <a:cubicBezTo>
                  <a:pt x="1125746" y="40393"/>
                  <a:pt x="1126566" y="40181"/>
                  <a:pt x="1127189" y="39757"/>
                </a:cubicBezTo>
                <a:cubicBezTo>
                  <a:pt x="1127811" y="39333"/>
                  <a:pt x="1128801" y="38130"/>
                  <a:pt x="1130159" y="36150"/>
                </a:cubicBezTo>
                <a:lnTo>
                  <a:pt x="1133044" y="361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BA5CC-ED1C-4226-82A0-013A4312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5945585"/>
            <a:ext cx="182215" cy="360954"/>
          </a:xfrm>
          <a:custGeom xmlns:a="http://schemas.openxmlformats.org/drawingml/2006/main">
            <a:pathLst>
              <a:path w="182215" h="360954" fill="none">
                <a:moveTo>
                  <a:pt x="0" y="360954"/>
                </a:moveTo>
                <a:cubicBezTo>
                  <a:pt x="89125" y="360954"/>
                  <a:pt x="133687" y="300795"/>
                  <a:pt x="133687" y="180477"/>
                </a:cubicBezTo>
                <a:cubicBezTo>
                  <a:pt x="133687" y="60159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C225B-04CA-4A9E-A73D-0406DAC7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5898794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729F2-BB3E-4842-8EB1-1603D2B8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5898794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0F1CAD-C863-49ED-B912-649FAD4A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6306539"/>
            <a:ext cx="182215" cy="360954"/>
          </a:xfrm>
          <a:custGeom xmlns:a="http://schemas.openxmlformats.org/drawingml/2006/main">
            <a:pathLst>
              <a:path w="182215" h="360954" fill="none">
                <a:moveTo>
                  <a:pt x="0" y="0"/>
                </a:moveTo>
                <a:cubicBezTo>
                  <a:pt x="89125" y="0"/>
                  <a:pt x="133687" y="60159"/>
                  <a:pt x="133687" y="180477"/>
                </a:cubicBezTo>
                <a:cubicBezTo>
                  <a:pt x="133687" y="300795"/>
                  <a:pt x="149863" y="360954"/>
                  <a:pt x="182215" y="36095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E9DAE-6736-45D7-9EFC-E9E59339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6620703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3B3664-33D8-4B84-887A-3C21E2ED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6620703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9315C-35BB-487A-BCD0-3E113136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6306539"/>
            <a:ext cx="182215" cy="10"/>
          </a:xfrm>
          <a:custGeom xmlns:a="http://schemas.openxmlformats.org/drawingml/2006/main">
            <a:pathLst>
              <a:path w="182215" h="1" fill="none">
                <a:moveTo>
                  <a:pt x="0" y="0"/>
                </a:moveTo>
                <a:cubicBezTo>
                  <a:pt x="89125" y="0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DCB55-0FC4-4CFE-A252-585C4FAC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6259749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0BCCF-45A2-4C55-831C-76239E52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6259749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E332B-773B-4B79-9388-BFA40362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5811898"/>
            <a:ext cx="1804772" cy="989283"/>
          </a:xfrm>
          <a:custGeom xmlns:a="http://schemas.openxmlformats.org/drawingml/2006/main">
            <a:pathLst>
              <a:path w="1804772" h="989283">
                <a:moveTo>
                  <a:pt x="19786" y="0"/>
                </a:moveTo>
                <a:lnTo>
                  <a:pt x="1784987" y="0"/>
                </a:lnTo>
                <a:cubicBezTo>
                  <a:pt x="1790450" y="0"/>
                  <a:pt x="1795114" y="1932"/>
                  <a:pt x="1798977" y="5795"/>
                </a:cubicBezTo>
                <a:cubicBezTo>
                  <a:pt x="1802840" y="9658"/>
                  <a:pt x="1804772" y="14322"/>
                  <a:pt x="1804772" y="19786"/>
                </a:cubicBezTo>
                <a:lnTo>
                  <a:pt x="1804772" y="969497"/>
                </a:lnTo>
                <a:cubicBezTo>
                  <a:pt x="1804772" y="974960"/>
                  <a:pt x="1802840" y="979624"/>
                  <a:pt x="1798977" y="983487"/>
                </a:cubicBezTo>
                <a:cubicBezTo>
                  <a:pt x="1795114" y="987351"/>
                  <a:pt x="1790450" y="989282"/>
                  <a:pt x="1784987" y="989283"/>
                </a:cubicBezTo>
                <a:lnTo>
                  <a:pt x="19786" y="989283"/>
                </a:lnTo>
                <a:cubicBezTo>
                  <a:pt x="14322" y="989282"/>
                  <a:pt x="9658" y="987351"/>
                  <a:pt x="5795" y="983487"/>
                </a:cubicBezTo>
                <a:cubicBezTo>
                  <a:pt x="1932" y="979624"/>
                  <a:pt x="0" y="974960"/>
                  <a:pt x="0" y="969497"/>
                </a:cubicBezTo>
                <a:lnTo>
                  <a:pt x="0" y="19786"/>
                </a:lnTo>
                <a:cubicBezTo>
                  <a:pt x="0" y="14322"/>
                  <a:pt x="1932" y="9658"/>
                  <a:pt x="5795" y="5795"/>
                </a:cubicBezTo>
                <a:cubicBezTo>
                  <a:pt x="9658" y="1932"/>
                  <a:pt x="14322" y="0"/>
                  <a:pt x="19786" y="0"/>
                </a:cubicBezTo>
                <a:close/>
              </a:path>
            </a:pathLst>
          </a:custGeom>
          <a:solidFill xmlns:a="http://schemas.openxmlformats.org/drawingml/2006/main">
            <a:srgbClr val="B8F5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9C039-A73C-4133-9354-8E2F983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5811898"/>
            <a:ext cx="1804772" cy="989283"/>
          </a:xfrm>
          <a:custGeom xmlns:a="http://schemas.openxmlformats.org/drawingml/2006/main">
            <a:pathLst>
              <a:path w="1804772" h="989283" fill="none">
                <a:moveTo>
                  <a:pt x="19786" y="0"/>
                </a:moveTo>
                <a:lnTo>
                  <a:pt x="1784987" y="0"/>
                </a:lnTo>
                <a:cubicBezTo>
                  <a:pt x="1790450" y="0"/>
                  <a:pt x="1795114" y="1932"/>
                  <a:pt x="1798977" y="5795"/>
                </a:cubicBezTo>
                <a:cubicBezTo>
                  <a:pt x="1802840" y="9658"/>
                  <a:pt x="1804772" y="14322"/>
                  <a:pt x="1804772" y="19786"/>
                </a:cubicBezTo>
                <a:lnTo>
                  <a:pt x="1804772" y="969497"/>
                </a:lnTo>
                <a:cubicBezTo>
                  <a:pt x="1804772" y="974960"/>
                  <a:pt x="1802840" y="979624"/>
                  <a:pt x="1798977" y="983487"/>
                </a:cubicBezTo>
                <a:cubicBezTo>
                  <a:pt x="1795114" y="987351"/>
                  <a:pt x="1790450" y="989282"/>
                  <a:pt x="1784987" y="989283"/>
                </a:cubicBezTo>
                <a:lnTo>
                  <a:pt x="19786" y="989283"/>
                </a:lnTo>
                <a:cubicBezTo>
                  <a:pt x="14322" y="989282"/>
                  <a:pt x="9658" y="987351"/>
                  <a:pt x="5795" y="983487"/>
                </a:cubicBezTo>
                <a:cubicBezTo>
                  <a:pt x="1932" y="979624"/>
                  <a:pt x="0" y="974960"/>
                  <a:pt x="0" y="969497"/>
                </a:cubicBezTo>
                <a:lnTo>
                  <a:pt x="0" y="19786"/>
                </a:lnTo>
                <a:cubicBezTo>
                  <a:pt x="0" y="14322"/>
                  <a:pt x="1932" y="9658"/>
                  <a:pt x="5795" y="5795"/>
                </a:cubicBezTo>
                <a:cubicBezTo>
                  <a:pt x="9658" y="1932"/>
                  <a:pt x="14322" y="0"/>
                  <a:pt x="1978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11" name="Text usedtoeitherconf">
            <a:extLst xmlns:a="http://schemas.openxmlformats.org/drawingml/2006/main">
              <a:ext uri="{FF2B5EF4-FFF2-40B4-BE49-F238E27FC236}">
                <a16:creationId xmlns:a16="http://schemas.microsoft.com/office/drawing/2014/main" id="{3E338B5E-B692-4538-9AA2-87A098C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703" y="5925179"/>
            <a:ext cx="1306157" cy="123047"/>
          </a:xfrm>
          <a:custGeom xmlns:a="http://schemas.openxmlformats.org/drawingml/2006/main">
            <a:pathLst>
              <a:path w="1306157" h="123047">
                <a:moveTo>
                  <a:pt x="73404" y="42939"/>
                </a:moveTo>
                <a:lnTo>
                  <a:pt x="73404" y="90036"/>
                </a:lnTo>
                <a:cubicBezTo>
                  <a:pt x="73404" y="99031"/>
                  <a:pt x="73616" y="104533"/>
                  <a:pt x="74040" y="106541"/>
                </a:cubicBezTo>
                <a:cubicBezTo>
                  <a:pt x="74464" y="108550"/>
                  <a:pt x="75143" y="109950"/>
                  <a:pt x="76077" y="110742"/>
                </a:cubicBezTo>
                <a:cubicBezTo>
                  <a:pt x="77010" y="111534"/>
                  <a:pt x="78099" y="111930"/>
                  <a:pt x="79344" y="111930"/>
                </a:cubicBezTo>
                <a:cubicBezTo>
                  <a:pt x="81098" y="111930"/>
                  <a:pt x="83078" y="111449"/>
                  <a:pt x="85284" y="110487"/>
                </a:cubicBezTo>
                <a:lnTo>
                  <a:pt x="86472" y="113458"/>
                </a:lnTo>
                <a:lnTo>
                  <a:pt x="63221" y="123047"/>
                </a:lnTo>
                <a:lnTo>
                  <a:pt x="59402" y="123047"/>
                </a:lnTo>
                <a:lnTo>
                  <a:pt x="59402" y="106584"/>
                </a:lnTo>
                <a:cubicBezTo>
                  <a:pt x="52726" y="113825"/>
                  <a:pt x="47635" y="118379"/>
                  <a:pt x="44127" y="120246"/>
                </a:cubicBezTo>
                <a:cubicBezTo>
                  <a:pt x="40620" y="122113"/>
                  <a:pt x="36914" y="123047"/>
                  <a:pt x="33010" y="123047"/>
                </a:cubicBezTo>
                <a:cubicBezTo>
                  <a:pt x="28654" y="123047"/>
                  <a:pt x="24878" y="121788"/>
                  <a:pt x="21682" y="119270"/>
                </a:cubicBezTo>
                <a:cubicBezTo>
                  <a:pt x="18485" y="116753"/>
                  <a:pt x="16265" y="113514"/>
                  <a:pt x="15020" y="109554"/>
                </a:cubicBezTo>
                <a:cubicBezTo>
                  <a:pt x="13776" y="105594"/>
                  <a:pt x="13153" y="99993"/>
                  <a:pt x="13153" y="92752"/>
                </a:cubicBezTo>
                <a:lnTo>
                  <a:pt x="13153" y="58044"/>
                </a:lnTo>
                <a:cubicBezTo>
                  <a:pt x="13153" y="54367"/>
                  <a:pt x="12757" y="51821"/>
                  <a:pt x="11965" y="50407"/>
                </a:cubicBezTo>
                <a:cubicBezTo>
                  <a:pt x="11173" y="48992"/>
                  <a:pt x="9999" y="47903"/>
                  <a:pt x="8444" y="47140"/>
                </a:cubicBezTo>
                <a:cubicBezTo>
                  <a:pt x="6888" y="46376"/>
                  <a:pt x="4073" y="46022"/>
                  <a:pt x="0" y="46079"/>
                </a:cubicBezTo>
                <a:lnTo>
                  <a:pt x="0" y="42939"/>
                </a:lnTo>
                <a:lnTo>
                  <a:pt x="27240" y="42939"/>
                </a:lnTo>
                <a:lnTo>
                  <a:pt x="27240" y="94831"/>
                </a:lnTo>
                <a:cubicBezTo>
                  <a:pt x="27240" y="102055"/>
                  <a:pt x="28499" y="106795"/>
                  <a:pt x="31016" y="109053"/>
                </a:cubicBezTo>
                <a:cubicBezTo>
                  <a:pt x="33534" y="111310"/>
                  <a:pt x="36575" y="112439"/>
                  <a:pt x="40139" y="112439"/>
                </a:cubicBezTo>
                <a:cubicBezTo>
                  <a:pt x="42571" y="112439"/>
                  <a:pt x="45329" y="111677"/>
                  <a:pt x="48413" y="110153"/>
                </a:cubicBezTo>
                <a:cubicBezTo>
                  <a:pt x="51496" y="108629"/>
                  <a:pt x="55159" y="105724"/>
                  <a:pt x="59402" y="101437"/>
                </a:cubicBezTo>
                <a:lnTo>
                  <a:pt x="59402" y="57506"/>
                </a:lnTo>
                <a:cubicBezTo>
                  <a:pt x="59402" y="53104"/>
                  <a:pt x="58596" y="50127"/>
                  <a:pt x="56983" y="48577"/>
                </a:cubicBezTo>
                <a:cubicBezTo>
                  <a:pt x="55371" y="47025"/>
                  <a:pt x="52019" y="46192"/>
                  <a:pt x="46927" y="46079"/>
                </a:cubicBezTo>
                <a:lnTo>
                  <a:pt x="46927" y="42939"/>
                </a:lnTo>
                <a:lnTo>
                  <a:pt x="73404" y="42939"/>
                </a:lnTo>
                <a:close/>
                <a:moveTo>
                  <a:pt x="142395" y="40733"/>
                </a:moveTo>
                <a:lnTo>
                  <a:pt x="142395" y="67039"/>
                </a:lnTo>
                <a:lnTo>
                  <a:pt x="139595" y="67039"/>
                </a:lnTo>
                <a:cubicBezTo>
                  <a:pt x="137445" y="58788"/>
                  <a:pt x="134687" y="53176"/>
                  <a:pt x="131321" y="50203"/>
                </a:cubicBezTo>
                <a:cubicBezTo>
                  <a:pt x="127955" y="47227"/>
                  <a:pt x="123669" y="45739"/>
                  <a:pt x="118464" y="45739"/>
                </a:cubicBezTo>
                <a:cubicBezTo>
                  <a:pt x="114504" y="45739"/>
                  <a:pt x="111308" y="46785"/>
                  <a:pt x="108875" y="48877"/>
                </a:cubicBezTo>
                <a:cubicBezTo>
                  <a:pt x="106443" y="50966"/>
                  <a:pt x="105226" y="53283"/>
                  <a:pt x="105226" y="55827"/>
                </a:cubicBezTo>
                <a:cubicBezTo>
                  <a:pt x="105226" y="58992"/>
                  <a:pt x="106131" y="61704"/>
                  <a:pt x="107942" y="63963"/>
                </a:cubicBezTo>
                <a:cubicBezTo>
                  <a:pt x="109696" y="66281"/>
                  <a:pt x="113260" y="68739"/>
                  <a:pt x="118634" y="71338"/>
                </a:cubicBezTo>
                <a:lnTo>
                  <a:pt x="131024" y="77358"/>
                </a:lnTo>
                <a:cubicBezTo>
                  <a:pt x="142508" y="82951"/>
                  <a:pt x="148250" y="90326"/>
                  <a:pt x="148250" y="99482"/>
                </a:cubicBezTo>
                <a:cubicBezTo>
                  <a:pt x="148250" y="106545"/>
                  <a:pt x="145577" y="112239"/>
                  <a:pt x="140231" y="116563"/>
                </a:cubicBezTo>
                <a:cubicBezTo>
                  <a:pt x="134885" y="120885"/>
                  <a:pt x="128902" y="123047"/>
                  <a:pt x="122283" y="123047"/>
                </a:cubicBezTo>
                <a:cubicBezTo>
                  <a:pt x="117531" y="123047"/>
                  <a:pt x="112100" y="122198"/>
                  <a:pt x="105990" y="120501"/>
                </a:cubicBezTo>
                <a:cubicBezTo>
                  <a:pt x="104123" y="119935"/>
                  <a:pt x="102596" y="119652"/>
                  <a:pt x="101408" y="119652"/>
                </a:cubicBezTo>
                <a:cubicBezTo>
                  <a:pt x="100106" y="119652"/>
                  <a:pt x="99088" y="120388"/>
                  <a:pt x="98353" y="121859"/>
                </a:cubicBezTo>
                <a:lnTo>
                  <a:pt x="95552" y="121859"/>
                </a:lnTo>
                <a:lnTo>
                  <a:pt x="95552" y="94025"/>
                </a:lnTo>
                <a:lnTo>
                  <a:pt x="98353" y="94025"/>
                </a:lnTo>
                <a:cubicBezTo>
                  <a:pt x="99937" y="101973"/>
                  <a:pt x="102963" y="107963"/>
                  <a:pt x="107433" y="111994"/>
                </a:cubicBezTo>
                <a:cubicBezTo>
                  <a:pt x="111902" y="116025"/>
                  <a:pt x="116909" y="118040"/>
                  <a:pt x="122453" y="118040"/>
                </a:cubicBezTo>
                <a:cubicBezTo>
                  <a:pt x="126356" y="118040"/>
                  <a:pt x="129539" y="116896"/>
                  <a:pt x="132000" y="114608"/>
                </a:cubicBezTo>
                <a:cubicBezTo>
                  <a:pt x="134460" y="112319"/>
                  <a:pt x="135691" y="109564"/>
                  <a:pt x="135691" y="106343"/>
                </a:cubicBezTo>
                <a:cubicBezTo>
                  <a:pt x="135691" y="102443"/>
                  <a:pt x="134319" y="99165"/>
                  <a:pt x="131575" y="96509"/>
                </a:cubicBezTo>
                <a:cubicBezTo>
                  <a:pt x="128831" y="93854"/>
                  <a:pt x="123358" y="90492"/>
                  <a:pt x="115155" y="86424"/>
                </a:cubicBezTo>
                <a:cubicBezTo>
                  <a:pt x="106952" y="82355"/>
                  <a:pt x="101577" y="78681"/>
                  <a:pt x="99032" y="75403"/>
                </a:cubicBezTo>
                <a:cubicBezTo>
                  <a:pt x="96486" y="72182"/>
                  <a:pt x="95213" y="68113"/>
                  <a:pt x="95213" y="63197"/>
                </a:cubicBezTo>
                <a:cubicBezTo>
                  <a:pt x="95213" y="56811"/>
                  <a:pt x="97405" y="51471"/>
                  <a:pt x="101789" y="47177"/>
                </a:cubicBezTo>
                <a:cubicBezTo>
                  <a:pt x="106174" y="42881"/>
                  <a:pt x="111845" y="40733"/>
                  <a:pt x="118804" y="40733"/>
                </a:cubicBezTo>
                <a:cubicBezTo>
                  <a:pt x="121859" y="40733"/>
                  <a:pt x="125564" y="41383"/>
                  <a:pt x="129920" y="42684"/>
                </a:cubicBezTo>
                <a:cubicBezTo>
                  <a:pt x="132806" y="43533"/>
                  <a:pt x="134729" y="43957"/>
                  <a:pt x="135691" y="43957"/>
                </a:cubicBezTo>
                <a:cubicBezTo>
                  <a:pt x="136596" y="43957"/>
                  <a:pt x="137303" y="43759"/>
                  <a:pt x="137812" y="43363"/>
                </a:cubicBezTo>
                <a:cubicBezTo>
                  <a:pt x="138322" y="42967"/>
                  <a:pt x="138916" y="42090"/>
                  <a:pt x="139595" y="40733"/>
                </a:cubicBezTo>
                <a:lnTo>
                  <a:pt x="142395" y="40733"/>
                </a:lnTo>
                <a:close/>
                <a:moveTo>
                  <a:pt x="172832" y="72301"/>
                </a:moveTo>
                <a:cubicBezTo>
                  <a:pt x="172775" y="83815"/>
                  <a:pt x="175575" y="92846"/>
                  <a:pt x="181233" y="99395"/>
                </a:cubicBezTo>
                <a:cubicBezTo>
                  <a:pt x="186890" y="105941"/>
                  <a:pt x="193537" y="109215"/>
                  <a:pt x="201175" y="109215"/>
                </a:cubicBezTo>
                <a:cubicBezTo>
                  <a:pt x="206266" y="109215"/>
                  <a:pt x="210693" y="107814"/>
                  <a:pt x="214455" y="105014"/>
                </a:cubicBezTo>
                <a:cubicBezTo>
                  <a:pt x="218217" y="102214"/>
                  <a:pt x="221371" y="97419"/>
                  <a:pt x="223917" y="90630"/>
                </a:cubicBezTo>
                <a:lnTo>
                  <a:pt x="226548" y="92327"/>
                </a:lnTo>
                <a:cubicBezTo>
                  <a:pt x="225360" y="100078"/>
                  <a:pt x="221909" y="107136"/>
                  <a:pt x="216195" y="113500"/>
                </a:cubicBezTo>
                <a:cubicBezTo>
                  <a:pt x="210481" y="119864"/>
                  <a:pt x="203325" y="123047"/>
                  <a:pt x="194725" y="123047"/>
                </a:cubicBezTo>
                <a:cubicBezTo>
                  <a:pt x="185391" y="123047"/>
                  <a:pt x="177400" y="119420"/>
                  <a:pt x="170753" y="112166"/>
                </a:cubicBezTo>
                <a:cubicBezTo>
                  <a:pt x="164105" y="104911"/>
                  <a:pt x="160782" y="95157"/>
                  <a:pt x="160782" y="82905"/>
                </a:cubicBezTo>
                <a:cubicBezTo>
                  <a:pt x="160782" y="69639"/>
                  <a:pt x="164190" y="59294"/>
                  <a:pt x="171007" y="51871"/>
                </a:cubicBezTo>
                <a:cubicBezTo>
                  <a:pt x="177824" y="44445"/>
                  <a:pt x="186381" y="40733"/>
                  <a:pt x="196677" y="40733"/>
                </a:cubicBezTo>
                <a:cubicBezTo>
                  <a:pt x="205389" y="40733"/>
                  <a:pt x="212546" y="43597"/>
                  <a:pt x="218147" y="49325"/>
                </a:cubicBezTo>
                <a:cubicBezTo>
                  <a:pt x="223747" y="55051"/>
                  <a:pt x="226548" y="62710"/>
                  <a:pt x="226548" y="72301"/>
                </a:cubicBezTo>
                <a:lnTo>
                  <a:pt x="172832" y="72301"/>
                </a:lnTo>
                <a:moveTo>
                  <a:pt x="172832" y="67379"/>
                </a:moveTo>
                <a:lnTo>
                  <a:pt x="208812" y="67379"/>
                </a:lnTo>
                <a:cubicBezTo>
                  <a:pt x="208529" y="62400"/>
                  <a:pt x="207935" y="58893"/>
                  <a:pt x="207030" y="56856"/>
                </a:cubicBezTo>
                <a:cubicBezTo>
                  <a:pt x="205616" y="53688"/>
                  <a:pt x="203508" y="51199"/>
                  <a:pt x="200708" y="49388"/>
                </a:cubicBezTo>
                <a:cubicBezTo>
                  <a:pt x="197908" y="47578"/>
                  <a:pt x="194980" y="46673"/>
                  <a:pt x="191925" y="46673"/>
                </a:cubicBezTo>
                <a:cubicBezTo>
                  <a:pt x="187229" y="46673"/>
                  <a:pt x="183029" y="48497"/>
                  <a:pt x="179323" y="52146"/>
                </a:cubicBezTo>
                <a:cubicBezTo>
                  <a:pt x="175618" y="55795"/>
                  <a:pt x="173454" y="60873"/>
                  <a:pt x="172832" y="67379"/>
                </a:cubicBezTo>
                <a:close/>
                <a:moveTo>
                  <a:pt x="291832" y="111930"/>
                </a:moveTo>
                <a:cubicBezTo>
                  <a:pt x="288041" y="115890"/>
                  <a:pt x="284336" y="118733"/>
                  <a:pt x="280715" y="120459"/>
                </a:cubicBezTo>
                <a:cubicBezTo>
                  <a:pt x="277094" y="122184"/>
                  <a:pt x="273191" y="123047"/>
                  <a:pt x="269004" y="123047"/>
                </a:cubicBezTo>
                <a:cubicBezTo>
                  <a:pt x="260518" y="123047"/>
                  <a:pt x="253107" y="119505"/>
                  <a:pt x="246771" y="112421"/>
                </a:cubicBezTo>
                <a:cubicBezTo>
                  <a:pt x="240435" y="105335"/>
                  <a:pt x="237267" y="96230"/>
                  <a:pt x="237267" y="85106"/>
                </a:cubicBezTo>
                <a:cubicBezTo>
                  <a:pt x="237267" y="73984"/>
                  <a:pt x="240774" y="63808"/>
                  <a:pt x="247789" y="54578"/>
                </a:cubicBezTo>
                <a:cubicBezTo>
                  <a:pt x="254805" y="45348"/>
                  <a:pt x="263828" y="40733"/>
                  <a:pt x="274860" y="40733"/>
                </a:cubicBezTo>
                <a:cubicBezTo>
                  <a:pt x="281705" y="40733"/>
                  <a:pt x="287362" y="42911"/>
                  <a:pt x="291832" y="47267"/>
                </a:cubicBezTo>
                <a:lnTo>
                  <a:pt x="291832" y="32894"/>
                </a:lnTo>
                <a:cubicBezTo>
                  <a:pt x="291832" y="23975"/>
                  <a:pt x="291620" y="18492"/>
                  <a:pt x="291195" y="16447"/>
                </a:cubicBezTo>
                <a:cubicBezTo>
                  <a:pt x="290771" y="14401"/>
                  <a:pt x="290106" y="13010"/>
                  <a:pt x="289201" y="12273"/>
                </a:cubicBezTo>
                <a:cubicBezTo>
                  <a:pt x="288296" y="11534"/>
                  <a:pt x="287164" y="11164"/>
                  <a:pt x="285807" y="11164"/>
                </a:cubicBezTo>
                <a:cubicBezTo>
                  <a:pt x="284336" y="11164"/>
                  <a:pt x="282384" y="11619"/>
                  <a:pt x="279951" y="12527"/>
                </a:cubicBezTo>
                <a:lnTo>
                  <a:pt x="278848" y="9544"/>
                </a:lnTo>
                <a:lnTo>
                  <a:pt x="302015" y="0"/>
                </a:lnTo>
                <a:lnTo>
                  <a:pt x="305834" y="0"/>
                </a:lnTo>
                <a:lnTo>
                  <a:pt x="305834" y="89867"/>
                </a:lnTo>
                <a:cubicBezTo>
                  <a:pt x="305834" y="98975"/>
                  <a:pt x="306046" y="104533"/>
                  <a:pt x="306470" y="106541"/>
                </a:cubicBezTo>
                <a:cubicBezTo>
                  <a:pt x="306894" y="108550"/>
                  <a:pt x="307573" y="109950"/>
                  <a:pt x="308507" y="110742"/>
                </a:cubicBezTo>
                <a:cubicBezTo>
                  <a:pt x="309440" y="111534"/>
                  <a:pt x="310529" y="111930"/>
                  <a:pt x="311774" y="111930"/>
                </a:cubicBezTo>
                <a:cubicBezTo>
                  <a:pt x="313301" y="111930"/>
                  <a:pt x="315338" y="111449"/>
                  <a:pt x="317884" y="110487"/>
                </a:cubicBezTo>
                <a:lnTo>
                  <a:pt x="318817" y="113458"/>
                </a:lnTo>
                <a:lnTo>
                  <a:pt x="295735" y="123047"/>
                </a:lnTo>
                <a:lnTo>
                  <a:pt x="291832" y="123047"/>
                </a:lnTo>
                <a:lnTo>
                  <a:pt x="291832" y="111930"/>
                </a:lnTo>
                <a:moveTo>
                  <a:pt x="291832" y="106008"/>
                </a:moveTo>
                <a:lnTo>
                  <a:pt x="291832" y="66055"/>
                </a:lnTo>
                <a:cubicBezTo>
                  <a:pt x="291492" y="62217"/>
                  <a:pt x="290474" y="58719"/>
                  <a:pt x="288777" y="55559"/>
                </a:cubicBezTo>
                <a:cubicBezTo>
                  <a:pt x="287080" y="52398"/>
                  <a:pt x="284831" y="50014"/>
                  <a:pt x="282030" y="48407"/>
                </a:cubicBezTo>
                <a:cubicBezTo>
                  <a:pt x="279230" y="46798"/>
                  <a:pt x="276500" y="45994"/>
                  <a:pt x="273841" y="45994"/>
                </a:cubicBezTo>
                <a:cubicBezTo>
                  <a:pt x="268863" y="45994"/>
                  <a:pt x="264422" y="48223"/>
                  <a:pt x="260518" y="52682"/>
                </a:cubicBezTo>
                <a:cubicBezTo>
                  <a:pt x="255370" y="58550"/>
                  <a:pt x="252796" y="67127"/>
                  <a:pt x="252796" y="78413"/>
                </a:cubicBezTo>
                <a:cubicBezTo>
                  <a:pt x="252796" y="89813"/>
                  <a:pt x="255285" y="98546"/>
                  <a:pt x="260264" y="104614"/>
                </a:cubicBezTo>
                <a:cubicBezTo>
                  <a:pt x="265242" y="110679"/>
                  <a:pt x="270786" y="113712"/>
                  <a:pt x="276896" y="113712"/>
                </a:cubicBezTo>
                <a:cubicBezTo>
                  <a:pt x="282045" y="113712"/>
                  <a:pt x="287023" y="111144"/>
                  <a:pt x="291832" y="106008"/>
                </a:cubicBezTo>
                <a:close/>
                <a:moveTo>
                  <a:pt x="389845" y="17311"/>
                </a:moveTo>
                <a:lnTo>
                  <a:pt x="389845" y="42939"/>
                </a:lnTo>
                <a:lnTo>
                  <a:pt x="408005" y="42939"/>
                </a:lnTo>
                <a:lnTo>
                  <a:pt x="408005" y="48879"/>
                </a:lnTo>
                <a:lnTo>
                  <a:pt x="389845" y="48879"/>
                </a:lnTo>
                <a:lnTo>
                  <a:pt x="389845" y="99217"/>
                </a:lnTo>
                <a:cubicBezTo>
                  <a:pt x="389845" y="104247"/>
                  <a:pt x="390566" y="107638"/>
                  <a:pt x="392009" y="109390"/>
                </a:cubicBezTo>
                <a:cubicBezTo>
                  <a:pt x="393451" y="111140"/>
                  <a:pt x="395304" y="112015"/>
                  <a:pt x="397567" y="112015"/>
                </a:cubicBezTo>
                <a:cubicBezTo>
                  <a:pt x="399434" y="112015"/>
                  <a:pt x="401244" y="111435"/>
                  <a:pt x="402998" y="110275"/>
                </a:cubicBezTo>
                <a:cubicBezTo>
                  <a:pt x="404752" y="109116"/>
                  <a:pt x="406109" y="107404"/>
                  <a:pt x="407071" y="105141"/>
                </a:cubicBezTo>
                <a:lnTo>
                  <a:pt x="410381" y="105141"/>
                </a:lnTo>
                <a:cubicBezTo>
                  <a:pt x="408401" y="110701"/>
                  <a:pt x="405600" y="114906"/>
                  <a:pt x="401980" y="117756"/>
                </a:cubicBezTo>
                <a:cubicBezTo>
                  <a:pt x="398359" y="120604"/>
                  <a:pt x="394625" y="122028"/>
                  <a:pt x="390778" y="122028"/>
                </a:cubicBezTo>
                <a:cubicBezTo>
                  <a:pt x="388176" y="122028"/>
                  <a:pt x="385630" y="121306"/>
                  <a:pt x="383141" y="119862"/>
                </a:cubicBezTo>
                <a:cubicBezTo>
                  <a:pt x="380652" y="118417"/>
                  <a:pt x="378813" y="116351"/>
                  <a:pt x="377625" y="113662"/>
                </a:cubicBezTo>
                <a:cubicBezTo>
                  <a:pt x="376437" y="110971"/>
                  <a:pt x="375843" y="106822"/>
                  <a:pt x="375843" y="101214"/>
                </a:cubicBezTo>
                <a:lnTo>
                  <a:pt x="375843" y="48879"/>
                </a:lnTo>
                <a:lnTo>
                  <a:pt x="363538" y="48879"/>
                </a:lnTo>
                <a:lnTo>
                  <a:pt x="363538" y="46079"/>
                </a:lnTo>
                <a:cubicBezTo>
                  <a:pt x="366650" y="44831"/>
                  <a:pt x="369832" y="42717"/>
                  <a:pt x="373085" y="39738"/>
                </a:cubicBezTo>
                <a:cubicBezTo>
                  <a:pt x="376338" y="36759"/>
                  <a:pt x="379237" y="33227"/>
                  <a:pt x="381783" y="29141"/>
                </a:cubicBezTo>
                <a:cubicBezTo>
                  <a:pt x="383084" y="26986"/>
                  <a:pt x="384895" y="23043"/>
                  <a:pt x="387214" y="17311"/>
                </a:cubicBezTo>
                <a:lnTo>
                  <a:pt x="389845" y="17311"/>
                </a:lnTo>
                <a:close/>
                <a:moveTo>
                  <a:pt x="453604" y="40733"/>
                </a:moveTo>
                <a:cubicBezTo>
                  <a:pt x="465371" y="40733"/>
                  <a:pt x="474819" y="45198"/>
                  <a:pt x="481947" y="54127"/>
                </a:cubicBezTo>
                <a:cubicBezTo>
                  <a:pt x="488000" y="61756"/>
                  <a:pt x="491027" y="70516"/>
                  <a:pt x="491027" y="80407"/>
                </a:cubicBezTo>
                <a:cubicBezTo>
                  <a:pt x="491027" y="87359"/>
                  <a:pt x="489358" y="94395"/>
                  <a:pt x="486020" y="101516"/>
                </a:cubicBezTo>
                <a:cubicBezTo>
                  <a:pt x="482682" y="108636"/>
                  <a:pt x="478086" y="114004"/>
                  <a:pt x="472231" y="117621"/>
                </a:cubicBezTo>
                <a:cubicBezTo>
                  <a:pt x="466375" y="121238"/>
                  <a:pt x="459855" y="123047"/>
                  <a:pt x="452670" y="123047"/>
                </a:cubicBezTo>
                <a:cubicBezTo>
                  <a:pt x="440960" y="123047"/>
                  <a:pt x="431653" y="118384"/>
                  <a:pt x="424751" y="109058"/>
                </a:cubicBezTo>
                <a:cubicBezTo>
                  <a:pt x="418924" y="101203"/>
                  <a:pt x="416011" y="92388"/>
                  <a:pt x="416011" y="82611"/>
                </a:cubicBezTo>
                <a:cubicBezTo>
                  <a:pt x="416011" y="75490"/>
                  <a:pt x="417779" y="68411"/>
                  <a:pt x="421315" y="61375"/>
                </a:cubicBezTo>
                <a:cubicBezTo>
                  <a:pt x="424850" y="54339"/>
                  <a:pt x="429504" y="49139"/>
                  <a:pt x="435274" y="45777"/>
                </a:cubicBezTo>
                <a:cubicBezTo>
                  <a:pt x="441045" y="42414"/>
                  <a:pt x="447154" y="40733"/>
                  <a:pt x="453604" y="40733"/>
                </a:cubicBezTo>
                <a:moveTo>
                  <a:pt x="450973" y="46333"/>
                </a:moveTo>
                <a:cubicBezTo>
                  <a:pt x="447975" y="46333"/>
                  <a:pt x="444962" y="47224"/>
                  <a:pt x="441936" y="49004"/>
                </a:cubicBezTo>
                <a:cubicBezTo>
                  <a:pt x="438909" y="50784"/>
                  <a:pt x="436462" y="53906"/>
                  <a:pt x="434595" y="58370"/>
                </a:cubicBezTo>
                <a:cubicBezTo>
                  <a:pt x="432728" y="62834"/>
                  <a:pt x="431795" y="68569"/>
                  <a:pt x="431795" y="75576"/>
                </a:cubicBezTo>
                <a:cubicBezTo>
                  <a:pt x="431795" y="86876"/>
                  <a:pt x="434044" y="96624"/>
                  <a:pt x="438541" y="104818"/>
                </a:cubicBezTo>
                <a:cubicBezTo>
                  <a:pt x="443039" y="113010"/>
                  <a:pt x="448965" y="117107"/>
                  <a:pt x="456319" y="117107"/>
                </a:cubicBezTo>
                <a:cubicBezTo>
                  <a:pt x="461807" y="117107"/>
                  <a:pt x="466333" y="114846"/>
                  <a:pt x="469897" y="110326"/>
                </a:cubicBezTo>
                <a:cubicBezTo>
                  <a:pt x="473461" y="105805"/>
                  <a:pt x="475243" y="98036"/>
                  <a:pt x="475243" y="87018"/>
                </a:cubicBezTo>
                <a:cubicBezTo>
                  <a:pt x="475243" y="73230"/>
                  <a:pt x="472273" y="62381"/>
                  <a:pt x="466333" y="54469"/>
                </a:cubicBezTo>
                <a:cubicBezTo>
                  <a:pt x="462316" y="49045"/>
                  <a:pt x="457196" y="46333"/>
                  <a:pt x="450973" y="46333"/>
                </a:cubicBezTo>
                <a:close/>
                <a:moveTo>
                  <a:pt x="559000" y="72301"/>
                </a:moveTo>
                <a:cubicBezTo>
                  <a:pt x="558943" y="83815"/>
                  <a:pt x="561743" y="92846"/>
                  <a:pt x="567401" y="99395"/>
                </a:cubicBezTo>
                <a:cubicBezTo>
                  <a:pt x="573058" y="105941"/>
                  <a:pt x="579705" y="109215"/>
                  <a:pt x="587343" y="109215"/>
                </a:cubicBezTo>
                <a:cubicBezTo>
                  <a:pt x="592434" y="109215"/>
                  <a:pt x="596861" y="107814"/>
                  <a:pt x="600623" y="105014"/>
                </a:cubicBezTo>
                <a:cubicBezTo>
                  <a:pt x="604385" y="102214"/>
                  <a:pt x="607539" y="97419"/>
                  <a:pt x="610085" y="90630"/>
                </a:cubicBezTo>
                <a:lnTo>
                  <a:pt x="612716" y="92327"/>
                </a:lnTo>
                <a:cubicBezTo>
                  <a:pt x="611528" y="100078"/>
                  <a:pt x="608077" y="107136"/>
                  <a:pt x="602363" y="113500"/>
                </a:cubicBezTo>
                <a:cubicBezTo>
                  <a:pt x="596649" y="119864"/>
                  <a:pt x="589493" y="123047"/>
                  <a:pt x="580893" y="123047"/>
                </a:cubicBezTo>
                <a:cubicBezTo>
                  <a:pt x="571559" y="123047"/>
                  <a:pt x="563568" y="119420"/>
                  <a:pt x="556921" y="112166"/>
                </a:cubicBezTo>
                <a:cubicBezTo>
                  <a:pt x="550273" y="104911"/>
                  <a:pt x="546949" y="95157"/>
                  <a:pt x="546949" y="82905"/>
                </a:cubicBezTo>
                <a:cubicBezTo>
                  <a:pt x="546949" y="69639"/>
                  <a:pt x="550358" y="59294"/>
                  <a:pt x="557175" y="51871"/>
                </a:cubicBezTo>
                <a:cubicBezTo>
                  <a:pt x="563992" y="44445"/>
                  <a:pt x="572549" y="40733"/>
                  <a:pt x="582845" y="40733"/>
                </a:cubicBezTo>
                <a:cubicBezTo>
                  <a:pt x="591557" y="40733"/>
                  <a:pt x="598714" y="43597"/>
                  <a:pt x="604315" y="49325"/>
                </a:cubicBezTo>
                <a:cubicBezTo>
                  <a:pt x="609915" y="55051"/>
                  <a:pt x="612716" y="62710"/>
                  <a:pt x="612716" y="72301"/>
                </a:cubicBezTo>
                <a:lnTo>
                  <a:pt x="559000" y="72301"/>
                </a:lnTo>
                <a:moveTo>
                  <a:pt x="559000" y="67379"/>
                </a:moveTo>
                <a:lnTo>
                  <a:pt x="594980" y="67379"/>
                </a:lnTo>
                <a:cubicBezTo>
                  <a:pt x="594697" y="62400"/>
                  <a:pt x="594103" y="58893"/>
                  <a:pt x="593198" y="56856"/>
                </a:cubicBezTo>
                <a:cubicBezTo>
                  <a:pt x="591784" y="53688"/>
                  <a:pt x="589676" y="51199"/>
                  <a:pt x="586876" y="49388"/>
                </a:cubicBezTo>
                <a:cubicBezTo>
                  <a:pt x="584076" y="47578"/>
                  <a:pt x="581148" y="46673"/>
                  <a:pt x="578093" y="46673"/>
                </a:cubicBezTo>
                <a:cubicBezTo>
                  <a:pt x="573397" y="46673"/>
                  <a:pt x="569197" y="48497"/>
                  <a:pt x="565491" y="52146"/>
                </a:cubicBezTo>
                <a:cubicBezTo>
                  <a:pt x="561786" y="55795"/>
                  <a:pt x="559622" y="60873"/>
                  <a:pt x="559000" y="67379"/>
                </a:cubicBezTo>
                <a:close/>
                <a:moveTo>
                  <a:pt x="642868" y="0"/>
                </a:moveTo>
                <a:cubicBezTo>
                  <a:pt x="645244" y="0"/>
                  <a:pt x="647266" y="839"/>
                  <a:pt x="648935" y="2517"/>
                </a:cubicBezTo>
                <a:cubicBezTo>
                  <a:pt x="650604" y="4193"/>
                  <a:pt x="651439" y="6225"/>
                  <a:pt x="651439" y="8613"/>
                </a:cubicBezTo>
                <a:cubicBezTo>
                  <a:pt x="651439" y="11002"/>
                  <a:pt x="650604" y="13049"/>
                  <a:pt x="648935" y="14755"/>
                </a:cubicBezTo>
                <a:cubicBezTo>
                  <a:pt x="647266" y="16459"/>
                  <a:pt x="645244" y="17311"/>
                  <a:pt x="642868" y="17311"/>
                </a:cubicBezTo>
                <a:cubicBezTo>
                  <a:pt x="640492" y="17311"/>
                  <a:pt x="638455" y="16459"/>
                  <a:pt x="636758" y="14755"/>
                </a:cubicBezTo>
                <a:cubicBezTo>
                  <a:pt x="635061" y="13049"/>
                  <a:pt x="634212" y="11002"/>
                  <a:pt x="634212" y="8613"/>
                </a:cubicBezTo>
                <a:cubicBezTo>
                  <a:pt x="634212" y="6225"/>
                  <a:pt x="635046" y="4193"/>
                  <a:pt x="636715" y="2517"/>
                </a:cubicBezTo>
                <a:cubicBezTo>
                  <a:pt x="638384" y="839"/>
                  <a:pt x="640435" y="0"/>
                  <a:pt x="642868" y="0"/>
                </a:cubicBezTo>
                <a:moveTo>
                  <a:pt x="649911" y="40733"/>
                </a:moveTo>
                <a:lnTo>
                  <a:pt x="649911" y="103052"/>
                </a:lnTo>
                <a:cubicBezTo>
                  <a:pt x="649911" y="107906"/>
                  <a:pt x="650265" y="111138"/>
                  <a:pt x="650972" y="112747"/>
                </a:cubicBezTo>
                <a:cubicBezTo>
                  <a:pt x="651679" y="114356"/>
                  <a:pt x="652726" y="115555"/>
                  <a:pt x="654112" y="116345"/>
                </a:cubicBezTo>
                <a:cubicBezTo>
                  <a:pt x="655498" y="117136"/>
                  <a:pt x="658029" y="117531"/>
                  <a:pt x="661707" y="117531"/>
                </a:cubicBezTo>
                <a:lnTo>
                  <a:pt x="661707" y="120671"/>
                </a:lnTo>
                <a:lnTo>
                  <a:pt x="623944" y="120671"/>
                </a:lnTo>
                <a:lnTo>
                  <a:pt x="623944" y="117531"/>
                </a:lnTo>
                <a:cubicBezTo>
                  <a:pt x="627734" y="117531"/>
                  <a:pt x="630280" y="117164"/>
                  <a:pt x="631581" y="116430"/>
                </a:cubicBezTo>
                <a:cubicBezTo>
                  <a:pt x="632883" y="115697"/>
                  <a:pt x="633915" y="114483"/>
                  <a:pt x="634679" y="112789"/>
                </a:cubicBezTo>
                <a:cubicBezTo>
                  <a:pt x="635442" y="111096"/>
                  <a:pt x="635824" y="107850"/>
                  <a:pt x="635824" y="103052"/>
                </a:cubicBezTo>
                <a:lnTo>
                  <a:pt x="635824" y="73162"/>
                </a:lnTo>
                <a:cubicBezTo>
                  <a:pt x="635824" y="64751"/>
                  <a:pt x="635570" y="59304"/>
                  <a:pt x="635061" y="56822"/>
                </a:cubicBezTo>
                <a:cubicBezTo>
                  <a:pt x="634665" y="55015"/>
                  <a:pt x="634042" y="53759"/>
                  <a:pt x="633194" y="53053"/>
                </a:cubicBezTo>
                <a:cubicBezTo>
                  <a:pt x="632345" y="52348"/>
                  <a:pt x="631185" y="51995"/>
                  <a:pt x="629714" y="51995"/>
                </a:cubicBezTo>
                <a:cubicBezTo>
                  <a:pt x="628130" y="51995"/>
                  <a:pt x="626207" y="52419"/>
                  <a:pt x="623944" y="53265"/>
                </a:cubicBezTo>
                <a:lnTo>
                  <a:pt x="622756" y="50216"/>
                </a:lnTo>
                <a:lnTo>
                  <a:pt x="646177" y="40733"/>
                </a:lnTo>
                <a:lnTo>
                  <a:pt x="649911" y="40733"/>
                </a:lnTo>
                <a:close/>
                <a:moveTo>
                  <a:pt x="693982" y="17311"/>
                </a:moveTo>
                <a:lnTo>
                  <a:pt x="693982" y="42939"/>
                </a:lnTo>
                <a:lnTo>
                  <a:pt x="712142" y="42939"/>
                </a:lnTo>
                <a:lnTo>
                  <a:pt x="712142" y="48879"/>
                </a:lnTo>
                <a:lnTo>
                  <a:pt x="693982" y="48879"/>
                </a:lnTo>
                <a:lnTo>
                  <a:pt x="693982" y="99217"/>
                </a:lnTo>
                <a:cubicBezTo>
                  <a:pt x="693982" y="104247"/>
                  <a:pt x="694703" y="107638"/>
                  <a:pt x="696146" y="109390"/>
                </a:cubicBezTo>
                <a:cubicBezTo>
                  <a:pt x="697589" y="111140"/>
                  <a:pt x="699441" y="112015"/>
                  <a:pt x="701704" y="112015"/>
                </a:cubicBezTo>
                <a:cubicBezTo>
                  <a:pt x="703571" y="112015"/>
                  <a:pt x="705382" y="111435"/>
                  <a:pt x="707135" y="110275"/>
                </a:cubicBezTo>
                <a:cubicBezTo>
                  <a:pt x="708889" y="109116"/>
                  <a:pt x="710247" y="107404"/>
                  <a:pt x="711209" y="105141"/>
                </a:cubicBezTo>
                <a:lnTo>
                  <a:pt x="714518" y="105141"/>
                </a:lnTo>
                <a:cubicBezTo>
                  <a:pt x="712538" y="110701"/>
                  <a:pt x="709738" y="114906"/>
                  <a:pt x="706117" y="117756"/>
                </a:cubicBezTo>
                <a:cubicBezTo>
                  <a:pt x="702496" y="120604"/>
                  <a:pt x="698763" y="122028"/>
                  <a:pt x="694916" y="122028"/>
                </a:cubicBezTo>
                <a:cubicBezTo>
                  <a:pt x="692313" y="122028"/>
                  <a:pt x="689767" y="121306"/>
                  <a:pt x="687278" y="119862"/>
                </a:cubicBezTo>
                <a:cubicBezTo>
                  <a:pt x="684789" y="118417"/>
                  <a:pt x="682950" y="116351"/>
                  <a:pt x="681762" y="113662"/>
                </a:cubicBezTo>
                <a:cubicBezTo>
                  <a:pt x="680574" y="110971"/>
                  <a:pt x="679980" y="106822"/>
                  <a:pt x="679980" y="101214"/>
                </a:cubicBezTo>
                <a:lnTo>
                  <a:pt x="679980" y="48879"/>
                </a:lnTo>
                <a:lnTo>
                  <a:pt x="667676" y="48879"/>
                </a:lnTo>
                <a:lnTo>
                  <a:pt x="667676" y="46079"/>
                </a:lnTo>
                <a:cubicBezTo>
                  <a:pt x="670787" y="44831"/>
                  <a:pt x="673969" y="42717"/>
                  <a:pt x="677222" y="39738"/>
                </a:cubicBezTo>
                <a:cubicBezTo>
                  <a:pt x="680475" y="36759"/>
                  <a:pt x="683375" y="33227"/>
                  <a:pt x="685920" y="29141"/>
                </a:cubicBezTo>
                <a:cubicBezTo>
                  <a:pt x="687222" y="26986"/>
                  <a:pt x="689032" y="23043"/>
                  <a:pt x="691351" y="17311"/>
                </a:cubicBezTo>
                <a:lnTo>
                  <a:pt x="693982" y="17311"/>
                </a:lnTo>
                <a:close/>
                <a:moveTo>
                  <a:pt x="742551" y="0"/>
                </a:moveTo>
                <a:lnTo>
                  <a:pt x="742551" y="56941"/>
                </a:lnTo>
                <a:cubicBezTo>
                  <a:pt x="748831" y="50039"/>
                  <a:pt x="753809" y="45612"/>
                  <a:pt x="757487" y="43660"/>
                </a:cubicBezTo>
                <a:cubicBezTo>
                  <a:pt x="761164" y="41709"/>
                  <a:pt x="764841" y="40733"/>
                  <a:pt x="768518" y="40733"/>
                </a:cubicBezTo>
                <a:cubicBezTo>
                  <a:pt x="772931" y="40733"/>
                  <a:pt x="776722" y="41946"/>
                  <a:pt x="779890" y="44374"/>
                </a:cubicBezTo>
                <a:cubicBezTo>
                  <a:pt x="783058" y="46801"/>
                  <a:pt x="785405" y="50611"/>
                  <a:pt x="786933" y="55803"/>
                </a:cubicBezTo>
                <a:cubicBezTo>
                  <a:pt x="788008" y="59417"/>
                  <a:pt x="788545" y="66022"/>
                  <a:pt x="788545" y="75618"/>
                </a:cubicBezTo>
                <a:lnTo>
                  <a:pt x="788545" y="103052"/>
                </a:lnTo>
                <a:cubicBezTo>
                  <a:pt x="788545" y="107963"/>
                  <a:pt x="788941" y="111322"/>
                  <a:pt x="789733" y="113129"/>
                </a:cubicBezTo>
                <a:cubicBezTo>
                  <a:pt x="790299" y="114483"/>
                  <a:pt x="791261" y="115555"/>
                  <a:pt x="792619" y="116345"/>
                </a:cubicBezTo>
                <a:cubicBezTo>
                  <a:pt x="793976" y="117136"/>
                  <a:pt x="796466" y="117531"/>
                  <a:pt x="800086" y="117531"/>
                </a:cubicBezTo>
                <a:lnTo>
                  <a:pt x="800086" y="120671"/>
                </a:lnTo>
                <a:lnTo>
                  <a:pt x="761899" y="120671"/>
                </a:lnTo>
                <a:lnTo>
                  <a:pt x="761899" y="117531"/>
                </a:lnTo>
                <a:lnTo>
                  <a:pt x="763681" y="117531"/>
                </a:lnTo>
                <a:cubicBezTo>
                  <a:pt x="767302" y="117531"/>
                  <a:pt x="769820" y="116979"/>
                  <a:pt x="771234" y="115876"/>
                </a:cubicBezTo>
                <a:cubicBezTo>
                  <a:pt x="772648" y="114773"/>
                  <a:pt x="773638" y="113146"/>
                  <a:pt x="774204" y="110997"/>
                </a:cubicBezTo>
                <a:cubicBezTo>
                  <a:pt x="774374" y="110091"/>
                  <a:pt x="774459" y="107433"/>
                  <a:pt x="774459" y="103020"/>
                </a:cubicBezTo>
                <a:lnTo>
                  <a:pt x="774459" y="75525"/>
                </a:lnTo>
                <a:cubicBezTo>
                  <a:pt x="774459" y="67039"/>
                  <a:pt x="774020" y="61467"/>
                  <a:pt x="773143" y="58808"/>
                </a:cubicBezTo>
                <a:cubicBezTo>
                  <a:pt x="772266" y="56149"/>
                  <a:pt x="770866" y="54155"/>
                  <a:pt x="768943" y="52825"/>
                </a:cubicBezTo>
                <a:cubicBezTo>
                  <a:pt x="767019" y="51496"/>
                  <a:pt x="764700" y="50831"/>
                  <a:pt x="761984" y="50831"/>
                </a:cubicBezTo>
                <a:cubicBezTo>
                  <a:pt x="759212" y="50831"/>
                  <a:pt x="756327" y="51566"/>
                  <a:pt x="753328" y="53037"/>
                </a:cubicBezTo>
                <a:cubicBezTo>
                  <a:pt x="750330" y="54508"/>
                  <a:pt x="746738" y="57478"/>
                  <a:pt x="742551" y="61948"/>
                </a:cubicBezTo>
                <a:lnTo>
                  <a:pt x="742551" y="103020"/>
                </a:lnTo>
                <a:cubicBezTo>
                  <a:pt x="742551" y="108338"/>
                  <a:pt x="742848" y="111647"/>
                  <a:pt x="743442" y="112948"/>
                </a:cubicBezTo>
                <a:cubicBezTo>
                  <a:pt x="744036" y="114250"/>
                  <a:pt x="745140" y="115339"/>
                  <a:pt x="746752" y="116216"/>
                </a:cubicBezTo>
                <a:cubicBezTo>
                  <a:pt x="748364" y="117092"/>
                  <a:pt x="751150" y="117531"/>
                  <a:pt x="755111" y="117531"/>
                </a:cubicBezTo>
                <a:lnTo>
                  <a:pt x="755111" y="120671"/>
                </a:lnTo>
                <a:lnTo>
                  <a:pt x="716584" y="120671"/>
                </a:lnTo>
                <a:lnTo>
                  <a:pt x="716584" y="117531"/>
                </a:lnTo>
                <a:cubicBezTo>
                  <a:pt x="720035" y="117531"/>
                  <a:pt x="722751" y="116993"/>
                  <a:pt x="724731" y="115919"/>
                </a:cubicBezTo>
                <a:cubicBezTo>
                  <a:pt x="725862" y="115355"/>
                  <a:pt x="726767" y="114281"/>
                  <a:pt x="727446" y="112699"/>
                </a:cubicBezTo>
                <a:cubicBezTo>
                  <a:pt x="728125" y="111115"/>
                  <a:pt x="728465" y="107892"/>
                  <a:pt x="728465" y="103030"/>
                </a:cubicBezTo>
                <a:lnTo>
                  <a:pt x="728465" y="32732"/>
                </a:lnTo>
                <a:cubicBezTo>
                  <a:pt x="728465" y="23857"/>
                  <a:pt x="728252" y="18402"/>
                  <a:pt x="727828" y="16367"/>
                </a:cubicBezTo>
                <a:cubicBezTo>
                  <a:pt x="727404" y="14331"/>
                  <a:pt x="726753" y="12946"/>
                  <a:pt x="725876" y="12212"/>
                </a:cubicBezTo>
                <a:cubicBezTo>
                  <a:pt x="724999" y="11476"/>
                  <a:pt x="723826" y="11109"/>
                  <a:pt x="722355" y="11109"/>
                </a:cubicBezTo>
                <a:cubicBezTo>
                  <a:pt x="721167" y="11109"/>
                  <a:pt x="719243" y="11561"/>
                  <a:pt x="716584" y="12466"/>
                </a:cubicBezTo>
                <a:lnTo>
                  <a:pt x="715396" y="9496"/>
                </a:lnTo>
                <a:lnTo>
                  <a:pt x="738648" y="0"/>
                </a:lnTo>
                <a:lnTo>
                  <a:pt x="742551" y="0"/>
                </a:lnTo>
                <a:close/>
                <a:moveTo>
                  <a:pt x="819689" y="72301"/>
                </a:moveTo>
                <a:cubicBezTo>
                  <a:pt x="819632" y="83815"/>
                  <a:pt x="822433" y="92846"/>
                  <a:pt x="828090" y="99395"/>
                </a:cubicBezTo>
                <a:cubicBezTo>
                  <a:pt x="833747" y="105941"/>
                  <a:pt x="840395" y="109215"/>
                  <a:pt x="848032" y="109215"/>
                </a:cubicBezTo>
                <a:cubicBezTo>
                  <a:pt x="853124" y="109215"/>
                  <a:pt x="857551" y="107814"/>
                  <a:pt x="861313" y="105014"/>
                </a:cubicBezTo>
                <a:cubicBezTo>
                  <a:pt x="865075" y="102214"/>
                  <a:pt x="868229" y="97419"/>
                  <a:pt x="870775" y="90630"/>
                </a:cubicBezTo>
                <a:lnTo>
                  <a:pt x="873405" y="92327"/>
                </a:lnTo>
                <a:cubicBezTo>
                  <a:pt x="872217" y="100078"/>
                  <a:pt x="868766" y="107136"/>
                  <a:pt x="863052" y="113500"/>
                </a:cubicBezTo>
                <a:cubicBezTo>
                  <a:pt x="857338" y="119864"/>
                  <a:pt x="850182" y="123047"/>
                  <a:pt x="841583" y="123047"/>
                </a:cubicBezTo>
                <a:cubicBezTo>
                  <a:pt x="832248" y="123047"/>
                  <a:pt x="824257" y="119420"/>
                  <a:pt x="817610" y="112166"/>
                </a:cubicBezTo>
                <a:cubicBezTo>
                  <a:pt x="810963" y="104911"/>
                  <a:pt x="807639" y="95157"/>
                  <a:pt x="807639" y="82905"/>
                </a:cubicBezTo>
                <a:cubicBezTo>
                  <a:pt x="807639" y="69639"/>
                  <a:pt x="811047" y="59294"/>
                  <a:pt x="817865" y="51871"/>
                </a:cubicBezTo>
                <a:cubicBezTo>
                  <a:pt x="824682" y="44445"/>
                  <a:pt x="833238" y="40733"/>
                  <a:pt x="843535" y="40733"/>
                </a:cubicBezTo>
                <a:cubicBezTo>
                  <a:pt x="852247" y="40733"/>
                  <a:pt x="859403" y="43597"/>
                  <a:pt x="865004" y="49325"/>
                </a:cubicBezTo>
                <a:cubicBezTo>
                  <a:pt x="870605" y="55051"/>
                  <a:pt x="873405" y="62710"/>
                  <a:pt x="873405" y="72301"/>
                </a:cubicBezTo>
                <a:lnTo>
                  <a:pt x="819689" y="72301"/>
                </a:lnTo>
                <a:moveTo>
                  <a:pt x="819689" y="67379"/>
                </a:moveTo>
                <a:lnTo>
                  <a:pt x="855670" y="67379"/>
                </a:lnTo>
                <a:cubicBezTo>
                  <a:pt x="855387" y="62400"/>
                  <a:pt x="854793" y="58893"/>
                  <a:pt x="853887" y="56856"/>
                </a:cubicBezTo>
                <a:cubicBezTo>
                  <a:pt x="852473" y="53688"/>
                  <a:pt x="850366" y="51199"/>
                  <a:pt x="847565" y="49388"/>
                </a:cubicBezTo>
                <a:cubicBezTo>
                  <a:pt x="844765" y="47578"/>
                  <a:pt x="841837" y="46673"/>
                  <a:pt x="838782" y="46673"/>
                </a:cubicBezTo>
                <a:cubicBezTo>
                  <a:pt x="834087" y="46673"/>
                  <a:pt x="829886" y="48497"/>
                  <a:pt x="826181" y="52146"/>
                </a:cubicBezTo>
                <a:cubicBezTo>
                  <a:pt x="822475" y="55795"/>
                  <a:pt x="820311" y="60873"/>
                  <a:pt x="819689" y="67379"/>
                </a:cubicBezTo>
                <a:close/>
                <a:moveTo>
                  <a:pt x="906527" y="40733"/>
                </a:moveTo>
                <a:lnTo>
                  <a:pt x="906527" y="58214"/>
                </a:lnTo>
                <a:cubicBezTo>
                  <a:pt x="913033" y="46560"/>
                  <a:pt x="919709" y="40733"/>
                  <a:pt x="926554" y="40733"/>
                </a:cubicBezTo>
                <a:cubicBezTo>
                  <a:pt x="929666" y="40733"/>
                  <a:pt x="932240" y="41680"/>
                  <a:pt x="934276" y="43576"/>
                </a:cubicBezTo>
                <a:cubicBezTo>
                  <a:pt x="936313" y="45471"/>
                  <a:pt x="937331" y="47663"/>
                  <a:pt x="937331" y="50152"/>
                </a:cubicBezTo>
                <a:cubicBezTo>
                  <a:pt x="937331" y="52359"/>
                  <a:pt x="936596" y="54225"/>
                  <a:pt x="935125" y="55753"/>
                </a:cubicBezTo>
                <a:cubicBezTo>
                  <a:pt x="933654" y="57280"/>
                  <a:pt x="931900" y="58044"/>
                  <a:pt x="929864" y="58044"/>
                </a:cubicBezTo>
                <a:cubicBezTo>
                  <a:pt x="927884" y="58044"/>
                  <a:pt x="925663" y="57068"/>
                  <a:pt x="923202" y="55116"/>
                </a:cubicBezTo>
                <a:cubicBezTo>
                  <a:pt x="920741" y="53165"/>
                  <a:pt x="918917" y="52189"/>
                  <a:pt x="917729" y="52189"/>
                </a:cubicBezTo>
                <a:cubicBezTo>
                  <a:pt x="916710" y="52189"/>
                  <a:pt x="915607" y="52753"/>
                  <a:pt x="914419" y="53881"/>
                </a:cubicBezTo>
                <a:cubicBezTo>
                  <a:pt x="911873" y="56195"/>
                  <a:pt x="909243" y="60004"/>
                  <a:pt x="906527" y="65308"/>
                </a:cubicBezTo>
                <a:lnTo>
                  <a:pt x="906527" y="102466"/>
                </a:lnTo>
                <a:cubicBezTo>
                  <a:pt x="906527" y="106753"/>
                  <a:pt x="907065" y="109997"/>
                  <a:pt x="908140" y="112198"/>
                </a:cubicBezTo>
                <a:cubicBezTo>
                  <a:pt x="908875" y="113722"/>
                  <a:pt x="910176" y="114992"/>
                  <a:pt x="912043" y="116009"/>
                </a:cubicBezTo>
                <a:cubicBezTo>
                  <a:pt x="913910" y="117023"/>
                  <a:pt x="916597" y="117531"/>
                  <a:pt x="920105" y="117531"/>
                </a:cubicBezTo>
                <a:lnTo>
                  <a:pt x="920105" y="120671"/>
                </a:lnTo>
                <a:lnTo>
                  <a:pt x="880306" y="120671"/>
                </a:lnTo>
                <a:lnTo>
                  <a:pt x="880306" y="117531"/>
                </a:lnTo>
                <a:cubicBezTo>
                  <a:pt x="884266" y="117531"/>
                  <a:pt x="887207" y="116910"/>
                  <a:pt x="889131" y="115669"/>
                </a:cubicBezTo>
                <a:cubicBezTo>
                  <a:pt x="890545" y="114766"/>
                  <a:pt x="891535" y="113326"/>
                  <a:pt x="892101" y="111349"/>
                </a:cubicBezTo>
                <a:cubicBezTo>
                  <a:pt x="892384" y="110389"/>
                  <a:pt x="892525" y="107652"/>
                  <a:pt x="892525" y="103136"/>
                </a:cubicBezTo>
                <a:lnTo>
                  <a:pt x="892525" y="73078"/>
                </a:lnTo>
                <a:cubicBezTo>
                  <a:pt x="892525" y="64045"/>
                  <a:pt x="892341" y="58669"/>
                  <a:pt x="891974" y="56949"/>
                </a:cubicBezTo>
                <a:cubicBezTo>
                  <a:pt x="891606" y="55227"/>
                  <a:pt x="890927" y="53971"/>
                  <a:pt x="889937" y="53181"/>
                </a:cubicBezTo>
                <a:cubicBezTo>
                  <a:pt x="888947" y="52390"/>
                  <a:pt x="887717" y="51995"/>
                  <a:pt x="886246" y="51995"/>
                </a:cubicBezTo>
                <a:cubicBezTo>
                  <a:pt x="884492" y="51995"/>
                  <a:pt x="882512" y="52419"/>
                  <a:pt x="880306" y="53265"/>
                </a:cubicBezTo>
                <a:lnTo>
                  <a:pt x="879457" y="50216"/>
                </a:lnTo>
                <a:lnTo>
                  <a:pt x="902963" y="40733"/>
                </a:lnTo>
                <a:lnTo>
                  <a:pt x="906527" y="40733"/>
                </a:lnTo>
                <a:close/>
                <a:moveTo>
                  <a:pt x="1051127" y="91139"/>
                </a:moveTo>
                <a:cubicBezTo>
                  <a:pt x="1049033" y="101379"/>
                  <a:pt x="1044932" y="109257"/>
                  <a:pt x="1038822" y="114773"/>
                </a:cubicBezTo>
                <a:cubicBezTo>
                  <a:pt x="1032712" y="120289"/>
                  <a:pt x="1025952" y="123047"/>
                  <a:pt x="1018541" y="123047"/>
                </a:cubicBezTo>
                <a:cubicBezTo>
                  <a:pt x="1009715" y="123047"/>
                  <a:pt x="1002021" y="119346"/>
                  <a:pt x="995459" y="111943"/>
                </a:cubicBezTo>
                <a:cubicBezTo>
                  <a:pt x="988896" y="104539"/>
                  <a:pt x="985615" y="94536"/>
                  <a:pt x="985615" y="81932"/>
                </a:cubicBezTo>
                <a:cubicBezTo>
                  <a:pt x="985615" y="69725"/>
                  <a:pt x="989250" y="59807"/>
                  <a:pt x="996519" y="52178"/>
                </a:cubicBezTo>
                <a:cubicBezTo>
                  <a:pt x="1003789" y="44548"/>
                  <a:pt x="1012515" y="40733"/>
                  <a:pt x="1022699" y="40733"/>
                </a:cubicBezTo>
                <a:cubicBezTo>
                  <a:pt x="1030336" y="40733"/>
                  <a:pt x="1036616" y="42749"/>
                  <a:pt x="1041538" y="46782"/>
                </a:cubicBezTo>
                <a:cubicBezTo>
                  <a:pt x="1046459" y="50812"/>
                  <a:pt x="1048920" y="54999"/>
                  <a:pt x="1048920" y="59341"/>
                </a:cubicBezTo>
                <a:cubicBezTo>
                  <a:pt x="1048920" y="61484"/>
                  <a:pt x="1048227" y="63218"/>
                  <a:pt x="1046841" y="64544"/>
                </a:cubicBezTo>
                <a:cubicBezTo>
                  <a:pt x="1045455" y="65868"/>
                  <a:pt x="1043518" y="66530"/>
                  <a:pt x="1041028" y="66530"/>
                </a:cubicBezTo>
                <a:cubicBezTo>
                  <a:pt x="1037691" y="66530"/>
                  <a:pt x="1035173" y="65455"/>
                  <a:pt x="1033476" y="63305"/>
                </a:cubicBezTo>
                <a:cubicBezTo>
                  <a:pt x="1032514" y="62117"/>
                  <a:pt x="1031878" y="59854"/>
                  <a:pt x="1031567" y="56517"/>
                </a:cubicBezTo>
                <a:cubicBezTo>
                  <a:pt x="1031255" y="53179"/>
                  <a:pt x="1030110" y="50633"/>
                  <a:pt x="1028130" y="48879"/>
                </a:cubicBezTo>
                <a:cubicBezTo>
                  <a:pt x="1026150" y="47182"/>
                  <a:pt x="1023406" y="46333"/>
                  <a:pt x="1019898" y="46333"/>
                </a:cubicBezTo>
                <a:cubicBezTo>
                  <a:pt x="1014241" y="46333"/>
                  <a:pt x="1009687" y="48427"/>
                  <a:pt x="1006236" y="52613"/>
                </a:cubicBezTo>
                <a:cubicBezTo>
                  <a:pt x="1001653" y="58157"/>
                  <a:pt x="999362" y="65483"/>
                  <a:pt x="999362" y="74592"/>
                </a:cubicBezTo>
                <a:cubicBezTo>
                  <a:pt x="999362" y="83870"/>
                  <a:pt x="1001639" y="92059"/>
                  <a:pt x="1006193" y="99159"/>
                </a:cubicBezTo>
                <a:cubicBezTo>
                  <a:pt x="1010748" y="106259"/>
                  <a:pt x="1016900" y="109809"/>
                  <a:pt x="1024650" y="109809"/>
                </a:cubicBezTo>
                <a:cubicBezTo>
                  <a:pt x="1030195" y="109809"/>
                  <a:pt x="1035173" y="107913"/>
                  <a:pt x="1039586" y="104123"/>
                </a:cubicBezTo>
                <a:cubicBezTo>
                  <a:pt x="1042697" y="101521"/>
                  <a:pt x="1045724" y="96797"/>
                  <a:pt x="1048666" y="89951"/>
                </a:cubicBezTo>
                <a:lnTo>
                  <a:pt x="1051127" y="91139"/>
                </a:lnTo>
                <a:close/>
                <a:moveTo>
                  <a:pt x="1100287" y="40733"/>
                </a:moveTo>
                <a:cubicBezTo>
                  <a:pt x="1112054" y="40733"/>
                  <a:pt x="1121502" y="45198"/>
                  <a:pt x="1128630" y="54127"/>
                </a:cubicBezTo>
                <a:cubicBezTo>
                  <a:pt x="1134684" y="61756"/>
                  <a:pt x="1137710" y="70516"/>
                  <a:pt x="1137710" y="80407"/>
                </a:cubicBezTo>
                <a:cubicBezTo>
                  <a:pt x="1137710" y="87359"/>
                  <a:pt x="1136041" y="94395"/>
                  <a:pt x="1132704" y="101516"/>
                </a:cubicBezTo>
                <a:cubicBezTo>
                  <a:pt x="1129366" y="108636"/>
                  <a:pt x="1124769" y="114004"/>
                  <a:pt x="1118914" y="117621"/>
                </a:cubicBezTo>
                <a:cubicBezTo>
                  <a:pt x="1113059" y="121238"/>
                  <a:pt x="1106538" y="123047"/>
                  <a:pt x="1099354" y="123047"/>
                </a:cubicBezTo>
                <a:cubicBezTo>
                  <a:pt x="1087643" y="123047"/>
                  <a:pt x="1078337" y="118384"/>
                  <a:pt x="1071435" y="109058"/>
                </a:cubicBezTo>
                <a:cubicBezTo>
                  <a:pt x="1065608" y="101203"/>
                  <a:pt x="1062694" y="92388"/>
                  <a:pt x="1062694" y="82611"/>
                </a:cubicBezTo>
                <a:cubicBezTo>
                  <a:pt x="1062694" y="75490"/>
                  <a:pt x="1064462" y="68411"/>
                  <a:pt x="1067998" y="61375"/>
                </a:cubicBezTo>
                <a:cubicBezTo>
                  <a:pt x="1071534" y="54339"/>
                  <a:pt x="1076187" y="49139"/>
                  <a:pt x="1081957" y="45777"/>
                </a:cubicBezTo>
                <a:cubicBezTo>
                  <a:pt x="1087728" y="42414"/>
                  <a:pt x="1093838" y="40733"/>
                  <a:pt x="1100287" y="40733"/>
                </a:cubicBezTo>
                <a:moveTo>
                  <a:pt x="1097656" y="46333"/>
                </a:moveTo>
                <a:cubicBezTo>
                  <a:pt x="1094658" y="46333"/>
                  <a:pt x="1091646" y="47224"/>
                  <a:pt x="1088619" y="49004"/>
                </a:cubicBezTo>
                <a:cubicBezTo>
                  <a:pt x="1085592" y="50784"/>
                  <a:pt x="1083145" y="53906"/>
                  <a:pt x="1081279" y="58370"/>
                </a:cubicBezTo>
                <a:cubicBezTo>
                  <a:pt x="1079412" y="62834"/>
                  <a:pt x="1078478" y="68569"/>
                  <a:pt x="1078478" y="75576"/>
                </a:cubicBezTo>
                <a:cubicBezTo>
                  <a:pt x="1078478" y="86876"/>
                  <a:pt x="1080727" y="96624"/>
                  <a:pt x="1085225" y="104818"/>
                </a:cubicBezTo>
                <a:cubicBezTo>
                  <a:pt x="1089722" y="113010"/>
                  <a:pt x="1095648" y="117107"/>
                  <a:pt x="1103003" y="117107"/>
                </a:cubicBezTo>
                <a:cubicBezTo>
                  <a:pt x="1108490" y="117107"/>
                  <a:pt x="1113016" y="114846"/>
                  <a:pt x="1116580" y="110326"/>
                </a:cubicBezTo>
                <a:cubicBezTo>
                  <a:pt x="1120144" y="105805"/>
                  <a:pt x="1121926" y="98036"/>
                  <a:pt x="1121926" y="87018"/>
                </a:cubicBezTo>
                <a:cubicBezTo>
                  <a:pt x="1121926" y="73230"/>
                  <a:pt x="1118956" y="62381"/>
                  <a:pt x="1113016" y="54469"/>
                </a:cubicBezTo>
                <a:cubicBezTo>
                  <a:pt x="1108999" y="49045"/>
                  <a:pt x="1103880" y="46333"/>
                  <a:pt x="1097656" y="46333"/>
                </a:cubicBezTo>
                <a:close/>
                <a:moveTo>
                  <a:pt x="1171824" y="57196"/>
                </a:moveTo>
                <a:cubicBezTo>
                  <a:pt x="1180932" y="46220"/>
                  <a:pt x="1189616" y="40733"/>
                  <a:pt x="1197876" y="40733"/>
                </a:cubicBezTo>
                <a:cubicBezTo>
                  <a:pt x="1202119" y="40733"/>
                  <a:pt x="1205767" y="41792"/>
                  <a:pt x="1208822" y="43910"/>
                </a:cubicBezTo>
                <a:cubicBezTo>
                  <a:pt x="1211877" y="46026"/>
                  <a:pt x="1214310" y="49511"/>
                  <a:pt x="1216120" y="54366"/>
                </a:cubicBezTo>
                <a:cubicBezTo>
                  <a:pt x="1217365" y="57752"/>
                  <a:pt x="1217987" y="62945"/>
                  <a:pt x="1217987" y="69946"/>
                </a:cubicBezTo>
                <a:lnTo>
                  <a:pt x="1217987" y="103052"/>
                </a:lnTo>
                <a:cubicBezTo>
                  <a:pt x="1217987" y="107963"/>
                  <a:pt x="1218383" y="111294"/>
                  <a:pt x="1219175" y="113044"/>
                </a:cubicBezTo>
                <a:cubicBezTo>
                  <a:pt x="1219798" y="114455"/>
                  <a:pt x="1220802" y="115555"/>
                  <a:pt x="1222188" y="116345"/>
                </a:cubicBezTo>
                <a:cubicBezTo>
                  <a:pt x="1223574" y="117136"/>
                  <a:pt x="1226134" y="117531"/>
                  <a:pt x="1229868" y="117531"/>
                </a:cubicBezTo>
                <a:lnTo>
                  <a:pt x="1229868" y="120671"/>
                </a:lnTo>
                <a:lnTo>
                  <a:pt x="1191426" y="120671"/>
                </a:lnTo>
                <a:lnTo>
                  <a:pt x="1191426" y="117531"/>
                </a:lnTo>
                <a:lnTo>
                  <a:pt x="1193039" y="117531"/>
                </a:lnTo>
                <a:cubicBezTo>
                  <a:pt x="1196659" y="117531"/>
                  <a:pt x="1199191" y="116982"/>
                  <a:pt x="1200633" y="115884"/>
                </a:cubicBezTo>
                <a:cubicBezTo>
                  <a:pt x="1202076" y="114786"/>
                  <a:pt x="1203080" y="113169"/>
                  <a:pt x="1203646" y="111031"/>
                </a:cubicBezTo>
                <a:cubicBezTo>
                  <a:pt x="1203872" y="110186"/>
                  <a:pt x="1203985" y="107540"/>
                  <a:pt x="1203985" y="103094"/>
                </a:cubicBezTo>
                <a:lnTo>
                  <a:pt x="1203985" y="71433"/>
                </a:lnTo>
                <a:cubicBezTo>
                  <a:pt x="1203985" y="64399"/>
                  <a:pt x="1203066" y="59291"/>
                  <a:pt x="1201227" y="56111"/>
                </a:cubicBezTo>
                <a:cubicBezTo>
                  <a:pt x="1199389" y="52930"/>
                  <a:pt x="1196291" y="51340"/>
                  <a:pt x="1191935" y="51340"/>
                </a:cubicBezTo>
                <a:cubicBezTo>
                  <a:pt x="1185203" y="51340"/>
                  <a:pt x="1178499" y="54999"/>
                  <a:pt x="1171824" y="62316"/>
                </a:cubicBezTo>
                <a:lnTo>
                  <a:pt x="1171824" y="103094"/>
                </a:lnTo>
                <a:cubicBezTo>
                  <a:pt x="1171824" y="108329"/>
                  <a:pt x="1172135" y="111565"/>
                  <a:pt x="1172757" y="112803"/>
                </a:cubicBezTo>
                <a:cubicBezTo>
                  <a:pt x="1173549" y="114434"/>
                  <a:pt x="1174638" y="115630"/>
                  <a:pt x="1176024" y="116391"/>
                </a:cubicBezTo>
                <a:cubicBezTo>
                  <a:pt x="1177410" y="117151"/>
                  <a:pt x="1180225" y="117531"/>
                  <a:pt x="1184468" y="117531"/>
                </a:cubicBezTo>
                <a:lnTo>
                  <a:pt x="1184468" y="120671"/>
                </a:lnTo>
                <a:lnTo>
                  <a:pt x="1146026" y="120671"/>
                </a:lnTo>
                <a:lnTo>
                  <a:pt x="1146026" y="117531"/>
                </a:lnTo>
                <a:lnTo>
                  <a:pt x="1147723" y="117531"/>
                </a:lnTo>
                <a:cubicBezTo>
                  <a:pt x="1151684" y="117531"/>
                  <a:pt x="1154357" y="116529"/>
                  <a:pt x="1155743" y="114526"/>
                </a:cubicBezTo>
                <a:cubicBezTo>
                  <a:pt x="1157129" y="112521"/>
                  <a:pt x="1157822" y="108697"/>
                  <a:pt x="1157822" y="103052"/>
                </a:cubicBezTo>
                <a:lnTo>
                  <a:pt x="1157822" y="74263"/>
                </a:lnTo>
                <a:cubicBezTo>
                  <a:pt x="1157822" y="64950"/>
                  <a:pt x="1157610" y="59277"/>
                  <a:pt x="1157185" y="57246"/>
                </a:cubicBezTo>
                <a:cubicBezTo>
                  <a:pt x="1156761" y="55213"/>
                  <a:pt x="1156110" y="53829"/>
                  <a:pt x="1155233" y="53096"/>
                </a:cubicBezTo>
                <a:cubicBezTo>
                  <a:pt x="1154357" y="52362"/>
                  <a:pt x="1153183" y="51995"/>
                  <a:pt x="1151712" y="51995"/>
                </a:cubicBezTo>
                <a:cubicBezTo>
                  <a:pt x="1150128" y="51995"/>
                  <a:pt x="1148233" y="52419"/>
                  <a:pt x="1146026" y="53265"/>
                </a:cubicBezTo>
                <a:lnTo>
                  <a:pt x="1144753" y="50216"/>
                </a:lnTo>
                <a:lnTo>
                  <a:pt x="1168175" y="40733"/>
                </a:lnTo>
                <a:lnTo>
                  <a:pt x="1171824" y="40733"/>
                </a:lnTo>
                <a:lnTo>
                  <a:pt x="1171824" y="57196"/>
                </a:lnTo>
                <a:close/>
                <a:moveTo>
                  <a:pt x="1266442" y="48879"/>
                </a:moveTo>
                <a:lnTo>
                  <a:pt x="1266442" y="100029"/>
                </a:lnTo>
                <a:cubicBezTo>
                  <a:pt x="1266442" y="107279"/>
                  <a:pt x="1267234" y="111866"/>
                  <a:pt x="1268818" y="113792"/>
                </a:cubicBezTo>
                <a:cubicBezTo>
                  <a:pt x="1270912" y="116284"/>
                  <a:pt x="1273712" y="117531"/>
                  <a:pt x="1277220" y="117531"/>
                </a:cubicBezTo>
                <a:lnTo>
                  <a:pt x="1284263" y="117531"/>
                </a:lnTo>
                <a:lnTo>
                  <a:pt x="1284263" y="120671"/>
                </a:lnTo>
                <a:lnTo>
                  <a:pt x="1237845" y="120671"/>
                </a:lnTo>
                <a:lnTo>
                  <a:pt x="1237845" y="117531"/>
                </a:lnTo>
                <a:lnTo>
                  <a:pt x="1241324" y="117531"/>
                </a:lnTo>
                <a:cubicBezTo>
                  <a:pt x="1243587" y="117531"/>
                  <a:pt x="1245652" y="116964"/>
                  <a:pt x="1247519" y="115831"/>
                </a:cubicBezTo>
                <a:cubicBezTo>
                  <a:pt x="1249386" y="114698"/>
                  <a:pt x="1250673" y="113169"/>
                  <a:pt x="1251380" y="111243"/>
                </a:cubicBezTo>
                <a:cubicBezTo>
                  <a:pt x="1252087" y="109318"/>
                  <a:pt x="1252441" y="105580"/>
                  <a:pt x="1252441" y="100029"/>
                </a:cubicBezTo>
                <a:lnTo>
                  <a:pt x="1252441" y="48879"/>
                </a:lnTo>
                <a:lnTo>
                  <a:pt x="1237335" y="48879"/>
                </a:lnTo>
                <a:lnTo>
                  <a:pt x="1237335" y="42939"/>
                </a:lnTo>
                <a:lnTo>
                  <a:pt x="1252441" y="42939"/>
                </a:lnTo>
                <a:lnTo>
                  <a:pt x="1252441" y="37826"/>
                </a:lnTo>
                <a:cubicBezTo>
                  <a:pt x="1252441" y="30046"/>
                  <a:pt x="1253685" y="23458"/>
                  <a:pt x="1256174" y="18062"/>
                </a:cubicBezTo>
                <a:cubicBezTo>
                  <a:pt x="1258664" y="12666"/>
                  <a:pt x="1262468" y="8307"/>
                  <a:pt x="1267588" y="4986"/>
                </a:cubicBezTo>
                <a:cubicBezTo>
                  <a:pt x="1272708" y="1662"/>
                  <a:pt x="1278464" y="0"/>
                  <a:pt x="1284857" y="0"/>
                </a:cubicBezTo>
                <a:cubicBezTo>
                  <a:pt x="1290797" y="0"/>
                  <a:pt x="1296256" y="1923"/>
                  <a:pt x="1301235" y="5770"/>
                </a:cubicBezTo>
                <a:cubicBezTo>
                  <a:pt x="1304516" y="8316"/>
                  <a:pt x="1306157" y="11173"/>
                  <a:pt x="1306157" y="14341"/>
                </a:cubicBezTo>
                <a:cubicBezTo>
                  <a:pt x="1306157" y="16039"/>
                  <a:pt x="1305421" y="17637"/>
                  <a:pt x="1303950" y="19136"/>
                </a:cubicBezTo>
                <a:cubicBezTo>
                  <a:pt x="1302480" y="20635"/>
                  <a:pt x="1300895" y="21385"/>
                  <a:pt x="1299198" y="21385"/>
                </a:cubicBezTo>
                <a:cubicBezTo>
                  <a:pt x="1297897" y="21385"/>
                  <a:pt x="1296525" y="20913"/>
                  <a:pt x="1295083" y="19969"/>
                </a:cubicBezTo>
                <a:cubicBezTo>
                  <a:pt x="1293640" y="19025"/>
                  <a:pt x="1291872" y="16994"/>
                  <a:pt x="1289779" y="13877"/>
                </a:cubicBezTo>
                <a:cubicBezTo>
                  <a:pt x="1287686" y="10760"/>
                  <a:pt x="1285762" y="8658"/>
                  <a:pt x="1284008" y="7571"/>
                </a:cubicBezTo>
                <a:cubicBezTo>
                  <a:pt x="1282255" y="6484"/>
                  <a:pt x="1280303" y="5940"/>
                  <a:pt x="1278153" y="5940"/>
                </a:cubicBezTo>
                <a:cubicBezTo>
                  <a:pt x="1275551" y="5940"/>
                  <a:pt x="1273344" y="6640"/>
                  <a:pt x="1271534" y="8040"/>
                </a:cubicBezTo>
                <a:cubicBezTo>
                  <a:pt x="1269724" y="9439"/>
                  <a:pt x="1268422" y="11608"/>
                  <a:pt x="1267630" y="14548"/>
                </a:cubicBezTo>
                <a:cubicBezTo>
                  <a:pt x="1266838" y="17488"/>
                  <a:pt x="1266442" y="25067"/>
                  <a:pt x="1266442" y="37285"/>
                </a:cubicBezTo>
                <a:lnTo>
                  <a:pt x="1266442" y="42939"/>
                </a:lnTo>
                <a:lnTo>
                  <a:pt x="1286469" y="42939"/>
                </a:lnTo>
                <a:lnTo>
                  <a:pt x="1286469" y="48879"/>
                </a:lnTo>
                <a:lnTo>
                  <a:pt x="1266442" y="48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irma">
            <a:extLst xmlns:a="http://schemas.openxmlformats.org/drawingml/2006/main">
              <a:ext uri="{FF2B5EF4-FFF2-40B4-BE49-F238E27FC236}">
                <a16:creationId xmlns:a16="http://schemas.microsoft.com/office/drawing/2014/main" id="{9FDFF1A7-0434-40D4-A16A-40FE8127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300" y="5925179"/>
            <a:ext cx="356553" cy="122368"/>
          </a:xfrm>
          <a:custGeom xmlns:a="http://schemas.openxmlformats.org/drawingml/2006/main">
            <a:pathLst>
              <a:path w="356553" h="122368">
                <a:moveTo>
                  <a:pt x="20112" y="0"/>
                </a:moveTo>
                <a:cubicBezTo>
                  <a:pt x="22488" y="0"/>
                  <a:pt x="24510" y="839"/>
                  <a:pt x="26179" y="2517"/>
                </a:cubicBezTo>
                <a:cubicBezTo>
                  <a:pt x="27848" y="4193"/>
                  <a:pt x="28683" y="6225"/>
                  <a:pt x="28683" y="8613"/>
                </a:cubicBezTo>
                <a:cubicBezTo>
                  <a:pt x="28683" y="11002"/>
                  <a:pt x="27848" y="13049"/>
                  <a:pt x="26179" y="14755"/>
                </a:cubicBezTo>
                <a:cubicBezTo>
                  <a:pt x="24510" y="16459"/>
                  <a:pt x="22488" y="17311"/>
                  <a:pt x="20112" y="17311"/>
                </a:cubicBezTo>
                <a:cubicBezTo>
                  <a:pt x="17736" y="17311"/>
                  <a:pt x="15699" y="16459"/>
                  <a:pt x="14002" y="14755"/>
                </a:cubicBezTo>
                <a:cubicBezTo>
                  <a:pt x="12305" y="13049"/>
                  <a:pt x="11456" y="11002"/>
                  <a:pt x="11456" y="8613"/>
                </a:cubicBezTo>
                <a:cubicBezTo>
                  <a:pt x="11456" y="6225"/>
                  <a:pt x="12291" y="4193"/>
                  <a:pt x="13959" y="2517"/>
                </a:cubicBezTo>
                <a:cubicBezTo>
                  <a:pt x="15628" y="839"/>
                  <a:pt x="17679" y="0"/>
                  <a:pt x="20112" y="0"/>
                </a:cubicBezTo>
                <a:moveTo>
                  <a:pt x="27155" y="40733"/>
                </a:moveTo>
                <a:lnTo>
                  <a:pt x="27155" y="103052"/>
                </a:lnTo>
                <a:cubicBezTo>
                  <a:pt x="27155" y="107906"/>
                  <a:pt x="27509" y="111138"/>
                  <a:pt x="28216" y="112747"/>
                </a:cubicBezTo>
                <a:cubicBezTo>
                  <a:pt x="28923" y="114356"/>
                  <a:pt x="29970" y="115555"/>
                  <a:pt x="31356" y="116345"/>
                </a:cubicBezTo>
                <a:cubicBezTo>
                  <a:pt x="32742" y="117136"/>
                  <a:pt x="35273" y="117531"/>
                  <a:pt x="38951" y="117531"/>
                </a:cubicBezTo>
                <a:lnTo>
                  <a:pt x="38951" y="120671"/>
                </a:lnTo>
                <a:lnTo>
                  <a:pt x="1188" y="120671"/>
                </a:lnTo>
                <a:lnTo>
                  <a:pt x="1188" y="117531"/>
                </a:lnTo>
                <a:cubicBezTo>
                  <a:pt x="4978" y="117531"/>
                  <a:pt x="7524" y="117164"/>
                  <a:pt x="8825" y="116430"/>
                </a:cubicBezTo>
                <a:cubicBezTo>
                  <a:pt x="10127" y="115697"/>
                  <a:pt x="11159" y="114483"/>
                  <a:pt x="11923" y="112789"/>
                </a:cubicBezTo>
                <a:cubicBezTo>
                  <a:pt x="12687" y="111096"/>
                  <a:pt x="13068" y="107850"/>
                  <a:pt x="13068" y="103052"/>
                </a:cubicBezTo>
                <a:lnTo>
                  <a:pt x="13068" y="73162"/>
                </a:lnTo>
                <a:cubicBezTo>
                  <a:pt x="13068" y="64751"/>
                  <a:pt x="12814" y="59304"/>
                  <a:pt x="12305" y="56822"/>
                </a:cubicBezTo>
                <a:cubicBezTo>
                  <a:pt x="11909" y="55015"/>
                  <a:pt x="11286" y="53759"/>
                  <a:pt x="10438" y="53053"/>
                </a:cubicBezTo>
                <a:cubicBezTo>
                  <a:pt x="9589" y="52348"/>
                  <a:pt x="8429" y="51995"/>
                  <a:pt x="6959" y="51995"/>
                </a:cubicBezTo>
                <a:cubicBezTo>
                  <a:pt x="5374" y="51995"/>
                  <a:pt x="3451" y="52419"/>
                  <a:pt x="1188" y="53265"/>
                </a:cubicBezTo>
                <a:lnTo>
                  <a:pt x="0" y="50216"/>
                </a:lnTo>
                <a:lnTo>
                  <a:pt x="23421" y="40733"/>
                </a:lnTo>
                <a:lnTo>
                  <a:pt x="27155" y="40733"/>
                </a:lnTo>
                <a:close/>
                <a:moveTo>
                  <a:pt x="71396" y="40733"/>
                </a:moveTo>
                <a:lnTo>
                  <a:pt x="71396" y="58214"/>
                </a:lnTo>
                <a:cubicBezTo>
                  <a:pt x="77902" y="46560"/>
                  <a:pt x="84578" y="40733"/>
                  <a:pt x="91423" y="40733"/>
                </a:cubicBezTo>
                <a:cubicBezTo>
                  <a:pt x="94535" y="40733"/>
                  <a:pt x="97109" y="41680"/>
                  <a:pt x="99145" y="43576"/>
                </a:cubicBezTo>
                <a:cubicBezTo>
                  <a:pt x="101182" y="45471"/>
                  <a:pt x="102200" y="47663"/>
                  <a:pt x="102200" y="50152"/>
                </a:cubicBezTo>
                <a:cubicBezTo>
                  <a:pt x="102200" y="52359"/>
                  <a:pt x="101465" y="54225"/>
                  <a:pt x="99994" y="55753"/>
                </a:cubicBezTo>
                <a:cubicBezTo>
                  <a:pt x="98523" y="57280"/>
                  <a:pt x="96769" y="58044"/>
                  <a:pt x="94733" y="58044"/>
                </a:cubicBezTo>
                <a:cubicBezTo>
                  <a:pt x="92753" y="58044"/>
                  <a:pt x="90532" y="57068"/>
                  <a:pt x="88071" y="55116"/>
                </a:cubicBezTo>
                <a:cubicBezTo>
                  <a:pt x="85610" y="53165"/>
                  <a:pt x="83786" y="52189"/>
                  <a:pt x="82598" y="52189"/>
                </a:cubicBezTo>
                <a:cubicBezTo>
                  <a:pt x="81579" y="52189"/>
                  <a:pt x="80476" y="52753"/>
                  <a:pt x="79288" y="53881"/>
                </a:cubicBezTo>
                <a:cubicBezTo>
                  <a:pt x="76742" y="56195"/>
                  <a:pt x="74112" y="60004"/>
                  <a:pt x="71396" y="65308"/>
                </a:cubicBezTo>
                <a:lnTo>
                  <a:pt x="71396" y="102466"/>
                </a:lnTo>
                <a:cubicBezTo>
                  <a:pt x="71396" y="106753"/>
                  <a:pt x="71934" y="109997"/>
                  <a:pt x="73009" y="112198"/>
                </a:cubicBezTo>
                <a:cubicBezTo>
                  <a:pt x="73744" y="113722"/>
                  <a:pt x="75045" y="114992"/>
                  <a:pt x="76912" y="116009"/>
                </a:cubicBezTo>
                <a:cubicBezTo>
                  <a:pt x="78779" y="117023"/>
                  <a:pt x="81466" y="117531"/>
                  <a:pt x="84974" y="117531"/>
                </a:cubicBezTo>
                <a:lnTo>
                  <a:pt x="84974" y="120671"/>
                </a:lnTo>
                <a:lnTo>
                  <a:pt x="45175" y="120671"/>
                </a:lnTo>
                <a:lnTo>
                  <a:pt x="45175" y="117531"/>
                </a:lnTo>
                <a:cubicBezTo>
                  <a:pt x="49135" y="117531"/>
                  <a:pt x="52076" y="116910"/>
                  <a:pt x="54000" y="115669"/>
                </a:cubicBezTo>
                <a:cubicBezTo>
                  <a:pt x="55414" y="114766"/>
                  <a:pt x="56404" y="113326"/>
                  <a:pt x="56970" y="111349"/>
                </a:cubicBezTo>
                <a:cubicBezTo>
                  <a:pt x="57253" y="110389"/>
                  <a:pt x="57394" y="107652"/>
                  <a:pt x="57394" y="103136"/>
                </a:cubicBezTo>
                <a:lnTo>
                  <a:pt x="57394" y="73078"/>
                </a:lnTo>
                <a:cubicBezTo>
                  <a:pt x="57394" y="64045"/>
                  <a:pt x="57211" y="58669"/>
                  <a:pt x="56843" y="56949"/>
                </a:cubicBezTo>
                <a:cubicBezTo>
                  <a:pt x="56475" y="55227"/>
                  <a:pt x="55796" y="53971"/>
                  <a:pt x="54806" y="53181"/>
                </a:cubicBezTo>
                <a:cubicBezTo>
                  <a:pt x="53816" y="52390"/>
                  <a:pt x="52586" y="51995"/>
                  <a:pt x="51115" y="51995"/>
                </a:cubicBezTo>
                <a:cubicBezTo>
                  <a:pt x="49361" y="51995"/>
                  <a:pt x="47381" y="52419"/>
                  <a:pt x="45175" y="53265"/>
                </a:cubicBezTo>
                <a:lnTo>
                  <a:pt x="44326" y="50216"/>
                </a:lnTo>
                <a:lnTo>
                  <a:pt x="67832" y="40733"/>
                </a:lnTo>
                <a:lnTo>
                  <a:pt x="71396" y="40733"/>
                </a:lnTo>
                <a:close/>
                <a:moveTo>
                  <a:pt x="129609" y="57280"/>
                </a:moveTo>
                <a:cubicBezTo>
                  <a:pt x="135266" y="51623"/>
                  <a:pt x="138604" y="48370"/>
                  <a:pt x="139622" y="47521"/>
                </a:cubicBezTo>
                <a:cubicBezTo>
                  <a:pt x="142168" y="45372"/>
                  <a:pt x="144912" y="43703"/>
                  <a:pt x="147853" y="42515"/>
                </a:cubicBezTo>
                <a:cubicBezTo>
                  <a:pt x="150795" y="41327"/>
                  <a:pt x="153709" y="40733"/>
                  <a:pt x="156594" y="40733"/>
                </a:cubicBezTo>
                <a:cubicBezTo>
                  <a:pt x="161459" y="40733"/>
                  <a:pt x="165646" y="42147"/>
                  <a:pt x="169153" y="44976"/>
                </a:cubicBezTo>
                <a:cubicBezTo>
                  <a:pt x="172661" y="47804"/>
                  <a:pt x="175009" y="51906"/>
                  <a:pt x="176197" y="57280"/>
                </a:cubicBezTo>
                <a:cubicBezTo>
                  <a:pt x="182024" y="50492"/>
                  <a:pt x="186946" y="46036"/>
                  <a:pt x="190962" y="43915"/>
                </a:cubicBezTo>
                <a:cubicBezTo>
                  <a:pt x="194979" y="41793"/>
                  <a:pt x="199109" y="40733"/>
                  <a:pt x="203352" y="40733"/>
                </a:cubicBezTo>
                <a:cubicBezTo>
                  <a:pt x="207482" y="40733"/>
                  <a:pt x="211145" y="41792"/>
                  <a:pt x="214341" y="43910"/>
                </a:cubicBezTo>
                <a:cubicBezTo>
                  <a:pt x="217538" y="46026"/>
                  <a:pt x="220069" y="49483"/>
                  <a:pt x="221936" y="54281"/>
                </a:cubicBezTo>
                <a:cubicBezTo>
                  <a:pt x="223181" y="57555"/>
                  <a:pt x="223803" y="62692"/>
                  <a:pt x="223803" y="69691"/>
                </a:cubicBezTo>
                <a:lnTo>
                  <a:pt x="223803" y="103052"/>
                </a:lnTo>
                <a:cubicBezTo>
                  <a:pt x="223803" y="107906"/>
                  <a:pt x="224171" y="111237"/>
                  <a:pt x="224906" y="113044"/>
                </a:cubicBezTo>
                <a:cubicBezTo>
                  <a:pt x="225472" y="114285"/>
                  <a:pt x="226519" y="115343"/>
                  <a:pt x="228046" y="116218"/>
                </a:cubicBezTo>
                <a:cubicBezTo>
                  <a:pt x="229573" y="117093"/>
                  <a:pt x="232063" y="117531"/>
                  <a:pt x="235514" y="117531"/>
                </a:cubicBezTo>
                <a:lnTo>
                  <a:pt x="235514" y="120671"/>
                </a:lnTo>
                <a:lnTo>
                  <a:pt x="197157" y="120671"/>
                </a:lnTo>
                <a:lnTo>
                  <a:pt x="197157" y="117531"/>
                </a:lnTo>
                <a:lnTo>
                  <a:pt x="198769" y="117531"/>
                </a:lnTo>
                <a:cubicBezTo>
                  <a:pt x="202107" y="117531"/>
                  <a:pt x="204710" y="116884"/>
                  <a:pt x="206576" y="115590"/>
                </a:cubicBezTo>
                <a:cubicBezTo>
                  <a:pt x="207878" y="114688"/>
                  <a:pt x="208811" y="113252"/>
                  <a:pt x="209377" y="111283"/>
                </a:cubicBezTo>
                <a:cubicBezTo>
                  <a:pt x="209603" y="110327"/>
                  <a:pt x="209716" y="107597"/>
                  <a:pt x="209716" y="103094"/>
                </a:cubicBezTo>
                <a:lnTo>
                  <a:pt x="209716" y="69829"/>
                </a:lnTo>
                <a:cubicBezTo>
                  <a:pt x="209716" y="63525"/>
                  <a:pt x="208953" y="59078"/>
                  <a:pt x="207425" y="56490"/>
                </a:cubicBezTo>
                <a:cubicBezTo>
                  <a:pt x="205219" y="52887"/>
                  <a:pt x="201683" y="51086"/>
                  <a:pt x="196818" y="51086"/>
                </a:cubicBezTo>
                <a:cubicBezTo>
                  <a:pt x="193819" y="51086"/>
                  <a:pt x="190807" y="51832"/>
                  <a:pt x="187780" y="53324"/>
                </a:cubicBezTo>
                <a:cubicBezTo>
                  <a:pt x="184753" y="54814"/>
                  <a:pt x="181090" y="57586"/>
                  <a:pt x="176791" y="61640"/>
                </a:cubicBezTo>
                <a:lnTo>
                  <a:pt x="176621" y="62568"/>
                </a:lnTo>
                <a:lnTo>
                  <a:pt x="176791" y="66199"/>
                </a:lnTo>
                <a:lnTo>
                  <a:pt x="176791" y="103094"/>
                </a:lnTo>
                <a:cubicBezTo>
                  <a:pt x="176791" y="108385"/>
                  <a:pt x="177088" y="111678"/>
                  <a:pt x="177682" y="112972"/>
                </a:cubicBezTo>
                <a:cubicBezTo>
                  <a:pt x="178276" y="114266"/>
                  <a:pt x="179393" y="115350"/>
                  <a:pt x="181034" y="116223"/>
                </a:cubicBezTo>
                <a:cubicBezTo>
                  <a:pt x="182674" y="117095"/>
                  <a:pt x="185475" y="117531"/>
                  <a:pt x="189435" y="117531"/>
                </a:cubicBezTo>
                <a:lnTo>
                  <a:pt x="189435" y="120671"/>
                </a:lnTo>
                <a:lnTo>
                  <a:pt x="150145" y="120671"/>
                </a:lnTo>
                <a:lnTo>
                  <a:pt x="150145" y="117531"/>
                </a:lnTo>
                <a:cubicBezTo>
                  <a:pt x="154444" y="117531"/>
                  <a:pt x="157400" y="117024"/>
                  <a:pt x="159013" y="116011"/>
                </a:cubicBezTo>
                <a:cubicBezTo>
                  <a:pt x="160625" y="114998"/>
                  <a:pt x="161742" y="113479"/>
                  <a:pt x="162365" y="111453"/>
                </a:cubicBezTo>
                <a:cubicBezTo>
                  <a:pt x="162647" y="110495"/>
                  <a:pt x="162789" y="107708"/>
                  <a:pt x="162789" y="103094"/>
                </a:cubicBezTo>
                <a:lnTo>
                  <a:pt x="162789" y="69829"/>
                </a:lnTo>
                <a:cubicBezTo>
                  <a:pt x="162789" y="63525"/>
                  <a:pt x="161855" y="58993"/>
                  <a:pt x="159988" y="56236"/>
                </a:cubicBezTo>
                <a:cubicBezTo>
                  <a:pt x="157499" y="52633"/>
                  <a:pt x="154020" y="50831"/>
                  <a:pt x="149551" y="50831"/>
                </a:cubicBezTo>
                <a:cubicBezTo>
                  <a:pt x="146496" y="50831"/>
                  <a:pt x="143469" y="51647"/>
                  <a:pt x="140471" y="53279"/>
                </a:cubicBezTo>
                <a:cubicBezTo>
                  <a:pt x="135775" y="55756"/>
                  <a:pt x="132154" y="58542"/>
                  <a:pt x="129609" y="61637"/>
                </a:cubicBezTo>
                <a:lnTo>
                  <a:pt x="129609" y="103094"/>
                </a:lnTo>
                <a:cubicBezTo>
                  <a:pt x="129609" y="108159"/>
                  <a:pt x="129962" y="111452"/>
                  <a:pt x="130669" y="112972"/>
                </a:cubicBezTo>
                <a:cubicBezTo>
                  <a:pt x="131377" y="114491"/>
                  <a:pt x="132423" y="115630"/>
                  <a:pt x="133809" y="116391"/>
                </a:cubicBezTo>
                <a:cubicBezTo>
                  <a:pt x="135195" y="117151"/>
                  <a:pt x="138010" y="117531"/>
                  <a:pt x="142253" y="117531"/>
                </a:cubicBezTo>
                <a:lnTo>
                  <a:pt x="142253" y="120671"/>
                </a:lnTo>
                <a:lnTo>
                  <a:pt x="103811" y="120671"/>
                </a:lnTo>
                <a:lnTo>
                  <a:pt x="103811" y="117531"/>
                </a:lnTo>
                <a:cubicBezTo>
                  <a:pt x="107375" y="117531"/>
                  <a:pt x="109865" y="117150"/>
                  <a:pt x="111279" y="116388"/>
                </a:cubicBezTo>
                <a:cubicBezTo>
                  <a:pt x="112693" y="115626"/>
                  <a:pt x="113768" y="114412"/>
                  <a:pt x="114504" y="112747"/>
                </a:cubicBezTo>
                <a:cubicBezTo>
                  <a:pt x="115239" y="111081"/>
                  <a:pt x="115607" y="107850"/>
                  <a:pt x="115607" y="103052"/>
                </a:cubicBezTo>
                <a:lnTo>
                  <a:pt x="115607" y="73417"/>
                </a:lnTo>
                <a:cubicBezTo>
                  <a:pt x="115607" y="64892"/>
                  <a:pt x="115352" y="59389"/>
                  <a:pt x="114843" y="56906"/>
                </a:cubicBezTo>
                <a:cubicBezTo>
                  <a:pt x="114447" y="55043"/>
                  <a:pt x="113825" y="53759"/>
                  <a:pt x="112976" y="53053"/>
                </a:cubicBezTo>
                <a:cubicBezTo>
                  <a:pt x="112128" y="52348"/>
                  <a:pt x="110968" y="51995"/>
                  <a:pt x="109497" y="51995"/>
                </a:cubicBezTo>
                <a:cubicBezTo>
                  <a:pt x="107913" y="51995"/>
                  <a:pt x="106018" y="52419"/>
                  <a:pt x="103811" y="53265"/>
                </a:cubicBezTo>
                <a:lnTo>
                  <a:pt x="102538" y="50216"/>
                </a:lnTo>
                <a:lnTo>
                  <a:pt x="125960" y="40733"/>
                </a:lnTo>
                <a:lnTo>
                  <a:pt x="129609" y="40733"/>
                </a:lnTo>
                <a:lnTo>
                  <a:pt x="129609" y="57280"/>
                </a:lnTo>
                <a:close/>
                <a:moveTo>
                  <a:pt x="329228" y="109469"/>
                </a:moveTo>
                <a:cubicBezTo>
                  <a:pt x="321251" y="115636"/>
                  <a:pt x="316245" y="119200"/>
                  <a:pt x="314208" y="120161"/>
                </a:cubicBezTo>
                <a:cubicBezTo>
                  <a:pt x="311153" y="121632"/>
                  <a:pt x="307900" y="122368"/>
                  <a:pt x="304449" y="122368"/>
                </a:cubicBezTo>
                <a:cubicBezTo>
                  <a:pt x="299075" y="122368"/>
                  <a:pt x="294648" y="120529"/>
                  <a:pt x="291169" y="116852"/>
                </a:cubicBezTo>
                <a:cubicBezTo>
                  <a:pt x="287689" y="113175"/>
                  <a:pt x="285950" y="108338"/>
                  <a:pt x="285950" y="102341"/>
                </a:cubicBezTo>
                <a:cubicBezTo>
                  <a:pt x="285950" y="98551"/>
                  <a:pt x="286798" y="95269"/>
                  <a:pt x="288495" y="92497"/>
                </a:cubicBezTo>
                <a:cubicBezTo>
                  <a:pt x="290815" y="88650"/>
                  <a:pt x="294846" y="85030"/>
                  <a:pt x="300588" y="81635"/>
                </a:cubicBezTo>
                <a:cubicBezTo>
                  <a:pt x="306330" y="78241"/>
                  <a:pt x="315877" y="74111"/>
                  <a:pt x="329228" y="69246"/>
                </a:cubicBezTo>
                <a:lnTo>
                  <a:pt x="329228" y="66191"/>
                </a:lnTo>
                <a:cubicBezTo>
                  <a:pt x="329228" y="58440"/>
                  <a:pt x="327998" y="53122"/>
                  <a:pt x="325537" y="50237"/>
                </a:cubicBezTo>
                <a:cubicBezTo>
                  <a:pt x="323076" y="47352"/>
                  <a:pt x="319498" y="45909"/>
                  <a:pt x="314802" y="45909"/>
                </a:cubicBezTo>
                <a:cubicBezTo>
                  <a:pt x="311238" y="45909"/>
                  <a:pt x="308409" y="46867"/>
                  <a:pt x="306316" y="48784"/>
                </a:cubicBezTo>
                <a:cubicBezTo>
                  <a:pt x="304166" y="50700"/>
                  <a:pt x="303091" y="52899"/>
                  <a:pt x="303091" y="55379"/>
                </a:cubicBezTo>
                <a:lnTo>
                  <a:pt x="303261" y="60282"/>
                </a:lnTo>
                <a:cubicBezTo>
                  <a:pt x="303261" y="62874"/>
                  <a:pt x="302596" y="64874"/>
                  <a:pt x="301267" y="66283"/>
                </a:cubicBezTo>
                <a:cubicBezTo>
                  <a:pt x="299937" y="67692"/>
                  <a:pt x="298198" y="68397"/>
                  <a:pt x="296048" y="68397"/>
                </a:cubicBezTo>
                <a:cubicBezTo>
                  <a:pt x="293955" y="68397"/>
                  <a:pt x="292243" y="67664"/>
                  <a:pt x="290914" y="66199"/>
                </a:cubicBezTo>
                <a:cubicBezTo>
                  <a:pt x="289585" y="64731"/>
                  <a:pt x="288920" y="62728"/>
                  <a:pt x="288920" y="60189"/>
                </a:cubicBezTo>
                <a:cubicBezTo>
                  <a:pt x="288920" y="55340"/>
                  <a:pt x="291409" y="50885"/>
                  <a:pt x="296387" y="46824"/>
                </a:cubicBezTo>
                <a:cubicBezTo>
                  <a:pt x="301366" y="42763"/>
                  <a:pt x="308353" y="40733"/>
                  <a:pt x="317348" y="40733"/>
                </a:cubicBezTo>
                <a:cubicBezTo>
                  <a:pt x="324250" y="40733"/>
                  <a:pt x="329907" y="41891"/>
                  <a:pt x="334320" y="44207"/>
                </a:cubicBezTo>
                <a:cubicBezTo>
                  <a:pt x="337658" y="45959"/>
                  <a:pt x="340119" y="48700"/>
                  <a:pt x="341703" y="52430"/>
                </a:cubicBezTo>
                <a:cubicBezTo>
                  <a:pt x="342721" y="54859"/>
                  <a:pt x="343230" y="59831"/>
                  <a:pt x="343230" y="67347"/>
                </a:cubicBezTo>
                <a:lnTo>
                  <a:pt x="343230" y="93706"/>
                </a:lnTo>
                <a:cubicBezTo>
                  <a:pt x="343230" y="101109"/>
                  <a:pt x="343372" y="105643"/>
                  <a:pt x="343654" y="107311"/>
                </a:cubicBezTo>
                <a:cubicBezTo>
                  <a:pt x="343937" y="108978"/>
                  <a:pt x="344404" y="110094"/>
                  <a:pt x="345055" y="110660"/>
                </a:cubicBezTo>
                <a:cubicBezTo>
                  <a:pt x="345705" y="111224"/>
                  <a:pt x="346455" y="111506"/>
                  <a:pt x="347303" y="111506"/>
                </a:cubicBezTo>
                <a:cubicBezTo>
                  <a:pt x="348209" y="111506"/>
                  <a:pt x="349001" y="111308"/>
                  <a:pt x="349679" y="110912"/>
                </a:cubicBezTo>
                <a:cubicBezTo>
                  <a:pt x="350867" y="110176"/>
                  <a:pt x="353159" y="108111"/>
                  <a:pt x="356553" y="104717"/>
                </a:cubicBezTo>
                <a:lnTo>
                  <a:pt x="356553" y="109469"/>
                </a:lnTo>
                <a:cubicBezTo>
                  <a:pt x="350217" y="117955"/>
                  <a:pt x="344164" y="122198"/>
                  <a:pt x="338393" y="122198"/>
                </a:cubicBezTo>
                <a:cubicBezTo>
                  <a:pt x="335621" y="122198"/>
                  <a:pt x="333415" y="121236"/>
                  <a:pt x="331774" y="119313"/>
                </a:cubicBezTo>
                <a:cubicBezTo>
                  <a:pt x="330133" y="117389"/>
                  <a:pt x="329285" y="114108"/>
                  <a:pt x="329228" y="109469"/>
                </a:cubicBezTo>
                <a:moveTo>
                  <a:pt x="329228" y="103906"/>
                </a:moveTo>
                <a:lnTo>
                  <a:pt x="329228" y="74422"/>
                </a:lnTo>
                <a:cubicBezTo>
                  <a:pt x="320686" y="77801"/>
                  <a:pt x="315170" y="80194"/>
                  <a:pt x="312681" y="81603"/>
                </a:cubicBezTo>
                <a:cubicBezTo>
                  <a:pt x="308211" y="84082"/>
                  <a:pt x="305015" y="86673"/>
                  <a:pt x="303091" y="89376"/>
                </a:cubicBezTo>
                <a:cubicBezTo>
                  <a:pt x="301168" y="92079"/>
                  <a:pt x="300206" y="95036"/>
                  <a:pt x="300206" y="98246"/>
                </a:cubicBezTo>
                <a:cubicBezTo>
                  <a:pt x="300206" y="102302"/>
                  <a:pt x="301422" y="105667"/>
                  <a:pt x="303855" y="108342"/>
                </a:cubicBezTo>
                <a:cubicBezTo>
                  <a:pt x="306288" y="111017"/>
                  <a:pt x="309088" y="112354"/>
                  <a:pt x="312256" y="112354"/>
                </a:cubicBezTo>
                <a:cubicBezTo>
                  <a:pt x="316556" y="112354"/>
                  <a:pt x="322213" y="109538"/>
                  <a:pt x="329228" y="1039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knownorsuspectedf">
            <a:extLst xmlns:a="http://schemas.openxmlformats.org/drawingml/2006/main">
              <a:ext uri="{FF2B5EF4-FFF2-40B4-BE49-F238E27FC236}">
                <a16:creationId xmlns:a16="http://schemas.microsoft.com/office/drawing/2014/main" id="{9551C82E-32A7-492B-9435-AF79AFB5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056" y="6139078"/>
            <a:ext cx="1497968" cy="157839"/>
          </a:xfrm>
          <a:custGeom xmlns:a="http://schemas.openxmlformats.org/drawingml/2006/main">
            <a:pathLst>
              <a:path w="1497968" h="157839">
                <a:moveTo>
                  <a:pt x="26985" y="0"/>
                </a:moveTo>
                <a:lnTo>
                  <a:pt x="26985" y="77307"/>
                </a:lnTo>
                <a:lnTo>
                  <a:pt x="46758" y="59317"/>
                </a:lnTo>
                <a:cubicBezTo>
                  <a:pt x="50944" y="55470"/>
                  <a:pt x="53377" y="53037"/>
                  <a:pt x="54056" y="52019"/>
                </a:cubicBezTo>
                <a:cubicBezTo>
                  <a:pt x="54508" y="51340"/>
                  <a:pt x="54735" y="50661"/>
                  <a:pt x="54735" y="49982"/>
                </a:cubicBezTo>
                <a:cubicBezTo>
                  <a:pt x="54735" y="48851"/>
                  <a:pt x="54268" y="47875"/>
                  <a:pt x="53334" y="47055"/>
                </a:cubicBezTo>
                <a:cubicBezTo>
                  <a:pt x="52401" y="46234"/>
                  <a:pt x="50859" y="45768"/>
                  <a:pt x="48710" y="45655"/>
                </a:cubicBezTo>
                <a:lnTo>
                  <a:pt x="48710" y="42939"/>
                </a:lnTo>
                <a:lnTo>
                  <a:pt x="82484" y="42939"/>
                </a:lnTo>
                <a:lnTo>
                  <a:pt x="82484" y="45655"/>
                </a:lnTo>
                <a:cubicBezTo>
                  <a:pt x="77845" y="45768"/>
                  <a:pt x="73984" y="46475"/>
                  <a:pt x="70900" y="47776"/>
                </a:cubicBezTo>
                <a:cubicBezTo>
                  <a:pt x="67817" y="49077"/>
                  <a:pt x="64437" y="51397"/>
                  <a:pt x="60760" y="54735"/>
                </a:cubicBezTo>
                <a:lnTo>
                  <a:pt x="40818" y="73149"/>
                </a:lnTo>
                <a:lnTo>
                  <a:pt x="60760" y="98305"/>
                </a:lnTo>
                <a:cubicBezTo>
                  <a:pt x="66304" y="105249"/>
                  <a:pt x="70038" y="109653"/>
                  <a:pt x="71961" y="111516"/>
                </a:cubicBezTo>
                <a:cubicBezTo>
                  <a:pt x="74677" y="114170"/>
                  <a:pt x="77053" y="115893"/>
                  <a:pt x="79089" y="116685"/>
                </a:cubicBezTo>
                <a:cubicBezTo>
                  <a:pt x="80504" y="117249"/>
                  <a:pt x="82965" y="117531"/>
                  <a:pt x="86472" y="117531"/>
                </a:cubicBezTo>
                <a:lnTo>
                  <a:pt x="86472" y="120671"/>
                </a:lnTo>
                <a:lnTo>
                  <a:pt x="48710" y="120671"/>
                </a:lnTo>
                <a:lnTo>
                  <a:pt x="48710" y="117531"/>
                </a:lnTo>
                <a:cubicBezTo>
                  <a:pt x="50859" y="117474"/>
                  <a:pt x="52316" y="117150"/>
                  <a:pt x="53080" y="116558"/>
                </a:cubicBezTo>
                <a:cubicBezTo>
                  <a:pt x="53844" y="115964"/>
                  <a:pt x="54225" y="115131"/>
                  <a:pt x="54225" y="114060"/>
                </a:cubicBezTo>
                <a:cubicBezTo>
                  <a:pt x="54225" y="112760"/>
                  <a:pt x="53094" y="110671"/>
                  <a:pt x="50831" y="107793"/>
                </a:cubicBezTo>
                <a:lnTo>
                  <a:pt x="26985" y="77392"/>
                </a:lnTo>
                <a:lnTo>
                  <a:pt x="26985" y="103134"/>
                </a:lnTo>
                <a:cubicBezTo>
                  <a:pt x="26985" y="108158"/>
                  <a:pt x="27339" y="111462"/>
                  <a:pt x="28046" y="113044"/>
                </a:cubicBezTo>
                <a:cubicBezTo>
                  <a:pt x="28753" y="114624"/>
                  <a:pt x="29758" y="115753"/>
                  <a:pt x="31059" y="116430"/>
                </a:cubicBezTo>
                <a:cubicBezTo>
                  <a:pt x="32360" y="117107"/>
                  <a:pt x="35189" y="117474"/>
                  <a:pt x="39545" y="117531"/>
                </a:cubicBezTo>
                <a:lnTo>
                  <a:pt x="39545" y="120671"/>
                </a:lnTo>
                <a:lnTo>
                  <a:pt x="0" y="120671"/>
                </a:lnTo>
                <a:lnTo>
                  <a:pt x="0" y="117531"/>
                </a:lnTo>
                <a:cubicBezTo>
                  <a:pt x="3960" y="117531"/>
                  <a:pt x="6930" y="117050"/>
                  <a:pt x="8910" y="116088"/>
                </a:cubicBezTo>
                <a:cubicBezTo>
                  <a:pt x="10098" y="115468"/>
                  <a:pt x="11003" y="114507"/>
                  <a:pt x="11626" y="113206"/>
                </a:cubicBezTo>
                <a:cubicBezTo>
                  <a:pt x="12474" y="111340"/>
                  <a:pt x="12899" y="108118"/>
                  <a:pt x="12899" y="103540"/>
                </a:cubicBezTo>
                <a:lnTo>
                  <a:pt x="12899" y="32817"/>
                </a:lnTo>
                <a:cubicBezTo>
                  <a:pt x="12899" y="23829"/>
                  <a:pt x="12701" y="18331"/>
                  <a:pt x="12305" y="16325"/>
                </a:cubicBezTo>
                <a:cubicBezTo>
                  <a:pt x="11909" y="14317"/>
                  <a:pt x="11258" y="12931"/>
                  <a:pt x="10353" y="12169"/>
                </a:cubicBezTo>
                <a:cubicBezTo>
                  <a:pt x="9448" y="11406"/>
                  <a:pt x="8260" y="11024"/>
                  <a:pt x="6789" y="11024"/>
                </a:cubicBezTo>
                <a:cubicBezTo>
                  <a:pt x="5601" y="11024"/>
                  <a:pt x="3819" y="11505"/>
                  <a:pt x="1443" y="12466"/>
                </a:cubicBezTo>
                <a:lnTo>
                  <a:pt x="0" y="9496"/>
                </a:lnTo>
                <a:lnTo>
                  <a:pt x="23082" y="0"/>
                </a:lnTo>
                <a:lnTo>
                  <a:pt x="26985" y="0"/>
                </a:lnTo>
                <a:close/>
                <a:moveTo>
                  <a:pt x="113543" y="57196"/>
                </a:moveTo>
                <a:cubicBezTo>
                  <a:pt x="122651" y="46220"/>
                  <a:pt x="131335" y="40733"/>
                  <a:pt x="139595" y="40733"/>
                </a:cubicBezTo>
                <a:cubicBezTo>
                  <a:pt x="143838" y="40733"/>
                  <a:pt x="147486" y="41792"/>
                  <a:pt x="150541" y="43910"/>
                </a:cubicBezTo>
                <a:cubicBezTo>
                  <a:pt x="153596" y="46026"/>
                  <a:pt x="156029" y="49511"/>
                  <a:pt x="157839" y="54366"/>
                </a:cubicBezTo>
                <a:cubicBezTo>
                  <a:pt x="159084" y="57752"/>
                  <a:pt x="159706" y="62945"/>
                  <a:pt x="159706" y="69946"/>
                </a:cubicBezTo>
                <a:lnTo>
                  <a:pt x="159706" y="103052"/>
                </a:lnTo>
                <a:cubicBezTo>
                  <a:pt x="159706" y="107963"/>
                  <a:pt x="160102" y="111294"/>
                  <a:pt x="160894" y="113044"/>
                </a:cubicBezTo>
                <a:cubicBezTo>
                  <a:pt x="161517" y="114455"/>
                  <a:pt x="162521" y="115555"/>
                  <a:pt x="163907" y="116345"/>
                </a:cubicBezTo>
                <a:cubicBezTo>
                  <a:pt x="165293" y="117136"/>
                  <a:pt x="167853" y="117531"/>
                  <a:pt x="171587" y="117531"/>
                </a:cubicBezTo>
                <a:lnTo>
                  <a:pt x="171587" y="120671"/>
                </a:lnTo>
                <a:lnTo>
                  <a:pt x="133145" y="120671"/>
                </a:lnTo>
                <a:lnTo>
                  <a:pt x="133145" y="117531"/>
                </a:lnTo>
                <a:lnTo>
                  <a:pt x="134758" y="117531"/>
                </a:lnTo>
                <a:cubicBezTo>
                  <a:pt x="138378" y="117531"/>
                  <a:pt x="140910" y="116982"/>
                  <a:pt x="142352" y="115884"/>
                </a:cubicBezTo>
                <a:cubicBezTo>
                  <a:pt x="143795" y="114786"/>
                  <a:pt x="144799" y="113169"/>
                  <a:pt x="145365" y="111031"/>
                </a:cubicBezTo>
                <a:cubicBezTo>
                  <a:pt x="145591" y="110186"/>
                  <a:pt x="145704" y="107540"/>
                  <a:pt x="145704" y="103094"/>
                </a:cubicBezTo>
                <a:lnTo>
                  <a:pt x="145704" y="71433"/>
                </a:lnTo>
                <a:cubicBezTo>
                  <a:pt x="145704" y="64399"/>
                  <a:pt x="144785" y="59291"/>
                  <a:pt x="142946" y="56111"/>
                </a:cubicBezTo>
                <a:cubicBezTo>
                  <a:pt x="141108" y="52930"/>
                  <a:pt x="138010" y="51340"/>
                  <a:pt x="133654" y="51340"/>
                </a:cubicBezTo>
                <a:cubicBezTo>
                  <a:pt x="126922" y="51340"/>
                  <a:pt x="120218" y="54999"/>
                  <a:pt x="113543" y="62316"/>
                </a:cubicBezTo>
                <a:lnTo>
                  <a:pt x="113543" y="103094"/>
                </a:lnTo>
                <a:cubicBezTo>
                  <a:pt x="113543" y="108329"/>
                  <a:pt x="113854" y="111565"/>
                  <a:pt x="114476" y="112803"/>
                </a:cubicBezTo>
                <a:cubicBezTo>
                  <a:pt x="115268" y="114434"/>
                  <a:pt x="116357" y="115630"/>
                  <a:pt x="117743" y="116391"/>
                </a:cubicBezTo>
                <a:cubicBezTo>
                  <a:pt x="119129" y="117151"/>
                  <a:pt x="121944" y="117531"/>
                  <a:pt x="126187" y="117531"/>
                </a:cubicBezTo>
                <a:lnTo>
                  <a:pt x="126187" y="120671"/>
                </a:lnTo>
                <a:lnTo>
                  <a:pt x="87745" y="120671"/>
                </a:lnTo>
                <a:lnTo>
                  <a:pt x="87745" y="117531"/>
                </a:lnTo>
                <a:lnTo>
                  <a:pt x="89442" y="117531"/>
                </a:lnTo>
                <a:cubicBezTo>
                  <a:pt x="93402" y="117531"/>
                  <a:pt x="96076" y="116529"/>
                  <a:pt x="97462" y="114526"/>
                </a:cubicBezTo>
                <a:cubicBezTo>
                  <a:pt x="98848" y="112521"/>
                  <a:pt x="99541" y="108697"/>
                  <a:pt x="99541" y="103052"/>
                </a:cubicBezTo>
                <a:lnTo>
                  <a:pt x="99541" y="74263"/>
                </a:lnTo>
                <a:cubicBezTo>
                  <a:pt x="99541" y="64950"/>
                  <a:pt x="99329" y="59277"/>
                  <a:pt x="98904" y="57246"/>
                </a:cubicBezTo>
                <a:cubicBezTo>
                  <a:pt x="98480" y="55213"/>
                  <a:pt x="97829" y="53829"/>
                  <a:pt x="96952" y="53096"/>
                </a:cubicBezTo>
                <a:cubicBezTo>
                  <a:pt x="96076" y="52362"/>
                  <a:pt x="94902" y="51995"/>
                  <a:pt x="93431" y="51995"/>
                </a:cubicBezTo>
                <a:cubicBezTo>
                  <a:pt x="91847" y="51995"/>
                  <a:pt x="89952" y="52419"/>
                  <a:pt x="87745" y="53265"/>
                </a:cubicBezTo>
                <a:lnTo>
                  <a:pt x="86472" y="50216"/>
                </a:lnTo>
                <a:lnTo>
                  <a:pt x="109894" y="40733"/>
                </a:lnTo>
                <a:lnTo>
                  <a:pt x="113543" y="40733"/>
                </a:lnTo>
                <a:lnTo>
                  <a:pt x="113543" y="57196"/>
                </a:lnTo>
                <a:close/>
                <a:moveTo>
                  <a:pt x="215798" y="40733"/>
                </a:moveTo>
                <a:cubicBezTo>
                  <a:pt x="227566" y="40733"/>
                  <a:pt x="237013" y="45198"/>
                  <a:pt x="244142" y="54127"/>
                </a:cubicBezTo>
                <a:cubicBezTo>
                  <a:pt x="250195" y="61756"/>
                  <a:pt x="253222" y="70516"/>
                  <a:pt x="253222" y="80407"/>
                </a:cubicBezTo>
                <a:cubicBezTo>
                  <a:pt x="253222" y="87359"/>
                  <a:pt x="251553" y="94395"/>
                  <a:pt x="248215" y="101516"/>
                </a:cubicBezTo>
                <a:cubicBezTo>
                  <a:pt x="244877" y="108636"/>
                  <a:pt x="240281" y="114004"/>
                  <a:pt x="234425" y="117621"/>
                </a:cubicBezTo>
                <a:cubicBezTo>
                  <a:pt x="228570" y="121238"/>
                  <a:pt x="222050" y="123047"/>
                  <a:pt x="214865" y="123047"/>
                </a:cubicBezTo>
                <a:cubicBezTo>
                  <a:pt x="203154" y="123047"/>
                  <a:pt x="193848" y="118384"/>
                  <a:pt x="186946" y="109058"/>
                </a:cubicBezTo>
                <a:cubicBezTo>
                  <a:pt x="181119" y="101203"/>
                  <a:pt x="178206" y="92388"/>
                  <a:pt x="178206" y="82611"/>
                </a:cubicBezTo>
                <a:cubicBezTo>
                  <a:pt x="178206" y="75490"/>
                  <a:pt x="179973" y="68411"/>
                  <a:pt x="183509" y="61375"/>
                </a:cubicBezTo>
                <a:cubicBezTo>
                  <a:pt x="187045" y="54339"/>
                  <a:pt x="191698" y="49139"/>
                  <a:pt x="197469" y="45777"/>
                </a:cubicBezTo>
                <a:cubicBezTo>
                  <a:pt x="203239" y="42414"/>
                  <a:pt x="209349" y="40733"/>
                  <a:pt x="215798" y="40733"/>
                </a:cubicBezTo>
                <a:moveTo>
                  <a:pt x="213168" y="46333"/>
                </a:moveTo>
                <a:cubicBezTo>
                  <a:pt x="210169" y="46333"/>
                  <a:pt x="207157" y="47224"/>
                  <a:pt x="204130" y="49004"/>
                </a:cubicBezTo>
                <a:cubicBezTo>
                  <a:pt x="201104" y="50784"/>
                  <a:pt x="198657" y="53906"/>
                  <a:pt x="196790" y="58370"/>
                </a:cubicBezTo>
                <a:cubicBezTo>
                  <a:pt x="194923" y="62834"/>
                  <a:pt x="193989" y="68569"/>
                  <a:pt x="193989" y="75576"/>
                </a:cubicBezTo>
                <a:cubicBezTo>
                  <a:pt x="193989" y="86876"/>
                  <a:pt x="196238" y="96624"/>
                  <a:pt x="200736" y="104818"/>
                </a:cubicBezTo>
                <a:cubicBezTo>
                  <a:pt x="205233" y="113010"/>
                  <a:pt x="211159" y="117107"/>
                  <a:pt x="218514" y="117107"/>
                </a:cubicBezTo>
                <a:cubicBezTo>
                  <a:pt x="224002" y="117107"/>
                  <a:pt x="228527" y="114846"/>
                  <a:pt x="232092" y="110326"/>
                </a:cubicBezTo>
                <a:cubicBezTo>
                  <a:pt x="235656" y="105805"/>
                  <a:pt x="237438" y="98036"/>
                  <a:pt x="237438" y="87018"/>
                </a:cubicBezTo>
                <a:cubicBezTo>
                  <a:pt x="237438" y="73230"/>
                  <a:pt x="234468" y="62381"/>
                  <a:pt x="228527" y="54469"/>
                </a:cubicBezTo>
                <a:cubicBezTo>
                  <a:pt x="224511" y="49045"/>
                  <a:pt x="219391" y="46333"/>
                  <a:pt x="213168" y="46333"/>
                </a:cubicBezTo>
                <a:close/>
                <a:moveTo>
                  <a:pt x="260350" y="42939"/>
                </a:moveTo>
                <a:lnTo>
                  <a:pt x="292936" y="42939"/>
                </a:lnTo>
                <a:lnTo>
                  <a:pt x="292936" y="46079"/>
                </a:lnTo>
                <a:cubicBezTo>
                  <a:pt x="289938" y="46305"/>
                  <a:pt x="287972" y="46843"/>
                  <a:pt x="287038" y="47691"/>
                </a:cubicBezTo>
                <a:cubicBezTo>
                  <a:pt x="286105" y="48540"/>
                  <a:pt x="285638" y="49756"/>
                  <a:pt x="285638" y="51340"/>
                </a:cubicBezTo>
                <a:cubicBezTo>
                  <a:pt x="285638" y="53094"/>
                  <a:pt x="286119" y="55215"/>
                  <a:pt x="287081" y="57705"/>
                </a:cubicBezTo>
                <a:lnTo>
                  <a:pt x="303713" y="102426"/>
                </a:lnTo>
                <a:lnTo>
                  <a:pt x="320431" y="66021"/>
                </a:lnTo>
                <a:lnTo>
                  <a:pt x="316018" y="54565"/>
                </a:lnTo>
                <a:cubicBezTo>
                  <a:pt x="314660" y="51170"/>
                  <a:pt x="312878" y="48823"/>
                  <a:pt x="310672" y="47521"/>
                </a:cubicBezTo>
                <a:cubicBezTo>
                  <a:pt x="309427" y="46729"/>
                  <a:pt x="307108" y="46249"/>
                  <a:pt x="303713" y="46079"/>
                </a:cubicBezTo>
                <a:lnTo>
                  <a:pt x="303713" y="42939"/>
                </a:lnTo>
                <a:lnTo>
                  <a:pt x="340712" y="42939"/>
                </a:lnTo>
                <a:lnTo>
                  <a:pt x="340712" y="46079"/>
                </a:lnTo>
                <a:cubicBezTo>
                  <a:pt x="336639" y="46249"/>
                  <a:pt x="333754" y="46984"/>
                  <a:pt x="332057" y="48285"/>
                </a:cubicBezTo>
                <a:cubicBezTo>
                  <a:pt x="330925" y="49190"/>
                  <a:pt x="330359" y="50633"/>
                  <a:pt x="330359" y="52613"/>
                </a:cubicBezTo>
                <a:cubicBezTo>
                  <a:pt x="330359" y="53745"/>
                  <a:pt x="330586" y="54904"/>
                  <a:pt x="331038" y="56092"/>
                </a:cubicBezTo>
                <a:lnTo>
                  <a:pt x="348689" y="100729"/>
                </a:lnTo>
                <a:lnTo>
                  <a:pt x="365067" y="57705"/>
                </a:lnTo>
                <a:cubicBezTo>
                  <a:pt x="366198" y="54650"/>
                  <a:pt x="366764" y="52217"/>
                  <a:pt x="366764" y="50407"/>
                </a:cubicBezTo>
                <a:cubicBezTo>
                  <a:pt x="366764" y="49332"/>
                  <a:pt x="366213" y="48370"/>
                  <a:pt x="365109" y="47521"/>
                </a:cubicBezTo>
                <a:cubicBezTo>
                  <a:pt x="364006" y="46673"/>
                  <a:pt x="361842" y="46192"/>
                  <a:pt x="358618" y="46079"/>
                </a:cubicBezTo>
                <a:lnTo>
                  <a:pt x="358618" y="42939"/>
                </a:lnTo>
                <a:lnTo>
                  <a:pt x="383142" y="42939"/>
                </a:lnTo>
                <a:lnTo>
                  <a:pt x="383142" y="46079"/>
                </a:lnTo>
                <a:cubicBezTo>
                  <a:pt x="378220" y="46814"/>
                  <a:pt x="374600" y="50152"/>
                  <a:pt x="372280" y="56092"/>
                </a:cubicBezTo>
                <a:lnTo>
                  <a:pt x="346313" y="123047"/>
                </a:lnTo>
                <a:lnTo>
                  <a:pt x="342834" y="123047"/>
                </a:lnTo>
                <a:lnTo>
                  <a:pt x="323401" y="73404"/>
                </a:lnTo>
                <a:lnTo>
                  <a:pt x="300743" y="123047"/>
                </a:lnTo>
                <a:lnTo>
                  <a:pt x="297603" y="123047"/>
                </a:lnTo>
                <a:lnTo>
                  <a:pt x="272655" y="57705"/>
                </a:lnTo>
                <a:cubicBezTo>
                  <a:pt x="271014" y="53575"/>
                  <a:pt x="269402" y="50789"/>
                  <a:pt x="267818" y="49346"/>
                </a:cubicBezTo>
                <a:cubicBezTo>
                  <a:pt x="266234" y="47903"/>
                  <a:pt x="263744" y="46814"/>
                  <a:pt x="260350" y="46079"/>
                </a:cubicBezTo>
                <a:lnTo>
                  <a:pt x="260350" y="42939"/>
                </a:lnTo>
                <a:close/>
                <a:moveTo>
                  <a:pt x="412814" y="57196"/>
                </a:moveTo>
                <a:cubicBezTo>
                  <a:pt x="421922" y="46220"/>
                  <a:pt x="430606" y="40733"/>
                  <a:pt x="438866" y="40733"/>
                </a:cubicBezTo>
                <a:cubicBezTo>
                  <a:pt x="443109" y="40733"/>
                  <a:pt x="446758" y="41792"/>
                  <a:pt x="449813" y="43910"/>
                </a:cubicBezTo>
                <a:cubicBezTo>
                  <a:pt x="452868" y="46026"/>
                  <a:pt x="455300" y="49511"/>
                  <a:pt x="457111" y="54366"/>
                </a:cubicBezTo>
                <a:cubicBezTo>
                  <a:pt x="458355" y="57752"/>
                  <a:pt x="458978" y="62945"/>
                  <a:pt x="458978" y="69946"/>
                </a:cubicBezTo>
                <a:lnTo>
                  <a:pt x="458978" y="103052"/>
                </a:lnTo>
                <a:cubicBezTo>
                  <a:pt x="458978" y="107963"/>
                  <a:pt x="459374" y="111294"/>
                  <a:pt x="460166" y="113044"/>
                </a:cubicBezTo>
                <a:cubicBezTo>
                  <a:pt x="460788" y="114455"/>
                  <a:pt x="461792" y="115555"/>
                  <a:pt x="463178" y="116345"/>
                </a:cubicBezTo>
                <a:cubicBezTo>
                  <a:pt x="464564" y="117136"/>
                  <a:pt x="467124" y="117531"/>
                  <a:pt x="470858" y="117531"/>
                </a:cubicBezTo>
                <a:lnTo>
                  <a:pt x="470858" y="120671"/>
                </a:lnTo>
                <a:lnTo>
                  <a:pt x="432417" y="120671"/>
                </a:lnTo>
                <a:lnTo>
                  <a:pt x="432417" y="117531"/>
                </a:lnTo>
                <a:lnTo>
                  <a:pt x="434029" y="117531"/>
                </a:lnTo>
                <a:cubicBezTo>
                  <a:pt x="437650" y="117531"/>
                  <a:pt x="440181" y="116982"/>
                  <a:pt x="441624" y="115884"/>
                </a:cubicBezTo>
                <a:cubicBezTo>
                  <a:pt x="443066" y="114786"/>
                  <a:pt x="444071" y="113169"/>
                  <a:pt x="444636" y="111031"/>
                </a:cubicBezTo>
                <a:cubicBezTo>
                  <a:pt x="444863" y="110186"/>
                  <a:pt x="444976" y="107540"/>
                  <a:pt x="444976" y="103094"/>
                </a:cubicBezTo>
                <a:lnTo>
                  <a:pt x="444976" y="71433"/>
                </a:lnTo>
                <a:cubicBezTo>
                  <a:pt x="444976" y="64399"/>
                  <a:pt x="444057" y="59291"/>
                  <a:pt x="442218" y="56111"/>
                </a:cubicBezTo>
                <a:cubicBezTo>
                  <a:pt x="440379" y="52930"/>
                  <a:pt x="437282" y="51340"/>
                  <a:pt x="432926" y="51340"/>
                </a:cubicBezTo>
                <a:cubicBezTo>
                  <a:pt x="426194" y="51340"/>
                  <a:pt x="419490" y="54999"/>
                  <a:pt x="412814" y="62316"/>
                </a:cubicBezTo>
                <a:lnTo>
                  <a:pt x="412814" y="103094"/>
                </a:lnTo>
                <a:cubicBezTo>
                  <a:pt x="412814" y="108329"/>
                  <a:pt x="413125" y="111565"/>
                  <a:pt x="413747" y="112803"/>
                </a:cubicBezTo>
                <a:cubicBezTo>
                  <a:pt x="414539" y="114434"/>
                  <a:pt x="415628" y="115630"/>
                  <a:pt x="417015" y="116391"/>
                </a:cubicBezTo>
                <a:cubicBezTo>
                  <a:pt x="418401" y="117151"/>
                  <a:pt x="421215" y="117531"/>
                  <a:pt x="425458" y="117531"/>
                </a:cubicBezTo>
                <a:lnTo>
                  <a:pt x="425458" y="120671"/>
                </a:lnTo>
                <a:lnTo>
                  <a:pt x="387017" y="120671"/>
                </a:lnTo>
                <a:lnTo>
                  <a:pt x="387017" y="117531"/>
                </a:lnTo>
                <a:lnTo>
                  <a:pt x="388714" y="117531"/>
                </a:lnTo>
                <a:cubicBezTo>
                  <a:pt x="392674" y="117531"/>
                  <a:pt x="395347" y="116529"/>
                  <a:pt x="396733" y="114526"/>
                </a:cubicBezTo>
                <a:cubicBezTo>
                  <a:pt x="398119" y="112521"/>
                  <a:pt x="398812" y="108697"/>
                  <a:pt x="398812" y="103052"/>
                </a:cubicBezTo>
                <a:lnTo>
                  <a:pt x="398812" y="74263"/>
                </a:lnTo>
                <a:cubicBezTo>
                  <a:pt x="398812" y="64950"/>
                  <a:pt x="398600" y="59277"/>
                  <a:pt x="398176" y="57246"/>
                </a:cubicBezTo>
                <a:cubicBezTo>
                  <a:pt x="397751" y="55213"/>
                  <a:pt x="397101" y="53829"/>
                  <a:pt x="396224" y="53096"/>
                </a:cubicBezTo>
                <a:cubicBezTo>
                  <a:pt x="395347" y="52362"/>
                  <a:pt x="394173" y="51995"/>
                  <a:pt x="392702" y="51995"/>
                </a:cubicBezTo>
                <a:cubicBezTo>
                  <a:pt x="391118" y="51995"/>
                  <a:pt x="389223" y="52419"/>
                  <a:pt x="387017" y="53265"/>
                </a:cubicBezTo>
                <a:lnTo>
                  <a:pt x="385744" y="50216"/>
                </a:lnTo>
                <a:lnTo>
                  <a:pt x="409165" y="40733"/>
                </a:lnTo>
                <a:lnTo>
                  <a:pt x="412814" y="40733"/>
                </a:lnTo>
                <a:lnTo>
                  <a:pt x="412814" y="57196"/>
                </a:lnTo>
                <a:close/>
                <a:moveTo>
                  <a:pt x="558518" y="40733"/>
                </a:moveTo>
                <a:cubicBezTo>
                  <a:pt x="570286" y="40733"/>
                  <a:pt x="579733" y="45198"/>
                  <a:pt x="586862" y="54127"/>
                </a:cubicBezTo>
                <a:cubicBezTo>
                  <a:pt x="592915" y="61756"/>
                  <a:pt x="595942" y="70516"/>
                  <a:pt x="595942" y="80407"/>
                </a:cubicBezTo>
                <a:cubicBezTo>
                  <a:pt x="595942" y="87359"/>
                  <a:pt x="594273" y="94395"/>
                  <a:pt x="590935" y="101516"/>
                </a:cubicBezTo>
                <a:cubicBezTo>
                  <a:pt x="587597" y="108636"/>
                  <a:pt x="583000" y="114004"/>
                  <a:pt x="577145" y="117621"/>
                </a:cubicBezTo>
                <a:cubicBezTo>
                  <a:pt x="571290" y="121238"/>
                  <a:pt x="564770" y="123047"/>
                  <a:pt x="557585" y="123047"/>
                </a:cubicBezTo>
                <a:cubicBezTo>
                  <a:pt x="545874" y="123047"/>
                  <a:pt x="536568" y="118384"/>
                  <a:pt x="529666" y="109058"/>
                </a:cubicBezTo>
                <a:cubicBezTo>
                  <a:pt x="523839" y="101203"/>
                  <a:pt x="520925" y="92388"/>
                  <a:pt x="520925" y="82611"/>
                </a:cubicBezTo>
                <a:cubicBezTo>
                  <a:pt x="520925" y="75490"/>
                  <a:pt x="522693" y="68411"/>
                  <a:pt x="526229" y="61375"/>
                </a:cubicBezTo>
                <a:cubicBezTo>
                  <a:pt x="529765" y="54339"/>
                  <a:pt x="534418" y="49139"/>
                  <a:pt x="540189" y="45777"/>
                </a:cubicBezTo>
                <a:cubicBezTo>
                  <a:pt x="545959" y="42414"/>
                  <a:pt x="552069" y="40733"/>
                  <a:pt x="558518" y="40733"/>
                </a:cubicBezTo>
                <a:moveTo>
                  <a:pt x="555888" y="46333"/>
                </a:moveTo>
                <a:cubicBezTo>
                  <a:pt x="552889" y="46333"/>
                  <a:pt x="549877" y="47224"/>
                  <a:pt x="546850" y="49004"/>
                </a:cubicBezTo>
                <a:cubicBezTo>
                  <a:pt x="543824" y="50784"/>
                  <a:pt x="541377" y="53906"/>
                  <a:pt x="539510" y="58370"/>
                </a:cubicBezTo>
                <a:cubicBezTo>
                  <a:pt x="537643" y="62834"/>
                  <a:pt x="536709" y="68569"/>
                  <a:pt x="536709" y="75576"/>
                </a:cubicBezTo>
                <a:cubicBezTo>
                  <a:pt x="536709" y="86876"/>
                  <a:pt x="538958" y="96624"/>
                  <a:pt x="543456" y="104818"/>
                </a:cubicBezTo>
                <a:cubicBezTo>
                  <a:pt x="547953" y="113010"/>
                  <a:pt x="553879" y="117107"/>
                  <a:pt x="561234" y="117107"/>
                </a:cubicBezTo>
                <a:cubicBezTo>
                  <a:pt x="566722" y="117107"/>
                  <a:pt x="571247" y="114846"/>
                  <a:pt x="574811" y="110326"/>
                </a:cubicBezTo>
                <a:cubicBezTo>
                  <a:pt x="578376" y="105805"/>
                  <a:pt x="580158" y="98036"/>
                  <a:pt x="580158" y="87018"/>
                </a:cubicBezTo>
                <a:cubicBezTo>
                  <a:pt x="580158" y="73230"/>
                  <a:pt x="577188" y="62381"/>
                  <a:pt x="571247" y="54469"/>
                </a:cubicBezTo>
                <a:cubicBezTo>
                  <a:pt x="567231" y="49045"/>
                  <a:pt x="562111" y="46333"/>
                  <a:pt x="555888" y="46333"/>
                </a:cubicBezTo>
                <a:close/>
                <a:moveTo>
                  <a:pt x="630140" y="40733"/>
                </a:moveTo>
                <a:lnTo>
                  <a:pt x="630140" y="58214"/>
                </a:lnTo>
                <a:cubicBezTo>
                  <a:pt x="636646" y="46560"/>
                  <a:pt x="643321" y="40733"/>
                  <a:pt x="650167" y="40733"/>
                </a:cubicBezTo>
                <a:cubicBezTo>
                  <a:pt x="653278" y="40733"/>
                  <a:pt x="655852" y="41680"/>
                  <a:pt x="657889" y="43576"/>
                </a:cubicBezTo>
                <a:cubicBezTo>
                  <a:pt x="659925" y="45471"/>
                  <a:pt x="660944" y="47663"/>
                  <a:pt x="660944" y="50152"/>
                </a:cubicBezTo>
                <a:cubicBezTo>
                  <a:pt x="660944" y="52359"/>
                  <a:pt x="660208" y="54225"/>
                  <a:pt x="658737" y="55753"/>
                </a:cubicBezTo>
                <a:cubicBezTo>
                  <a:pt x="657267" y="57280"/>
                  <a:pt x="655513" y="58044"/>
                  <a:pt x="653476" y="58044"/>
                </a:cubicBezTo>
                <a:cubicBezTo>
                  <a:pt x="651496" y="58044"/>
                  <a:pt x="649276" y="57068"/>
                  <a:pt x="646815" y="55116"/>
                </a:cubicBezTo>
                <a:cubicBezTo>
                  <a:pt x="644354" y="53165"/>
                  <a:pt x="642529" y="52189"/>
                  <a:pt x="641341" y="52189"/>
                </a:cubicBezTo>
                <a:cubicBezTo>
                  <a:pt x="640323" y="52189"/>
                  <a:pt x="639220" y="52753"/>
                  <a:pt x="638032" y="53881"/>
                </a:cubicBezTo>
                <a:cubicBezTo>
                  <a:pt x="635486" y="56195"/>
                  <a:pt x="632855" y="60004"/>
                  <a:pt x="630140" y="65308"/>
                </a:cubicBezTo>
                <a:lnTo>
                  <a:pt x="630140" y="102466"/>
                </a:lnTo>
                <a:cubicBezTo>
                  <a:pt x="630140" y="106753"/>
                  <a:pt x="630677" y="109997"/>
                  <a:pt x="631752" y="112198"/>
                </a:cubicBezTo>
                <a:cubicBezTo>
                  <a:pt x="632487" y="113722"/>
                  <a:pt x="633789" y="114992"/>
                  <a:pt x="635656" y="116009"/>
                </a:cubicBezTo>
                <a:cubicBezTo>
                  <a:pt x="637522" y="117023"/>
                  <a:pt x="640210" y="117531"/>
                  <a:pt x="643717" y="117531"/>
                </a:cubicBezTo>
                <a:lnTo>
                  <a:pt x="643717" y="120671"/>
                </a:lnTo>
                <a:lnTo>
                  <a:pt x="603918" y="120671"/>
                </a:lnTo>
                <a:lnTo>
                  <a:pt x="603918" y="117531"/>
                </a:lnTo>
                <a:cubicBezTo>
                  <a:pt x="607878" y="117531"/>
                  <a:pt x="610820" y="116910"/>
                  <a:pt x="612743" y="115669"/>
                </a:cubicBezTo>
                <a:cubicBezTo>
                  <a:pt x="614158" y="114766"/>
                  <a:pt x="615148" y="113326"/>
                  <a:pt x="615714" y="111349"/>
                </a:cubicBezTo>
                <a:cubicBezTo>
                  <a:pt x="615996" y="110389"/>
                  <a:pt x="616138" y="107652"/>
                  <a:pt x="616138" y="103136"/>
                </a:cubicBezTo>
                <a:lnTo>
                  <a:pt x="616138" y="73078"/>
                </a:lnTo>
                <a:cubicBezTo>
                  <a:pt x="616138" y="64045"/>
                  <a:pt x="615954" y="58669"/>
                  <a:pt x="615586" y="56949"/>
                </a:cubicBezTo>
                <a:cubicBezTo>
                  <a:pt x="615219" y="55227"/>
                  <a:pt x="614540" y="53971"/>
                  <a:pt x="613550" y="53181"/>
                </a:cubicBezTo>
                <a:cubicBezTo>
                  <a:pt x="612560" y="52390"/>
                  <a:pt x="611329" y="51995"/>
                  <a:pt x="609858" y="51995"/>
                </a:cubicBezTo>
                <a:cubicBezTo>
                  <a:pt x="608104" y="51995"/>
                  <a:pt x="606124" y="52419"/>
                  <a:pt x="603918" y="53265"/>
                </a:cubicBezTo>
                <a:lnTo>
                  <a:pt x="603069" y="50216"/>
                </a:lnTo>
                <a:lnTo>
                  <a:pt x="626576" y="40733"/>
                </a:lnTo>
                <a:lnTo>
                  <a:pt x="630140" y="40733"/>
                </a:lnTo>
                <a:close/>
                <a:moveTo>
                  <a:pt x="758956" y="40733"/>
                </a:moveTo>
                <a:lnTo>
                  <a:pt x="758956" y="67039"/>
                </a:lnTo>
                <a:lnTo>
                  <a:pt x="756155" y="67039"/>
                </a:lnTo>
                <a:cubicBezTo>
                  <a:pt x="754006" y="58788"/>
                  <a:pt x="751248" y="53176"/>
                  <a:pt x="747882" y="50203"/>
                </a:cubicBezTo>
                <a:cubicBezTo>
                  <a:pt x="744515" y="47227"/>
                  <a:pt x="740230" y="45739"/>
                  <a:pt x="735025" y="45739"/>
                </a:cubicBezTo>
                <a:cubicBezTo>
                  <a:pt x="731065" y="45739"/>
                  <a:pt x="727869" y="46785"/>
                  <a:pt x="725436" y="48877"/>
                </a:cubicBezTo>
                <a:cubicBezTo>
                  <a:pt x="723004" y="50966"/>
                  <a:pt x="721787" y="53283"/>
                  <a:pt x="721787" y="55827"/>
                </a:cubicBezTo>
                <a:cubicBezTo>
                  <a:pt x="721787" y="58992"/>
                  <a:pt x="722692" y="61704"/>
                  <a:pt x="724503" y="63963"/>
                </a:cubicBezTo>
                <a:cubicBezTo>
                  <a:pt x="726256" y="66281"/>
                  <a:pt x="729821" y="68739"/>
                  <a:pt x="735195" y="71338"/>
                </a:cubicBezTo>
                <a:lnTo>
                  <a:pt x="747585" y="77358"/>
                </a:lnTo>
                <a:cubicBezTo>
                  <a:pt x="759069" y="82951"/>
                  <a:pt x="764811" y="90326"/>
                  <a:pt x="764811" y="99482"/>
                </a:cubicBezTo>
                <a:cubicBezTo>
                  <a:pt x="764811" y="106545"/>
                  <a:pt x="762138" y="112239"/>
                  <a:pt x="756792" y="116563"/>
                </a:cubicBezTo>
                <a:cubicBezTo>
                  <a:pt x="751446" y="120885"/>
                  <a:pt x="745463" y="123047"/>
                  <a:pt x="738844" y="123047"/>
                </a:cubicBezTo>
                <a:cubicBezTo>
                  <a:pt x="734092" y="123047"/>
                  <a:pt x="728661" y="122198"/>
                  <a:pt x="722551" y="120501"/>
                </a:cubicBezTo>
                <a:cubicBezTo>
                  <a:pt x="720684" y="119935"/>
                  <a:pt x="719157" y="119652"/>
                  <a:pt x="717968" y="119652"/>
                </a:cubicBezTo>
                <a:cubicBezTo>
                  <a:pt x="716667" y="119652"/>
                  <a:pt x="715649" y="120388"/>
                  <a:pt x="714914" y="121859"/>
                </a:cubicBezTo>
                <a:lnTo>
                  <a:pt x="712113" y="121859"/>
                </a:lnTo>
                <a:lnTo>
                  <a:pt x="712113" y="94025"/>
                </a:lnTo>
                <a:lnTo>
                  <a:pt x="714914" y="94025"/>
                </a:lnTo>
                <a:cubicBezTo>
                  <a:pt x="716498" y="101973"/>
                  <a:pt x="719524" y="107963"/>
                  <a:pt x="723994" y="111994"/>
                </a:cubicBezTo>
                <a:cubicBezTo>
                  <a:pt x="728463" y="116025"/>
                  <a:pt x="733470" y="118040"/>
                  <a:pt x="739014" y="118040"/>
                </a:cubicBezTo>
                <a:cubicBezTo>
                  <a:pt x="742917" y="118040"/>
                  <a:pt x="746100" y="116896"/>
                  <a:pt x="748560" y="114608"/>
                </a:cubicBezTo>
                <a:cubicBezTo>
                  <a:pt x="751021" y="112319"/>
                  <a:pt x="752252" y="109564"/>
                  <a:pt x="752252" y="106343"/>
                </a:cubicBezTo>
                <a:cubicBezTo>
                  <a:pt x="752252" y="102443"/>
                  <a:pt x="750880" y="99165"/>
                  <a:pt x="748136" y="96509"/>
                </a:cubicBezTo>
                <a:cubicBezTo>
                  <a:pt x="745392" y="93854"/>
                  <a:pt x="739919" y="90492"/>
                  <a:pt x="731716" y="86424"/>
                </a:cubicBezTo>
                <a:cubicBezTo>
                  <a:pt x="723513" y="82355"/>
                  <a:pt x="718138" y="78681"/>
                  <a:pt x="715592" y="75403"/>
                </a:cubicBezTo>
                <a:cubicBezTo>
                  <a:pt x="713047" y="72182"/>
                  <a:pt x="711774" y="68113"/>
                  <a:pt x="711774" y="63197"/>
                </a:cubicBezTo>
                <a:cubicBezTo>
                  <a:pt x="711774" y="56811"/>
                  <a:pt x="713966" y="51471"/>
                  <a:pt x="718350" y="47177"/>
                </a:cubicBezTo>
                <a:cubicBezTo>
                  <a:pt x="722735" y="42881"/>
                  <a:pt x="728406" y="40733"/>
                  <a:pt x="735365" y="40733"/>
                </a:cubicBezTo>
                <a:cubicBezTo>
                  <a:pt x="738420" y="40733"/>
                  <a:pt x="742125" y="41383"/>
                  <a:pt x="746481" y="42684"/>
                </a:cubicBezTo>
                <a:cubicBezTo>
                  <a:pt x="749367" y="43533"/>
                  <a:pt x="751290" y="43957"/>
                  <a:pt x="752252" y="43957"/>
                </a:cubicBezTo>
                <a:cubicBezTo>
                  <a:pt x="753157" y="43957"/>
                  <a:pt x="753864" y="43759"/>
                  <a:pt x="754373" y="43363"/>
                </a:cubicBezTo>
                <a:cubicBezTo>
                  <a:pt x="754883" y="42967"/>
                  <a:pt x="755477" y="42090"/>
                  <a:pt x="756155" y="40733"/>
                </a:cubicBezTo>
                <a:lnTo>
                  <a:pt x="758956" y="40733"/>
                </a:lnTo>
                <a:close/>
                <a:moveTo>
                  <a:pt x="844467" y="42939"/>
                </a:moveTo>
                <a:lnTo>
                  <a:pt x="844467" y="90036"/>
                </a:lnTo>
                <a:cubicBezTo>
                  <a:pt x="844467" y="99031"/>
                  <a:pt x="844679" y="104533"/>
                  <a:pt x="845103" y="106541"/>
                </a:cubicBezTo>
                <a:cubicBezTo>
                  <a:pt x="845527" y="108550"/>
                  <a:pt x="846206" y="109950"/>
                  <a:pt x="847140" y="110742"/>
                </a:cubicBezTo>
                <a:cubicBezTo>
                  <a:pt x="848073" y="111534"/>
                  <a:pt x="849162" y="111930"/>
                  <a:pt x="850407" y="111930"/>
                </a:cubicBezTo>
                <a:cubicBezTo>
                  <a:pt x="852160" y="111930"/>
                  <a:pt x="854141" y="111449"/>
                  <a:pt x="856347" y="110487"/>
                </a:cubicBezTo>
                <a:lnTo>
                  <a:pt x="857535" y="113458"/>
                </a:lnTo>
                <a:lnTo>
                  <a:pt x="834283" y="123047"/>
                </a:lnTo>
                <a:lnTo>
                  <a:pt x="830465" y="123047"/>
                </a:lnTo>
                <a:lnTo>
                  <a:pt x="830465" y="106584"/>
                </a:lnTo>
                <a:cubicBezTo>
                  <a:pt x="823789" y="113825"/>
                  <a:pt x="818697" y="118379"/>
                  <a:pt x="815190" y="120246"/>
                </a:cubicBezTo>
                <a:cubicBezTo>
                  <a:pt x="811682" y="122113"/>
                  <a:pt x="807977" y="123047"/>
                  <a:pt x="804073" y="123047"/>
                </a:cubicBezTo>
                <a:cubicBezTo>
                  <a:pt x="799717" y="123047"/>
                  <a:pt x="795941" y="121788"/>
                  <a:pt x="792744" y="119270"/>
                </a:cubicBezTo>
                <a:cubicBezTo>
                  <a:pt x="789548" y="116753"/>
                  <a:pt x="787328" y="113514"/>
                  <a:pt x="786083" y="109554"/>
                </a:cubicBezTo>
                <a:cubicBezTo>
                  <a:pt x="784838" y="105594"/>
                  <a:pt x="784216" y="99993"/>
                  <a:pt x="784216" y="92752"/>
                </a:cubicBezTo>
                <a:lnTo>
                  <a:pt x="784216" y="58044"/>
                </a:lnTo>
                <a:cubicBezTo>
                  <a:pt x="784216" y="54367"/>
                  <a:pt x="783820" y="51821"/>
                  <a:pt x="783028" y="50407"/>
                </a:cubicBezTo>
                <a:cubicBezTo>
                  <a:pt x="782236" y="48992"/>
                  <a:pt x="781062" y="47903"/>
                  <a:pt x="779506" y="47140"/>
                </a:cubicBezTo>
                <a:cubicBezTo>
                  <a:pt x="777951" y="46376"/>
                  <a:pt x="775136" y="46022"/>
                  <a:pt x="771063" y="46079"/>
                </a:cubicBezTo>
                <a:lnTo>
                  <a:pt x="771063" y="42939"/>
                </a:lnTo>
                <a:lnTo>
                  <a:pt x="798303" y="42939"/>
                </a:lnTo>
                <a:lnTo>
                  <a:pt x="798303" y="94831"/>
                </a:lnTo>
                <a:cubicBezTo>
                  <a:pt x="798303" y="102055"/>
                  <a:pt x="799562" y="106795"/>
                  <a:pt x="802079" y="109053"/>
                </a:cubicBezTo>
                <a:cubicBezTo>
                  <a:pt x="804597" y="111310"/>
                  <a:pt x="807637" y="112439"/>
                  <a:pt x="811201" y="112439"/>
                </a:cubicBezTo>
                <a:cubicBezTo>
                  <a:pt x="813634" y="112439"/>
                  <a:pt x="816392" y="111677"/>
                  <a:pt x="819475" y="110153"/>
                </a:cubicBezTo>
                <a:cubicBezTo>
                  <a:pt x="822559" y="108629"/>
                  <a:pt x="826222" y="105724"/>
                  <a:pt x="830465" y="101437"/>
                </a:cubicBezTo>
                <a:lnTo>
                  <a:pt x="830465" y="57506"/>
                </a:lnTo>
                <a:cubicBezTo>
                  <a:pt x="830465" y="53104"/>
                  <a:pt x="829658" y="50127"/>
                  <a:pt x="828046" y="48577"/>
                </a:cubicBezTo>
                <a:cubicBezTo>
                  <a:pt x="826434" y="47025"/>
                  <a:pt x="823082" y="46192"/>
                  <a:pt x="817990" y="46079"/>
                </a:cubicBezTo>
                <a:lnTo>
                  <a:pt x="817990" y="42939"/>
                </a:lnTo>
                <a:lnTo>
                  <a:pt x="844467" y="42939"/>
                </a:lnTo>
                <a:close/>
                <a:moveTo>
                  <a:pt x="913458" y="40733"/>
                </a:moveTo>
                <a:lnTo>
                  <a:pt x="913458" y="67039"/>
                </a:lnTo>
                <a:lnTo>
                  <a:pt x="910657" y="67039"/>
                </a:lnTo>
                <a:cubicBezTo>
                  <a:pt x="908508" y="58788"/>
                  <a:pt x="905750" y="53176"/>
                  <a:pt x="902383" y="50203"/>
                </a:cubicBezTo>
                <a:cubicBezTo>
                  <a:pt x="899017" y="47227"/>
                  <a:pt x="894732" y="45739"/>
                  <a:pt x="889527" y="45739"/>
                </a:cubicBezTo>
                <a:cubicBezTo>
                  <a:pt x="885567" y="45739"/>
                  <a:pt x="882371" y="46785"/>
                  <a:pt x="879938" y="48877"/>
                </a:cubicBezTo>
                <a:cubicBezTo>
                  <a:pt x="877505" y="50966"/>
                  <a:pt x="876289" y="53283"/>
                  <a:pt x="876289" y="55827"/>
                </a:cubicBezTo>
                <a:cubicBezTo>
                  <a:pt x="876289" y="58992"/>
                  <a:pt x="877194" y="61704"/>
                  <a:pt x="879005" y="63963"/>
                </a:cubicBezTo>
                <a:cubicBezTo>
                  <a:pt x="880758" y="66281"/>
                  <a:pt x="884322" y="68739"/>
                  <a:pt x="889697" y="71338"/>
                </a:cubicBezTo>
                <a:lnTo>
                  <a:pt x="902086" y="77358"/>
                </a:lnTo>
                <a:cubicBezTo>
                  <a:pt x="913571" y="82951"/>
                  <a:pt x="919313" y="90326"/>
                  <a:pt x="919313" y="99482"/>
                </a:cubicBezTo>
                <a:cubicBezTo>
                  <a:pt x="919313" y="106545"/>
                  <a:pt x="916640" y="112239"/>
                  <a:pt x="911294" y="116563"/>
                </a:cubicBezTo>
                <a:cubicBezTo>
                  <a:pt x="905948" y="120885"/>
                  <a:pt x="899965" y="123047"/>
                  <a:pt x="893346" y="123047"/>
                </a:cubicBezTo>
                <a:cubicBezTo>
                  <a:pt x="888594" y="123047"/>
                  <a:pt x="883163" y="122198"/>
                  <a:pt x="877053" y="120501"/>
                </a:cubicBezTo>
                <a:cubicBezTo>
                  <a:pt x="875186" y="119935"/>
                  <a:pt x="873658" y="119652"/>
                  <a:pt x="872470" y="119652"/>
                </a:cubicBezTo>
                <a:cubicBezTo>
                  <a:pt x="871169" y="119652"/>
                  <a:pt x="870151" y="120388"/>
                  <a:pt x="869415" y="121859"/>
                </a:cubicBezTo>
                <a:lnTo>
                  <a:pt x="866615" y="121859"/>
                </a:lnTo>
                <a:lnTo>
                  <a:pt x="866615" y="94025"/>
                </a:lnTo>
                <a:lnTo>
                  <a:pt x="869415" y="94025"/>
                </a:lnTo>
                <a:cubicBezTo>
                  <a:pt x="870999" y="101973"/>
                  <a:pt x="874026" y="107963"/>
                  <a:pt x="878495" y="111994"/>
                </a:cubicBezTo>
                <a:cubicBezTo>
                  <a:pt x="882965" y="116025"/>
                  <a:pt x="887971" y="118040"/>
                  <a:pt x="893516" y="118040"/>
                </a:cubicBezTo>
                <a:cubicBezTo>
                  <a:pt x="897419" y="118040"/>
                  <a:pt x="900601" y="116896"/>
                  <a:pt x="903062" y="114608"/>
                </a:cubicBezTo>
                <a:cubicBezTo>
                  <a:pt x="905523" y="112319"/>
                  <a:pt x="906754" y="109564"/>
                  <a:pt x="906754" y="106343"/>
                </a:cubicBezTo>
                <a:cubicBezTo>
                  <a:pt x="906754" y="102443"/>
                  <a:pt x="905382" y="99165"/>
                  <a:pt x="902638" y="96509"/>
                </a:cubicBezTo>
                <a:cubicBezTo>
                  <a:pt x="899894" y="93854"/>
                  <a:pt x="894421" y="90492"/>
                  <a:pt x="886218" y="86424"/>
                </a:cubicBezTo>
                <a:cubicBezTo>
                  <a:pt x="878015" y="82355"/>
                  <a:pt x="872640" y="78681"/>
                  <a:pt x="870094" y="75403"/>
                </a:cubicBezTo>
                <a:cubicBezTo>
                  <a:pt x="867549" y="72182"/>
                  <a:pt x="866276" y="68113"/>
                  <a:pt x="866276" y="63197"/>
                </a:cubicBezTo>
                <a:cubicBezTo>
                  <a:pt x="866276" y="56811"/>
                  <a:pt x="868468" y="51471"/>
                  <a:pt x="872852" y="47177"/>
                </a:cubicBezTo>
                <a:cubicBezTo>
                  <a:pt x="877237" y="42881"/>
                  <a:pt x="882908" y="40733"/>
                  <a:pt x="889867" y="40733"/>
                </a:cubicBezTo>
                <a:cubicBezTo>
                  <a:pt x="892922" y="40733"/>
                  <a:pt x="896627" y="41383"/>
                  <a:pt x="900983" y="42684"/>
                </a:cubicBezTo>
                <a:cubicBezTo>
                  <a:pt x="903869" y="43533"/>
                  <a:pt x="905792" y="43957"/>
                  <a:pt x="906754" y="43957"/>
                </a:cubicBezTo>
                <a:cubicBezTo>
                  <a:pt x="907659" y="43957"/>
                  <a:pt x="908366" y="43759"/>
                  <a:pt x="908875" y="43363"/>
                </a:cubicBezTo>
                <a:cubicBezTo>
                  <a:pt x="909384" y="42967"/>
                  <a:pt x="909978" y="42090"/>
                  <a:pt x="910657" y="40733"/>
                </a:cubicBezTo>
                <a:lnTo>
                  <a:pt x="913458" y="40733"/>
                </a:lnTo>
                <a:close/>
                <a:moveTo>
                  <a:pt x="925225" y="50584"/>
                </a:moveTo>
                <a:lnTo>
                  <a:pt x="949156" y="40902"/>
                </a:lnTo>
                <a:lnTo>
                  <a:pt x="952380" y="40902"/>
                </a:lnTo>
                <a:lnTo>
                  <a:pt x="952380" y="59062"/>
                </a:lnTo>
                <a:cubicBezTo>
                  <a:pt x="956397" y="52217"/>
                  <a:pt x="960428" y="47451"/>
                  <a:pt x="964473" y="44764"/>
                </a:cubicBezTo>
                <a:cubicBezTo>
                  <a:pt x="968518" y="42076"/>
                  <a:pt x="972775" y="40733"/>
                  <a:pt x="977244" y="40733"/>
                </a:cubicBezTo>
                <a:cubicBezTo>
                  <a:pt x="985051" y="40733"/>
                  <a:pt x="991557" y="43784"/>
                  <a:pt x="996762" y="49887"/>
                </a:cubicBezTo>
                <a:cubicBezTo>
                  <a:pt x="1003155" y="57348"/>
                  <a:pt x="1006351" y="67068"/>
                  <a:pt x="1006351" y="79050"/>
                </a:cubicBezTo>
                <a:cubicBezTo>
                  <a:pt x="1006351" y="92443"/>
                  <a:pt x="1002504" y="103520"/>
                  <a:pt x="994810" y="112280"/>
                </a:cubicBezTo>
                <a:cubicBezTo>
                  <a:pt x="988474" y="119458"/>
                  <a:pt x="980497" y="123047"/>
                  <a:pt x="970880" y="123047"/>
                </a:cubicBezTo>
                <a:cubicBezTo>
                  <a:pt x="966693" y="123047"/>
                  <a:pt x="963073" y="122453"/>
                  <a:pt x="960018" y="121265"/>
                </a:cubicBezTo>
                <a:cubicBezTo>
                  <a:pt x="957755" y="120416"/>
                  <a:pt x="955209" y="118719"/>
                  <a:pt x="952380" y="116173"/>
                </a:cubicBezTo>
                <a:lnTo>
                  <a:pt x="952380" y="139849"/>
                </a:lnTo>
                <a:cubicBezTo>
                  <a:pt x="952380" y="145167"/>
                  <a:pt x="952706" y="148547"/>
                  <a:pt x="953356" y="149990"/>
                </a:cubicBezTo>
                <a:cubicBezTo>
                  <a:pt x="954007" y="151432"/>
                  <a:pt x="955138" y="152578"/>
                  <a:pt x="956751" y="153427"/>
                </a:cubicBezTo>
                <a:cubicBezTo>
                  <a:pt x="958363" y="154275"/>
                  <a:pt x="961291" y="154699"/>
                  <a:pt x="965534" y="154699"/>
                </a:cubicBezTo>
                <a:lnTo>
                  <a:pt x="965534" y="157839"/>
                </a:lnTo>
                <a:lnTo>
                  <a:pt x="924801" y="157839"/>
                </a:lnTo>
                <a:lnTo>
                  <a:pt x="924801" y="154699"/>
                </a:lnTo>
                <a:lnTo>
                  <a:pt x="926922" y="154699"/>
                </a:lnTo>
                <a:cubicBezTo>
                  <a:pt x="930034" y="154756"/>
                  <a:pt x="932693" y="154161"/>
                  <a:pt x="934899" y="152915"/>
                </a:cubicBezTo>
                <a:cubicBezTo>
                  <a:pt x="935974" y="152292"/>
                  <a:pt x="936809" y="151287"/>
                  <a:pt x="937403" y="149900"/>
                </a:cubicBezTo>
                <a:cubicBezTo>
                  <a:pt x="937997" y="148514"/>
                  <a:pt x="938294" y="144990"/>
                  <a:pt x="938294" y="139329"/>
                </a:cubicBezTo>
                <a:lnTo>
                  <a:pt x="938294" y="65785"/>
                </a:lnTo>
                <a:cubicBezTo>
                  <a:pt x="938294" y="60746"/>
                  <a:pt x="938067" y="57548"/>
                  <a:pt x="937615" y="56190"/>
                </a:cubicBezTo>
                <a:cubicBezTo>
                  <a:pt x="937162" y="54831"/>
                  <a:pt x="936441" y="53812"/>
                  <a:pt x="935451" y="53133"/>
                </a:cubicBezTo>
                <a:cubicBezTo>
                  <a:pt x="934461" y="52452"/>
                  <a:pt x="933117" y="52112"/>
                  <a:pt x="931420" y="52112"/>
                </a:cubicBezTo>
                <a:cubicBezTo>
                  <a:pt x="930062" y="52112"/>
                  <a:pt x="928337" y="52508"/>
                  <a:pt x="926244" y="53300"/>
                </a:cubicBezTo>
                <a:lnTo>
                  <a:pt x="925225" y="50584"/>
                </a:lnTo>
                <a:moveTo>
                  <a:pt x="952380" y="64223"/>
                </a:moveTo>
                <a:lnTo>
                  <a:pt x="952380" y="93208"/>
                </a:lnTo>
                <a:cubicBezTo>
                  <a:pt x="952380" y="99480"/>
                  <a:pt x="952635" y="103605"/>
                  <a:pt x="953144" y="105582"/>
                </a:cubicBezTo>
                <a:cubicBezTo>
                  <a:pt x="953936" y="108859"/>
                  <a:pt x="955874" y="111741"/>
                  <a:pt x="958957" y="114227"/>
                </a:cubicBezTo>
                <a:cubicBezTo>
                  <a:pt x="962040" y="116712"/>
                  <a:pt x="965930" y="117955"/>
                  <a:pt x="970625" y="117955"/>
                </a:cubicBezTo>
                <a:cubicBezTo>
                  <a:pt x="976283" y="117955"/>
                  <a:pt x="980865" y="115751"/>
                  <a:pt x="984373" y="111344"/>
                </a:cubicBezTo>
                <a:cubicBezTo>
                  <a:pt x="988955" y="105582"/>
                  <a:pt x="991246" y="97475"/>
                  <a:pt x="991246" y="87021"/>
                </a:cubicBezTo>
                <a:cubicBezTo>
                  <a:pt x="991246" y="75157"/>
                  <a:pt x="988644" y="66032"/>
                  <a:pt x="983439" y="59648"/>
                </a:cubicBezTo>
                <a:cubicBezTo>
                  <a:pt x="979818" y="55241"/>
                  <a:pt x="975519" y="53037"/>
                  <a:pt x="970540" y="53037"/>
                </a:cubicBezTo>
                <a:cubicBezTo>
                  <a:pt x="967825" y="53037"/>
                  <a:pt x="965138" y="53715"/>
                  <a:pt x="962479" y="55071"/>
                </a:cubicBezTo>
                <a:cubicBezTo>
                  <a:pt x="960442" y="56088"/>
                  <a:pt x="957076" y="59138"/>
                  <a:pt x="952380" y="64223"/>
                </a:cubicBezTo>
                <a:close/>
                <a:moveTo>
                  <a:pt x="1030791" y="72301"/>
                </a:moveTo>
                <a:cubicBezTo>
                  <a:pt x="1030734" y="83815"/>
                  <a:pt x="1033535" y="92846"/>
                  <a:pt x="1039192" y="99395"/>
                </a:cubicBezTo>
                <a:cubicBezTo>
                  <a:pt x="1044849" y="105941"/>
                  <a:pt x="1051497" y="109215"/>
                  <a:pt x="1059134" y="109215"/>
                </a:cubicBezTo>
                <a:cubicBezTo>
                  <a:pt x="1064226" y="109215"/>
                  <a:pt x="1068653" y="107814"/>
                  <a:pt x="1072415" y="105014"/>
                </a:cubicBezTo>
                <a:cubicBezTo>
                  <a:pt x="1076177" y="102214"/>
                  <a:pt x="1079331" y="97419"/>
                  <a:pt x="1081877" y="90630"/>
                </a:cubicBezTo>
                <a:lnTo>
                  <a:pt x="1084507" y="92327"/>
                </a:lnTo>
                <a:cubicBezTo>
                  <a:pt x="1083319" y="100078"/>
                  <a:pt x="1079868" y="107136"/>
                  <a:pt x="1074154" y="113500"/>
                </a:cubicBezTo>
                <a:cubicBezTo>
                  <a:pt x="1068440" y="119864"/>
                  <a:pt x="1061284" y="123047"/>
                  <a:pt x="1052685" y="123047"/>
                </a:cubicBezTo>
                <a:cubicBezTo>
                  <a:pt x="1043350" y="123047"/>
                  <a:pt x="1035359" y="119420"/>
                  <a:pt x="1028712" y="112166"/>
                </a:cubicBezTo>
                <a:cubicBezTo>
                  <a:pt x="1022065" y="104911"/>
                  <a:pt x="1018741" y="95157"/>
                  <a:pt x="1018741" y="82905"/>
                </a:cubicBezTo>
                <a:cubicBezTo>
                  <a:pt x="1018741" y="69639"/>
                  <a:pt x="1022149" y="59294"/>
                  <a:pt x="1028966" y="51871"/>
                </a:cubicBezTo>
                <a:cubicBezTo>
                  <a:pt x="1035784" y="44445"/>
                  <a:pt x="1044340" y="40733"/>
                  <a:pt x="1054637" y="40733"/>
                </a:cubicBezTo>
                <a:cubicBezTo>
                  <a:pt x="1063349" y="40733"/>
                  <a:pt x="1070505" y="43597"/>
                  <a:pt x="1076106" y="49325"/>
                </a:cubicBezTo>
                <a:cubicBezTo>
                  <a:pt x="1081707" y="55051"/>
                  <a:pt x="1084507" y="62710"/>
                  <a:pt x="1084507" y="72301"/>
                </a:cubicBezTo>
                <a:lnTo>
                  <a:pt x="1030791" y="72301"/>
                </a:lnTo>
                <a:moveTo>
                  <a:pt x="1030791" y="67379"/>
                </a:moveTo>
                <a:lnTo>
                  <a:pt x="1066772" y="67379"/>
                </a:lnTo>
                <a:cubicBezTo>
                  <a:pt x="1066489" y="62400"/>
                  <a:pt x="1065895" y="58893"/>
                  <a:pt x="1064989" y="56856"/>
                </a:cubicBezTo>
                <a:cubicBezTo>
                  <a:pt x="1063575" y="53688"/>
                  <a:pt x="1061468" y="51199"/>
                  <a:pt x="1058667" y="49388"/>
                </a:cubicBezTo>
                <a:cubicBezTo>
                  <a:pt x="1055867" y="47578"/>
                  <a:pt x="1052939" y="46673"/>
                  <a:pt x="1049884" y="46673"/>
                </a:cubicBezTo>
                <a:cubicBezTo>
                  <a:pt x="1045189" y="46673"/>
                  <a:pt x="1040988" y="48497"/>
                  <a:pt x="1037283" y="52146"/>
                </a:cubicBezTo>
                <a:cubicBezTo>
                  <a:pt x="1033577" y="55795"/>
                  <a:pt x="1031413" y="60873"/>
                  <a:pt x="1030791" y="67379"/>
                </a:cubicBezTo>
                <a:close/>
                <a:moveTo>
                  <a:pt x="1160908" y="91139"/>
                </a:moveTo>
                <a:cubicBezTo>
                  <a:pt x="1158814" y="101379"/>
                  <a:pt x="1154713" y="109257"/>
                  <a:pt x="1148603" y="114773"/>
                </a:cubicBezTo>
                <a:cubicBezTo>
                  <a:pt x="1142493" y="120289"/>
                  <a:pt x="1135733" y="123047"/>
                  <a:pt x="1128322" y="123047"/>
                </a:cubicBezTo>
                <a:cubicBezTo>
                  <a:pt x="1119496" y="123047"/>
                  <a:pt x="1111802" y="119346"/>
                  <a:pt x="1105240" y="111943"/>
                </a:cubicBezTo>
                <a:cubicBezTo>
                  <a:pt x="1098677" y="104539"/>
                  <a:pt x="1095396" y="94536"/>
                  <a:pt x="1095396" y="81932"/>
                </a:cubicBezTo>
                <a:cubicBezTo>
                  <a:pt x="1095396" y="69725"/>
                  <a:pt x="1099031" y="59807"/>
                  <a:pt x="1106300" y="52178"/>
                </a:cubicBezTo>
                <a:cubicBezTo>
                  <a:pt x="1113570" y="44548"/>
                  <a:pt x="1122296" y="40733"/>
                  <a:pt x="1132480" y="40733"/>
                </a:cubicBezTo>
                <a:cubicBezTo>
                  <a:pt x="1140117" y="40733"/>
                  <a:pt x="1146397" y="42749"/>
                  <a:pt x="1151319" y="46782"/>
                </a:cubicBezTo>
                <a:cubicBezTo>
                  <a:pt x="1156240" y="50812"/>
                  <a:pt x="1158701" y="54999"/>
                  <a:pt x="1158701" y="59341"/>
                </a:cubicBezTo>
                <a:cubicBezTo>
                  <a:pt x="1158701" y="61484"/>
                  <a:pt x="1158008" y="63218"/>
                  <a:pt x="1156622" y="64544"/>
                </a:cubicBezTo>
                <a:cubicBezTo>
                  <a:pt x="1155236" y="65868"/>
                  <a:pt x="1153299" y="66530"/>
                  <a:pt x="1150809" y="66530"/>
                </a:cubicBezTo>
                <a:cubicBezTo>
                  <a:pt x="1147472" y="66530"/>
                  <a:pt x="1144954" y="65455"/>
                  <a:pt x="1143257" y="63305"/>
                </a:cubicBezTo>
                <a:cubicBezTo>
                  <a:pt x="1142295" y="62117"/>
                  <a:pt x="1141659" y="59854"/>
                  <a:pt x="1141348" y="56517"/>
                </a:cubicBezTo>
                <a:cubicBezTo>
                  <a:pt x="1141036" y="53179"/>
                  <a:pt x="1139891" y="50633"/>
                  <a:pt x="1137911" y="48879"/>
                </a:cubicBezTo>
                <a:cubicBezTo>
                  <a:pt x="1135931" y="47182"/>
                  <a:pt x="1133187" y="46333"/>
                  <a:pt x="1129679" y="46333"/>
                </a:cubicBezTo>
                <a:cubicBezTo>
                  <a:pt x="1124022" y="46333"/>
                  <a:pt x="1119468" y="48427"/>
                  <a:pt x="1116017" y="52613"/>
                </a:cubicBezTo>
                <a:cubicBezTo>
                  <a:pt x="1111434" y="58157"/>
                  <a:pt x="1109143" y="65483"/>
                  <a:pt x="1109143" y="74592"/>
                </a:cubicBezTo>
                <a:cubicBezTo>
                  <a:pt x="1109143" y="83870"/>
                  <a:pt x="1111420" y="92059"/>
                  <a:pt x="1115974" y="99159"/>
                </a:cubicBezTo>
                <a:cubicBezTo>
                  <a:pt x="1120529" y="106259"/>
                  <a:pt x="1126681" y="109809"/>
                  <a:pt x="1134431" y="109809"/>
                </a:cubicBezTo>
                <a:cubicBezTo>
                  <a:pt x="1139976" y="109809"/>
                  <a:pt x="1144954" y="107913"/>
                  <a:pt x="1149367" y="104123"/>
                </a:cubicBezTo>
                <a:cubicBezTo>
                  <a:pt x="1152478" y="101521"/>
                  <a:pt x="1155505" y="96797"/>
                  <a:pt x="1158447" y="89951"/>
                </a:cubicBezTo>
                <a:lnTo>
                  <a:pt x="1160908" y="91139"/>
                </a:lnTo>
                <a:close/>
                <a:moveTo>
                  <a:pt x="1194624" y="17311"/>
                </a:moveTo>
                <a:lnTo>
                  <a:pt x="1194624" y="42939"/>
                </a:lnTo>
                <a:lnTo>
                  <a:pt x="1212784" y="42939"/>
                </a:lnTo>
                <a:lnTo>
                  <a:pt x="1212784" y="48879"/>
                </a:lnTo>
                <a:lnTo>
                  <a:pt x="1194624" y="48879"/>
                </a:lnTo>
                <a:lnTo>
                  <a:pt x="1194624" y="99217"/>
                </a:lnTo>
                <a:cubicBezTo>
                  <a:pt x="1194624" y="104247"/>
                  <a:pt x="1195345" y="107638"/>
                  <a:pt x="1196788" y="109390"/>
                </a:cubicBezTo>
                <a:cubicBezTo>
                  <a:pt x="1198230" y="111140"/>
                  <a:pt x="1200083" y="112015"/>
                  <a:pt x="1202346" y="112015"/>
                </a:cubicBezTo>
                <a:cubicBezTo>
                  <a:pt x="1204213" y="112015"/>
                  <a:pt x="1206023" y="111435"/>
                  <a:pt x="1207777" y="110275"/>
                </a:cubicBezTo>
                <a:cubicBezTo>
                  <a:pt x="1209531" y="109116"/>
                  <a:pt x="1210888" y="107404"/>
                  <a:pt x="1211850" y="105141"/>
                </a:cubicBezTo>
                <a:lnTo>
                  <a:pt x="1215160" y="105141"/>
                </a:lnTo>
                <a:cubicBezTo>
                  <a:pt x="1213180" y="110701"/>
                  <a:pt x="1210379" y="114906"/>
                  <a:pt x="1206759" y="117756"/>
                </a:cubicBezTo>
                <a:cubicBezTo>
                  <a:pt x="1203138" y="120604"/>
                  <a:pt x="1199404" y="122028"/>
                  <a:pt x="1195557" y="122028"/>
                </a:cubicBezTo>
                <a:cubicBezTo>
                  <a:pt x="1192955" y="122028"/>
                  <a:pt x="1190409" y="121306"/>
                  <a:pt x="1187920" y="119862"/>
                </a:cubicBezTo>
                <a:cubicBezTo>
                  <a:pt x="1185431" y="118417"/>
                  <a:pt x="1183592" y="116351"/>
                  <a:pt x="1182404" y="113662"/>
                </a:cubicBezTo>
                <a:cubicBezTo>
                  <a:pt x="1181216" y="110971"/>
                  <a:pt x="1180622" y="106822"/>
                  <a:pt x="1180622" y="101214"/>
                </a:cubicBezTo>
                <a:lnTo>
                  <a:pt x="1180622" y="48879"/>
                </a:lnTo>
                <a:lnTo>
                  <a:pt x="1168317" y="48879"/>
                </a:lnTo>
                <a:lnTo>
                  <a:pt x="1168317" y="46079"/>
                </a:lnTo>
                <a:cubicBezTo>
                  <a:pt x="1171429" y="44831"/>
                  <a:pt x="1174611" y="42717"/>
                  <a:pt x="1177864" y="39738"/>
                </a:cubicBezTo>
                <a:cubicBezTo>
                  <a:pt x="1181117" y="36759"/>
                  <a:pt x="1184016" y="33227"/>
                  <a:pt x="1186562" y="29141"/>
                </a:cubicBezTo>
                <a:cubicBezTo>
                  <a:pt x="1187863" y="26986"/>
                  <a:pt x="1189673" y="23043"/>
                  <a:pt x="1191993" y="17311"/>
                </a:cubicBezTo>
                <a:lnTo>
                  <a:pt x="1194624" y="17311"/>
                </a:lnTo>
                <a:close/>
                <a:moveTo>
                  <a:pt x="1233434" y="72301"/>
                </a:moveTo>
                <a:cubicBezTo>
                  <a:pt x="1233377" y="83815"/>
                  <a:pt x="1236178" y="92846"/>
                  <a:pt x="1241835" y="99395"/>
                </a:cubicBezTo>
                <a:cubicBezTo>
                  <a:pt x="1247492" y="105941"/>
                  <a:pt x="1254140" y="109215"/>
                  <a:pt x="1261777" y="109215"/>
                </a:cubicBezTo>
                <a:cubicBezTo>
                  <a:pt x="1266868" y="109215"/>
                  <a:pt x="1271295" y="107814"/>
                  <a:pt x="1275057" y="105014"/>
                </a:cubicBezTo>
                <a:cubicBezTo>
                  <a:pt x="1278820" y="102214"/>
                  <a:pt x="1281974" y="97419"/>
                  <a:pt x="1284519" y="90630"/>
                </a:cubicBezTo>
                <a:lnTo>
                  <a:pt x="1287150" y="92327"/>
                </a:lnTo>
                <a:cubicBezTo>
                  <a:pt x="1285962" y="100078"/>
                  <a:pt x="1282511" y="107136"/>
                  <a:pt x="1276797" y="113500"/>
                </a:cubicBezTo>
                <a:cubicBezTo>
                  <a:pt x="1271083" y="119864"/>
                  <a:pt x="1263927" y="123047"/>
                  <a:pt x="1255328" y="123047"/>
                </a:cubicBezTo>
                <a:cubicBezTo>
                  <a:pt x="1245993" y="123047"/>
                  <a:pt x="1238002" y="119420"/>
                  <a:pt x="1231355" y="112166"/>
                </a:cubicBezTo>
                <a:cubicBezTo>
                  <a:pt x="1224707" y="104911"/>
                  <a:pt x="1221384" y="95157"/>
                  <a:pt x="1221384" y="82905"/>
                </a:cubicBezTo>
                <a:cubicBezTo>
                  <a:pt x="1221384" y="69639"/>
                  <a:pt x="1224792" y="59294"/>
                  <a:pt x="1231609" y="51871"/>
                </a:cubicBezTo>
                <a:cubicBezTo>
                  <a:pt x="1238426" y="44445"/>
                  <a:pt x="1246983" y="40733"/>
                  <a:pt x="1257279" y="40733"/>
                </a:cubicBezTo>
                <a:cubicBezTo>
                  <a:pt x="1265992" y="40733"/>
                  <a:pt x="1273148" y="43597"/>
                  <a:pt x="1278749" y="49325"/>
                </a:cubicBezTo>
                <a:cubicBezTo>
                  <a:pt x="1284350" y="55051"/>
                  <a:pt x="1287150" y="62710"/>
                  <a:pt x="1287150" y="72301"/>
                </a:cubicBezTo>
                <a:lnTo>
                  <a:pt x="1233434" y="72301"/>
                </a:lnTo>
                <a:moveTo>
                  <a:pt x="1233434" y="67379"/>
                </a:moveTo>
                <a:lnTo>
                  <a:pt x="1269414" y="67379"/>
                </a:lnTo>
                <a:cubicBezTo>
                  <a:pt x="1269131" y="62400"/>
                  <a:pt x="1268537" y="58893"/>
                  <a:pt x="1267632" y="56856"/>
                </a:cubicBezTo>
                <a:cubicBezTo>
                  <a:pt x="1266218" y="53688"/>
                  <a:pt x="1264111" y="51199"/>
                  <a:pt x="1261310" y="49388"/>
                </a:cubicBezTo>
                <a:cubicBezTo>
                  <a:pt x="1258510" y="47578"/>
                  <a:pt x="1255582" y="46673"/>
                  <a:pt x="1252527" y="46673"/>
                </a:cubicBezTo>
                <a:cubicBezTo>
                  <a:pt x="1247832" y="46673"/>
                  <a:pt x="1243631" y="48497"/>
                  <a:pt x="1239925" y="52146"/>
                </a:cubicBezTo>
                <a:cubicBezTo>
                  <a:pt x="1236220" y="55795"/>
                  <a:pt x="1234056" y="60873"/>
                  <a:pt x="1233434" y="67379"/>
                </a:cubicBezTo>
                <a:close/>
                <a:moveTo>
                  <a:pt x="1352434" y="111930"/>
                </a:moveTo>
                <a:cubicBezTo>
                  <a:pt x="1348643" y="115890"/>
                  <a:pt x="1344938" y="118733"/>
                  <a:pt x="1341317" y="120459"/>
                </a:cubicBezTo>
                <a:cubicBezTo>
                  <a:pt x="1337696" y="122184"/>
                  <a:pt x="1333793" y="123047"/>
                  <a:pt x="1329607" y="123047"/>
                </a:cubicBezTo>
                <a:cubicBezTo>
                  <a:pt x="1321121" y="123047"/>
                  <a:pt x="1313709" y="119505"/>
                  <a:pt x="1307373" y="112421"/>
                </a:cubicBezTo>
                <a:cubicBezTo>
                  <a:pt x="1301037" y="105335"/>
                  <a:pt x="1297869" y="96230"/>
                  <a:pt x="1297869" y="85106"/>
                </a:cubicBezTo>
                <a:cubicBezTo>
                  <a:pt x="1297869" y="73984"/>
                  <a:pt x="1301376" y="63808"/>
                  <a:pt x="1308392" y="54578"/>
                </a:cubicBezTo>
                <a:cubicBezTo>
                  <a:pt x="1315407" y="45348"/>
                  <a:pt x="1324430" y="40733"/>
                  <a:pt x="1335462" y="40733"/>
                </a:cubicBezTo>
                <a:cubicBezTo>
                  <a:pt x="1342307" y="40733"/>
                  <a:pt x="1347965" y="42911"/>
                  <a:pt x="1352434" y="47267"/>
                </a:cubicBezTo>
                <a:lnTo>
                  <a:pt x="1352434" y="32894"/>
                </a:lnTo>
                <a:cubicBezTo>
                  <a:pt x="1352434" y="23975"/>
                  <a:pt x="1352222" y="18492"/>
                  <a:pt x="1351797" y="16447"/>
                </a:cubicBezTo>
                <a:cubicBezTo>
                  <a:pt x="1351373" y="14401"/>
                  <a:pt x="1350708" y="13010"/>
                  <a:pt x="1349803" y="12273"/>
                </a:cubicBezTo>
                <a:cubicBezTo>
                  <a:pt x="1348898" y="11534"/>
                  <a:pt x="1347767" y="11164"/>
                  <a:pt x="1346409" y="11164"/>
                </a:cubicBezTo>
                <a:cubicBezTo>
                  <a:pt x="1344938" y="11164"/>
                  <a:pt x="1342986" y="11619"/>
                  <a:pt x="1340553" y="12527"/>
                </a:cubicBezTo>
                <a:lnTo>
                  <a:pt x="1339450" y="9544"/>
                </a:lnTo>
                <a:lnTo>
                  <a:pt x="1362617" y="0"/>
                </a:lnTo>
                <a:lnTo>
                  <a:pt x="1366436" y="0"/>
                </a:lnTo>
                <a:lnTo>
                  <a:pt x="1366436" y="89867"/>
                </a:lnTo>
                <a:cubicBezTo>
                  <a:pt x="1366436" y="98975"/>
                  <a:pt x="1366648" y="104533"/>
                  <a:pt x="1367072" y="106541"/>
                </a:cubicBezTo>
                <a:cubicBezTo>
                  <a:pt x="1367496" y="108550"/>
                  <a:pt x="1368175" y="109950"/>
                  <a:pt x="1369109" y="110742"/>
                </a:cubicBezTo>
                <a:cubicBezTo>
                  <a:pt x="1370042" y="111534"/>
                  <a:pt x="1371131" y="111930"/>
                  <a:pt x="1372376" y="111930"/>
                </a:cubicBezTo>
                <a:cubicBezTo>
                  <a:pt x="1373903" y="111930"/>
                  <a:pt x="1375940" y="111449"/>
                  <a:pt x="1378486" y="110487"/>
                </a:cubicBezTo>
                <a:lnTo>
                  <a:pt x="1379419" y="113458"/>
                </a:lnTo>
                <a:lnTo>
                  <a:pt x="1356337" y="123047"/>
                </a:lnTo>
                <a:lnTo>
                  <a:pt x="1352434" y="123047"/>
                </a:lnTo>
                <a:lnTo>
                  <a:pt x="1352434" y="111930"/>
                </a:lnTo>
                <a:moveTo>
                  <a:pt x="1352434" y="106008"/>
                </a:moveTo>
                <a:lnTo>
                  <a:pt x="1352434" y="66055"/>
                </a:lnTo>
                <a:cubicBezTo>
                  <a:pt x="1352094" y="62217"/>
                  <a:pt x="1351076" y="58719"/>
                  <a:pt x="1349379" y="55559"/>
                </a:cubicBezTo>
                <a:cubicBezTo>
                  <a:pt x="1347682" y="52398"/>
                  <a:pt x="1345433" y="50014"/>
                  <a:pt x="1342633" y="48407"/>
                </a:cubicBezTo>
                <a:cubicBezTo>
                  <a:pt x="1339832" y="46798"/>
                  <a:pt x="1337102" y="45994"/>
                  <a:pt x="1334444" y="45994"/>
                </a:cubicBezTo>
                <a:cubicBezTo>
                  <a:pt x="1329465" y="45994"/>
                  <a:pt x="1325024" y="48223"/>
                  <a:pt x="1321121" y="52682"/>
                </a:cubicBezTo>
                <a:cubicBezTo>
                  <a:pt x="1315972" y="58550"/>
                  <a:pt x="1313398" y="67127"/>
                  <a:pt x="1313398" y="78413"/>
                </a:cubicBezTo>
                <a:cubicBezTo>
                  <a:pt x="1313398" y="89813"/>
                  <a:pt x="1315888" y="98546"/>
                  <a:pt x="1320866" y="104614"/>
                </a:cubicBezTo>
                <a:cubicBezTo>
                  <a:pt x="1325844" y="110679"/>
                  <a:pt x="1331389" y="113712"/>
                  <a:pt x="1337498" y="113712"/>
                </a:cubicBezTo>
                <a:cubicBezTo>
                  <a:pt x="1342647" y="113712"/>
                  <a:pt x="1347625" y="111144"/>
                  <a:pt x="1352434" y="106008"/>
                </a:cubicBezTo>
                <a:close/>
                <a:moveTo>
                  <a:pt x="1458254" y="48879"/>
                </a:moveTo>
                <a:lnTo>
                  <a:pt x="1458254" y="100029"/>
                </a:lnTo>
                <a:cubicBezTo>
                  <a:pt x="1458254" y="107279"/>
                  <a:pt x="1459046" y="111866"/>
                  <a:pt x="1460630" y="113792"/>
                </a:cubicBezTo>
                <a:cubicBezTo>
                  <a:pt x="1462723" y="116284"/>
                  <a:pt x="1465523" y="117531"/>
                  <a:pt x="1469031" y="117531"/>
                </a:cubicBezTo>
                <a:lnTo>
                  <a:pt x="1476074" y="117531"/>
                </a:lnTo>
                <a:lnTo>
                  <a:pt x="1476074" y="120671"/>
                </a:lnTo>
                <a:lnTo>
                  <a:pt x="1429656" y="120671"/>
                </a:lnTo>
                <a:lnTo>
                  <a:pt x="1429656" y="117531"/>
                </a:lnTo>
                <a:lnTo>
                  <a:pt x="1433135" y="117531"/>
                </a:lnTo>
                <a:cubicBezTo>
                  <a:pt x="1435398" y="117531"/>
                  <a:pt x="1437463" y="116964"/>
                  <a:pt x="1439330" y="115831"/>
                </a:cubicBezTo>
                <a:cubicBezTo>
                  <a:pt x="1441197" y="114698"/>
                  <a:pt x="1442484" y="113169"/>
                  <a:pt x="1443191" y="111243"/>
                </a:cubicBezTo>
                <a:cubicBezTo>
                  <a:pt x="1443898" y="109318"/>
                  <a:pt x="1444252" y="105580"/>
                  <a:pt x="1444252" y="100029"/>
                </a:cubicBezTo>
                <a:lnTo>
                  <a:pt x="1444252" y="48879"/>
                </a:lnTo>
                <a:lnTo>
                  <a:pt x="1429147" y="48879"/>
                </a:lnTo>
                <a:lnTo>
                  <a:pt x="1429147" y="42939"/>
                </a:lnTo>
                <a:lnTo>
                  <a:pt x="1444252" y="42939"/>
                </a:lnTo>
                <a:lnTo>
                  <a:pt x="1444252" y="37826"/>
                </a:lnTo>
                <a:cubicBezTo>
                  <a:pt x="1444252" y="30046"/>
                  <a:pt x="1445496" y="23458"/>
                  <a:pt x="1447986" y="18062"/>
                </a:cubicBezTo>
                <a:cubicBezTo>
                  <a:pt x="1450475" y="12666"/>
                  <a:pt x="1454279" y="8307"/>
                  <a:pt x="1459399" y="4986"/>
                </a:cubicBezTo>
                <a:cubicBezTo>
                  <a:pt x="1464519" y="1662"/>
                  <a:pt x="1470275" y="0"/>
                  <a:pt x="1476668" y="0"/>
                </a:cubicBezTo>
                <a:cubicBezTo>
                  <a:pt x="1482608" y="0"/>
                  <a:pt x="1488068" y="1923"/>
                  <a:pt x="1493046" y="5770"/>
                </a:cubicBezTo>
                <a:cubicBezTo>
                  <a:pt x="1496327" y="8316"/>
                  <a:pt x="1497968" y="11173"/>
                  <a:pt x="1497968" y="14341"/>
                </a:cubicBezTo>
                <a:cubicBezTo>
                  <a:pt x="1497968" y="16039"/>
                  <a:pt x="1497233" y="17637"/>
                  <a:pt x="1495762" y="19136"/>
                </a:cubicBezTo>
                <a:cubicBezTo>
                  <a:pt x="1494291" y="20635"/>
                  <a:pt x="1492707" y="21385"/>
                  <a:pt x="1491010" y="21385"/>
                </a:cubicBezTo>
                <a:cubicBezTo>
                  <a:pt x="1489708" y="21385"/>
                  <a:pt x="1488336" y="20913"/>
                  <a:pt x="1486894" y="19969"/>
                </a:cubicBezTo>
                <a:cubicBezTo>
                  <a:pt x="1485451" y="19025"/>
                  <a:pt x="1483683" y="16994"/>
                  <a:pt x="1481590" y="13877"/>
                </a:cubicBezTo>
                <a:cubicBezTo>
                  <a:pt x="1479497" y="10760"/>
                  <a:pt x="1477573" y="8658"/>
                  <a:pt x="1475820" y="7571"/>
                </a:cubicBezTo>
                <a:cubicBezTo>
                  <a:pt x="1474066" y="6484"/>
                  <a:pt x="1472114" y="5940"/>
                  <a:pt x="1469964" y="5940"/>
                </a:cubicBezTo>
                <a:cubicBezTo>
                  <a:pt x="1467362" y="5940"/>
                  <a:pt x="1465156" y="6640"/>
                  <a:pt x="1463345" y="8040"/>
                </a:cubicBezTo>
                <a:cubicBezTo>
                  <a:pt x="1461535" y="9439"/>
                  <a:pt x="1460234" y="11608"/>
                  <a:pt x="1459442" y="14548"/>
                </a:cubicBezTo>
                <a:cubicBezTo>
                  <a:pt x="1458650" y="17488"/>
                  <a:pt x="1458254" y="25067"/>
                  <a:pt x="1458254" y="37285"/>
                </a:cubicBezTo>
                <a:lnTo>
                  <a:pt x="1458254" y="42939"/>
                </a:lnTo>
                <a:lnTo>
                  <a:pt x="1478281" y="42939"/>
                </a:lnTo>
                <a:lnTo>
                  <a:pt x="1478281" y="48879"/>
                </a:lnTo>
                <a:lnTo>
                  <a:pt x="1458254" y="48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act">
            <a:extLst xmlns:a="http://schemas.openxmlformats.org/drawingml/2006/main">
              <a:ext uri="{FF2B5EF4-FFF2-40B4-BE49-F238E27FC236}">
                <a16:creationId xmlns:a16="http://schemas.microsoft.com/office/drawing/2014/main" id="{FD4E8AA1-A812-4EE7-BE0E-B37928C7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4567" y="6156390"/>
            <a:ext cx="196673" cy="105735"/>
          </a:xfrm>
          <a:custGeom xmlns:a="http://schemas.openxmlformats.org/drawingml/2006/main">
            <a:pathLst>
              <a:path w="196673" h="105735">
                <a:moveTo>
                  <a:pt x="43279" y="92158"/>
                </a:moveTo>
                <a:cubicBezTo>
                  <a:pt x="35302" y="98324"/>
                  <a:pt x="30295" y="101888"/>
                  <a:pt x="28258" y="102850"/>
                </a:cubicBezTo>
                <a:cubicBezTo>
                  <a:pt x="25203" y="104321"/>
                  <a:pt x="21950" y="105056"/>
                  <a:pt x="18499" y="105056"/>
                </a:cubicBezTo>
                <a:cubicBezTo>
                  <a:pt x="13125" y="105056"/>
                  <a:pt x="8698" y="103218"/>
                  <a:pt x="5219" y="99541"/>
                </a:cubicBezTo>
                <a:cubicBezTo>
                  <a:pt x="1740" y="95863"/>
                  <a:pt x="0" y="91026"/>
                  <a:pt x="0" y="85030"/>
                </a:cubicBezTo>
                <a:cubicBezTo>
                  <a:pt x="0" y="81239"/>
                  <a:pt x="849" y="77958"/>
                  <a:pt x="2546" y="75186"/>
                </a:cubicBezTo>
                <a:cubicBezTo>
                  <a:pt x="4865" y="71339"/>
                  <a:pt x="8896" y="67718"/>
                  <a:pt x="14638" y="64324"/>
                </a:cubicBezTo>
                <a:cubicBezTo>
                  <a:pt x="20380" y="60929"/>
                  <a:pt x="29927" y="56799"/>
                  <a:pt x="43279" y="51934"/>
                </a:cubicBezTo>
                <a:lnTo>
                  <a:pt x="43279" y="48879"/>
                </a:lnTo>
                <a:cubicBezTo>
                  <a:pt x="43279" y="41129"/>
                  <a:pt x="42048" y="35811"/>
                  <a:pt x="39587" y="32926"/>
                </a:cubicBezTo>
                <a:cubicBezTo>
                  <a:pt x="37126" y="30040"/>
                  <a:pt x="33548" y="28598"/>
                  <a:pt x="28852" y="28598"/>
                </a:cubicBezTo>
                <a:cubicBezTo>
                  <a:pt x="25288" y="28598"/>
                  <a:pt x="22460" y="29556"/>
                  <a:pt x="20366" y="31472"/>
                </a:cubicBezTo>
                <a:cubicBezTo>
                  <a:pt x="18217" y="33389"/>
                  <a:pt x="17142" y="35587"/>
                  <a:pt x="17142" y="38068"/>
                </a:cubicBezTo>
                <a:lnTo>
                  <a:pt x="17311" y="42971"/>
                </a:lnTo>
                <a:cubicBezTo>
                  <a:pt x="17311" y="45563"/>
                  <a:pt x="16647" y="47563"/>
                  <a:pt x="15317" y="48972"/>
                </a:cubicBezTo>
                <a:cubicBezTo>
                  <a:pt x="13988" y="50381"/>
                  <a:pt x="12248" y="51086"/>
                  <a:pt x="10098" y="51086"/>
                </a:cubicBezTo>
                <a:cubicBezTo>
                  <a:pt x="8005" y="51086"/>
                  <a:pt x="6294" y="50353"/>
                  <a:pt x="4964" y="48887"/>
                </a:cubicBezTo>
                <a:cubicBezTo>
                  <a:pt x="3635" y="47420"/>
                  <a:pt x="2970" y="45417"/>
                  <a:pt x="2970" y="42878"/>
                </a:cubicBezTo>
                <a:cubicBezTo>
                  <a:pt x="2970" y="38029"/>
                  <a:pt x="5459" y="33574"/>
                  <a:pt x="10438" y="29513"/>
                </a:cubicBezTo>
                <a:cubicBezTo>
                  <a:pt x="15416" y="25452"/>
                  <a:pt x="22403" y="23421"/>
                  <a:pt x="31398" y="23421"/>
                </a:cubicBezTo>
                <a:cubicBezTo>
                  <a:pt x="38300" y="23421"/>
                  <a:pt x="43957" y="24579"/>
                  <a:pt x="48370" y="26895"/>
                </a:cubicBezTo>
                <a:cubicBezTo>
                  <a:pt x="51708" y="28647"/>
                  <a:pt x="54169" y="31388"/>
                  <a:pt x="55753" y="35119"/>
                </a:cubicBezTo>
                <a:cubicBezTo>
                  <a:pt x="56771" y="37548"/>
                  <a:pt x="57280" y="42520"/>
                  <a:pt x="57280" y="50035"/>
                </a:cubicBezTo>
                <a:lnTo>
                  <a:pt x="57280" y="76395"/>
                </a:lnTo>
                <a:cubicBezTo>
                  <a:pt x="57280" y="83797"/>
                  <a:pt x="57422" y="88332"/>
                  <a:pt x="57705" y="89999"/>
                </a:cubicBezTo>
                <a:cubicBezTo>
                  <a:pt x="57988" y="91666"/>
                  <a:pt x="58454" y="92783"/>
                  <a:pt x="59105" y="93348"/>
                </a:cubicBezTo>
                <a:cubicBezTo>
                  <a:pt x="59755" y="93912"/>
                  <a:pt x="60505" y="94194"/>
                  <a:pt x="61354" y="94194"/>
                </a:cubicBezTo>
                <a:cubicBezTo>
                  <a:pt x="62259" y="94194"/>
                  <a:pt x="63051" y="93996"/>
                  <a:pt x="63730" y="93600"/>
                </a:cubicBezTo>
                <a:cubicBezTo>
                  <a:pt x="64918" y="92865"/>
                  <a:pt x="67209" y="90800"/>
                  <a:pt x="70603" y="87406"/>
                </a:cubicBezTo>
                <a:lnTo>
                  <a:pt x="70603" y="92158"/>
                </a:lnTo>
                <a:cubicBezTo>
                  <a:pt x="64267" y="100644"/>
                  <a:pt x="58214" y="104887"/>
                  <a:pt x="52443" y="104887"/>
                </a:cubicBezTo>
                <a:cubicBezTo>
                  <a:pt x="49671" y="104887"/>
                  <a:pt x="47465" y="103925"/>
                  <a:pt x="45824" y="102001"/>
                </a:cubicBezTo>
                <a:cubicBezTo>
                  <a:pt x="44184" y="100078"/>
                  <a:pt x="43335" y="96797"/>
                  <a:pt x="43279" y="92158"/>
                </a:cubicBezTo>
                <a:moveTo>
                  <a:pt x="43279" y="86594"/>
                </a:moveTo>
                <a:lnTo>
                  <a:pt x="43279" y="57111"/>
                </a:lnTo>
                <a:cubicBezTo>
                  <a:pt x="34736" y="60489"/>
                  <a:pt x="29220" y="62883"/>
                  <a:pt x="26731" y="64292"/>
                </a:cubicBezTo>
                <a:cubicBezTo>
                  <a:pt x="22262" y="66771"/>
                  <a:pt x="19065" y="69361"/>
                  <a:pt x="17142" y="72065"/>
                </a:cubicBezTo>
                <a:cubicBezTo>
                  <a:pt x="15218" y="74768"/>
                  <a:pt x="14256" y="77725"/>
                  <a:pt x="14256" y="80935"/>
                </a:cubicBezTo>
                <a:cubicBezTo>
                  <a:pt x="14256" y="84991"/>
                  <a:pt x="15473" y="88356"/>
                  <a:pt x="17905" y="91031"/>
                </a:cubicBezTo>
                <a:cubicBezTo>
                  <a:pt x="20338" y="93706"/>
                  <a:pt x="23138" y="95043"/>
                  <a:pt x="26307" y="95043"/>
                </a:cubicBezTo>
                <a:cubicBezTo>
                  <a:pt x="30606" y="95043"/>
                  <a:pt x="36263" y="92227"/>
                  <a:pt x="43279" y="86594"/>
                </a:cubicBezTo>
                <a:close/>
                <a:moveTo>
                  <a:pt x="142421" y="73828"/>
                </a:moveTo>
                <a:cubicBezTo>
                  <a:pt x="140328" y="84068"/>
                  <a:pt x="136227" y="91946"/>
                  <a:pt x="130117" y="97461"/>
                </a:cubicBezTo>
                <a:cubicBezTo>
                  <a:pt x="124007" y="102977"/>
                  <a:pt x="117246" y="105735"/>
                  <a:pt x="109835" y="105735"/>
                </a:cubicBezTo>
                <a:cubicBezTo>
                  <a:pt x="101010" y="105735"/>
                  <a:pt x="93316" y="102034"/>
                  <a:pt x="86753" y="94632"/>
                </a:cubicBezTo>
                <a:cubicBezTo>
                  <a:pt x="80191" y="87228"/>
                  <a:pt x="76910" y="77224"/>
                  <a:pt x="76910" y="64621"/>
                </a:cubicBezTo>
                <a:cubicBezTo>
                  <a:pt x="76910" y="52413"/>
                  <a:pt x="80544" y="42495"/>
                  <a:pt x="87814" y="34867"/>
                </a:cubicBezTo>
                <a:cubicBezTo>
                  <a:pt x="95084" y="27236"/>
                  <a:pt x="103810" y="23421"/>
                  <a:pt x="113993" y="23421"/>
                </a:cubicBezTo>
                <a:cubicBezTo>
                  <a:pt x="121631" y="23421"/>
                  <a:pt x="127910" y="25438"/>
                  <a:pt x="132832" y="29470"/>
                </a:cubicBezTo>
                <a:cubicBezTo>
                  <a:pt x="137754" y="33501"/>
                  <a:pt x="140215" y="37687"/>
                  <a:pt x="140215" y="42029"/>
                </a:cubicBezTo>
                <a:cubicBezTo>
                  <a:pt x="140215" y="44172"/>
                  <a:pt x="139522" y="45907"/>
                  <a:pt x="138136" y="47232"/>
                </a:cubicBezTo>
                <a:cubicBezTo>
                  <a:pt x="136750" y="48557"/>
                  <a:pt x="134812" y="49219"/>
                  <a:pt x="132323" y="49219"/>
                </a:cubicBezTo>
                <a:cubicBezTo>
                  <a:pt x="128985" y="49219"/>
                  <a:pt x="126468" y="48144"/>
                  <a:pt x="124771" y="45994"/>
                </a:cubicBezTo>
                <a:cubicBezTo>
                  <a:pt x="123809" y="44806"/>
                  <a:pt x="123172" y="42543"/>
                  <a:pt x="122861" y="39205"/>
                </a:cubicBezTo>
                <a:cubicBezTo>
                  <a:pt x="122550" y="35867"/>
                  <a:pt x="121404" y="33322"/>
                  <a:pt x="119424" y="31568"/>
                </a:cubicBezTo>
                <a:cubicBezTo>
                  <a:pt x="117444" y="29871"/>
                  <a:pt x="114701" y="29022"/>
                  <a:pt x="111193" y="29022"/>
                </a:cubicBezTo>
                <a:cubicBezTo>
                  <a:pt x="105536" y="29022"/>
                  <a:pt x="100982" y="31115"/>
                  <a:pt x="97531" y="35302"/>
                </a:cubicBezTo>
                <a:cubicBezTo>
                  <a:pt x="92948" y="40846"/>
                  <a:pt x="90657" y="48172"/>
                  <a:pt x="90657" y="57280"/>
                </a:cubicBezTo>
                <a:cubicBezTo>
                  <a:pt x="90657" y="66558"/>
                  <a:pt x="92934" y="74747"/>
                  <a:pt x="97488" y="81847"/>
                </a:cubicBezTo>
                <a:cubicBezTo>
                  <a:pt x="102042" y="88947"/>
                  <a:pt x="108195" y="92497"/>
                  <a:pt x="115945" y="92497"/>
                </a:cubicBezTo>
                <a:cubicBezTo>
                  <a:pt x="121489" y="92497"/>
                  <a:pt x="126468" y="90602"/>
                  <a:pt x="130880" y="86812"/>
                </a:cubicBezTo>
                <a:cubicBezTo>
                  <a:pt x="133992" y="84209"/>
                  <a:pt x="137019" y="79485"/>
                  <a:pt x="139960" y="72640"/>
                </a:cubicBezTo>
                <a:lnTo>
                  <a:pt x="142421" y="73828"/>
                </a:lnTo>
                <a:close/>
                <a:moveTo>
                  <a:pt x="176137" y="0"/>
                </a:moveTo>
                <a:lnTo>
                  <a:pt x="176137" y="25628"/>
                </a:lnTo>
                <a:lnTo>
                  <a:pt x="194297" y="25628"/>
                </a:lnTo>
                <a:lnTo>
                  <a:pt x="194297" y="31568"/>
                </a:lnTo>
                <a:lnTo>
                  <a:pt x="176137" y="31568"/>
                </a:lnTo>
                <a:lnTo>
                  <a:pt x="176137" y="81906"/>
                </a:lnTo>
                <a:cubicBezTo>
                  <a:pt x="176137" y="86935"/>
                  <a:pt x="176858" y="90326"/>
                  <a:pt x="178301" y="92078"/>
                </a:cubicBezTo>
                <a:cubicBezTo>
                  <a:pt x="179744" y="93828"/>
                  <a:pt x="181596" y="94704"/>
                  <a:pt x="183859" y="94704"/>
                </a:cubicBezTo>
                <a:cubicBezTo>
                  <a:pt x="185726" y="94704"/>
                  <a:pt x="187537" y="94124"/>
                  <a:pt x="189290" y="92964"/>
                </a:cubicBezTo>
                <a:cubicBezTo>
                  <a:pt x="191044" y="91804"/>
                  <a:pt x="192402" y="90093"/>
                  <a:pt x="193364" y="87830"/>
                </a:cubicBezTo>
                <a:lnTo>
                  <a:pt x="196673" y="87830"/>
                </a:lnTo>
                <a:cubicBezTo>
                  <a:pt x="194693" y="93390"/>
                  <a:pt x="191893" y="97595"/>
                  <a:pt x="188272" y="100445"/>
                </a:cubicBezTo>
                <a:cubicBezTo>
                  <a:pt x="184651" y="103293"/>
                  <a:pt x="180918" y="104717"/>
                  <a:pt x="177071" y="104717"/>
                </a:cubicBezTo>
                <a:cubicBezTo>
                  <a:pt x="174468" y="104717"/>
                  <a:pt x="171922" y="103995"/>
                  <a:pt x="169433" y="102550"/>
                </a:cubicBezTo>
                <a:cubicBezTo>
                  <a:pt x="166944" y="101106"/>
                  <a:pt x="165105" y="99039"/>
                  <a:pt x="163917" y="96350"/>
                </a:cubicBezTo>
                <a:cubicBezTo>
                  <a:pt x="162729" y="93660"/>
                  <a:pt x="162135" y="89510"/>
                  <a:pt x="162135" y="83902"/>
                </a:cubicBezTo>
                <a:lnTo>
                  <a:pt x="162135" y="31568"/>
                </a:lnTo>
                <a:lnTo>
                  <a:pt x="149831" y="31568"/>
                </a:lnTo>
                <a:lnTo>
                  <a:pt x="149831" y="28767"/>
                </a:lnTo>
                <a:cubicBezTo>
                  <a:pt x="152942" y="27519"/>
                  <a:pt x="156124" y="25406"/>
                  <a:pt x="159377" y="22427"/>
                </a:cubicBezTo>
                <a:cubicBezTo>
                  <a:pt x="162630" y="19448"/>
                  <a:pt x="165530" y="15916"/>
                  <a:pt x="168075" y="11830"/>
                </a:cubicBezTo>
                <a:cubicBezTo>
                  <a:pt x="169377" y="9675"/>
                  <a:pt x="171187" y="5732"/>
                  <a:pt x="173506" y="0"/>
                </a:cubicBezTo>
                <a:lnTo>
                  <a:pt x="17613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(yes/no,true/f">
            <a:extLst xmlns:a="http://schemas.openxmlformats.org/drawingml/2006/main">
              <a:ext uri="{FF2B5EF4-FFF2-40B4-BE49-F238E27FC236}">
                <a16:creationId xmlns:a16="http://schemas.microsoft.com/office/drawing/2014/main" id="{42481FAC-3457-4A6F-B77B-F24DE352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053" y="6352977"/>
            <a:ext cx="985502" cy="158179"/>
          </a:xfrm>
          <a:custGeom xmlns:a="http://schemas.openxmlformats.org/drawingml/2006/main">
            <a:pathLst>
              <a:path w="985502" h="158179">
                <a:moveTo>
                  <a:pt x="46843" y="154699"/>
                </a:moveTo>
                <a:lnTo>
                  <a:pt x="46843" y="157839"/>
                </a:lnTo>
                <a:cubicBezTo>
                  <a:pt x="38300" y="153540"/>
                  <a:pt x="31172" y="148505"/>
                  <a:pt x="25458" y="142734"/>
                </a:cubicBezTo>
                <a:cubicBezTo>
                  <a:pt x="17311" y="134531"/>
                  <a:pt x="11032" y="124857"/>
                  <a:pt x="6619" y="113712"/>
                </a:cubicBezTo>
                <a:cubicBezTo>
                  <a:pt x="2206" y="102567"/>
                  <a:pt x="0" y="90998"/>
                  <a:pt x="0" y="79004"/>
                </a:cubicBezTo>
                <a:cubicBezTo>
                  <a:pt x="0" y="61467"/>
                  <a:pt x="4328" y="45471"/>
                  <a:pt x="12984" y="31016"/>
                </a:cubicBezTo>
                <a:cubicBezTo>
                  <a:pt x="21639" y="16562"/>
                  <a:pt x="32926" y="6223"/>
                  <a:pt x="46843" y="0"/>
                </a:cubicBezTo>
                <a:lnTo>
                  <a:pt x="46843" y="3564"/>
                </a:lnTo>
                <a:cubicBezTo>
                  <a:pt x="39884" y="7411"/>
                  <a:pt x="34170" y="12672"/>
                  <a:pt x="29701" y="19348"/>
                </a:cubicBezTo>
                <a:cubicBezTo>
                  <a:pt x="25232" y="26024"/>
                  <a:pt x="21894" y="34481"/>
                  <a:pt x="19687" y="44721"/>
                </a:cubicBezTo>
                <a:cubicBezTo>
                  <a:pt x="17481" y="54961"/>
                  <a:pt x="16378" y="65653"/>
                  <a:pt x="16378" y="76798"/>
                </a:cubicBezTo>
                <a:cubicBezTo>
                  <a:pt x="16378" y="88905"/>
                  <a:pt x="17311" y="99908"/>
                  <a:pt x="19178" y="109809"/>
                </a:cubicBezTo>
                <a:cubicBezTo>
                  <a:pt x="20649" y="117616"/>
                  <a:pt x="22431" y="123881"/>
                  <a:pt x="24524" y="128605"/>
                </a:cubicBezTo>
                <a:cubicBezTo>
                  <a:pt x="26618" y="133329"/>
                  <a:pt x="29432" y="137869"/>
                  <a:pt x="32968" y="142225"/>
                </a:cubicBezTo>
                <a:cubicBezTo>
                  <a:pt x="36504" y="146581"/>
                  <a:pt x="41129" y="150739"/>
                  <a:pt x="46843" y="154699"/>
                </a:cubicBezTo>
                <a:close/>
                <a:moveTo>
                  <a:pt x="51763" y="42939"/>
                </a:moveTo>
                <a:lnTo>
                  <a:pt x="87998" y="42939"/>
                </a:lnTo>
                <a:lnTo>
                  <a:pt x="87998" y="46079"/>
                </a:lnTo>
                <a:lnTo>
                  <a:pt x="86216" y="46079"/>
                </a:lnTo>
                <a:cubicBezTo>
                  <a:pt x="83670" y="46079"/>
                  <a:pt x="81761" y="46630"/>
                  <a:pt x="80488" y="47734"/>
                </a:cubicBezTo>
                <a:cubicBezTo>
                  <a:pt x="79215" y="48837"/>
                  <a:pt x="78579" y="50209"/>
                  <a:pt x="78579" y="51849"/>
                </a:cubicBezTo>
                <a:cubicBezTo>
                  <a:pt x="78579" y="54056"/>
                  <a:pt x="79512" y="57111"/>
                  <a:pt x="81379" y="61014"/>
                </a:cubicBezTo>
                <a:lnTo>
                  <a:pt x="100303" y="100219"/>
                </a:lnTo>
                <a:lnTo>
                  <a:pt x="117699" y="57280"/>
                </a:lnTo>
                <a:cubicBezTo>
                  <a:pt x="118661" y="54961"/>
                  <a:pt x="119142" y="52670"/>
                  <a:pt x="119142" y="50407"/>
                </a:cubicBezTo>
                <a:cubicBezTo>
                  <a:pt x="119142" y="49388"/>
                  <a:pt x="118944" y="48625"/>
                  <a:pt x="118548" y="48116"/>
                </a:cubicBezTo>
                <a:cubicBezTo>
                  <a:pt x="118095" y="47493"/>
                  <a:pt x="117388" y="46998"/>
                  <a:pt x="116426" y="46630"/>
                </a:cubicBezTo>
                <a:cubicBezTo>
                  <a:pt x="115464" y="46263"/>
                  <a:pt x="113767" y="46079"/>
                  <a:pt x="111335" y="46079"/>
                </a:cubicBezTo>
                <a:lnTo>
                  <a:pt x="111335" y="42939"/>
                </a:lnTo>
                <a:lnTo>
                  <a:pt x="136623" y="42939"/>
                </a:lnTo>
                <a:lnTo>
                  <a:pt x="136623" y="46079"/>
                </a:lnTo>
                <a:cubicBezTo>
                  <a:pt x="134530" y="46305"/>
                  <a:pt x="132917" y="46758"/>
                  <a:pt x="131786" y="47437"/>
                </a:cubicBezTo>
                <a:cubicBezTo>
                  <a:pt x="130654" y="48116"/>
                  <a:pt x="129410" y="49388"/>
                  <a:pt x="128052" y="51255"/>
                </a:cubicBezTo>
                <a:cubicBezTo>
                  <a:pt x="127543" y="52047"/>
                  <a:pt x="126581" y="54225"/>
                  <a:pt x="125167" y="57790"/>
                </a:cubicBezTo>
                <a:lnTo>
                  <a:pt x="93514" y="135351"/>
                </a:lnTo>
                <a:cubicBezTo>
                  <a:pt x="90459" y="142876"/>
                  <a:pt x="86457" y="148561"/>
                  <a:pt x="81506" y="152408"/>
                </a:cubicBezTo>
                <a:cubicBezTo>
                  <a:pt x="76556" y="156255"/>
                  <a:pt x="71790" y="158179"/>
                  <a:pt x="67208" y="158179"/>
                </a:cubicBezTo>
                <a:cubicBezTo>
                  <a:pt x="63870" y="158179"/>
                  <a:pt x="61126" y="157228"/>
                  <a:pt x="58976" y="155328"/>
                </a:cubicBezTo>
                <a:cubicBezTo>
                  <a:pt x="56826" y="153427"/>
                  <a:pt x="55751" y="151248"/>
                  <a:pt x="55751" y="148788"/>
                </a:cubicBezTo>
                <a:cubicBezTo>
                  <a:pt x="55751" y="146441"/>
                  <a:pt x="56529" y="144547"/>
                  <a:pt x="58085" y="143108"/>
                </a:cubicBezTo>
                <a:cubicBezTo>
                  <a:pt x="59641" y="141671"/>
                  <a:pt x="61776" y="140952"/>
                  <a:pt x="64492" y="140952"/>
                </a:cubicBezTo>
                <a:cubicBezTo>
                  <a:pt x="66359" y="140952"/>
                  <a:pt x="68905" y="141574"/>
                  <a:pt x="72129" y="142819"/>
                </a:cubicBezTo>
                <a:cubicBezTo>
                  <a:pt x="74392" y="143668"/>
                  <a:pt x="75807" y="144092"/>
                  <a:pt x="76372" y="144092"/>
                </a:cubicBezTo>
                <a:cubicBezTo>
                  <a:pt x="78070" y="144092"/>
                  <a:pt x="79922" y="143209"/>
                  <a:pt x="81931" y="141443"/>
                </a:cubicBezTo>
                <a:cubicBezTo>
                  <a:pt x="83939" y="139678"/>
                  <a:pt x="85962" y="136263"/>
                  <a:pt x="87998" y="131196"/>
                </a:cubicBezTo>
                <a:lnTo>
                  <a:pt x="93514" y="117616"/>
                </a:lnTo>
                <a:lnTo>
                  <a:pt x="65595" y="58978"/>
                </a:lnTo>
                <a:cubicBezTo>
                  <a:pt x="64747" y="57224"/>
                  <a:pt x="63389" y="55046"/>
                  <a:pt x="61522" y="52443"/>
                </a:cubicBezTo>
                <a:cubicBezTo>
                  <a:pt x="60108" y="50463"/>
                  <a:pt x="58948" y="49134"/>
                  <a:pt x="58043" y="48455"/>
                </a:cubicBezTo>
                <a:cubicBezTo>
                  <a:pt x="56741" y="47550"/>
                  <a:pt x="54648" y="46758"/>
                  <a:pt x="51763" y="46079"/>
                </a:cubicBezTo>
                <a:lnTo>
                  <a:pt x="51763" y="42939"/>
                </a:lnTo>
                <a:close/>
                <a:moveTo>
                  <a:pt x="156140" y="72301"/>
                </a:moveTo>
                <a:cubicBezTo>
                  <a:pt x="156084" y="83815"/>
                  <a:pt x="158884" y="92846"/>
                  <a:pt x="164542" y="99395"/>
                </a:cubicBezTo>
                <a:cubicBezTo>
                  <a:pt x="170199" y="105941"/>
                  <a:pt x="176846" y="109215"/>
                  <a:pt x="184484" y="109215"/>
                </a:cubicBezTo>
                <a:cubicBezTo>
                  <a:pt x="189575" y="109215"/>
                  <a:pt x="194002" y="107814"/>
                  <a:pt x="197764" y="105014"/>
                </a:cubicBezTo>
                <a:cubicBezTo>
                  <a:pt x="201526" y="102214"/>
                  <a:pt x="204680" y="97419"/>
                  <a:pt x="207226" y="90630"/>
                </a:cubicBezTo>
                <a:lnTo>
                  <a:pt x="209857" y="92327"/>
                </a:lnTo>
                <a:cubicBezTo>
                  <a:pt x="208669" y="100078"/>
                  <a:pt x="205218" y="107136"/>
                  <a:pt x="199504" y="113500"/>
                </a:cubicBezTo>
                <a:cubicBezTo>
                  <a:pt x="193790" y="119864"/>
                  <a:pt x="186633" y="123047"/>
                  <a:pt x="178034" y="123047"/>
                </a:cubicBezTo>
                <a:cubicBezTo>
                  <a:pt x="168700" y="123047"/>
                  <a:pt x="160709" y="119420"/>
                  <a:pt x="154061" y="112166"/>
                </a:cubicBezTo>
                <a:cubicBezTo>
                  <a:pt x="147414" y="104911"/>
                  <a:pt x="144090" y="95157"/>
                  <a:pt x="144090" y="82905"/>
                </a:cubicBezTo>
                <a:cubicBezTo>
                  <a:pt x="144090" y="69639"/>
                  <a:pt x="147499" y="59294"/>
                  <a:pt x="154316" y="51871"/>
                </a:cubicBezTo>
                <a:cubicBezTo>
                  <a:pt x="161133" y="44445"/>
                  <a:pt x="169690" y="40733"/>
                  <a:pt x="179986" y="40733"/>
                </a:cubicBezTo>
                <a:cubicBezTo>
                  <a:pt x="188698" y="40733"/>
                  <a:pt x="195855" y="43597"/>
                  <a:pt x="201456" y="49325"/>
                </a:cubicBezTo>
                <a:cubicBezTo>
                  <a:pt x="207056" y="55051"/>
                  <a:pt x="209857" y="62710"/>
                  <a:pt x="209857" y="72301"/>
                </a:cubicBezTo>
                <a:lnTo>
                  <a:pt x="156140" y="72301"/>
                </a:lnTo>
                <a:moveTo>
                  <a:pt x="156140" y="67379"/>
                </a:moveTo>
                <a:lnTo>
                  <a:pt x="192121" y="67379"/>
                </a:lnTo>
                <a:cubicBezTo>
                  <a:pt x="191838" y="62400"/>
                  <a:pt x="191244" y="58893"/>
                  <a:pt x="190339" y="56856"/>
                </a:cubicBezTo>
                <a:cubicBezTo>
                  <a:pt x="188925" y="53688"/>
                  <a:pt x="186817" y="51199"/>
                  <a:pt x="184017" y="49388"/>
                </a:cubicBezTo>
                <a:cubicBezTo>
                  <a:pt x="181216" y="47578"/>
                  <a:pt x="178289" y="46673"/>
                  <a:pt x="175234" y="46673"/>
                </a:cubicBezTo>
                <a:cubicBezTo>
                  <a:pt x="170538" y="46673"/>
                  <a:pt x="166338" y="48497"/>
                  <a:pt x="162632" y="52146"/>
                </a:cubicBezTo>
                <a:cubicBezTo>
                  <a:pt x="158927" y="55795"/>
                  <a:pt x="156763" y="60873"/>
                  <a:pt x="156140" y="67379"/>
                </a:cubicBezTo>
                <a:close/>
                <a:moveTo>
                  <a:pt x="270473" y="40733"/>
                </a:moveTo>
                <a:lnTo>
                  <a:pt x="270473" y="67039"/>
                </a:lnTo>
                <a:lnTo>
                  <a:pt x="267673" y="67039"/>
                </a:lnTo>
                <a:cubicBezTo>
                  <a:pt x="265523" y="58788"/>
                  <a:pt x="262765" y="53176"/>
                  <a:pt x="259399" y="50203"/>
                </a:cubicBezTo>
                <a:cubicBezTo>
                  <a:pt x="256033" y="47227"/>
                  <a:pt x="251747" y="45739"/>
                  <a:pt x="246543" y="45739"/>
                </a:cubicBezTo>
                <a:cubicBezTo>
                  <a:pt x="242582" y="45739"/>
                  <a:pt x="239386" y="46785"/>
                  <a:pt x="236953" y="48877"/>
                </a:cubicBezTo>
                <a:cubicBezTo>
                  <a:pt x="234521" y="50966"/>
                  <a:pt x="233304" y="53283"/>
                  <a:pt x="233304" y="55827"/>
                </a:cubicBezTo>
                <a:cubicBezTo>
                  <a:pt x="233304" y="58992"/>
                  <a:pt x="234210" y="61704"/>
                  <a:pt x="236020" y="63963"/>
                </a:cubicBezTo>
                <a:cubicBezTo>
                  <a:pt x="237774" y="66281"/>
                  <a:pt x="241338" y="68739"/>
                  <a:pt x="246712" y="71338"/>
                </a:cubicBezTo>
                <a:lnTo>
                  <a:pt x="259102" y="77358"/>
                </a:lnTo>
                <a:cubicBezTo>
                  <a:pt x="270586" y="82951"/>
                  <a:pt x="276328" y="90326"/>
                  <a:pt x="276328" y="99482"/>
                </a:cubicBezTo>
                <a:cubicBezTo>
                  <a:pt x="276328" y="106545"/>
                  <a:pt x="273655" y="112239"/>
                  <a:pt x="268309" y="116563"/>
                </a:cubicBezTo>
                <a:cubicBezTo>
                  <a:pt x="262963" y="120885"/>
                  <a:pt x="256980" y="123047"/>
                  <a:pt x="250361" y="123047"/>
                </a:cubicBezTo>
                <a:cubicBezTo>
                  <a:pt x="245609" y="123047"/>
                  <a:pt x="240178" y="122198"/>
                  <a:pt x="234068" y="120501"/>
                </a:cubicBezTo>
                <a:cubicBezTo>
                  <a:pt x="232201" y="119935"/>
                  <a:pt x="230674" y="119652"/>
                  <a:pt x="229486" y="119652"/>
                </a:cubicBezTo>
                <a:cubicBezTo>
                  <a:pt x="228185" y="119652"/>
                  <a:pt x="227166" y="120388"/>
                  <a:pt x="226431" y="121859"/>
                </a:cubicBezTo>
                <a:lnTo>
                  <a:pt x="223630" y="121859"/>
                </a:lnTo>
                <a:lnTo>
                  <a:pt x="223630" y="94025"/>
                </a:lnTo>
                <a:lnTo>
                  <a:pt x="226431" y="94025"/>
                </a:lnTo>
                <a:cubicBezTo>
                  <a:pt x="228015" y="101973"/>
                  <a:pt x="231041" y="107963"/>
                  <a:pt x="235511" y="111994"/>
                </a:cubicBezTo>
                <a:cubicBezTo>
                  <a:pt x="239980" y="116025"/>
                  <a:pt x="244987" y="118040"/>
                  <a:pt x="250531" y="118040"/>
                </a:cubicBezTo>
                <a:cubicBezTo>
                  <a:pt x="254434" y="118040"/>
                  <a:pt x="257617" y="116896"/>
                  <a:pt x="260078" y="114608"/>
                </a:cubicBezTo>
                <a:cubicBezTo>
                  <a:pt x="262539" y="112319"/>
                  <a:pt x="263769" y="109564"/>
                  <a:pt x="263769" y="106343"/>
                </a:cubicBezTo>
                <a:cubicBezTo>
                  <a:pt x="263769" y="102443"/>
                  <a:pt x="262397" y="99165"/>
                  <a:pt x="259653" y="96509"/>
                </a:cubicBezTo>
                <a:cubicBezTo>
                  <a:pt x="256910" y="93854"/>
                  <a:pt x="251436" y="90492"/>
                  <a:pt x="243233" y="86424"/>
                </a:cubicBezTo>
                <a:cubicBezTo>
                  <a:pt x="235030" y="82355"/>
                  <a:pt x="229655" y="78681"/>
                  <a:pt x="227110" y="75403"/>
                </a:cubicBezTo>
                <a:cubicBezTo>
                  <a:pt x="224564" y="72182"/>
                  <a:pt x="223291" y="68113"/>
                  <a:pt x="223291" y="63197"/>
                </a:cubicBezTo>
                <a:cubicBezTo>
                  <a:pt x="223291" y="56811"/>
                  <a:pt x="225483" y="51471"/>
                  <a:pt x="229868" y="47177"/>
                </a:cubicBezTo>
                <a:cubicBezTo>
                  <a:pt x="234252" y="42881"/>
                  <a:pt x="239923" y="40733"/>
                  <a:pt x="246882" y="40733"/>
                </a:cubicBezTo>
                <a:cubicBezTo>
                  <a:pt x="249937" y="40733"/>
                  <a:pt x="253642" y="41383"/>
                  <a:pt x="257999" y="42684"/>
                </a:cubicBezTo>
                <a:cubicBezTo>
                  <a:pt x="260884" y="43533"/>
                  <a:pt x="262807" y="43957"/>
                  <a:pt x="263769" y="43957"/>
                </a:cubicBezTo>
                <a:cubicBezTo>
                  <a:pt x="264674" y="43957"/>
                  <a:pt x="265381" y="43759"/>
                  <a:pt x="265891" y="43363"/>
                </a:cubicBezTo>
                <a:cubicBezTo>
                  <a:pt x="266400" y="42967"/>
                  <a:pt x="266994" y="42090"/>
                  <a:pt x="267673" y="40733"/>
                </a:cubicBezTo>
                <a:lnTo>
                  <a:pt x="270473" y="40733"/>
                </a:lnTo>
                <a:close/>
                <a:moveTo>
                  <a:pt x="331120" y="0"/>
                </a:moveTo>
                <a:lnTo>
                  <a:pt x="289454" y="123047"/>
                </a:lnTo>
                <a:lnTo>
                  <a:pt x="282665" y="123047"/>
                </a:lnTo>
                <a:lnTo>
                  <a:pt x="324332" y="0"/>
                </a:lnTo>
                <a:lnTo>
                  <a:pt x="331120" y="0"/>
                </a:lnTo>
                <a:close/>
                <a:moveTo>
                  <a:pt x="358813" y="57196"/>
                </a:moveTo>
                <a:cubicBezTo>
                  <a:pt x="367922" y="46220"/>
                  <a:pt x="376606" y="40733"/>
                  <a:pt x="384865" y="40733"/>
                </a:cubicBezTo>
                <a:cubicBezTo>
                  <a:pt x="389108" y="40733"/>
                  <a:pt x="392757" y="41792"/>
                  <a:pt x="395812" y="43910"/>
                </a:cubicBezTo>
                <a:cubicBezTo>
                  <a:pt x="398867" y="46026"/>
                  <a:pt x="401300" y="49511"/>
                  <a:pt x="403110" y="54366"/>
                </a:cubicBezTo>
                <a:cubicBezTo>
                  <a:pt x="404355" y="57752"/>
                  <a:pt x="404977" y="62945"/>
                  <a:pt x="404977" y="69946"/>
                </a:cubicBezTo>
                <a:lnTo>
                  <a:pt x="404977" y="103052"/>
                </a:lnTo>
                <a:cubicBezTo>
                  <a:pt x="404977" y="107963"/>
                  <a:pt x="405373" y="111294"/>
                  <a:pt x="406165" y="113044"/>
                </a:cubicBezTo>
                <a:cubicBezTo>
                  <a:pt x="406788" y="114455"/>
                  <a:pt x="407792" y="115555"/>
                  <a:pt x="409178" y="116345"/>
                </a:cubicBezTo>
                <a:cubicBezTo>
                  <a:pt x="410564" y="117136"/>
                  <a:pt x="413124" y="117531"/>
                  <a:pt x="416858" y="117531"/>
                </a:cubicBezTo>
                <a:lnTo>
                  <a:pt x="416858" y="120671"/>
                </a:lnTo>
                <a:lnTo>
                  <a:pt x="378416" y="120671"/>
                </a:lnTo>
                <a:lnTo>
                  <a:pt x="378416" y="117531"/>
                </a:lnTo>
                <a:lnTo>
                  <a:pt x="380028" y="117531"/>
                </a:lnTo>
                <a:cubicBezTo>
                  <a:pt x="383649" y="117531"/>
                  <a:pt x="386181" y="116982"/>
                  <a:pt x="387623" y="115884"/>
                </a:cubicBezTo>
                <a:cubicBezTo>
                  <a:pt x="389066" y="114786"/>
                  <a:pt x="390070" y="113169"/>
                  <a:pt x="390636" y="111031"/>
                </a:cubicBezTo>
                <a:cubicBezTo>
                  <a:pt x="390862" y="110186"/>
                  <a:pt x="390975" y="107540"/>
                  <a:pt x="390975" y="103094"/>
                </a:cubicBezTo>
                <a:lnTo>
                  <a:pt x="390975" y="71433"/>
                </a:lnTo>
                <a:cubicBezTo>
                  <a:pt x="390975" y="64399"/>
                  <a:pt x="390056" y="59291"/>
                  <a:pt x="388217" y="56111"/>
                </a:cubicBezTo>
                <a:cubicBezTo>
                  <a:pt x="386379" y="52930"/>
                  <a:pt x="383281" y="51340"/>
                  <a:pt x="378925" y="51340"/>
                </a:cubicBezTo>
                <a:cubicBezTo>
                  <a:pt x="372193" y="51340"/>
                  <a:pt x="365489" y="54999"/>
                  <a:pt x="358813" y="62316"/>
                </a:cubicBezTo>
                <a:lnTo>
                  <a:pt x="358813" y="103094"/>
                </a:lnTo>
                <a:cubicBezTo>
                  <a:pt x="358813" y="108329"/>
                  <a:pt x="359125" y="111565"/>
                  <a:pt x="359747" y="112803"/>
                </a:cubicBezTo>
                <a:cubicBezTo>
                  <a:pt x="360539" y="114434"/>
                  <a:pt x="361628" y="115630"/>
                  <a:pt x="363014" y="116391"/>
                </a:cubicBezTo>
                <a:cubicBezTo>
                  <a:pt x="364400" y="117151"/>
                  <a:pt x="367215" y="117531"/>
                  <a:pt x="371458" y="117531"/>
                </a:cubicBezTo>
                <a:lnTo>
                  <a:pt x="371458" y="120671"/>
                </a:lnTo>
                <a:lnTo>
                  <a:pt x="333016" y="120671"/>
                </a:lnTo>
                <a:lnTo>
                  <a:pt x="333016" y="117531"/>
                </a:lnTo>
                <a:lnTo>
                  <a:pt x="334713" y="117531"/>
                </a:lnTo>
                <a:cubicBezTo>
                  <a:pt x="338673" y="117531"/>
                  <a:pt x="341346" y="116529"/>
                  <a:pt x="342733" y="114526"/>
                </a:cubicBezTo>
                <a:cubicBezTo>
                  <a:pt x="344119" y="112521"/>
                  <a:pt x="344812" y="108697"/>
                  <a:pt x="344812" y="103052"/>
                </a:cubicBezTo>
                <a:lnTo>
                  <a:pt x="344812" y="74263"/>
                </a:lnTo>
                <a:cubicBezTo>
                  <a:pt x="344812" y="64950"/>
                  <a:pt x="344599" y="59277"/>
                  <a:pt x="344175" y="57246"/>
                </a:cubicBezTo>
                <a:cubicBezTo>
                  <a:pt x="343751" y="55213"/>
                  <a:pt x="343100" y="53829"/>
                  <a:pt x="342223" y="53096"/>
                </a:cubicBezTo>
                <a:cubicBezTo>
                  <a:pt x="341346" y="52362"/>
                  <a:pt x="340173" y="51995"/>
                  <a:pt x="338702" y="51995"/>
                </a:cubicBezTo>
                <a:cubicBezTo>
                  <a:pt x="337118" y="51995"/>
                  <a:pt x="335222" y="52419"/>
                  <a:pt x="333016" y="53265"/>
                </a:cubicBezTo>
                <a:lnTo>
                  <a:pt x="331743" y="50216"/>
                </a:lnTo>
                <a:lnTo>
                  <a:pt x="355164" y="40733"/>
                </a:lnTo>
                <a:lnTo>
                  <a:pt x="358813" y="40733"/>
                </a:lnTo>
                <a:lnTo>
                  <a:pt x="358813" y="57196"/>
                </a:lnTo>
                <a:close/>
                <a:moveTo>
                  <a:pt x="461070" y="40733"/>
                </a:moveTo>
                <a:cubicBezTo>
                  <a:pt x="472837" y="40733"/>
                  <a:pt x="482285" y="45198"/>
                  <a:pt x="489413" y="54127"/>
                </a:cubicBezTo>
                <a:cubicBezTo>
                  <a:pt x="495466" y="61756"/>
                  <a:pt x="498493" y="70516"/>
                  <a:pt x="498493" y="80407"/>
                </a:cubicBezTo>
                <a:cubicBezTo>
                  <a:pt x="498493" y="87359"/>
                  <a:pt x="496824" y="94395"/>
                  <a:pt x="493486" y="101516"/>
                </a:cubicBezTo>
                <a:cubicBezTo>
                  <a:pt x="490148" y="108636"/>
                  <a:pt x="485552" y="114004"/>
                  <a:pt x="479696" y="117621"/>
                </a:cubicBezTo>
                <a:cubicBezTo>
                  <a:pt x="473841" y="121238"/>
                  <a:pt x="467321" y="123047"/>
                  <a:pt x="460136" y="123047"/>
                </a:cubicBezTo>
                <a:cubicBezTo>
                  <a:pt x="448426" y="123047"/>
                  <a:pt x="439119" y="118384"/>
                  <a:pt x="432217" y="109058"/>
                </a:cubicBezTo>
                <a:cubicBezTo>
                  <a:pt x="426390" y="101203"/>
                  <a:pt x="423477" y="92388"/>
                  <a:pt x="423477" y="82611"/>
                </a:cubicBezTo>
                <a:cubicBezTo>
                  <a:pt x="423477" y="75490"/>
                  <a:pt x="425245" y="68411"/>
                  <a:pt x="428780" y="61375"/>
                </a:cubicBezTo>
                <a:cubicBezTo>
                  <a:pt x="432316" y="54339"/>
                  <a:pt x="436969" y="49139"/>
                  <a:pt x="442740" y="45777"/>
                </a:cubicBezTo>
                <a:cubicBezTo>
                  <a:pt x="448510" y="42414"/>
                  <a:pt x="454620" y="40733"/>
                  <a:pt x="461070" y="40733"/>
                </a:cubicBezTo>
                <a:moveTo>
                  <a:pt x="458439" y="46333"/>
                </a:moveTo>
                <a:cubicBezTo>
                  <a:pt x="455441" y="46333"/>
                  <a:pt x="452428" y="47224"/>
                  <a:pt x="449401" y="49004"/>
                </a:cubicBezTo>
                <a:cubicBezTo>
                  <a:pt x="446375" y="50784"/>
                  <a:pt x="443928" y="53906"/>
                  <a:pt x="442061" y="58370"/>
                </a:cubicBezTo>
                <a:cubicBezTo>
                  <a:pt x="440194" y="62834"/>
                  <a:pt x="439261" y="68569"/>
                  <a:pt x="439261" y="75576"/>
                </a:cubicBezTo>
                <a:cubicBezTo>
                  <a:pt x="439261" y="86876"/>
                  <a:pt x="441509" y="96624"/>
                  <a:pt x="446007" y="104818"/>
                </a:cubicBezTo>
                <a:cubicBezTo>
                  <a:pt x="450505" y="113010"/>
                  <a:pt x="456431" y="117107"/>
                  <a:pt x="463785" y="117107"/>
                </a:cubicBezTo>
                <a:cubicBezTo>
                  <a:pt x="469273" y="117107"/>
                  <a:pt x="473799" y="114846"/>
                  <a:pt x="477363" y="110326"/>
                </a:cubicBezTo>
                <a:cubicBezTo>
                  <a:pt x="480927" y="105805"/>
                  <a:pt x="482709" y="98036"/>
                  <a:pt x="482709" y="87018"/>
                </a:cubicBezTo>
                <a:cubicBezTo>
                  <a:pt x="482709" y="73230"/>
                  <a:pt x="479739" y="62381"/>
                  <a:pt x="473799" y="54469"/>
                </a:cubicBezTo>
                <a:cubicBezTo>
                  <a:pt x="469782" y="49045"/>
                  <a:pt x="464662" y="46333"/>
                  <a:pt x="458439" y="46333"/>
                </a:cubicBezTo>
                <a:close/>
                <a:moveTo>
                  <a:pt x="513853" y="149693"/>
                </a:moveTo>
                <a:lnTo>
                  <a:pt x="513853" y="145959"/>
                </a:lnTo>
                <a:cubicBezTo>
                  <a:pt x="519680" y="144028"/>
                  <a:pt x="524191" y="141033"/>
                  <a:pt x="527388" y="136972"/>
                </a:cubicBezTo>
                <a:cubicBezTo>
                  <a:pt x="530584" y="132913"/>
                  <a:pt x="532182" y="128611"/>
                  <a:pt x="532182" y="124068"/>
                </a:cubicBezTo>
                <a:cubicBezTo>
                  <a:pt x="532182" y="122991"/>
                  <a:pt x="531928" y="122085"/>
                  <a:pt x="531419" y="121350"/>
                </a:cubicBezTo>
                <a:cubicBezTo>
                  <a:pt x="531023" y="120840"/>
                  <a:pt x="530627" y="120586"/>
                  <a:pt x="530231" y="120586"/>
                </a:cubicBezTo>
                <a:cubicBezTo>
                  <a:pt x="529608" y="120586"/>
                  <a:pt x="528250" y="121152"/>
                  <a:pt x="526157" y="122283"/>
                </a:cubicBezTo>
                <a:cubicBezTo>
                  <a:pt x="525139" y="122792"/>
                  <a:pt x="524064" y="123047"/>
                  <a:pt x="522933" y="123047"/>
                </a:cubicBezTo>
                <a:cubicBezTo>
                  <a:pt x="520161" y="123047"/>
                  <a:pt x="517954" y="122226"/>
                  <a:pt x="516314" y="120586"/>
                </a:cubicBezTo>
                <a:cubicBezTo>
                  <a:pt x="514673" y="118945"/>
                  <a:pt x="513853" y="116682"/>
                  <a:pt x="513853" y="113797"/>
                </a:cubicBezTo>
                <a:cubicBezTo>
                  <a:pt x="513853" y="111025"/>
                  <a:pt x="514913" y="108649"/>
                  <a:pt x="517035" y="106669"/>
                </a:cubicBezTo>
                <a:cubicBezTo>
                  <a:pt x="519156" y="104689"/>
                  <a:pt x="521745" y="103699"/>
                  <a:pt x="524800" y="103699"/>
                </a:cubicBezTo>
                <a:cubicBezTo>
                  <a:pt x="528533" y="103699"/>
                  <a:pt x="531857" y="105329"/>
                  <a:pt x="534771" y="108589"/>
                </a:cubicBezTo>
                <a:cubicBezTo>
                  <a:pt x="537684" y="111847"/>
                  <a:pt x="539141" y="116168"/>
                  <a:pt x="539141" y="121551"/>
                </a:cubicBezTo>
                <a:cubicBezTo>
                  <a:pt x="539141" y="127390"/>
                  <a:pt x="537118" y="132818"/>
                  <a:pt x="533073" y="137834"/>
                </a:cubicBezTo>
                <a:cubicBezTo>
                  <a:pt x="529028" y="142849"/>
                  <a:pt x="522621" y="146802"/>
                  <a:pt x="513853" y="149693"/>
                </a:cubicBezTo>
                <a:close/>
                <a:moveTo>
                  <a:pt x="619418" y="17311"/>
                </a:moveTo>
                <a:lnTo>
                  <a:pt x="619418" y="42939"/>
                </a:lnTo>
                <a:lnTo>
                  <a:pt x="637578" y="42939"/>
                </a:lnTo>
                <a:lnTo>
                  <a:pt x="637578" y="48879"/>
                </a:lnTo>
                <a:lnTo>
                  <a:pt x="619418" y="48879"/>
                </a:lnTo>
                <a:lnTo>
                  <a:pt x="619418" y="99217"/>
                </a:lnTo>
                <a:cubicBezTo>
                  <a:pt x="619418" y="104247"/>
                  <a:pt x="620139" y="107638"/>
                  <a:pt x="621582" y="109390"/>
                </a:cubicBezTo>
                <a:cubicBezTo>
                  <a:pt x="623025" y="111140"/>
                  <a:pt x="624877" y="112015"/>
                  <a:pt x="627140" y="112015"/>
                </a:cubicBezTo>
                <a:cubicBezTo>
                  <a:pt x="629007" y="112015"/>
                  <a:pt x="630818" y="111435"/>
                  <a:pt x="632571" y="110275"/>
                </a:cubicBezTo>
                <a:cubicBezTo>
                  <a:pt x="634325" y="109116"/>
                  <a:pt x="635683" y="107404"/>
                  <a:pt x="636645" y="105141"/>
                </a:cubicBezTo>
                <a:lnTo>
                  <a:pt x="639954" y="105141"/>
                </a:lnTo>
                <a:cubicBezTo>
                  <a:pt x="637974" y="110701"/>
                  <a:pt x="635174" y="114906"/>
                  <a:pt x="631553" y="117756"/>
                </a:cubicBezTo>
                <a:cubicBezTo>
                  <a:pt x="627932" y="120604"/>
                  <a:pt x="624198" y="122028"/>
                  <a:pt x="620351" y="122028"/>
                </a:cubicBezTo>
                <a:cubicBezTo>
                  <a:pt x="617749" y="122028"/>
                  <a:pt x="615203" y="121306"/>
                  <a:pt x="612714" y="119862"/>
                </a:cubicBezTo>
                <a:cubicBezTo>
                  <a:pt x="610225" y="118417"/>
                  <a:pt x="608386" y="116351"/>
                  <a:pt x="607198" y="113662"/>
                </a:cubicBezTo>
                <a:cubicBezTo>
                  <a:pt x="606010" y="110971"/>
                  <a:pt x="605416" y="106822"/>
                  <a:pt x="605416" y="101214"/>
                </a:cubicBezTo>
                <a:lnTo>
                  <a:pt x="605416" y="48879"/>
                </a:lnTo>
                <a:lnTo>
                  <a:pt x="593111" y="48879"/>
                </a:lnTo>
                <a:lnTo>
                  <a:pt x="593111" y="46079"/>
                </a:lnTo>
                <a:cubicBezTo>
                  <a:pt x="596223" y="44831"/>
                  <a:pt x="599405" y="42717"/>
                  <a:pt x="602658" y="39738"/>
                </a:cubicBezTo>
                <a:cubicBezTo>
                  <a:pt x="605911" y="36759"/>
                  <a:pt x="608811" y="33227"/>
                  <a:pt x="611356" y="29141"/>
                </a:cubicBezTo>
                <a:cubicBezTo>
                  <a:pt x="612658" y="26986"/>
                  <a:pt x="614468" y="23043"/>
                  <a:pt x="616787" y="17311"/>
                </a:cubicBezTo>
                <a:lnTo>
                  <a:pt x="619418" y="17311"/>
                </a:lnTo>
                <a:close/>
                <a:moveTo>
                  <a:pt x="667902" y="40733"/>
                </a:moveTo>
                <a:lnTo>
                  <a:pt x="667902" y="58214"/>
                </a:lnTo>
                <a:cubicBezTo>
                  <a:pt x="674408" y="46560"/>
                  <a:pt x="681084" y="40733"/>
                  <a:pt x="687929" y="40733"/>
                </a:cubicBezTo>
                <a:cubicBezTo>
                  <a:pt x="691041" y="40733"/>
                  <a:pt x="693615" y="41680"/>
                  <a:pt x="695651" y="43576"/>
                </a:cubicBezTo>
                <a:cubicBezTo>
                  <a:pt x="697688" y="45471"/>
                  <a:pt x="698706" y="47663"/>
                  <a:pt x="698706" y="50152"/>
                </a:cubicBezTo>
                <a:cubicBezTo>
                  <a:pt x="698706" y="52359"/>
                  <a:pt x="697971" y="54225"/>
                  <a:pt x="696500" y="55753"/>
                </a:cubicBezTo>
                <a:cubicBezTo>
                  <a:pt x="695029" y="57280"/>
                  <a:pt x="693275" y="58044"/>
                  <a:pt x="691239" y="58044"/>
                </a:cubicBezTo>
                <a:cubicBezTo>
                  <a:pt x="689258" y="58044"/>
                  <a:pt x="687038" y="57068"/>
                  <a:pt x="684577" y="55116"/>
                </a:cubicBezTo>
                <a:cubicBezTo>
                  <a:pt x="682116" y="53165"/>
                  <a:pt x="680292" y="52189"/>
                  <a:pt x="679104" y="52189"/>
                </a:cubicBezTo>
                <a:cubicBezTo>
                  <a:pt x="678085" y="52189"/>
                  <a:pt x="676982" y="52753"/>
                  <a:pt x="675794" y="53881"/>
                </a:cubicBezTo>
                <a:cubicBezTo>
                  <a:pt x="673248" y="56195"/>
                  <a:pt x="670618" y="60004"/>
                  <a:pt x="667902" y="65308"/>
                </a:cubicBezTo>
                <a:lnTo>
                  <a:pt x="667902" y="102466"/>
                </a:lnTo>
                <a:cubicBezTo>
                  <a:pt x="667902" y="106753"/>
                  <a:pt x="668440" y="109997"/>
                  <a:pt x="669514" y="112198"/>
                </a:cubicBezTo>
                <a:cubicBezTo>
                  <a:pt x="670250" y="113722"/>
                  <a:pt x="671551" y="114992"/>
                  <a:pt x="673418" y="116009"/>
                </a:cubicBezTo>
                <a:cubicBezTo>
                  <a:pt x="675285" y="117023"/>
                  <a:pt x="677972" y="117531"/>
                  <a:pt x="681480" y="117531"/>
                </a:cubicBezTo>
                <a:lnTo>
                  <a:pt x="681480" y="120671"/>
                </a:lnTo>
                <a:lnTo>
                  <a:pt x="641680" y="120671"/>
                </a:lnTo>
                <a:lnTo>
                  <a:pt x="641680" y="117531"/>
                </a:lnTo>
                <a:cubicBezTo>
                  <a:pt x="645641" y="117531"/>
                  <a:pt x="648582" y="116910"/>
                  <a:pt x="650506" y="115669"/>
                </a:cubicBezTo>
                <a:cubicBezTo>
                  <a:pt x="651920" y="114766"/>
                  <a:pt x="652910" y="113326"/>
                  <a:pt x="653476" y="111349"/>
                </a:cubicBezTo>
                <a:cubicBezTo>
                  <a:pt x="653759" y="110389"/>
                  <a:pt x="653900" y="107652"/>
                  <a:pt x="653900" y="103136"/>
                </a:cubicBezTo>
                <a:lnTo>
                  <a:pt x="653900" y="73078"/>
                </a:lnTo>
                <a:cubicBezTo>
                  <a:pt x="653900" y="64045"/>
                  <a:pt x="653716" y="58669"/>
                  <a:pt x="653349" y="56949"/>
                </a:cubicBezTo>
                <a:cubicBezTo>
                  <a:pt x="652981" y="55227"/>
                  <a:pt x="652302" y="53971"/>
                  <a:pt x="651312" y="53181"/>
                </a:cubicBezTo>
                <a:cubicBezTo>
                  <a:pt x="650322" y="52390"/>
                  <a:pt x="649091" y="51995"/>
                  <a:pt x="647621" y="51995"/>
                </a:cubicBezTo>
                <a:cubicBezTo>
                  <a:pt x="645867" y="51995"/>
                  <a:pt x="643887" y="52419"/>
                  <a:pt x="641680" y="53265"/>
                </a:cubicBezTo>
                <a:lnTo>
                  <a:pt x="640832" y="50216"/>
                </a:lnTo>
                <a:lnTo>
                  <a:pt x="664338" y="40733"/>
                </a:lnTo>
                <a:lnTo>
                  <a:pt x="667902" y="40733"/>
                </a:lnTo>
                <a:close/>
                <a:moveTo>
                  <a:pt x="771175" y="42939"/>
                </a:moveTo>
                <a:lnTo>
                  <a:pt x="771175" y="90036"/>
                </a:lnTo>
                <a:cubicBezTo>
                  <a:pt x="771175" y="99031"/>
                  <a:pt x="771387" y="104533"/>
                  <a:pt x="771811" y="106541"/>
                </a:cubicBezTo>
                <a:cubicBezTo>
                  <a:pt x="772236" y="108550"/>
                  <a:pt x="772915" y="109950"/>
                  <a:pt x="773848" y="110742"/>
                </a:cubicBezTo>
                <a:cubicBezTo>
                  <a:pt x="774782" y="111534"/>
                  <a:pt x="775871" y="111930"/>
                  <a:pt x="777115" y="111930"/>
                </a:cubicBezTo>
                <a:cubicBezTo>
                  <a:pt x="778869" y="111930"/>
                  <a:pt x="780849" y="111449"/>
                  <a:pt x="783055" y="110487"/>
                </a:cubicBezTo>
                <a:lnTo>
                  <a:pt x="784243" y="113458"/>
                </a:lnTo>
                <a:lnTo>
                  <a:pt x="760992" y="123047"/>
                </a:lnTo>
                <a:lnTo>
                  <a:pt x="757173" y="123047"/>
                </a:lnTo>
                <a:lnTo>
                  <a:pt x="757173" y="106584"/>
                </a:lnTo>
                <a:cubicBezTo>
                  <a:pt x="750498" y="113825"/>
                  <a:pt x="745406" y="118379"/>
                  <a:pt x="741898" y="120246"/>
                </a:cubicBezTo>
                <a:cubicBezTo>
                  <a:pt x="738391" y="122113"/>
                  <a:pt x="734685" y="123047"/>
                  <a:pt x="730782" y="123047"/>
                </a:cubicBezTo>
                <a:cubicBezTo>
                  <a:pt x="726426" y="123047"/>
                  <a:pt x="722649" y="121788"/>
                  <a:pt x="719453" y="119270"/>
                </a:cubicBezTo>
                <a:cubicBezTo>
                  <a:pt x="716257" y="116753"/>
                  <a:pt x="714036" y="113514"/>
                  <a:pt x="712791" y="109554"/>
                </a:cubicBezTo>
                <a:cubicBezTo>
                  <a:pt x="711547" y="105594"/>
                  <a:pt x="710925" y="99993"/>
                  <a:pt x="710925" y="92752"/>
                </a:cubicBezTo>
                <a:lnTo>
                  <a:pt x="710925" y="58044"/>
                </a:lnTo>
                <a:cubicBezTo>
                  <a:pt x="710925" y="54367"/>
                  <a:pt x="710529" y="51821"/>
                  <a:pt x="709737" y="50407"/>
                </a:cubicBezTo>
                <a:cubicBezTo>
                  <a:pt x="708944" y="48992"/>
                  <a:pt x="707771" y="47903"/>
                  <a:pt x="706215" y="47140"/>
                </a:cubicBezTo>
                <a:cubicBezTo>
                  <a:pt x="704659" y="46376"/>
                  <a:pt x="701845" y="46022"/>
                  <a:pt x="697771" y="46079"/>
                </a:cubicBezTo>
                <a:lnTo>
                  <a:pt x="697771" y="42939"/>
                </a:lnTo>
                <a:lnTo>
                  <a:pt x="725011" y="42939"/>
                </a:lnTo>
                <a:lnTo>
                  <a:pt x="725011" y="94831"/>
                </a:lnTo>
                <a:cubicBezTo>
                  <a:pt x="725011" y="102055"/>
                  <a:pt x="726270" y="106795"/>
                  <a:pt x="728788" y="109053"/>
                </a:cubicBezTo>
                <a:cubicBezTo>
                  <a:pt x="731305" y="111310"/>
                  <a:pt x="734346" y="112439"/>
                  <a:pt x="737910" y="112439"/>
                </a:cubicBezTo>
                <a:cubicBezTo>
                  <a:pt x="740343" y="112439"/>
                  <a:pt x="743101" y="111677"/>
                  <a:pt x="746184" y="110153"/>
                </a:cubicBezTo>
                <a:cubicBezTo>
                  <a:pt x="749267" y="108629"/>
                  <a:pt x="752930" y="105724"/>
                  <a:pt x="757173" y="101437"/>
                </a:cubicBezTo>
                <a:lnTo>
                  <a:pt x="757173" y="57506"/>
                </a:lnTo>
                <a:cubicBezTo>
                  <a:pt x="757173" y="53104"/>
                  <a:pt x="756367" y="50127"/>
                  <a:pt x="754755" y="48577"/>
                </a:cubicBezTo>
                <a:cubicBezTo>
                  <a:pt x="753142" y="47025"/>
                  <a:pt x="749790" y="46192"/>
                  <a:pt x="744699" y="46079"/>
                </a:cubicBezTo>
                <a:lnTo>
                  <a:pt x="744699" y="42939"/>
                </a:lnTo>
                <a:lnTo>
                  <a:pt x="771175" y="42939"/>
                </a:lnTo>
                <a:close/>
                <a:moveTo>
                  <a:pt x="802998" y="72301"/>
                </a:moveTo>
                <a:cubicBezTo>
                  <a:pt x="802941" y="83815"/>
                  <a:pt x="805741" y="92846"/>
                  <a:pt x="811399" y="99395"/>
                </a:cubicBezTo>
                <a:cubicBezTo>
                  <a:pt x="817056" y="105941"/>
                  <a:pt x="823703" y="109215"/>
                  <a:pt x="831341" y="109215"/>
                </a:cubicBezTo>
                <a:cubicBezTo>
                  <a:pt x="836432" y="109215"/>
                  <a:pt x="840859" y="107814"/>
                  <a:pt x="844621" y="105014"/>
                </a:cubicBezTo>
                <a:cubicBezTo>
                  <a:pt x="848383" y="102214"/>
                  <a:pt x="851537" y="97419"/>
                  <a:pt x="854083" y="90630"/>
                </a:cubicBezTo>
                <a:lnTo>
                  <a:pt x="856714" y="92327"/>
                </a:lnTo>
                <a:cubicBezTo>
                  <a:pt x="855526" y="100078"/>
                  <a:pt x="852075" y="107136"/>
                  <a:pt x="846361" y="113500"/>
                </a:cubicBezTo>
                <a:cubicBezTo>
                  <a:pt x="840647" y="119864"/>
                  <a:pt x="833491" y="123047"/>
                  <a:pt x="824891" y="123047"/>
                </a:cubicBezTo>
                <a:cubicBezTo>
                  <a:pt x="815557" y="123047"/>
                  <a:pt x="807566" y="119420"/>
                  <a:pt x="800919" y="112166"/>
                </a:cubicBezTo>
                <a:cubicBezTo>
                  <a:pt x="794271" y="104911"/>
                  <a:pt x="790947" y="95157"/>
                  <a:pt x="790947" y="82905"/>
                </a:cubicBezTo>
                <a:cubicBezTo>
                  <a:pt x="790947" y="69639"/>
                  <a:pt x="794356" y="59294"/>
                  <a:pt x="801173" y="51871"/>
                </a:cubicBezTo>
                <a:cubicBezTo>
                  <a:pt x="807990" y="44445"/>
                  <a:pt x="816547" y="40733"/>
                  <a:pt x="826843" y="40733"/>
                </a:cubicBezTo>
                <a:cubicBezTo>
                  <a:pt x="835555" y="40733"/>
                  <a:pt x="842712" y="43597"/>
                  <a:pt x="848313" y="49325"/>
                </a:cubicBezTo>
                <a:cubicBezTo>
                  <a:pt x="853913" y="55051"/>
                  <a:pt x="856714" y="62710"/>
                  <a:pt x="856714" y="72301"/>
                </a:cubicBezTo>
                <a:lnTo>
                  <a:pt x="802998" y="72301"/>
                </a:lnTo>
                <a:moveTo>
                  <a:pt x="802998" y="67379"/>
                </a:moveTo>
                <a:lnTo>
                  <a:pt x="838978" y="67379"/>
                </a:lnTo>
                <a:cubicBezTo>
                  <a:pt x="838695" y="62400"/>
                  <a:pt x="838101" y="58893"/>
                  <a:pt x="837196" y="56856"/>
                </a:cubicBezTo>
                <a:cubicBezTo>
                  <a:pt x="835782" y="53688"/>
                  <a:pt x="833674" y="51199"/>
                  <a:pt x="830874" y="49388"/>
                </a:cubicBezTo>
                <a:cubicBezTo>
                  <a:pt x="828074" y="47578"/>
                  <a:pt x="825146" y="46673"/>
                  <a:pt x="822091" y="46673"/>
                </a:cubicBezTo>
                <a:cubicBezTo>
                  <a:pt x="817395" y="46673"/>
                  <a:pt x="813195" y="48497"/>
                  <a:pt x="809489" y="52146"/>
                </a:cubicBezTo>
                <a:cubicBezTo>
                  <a:pt x="805784" y="55795"/>
                  <a:pt x="803620" y="60873"/>
                  <a:pt x="802998" y="67379"/>
                </a:cubicBezTo>
                <a:close/>
                <a:moveTo>
                  <a:pt x="910372" y="0"/>
                </a:moveTo>
                <a:lnTo>
                  <a:pt x="868706" y="123047"/>
                </a:lnTo>
                <a:lnTo>
                  <a:pt x="861917" y="123047"/>
                </a:lnTo>
                <a:lnTo>
                  <a:pt x="903583" y="0"/>
                </a:lnTo>
                <a:lnTo>
                  <a:pt x="910372" y="0"/>
                </a:lnTo>
                <a:close/>
                <a:moveTo>
                  <a:pt x="945788" y="48879"/>
                </a:moveTo>
                <a:lnTo>
                  <a:pt x="945788" y="100029"/>
                </a:lnTo>
                <a:cubicBezTo>
                  <a:pt x="945788" y="107279"/>
                  <a:pt x="946580" y="111866"/>
                  <a:pt x="948164" y="113792"/>
                </a:cubicBezTo>
                <a:cubicBezTo>
                  <a:pt x="950257" y="116284"/>
                  <a:pt x="953057" y="117531"/>
                  <a:pt x="956565" y="117531"/>
                </a:cubicBezTo>
                <a:lnTo>
                  <a:pt x="963608" y="117531"/>
                </a:lnTo>
                <a:lnTo>
                  <a:pt x="963608" y="120671"/>
                </a:lnTo>
                <a:lnTo>
                  <a:pt x="917190" y="120671"/>
                </a:lnTo>
                <a:lnTo>
                  <a:pt x="917190" y="117531"/>
                </a:lnTo>
                <a:lnTo>
                  <a:pt x="920669" y="117531"/>
                </a:lnTo>
                <a:cubicBezTo>
                  <a:pt x="922932" y="117531"/>
                  <a:pt x="924997" y="116964"/>
                  <a:pt x="926864" y="115831"/>
                </a:cubicBezTo>
                <a:cubicBezTo>
                  <a:pt x="928731" y="114698"/>
                  <a:pt x="930018" y="113169"/>
                  <a:pt x="930725" y="111243"/>
                </a:cubicBezTo>
                <a:cubicBezTo>
                  <a:pt x="931432" y="109318"/>
                  <a:pt x="931786" y="105580"/>
                  <a:pt x="931786" y="100029"/>
                </a:cubicBezTo>
                <a:lnTo>
                  <a:pt x="931786" y="48879"/>
                </a:lnTo>
                <a:lnTo>
                  <a:pt x="916681" y="48879"/>
                </a:lnTo>
                <a:lnTo>
                  <a:pt x="916681" y="42939"/>
                </a:lnTo>
                <a:lnTo>
                  <a:pt x="931786" y="42939"/>
                </a:lnTo>
                <a:lnTo>
                  <a:pt x="931786" y="37826"/>
                </a:lnTo>
                <a:cubicBezTo>
                  <a:pt x="931786" y="30046"/>
                  <a:pt x="933031" y="23458"/>
                  <a:pt x="935520" y="18062"/>
                </a:cubicBezTo>
                <a:cubicBezTo>
                  <a:pt x="938009" y="12666"/>
                  <a:pt x="941814" y="8307"/>
                  <a:pt x="946933" y="4986"/>
                </a:cubicBezTo>
                <a:cubicBezTo>
                  <a:pt x="952053" y="1662"/>
                  <a:pt x="957810" y="0"/>
                  <a:pt x="964202" y="0"/>
                </a:cubicBezTo>
                <a:cubicBezTo>
                  <a:pt x="970143" y="0"/>
                  <a:pt x="975602" y="1923"/>
                  <a:pt x="980580" y="5770"/>
                </a:cubicBezTo>
                <a:cubicBezTo>
                  <a:pt x="983862" y="8316"/>
                  <a:pt x="985502" y="11173"/>
                  <a:pt x="985502" y="14341"/>
                </a:cubicBezTo>
                <a:cubicBezTo>
                  <a:pt x="985502" y="16039"/>
                  <a:pt x="984767" y="17637"/>
                  <a:pt x="983296" y="19136"/>
                </a:cubicBezTo>
                <a:cubicBezTo>
                  <a:pt x="981825" y="20635"/>
                  <a:pt x="980241" y="21385"/>
                  <a:pt x="978544" y="21385"/>
                </a:cubicBezTo>
                <a:cubicBezTo>
                  <a:pt x="977242" y="21385"/>
                  <a:pt x="975871" y="20913"/>
                  <a:pt x="974428" y="19969"/>
                </a:cubicBezTo>
                <a:cubicBezTo>
                  <a:pt x="972985" y="19025"/>
                  <a:pt x="971217" y="16994"/>
                  <a:pt x="969124" y="13877"/>
                </a:cubicBezTo>
                <a:cubicBezTo>
                  <a:pt x="967031" y="10760"/>
                  <a:pt x="965108" y="8658"/>
                  <a:pt x="963354" y="7571"/>
                </a:cubicBezTo>
                <a:cubicBezTo>
                  <a:pt x="961600" y="6484"/>
                  <a:pt x="959648" y="5940"/>
                  <a:pt x="957498" y="5940"/>
                </a:cubicBezTo>
                <a:cubicBezTo>
                  <a:pt x="954896" y="5940"/>
                  <a:pt x="952690" y="6640"/>
                  <a:pt x="950879" y="8040"/>
                </a:cubicBezTo>
                <a:cubicBezTo>
                  <a:pt x="949069" y="9439"/>
                  <a:pt x="947768" y="11608"/>
                  <a:pt x="946976" y="14548"/>
                </a:cubicBezTo>
                <a:cubicBezTo>
                  <a:pt x="946184" y="17488"/>
                  <a:pt x="945788" y="25067"/>
                  <a:pt x="945788" y="37285"/>
                </a:cubicBezTo>
                <a:lnTo>
                  <a:pt x="945788" y="42939"/>
                </a:lnTo>
                <a:lnTo>
                  <a:pt x="965815" y="42939"/>
                </a:lnTo>
                <a:lnTo>
                  <a:pt x="965815" y="48879"/>
                </a:lnTo>
                <a:lnTo>
                  <a:pt x="945788" y="48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alse)orto">
            <a:extLst xmlns:a="http://schemas.openxmlformats.org/drawingml/2006/main">
              <a:ext uri="{FF2B5EF4-FFF2-40B4-BE49-F238E27FC236}">
                <a16:creationId xmlns:a16="http://schemas.microsoft.com/office/drawing/2014/main" id="{C251A171-259E-4701-A87A-ACD69BDC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097" y="6352977"/>
            <a:ext cx="682778" cy="157839"/>
          </a:xfrm>
          <a:custGeom xmlns:a="http://schemas.openxmlformats.org/drawingml/2006/main">
            <a:pathLst>
              <a:path w="682778" h="157839">
                <a:moveTo>
                  <a:pt x="43279" y="109469"/>
                </a:moveTo>
                <a:cubicBezTo>
                  <a:pt x="35302" y="115636"/>
                  <a:pt x="30295" y="119200"/>
                  <a:pt x="28258" y="120161"/>
                </a:cubicBezTo>
                <a:cubicBezTo>
                  <a:pt x="25203" y="121632"/>
                  <a:pt x="21950" y="122368"/>
                  <a:pt x="18499" y="122368"/>
                </a:cubicBezTo>
                <a:cubicBezTo>
                  <a:pt x="13125" y="122368"/>
                  <a:pt x="8698" y="120529"/>
                  <a:pt x="5219" y="116852"/>
                </a:cubicBezTo>
                <a:cubicBezTo>
                  <a:pt x="1740" y="113175"/>
                  <a:pt x="0" y="108338"/>
                  <a:pt x="0" y="102341"/>
                </a:cubicBezTo>
                <a:cubicBezTo>
                  <a:pt x="0" y="98551"/>
                  <a:pt x="849" y="95269"/>
                  <a:pt x="2546" y="92497"/>
                </a:cubicBezTo>
                <a:cubicBezTo>
                  <a:pt x="4865" y="88650"/>
                  <a:pt x="8896" y="85030"/>
                  <a:pt x="14638" y="81635"/>
                </a:cubicBezTo>
                <a:cubicBezTo>
                  <a:pt x="20380" y="78241"/>
                  <a:pt x="29927" y="74111"/>
                  <a:pt x="43279" y="69246"/>
                </a:cubicBezTo>
                <a:lnTo>
                  <a:pt x="43279" y="66191"/>
                </a:lnTo>
                <a:cubicBezTo>
                  <a:pt x="43279" y="58440"/>
                  <a:pt x="42048" y="53122"/>
                  <a:pt x="39587" y="50237"/>
                </a:cubicBezTo>
                <a:cubicBezTo>
                  <a:pt x="37126" y="47352"/>
                  <a:pt x="33548" y="45909"/>
                  <a:pt x="28852" y="45909"/>
                </a:cubicBezTo>
                <a:cubicBezTo>
                  <a:pt x="25288" y="45909"/>
                  <a:pt x="22460" y="46867"/>
                  <a:pt x="20366" y="48784"/>
                </a:cubicBezTo>
                <a:cubicBezTo>
                  <a:pt x="18217" y="50700"/>
                  <a:pt x="17142" y="52899"/>
                  <a:pt x="17142" y="55379"/>
                </a:cubicBezTo>
                <a:lnTo>
                  <a:pt x="17311" y="60282"/>
                </a:lnTo>
                <a:cubicBezTo>
                  <a:pt x="17311" y="62874"/>
                  <a:pt x="16647" y="64874"/>
                  <a:pt x="15317" y="66283"/>
                </a:cubicBezTo>
                <a:cubicBezTo>
                  <a:pt x="13988" y="67692"/>
                  <a:pt x="12248" y="68397"/>
                  <a:pt x="10098" y="68397"/>
                </a:cubicBezTo>
                <a:cubicBezTo>
                  <a:pt x="8005" y="68397"/>
                  <a:pt x="6294" y="67664"/>
                  <a:pt x="4964" y="66199"/>
                </a:cubicBezTo>
                <a:cubicBezTo>
                  <a:pt x="3635" y="64731"/>
                  <a:pt x="2970" y="62728"/>
                  <a:pt x="2970" y="60189"/>
                </a:cubicBezTo>
                <a:cubicBezTo>
                  <a:pt x="2970" y="55340"/>
                  <a:pt x="5459" y="50885"/>
                  <a:pt x="10438" y="46824"/>
                </a:cubicBezTo>
                <a:cubicBezTo>
                  <a:pt x="15416" y="42763"/>
                  <a:pt x="22403" y="40733"/>
                  <a:pt x="31398" y="40733"/>
                </a:cubicBezTo>
                <a:cubicBezTo>
                  <a:pt x="38300" y="40733"/>
                  <a:pt x="43957" y="41891"/>
                  <a:pt x="48370" y="44207"/>
                </a:cubicBezTo>
                <a:cubicBezTo>
                  <a:pt x="51708" y="45959"/>
                  <a:pt x="54169" y="48700"/>
                  <a:pt x="55753" y="52430"/>
                </a:cubicBezTo>
                <a:cubicBezTo>
                  <a:pt x="56771" y="54859"/>
                  <a:pt x="57280" y="59831"/>
                  <a:pt x="57280" y="67347"/>
                </a:cubicBezTo>
                <a:lnTo>
                  <a:pt x="57280" y="93706"/>
                </a:lnTo>
                <a:cubicBezTo>
                  <a:pt x="57280" y="101109"/>
                  <a:pt x="57422" y="105643"/>
                  <a:pt x="57705" y="107311"/>
                </a:cubicBezTo>
                <a:cubicBezTo>
                  <a:pt x="57988" y="108978"/>
                  <a:pt x="58454" y="110094"/>
                  <a:pt x="59105" y="110660"/>
                </a:cubicBezTo>
                <a:cubicBezTo>
                  <a:pt x="59755" y="111224"/>
                  <a:pt x="60505" y="111506"/>
                  <a:pt x="61354" y="111506"/>
                </a:cubicBezTo>
                <a:cubicBezTo>
                  <a:pt x="62259" y="111506"/>
                  <a:pt x="63051" y="111308"/>
                  <a:pt x="63730" y="110912"/>
                </a:cubicBezTo>
                <a:cubicBezTo>
                  <a:pt x="64918" y="110176"/>
                  <a:pt x="67209" y="108111"/>
                  <a:pt x="70603" y="104717"/>
                </a:cubicBezTo>
                <a:lnTo>
                  <a:pt x="70603" y="109469"/>
                </a:lnTo>
                <a:cubicBezTo>
                  <a:pt x="64267" y="117955"/>
                  <a:pt x="58214" y="122198"/>
                  <a:pt x="52443" y="122198"/>
                </a:cubicBezTo>
                <a:cubicBezTo>
                  <a:pt x="49671" y="122198"/>
                  <a:pt x="47465" y="121236"/>
                  <a:pt x="45824" y="119313"/>
                </a:cubicBezTo>
                <a:cubicBezTo>
                  <a:pt x="44184" y="117389"/>
                  <a:pt x="43335" y="114108"/>
                  <a:pt x="43279" y="109469"/>
                </a:cubicBezTo>
                <a:moveTo>
                  <a:pt x="43279" y="103906"/>
                </a:moveTo>
                <a:lnTo>
                  <a:pt x="43279" y="74422"/>
                </a:lnTo>
                <a:cubicBezTo>
                  <a:pt x="34736" y="77801"/>
                  <a:pt x="29220" y="80194"/>
                  <a:pt x="26731" y="81603"/>
                </a:cubicBezTo>
                <a:cubicBezTo>
                  <a:pt x="22262" y="84082"/>
                  <a:pt x="19065" y="86673"/>
                  <a:pt x="17142" y="89376"/>
                </a:cubicBezTo>
                <a:cubicBezTo>
                  <a:pt x="15218" y="92079"/>
                  <a:pt x="14256" y="95036"/>
                  <a:pt x="14256" y="98246"/>
                </a:cubicBezTo>
                <a:cubicBezTo>
                  <a:pt x="14256" y="102302"/>
                  <a:pt x="15473" y="105667"/>
                  <a:pt x="17905" y="108342"/>
                </a:cubicBezTo>
                <a:cubicBezTo>
                  <a:pt x="20338" y="111017"/>
                  <a:pt x="23138" y="112354"/>
                  <a:pt x="26307" y="112354"/>
                </a:cubicBezTo>
                <a:cubicBezTo>
                  <a:pt x="30606" y="112354"/>
                  <a:pt x="36263" y="109538"/>
                  <a:pt x="43279" y="103906"/>
                </a:cubicBezTo>
                <a:close/>
                <a:moveTo>
                  <a:pt x="103131" y="0"/>
                </a:moveTo>
                <a:lnTo>
                  <a:pt x="103131" y="103030"/>
                </a:lnTo>
                <a:cubicBezTo>
                  <a:pt x="103131" y="107892"/>
                  <a:pt x="103484" y="111115"/>
                  <a:pt x="104192" y="112699"/>
                </a:cubicBezTo>
                <a:cubicBezTo>
                  <a:pt x="104899" y="114281"/>
                  <a:pt x="105988" y="115483"/>
                  <a:pt x="107459" y="116303"/>
                </a:cubicBezTo>
                <a:cubicBezTo>
                  <a:pt x="108930" y="117122"/>
                  <a:pt x="111673" y="117531"/>
                  <a:pt x="115690" y="117531"/>
                </a:cubicBezTo>
                <a:lnTo>
                  <a:pt x="115690" y="120671"/>
                </a:lnTo>
                <a:lnTo>
                  <a:pt x="77588" y="120671"/>
                </a:lnTo>
                <a:lnTo>
                  <a:pt x="77588" y="117531"/>
                </a:lnTo>
                <a:cubicBezTo>
                  <a:pt x="81152" y="117531"/>
                  <a:pt x="83585" y="117164"/>
                  <a:pt x="84886" y="116430"/>
                </a:cubicBezTo>
                <a:cubicBezTo>
                  <a:pt x="86187" y="115695"/>
                  <a:pt x="87205" y="114479"/>
                  <a:pt x="87941" y="112784"/>
                </a:cubicBezTo>
                <a:cubicBezTo>
                  <a:pt x="88676" y="111087"/>
                  <a:pt x="89044" y="107836"/>
                  <a:pt x="89044" y="103030"/>
                </a:cubicBezTo>
                <a:lnTo>
                  <a:pt x="89044" y="32477"/>
                </a:lnTo>
                <a:cubicBezTo>
                  <a:pt x="89044" y="23716"/>
                  <a:pt x="88846" y="18331"/>
                  <a:pt x="88450" y="16325"/>
                </a:cubicBezTo>
                <a:cubicBezTo>
                  <a:pt x="88054" y="14317"/>
                  <a:pt x="87418" y="12946"/>
                  <a:pt x="86541" y="12212"/>
                </a:cubicBezTo>
                <a:cubicBezTo>
                  <a:pt x="85664" y="11476"/>
                  <a:pt x="84547" y="11109"/>
                  <a:pt x="83189" y="11109"/>
                </a:cubicBezTo>
                <a:cubicBezTo>
                  <a:pt x="81718" y="11109"/>
                  <a:pt x="79851" y="11561"/>
                  <a:pt x="77588" y="12466"/>
                </a:cubicBezTo>
                <a:lnTo>
                  <a:pt x="76145" y="9496"/>
                </a:lnTo>
                <a:lnTo>
                  <a:pt x="99312" y="0"/>
                </a:lnTo>
                <a:lnTo>
                  <a:pt x="103131" y="0"/>
                </a:lnTo>
                <a:close/>
                <a:moveTo>
                  <a:pt x="174952" y="40733"/>
                </a:moveTo>
                <a:lnTo>
                  <a:pt x="174952" y="67039"/>
                </a:lnTo>
                <a:lnTo>
                  <a:pt x="172151" y="67039"/>
                </a:lnTo>
                <a:cubicBezTo>
                  <a:pt x="170001" y="58788"/>
                  <a:pt x="167243" y="53176"/>
                  <a:pt x="163877" y="50203"/>
                </a:cubicBezTo>
                <a:cubicBezTo>
                  <a:pt x="160511" y="47227"/>
                  <a:pt x="156226" y="45739"/>
                  <a:pt x="151021" y="45739"/>
                </a:cubicBezTo>
                <a:cubicBezTo>
                  <a:pt x="147061" y="45739"/>
                  <a:pt x="143865" y="46785"/>
                  <a:pt x="141432" y="48877"/>
                </a:cubicBezTo>
                <a:cubicBezTo>
                  <a:pt x="138999" y="50966"/>
                  <a:pt x="137783" y="53283"/>
                  <a:pt x="137783" y="55827"/>
                </a:cubicBezTo>
                <a:cubicBezTo>
                  <a:pt x="137783" y="58992"/>
                  <a:pt x="138688" y="61704"/>
                  <a:pt x="140498" y="63963"/>
                </a:cubicBezTo>
                <a:cubicBezTo>
                  <a:pt x="142252" y="66281"/>
                  <a:pt x="145816" y="68739"/>
                  <a:pt x="151191" y="71338"/>
                </a:cubicBezTo>
                <a:lnTo>
                  <a:pt x="163580" y="77358"/>
                </a:lnTo>
                <a:cubicBezTo>
                  <a:pt x="175065" y="82951"/>
                  <a:pt x="180807" y="90326"/>
                  <a:pt x="180807" y="99482"/>
                </a:cubicBezTo>
                <a:cubicBezTo>
                  <a:pt x="180807" y="106545"/>
                  <a:pt x="178134" y="112239"/>
                  <a:pt x="172788" y="116563"/>
                </a:cubicBezTo>
                <a:cubicBezTo>
                  <a:pt x="167441" y="120885"/>
                  <a:pt x="161459" y="123047"/>
                  <a:pt x="154840" y="123047"/>
                </a:cubicBezTo>
                <a:cubicBezTo>
                  <a:pt x="150088" y="123047"/>
                  <a:pt x="144657" y="122198"/>
                  <a:pt x="138547" y="120501"/>
                </a:cubicBezTo>
                <a:cubicBezTo>
                  <a:pt x="136680" y="119935"/>
                  <a:pt x="135152" y="119652"/>
                  <a:pt x="133964" y="119652"/>
                </a:cubicBezTo>
                <a:cubicBezTo>
                  <a:pt x="132663" y="119652"/>
                  <a:pt x="131645" y="120388"/>
                  <a:pt x="130909" y="121859"/>
                </a:cubicBezTo>
                <a:lnTo>
                  <a:pt x="128109" y="121859"/>
                </a:lnTo>
                <a:lnTo>
                  <a:pt x="128109" y="94025"/>
                </a:lnTo>
                <a:lnTo>
                  <a:pt x="130909" y="94025"/>
                </a:lnTo>
                <a:cubicBezTo>
                  <a:pt x="132493" y="101973"/>
                  <a:pt x="135520" y="107963"/>
                  <a:pt x="139989" y="111994"/>
                </a:cubicBezTo>
                <a:cubicBezTo>
                  <a:pt x="144459" y="116025"/>
                  <a:pt x="149465" y="118040"/>
                  <a:pt x="155009" y="118040"/>
                </a:cubicBezTo>
                <a:cubicBezTo>
                  <a:pt x="158913" y="118040"/>
                  <a:pt x="162095" y="116896"/>
                  <a:pt x="164556" y="114608"/>
                </a:cubicBezTo>
                <a:cubicBezTo>
                  <a:pt x="167017" y="112319"/>
                  <a:pt x="168248" y="109564"/>
                  <a:pt x="168248" y="106343"/>
                </a:cubicBezTo>
                <a:cubicBezTo>
                  <a:pt x="168248" y="102443"/>
                  <a:pt x="166876" y="99165"/>
                  <a:pt x="164132" y="96509"/>
                </a:cubicBezTo>
                <a:cubicBezTo>
                  <a:pt x="161388" y="93854"/>
                  <a:pt x="155915" y="90492"/>
                  <a:pt x="147712" y="86424"/>
                </a:cubicBezTo>
                <a:cubicBezTo>
                  <a:pt x="139508" y="82355"/>
                  <a:pt x="134134" y="78681"/>
                  <a:pt x="131588" y="75403"/>
                </a:cubicBezTo>
                <a:cubicBezTo>
                  <a:pt x="129042" y="72182"/>
                  <a:pt x="127769" y="68113"/>
                  <a:pt x="127769" y="63197"/>
                </a:cubicBezTo>
                <a:cubicBezTo>
                  <a:pt x="127769" y="56811"/>
                  <a:pt x="129962" y="51471"/>
                  <a:pt x="134346" y="47177"/>
                </a:cubicBezTo>
                <a:cubicBezTo>
                  <a:pt x="138731" y="42881"/>
                  <a:pt x="144402" y="40733"/>
                  <a:pt x="151360" y="40733"/>
                </a:cubicBezTo>
                <a:cubicBezTo>
                  <a:pt x="154415" y="40733"/>
                  <a:pt x="158121" y="41383"/>
                  <a:pt x="162477" y="42684"/>
                </a:cubicBezTo>
                <a:cubicBezTo>
                  <a:pt x="165362" y="43533"/>
                  <a:pt x="167286" y="43957"/>
                  <a:pt x="168248" y="43957"/>
                </a:cubicBezTo>
                <a:cubicBezTo>
                  <a:pt x="169153" y="43957"/>
                  <a:pt x="169860" y="43759"/>
                  <a:pt x="170369" y="43363"/>
                </a:cubicBezTo>
                <a:cubicBezTo>
                  <a:pt x="170878" y="42967"/>
                  <a:pt x="171472" y="42090"/>
                  <a:pt x="172151" y="40733"/>
                </a:cubicBezTo>
                <a:lnTo>
                  <a:pt x="174952" y="40733"/>
                </a:lnTo>
                <a:close/>
                <a:moveTo>
                  <a:pt x="205388" y="72301"/>
                </a:moveTo>
                <a:cubicBezTo>
                  <a:pt x="205332" y="83815"/>
                  <a:pt x="208132" y="92846"/>
                  <a:pt x="213789" y="99395"/>
                </a:cubicBezTo>
                <a:cubicBezTo>
                  <a:pt x="219447" y="105941"/>
                  <a:pt x="226094" y="109215"/>
                  <a:pt x="233731" y="109215"/>
                </a:cubicBezTo>
                <a:cubicBezTo>
                  <a:pt x="238823" y="109215"/>
                  <a:pt x="243250" y="107814"/>
                  <a:pt x="247012" y="105014"/>
                </a:cubicBezTo>
                <a:cubicBezTo>
                  <a:pt x="250774" y="102214"/>
                  <a:pt x="253928" y="97419"/>
                  <a:pt x="256474" y="90630"/>
                </a:cubicBezTo>
                <a:lnTo>
                  <a:pt x="259104" y="92327"/>
                </a:lnTo>
                <a:cubicBezTo>
                  <a:pt x="257916" y="100078"/>
                  <a:pt x="254465" y="107136"/>
                  <a:pt x="248752" y="113500"/>
                </a:cubicBezTo>
                <a:cubicBezTo>
                  <a:pt x="243038" y="119864"/>
                  <a:pt x="235881" y="123047"/>
                  <a:pt x="227282" y="123047"/>
                </a:cubicBezTo>
                <a:cubicBezTo>
                  <a:pt x="217947" y="123047"/>
                  <a:pt x="209957" y="119420"/>
                  <a:pt x="203309" y="112166"/>
                </a:cubicBezTo>
                <a:cubicBezTo>
                  <a:pt x="196662" y="104911"/>
                  <a:pt x="193338" y="95157"/>
                  <a:pt x="193338" y="82905"/>
                </a:cubicBezTo>
                <a:cubicBezTo>
                  <a:pt x="193338" y="69639"/>
                  <a:pt x="196747" y="59294"/>
                  <a:pt x="203564" y="51871"/>
                </a:cubicBezTo>
                <a:cubicBezTo>
                  <a:pt x="210381" y="44445"/>
                  <a:pt x="218938" y="40733"/>
                  <a:pt x="229234" y="40733"/>
                </a:cubicBezTo>
                <a:cubicBezTo>
                  <a:pt x="237946" y="40733"/>
                  <a:pt x="245103" y="43597"/>
                  <a:pt x="250703" y="49325"/>
                </a:cubicBezTo>
                <a:cubicBezTo>
                  <a:pt x="256304" y="55051"/>
                  <a:pt x="259104" y="62710"/>
                  <a:pt x="259104" y="72301"/>
                </a:cubicBezTo>
                <a:lnTo>
                  <a:pt x="205388" y="72301"/>
                </a:lnTo>
                <a:moveTo>
                  <a:pt x="205388" y="67379"/>
                </a:moveTo>
                <a:lnTo>
                  <a:pt x="241369" y="67379"/>
                </a:lnTo>
                <a:cubicBezTo>
                  <a:pt x="241086" y="62400"/>
                  <a:pt x="240492" y="58893"/>
                  <a:pt x="239587" y="56856"/>
                </a:cubicBezTo>
                <a:cubicBezTo>
                  <a:pt x="238172" y="53688"/>
                  <a:pt x="236065" y="51199"/>
                  <a:pt x="233265" y="49388"/>
                </a:cubicBezTo>
                <a:cubicBezTo>
                  <a:pt x="230464" y="47578"/>
                  <a:pt x="227537" y="46673"/>
                  <a:pt x="224482" y="46673"/>
                </a:cubicBezTo>
                <a:cubicBezTo>
                  <a:pt x="219786" y="46673"/>
                  <a:pt x="215586" y="48497"/>
                  <a:pt x="211880" y="52146"/>
                </a:cubicBezTo>
                <a:cubicBezTo>
                  <a:pt x="208174" y="55795"/>
                  <a:pt x="206011" y="60873"/>
                  <a:pt x="205388" y="67379"/>
                </a:cubicBezTo>
                <a:close/>
                <a:moveTo>
                  <a:pt x="267957" y="3564"/>
                </a:moveTo>
                <a:lnTo>
                  <a:pt x="267957" y="0"/>
                </a:lnTo>
                <a:cubicBezTo>
                  <a:pt x="276556" y="4243"/>
                  <a:pt x="283712" y="9250"/>
                  <a:pt x="289426" y="15020"/>
                </a:cubicBezTo>
                <a:cubicBezTo>
                  <a:pt x="297516" y="23280"/>
                  <a:pt x="303767" y="32968"/>
                  <a:pt x="308180" y="44085"/>
                </a:cubicBezTo>
                <a:cubicBezTo>
                  <a:pt x="312593" y="55201"/>
                  <a:pt x="314799" y="66785"/>
                  <a:pt x="314799" y="78835"/>
                </a:cubicBezTo>
                <a:cubicBezTo>
                  <a:pt x="314799" y="96372"/>
                  <a:pt x="310485" y="112369"/>
                  <a:pt x="301858" y="126823"/>
                </a:cubicBezTo>
                <a:cubicBezTo>
                  <a:pt x="293231" y="141277"/>
                  <a:pt x="281930" y="151616"/>
                  <a:pt x="267957" y="157839"/>
                </a:cubicBezTo>
                <a:lnTo>
                  <a:pt x="267957" y="154699"/>
                </a:lnTo>
                <a:cubicBezTo>
                  <a:pt x="274915" y="150796"/>
                  <a:pt x="280643" y="145520"/>
                  <a:pt x="285141" y="138873"/>
                </a:cubicBezTo>
                <a:cubicBezTo>
                  <a:pt x="289638" y="132226"/>
                  <a:pt x="292976" y="123768"/>
                  <a:pt x="295154" y="113500"/>
                </a:cubicBezTo>
                <a:cubicBezTo>
                  <a:pt x="297332" y="103232"/>
                  <a:pt x="298421" y="92525"/>
                  <a:pt x="298421" y="81381"/>
                </a:cubicBezTo>
                <a:cubicBezTo>
                  <a:pt x="298421" y="69330"/>
                  <a:pt x="297488" y="58327"/>
                  <a:pt x="295621" y="48370"/>
                </a:cubicBezTo>
                <a:cubicBezTo>
                  <a:pt x="294207" y="40563"/>
                  <a:pt x="292439" y="34312"/>
                  <a:pt x="290317" y="29616"/>
                </a:cubicBezTo>
                <a:cubicBezTo>
                  <a:pt x="288196" y="24920"/>
                  <a:pt x="285381" y="20395"/>
                  <a:pt x="281874" y="16039"/>
                </a:cubicBezTo>
                <a:cubicBezTo>
                  <a:pt x="278366" y="11682"/>
                  <a:pt x="273727" y="7524"/>
                  <a:pt x="267957" y="3564"/>
                </a:cubicBezTo>
                <a:close/>
                <a:moveTo>
                  <a:pt x="408823" y="40733"/>
                </a:moveTo>
                <a:cubicBezTo>
                  <a:pt x="420590" y="40733"/>
                  <a:pt x="430037" y="45198"/>
                  <a:pt x="437166" y="54127"/>
                </a:cubicBezTo>
                <a:cubicBezTo>
                  <a:pt x="443219" y="61756"/>
                  <a:pt x="446246" y="70516"/>
                  <a:pt x="446246" y="80407"/>
                </a:cubicBezTo>
                <a:cubicBezTo>
                  <a:pt x="446246" y="87359"/>
                  <a:pt x="444577" y="94395"/>
                  <a:pt x="441239" y="101516"/>
                </a:cubicBezTo>
                <a:cubicBezTo>
                  <a:pt x="437901" y="108636"/>
                  <a:pt x="433305" y="114004"/>
                  <a:pt x="427449" y="117621"/>
                </a:cubicBezTo>
                <a:cubicBezTo>
                  <a:pt x="421594" y="121238"/>
                  <a:pt x="415074" y="123047"/>
                  <a:pt x="407889" y="123047"/>
                </a:cubicBezTo>
                <a:cubicBezTo>
                  <a:pt x="396178" y="123047"/>
                  <a:pt x="386872" y="118384"/>
                  <a:pt x="379970" y="109058"/>
                </a:cubicBezTo>
                <a:cubicBezTo>
                  <a:pt x="374143" y="101203"/>
                  <a:pt x="371230" y="92388"/>
                  <a:pt x="371230" y="82611"/>
                </a:cubicBezTo>
                <a:cubicBezTo>
                  <a:pt x="371230" y="75490"/>
                  <a:pt x="372998" y="68411"/>
                  <a:pt x="376533" y="61375"/>
                </a:cubicBezTo>
                <a:cubicBezTo>
                  <a:pt x="380069" y="54339"/>
                  <a:pt x="384722" y="49139"/>
                  <a:pt x="390493" y="45777"/>
                </a:cubicBezTo>
                <a:cubicBezTo>
                  <a:pt x="396263" y="42414"/>
                  <a:pt x="402373" y="40733"/>
                  <a:pt x="408823" y="40733"/>
                </a:cubicBezTo>
                <a:moveTo>
                  <a:pt x="406192" y="46333"/>
                </a:moveTo>
                <a:cubicBezTo>
                  <a:pt x="403193" y="46333"/>
                  <a:pt x="400181" y="47224"/>
                  <a:pt x="397154" y="49004"/>
                </a:cubicBezTo>
                <a:cubicBezTo>
                  <a:pt x="394128" y="50784"/>
                  <a:pt x="391681" y="53906"/>
                  <a:pt x="389814" y="58370"/>
                </a:cubicBezTo>
                <a:cubicBezTo>
                  <a:pt x="387947" y="62834"/>
                  <a:pt x="387014" y="68569"/>
                  <a:pt x="387014" y="75576"/>
                </a:cubicBezTo>
                <a:cubicBezTo>
                  <a:pt x="387014" y="86876"/>
                  <a:pt x="389262" y="96624"/>
                  <a:pt x="393760" y="104818"/>
                </a:cubicBezTo>
                <a:cubicBezTo>
                  <a:pt x="398257" y="113010"/>
                  <a:pt x="404184" y="117107"/>
                  <a:pt x="411538" y="117107"/>
                </a:cubicBezTo>
                <a:cubicBezTo>
                  <a:pt x="417026" y="117107"/>
                  <a:pt x="421551" y="114846"/>
                  <a:pt x="425116" y="110326"/>
                </a:cubicBezTo>
                <a:cubicBezTo>
                  <a:pt x="428680" y="105805"/>
                  <a:pt x="430462" y="98036"/>
                  <a:pt x="430462" y="87018"/>
                </a:cubicBezTo>
                <a:cubicBezTo>
                  <a:pt x="430462" y="73230"/>
                  <a:pt x="427492" y="62381"/>
                  <a:pt x="421551" y="54469"/>
                </a:cubicBezTo>
                <a:cubicBezTo>
                  <a:pt x="417535" y="49045"/>
                  <a:pt x="412415" y="46333"/>
                  <a:pt x="406192" y="46333"/>
                </a:cubicBezTo>
                <a:close/>
                <a:moveTo>
                  <a:pt x="480444" y="40733"/>
                </a:moveTo>
                <a:lnTo>
                  <a:pt x="480444" y="58214"/>
                </a:lnTo>
                <a:cubicBezTo>
                  <a:pt x="486950" y="46560"/>
                  <a:pt x="493626" y="40733"/>
                  <a:pt x="500471" y="40733"/>
                </a:cubicBezTo>
                <a:cubicBezTo>
                  <a:pt x="503582" y="40733"/>
                  <a:pt x="506157" y="41680"/>
                  <a:pt x="508193" y="43576"/>
                </a:cubicBezTo>
                <a:cubicBezTo>
                  <a:pt x="510230" y="45471"/>
                  <a:pt x="511248" y="47663"/>
                  <a:pt x="511248" y="50152"/>
                </a:cubicBezTo>
                <a:cubicBezTo>
                  <a:pt x="511248" y="52359"/>
                  <a:pt x="510513" y="54225"/>
                  <a:pt x="509042" y="55753"/>
                </a:cubicBezTo>
                <a:cubicBezTo>
                  <a:pt x="507571" y="57280"/>
                  <a:pt x="505817" y="58044"/>
                  <a:pt x="503780" y="58044"/>
                </a:cubicBezTo>
                <a:cubicBezTo>
                  <a:pt x="501800" y="58044"/>
                  <a:pt x="499580" y="57068"/>
                  <a:pt x="497119" y="55116"/>
                </a:cubicBezTo>
                <a:cubicBezTo>
                  <a:pt x="494658" y="53165"/>
                  <a:pt x="492834" y="52189"/>
                  <a:pt x="491646" y="52189"/>
                </a:cubicBezTo>
                <a:cubicBezTo>
                  <a:pt x="490627" y="52189"/>
                  <a:pt x="489524" y="52753"/>
                  <a:pt x="488336" y="53881"/>
                </a:cubicBezTo>
                <a:cubicBezTo>
                  <a:pt x="485790" y="56195"/>
                  <a:pt x="483160" y="60004"/>
                  <a:pt x="480444" y="65308"/>
                </a:cubicBezTo>
                <a:lnTo>
                  <a:pt x="480444" y="102466"/>
                </a:lnTo>
                <a:cubicBezTo>
                  <a:pt x="480444" y="106753"/>
                  <a:pt x="480981" y="109997"/>
                  <a:pt x="482056" y="112198"/>
                </a:cubicBezTo>
                <a:cubicBezTo>
                  <a:pt x="482792" y="113722"/>
                  <a:pt x="484093" y="114992"/>
                  <a:pt x="485960" y="116009"/>
                </a:cubicBezTo>
                <a:cubicBezTo>
                  <a:pt x="487827" y="117023"/>
                  <a:pt x="490514" y="117531"/>
                  <a:pt x="494022" y="117531"/>
                </a:cubicBezTo>
                <a:lnTo>
                  <a:pt x="494022" y="120671"/>
                </a:lnTo>
                <a:lnTo>
                  <a:pt x="454222" y="120671"/>
                </a:lnTo>
                <a:lnTo>
                  <a:pt x="454222" y="117531"/>
                </a:lnTo>
                <a:cubicBezTo>
                  <a:pt x="458182" y="117531"/>
                  <a:pt x="461124" y="116910"/>
                  <a:pt x="463048" y="115669"/>
                </a:cubicBezTo>
                <a:cubicBezTo>
                  <a:pt x="464462" y="114766"/>
                  <a:pt x="465452" y="113326"/>
                  <a:pt x="466018" y="111349"/>
                </a:cubicBezTo>
                <a:cubicBezTo>
                  <a:pt x="466301" y="110389"/>
                  <a:pt x="466442" y="107652"/>
                  <a:pt x="466442" y="103136"/>
                </a:cubicBezTo>
                <a:lnTo>
                  <a:pt x="466442" y="73078"/>
                </a:lnTo>
                <a:cubicBezTo>
                  <a:pt x="466442" y="64045"/>
                  <a:pt x="466258" y="58669"/>
                  <a:pt x="465891" y="56949"/>
                </a:cubicBezTo>
                <a:cubicBezTo>
                  <a:pt x="465523" y="55227"/>
                  <a:pt x="464844" y="53971"/>
                  <a:pt x="463854" y="53181"/>
                </a:cubicBezTo>
                <a:cubicBezTo>
                  <a:pt x="462864" y="52390"/>
                  <a:pt x="461633" y="51995"/>
                  <a:pt x="460163" y="51995"/>
                </a:cubicBezTo>
                <a:cubicBezTo>
                  <a:pt x="458409" y="51995"/>
                  <a:pt x="456429" y="52419"/>
                  <a:pt x="454222" y="53265"/>
                </a:cubicBezTo>
                <a:lnTo>
                  <a:pt x="453374" y="50216"/>
                </a:lnTo>
                <a:lnTo>
                  <a:pt x="476880" y="40733"/>
                </a:lnTo>
                <a:lnTo>
                  <a:pt x="480444" y="40733"/>
                </a:lnTo>
                <a:close/>
                <a:moveTo>
                  <a:pt x="581596" y="17311"/>
                </a:moveTo>
                <a:lnTo>
                  <a:pt x="581596" y="42939"/>
                </a:lnTo>
                <a:lnTo>
                  <a:pt x="599756" y="42939"/>
                </a:lnTo>
                <a:lnTo>
                  <a:pt x="599756" y="48879"/>
                </a:lnTo>
                <a:lnTo>
                  <a:pt x="581596" y="48879"/>
                </a:lnTo>
                <a:lnTo>
                  <a:pt x="581596" y="99217"/>
                </a:lnTo>
                <a:cubicBezTo>
                  <a:pt x="581596" y="104247"/>
                  <a:pt x="582317" y="107638"/>
                  <a:pt x="583759" y="109390"/>
                </a:cubicBezTo>
                <a:cubicBezTo>
                  <a:pt x="585202" y="111140"/>
                  <a:pt x="587055" y="112015"/>
                  <a:pt x="589318" y="112015"/>
                </a:cubicBezTo>
                <a:cubicBezTo>
                  <a:pt x="591185" y="112015"/>
                  <a:pt x="592995" y="111435"/>
                  <a:pt x="594749" y="110275"/>
                </a:cubicBezTo>
                <a:cubicBezTo>
                  <a:pt x="596503" y="109116"/>
                  <a:pt x="597860" y="107404"/>
                  <a:pt x="598822" y="105141"/>
                </a:cubicBezTo>
                <a:lnTo>
                  <a:pt x="602132" y="105141"/>
                </a:lnTo>
                <a:cubicBezTo>
                  <a:pt x="600152" y="110701"/>
                  <a:pt x="597351" y="114906"/>
                  <a:pt x="593731" y="117756"/>
                </a:cubicBezTo>
                <a:cubicBezTo>
                  <a:pt x="590110" y="120604"/>
                  <a:pt x="586376" y="122028"/>
                  <a:pt x="582529" y="122028"/>
                </a:cubicBezTo>
                <a:cubicBezTo>
                  <a:pt x="579927" y="122028"/>
                  <a:pt x="577381" y="121306"/>
                  <a:pt x="574892" y="119862"/>
                </a:cubicBezTo>
                <a:cubicBezTo>
                  <a:pt x="572402" y="118417"/>
                  <a:pt x="570564" y="116351"/>
                  <a:pt x="569376" y="113662"/>
                </a:cubicBezTo>
                <a:cubicBezTo>
                  <a:pt x="568188" y="110971"/>
                  <a:pt x="567594" y="106822"/>
                  <a:pt x="567594" y="101214"/>
                </a:cubicBezTo>
                <a:lnTo>
                  <a:pt x="567594" y="48879"/>
                </a:lnTo>
                <a:lnTo>
                  <a:pt x="555289" y="48879"/>
                </a:lnTo>
                <a:lnTo>
                  <a:pt x="555289" y="46079"/>
                </a:lnTo>
                <a:cubicBezTo>
                  <a:pt x="558401" y="44831"/>
                  <a:pt x="561583" y="42717"/>
                  <a:pt x="564836" y="39738"/>
                </a:cubicBezTo>
                <a:cubicBezTo>
                  <a:pt x="568089" y="36759"/>
                  <a:pt x="570988" y="33227"/>
                  <a:pt x="573534" y="29141"/>
                </a:cubicBezTo>
                <a:cubicBezTo>
                  <a:pt x="574835" y="26986"/>
                  <a:pt x="576645" y="23043"/>
                  <a:pt x="578965" y="17311"/>
                </a:cubicBezTo>
                <a:lnTo>
                  <a:pt x="581596" y="17311"/>
                </a:lnTo>
                <a:close/>
                <a:moveTo>
                  <a:pt x="645355" y="40733"/>
                </a:moveTo>
                <a:cubicBezTo>
                  <a:pt x="657122" y="40733"/>
                  <a:pt x="666570" y="45198"/>
                  <a:pt x="673698" y="54127"/>
                </a:cubicBezTo>
                <a:cubicBezTo>
                  <a:pt x="679751" y="61756"/>
                  <a:pt x="682778" y="70516"/>
                  <a:pt x="682778" y="80407"/>
                </a:cubicBezTo>
                <a:cubicBezTo>
                  <a:pt x="682778" y="87359"/>
                  <a:pt x="681109" y="94395"/>
                  <a:pt x="677771" y="101516"/>
                </a:cubicBezTo>
                <a:cubicBezTo>
                  <a:pt x="674433" y="108636"/>
                  <a:pt x="669837" y="114004"/>
                  <a:pt x="663981" y="117621"/>
                </a:cubicBezTo>
                <a:cubicBezTo>
                  <a:pt x="658126" y="121238"/>
                  <a:pt x="651606" y="123047"/>
                  <a:pt x="644421" y="123047"/>
                </a:cubicBezTo>
                <a:cubicBezTo>
                  <a:pt x="632711" y="123047"/>
                  <a:pt x="623404" y="118384"/>
                  <a:pt x="616502" y="109058"/>
                </a:cubicBezTo>
                <a:cubicBezTo>
                  <a:pt x="610675" y="101203"/>
                  <a:pt x="607762" y="92388"/>
                  <a:pt x="607762" y="82611"/>
                </a:cubicBezTo>
                <a:cubicBezTo>
                  <a:pt x="607762" y="75490"/>
                  <a:pt x="609530" y="68411"/>
                  <a:pt x="613066" y="61375"/>
                </a:cubicBezTo>
                <a:cubicBezTo>
                  <a:pt x="616601" y="54339"/>
                  <a:pt x="621254" y="49139"/>
                  <a:pt x="627025" y="45777"/>
                </a:cubicBezTo>
                <a:cubicBezTo>
                  <a:pt x="632795" y="42414"/>
                  <a:pt x="638905" y="40733"/>
                  <a:pt x="645355" y="40733"/>
                </a:cubicBezTo>
                <a:moveTo>
                  <a:pt x="642724" y="46333"/>
                </a:moveTo>
                <a:cubicBezTo>
                  <a:pt x="639726" y="46333"/>
                  <a:pt x="636713" y="47224"/>
                  <a:pt x="633686" y="49004"/>
                </a:cubicBezTo>
                <a:cubicBezTo>
                  <a:pt x="630660" y="50784"/>
                  <a:pt x="628213" y="53906"/>
                  <a:pt x="626346" y="58370"/>
                </a:cubicBezTo>
                <a:cubicBezTo>
                  <a:pt x="624479" y="62834"/>
                  <a:pt x="623546" y="68569"/>
                  <a:pt x="623546" y="75576"/>
                </a:cubicBezTo>
                <a:cubicBezTo>
                  <a:pt x="623546" y="86876"/>
                  <a:pt x="625794" y="96624"/>
                  <a:pt x="630292" y="104818"/>
                </a:cubicBezTo>
                <a:cubicBezTo>
                  <a:pt x="634790" y="113010"/>
                  <a:pt x="640716" y="117107"/>
                  <a:pt x="648070" y="117107"/>
                </a:cubicBezTo>
                <a:cubicBezTo>
                  <a:pt x="653558" y="117107"/>
                  <a:pt x="658084" y="114846"/>
                  <a:pt x="661648" y="110326"/>
                </a:cubicBezTo>
                <a:cubicBezTo>
                  <a:pt x="665212" y="105805"/>
                  <a:pt x="666994" y="98036"/>
                  <a:pt x="666994" y="87018"/>
                </a:cubicBezTo>
                <a:cubicBezTo>
                  <a:pt x="666994" y="73230"/>
                  <a:pt x="664024" y="62381"/>
                  <a:pt x="658084" y="54469"/>
                </a:cubicBezTo>
                <a:cubicBezTo>
                  <a:pt x="654067" y="49045"/>
                  <a:pt x="648947" y="46333"/>
                  <a:pt x="642724" y="463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exploreatopic">
            <a:extLst xmlns:a="http://schemas.openxmlformats.org/drawingml/2006/main">
              <a:ext uri="{FF2B5EF4-FFF2-40B4-BE49-F238E27FC236}">
                <a16:creationId xmlns:a16="http://schemas.microsoft.com/office/drawing/2014/main" id="{4C042AC8-CDAE-439C-B947-7BD0DE5B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924" y="6553507"/>
            <a:ext cx="1020690" cy="157839"/>
          </a:xfrm>
          <a:custGeom xmlns:a="http://schemas.openxmlformats.org/drawingml/2006/main">
            <a:pathLst>
              <a:path w="1020690" h="157839">
                <a:moveTo>
                  <a:pt x="12050" y="72301"/>
                </a:moveTo>
                <a:cubicBezTo>
                  <a:pt x="11994" y="83815"/>
                  <a:pt x="14794" y="92846"/>
                  <a:pt x="20451" y="99395"/>
                </a:cubicBezTo>
                <a:cubicBezTo>
                  <a:pt x="26109" y="105941"/>
                  <a:pt x="32756" y="109215"/>
                  <a:pt x="40393" y="109215"/>
                </a:cubicBezTo>
                <a:cubicBezTo>
                  <a:pt x="45485" y="109215"/>
                  <a:pt x="49912" y="107814"/>
                  <a:pt x="53674" y="105014"/>
                </a:cubicBezTo>
                <a:cubicBezTo>
                  <a:pt x="57436" y="102214"/>
                  <a:pt x="60590" y="97419"/>
                  <a:pt x="63136" y="90630"/>
                </a:cubicBezTo>
                <a:lnTo>
                  <a:pt x="65766" y="92327"/>
                </a:lnTo>
                <a:cubicBezTo>
                  <a:pt x="64578" y="100078"/>
                  <a:pt x="61127" y="107136"/>
                  <a:pt x="55413" y="113500"/>
                </a:cubicBezTo>
                <a:cubicBezTo>
                  <a:pt x="49700" y="119864"/>
                  <a:pt x="42543" y="123047"/>
                  <a:pt x="33944" y="123047"/>
                </a:cubicBezTo>
                <a:cubicBezTo>
                  <a:pt x="24609" y="123047"/>
                  <a:pt x="16618" y="119420"/>
                  <a:pt x="9971" y="112166"/>
                </a:cubicBezTo>
                <a:cubicBezTo>
                  <a:pt x="3324" y="104911"/>
                  <a:pt x="0" y="95157"/>
                  <a:pt x="0" y="82905"/>
                </a:cubicBezTo>
                <a:cubicBezTo>
                  <a:pt x="0" y="69639"/>
                  <a:pt x="3409" y="59294"/>
                  <a:pt x="10226" y="51871"/>
                </a:cubicBezTo>
                <a:cubicBezTo>
                  <a:pt x="17043" y="44445"/>
                  <a:pt x="25599" y="40733"/>
                  <a:pt x="35896" y="40733"/>
                </a:cubicBezTo>
                <a:cubicBezTo>
                  <a:pt x="44608" y="40733"/>
                  <a:pt x="51764" y="43597"/>
                  <a:pt x="57365" y="49325"/>
                </a:cubicBezTo>
                <a:cubicBezTo>
                  <a:pt x="62966" y="55051"/>
                  <a:pt x="65766" y="62710"/>
                  <a:pt x="65766" y="72301"/>
                </a:cubicBezTo>
                <a:lnTo>
                  <a:pt x="12050" y="72301"/>
                </a:lnTo>
                <a:moveTo>
                  <a:pt x="12050" y="67379"/>
                </a:moveTo>
                <a:lnTo>
                  <a:pt x="48031" y="67379"/>
                </a:lnTo>
                <a:cubicBezTo>
                  <a:pt x="47748" y="62400"/>
                  <a:pt x="47154" y="58893"/>
                  <a:pt x="46249" y="56856"/>
                </a:cubicBezTo>
                <a:cubicBezTo>
                  <a:pt x="44834" y="53688"/>
                  <a:pt x="42727" y="51199"/>
                  <a:pt x="39927" y="49388"/>
                </a:cubicBezTo>
                <a:cubicBezTo>
                  <a:pt x="37126" y="47578"/>
                  <a:pt x="34199" y="46673"/>
                  <a:pt x="31144" y="46673"/>
                </a:cubicBezTo>
                <a:cubicBezTo>
                  <a:pt x="26448" y="46673"/>
                  <a:pt x="22247" y="48497"/>
                  <a:pt x="18542" y="52146"/>
                </a:cubicBezTo>
                <a:cubicBezTo>
                  <a:pt x="14836" y="55795"/>
                  <a:pt x="12672" y="60873"/>
                  <a:pt x="12050" y="67379"/>
                </a:cubicBezTo>
                <a:close/>
                <a:moveTo>
                  <a:pt x="73006" y="42939"/>
                </a:moveTo>
                <a:lnTo>
                  <a:pt x="109581" y="42939"/>
                </a:lnTo>
                <a:lnTo>
                  <a:pt x="109581" y="46079"/>
                </a:lnTo>
                <a:cubicBezTo>
                  <a:pt x="107261" y="46079"/>
                  <a:pt x="105635" y="46475"/>
                  <a:pt x="104701" y="47267"/>
                </a:cubicBezTo>
                <a:cubicBezTo>
                  <a:pt x="103768" y="48059"/>
                  <a:pt x="103301" y="49106"/>
                  <a:pt x="103301" y="50407"/>
                </a:cubicBezTo>
                <a:cubicBezTo>
                  <a:pt x="103301" y="51764"/>
                  <a:pt x="104291" y="53858"/>
                  <a:pt x="106271" y="56686"/>
                </a:cubicBezTo>
                <a:cubicBezTo>
                  <a:pt x="106893" y="57592"/>
                  <a:pt x="107827" y="59006"/>
                  <a:pt x="109072" y="60929"/>
                </a:cubicBezTo>
                <a:lnTo>
                  <a:pt x="114587" y="69755"/>
                </a:lnTo>
                <a:lnTo>
                  <a:pt x="120952" y="60929"/>
                </a:lnTo>
                <a:cubicBezTo>
                  <a:pt x="125025" y="55329"/>
                  <a:pt x="127062" y="51793"/>
                  <a:pt x="127062" y="50322"/>
                </a:cubicBezTo>
                <a:cubicBezTo>
                  <a:pt x="127062" y="49134"/>
                  <a:pt x="126581" y="48130"/>
                  <a:pt x="125619" y="47309"/>
                </a:cubicBezTo>
                <a:cubicBezTo>
                  <a:pt x="124657" y="46489"/>
                  <a:pt x="123102" y="46079"/>
                  <a:pt x="120952" y="46079"/>
                </a:cubicBezTo>
                <a:lnTo>
                  <a:pt x="120952" y="42939"/>
                </a:lnTo>
                <a:lnTo>
                  <a:pt x="147258" y="42939"/>
                </a:lnTo>
                <a:lnTo>
                  <a:pt x="147258" y="46079"/>
                </a:lnTo>
                <a:cubicBezTo>
                  <a:pt x="144486" y="46249"/>
                  <a:pt x="142082" y="47012"/>
                  <a:pt x="140045" y="48370"/>
                </a:cubicBezTo>
                <a:cubicBezTo>
                  <a:pt x="137273" y="50294"/>
                  <a:pt x="133483" y="54480"/>
                  <a:pt x="128674" y="60929"/>
                </a:cubicBezTo>
                <a:lnTo>
                  <a:pt x="118067" y="75101"/>
                </a:lnTo>
                <a:lnTo>
                  <a:pt x="137415" y="102879"/>
                </a:lnTo>
                <a:cubicBezTo>
                  <a:pt x="142167" y="109710"/>
                  <a:pt x="145561" y="113818"/>
                  <a:pt x="147598" y="115202"/>
                </a:cubicBezTo>
                <a:cubicBezTo>
                  <a:pt x="149634" y="116585"/>
                  <a:pt x="152265" y="117361"/>
                  <a:pt x="155490" y="117531"/>
                </a:cubicBezTo>
                <a:lnTo>
                  <a:pt x="155490" y="120671"/>
                </a:lnTo>
                <a:lnTo>
                  <a:pt x="118830" y="120671"/>
                </a:lnTo>
                <a:lnTo>
                  <a:pt x="118830" y="117531"/>
                </a:lnTo>
                <a:cubicBezTo>
                  <a:pt x="121376" y="117531"/>
                  <a:pt x="123356" y="116967"/>
                  <a:pt x="124771" y="115839"/>
                </a:cubicBezTo>
                <a:cubicBezTo>
                  <a:pt x="125845" y="115049"/>
                  <a:pt x="126383" y="114005"/>
                  <a:pt x="126383" y="112707"/>
                </a:cubicBezTo>
                <a:cubicBezTo>
                  <a:pt x="126383" y="111409"/>
                  <a:pt x="124573" y="108137"/>
                  <a:pt x="120952" y="102890"/>
                </a:cubicBezTo>
                <a:lnTo>
                  <a:pt x="109581" y="86302"/>
                </a:lnTo>
                <a:lnTo>
                  <a:pt x="97106" y="102890"/>
                </a:lnTo>
                <a:cubicBezTo>
                  <a:pt x="93259" y="108024"/>
                  <a:pt x="91336" y="111071"/>
                  <a:pt x="91336" y="112031"/>
                </a:cubicBezTo>
                <a:cubicBezTo>
                  <a:pt x="91336" y="113385"/>
                  <a:pt x="91972" y="114612"/>
                  <a:pt x="93245" y="115712"/>
                </a:cubicBezTo>
                <a:cubicBezTo>
                  <a:pt x="94518" y="116811"/>
                  <a:pt x="96427" y="117418"/>
                  <a:pt x="98973" y="117531"/>
                </a:cubicBezTo>
                <a:lnTo>
                  <a:pt x="98973" y="120671"/>
                </a:lnTo>
                <a:lnTo>
                  <a:pt x="73600" y="120671"/>
                </a:lnTo>
                <a:lnTo>
                  <a:pt x="73600" y="117531"/>
                </a:lnTo>
                <a:cubicBezTo>
                  <a:pt x="75637" y="117248"/>
                  <a:pt x="77419" y="116543"/>
                  <a:pt x="78946" y="115415"/>
                </a:cubicBezTo>
                <a:cubicBezTo>
                  <a:pt x="81096" y="113778"/>
                  <a:pt x="84717" y="109601"/>
                  <a:pt x="89808" y="102885"/>
                </a:cubicBezTo>
                <a:lnTo>
                  <a:pt x="106101" y="81296"/>
                </a:lnTo>
                <a:lnTo>
                  <a:pt x="91336" y="59911"/>
                </a:lnTo>
                <a:cubicBezTo>
                  <a:pt x="87149" y="53801"/>
                  <a:pt x="83911" y="49968"/>
                  <a:pt x="81619" y="48413"/>
                </a:cubicBezTo>
                <a:cubicBezTo>
                  <a:pt x="79328" y="46857"/>
                  <a:pt x="76457" y="46079"/>
                  <a:pt x="73006" y="46079"/>
                </a:cubicBezTo>
                <a:lnTo>
                  <a:pt x="73006" y="42939"/>
                </a:lnTo>
                <a:close/>
                <a:moveTo>
                  <a:pt x="157442" y="50584"/>
                </a:moveTo>
                <a:lnTo>
                  <a:pt x="181372" y="40902"/>
                </a:lnTo>
                <a:lnTo>
                  <a:pt x="184597" y="40902"/>
                </a:lnTo>
                <a:lnTo>
                  <a:pt x="184597" y="59062"/>
                </a:lnTo>
                <a:cubicBezTo>
                  <a:pt x="188614" y="52217"/>
                  <a:pt x="192644" y="47451"/>
                  <a:pt x="196689" y="44764"/>
                </a:cubicBezTo>
                <a:cubicBezTo>
                  <a:pt x="200734" y="42076"/>
                  <a:pt x="204992" y="40733"/>
                  <a:pt x="209461" y="40733"/>
                </a:cubicBezTo>
                <a:cubicBezTo>
                  <a:pt x="217268" y="40733"/>
                  <a:pt x="223774" y="43784"/>
                  <a:pt x="228979" y="49887"/>
                </a:cubicBezTo>
                <a:cubicBezTo>
                  <a:pt x="235371" y="57348"/>
                  <a:pt x="238568" y="67068"/>
                  <a:pt x="238568" y="79050"/>
                </a:cubicBezTo>
                <a:cubicBezTo>
                  <a:pt x="238568" y="92443"/>
                  <a:pt x="234721" y="103520"/>
                  <a:pt x="227027" y="112280"/>
                </a:cubicBezTo>
                <a:cubicBezTo>
                  <a:pt x="220691" y="119458"/>
                  <a:pt x="212714" y="123047"/>
                  <a:pt x="203096" y="123047"/>
                </a:cubicBezTo>
                <a:cubicBezTo>
                  <a:pt x="198910" y="123047"/>
                  <a:pt x="195289" y="122453"/>
                  <a:pt x="192234" y="121265"/>
                </a:cubicBezTo>
                <a:cubicBezTo>
                  <a:pt x="189971" y="120416"/>
                  <a:pt x="187426" y="118719"/>
                  <a:pt x="184597" y="116173"/>
                </a:cubicBezTo>
                <a:lnTo>
                  <a:pt x="184597" y="139849"/>
                </a:lnTo>
                <a:cubicBezTo>
                  <a:pt x="184597" y="145167"/>
                  <a:pt x="184922" y="148547"/>
                  <a:pt x="185573" y="149990"/>
                </a:cubicBezTo>
                <a:cubicBezTo>
                  <a:pt x="186223" y="151432"/>
                  <a:pt x="187355" y="152578"/>
                  <a:pt x="188967" y="153427"/>
                </a:cubicBezTo>
                <a:cubicBezTo>
                  <a:pt x="190579" y="154275"/>
                  <a:pt x="193507" y="154699"/>
                  <a:pt x="197750" y="154699"/>
                </a:cubicBezTo>
                <a:lnTo>
                  <a:pt x="197750" y="157839"/>
                </a:lnTo>
                <a:lnTo>
                  <a:pt x="157017" y="157839"/>
                </a:lnTo>
                <a:lnTo>
                  <a:pt x="157017" y="154699"/>
                </a:lnTo>
                <a:lnTo>
                  <a:pt x="159139" y="154699"/>
                </a:lnTo>
                <a:cubicBezTo>
                  <a:pt x="162250" y="154756"/>
                  <a:pt x="164909" y="154161"/>
                  <a:pt x="167116" y="152915"/>
                </a:cubicBezTo>
                <a:cubicBezTo>
                  <a:pt x="168191" y="152292"/>
                  <a:pt x="169025" y="151287"/>
                  <a:pt x="169619" y="149900"/>
                </a:cubicBezTo>
                <a:cubicBezTo>
                  <a:pt x="170213" y="148514"/>
                  <a:pt x="170510" y="144990"/>
                  <a:pt x="170510" y="139329"/>
                </a:cubicBezTo>
                <a:lnTo>
                  <a:pt x="170510" y="65785"/>
                </a:lnTo>
                <a:cubicBezTo>
                  <a:pt x="170510" y="60746"/>
                  <a:pt x="170284" y="57548"/>
                  <a:pt x="169831" y="56190"/>
                </a:cubicBezTo>
                <a:cubicBezTo>
                  <a:pt x="169379" y="54831"/>
                  <a:pt x="168657" y="53812"/>
                  <a:pt x="167667" y="53133"/>
                </a:cubicBezTo>
                <a:cubicBezTo>
                  <a:pt x="166677" y="52452"/>
                  <a:pt x="165334" y="52112"/>
                  <a:pt x="163636" y="52112"/>
                </a:cubicBezTo>
                <a:cubicBezTo>
                  <a:pt x="162279" y="52112"/>
                  <a:pt x="160553" y="52508"/>
                  <a:pt x="158460" y="53300"/>
                </a:cubicBezTo>
                <a:lnTo>
                  <a:pt x="157442" y="50584"/>
                </a:lnTo>
                <a:moveTo>
                  <a:pt x="184597" y="64223"/>
                </a:moveTo>
                <a:lnTo>
                  <a:pt x="184597" y="93208"/>
                </a:lnTo>
                <a:cubicBezTo>
                  <a:pt x="184597" y="99480"/>
                  <a:pt x="184851" y="103605"/>
                  <a:pt x="185361" y="105582"/>
                </a:cubicBezTo>
                <a:cubicBezTo>
                  <a:pt x="186153" y="108859"/>
                  <a:pt x="188090" y="111741"/>
                  <a:pt x="191174" y="114227"/>
                </a:cubicBezTo>
                <a:cubicBezTo>
                  <a:pt x="194257" y="116712"/>
                  <a:pt x="198146" y="117955"/>
                  <a:pt x="202842" y="117955"/>
                </a:cubicBezTo>
                <a:cubicBezTo>
                  <a:pt x="208499" y="117955"/>
                  <a:pt x="213081" y="115751"/>
                  <a:pt x="216589" y="111344"/>
                </a:cubicBezTo>
                <a:cubicBezTo>
                  <a:pt x="221171" y="105582"/>
                  <a:pt x="223463" y="97475"/>
                  <a:pt x="223463" y="87021"/>
                </a:cubicBezTo>
                <a:cubicBezTo>
                  <a:pt x="223463" y="75157"/>
                  <a:pt x="220860" y="66032"/>
                  <a:pt x="215656" y="59648"/>
                </a:cubicBezTo>
                <a:cubicBezTo>
                  <a:pt x="212035" y="55241"/>
                  <a:pt x="207735" y="53037"/>
                  <a:pt x="202757" y="53037"/>
                </a:cubicBezTo>
                <a:cubicBezTo>
                  <a:pt x="200041" y="53037"/>
                  <a:pt x="197354" y="53715"/>
                  <a:pt x="194695" y="55071"/>
                </a:cubicBezTo>
                <a:cubicBezTo>
                  <a:pt x="192659" y="56088"/>
                  <a:pt x="189292" y="59138"/>
                  <a:pt x="184597" y="64223"/>
                </a:cubicBezTo>
                <a:close/>
                <a:moveTo>
                  <a:pt x="276670" y="0"/>
                </a:moveTo>
                <a:lnTo>
                  <a:pt x="276670" y="103030"/>
                </a:lnTo>
                <a:cubicBezTo>
                  <a:pt x="276670" y="107892"/>
                  <a:pt x="277023" y="111115"/>
                  <a:pt x="277730" y="112699"/>
                </a:cubicBezTo>
                <a:cubicBezTo>
                  <a:pt x="278438" y="114281"/>
                  <a:pt x="279527" y="115483"/>
                  <a:pt x="280997" y="116303"/>
                </a:cubicBezTo>
                <a:cubicBezTo>
                  <a:pt x="282468" y="117122"/>
                  <a:pt x="285212" y="117531"/>
                  <a:pt x="289229" y="117531"/>
                </a:cubicBezTo>
                <a:lnTo>
                  <a:pt x="289229" y="120671"/>
                </a:lnTo>
                <a:lnTo>
                  <a:pt x="251127" y="120671"/>
                </a:lnTo>
                <a:lnTo>
                  <a:pt x="251127" y="117531"/>
                </a:lnTo>
                <a:cubicBezTo>
                  <a:pt x="254691" y="117531"/>
                  <a:pt x="257124" y="117164"/>
                  <a:pt x="258425" y="116430"/>
                </a:cubicBezTo>
                <a:cubicBezTo>
                  <a:pt x="259726" y="115695"/>
                  <a:pt x="260744" y="114479"/>
                  <a:pt x="261480" y="112784"/>
                </a:cubicBezTo>
                <a:cubicBezTo>
                  <a:pt x="262215" y="111087"/>
                  <a:pt x="262583" y="107836"/>
                  <a:pt x="262583" y="103030"/>
                </a:cubicBezTo>
                <a:lnTo>
                  <a:pt x="262583" y="32477"/>
                </a:lnTo>
                <a:cubicBezTo>
                  <a:pt x="262583" y="23716"/>
                  <a:pt x="262385" y="18331"/>
                  <a:pt x="261989" y="16325"/>
                </a:cubicBezTo>
                <a:cubicBezTo>
                  <a:pt x="261593" y="14317"/>
                  <a:pt x="260956" y="12946"/>
                  <a:pt x="260080" y="12212"/>
                </a:cubicBezTo>
                <a:cubicBezTo>
                  <a:pt x="259203" y="11476"/>
                  <a:pt x="258085" y="11109"/>
                  <a:pt x="256728" y="11109"/>
                </a:cubicBezTo>
                <a:cubicBezTo>
                  <a:pt x="255257" y="11109"/>
                  <a:pt x="253390" y="11561"/>
                  <a:pt x="251127" y="12466"/>
                </a:cubicBezTo>
                <a:lnTo>
                  <a:pt x="249684" y="9496"/>
                </a:lnTo>
                <a:lnTo>
                  <a:pt x="272851" y="0"/>
                </a:lnTo>
                <a:lnTo>
                  <a:pt x="276670" y="0"/>
                </a:lnTo>
                <a:close/>
                <a:moveTo>
                  <a:pt x="336270" y="40733"/>
                </a:moveTo>
                <a:cubicBezTo>
                  <a:pt x="348038" y="40733"/>
                  <a:pt x="357485" y="45198"/>
                  <a:pt x="364613" y="54127"/>
                </a:cubicBezTo>
                <a:cubicBezTo>
                  <a:pt x="370667" y="61756"/>
                  <a:pt x="373693" y="70516"/>
                  <a:pt x="373693" y="80407"/>
                </a:cubicBezTo>
                <a:cubicBezTo>
                  <a:pt x="373693" y="87359"/>
                  <a:pt x="372025" y="94395"/>
                  <a:pt x="368687" y="101516"/>
                </a:cubicBezTo>
                <a:cubicBezTo>
                  <a:pt x="365349" y="108636"/>
                  <a:pt x="360752" y="114004"/>
                  <a:pt x="354897" y="117621"/>
                </a:cubicBezTo>
                <a:cubicBezTo>
                  <a:pt x="349042" y="121238"/>
                  <a:pt x="342522" y="123047"/>
                  <a:pt x="335337" y="123047"/>
                </a:cubicBezTo>
                <a:cubicBezTo>
                  <a:pt x="323626" y="123047"/>
                  <a:pt x="314320" y="118384"/>
                  <a:pt x="307418" y="109058"/>
                </a:cubicBezTo>
                <a:cubicBezTo>
                  <a:pt x="301591" y="101203"/>
                  <a:pt x="298677" y="92388"/>
                  <a:pt x="298677" y="82611"/>
                </a:cubicBezTo>
                <a:cubicBezTo>
                  <a:pt x="298677" y="75490"/>
                  <a:pt x="300445" y="68411"/>
                  <a:pt x="303981" y="61375"/>
                </a:cubicBezTo>
                <a:cubicBezTo>
                  <a:pt x="307517" y="54339"/>
                  <a:pt x="312170" y="49139"/>
                  <a:pt x="317941" y="45777"/>
                </a:cubicBezTo>
                <a:cubicBezTo>
                  <a:pt x="323711" y="42414"/>
                  <a:pt x="329821" y="40733"/>
                  <a:pt x="336270" y="40733"/>
                </a:cubicBezTo>
                <a:moveTo>
                  <a:pt x="333640" y="46333"/>
                </a:moveTo>
                <a:cubicBezTo>
                  <a:pt x="330641" y="46333"/>
                  <a:pt x="327629" y="47224"/>
                  <a:pt x="324602" y="49004"/>
                </a:cubicBezTo>
                <a:cubicBezTo>
                  <a:pt x="321575" y="50784"/>
                  <a:pt x="319129" y="53906"/>
                  <a:pt x="317262" y="58370"/>
                </a:cubicBezTo>
                <a:cubicBezTo>
                  <a:pt x="315395" y="62834"/>
                  <a:pt x="314461" y="68569"/>
                  <a:pt x="314461" y="75576"/>
                </a:cubicBezTo>
                <a:cubicBezTo>
                  <a:pt x="314461" y="86876"/>
                  <a:pt x="316710" y="96624"/>
                  <a:pt x="321208" y="104818"/>
                </a:cubicBezTo>
                <a:cubicBezTo>
                  <a:pt x="325705" y="113010"/>
                  <a:pt x="331631" y="117107"/>
                  <a:pt x="338986" y="117107"/>
                </a:cubicBezTo>
                <a:cubicBezTo>
                  <a:pt x="344473" y="117107"/>
                  <a:pt x="348999" y="114846"/>
                  <a:pt x="352563" y="110326"/>
                </a:cubicBezTo>
                <a:cubicBezTo>
                  <a:pt x="356127" y="105805"/>
                  <a:pt x="357910" y="98036"/>
                  <a:pt x="357910" y="87018"/>
                </a:cubicBezTo>
                <a:cubicBezTo>
                  <a:pt x="357910" y="73230"/>
                  <a:pt x="354939" y="62381"/>
                  <a:pt x="348999" y="54469"/>
                </a:cubicBezTo>
                <a:cubicBezTo>
                  <a:pt x="344983" y="49045"/>
                  <a:pt x="339863" y="46333"/>
                  <a:pt x="333640" y="46333"/>
                </a:cubicBezTo>
                <a:close/>
                <a:moveTo>
                  <a:pt x="407892" y="40733"/>
                </a:moveTo>
                <a:lnTo>
                  <a:pt x="407892" y="58214"/>
                </a:lnTo>
                <a:cubicBezTo>
                  <a:pt x="414398" y="46560"/>
                  <a:pt x="421074" y="40733"/>
                  <a:pt x="427919" y="40733"/>
                </a:cubicBezTo>
                <a:cubicBezTo>
                  <a:pt x="431031" y="40733"/>
                  <a:pt x="433605" y="41680"/>
                  <a:pt x="435641" y="43576"/>
                </a:cubicBezTo>
                <a:cubicBezTo>
                  <a:pt x="437678" y="45471"/>
                  <a:pt x="438696" y="47663"/>
                  <a:pt x="438696" y="50152"/>
                </a:cubicBezTo>
                <a:cubicBezTo>
                  <a:pt x="438696" y="52359"/>
                  <a:pt x="437961" y="54225"/>
                  <a:pt x="436490" y="55753"/>
                </a:cubicBezTo>
                <a:cubicBezTo>
                  <a:pt x="435019" y="57280"/>
                  <a:pt x="433265" y="58044"/>
                  <a:pt x="431229" y="58044"/>
                </a:cubicBezTo>
                <a:cubicBezTo>
                  <a:pt x="429249" y="58044"/>
                  <a:pt x="427028" y="57068"/>
                  <a:pt x="424567" y="55116"/>
                </a:cubicBezTo>
                <a:cubicBezTo>
                  <a:pt x="422106" y="53165"/>
                  <a:pt x="420282" y="52189"/>
                  <a:pt x="419094" y="52189"/>
                </a:cubicBezTo>
                <a:cubicBezTo>
                  <a:pt x="418075" y="52189"/>
                  <a:pt x="416972" y="52753"/>
                  <a:pt x="415784" y="53881"/>
                </a:cubicBezTo>
                <a:cubicBezTo>
                  <a:pt x="413238" y="56195"/>
                  <a:pt x="410608" y="60004"/>
                  <a:pt x="407892" y="65308"/>
                </a:cubicBezTo>
                <a:lnTo>
                  <a:pt x="407892" y="102466"/>
                </a:lnTo>
                <a:cubicBezTo>
                  <a:pt x="407892" y="106753"/>
                  <a:pt x="408430" y="109997"/>
                  <a:pt x="409505" y="112198"/>
                </a:cubicBezTo>
                <a:cubicBezTo>
                  <a:pt x="410240" y="113722"/>
                  <a:pt x="411541" y="114992"/>
                  <a:pt x="413408" y="116009"/>
                </a:cubicBezTo>
                <a:cubicBezTo>
                  <a:pt x="415275" y="117023"/>
                  <a:pt x="417962" y="117531"/>
                  <a:pt x="421470" y="117531"/>
                </a:cubicBezTo>
                <a:lnTo>
                  <a:pt x="421470" y="120671"/>
                </a:lnTo>
                <a:lnTo>
                  <a:pt x="381671" y="120671"/>
                </a:lnTo>
                <a:lnTo>
                  <a:pt x="381671" y="117531"/>
                </a:lnTo>
                <a:cubicBezTo>
                  <a:pt x="385631" y="117531"/>
                  <a:pt x="388573" y="116910"/>
                  <a:pt x="390496" y="115669"/>
                </a:cubicBezTo>
                <a:cubicBezTo>
                  <a:pt x="391910" y="114766"/>
                  <a:pt x="392900" y="113326"/>
                  <a:pt x="393466" y="111349"/>
                </a:cubicBezTo>
                <a:cubicBezTo>
                  <a:pt x="393749" y="110389"/>
                  <a:pt x="393890" y="107652"/>
                  <a:pt x="393890" y="103136"/>
                </a:cubicBezTo>
                <a:lnTo>
                  <a:pt x="393890" y="73078"/>
                </a:lnTo>
                <a:cubicBezTo>
                  <a:pt x="393890" y="64045"/>
                  <a:pt x="393707" y="58669"/>
                  <a:pt x="393339" y="56949"/>
                </a:cubicBezTo>
                <a:cubicBezTo>
                  <a:pt x="392971" y="55227"/>
                  <a:pt x="392292" y="53971"/>
                  <a:pt x="391302" y="53181"/>
                </a:cubicBezTo>
                <a:cubicBezTo>
                  <a:pt x="390312" y="52390"/>
                  <a:pt x="389082" y="51995"/>
                  <a:pt x="387611" y="51995"/>
                </a:cubicBezTo>
                <a:cubicBezTo>
                  <a:pt x="385857" y="51995"/>
                  <a:pt x="383877" y="52419"/>
                  <a:pt x="381671" y="53265"/>
                </a:cubicBezTo>
                <a:lnTo>
                  <a:pt x="380822" y="50216"/>
                </a:lnTo>
                <a:lnTo>
                  <a:pt x="404328" y="40733"/>
                </a:lnTo>
                <a:lnTo>
                  <a:pt x="407892" y="40733"/>
                </a:lnTo>
                <a:close/>
                <a:moveTo>
                  <a:pt x="456091" y="72301"/>
                </a:moveTo>
                <a:cubicBezTo>
                  <a:pt x="456034" y="83815"/>
                  <a:pt x="458835" y="92846"/>
                  <a:pt x="464492" y="99395"/>
                </a:cubicBezTo>
                <a:cubicBezTo>
                  <a:pt x="470149" y="105941"/>
                  <a:pt x="476797" y="109215"/>
                  <a:pt x="484434" y="109215"/>
                </a:cubicBezTo>
                <a:cubicBezTo>
                  <a:pt x="489526" y="109215"/>
                  <a:pt x="493953" y="107814"/>
                  <a:pt x="497715" y="105014"/>
                </a:cubicBezTo>
                <a:cubicBezTo>
                  <a:pt x="501477" y="102214"/>
                  <a:pt x="504631" y="97419"/>
                  <a:pt x="507177" y="90630"/>
                </a:cubicBezTo>
                <a:lnTo>
                  <a:pt x="509807" y="92327"/>
                </a:lnTo>
                <a:cubicBezTo>
                  <a:pt x="508619" y="100078"/>
                  <a:pt x="505168" y="107136"/>
                  <a:pt x="499454" y="113500"/>
                </a:cubicBezTo>
                <a:cubicBezTo>
                  <a:pt x="493740" y="119864"/>
                  <a:pt x="486584" y="123047"/>
                  <a:pt x="477985" y="123047"/>
                </a:cubicBezTo>
                <a:cubicBezTo>
                  <a:pt x="468650" y="123047"/>
                  <a:pt x="460659" y="119420"/>
                  <a:pt x="454012" y="112166"/>
                </a:cubicBezTo>
                <a:cubicBezTo>
                  <a:pt x="447365" y="104911"/>
                  <a:pt x="444041" y="95157"/>
                  <a:pt x="444041" y="82905"/>
                </a:cubicBezTo>
                <a:cubicBezTo>
                  <a:pt x="444041" y="69639"/>
                  <a:pt x="447449" y="59294"/>
                  <a:pt x="454267" y="51871"/>
                </a:cubicBezTo>
                <a:cubicBezTo>
                  <a:pt x="461084" y="44445"/>
                  <a:pt x="469640" y="40733"/>
                  <a:pt x="479937" y="40733"/>
                </a:cubicBezTo>
                <a:cubicBezTo>
                  <a:pt x="488649" y="40733"/>
                  <a:pt x="495805" y="43597"/>
                  <a:pt x="501406" y="49325"/>
                </a:cubicBezTo>
                <a:cubicBezTo>
                  <a:pt x="507007" y="55051"/>
                  <a:pt x="509807" y="62710"/>
                  <a:pt x="509807" y="72301"/>
                </a:cubicBezTo>
                <a:lnTo>
                  <a:pt x="456091" y="72301"/>
                </a:lnTo>
                <a:moveTo>
                  <a:pt x="456091" y="67379"/>
                </a:moveTo>
                <a:lnTo>
                  <a:pt x="492072" y="67379"/>
                </a:lnTo>
                <a:cubicBezTo>
                  <a:pt x="491789" y="62400"/>
                  <a:pt x="491195" y="58893"/>
                  <a:pt x="490290" y="56856"/>
                </a:cubicBezTo>
                <a:cubicBezTo>
                  <a:pt x="488875" y="53688"/>
                  <a:pt x="486768" y="51199"/>
                  <a:pt x="483967" y="49388"/>
                </a:cubicBezTo>
                <a:cubicBezTo>
                  <a:pt x="481167" y="47578"/>
                  <a:pt x="478239" y="46673"/>
                  <a:pt x="475184" y="46673"/>
                </a:cubicBezTo>
                <a:cubicBezTo>
                  <a:pt x="470489" y="46673"/>
                  <a:pt x="466288" y="48497"/>
                  <a:pt x="462583" y="52146"/>
                </a:cubicBezTo>
                <a:cubicBezTo>
                  <a:pt x="458877" y="55795"/>
                  <a:pt x="456713" y="60873"/>
                  <a:pt x="456091" y="67379"/>
                </a:cubicBezTo>
                <a:close/>
                <a:moveTo>
                  <a:pt x="607677" y="109469"/>
                </a:moveTo>
                <a:cubicBezTo>
                  <a:pt x="599700" y="115636"/>
                  <a:pt x="594694" y="119200"/>
                  <a:pt x="592657" y="120161"/>
                </a:cubicBezTo>
                <a:cubicBezTo>
                  <a:pt x="589602" y="121632"/>
                  <a:pt x="586349" y="122368"/>
                  <a:pt x="582898" y="122368"/>
                </a:cubicBezTo>
                <a:cubicBezTo>
                  <a:pt x="577524" y="122368"/>
                  <a:pt x="573097" y="120529"/>
                  <a:pt x="569618" y="116852"/>
                </a:cubicBezTo>
                <a:cubicBezTo>
                  <a:pt x="566138" y="113175"/>
                  <a:pt x="564399" y="108338"/>
                  <a:pt x="564399" y="102341"/>
                </a:cubicBezTo>
                <a:cubicBezTo>
                  <a:pt x="564399" y="98551"/>
                  <a:pt x="565247" y="95269"/>
                  <a:pt x="566945" y="92497"/>
                </a:cubicBezTo>
                <a:cubicBezTo>
                  <a:pt x="569264" y="88650"/>
                  <a:pt x="573295" y="85030"/>
                  <a:pt x="579037" y="81635"/>
                </a:cubicBezTo>
                <a:cubicBezTo>
                  <a:pt x="584779" y="78241"/>
                  <a:pt x="594326" y="74111"/>
                  <a:pt x="607677" y="69246"/>
                </a:cubicBezTo>
                <a:lnTo>
                  <a:pt x="607677" y="66191"/>
                </a:lnTo>
                <a:cubicBezTo>
                  <a:pt x="607677" y="58440"/>
                  <a:pt x="606447" y="53122"/>
                  <a:pt x="603986" y="50237"/>
                </a:cubicBezTo>
                <a:cubicBezTo>
                  <a:pt x="601525" y="47352"/>
                  <a:pt x="597947" y="45909"/>
                  <a:pt x="593251" y="45909"/>
                </a:cubicBezTo>
                <a:cubicBezTo>
                  <a:pt x="589687" y="45909"/>
                  <a:pt x="586858" y="46867"/>
                  <a:pt x="584765" y="48784"/>
                </a:cubicBezTo>
                <a:cubicBezTo>
                  <a:pt x="582615" y="50700"/>
                  <a:pt x="581540" y="52899"/>
                  <a:pt x="581540" y="55379"/>
                </a:cubicBezTo>
                <a:lnTo>
                  <a:pt x="581710" y="60282"/>
                </a:lnTo>
                <a:cubicBezTo>
                  <a:pt x="581710" y="62874"/>
                  <a:pt x="581045" y="64874"/>
                  <a:pt x="579716" y="66283"/>
                </a:cubicBezTo>
                <a:cubicBezTo>
                  <a:pt x="578387" y="67692"/>
                  <a:pt x="576647" y="68397"/>
                  <a:pt x="574497" y="68397"/>
                </a:cubicBezTo>
                <a:cubicBezTo>
                  <a:pt x="572404" y="68397"/>
                  <a:pt x="570693" y="67664"/>
                  <a:pt x="569363" y="66199"/>
                </a:cubicBezTo>
                <a:cubicBezTo>
                  <a:pt x="568034" y="64731"/>
                  <a:pt x="567369" y="62728"/>
                  <a:pt x="567369" y="60189"/>
                </a:cubicBezTo>
                <a:cubicBezTo>
                  <a:pt x="567369" y="55340"/>
                  <a:pt x="569858" y="50885"/>
                  <a:pt x="574837" y="46824"/>
                </a:cubicBezTo>
                <a:cubicBezTo>
                  <a:pt x="579815" y="42763"/>
                  <a:pt x="586802" y="40733"/>
                  <a:pt x="595797" y="40733"/>
                </a:cubicBezTo>
                <a:cubicBezTo>
                  <a:pt x="602699" y="40733"/>
                  <a:pt x="608356" y="41891"/>
                  <a:pt x="612769" y="44207"/>
                </a:cubicBezTo>
                <a:cubicBezTo>
                  <a:pt x="616107" y="45959"/>
                  <a:pt x="618568" y="48700"/>
                  <a:pt x="620152" y="52430"/>
                </a:cubicBezTo>
                <a:cubicBezTo>
                  <a:pt x="621170" y="54859"/>
                  <a:pt x="621679" y="59831"/>
                  <a:pt x="621679" y="67347"/>
                </a:cubicBezTo>
                <a:lnTo>
                  <a:pt x="621679" y="93706"/>
                </a:lnTo>
                <a:cubicBezTo>
                  <a:pt x="621679" y="101109"/>
                  <a:pt x="621821" y="105643"/>
                  <a:pt x="622103" y="107311"/>
                </a:cubicBezTo>
                <a:cubicBezTo>
                  <a:pt x="622386" y="108978"/>
                  <a:pt x="622853" y="110094"/>
                  <a:pt x="623504" y="110660"/>
                </a:cubicBezTo>
                <a:cubicBezTo>
                  <a:pt x="624154" y="111224"/>
                  <a:pt x="624904" y="111506"/>
                  <a:pt x="625752" y="111506"/>
                </a:cubicBezTo>
                <a:cubicBezTo>
                  <a:pt x="626658" y="111506"/>
                  <a:pt x="627450" y="111308"/>
                  <a:pt x="628129" y="110912"/>
                </a:cubicBezTo>
                <a:cubicBezTo>
                  <a:pt x="629317" y="110176"/>
                  <a:pt x="631608" y="108111"/>
                  <a:pt x="635002" y="104717"/>
                </a:cubicBezTo>
                <a:lnTo>
                  <a:pt x="635002" y="109469"/>
                </a:lnTo>
                <a:cubicBezTo>
                  <a:pt x="628666" y="117955"/>
                  <a:pt x="622613" y="122198"/>
                  <a:pt x="616842" y="122198"/>
                </a:cubicBezTo>
                <a:cubicBezTo>
                  <a:pt x="614070" y="122198"/>
                  <a:pt x="611864" y="121236"/>
                  <a:pt x="610223" y="119313"/>
                </a:cubicBezTo>
                <a:cubicBezTo>
                  <a:pt x="608582" y="117389"/>
                  <a:pt x="607734" y="114108"/>
                  <a:pt x="607677" y="109469"/>
                </a:cubicBezTo>
                <a:moveTo>
                  <a:pt x="607677" y="103906"/>
                </a:moveTo>
                <a:lnTo>
                  <a:pt x="607677" y="74422"/>
                </a:lnTo>
                <a:cubicBezTo>
                  <a:pt x="599135" y="77801"/>
                  <a:pt x="593619" y="80194"/>
                  <a:pt x="591130" y="81603"/>
                </a:cubicBezTo>
                <a:cubicBezTo>
                  <a:pt x="586660" y="84082"/>
                  <a:pt x="583464" y="86673"/>
                  <a:pt x="581540" y="89376"/>
                </a:cubicBezTo>
                <a:cubicBezTo>
                  <a:pt x="579617" y="92079"/>
                  <a:pt x="578655" y="95036"/>
                  <a:pt x="578655" y="98246"/>
                </a:cubicBezTo>
                <a:cubicBezTo>
                  <a:pt x="578655" y="102302"/>
                  <a:pt x="579872" y="105667"/>
                  <a:pt x="582304" y="108342"/>
                </a:cubicBezTo>
                <a:cubicBezTo>
                  <a:pt x="584737" y="111017"/>
                  <a:pt x="587537" y="112354"/>
                  <a:pt x="590705" y="112354"/>
                </a:cubicBezTo>
                <a:cubicBezTo>
                  <a:pt x="595005" y="112354"/>
                  <a:pt x="600662" y="109538"/>
                  <a:pt x="607677" y="103906"/>
                </a:cubicBezTo>
                <a:close/>
                <a:moveTo>
                  <a:pt x="706820" y="17311"/>
                </a:moveTo>
                <a:lnTo>
                  <a:pt x="706820" y="42939"/>
                </a:lnTo>
                <a:lnTo>
                  <a:pt x="724980" y="42939"/>
                </a:lnTo>
                <a:lnTo>
                  <a:pt x="724980" y="48879"/>
                </a:lnTo>
                <a:lnTo>
                  <a:pt x="706820" y="48879"/>
                </a:lnTo>
                <a:lnTo>
                  <a:pt x="706820" y="99217"/>
                </a:lnTo>
                <a:cubicBezTo>
                  <a:pt x="706820" y="104247"/>
                  <a:pt x="707541" y="107638"/>
                  <a:pt x="708984" y="109390"/>
                </a:cubicBezTo>
                <a:cubicBezTo>
                  <a:pt x="710427" y="111140"/>
                  <a:pt x="712279" y="112015"/>
                  <a:pt x="714542" y="112015"/>
                </a:cubicBezTo>
                <a:cubicBezTo>
                  <a:pt x="716409" y="112015"/>
                  <a:pt x="718220" y="111435"/>
                  <a:pt x="719973" y="110275"/>
                </a:cubicBezTo>
                <a:cubicBezTo>
                  <a:pt x="721727" y="109116"/>
                  <a:pt x="723085" y="107404"/>
                  <a:pt x="724047" y="105141"/>
                </a:cubicBezTo>
                <a:lnTo>
                  <a:pt x="727356" y="105141"/>
                </a:lnTo>
                <a:cubicBezTo>
                  <a:pt x="725376" y="110701"/>
                  <a:pt x="722576" y="114906"/>
                  <a:pt x="718955" y="117756"/>
                </a:cubicBezTo>
                <a:cubicBezTo>
                  <a:pt x="715334" y="120604"/>
                  <a:pt x="711600" y="122028"/>
                  <a:pt x="707753" y="122028"/>
                </a:cubicBezTo>
                <a:cubicBezTo>
                  <a:pt x="705151" y="122028"/>
                  <a:pt x="702605" y="121306"/>
                  <a:pt x="700116" y="119862"/>
                </a:cubicBezTo>
                <a:cubicBezTo>
                  <a:pt x="697627" y="118417"/>
                  <a:pt x="695788" y="116351"/>
                  <a:pt x="694600" y="113662"/>
                </a:cubicBezTo>
                <a:cubicBezTo>
                  <a:pt x="693412" y="110971"/>
                  <a:pt x="692818" y="106822"/>
                  <a:pt x="692818" y="101214"/>
                </a:cubicBezTo>
                <a:lnTo>
                  <a:pt x="692818" y="48879"/>
                </a:lnTo>
                <a:lnTo>
                  <a:pt x="680513" y="48879"/>
                </a:lnTo>
                <a:lnTo>
                  <a:pt x="680513" y="46079"/>
                </a:lnTo>
                <a:cubicBezTo>
                  <a:pt x="683625" y="44831"/>
                  <a:pt x="686807" y="42717"/>
                  <a:pt x="690060" y="39738"/>
                </a:cubicBezTo>
                <a:cubicBezTo>
                  <a:pt x="693313" y="36759"/>
                  <a:pt x="696213" y="33227"/>
                  <a:pt x="698758" y="29141"/>
                </a:cubicBezTo>
                <a:cubicBezTo>
                  <a:pt x="700060" y="26986"/>
                  <a:pt x="701870" y="23043"/>
                  <a:pt x="704189" y="17311"/>
                </a:cubicBezTo>
                <a:lnTo>
                  <a:pt x="706820" y="17311"/>
                </a:lnTo>
                <a:close/>
                <a:moveTo>
                  <a:pt x="770579" y="40733"/>
                </a:moveTo>
                <a:cubicBezTo>
                  <a:pt x="782346" y="40733"/>
                  <a:pt x="791794" y="45198"/>
                  <a:pt x="798922" y="54127"/>
                </a:cubicBezTo>
                <a:cubicBezTo>
                  <a:pt x="804975" y="61756"/>
                  <a:pt x="808002" y="70516"/>
                  <a:pt x="808002" y="80407"/>
                </a:cubicBezTo>
                <a:cubicBezTo>
                  <a:pt x="808002" y="87359"/>
                  <a:pt x="806333" y="94395"/>
                  <a:pt x="802995" y="101516"/>
                </a:cubicBezTo>
                <a:cubicBezTo>
                  <a:pt x="799657" y="108636"/>
                  <a:pt x="795061" y="114004"/>
                  <a:pt x="789206" y="117621"/>
                </a:cubicBezTo>
                <a:cubicBezTo>
                  <a:pt x="783350" y="121238"/>
                  <a:pt x="776830" y="123047"/>
                  <a:pt x="769645" y="123047"/>
                </a:cubicBezTo>
                <a:cubicBezTo>
                  <a:pt x="757935" y="123047"/>
                  <a:pt x="748628" y="118384"/>
                  <a:pt x="741727" y="109058"/>
                </a:cubicBezTo>
                <a:cubicBezTo>
                  <a:pt x="735899" y="101203"/>
                  <a:pt x="732986" y="92388"/>
                  <a:pt x="732986" y="82611"/>
                </a:cubicBezTo>
                <a:cubicBezTo>
                  <a:pt x="732986" y="75490"/>
                  <a:pt x="734754" y="68411"/>
                  <a:pt x="738290" y="61375"/>
                </a:cubicBezTo>
                <a:cubicBezTo>
                  <a:pt x="741826" y="54339"/>
                  <a:pt x="746479" y="49139"/>
                  <a:pt x="752249" y="45777"/>
                </a:cubicBezTo>
                <a:cubicBezTo>
                  <a:pt x="758020" y="42414"/>
                  <a:pt x="764130" y="40733"/>
                  <a:pt x="770579" y="40733"/>
                </a:cubicBezTo>
                <a:moveTo>
                  <a:pt x="767948" y="46333"/>
                </a:moveTo>
                <a:cubicBezTo>
                  <a:pt x="764950" y="46333"/>
                  <a:pt x="761937" y="47224"/>
                  <a:pt x="758911" y="49004"/>
                </a:cubicBezTo>
                <a:cubicBezTo>
                  <a:pt x="755884" y="50784"/>
                  <a:pt x="753437" y="53906"/>
                  <a:pt x="751570" y="58370"/>
                </a:cubicBezTo>
                <a:cubicBezTo>
                  <a:pt x="749703" y="62834"/>
                  <a:pt x="748770" y="68569"/>
                  <a:pt x="748770" y="75576"/>
                </a:cubicBezTo>
                <a:cubicBezTo>
                  <a:pt x="748770" y="86876"/>
                  <a:pt x="751019" y="96624"/>
                  <a:pt x="755516" y="104818"/>
                </a:cubicBezTo>
                <a:cubicBezTo>
                  <a:pt x="760014" y="113010"/>
                  <a:pt x="765940" y="117107"/>
                  <a:pt x="773294" y="117107"/>
                </a:cubicBezTo>
                <a:cubicBezTo>
                  <a:pt x="778782" y="117107"/>
                  <a:pt x="783308" y="114846"/>
                  <a:pt x="786872" y="110326"/>
                </a:cubicBezTo>
                <a:cubicBezTo>
                  <a:pt x="790436" y="105805"/>
                  <a:pt x="792218" y="98036"/>
                  <a:pt x="792218" y="87018"/>
                </a:cubicBezTo>
                <a:cubicBezTo>
                  <a:pt x="792218" y="73230"/>
                  <a:pt x="789248" y="62381"/>
                  <a:pt x="783308" y="54469"/>
                </a:cubicBezTo>
                <a:cubicBezTo>
                  <a:pt x="779291" y="49045"/>
                  <a:pt x="774171" y="46333"/>
                  <a:pt x="767948" y="46333"/>
                </a:cubicBezTo>
                <a:close/>
                <a:moveTo>
                  <a:pt x="813857" y="50584"/>
                </a:moveTo>
                <a:lnTo>
                  <a:pt x="837788" y="40902"/>
                </a:lnTo>
                <a:lnTo>
                  <a:pt x="841012" y="40902"/>
                </a:lnTo>
                <a:lnTo>
                  <a:pt x="841012" y="59062"/>
                </a:lnTo>
                <a:cubicBezTo>
                  <a:pt x="845029" y="52217"/>
                  <a:pt x="849060" y="47451"/>
                  <a:pt x="853105" y="44764"/>
                </a:cubicBezTo>
                <a:cubicBezTo>
                  <a:pt x="857150" y="42076"/>
                  <a:pt x="861407" y="40733"/>
                  <a:pt x="865876" y="40733"/>
                </a:cubicBezTo>
                <a:cubicBezTo>
                  <a:pt x="873683" y="40733"/>
                  <a:pt x="880189" y="43784"/>
                  <a:pt x="885394" y="49887"/>
                </a:cubicBezTo>
                <a:cubicBezTo>
                  <a:pt x="891787" y="57348"/>
                  <a:pt x="894983" y="67068"/>
                  <a:pt x="894983" y="79050"/>
                </a:cubicBezTo>
                <a:cubicBezTo>
                  <a:pt x="894983" y="92443"/>
                  <a:pt x="891136" y="103520"/>
                  <a:pt x="883442" y="112280"/>
                </a:cubicBezTo>
                <a:cubicBezTo>
                  <a:pt x="877106" y="119458"/>
                  <a:pt x="869129" y="123047"/>
                  <a:pt x="859512" y="123047"/>
                </a:cubicBezTo>
                <a:cubicBezTo>
                  <a:pt x="855325" y="123047"/>
                  <a:pt x="851705" y="122453"/>
                  <a:pt x="848650" y="121265"/>
                </a:cubicBezTo>
                <a:cubicBezTo>
                  <a:pt x="846387" y="120416"/>
                  <a:pt x="843841" y="118719"/>
                  <a:pt x="841012" y="116173"/>
                </a:cubicBezTo>
                <a:lnTo>
                  <a:pt x="841012" y="139849"/>
                </a:lnTo>
                <a:cubicBezTo>
                  <a:pt x="841012" y="145167"/>
                  <a:pt x="841338" y="148547"/>
                  <a:pt x="841988" y="149990"/>
                </a:cubicBezTo>
                <a:cubicBezTo>
                  <a:pt x="842639" y="151432"/>
                  <a:pt x="843770" y="152578"/>
                  <a:pt x="845383" y="153427"/>
                </a:cubicBezTo>
                <a:cubicBezTo>
                  <a:pt x="846995" y="154275"/>
                  <a:pt x="849923" y="154699"/>
                  <a:pt x="854166" y="154699"/>
                </a:cubicBezTo>
                <a:lnTo>
                  <a:pt x="854166" y="157839"/>
                </a:lnTo>
                <a:lnTo>
                  <a:pt x="813433" y="157839"/>
                </a:lnTo>
                <a:lnTo>
                  <a:pt x="813433" y="154699"/>
                </a:lnTo>
                <a:lnTo>
                  <a:pt x="815554" y="154699"/>
                </a:lnTo>
                <a:cubicBezTo>
                  <a:pt x="818666" y="154756"/>
                  <a:pt x="821325" y="154161"/>
                  <a:pt x="823531" y="152915"/>
                </a:cubicBezTo>
                <a:cubicBezTo>
                  <a:pt x="824606" y="152292"/>
                  <a:pt x="825441" y="151287"/>
                  <a:pt x="826035" y="149900"/>
                </a:cubicBezTo>
                <a:cubicBezTo>
                  <a:pt x="826629" y="148514"/>
                  <a:pt x="826926" y="144990"/>
                  <a:pt x="826926" y="139329"/>
                </a:cubicBezTo>
                <a:lnTo>
                  <a:pt x="826926" y="65785"/>
                </a:lnTo>
                <a:cubicBezTo>
                  <a:pt x="826926" y="60746"/>
                  <a:pt x="826699" y="57548"/>
                  <a:pt x="826247" y="56190"/>
                </a:cubicBezTo>
                <a:cubicBezTo>
                  <a:pt x="825794" y="54831"/>
                  <a:pt x="825073" y="53812"/>
                  <a:pt x="824083" y="53133"/>
                </a:cubicBezTo>
                <a:cubicBezTo>
                  <a:pt x="823093" y="52452"/>
                  <a:pt x="821749" y="52112"/>
                  <a:pt x="820052" y="52112"/>
                </a:cubicBezTo>
                <a:cubicBezTo>
                  <a:pt x="818694" y="52112"/>
                  <a:pt x="816969" y="52508"/>
                  <a:pt x="814876" y="53300"/>
                </a:cubicBezTo>
                <a:lnTo>
                  <a:pt x="813857" y="50584"/>
                </a:lnTo>
                <a:moveTo>
                  <a:pt x="841012" y="64223"/>
                </a:moveTo>
                <a:lnTo>
                  <a:pt x="841012" y="93208"/>
                </a:lnTo>
                <a:cubicBezTo>
                  <a:pt x="841012" y="99480"/>
                  <a:pt x="841267" y="103605"/>
                  <a:pt x="841776" y="105582"/>
                </a:cubicBezTo>
                <a:cubicBezTo>
                  <a:pt x="842568" y="108859"/>
                  <a:pt x="844506" y="111741"/>
                  <a:pt x="847589" y="114227"/>
                </a:cubicBezTo>
                <a:cubicBezTo>
                  <a:pt x="850672" y="116712"/>
                  <a:pt x="854562" y="117955"/>
                  <a:pt x="859257" y="117955"/>
                </a:cubicBezTo>
                <a:cubicBezTo>
                  <a:pt x="864915" y="117955"/>
                  <a:pt x="869497" y="115751"/>
                  <a:pt x="873004" y="111344"/>
                </a:cubicBezTo>
                <a:cubicBezTo>
                  <a:pt x="877587" y="105582"/>
                  <a:pt x="879878" y="97475"/>
                  <a:pt x="879878" y="87021"/>
                </a:cubicBezTo>
                <a:cubicBezTo>
                  <a:pt x="879878" y="75157"/>
                  <a:pt x="877276" y="66032"/>
                  <a:pt x="872071" y="59648"/>
                </a:cubicBezTo>
                <a:cubicBezTo>
                  <a:pt x="868450" y="55241"/>
                  <a:pt x="864151" y="53037"/>
                  <a:pt x="859172" y="53037"/>
                </a:cubicBezTo>
                <a:cubicBezTo>
                  <a:pt x="856457" y="53037"/>
                  <a:pt x="853770" y="53715"/>
                  <a:pt x="851111" y="55071"/>
                </a:cubicBezTo>
                <a:cubicBezTo>
                  <a:pt x="849074" y="56088"/>
                  <a:pt x="845708" y="59138"/>
                  <a:pt x="841012" y="64223"/>
                </a:cubicBezTo>
                <a:close/>
                <a:moveTo>
                  <a:pt x="926127" y="0"/>
                </a:moveTo>
                <a:cubicBezTo>
                  <a:pt x="928503" y="0"/>
                  <a:pt x="930525" y="839"/>
                  <a:pt x="932194" y="2517"/>
                </a:cubicBezTo>
                <a:cubicBezTo>
                  <a:pt x="933863" y="4193"/>
                  <a:pt x="934698" y="6225"/>
                  <a:pt x="934698" y="8613"/>
                </a:cubicBezTo>
                <a:cubicBezTo>
                  <a:pt x="934698" y="11002"/>
                  <a:pt x="933863" y="13049"/>
                  <a:pt x="932194" y="14755"/>
                </a:cubicBezTo>
                <a:cubicBezTo>
                  <a:pt x="930525" y="16459"/>
                  <a:pt x="928503" y="17311"/>
                  <a:pt x="926127" y="17311"/>
                </a:cubicBezTo>
                <a:cubicBezTo>
                  <a:pt x="923751" y="17311"/>
                  <a:pt x="921714" y="16459"/>
                  <a:pt x="920017" y="14755"/>
                </a:cubicBezTo>
                <a:cubicBezTo>
                  <a:pt x="918320" y="13049"/>
                  <a:pt x="917471" y="11002"/>
                  <a:pt x="917471" y="8613"/>
                </a:cubicBezTo>
                <a:cubicBezTo>
                  <a:pt x="917471" y="6225"/>
                  <a:pt x="918306" y="4193"/>
                  <a:pt x="919975" y="2517"/>
                </a:cubicBezTo>
                <a:cubicBezTo>
                  <a:pt x="921643" y="839"/>
                  <a:pt x="923694" y="0"/>
                  <a:pt x="926127" y="0"/>
                </a:cubicBezTo>
                <a:moveTo>
                  <a:pt x="933170" y="40733"/>
                </a:moveTo>
                <a:lnTo>
                  <a:pt x="933170" y="103052"/>
                </a:lnTo>
                <a:cubicBezTo>
                  <a:pt x="933170" y="107906"/>
                  <a:pt x="933524" y="111138"/>
                  <a:pt x="934231" y="112747"/>
                </a:cubicBezTo>
                <a:cubicBezTo>
                  <a:pt x="934938" y="114356"/>
                  <a:pt x="935985" y="115555"/>
                  <a:pt x="937371" y="116345"/>
                </a:cubicBezTo>
                <a:cubicBezTo>
                  <a:pt x="938757" y="117136"/>
                  <a:pt x="941288" y="117531"/>
                  <a:pt x="944966" y="117531"/>
                </a:cubicBezTo>
                <a:lnTo>
                  <a:pt x="944966" y="120671"/>
                </a:lnTo>
                <a:lnTo>
                  <a:pt x="907203" y="120671"/>
                </a:lnTo>
                <a:lnTo>
                  <a:pt x="907203" y="117531"/>
                </a:lnTo>
                <a:cubicBezTo>
                  <a:pt x="910994" y="117531"/>
                  <a:pt x="913539" y="117164"/>
                  <a:pt x="914840" y="116430"/>
                </a:cubicBezTo>
                <a:cubicBezTo>
                  <a:pt x="916142" y="115697"/>
                  <a:pt x="917174" y="114483"/>
                  <a:pt x="917938" y="112789"/>
                </a:cubicBezTo>
                <a:cubicBezTo>
                  <a:pt x="918702" y="111096"/>
                  <a:pt x="919083" y="107850"/>
                  <a:pt x="919083" y="103052"/>
                </a:cubicBezTo>
                <a:lnTo>
                  <a:pt x="919083" y="73162"/>
                </a:lnTo>
                <a:cubicBezTo>
                  <a:pt x="919083" y="64751"/>
                  <a:pt x="918829" y="59304"/>
                  <a:pt x="918320" y="56822"/>
                </a:cubicBezTo>
                <a:cubicBezTo>
                  <a:pt x="917924" y="55015"/>
                  <a:pt x="917301" y="53759"/>
                  <a:pt x="916453" y="53053"/>
                </a:cubicBezTo>
                <a:cubicBezTo>
                  <a:pt x="915604" y="52348"/>
                  <a:pt x="914444" y="51995"/>
                  <a:pt x="912974" y="51995"/>
                </a:cubicBezTo>
                <a:cubicBezTo>
                  <a:pt x="911390" y="51995"/>
                  <a:pt x="909466" y="52419"/>
                  <a:pt x="907203" y="53265"/>
                </a:cubicBezTo>
                <a:lnTo>
                  <a:pt x="906015" y="50216"/>
                </a:lnTo>
                <a:lnTo>
                  <a:pt x="929436" y="40733"/>
                </a:lnTo>
                <a:lnTo>
                  <a:pt x="933170" y="40733"/>
                </a:lnTo>
                <a:close/>
                <a:moveTo>
                  <a:pt x="1020690" y="91139"/>
                </a:moveTo>
                <a:cubicBezTo>
                  <a:pt x="1018597" y="101379"/>
                  <a:pt x="1014495" y="109257"/>
                  <a:pt x="1008385" y="114773"/>
                </a:cubicBezTo>
                <a:cubicBezTo>
                  <a:pt x="1002275" y="120289"/>
                  <a:pt x="995515" y="123047"/>
                  <a:pt x="988104" y="123047"/>
                </a:cubicBezTo>
                <a:cubicBezTo>
                  <a:pt x="979278" y="123047"/>
                  <a:pt x="971584" y="119346"/>
                  <a:pt x="965022" y="111943"/>
                </a:cubicBezTo>
                <a:cubicBezTo>
                  <a:pt x="958459" y="104539"/>
                  <a:pt x="955178" y="94536"/>
                  <a:pt x="955178" y="81932"/>
                </a:cubicBezTo>
                <a:cubicBezTo>
                  <a:pt x="955178" y="69725"/>
                  <a:pt x="958813" y="59807"/>
                  <a:pt x="966082" y="52178"/>
                </a:cubicBezTo>
                <a:cubicBezTo>
                  <a:pt x="973352" y="44548"/>
                  <a:pt x="982079" y="40733"/>
                  <a:pt x="992262" y="40733"/>
                </a:cubicBezTo>
                <a:cubicBezTo>
                  <a:pt x="999899" y="40733"/>
                  <a:pt x="1006179" y="42749"/>
                  <a:pt x="1011101" y="46782"/>
                </a:cubicBezTo>
                <a:cubicBezTo>
                  <a:pt x="1016022" y="50812"/>
                  <a:pt x="1018483" y="54999"/>
                  <a:pt x="1018483" y="59341"/>
                </a:cubicBezTo>
                <a:cubicBezTo>
                  <a:pt x="1018483" y="61484"/>
                  <a:pt x="1017790" y="63218"/>
                  <a:pt x="1016404" y="64544"/>
                </a:cubicBezTo>
                <a:cubicBezTo>
                  <a:pt x="1015018" y="65868"/>
                  <a:pt x="1013081" y="66530"/>
                  <a:pt x="1010591" y="66530"/>
                </a:cubicBezTo>
                <a:cubicBezTo>
                  <a:pt x="1007254" y="66530"/>
                  <a:pt x="1004736" y="65455"/>
                  <a:pt x="1003039" y="63305"/>
                </a:cubicBezTo>
                <a:cubicBezTo>
                  <a:pt x="1002077" y="62117"/>
                  <a:pt x="1001441" y="59854"/>
                  <a:pt x="1001130" y="56517"/>
                </a:cubicBezTo>
                <a:cubicBezTo>
                  <a:pt x="1000818" y="53179"/>
                  <a:pt x="999673" y="50633"/>
                  <a:pt x="997693" y="48879"/>
                </a:cubicBezTo>
                <a:cubicBezTo>
                  <a:pt x="995713" y="47182"/>
                  <a:pt x="992969" y="46333"/>
                  <a:pt x="989461" y="46333"/>
                </a:cubicBezTo>
                <a:cubicBezTo>
                  <a:pt x="983804" y="46333"/>
                  <a:pt x="979250" y="48427"/>
                  <a:pt x="975799" y="52613"/>
                </a:cubicBezTo>
                <a:cubicBezTo>
                  <a:pt x="971217" y="58157"/>
                  <a:pt x="968925" y="65483"/>
                  <a:pt x="968925" y="74592"/>
                </a:cubicBezTo>
                <a:cubicBezTo>
                  <a:pt x="968925" y="83870"/>
                  <a:pt x="971202" y="92059"/>
                  <a:pt x="975757" y="99159"/>
                </a:cubicBezTo>
                <a:cubicBezTo>
                  <a:pt x="980311" y="106259"/>
                  <a:pt x="986463" y="109809"/>
                  <a:pt x="994214" y="109809"/>
                </a:cubicBezTo>
                <a:cubicBezTo>
                  <a:pt x="999758" y="109809"/>
                  <a:pt x="1004736" y="107913"/>
                  <a:pt x="1009149" y="104123"/>
                </a:cubicBezTo>
                <a:cubicBezTo>
                  <a:pt x="1012260" y="101521"/>
                  <a:pt x="1015287" y="96797"/>
                  <a:pt x="1018229" y="89951"/>
                </a:cubicBezTo>
                <a:lnTo>
                  <a:pt x="1020690" y="9113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A39AD4-C2A4-40E2-A2B9-11F7BE29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5811898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4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4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AB2562-7B3C-4539-AC86-63C8B577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5811898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8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4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4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8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20" name="Text is[x][x]">
            <a:extLst xmlns:a="http://schemas.openxmlformats.org/drawingml/2006/main">
              <a:ext uri="{FF2B5EF4-FFF2-40B4-BE49-F238E27FC236}">
                <a16:creationId xmlns:a16="http://schemas.microsoft.com/office/drawing/2014/main" id="{B56FF70D-D382-49A0-9C9D-6232FA02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61" y="5885073"/>
            <a:ext cx="588840" cy="155124"/>
          </a:xfrm>
          <a:custGeom xmlns:a="http://schemas.openxmlformats.org/drawingml/2006/main">
            <a:pathLst>
              <a:path w="588840" h="155124">
                <a:moveTo>
                  <a:pt x="20112" y="0"/>
                </a:moveTo>
                <a:cubicBezTo>
                  <a:pt x="22488" y="0"/>
                  <a:pt x="24510" y="839"/>
                  <a:pt x="26179" y="2517"/>
                </a:cubicBezTo>
                <a:cubicBezTo>
                  <a:pt x="27848" y="4193"/>
                  <a:pt x="28683" y="6225"/>
                  <a:pt x="28683" y="8613"/>
                </a:cubicBezTo>
                <a:cubicBezTo>
                  <a:pt x="28683" y="11002"/>
                  <a:pt x="27848" y="13049"/>
                  <a:pt x="26179" y="14755"/>
                </a:cubicBezTo>
                <a:cubicBezTo>
                  <a:pt x="24510" y="16459"/>
                  <a:pt x="22488" y="17311"/>
                  <a:pt x="20112" y="17311"/>
                </a:cubicBezTo>
                <a:cubicBezTo>
                  <a:pt x="17736" y="17311"/>
                  <a:pt x="15699" y="16459"/>
                  <a:pt x="14002" y="14755"/>
                </a:cubicBezTo>
                <a:cubicBezTo>
                  <a:pt x="12305" y="13049"/>
                  <a:pt x="11456" y="11002"/>
                  <a:pt x="11456" y="8613"/>
                </a:cubicBezTo>
                <a:cubicBezTo>
                  <a:pt x="11456" y="6225"/>
                  <a:pt x="12291" y="4193"/>
                  <a:pt x="13959" y="2517"/>
                </a:cubicBezTo>
                <a:cubicBezTo>
                  <a:pt x="15628" y="839"/>
                  <a:pt x="17679" y="0"/>
                  <a:pt x="20112" y="0"/>
                </a:cubicBezTo>
                <a:moveTo>
                  <a:pt x="27155" y="40733"/>
                </a:moveTo>
                <a:lnTo>
                  <a:pt x="27155" y="103052"/>
                </a:lnTo>
                <a:cubicBezTo>
                  <a:pt x="27155" y="107906"/>
                  <a:pt x="27509" y="111138"/>
                  <a:pt x="28216" y="112747"/>
                </a:cubicBezTo>
                <a:cubicBezTo>
                  <a:pt x="28923" y="114356"/>
                  <a:pt x="29970" y="115555"/>
                  <a:pt x="31356" y="116345"/>
                </a:cubicBezTo>
                <a:cubicBezTo>
                  <a:pt x="32742" y="117136"/>
                  <a:pt x="35273" y="117531"/>
                  <a:pt x="38951" y="117531"/>
                </a:cubicBezTo>
                <a:lnTo>
                  <a:pt x="38951" y="120671"/>
                </a:lnTo>
                <a:lnTo>
                  <a:pt x="1188" y="120671"/>
                </a:lnTo>
                <a:lnTo>
                  <a:pt x="1188" y="117531"/>
                </a:lnTo>
                <a:cubicBezTo>
                  <a:pt x="4978" y="117531"/>
                  <a:pt x="7524" y="117164"/>
                  <a:pt x="8825" y="116430"/>
                </a:cubicBezTo>
                <a:cubicBezTo>
                  <a:pt x="10127" y="115697"/>
                  <a:pt x="11159" y="114483"/>
                  <a:pt x="11923" y="112789"/>
                </a:cubicBezTo>
                <a:cubicBezTo>
                  <a:pt x="12687" y="111096"/>
                  <a:pt x="13068" y="107850"/>
                  <a:pt x="13068" y="103052"/>
                </a:cubicBezTo>
                <a:lnTo>
                  <a:pt x="13068" y="73162"/>
                </a:lnTo>
                <a:cubicBezTo>
                  <a:pt x="13068" y="64751"/>
                  <a:pt x="12814" y="59304"/>
                  <a:pt x="12305" y="56822"/>
                </a:cubicBezTo>
                <a:cubicBezTo>
                  <a:pt x="11909" y="55015"/>
                  <a:pt x="11286" y="53759"/>
                  <a:pt x="10438" y="53053"/>
                </a:cubicBezTo>
                <a:cubicBezTo>
                  <a:pt x="9589" y="52348"/>
                  <a:pt x="8429" y="51995"/>
                  <a:pt x="6959" y="51995"/>
                </a:cubicBezTo>
                <a:cubicBezTo>
                  <a:pt x="5374" y="51995"/>
                  <a:pt x="3451" y="52419"/>
                  <a:pt x="1188" y="53265"/>
                </a:cubicBezTo>
                <a:lnTo>
                  <a:pt x="0" y="50216"/>
                </a:lnTo>
                <a:lnTo>
                  <a:pt x="23421" y="40733"/>
                </a:lnTo>
                <a:lnTo>
                  <a:pt x="27155" y="40733"/>
                </a:lnTo>
                <a:close/>
                <a:moveTo>
                  <a:pt x="98891" y="40733"/>
                </a:moveTo>
                <a:lnTo>
                  <a:pt x="98891" y="67039"/>
                </a:lnTo>
                <a:lnTo>
                  <a:pt x="96091" y="67039"/>
                </a:lnTo>
                <a:cubicBezTo>
                  <a:pt x="93941" y="58788"/>
                  <a:pt x="91183" y="53176"/>
                  <a:pt x="87817" y="50203"/>
                </a:cubicBezTo>
                <a:cubicBezTo>
                  <a:pt x="84451" y="47227"/>
                  <a:pt x="80165" y="45739"/>
                  <a:pt x="74961" y="45739"/>
                </a:cubicBezTo>
                <a:cubicBezTo>
                  <a:pt x="71000" y="45739"/>
                  <a:pt x="67804" y="46785"/>
                  <a:pt x="65371" y="48877"/>
                </a:cubicBezTo>
                <a:cubicBezTo>
                  <a:pt x="62939" y="50966"/>
                  <a:pt x="61722" y="53283"/>
                  <a:pt x="61722" y="55827"/>
                </a:cubicBezTo>
                <a:cubicBezTo>
                  <a:pt x="61722" y="58992"/>
                  <a:pt x="62628" y="61704"/>
                  <a:pt x="64438" y="63963"/>
                </a:cubicBezTo>
                <a:cubicBezTo>
                  <a:pt x="66192" y="66281"/>
                  <a:pt x="69756" y="68739"/>
                  <a:pt x="75130" y="71338"/>
                </a:cubicBezTo>
                <a:lnTo>
                  <a:pt x="87520" y="77358"/>
                </a:lnTo>
                <a:cubicBezTo>
                  <a:pt x="99004" y="82951"/>
                  <a:pt x="104746" y="90326"/>
                  <a:pt x="104746" y="99482"/>
                </a:cubicBezTo>
                <a:cubicBezTo>
                  <a:pt x="104746" y="106545"/>
                  <a:pt x="102073" y="112239"/>
                  <a:pt x="96727" y="116563"/>
                </a:cubicBezTo>
                <a:cubicBezTo>
                  <a:pt x="91381" y="120885"/>
                  <a:pt x="85398" y="123047"/>
                  <a:pt x="78779" y="123047"/>
                </a:cubicBezTo>
                <a:cubicBezTo>
                  <a:pt x="74027" y="123047"/>
                  <a:pt x="68596" y="122198"/>
                  <a:pt x="62486" y="120501"/>
                </a:cubicBezTo>
                <a:cubicBezTo>
                  <a:pt x="60619" y="119935"/>
                  <a:pt x="59092" y="119652"/>
                  <a:pt x="57904" y="119652"/>
                </a:cubicBezTo>
                <a:cubicBezTo>
                  <a:pt x="56603" y="119652"/>
                  <a:pt x="55584" y="120388"/>
                  <a:pt x="54849" y="121859"/>
                </a:cubicBezTo>
                <a:lnTo>
                  <a:pt x="52048" y="121859"/>
                </a:lnTo>
                <a:lnTo>
                  <a:pt x="52048" y="94025"/>
                </a:lnTo>
                <a:lnTo>
                  <a:pt x="54849" y="94025"/>
                </a:lnTo>
                <a:cubicBezTo>
                  <a:pt x="56433" y="101973"/>
                  <a:pt x="59460" y="107963"/>
                  <a:pt x="63929" y="111994"/>
                </a:cubicBezTo>
                <a:cubicBezTo>
                  <a:pt x="68398" y="116025"/>
                  <a:pt x="73405" y="118040"/>
                  <a:pt x="78949" y="118040"/>
                </a:cubicBezTo>
                <a:cubicBezTo>
                  <a:pt x="82853" y="118040"/>
                  <a:pt x="86035" y="116896"/>
                  <a:pt x="88496" y="114608"/>
                </a:cubicBezTo>
                <a:cubicBezTo>
                  <a:pt x="90957" y="112319"/>
                  <a:pt x="92187" y="109564"/>
                  <a:pt x="92187" y="106343"/>
                </a:cubicBezTo>
                <a:cubicBezTo>
                  <a:pt x="92187" y="102443"/>
                  <a:pt x="90815" y="99165"/>
                  <a:pt x="88071" y="96509"/>
                </a:cubicBezTo>
                <a:cubicBezTo>
                  <a:pt x="85328" y="93854"/>
                  <a:pt x="79854" y="90492"/>
                  <a:pt x="71651" y="86424"/>
                </a:cubicBezTo>
                <a:cubicBezTo>
                  <a:pt x="63448" y="82355"/>
                  <a:pt x="58073" y="78681"/>
                  <a:pt x="55528" y="75403"/>
                </a:cubicBezTo>
                <a:cubicBezTo>
                  <a:pt x="52982" y="72182"/>
                  <a:pt x="51709" y="68113"/>
                  <a:pt x="51709" y="63197"/>
                </a:cubicBezTo>
                <a:cubicBezTo>
                  <a:pt x="51709" y="56811"/>
                  <a:pt x="53901" y="51471"/>
                  <a:pt x="58286" y="47177"/>
                </a:cubicBezTo>
                <a:cubicBezTo>
                  <a:pt x="62670" y="42881"/>
                  <a:pt x="68342" y="40733"/>
                  <a:pt x="75300" y="40733"/>
                </a:cubicBezTo>
                <a:cubicBezTo>
                  <a:pt x="78355" y="40733"/>
                  <a:pt x="82061" y="41383"/>
                  <a:pt x="86417" y="42684"/>
                </a:cubicBezTo>
                <a:cubicBezTo>
                  <a:pt x="89302" y="43533"/>
                  <a:pt x="91225" y="43957"/>
                  <a:pt x="92187" y="43957"/>
                </a:cubicBezTo>
                <a:cubicBezTo>
                  <a:pt x="93092" y="43957"/>
                  <a:pt x="93799" y="43759"/>
                  <a:pt x="94309" y="43363"/>
                </a:cubicBezTo>
                <a:cubicBezTo>
                  <a:pt x="94818" y="42967"/>
                  <a:pt x="95412" y="42090"/>
                  <a:pt x="96091" y="40733"/>
                </a:cubicBezTo>
                <a:lnTo>
                  <a:pt x="98891" y="40733"/>
                </a:lnTo>
                <a:close/>
                <a:moveTo>
                  <a:pt x="205871" y="155124"/>
                </a:moveTo>
                <a:lnTo>
                  <a:pt x="168533" y="155124"/>
                </a:lnTo>
                <a:lnTo>
                  <a:pt x="168533" y="2885"/>
                </a:lnTo>
                <a:lnTo>
                  <a:pt x="205871" y="2885"/>
                </a:lnTo>
                <a:lnTo>
                  <a:pt x="205871" y="9589"/>
                </a:lnTo>
                <a:lnTo>
                  <a:pt x="181262" y="9589"/>
                </a:lnTo>
                <a:lnTo>
                  <a:pt x="181262" y="148590"/>
                </a:lnTo>
                <a:lnTo>
                  <a:pt x="205871" y="148590"/>
                </a:lnTo>
                <a:lnTo>
                  <a:pt x="205871" y="155124"/>
                </a:lnTo>
                <a:close/>
                <a:moveTo>
                  <a:pt x="214441" y="42939"/>
                </a:moveTo>
                <a:lnTo>
                  <a:pt x="251015" y="42939"/>
                </a:lnTo>
                <a:lnTo>
                  <a:pt x="251015" y="46079"/>
                </a:lnTo>
                <a:cubicBezTo>
                  <a:pt x="248696" y="46079"/>
                  <a:pt x="247069" y="46475"/>
                  <a:pt x="246136" y="47267"/>
                </a:cubicBezTo>
                <a:cubicBezTo>
                  <a:pt x="245202" y="48059"/>
                  <a:pt x="244736" y="49106"/>
                  <a:pt x="244736" y="50407"/>
                </a:cubicBezTo>
                <a:cubicBezTo>
                  <a:pt x="244736" y="51764"/>
                  <a:pt x="245726" y="53858"/>
                  <a:pt x="247706" y="56686"/>
                </a:cubicBezTo>
                <a:cubicBezTo>
                  <a:pt x="248328" y="57592"/>
                  <a:pt x="249262" y="59006"/>
                  <a:pt x="250506" y="60929"/>
                </a:cubicBezTo>
                <a:lnTo>
                  <a:pt x="256022" y="69755"/>
                </a:lnTo>
                <a:lnTo>
                  <a:pt x="262387" y="60929"/>
                </a:lnTo>
                <a:cubicBezTo>
                  <a:pt x="266460" y="55329"/>
                  <a:pt x="268496" y="51793"/>
                  <a:pt x="268496" y="50322"/>
                </a:cubicBezTo>
                <a:cubicBezTo>
                  <a:pt x="268496" y="49134"/>
                  <a:pt x="268016" y="48130"/>
                  <a:pt x="267054" y="47309"/>
                </a:cubicBezTo>
                <a:cubicBezTo>
                  <a:pt x="266092" y="46489"/>
                  <a:pt x="264536" y="46079"/>
                  <a:pt x="262387" y="46079"/>
                </a:cubicBezTo>
                <a:lnTo>
                  <a:pt x="262387" y="42939"/>
                </a:lnTo>
                <a:lnTo>
                  <a:pt x="288693" y="42939"/>
                </a:lnTo>
                <a:lnTo>
                  <a:pt x="288693" y="46079"/>
                </a:lnTo>
                <a:cubicBezTo>
                  <a:pt x="285921" y="46249"/>
                  <a:pt x="283517" y="47012"/>
                  <a:pt x="281480" y="48370"/>
                </a:cubicBezTo>
                <a:cubicBezTo>
                  <a:pt x="278708" y="50294"/>
                  <a:pt x="274918" y="54480"/>
                  <a:pt x="270109" y="60929"/>
                </a:cubicBezTo>
                <a:lnTo>
                  <a:pt x="259501" y="75101"/>
                </a:lnTo>
                <a:lnTo>
                  <a:pt x="278849" y="102879"/>
                </a:lnTo>
                <a:cubicBezTo>
                  <a:pt x="283602" y="109710"/>
                  <a:pt x="286996" y="113818"/>
                  <a:pt x="289033" y="115202"/>
                </a:cubicBezTo>
                <a:cubicBezTo>
                  <a:pt x="291069" y="116585"/>
                  <a:pt x="293700" y="117361"/>
                  <a:pt x="296925" y="117531"/>
                </a:cubicBezTo>
                <a:lnTo>
                  <a:pt x="296925" y="120671"/>
                </a:lnTo>
                <a:lnTo>
                  <a:pt x="260265" y="120671"/>
                </a:lnTo>
                <a:lnTo>
                  <a:pt x="260265" y="117531"/>
                </a:lnTo>
                <a:cubicBezTo>
                  <a:pt x="262811" y="117531"/>
                  <a:pt x="264791" y="116967"/>
                  <a:pt x="266205" y="115839"/>
                </a:cubicBezTo>
                <a:cubicBezTo>
                  <a:pt x="267280" y="115049"/>
                  <a:pt x="267818" y="114005"/>
                  <a:pt x="267818" y="112707"/>
                </a:cubicBezTo>
                <a:cubicBezTo>
                  <a:pt x="267818" y="111409"/>
                  <a:pt x="266007" y="108137"/>
                  <a:pt x="262387" y="102890"/>
                </a:cubicBezTo>
                <a:lnTo>
                  <a:pt x="251015" y="86302"/>
                </a:lnTo>
                <a:lnTo>
                  <a:pt x="238541" y="102890"/>
                </a:lnTo>
                <a:cubicBezTo>
                  <a:pt x="234694" y="108024"/>
                  <a:pt x="232770" y="111071"/>
                  <a:pt x="232770" y="112031"/>
                </a:cubicBezTo>
                <a:cubicBezTo>
                  <a:pt x="232770" y="113385"/>
                  <a:pt x="233407" y="114612"/>
                  <a:pt x="234680" y="115712"/>
                </a:cubicBezTo>
                <a:cubicBezTo>
                  <a:pt x="235953" y="116811"/>
                  <a:pt x="237862" y="117418"/>
                  <a:pt x="240408" y="117531"/>
                </a:cubicBezTo>
                <a:lnTo>
                  <a:pt x="240408" y="120671"/>
                </a:lnTo>
                <a:lnTo>
                  <a:pt x="215035" y="120671"/>
                </a:lnTo>
                <a:lnTo>
                  <a:pt x="215035" y="117531"/>
                </a:lnTo>
                <a:cubicBezTo>
                  <a:pt x="217071" y="117248"/>
                  <a:pt x="218853" y="116543"/>
                  <a:pt x="220381" y="115415"/>
                </a:cubicBezTo>
                <a:cubicBezTo>
                  <a:pt x="222531" y="113778"/>
                  <a:pt x="226151" y="109601"/>
                  <a:pt x="231243" y="102885"/>
                </a:cubicBezTo>
                <a:lnTo>
                  <a:pt x="247536" y="81296"/>
                </a:lnTo>
                <a:lnTo>
                  <a:pt x="232770" y="59911"/>
                </a:lnTo>
                <a:cubicBezTo>
                  <a:pt x="228584" y="53801"/>
                  <a:pt x="225345" y="49968"/>
                  <a:pt x="223054" y="48413"/>
                </a:cubicBezTo>
                <a:cubicBezTo>
                  <a:pt x="220763" y="46857"/>
                  <a:pt x="217892" y="46079"/>
                  <a:pt x="214441" y="46079"/>
                </a:cubicBezTo>
                <a:lnTo>
                  <a:pt x="214441" y="42939"/>
                </a:lnTo>
                <a:close/>
                <a:moveTo>
                  <a:pt x="305411" y="2885"/>
                </a:moveTo>
                <a:lnTo>
                  <a:pt x="342749" y="2885"/>
                </a:lnTo>
                <a:lnTo>
                  <a:pt x="342749" y="155124"/>
                </a:lnTo>
                <a:lnTo>
                  <a:pt x="305411" y="155124"/>
                </a:lnTo>
                <a:lnTo>
                  <a:pt x="305411" y="148420"/>
                </a:lnTo>
                <a:lnTo>
                  <a:pt x="330020" y="148420"/>
                </a:lnTo>
                <a:lnTo>
                  <a:pt x="330020" y="9589"/>
                </a:lnTo>
                <a:lnTo>
                  <a:pt x="305411" y="9589"/>
                </a:lnTo>
                <a:lnTo>
                  <a:pt x="305411" y="2885"/>
                </a:lnTo>
                <a:close/>
                <a:moveTo>
                  <a:pt x="451962" y="155124"/>
                </a:moveTo>
                <a:lnTo>
                  <a:pt x="414624" y="155124"/>
                </a:lnTo>
                <a:lnTo>
                  <a:pt x="414624" y="2885"/>
                </a:lnTo>
                <a:lnTo>
                  <a:pt x="451962" y="2885"/>
                </a:lnTo>
                <a:lnTo>
                  <a:pt x="451962" y="9589"/>
                </a:lnTo>
                <a:lnTo>
                  <a:pt x="427353" y="9589"/>
                </a:lnTo>
                <a:lnTo>
                  <a:pt x="427353" y="148590"/>
                </a:lnTo>
                <a:lnTo>
                  <a:pt x="451962" y="148590"/>
                </a:lnTo>
                <a:lnTo>
                  <a:pt x="451962" y="155124"/>
                </a:lnTo>
                <a:close/>
                <a:moveTo>
                  <a:pt x="460532" y="42939"/>
                </a:moveTo>
                <a:lnTo>
                  <a:pt x="497106" y="42939"/>
                </a:lnTo>
                <a:lnTo>
                  <a:pt x="497106" y="46079"/>
                </a:lnTo>
                <a:cubicBezTo>
                  <a:pt x="494787" y="46079"/>
                  <a:pt x="493160" y="46475"/>
                  <a:pt x="492227" y="47267"/>
                </a:cubicBezTo>
                <a:cubicBezTo>
                  <a:pt x="491294" y="48059"/>
                  <a:pt x="490827" y="49106"/>
                  <a:pt x="490827" y="50407"/>
                </a:cubicBezTo>
                <a:cubicBezTo>
                  <a:pt x="490827" y="51764"/>
                  <a:pt x="491817" y="53858"/>
                  <a:pt x="493797" y="56686"/>
                </a:cubicBezTo>
                <a:cubicBezTo>
                  <a:pt x="494419" y="57592"/>
                  <a:pt x="495353" y="59006"/>
                  <a:pt x="496597" y="60929"/>
                </a:cubicBezTo>
                <a:lnTo>
                  <a:pt x="502113" y="69755"/>
                </a:lnTo>
                <a:lnTo>
                  <a:pt x="508478" y="60929"/>
                </a:lnTo>
                <a:cubicBezTo>
                  <a:pt x="512551" y="55329"/>
                  <a:pt x="514588" y="51793"/>
                  <a:pt x="514588" y="50322"/>
                </a:cubicBezTo>
                <a:cubicBezTo>
                  <a:pt x="514588" y="49134"/>
                  <a:pt x="514107" y="48130"/>
                  <a:pt x="513145" y="47309"/>
                </a:cubicBezTo>
                <a:cubicBezTo>
                  <a:pt x="512183" y="46489"/>
                  <a:pt x="510627" y="46079"/>
                  <a:pt x="508478" y="46079"/>
                </a:cubicBezTo>
                <a:lnTo>
                  <a:pt x="508478" y="42939"/>
                </a:lnTo>
                <a:lnTo>
                  <a:pt x="534784" y="42939"/>
                </a:lnTo>
                <a:lnTo>
                  <a:pt x="534784" y="46079"/>
                </a:lnTo>
                <a:cubicBezTo>
                  <a:pt x="532012" y="46249"/>
                  <a:pt x="529608" y="47012"/>
                  <a:pt x="527571" y="48370"/>
                </a:cubicBezTo>
                <a:cubicBezTo>
                  <a:pt x="524799" y="50294"/>
                  <a:pt x="521009" y="54480"/>
                  <a:pt x="516200" y="60929"/>
                </a:cubicBezTo>
                <a:lnTo>
                  <a:pt x="505592" y="75101"/>
                </a:lnTo>
                <a:lnTo>
                  <a:pt x="524940" y="102879"/>
                </a:lnTo>
                <a:cubicBezTo>
                  <a:pt x="529693" y="109710"/>
                  <a:pt x="533087" y="113818"/>
                  <a:pt x="535124" y="115202"/>
                </a:cubicBezTo>
                <a:cubicBezTo>
                  <a:pt x="537160" y="116585"/>
                  <a:pt x="539791" y="117361"/>
                  <a:pt x="543016" y="117531"/>
                </a:cubicBezTo>
                <a:lnTo>
                  <a:pt x="543016" y="120671"/>
                </a:lnTo>
                <a:lnTo>
                  <a:pt x="506356" y="120671"/>
                </a:lnTo>
                <a:lnTo>
                  <a:pt x="506356" y="117531"/>
                </a:lnTo>
                <a:cubicBezTo>
                  <a:pt x="508902" y="117531"/>
                  <a:pt x="510882" y="116967"/>
                  <a:pt x="512296" y="115839"/>
                </a:cubicBezTo>
                <a:cubicBezTo>
                  <a:pt x="513371" y="115049"/>
                  <a:pt x="513909" y="114005"/>
                  <a:pt x="513909" y="112707"/>
                </a:cubicBezTo>
                <a:cubicBezTo>
                  <a:pt x="513909" y="111409"/>
                  <a:pt x="512098" y="108137"/>
                  <a:pt x="508478" y="102890"/>
                </a:cubicBezTo>
                <a:lnTo>
                  <a:pt x="497106" y="86302"/>
                </a:lnTo>
                <a:lnTo>
                  <a:pt x="484632" y="102890"/>
                </a:lnTo>
                <a:cubicBezTo>
                  <a:pt x="480785" y="108024"/>
                  <a:pt x="478862" y="111071"/>
                  <a:pt x="478862" y="112031"/>
                </a:cubicBezTo>
                <a:cubicBezTo>
                  <a:pt x="478862" y="113385"/>
                  <a:pt x="479498" y="114612"/>
                  <a:pt x="480771" y="115712"/>
                </a:cubicBezTo>
                <a:cubicBezTo>
                  <a:pt x="482044" y="116811"/>
                  <a:pt x="483953" y="117418"/>
                  <a:pt x="486499" y="117531"/>
                </a:cubicBezTo>
                <a:lnTo>
                  <a:pt x="486499" y="120671"/>
                </a:lnTo>
                <a:lnTo>
                  <a:pt x="461126" y="120671"/>
                </a:lnTo>
                <a:lnTo>
                  <a:pt x="461126" y="117531"/>
                </a:lnTo>
                <a:cubicBezTo>
                  <a:pt x="463162" y="117248"/>
                  <a:pt x="464945" y="116543"/>
                  <a:pt x="466472" y="115415"/>
                </a:cubicBezTo>
                <a:cubicBezTo>
                  <a:pt x="468622" y="113778"/>
                  <a:pt x="472242" y="109601"/>
                  <a:pt x="477334" y="102885"/>
                </a:cubicBezTo>
                <a:lnTo>
                  <a:pt x="493627" y="81296"/>
                </a:lnTo>
                <a:lnTo>
                  <a:pt x="478862" y="59911"/>
                </a:lnTo>
                <a:cubicBezTo>
                  <a:pt x="474675" y="53801"/>
                  <a:pt x="471436" y="49968"/>
                  <a:pt x="469145" y="48413"/>
                </a:cubicBezTo>
                <a:cubicBezTo>
                  <a:pt x="466854" y="46857"/>
                  <a:pt x="463983" y="46079"/>
                  <a:pt x="460532" y="46079"/>
                </a:cubicBezTo>
                <a:lnTo>
                  <a:pt x="460532" y="42939"/>
                </a:lnTo>
                <a:close/>
                <a:moveTo>
                  <a:pt x="551502" y="2885"/>
                </a:moveTo>
                <a:lnTo>
                  <a:pt x="588840" y="2885"/>
                </a:lnTo>
                <a:lnTo>
                  <a:pt x="588840" y="155124"/>
                </a:lnTo>
                <a:lnTo>
                  <a:pt x="551502" y="155124"/>
                </a:lnTo>
                <a:lnTo>
                  <a:pt x="551502" y="148420"/>
                </a:lnTo>
                <a:lnTo>
                  <a:pt x="576111" y="148420"/>
                </a:lnTo>
                <a:lnTo>
                  <a:pt x="576111" y="9589"/>
                </a:lnTo>
                <a:lnTo>
                  <a:pt x="551502" y="9589"/>
                </a:lnTo>
                <a:lnTo>
                  <a:pt x="551502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B4EDD-FE76-4DE6-81DB-DF9978BE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6533807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9"/>
                </a:cubicBezTo>
                <a:cubicBezTo>
                  <a:pt x="1976999" y="7831"/>
                  <a:pt x="1978565" y="11613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3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7ECFE-351B-4F2D-8798-1D864C1F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6533807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9"/>
                </a:cubicBezTo>
                <a:cubicBezTo>
                  <a:pt x="1976999" y="7831"/>
                  <a:pt x="1978565" y="11613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3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23" name="Text TrueorFalse">
            <a:extLst xmlns:a="http://schemas.openxmlformats.org/drawingml/2006/main">
              <a:ext uri="{FF2B5EF4-FFF2-40B4-BE49-F238E27FC236}">
                <a16:creationId xmlns:a16="http://schemas.microsoft.com/office/drawing/2014/main" id="{0E748D74-A176-4BFC-B6AF-0EBD06C3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230" y="6606982"/>
            <a:ext cx="910317" cy="123047"/>
          </a:xfrm>
          <a:custGeom xmlns:a="http://schemas.openxmlformats.org/drawingml/2006/main">
            <a:pathLst>
              <a:path w="910317" h="123047">
                <a:moveTo>
                  <a:pt x="95298" y="5601"/>
                </a:moveTo>
                <a:lnTo>
                  <a:pt x="96570" y="32586"/>
                </a:lnTo>
                <a:lnTo>
                  <a:pt x="93346" y="32586"/>
                </a:lnTo>
                <a:cubicBezTo>
                  <a:pt x="92723" y="27834"/>
                  <a:pt x="91875" y="24440"/>
                  <a:pt x="90800" y="22403"/>
                </a:cubicBezTo>
                <a:cubicBezTo>
                  <a:pt x="89046" y="19122"/>
                  <a:pt x="86713" y="16703"/>
                  <a:pt x="83799" y="15147"/>
                </a:cubicBezTo>
                <a:cubicBezTo>
                  <a:pt x="80886" y="13592"/>
                  <a:pt x="77053" y="12814"/>
                  <a:pt x="72301" y="12814"/>
                </a:cubicBezTo>
                <a:lnTo>
                  <a:pt x="56092" y="12814"/>
                </a:lnTo>
                <a:lnTo>
                  <a:pt x="56092" y="100729"/>
                </a:lnTo>
                <a:cubicBezTo>
                  <a:pt x="56092" y="107800"/>
                  <a:pt x="56856" y="112213"/>
                  <a:pt x="58384" y="113967"/>
                </a:cubicBezTo>
                <a:cubicBezTo>
                  <a:pt x="60533" y="116343"/>
                  <a:pt x="63843" y="117531"/>
                  <a:pt x="68312" y="117531"/>
                </a:cubicBezTo>
                <a:lnTo>
                  <a:pt x="72301" y="117531"/>
                </a:lnTo>
                <a:lnTo>
                  <a:pt x="72301" y="120671"/>
                </a:lnTo>
                <a:lnTo>
                  <a:pt x="23506" y="120671"/>
                </a:lnTo>
                <a:lnTo>
                  <a:pt x="23506" y="117531"/>
                </a:lnTo>
                <a:lnTo>
                  <a:pt x="27579" y="117531"/>
                </a:lnTo>
                <a:cubicBezTo>
                  <a:pt x="32445" y="117531"/>
                  <a:pt x="35896" y="116060"/>
                  <a:pt x="37932" y="113118"/>
                </a:cubicBezTo>
                <a:cubicBezTo>
                  <a:pt x="39177" y="111308"/>
                  <a:pt x="39799" y="107178"/>
                  <a:pt x="39799" y="100729"/>
                </a:cubicBezTo>
                <a:lnTo>
                  <a:pt x="39799" y="12814"/>
                </a:lnTo>
                <a:lnTo>
                  <a:pt x="25967" y="12814"/>
                </a:lnTo>
                <a:cubicBezTo>
                  <a:pt x="20593" y="12814"/>
                  <a:pt x="16774" y="13210"/>
                  <a:pt x="14511" y="14002"/>
                </a:cubicBezTo>
                <a:cubicBezTo>
                  <a:pt x="11569" y="15077"/>
                  <a:pt x="9052" y="17142"/>
                  <a:pt x="6959" y="20197"/>
                </a:cubicBezTo>
                <a:cubicBezTo>
                  <a:pt x="4865" y="23252"/>
                  <a:pt x="3621" y="27381"/>
                  <a:pt x="3225" y="32586"/>
                </a:cubicBezTo>
                <a:lnTo>
                  <a:pt x="0" y="32586"/>
                </a:lnTo>
                <a:lnTo>
                  <a:pt x="1358" y="5601"/>
                </a:lnTo>
                <a:lnTo>
                  <a:pt x="95298" y="5601"/>
                </a:lnTo>
                <a:close/>
                <a:moveTo>
                  <a:pt x="122962" y="40733"/>
                </a:moveTo>
                <a:lnTo>
                  <a:pt x="122962" y="58214"/>
                </a:lnTo>
                <a:cubicBezTo>
                  <a:pt x="129468" y="46560"/>
                  <a:pt x="136143" y="40733"/>
                  <a:pt x="142989" y="40733"/>
                </a:cubicBezTo>
                <a:cubicBezTo>
                  <a:pt x="146100" y="40733"/>
                  <a:pt x="148674" y="41680"/>
                  <a:pt x="150711" y="43576"/>
                </a:cubicBezTo>
                <a:cubicBezTo>
                  <a:pt x="152748" y="45471"/>
                  <a:pt x="153766" y="47663"/>
                  <a:pt x="153766" y="50152"/>
                </a:cubicBezTo>
                <a:cubicBezTo>
                  <a:pt x="153766" y="52359"/>
                  <a:pt x="153030" y="54225"/>
                  <a:pt x="151560" y="55753"/>
                </a:cubicBezTo>
                <a:cubicBezTo>
                  <a:pt x="150089" y="57280"/>
                  <a:pt x="148335" y="58044"/>
                  <a:pt x="146298" y="58044"/>
                </a:cubicBezTo>
                <a:cubicBezTo>
                  <a:pt x="144318" y="58044"/>
                  <a:pt x="142098" y="57068"/>
                  <a:pt x="139637" y="55116"/>
                </a:cubicBezTo>
                <a:cubicBezTo>
                  <a:pt x="137176" y="53165"/>
                  <a:pt x="135351" y="52189"/>
                  <a:pt x="134163" y="52189"/>
                </a:cubicBezTo>
                <a:cubicBezTo>
                  <a:pt x="133145" y="52189"/>
                  <a:pt x="132042" y="52753"/>
                  <a:pt x="130854" y="53881"/>
                </a:cubicBezTo>
                <a:cubicBezTo>
                  <a:pt x="128308" y="56195"/>
                  <a:pt x="125677" y="60004"/>
                  <a:pt x="122962" y="65308"/>
                </a:cubicBezTo>
                <a:lnTo>
                  <a:pt x="122962" y="102466"/>
                </a:lnTo>
                <a:cubicBezTo>
                  <a:pt x="122962" y="106753"/>
                  <a:pt x="123499" y="109997"/>
                  <a:pt x="124574" y="112198"/>
                </a:cubicBezTo>
                <a:cubicBezTo>
                  <a:pt x="125310" y="113722"/>
                  <a:pt x="126611" y="114992"/>
                  <a:pt x="128478" y="116009"/>
                </a:cubicBezTo>
                <a:cubicBezTo>
                  <a:pt x="130345" y="117023"/>
                  <a:pt x="133032" y="117531"/>
                  <a:pt x="136539" y="117531"/>
                </a:cubicBezTo>
                <a:lnTo>
                  <a:pt x="136539" y="120671"/>
                </a:lnTo>
                <a:lnTo>
                  <a:pt x="96740" y="120671"/>
                </a:lnTo>
                <a:lnTo>
                  <a:pt x="96740" y="117531"/>
                </a:lnTo>
                <a:cubicBezTo>
                  <a:pt x="100700" y="117531"/>
                  <a:pt x="103642" y="116910"/>
                  <a:pt x="105566" y="115669"/>
                </a:cubicBezTo>
                <a:cubicBezTo>
                  <a:pt x="106980" y="114766"/>
                  <a:pt x="107970" y="113326"/>
                  <a:pt x="108536" y="111349"/>
                </a:cubicBezTo>
                <a:cubicBezTo>
                  <a:pt x="108818" y="110389"/>
                  <a:pt x="108960" y="107652"/>
                  <a:pt x="108960" y="103136"/>
                </a:cubicBezTo>
                <a:lnTo>
                  <a:pt x="108960" y="73078"/>
                </a:lnTo>
                <a:cubicBezTo>
                  <a:pt x="108960" y="64045"/>
                  <a:pt x="108776" y="58669"/>
                  <a:pt x="108408" y="56949"/>
                </a:cubicBezTo>
                <a:cubicBezTo>
                  <a:pt x="108041" y="55227"/>
                  <a:pt x="107362" y="53971"/>
                  <a:pt x="106372" y="53181"/>
                </a:cubicBezTo>
                <a:cubicBezTo>
                  <a:pt x="105382" y="52390"/>
                  <a:pt x="104151" y="51995"/>
                  <a:pt x="102680" y="51995"/>
                </a:cubicBezTo>
                <a:cubicBezTo>
                  <a:pt x="100927" y="51995"/>
                  <a:pt x="98946" y="52419"/>
                  <a:pt x="96740" y="53265"/>
                </a:cubicBezTo>
                <a:lnTo>
                  <a:pt x="95892" y="50216"/>
                </a:lnTo>
                <a:lnTo>
                  <a:pt x="119398" y="40733"/>
                </a:lnTo>
                <a:lnTo>
                  <a:pt x="122962" y="40733"/>
                </a:lnTo>
                <a:close/>
                <a:moveTo>
                  <a:pt x="226235" y="42939"/>
                </a:moveTo>
                <a:lnTo>
                  <a:pt x="226235" y="90036"/>
                </a:lnTo>
                <a:cubicBezTo>
                  <a:pt x="226235" y="99031"/>
                  <a:pt x="226447" y="104533"/>
                  <a:pt x="226871" y="106541"/>
                </a:cubicBezTo>
                <a:cubicBezTo>
                  <a:pt x="227296" y="108550"/>
                  <a:pt x="227975" y="109950"/>
                  <a:pt x="228908" y="110742"/>
                </a:cubicBezTo>
                <a:cubicBezTo>
                  <a:pt x="229842" y="111534"/>
                  <a:pt x="230931" y="111930"/>
                  <a:pt x="232175" y="111930"/>
                </a:cubicBezTo>
                <a:cubicBezTo>
                  <a:pt x="233929" y="111930"/>
                  <a:pt x="235909" y="111449"/>
                  <a:pt x="238115" y="110487"/>
                </a:cubicBezTo>
                <a:lnTo>
                  <a:pt x="239303" y="113458"/>
                </a:lnTo>
                <a:lnTo>
                  <a:pt x="216052" y="123047"/>
                </a:lnTo>
                <a:lnTo>
                  <a:pt x="212233" y="123047"/>
                </a:lnTo>
                <a:lnTo>
                  <a:pt x="212233" y="106584"/>
                </a:lnTo>
                <a:cubicBezTo>
                  <a:pt x="205558" y="113825"/>
                  <a:pt x="200466" y="118379"/>
                  <a:pt x="196958" y="120246"/>
                </a:cubicBezTo>
                <a:cubicBezTo>
                  <a:pt x="193451" y="122113"/>
                  <a:pt x="189745" y="123047"/>
                  <a:pt x="185842" y="123047"/>
                </a:cubicBezTo>
                <a:cubicBezTo>
                  <a:pt x="181486" y="123047"/>
                  <a:pt x="177709" y="121788"/>
                  <a:pt x="174513" y="119270"/>
                </a:cubicBezTo>
                <a:cubicBezTo>
                  <a:pt x="171317" y="116753"/>
                  <a:pt x="169096" y="113514"/>
                  <a:pt x="167851" y="109554"/>
                </a:cubicBezTo>
                <a:cubicBezTo>
                  <a:pt x="166607" y="105594"/>
                  <a:pt x="165985" y="99993"/>
                  <a:pt x="165985" y="92752"/>
                </a:cubicBezTo>
                <a:lnTo>
                  <a:pt x="165985" y="58044"/>
                </a:lnTo>
                <a:cubicBezTo>
                  <a:pt x="165985" y="54367"/>
                  <a:pt x="165589" y="51821"/>
                  <a:pt x="164797" y="50407"/>
                </a:cubicBezTo>
                <a:cubicBezTo>
                  <a:pt x="164005" y="48992"/>
                  <a:pt x="162831" y="47903"/>
                  <a:pt x="161275" y="47140"/>
                </a:cubicBezTo>
                <a:cubicBezTo>
                  <a:pt x="159719" y="46376"/>
                  <a:pt x="156905" y="46022"/>
                  <a:pt x="152831" y="46079"/>
                </a:cubicBezTo>
                <a:lnTo>
                  <a:pt x="152831" y="42939"/>
                </a:lnTo>
                <a:lnTo>
                  <a:pt x="180071" y="42939"/>
                </a:lnTo>
                <a:lnTo>
                  <a:pt x="180071" y="94831"/>
                </a:lnTo>
                <a:cubicBezTo>
                  <a:pt x="180071" y="102055"/>
                  <a:pt x="181330" y="106795"/>
                  <a:pt x="183848" y="109053"/>
                </a:cubicBezTo>
                <a:cubicBezTo>
                  <a:pt x="186365" y="111310"/>
                  <a:pt x="189406" y="112439"/>
                  <a:pt x="192970" y="112439"/>
                </a:cubicBezTo>
                <a:cubicBezTo>
                  <a:pt x="195403" y="112439"/>
                  <a:pt x="198161" y="111677"/>
                  <a:pt x="201244" y="110153"/>
                </a:cubicBezTo>
                <a:cubicBezTo>
                  <a:pt x="204327" y="108629"/>
                  <a:pt x="207990" y="105724"/>
                  <a:pt x="212233" y="101437"/>
                </a:cubicBezTo>
                <a:lnTo>
                  <a:pt x="212233" y="57506"/>
                </a:lnTo>
                <a:cubicBezTo>
                  <a:pt x="212233" y="53104"/>
                  <a:pt x="211427" y="50127"/>
                  <a:pt x="209815" y="48577"/>
                </a:cubicBezTo>
                <a:cubicBezTo>
                  <a:pt x="208202" y="47025"/>
                  <a:pt x="204850" y="46192"/>
                  <a:pt x="199759" y="46079"/>
                </a:cubicBezTo>
                <a:lnTo>
                  <a:pt x="199759" y="42939"/>
                </a:lnTo>
                <a:lnTo>
                  <a:pt x="226235" y="42939"/>
                </a:lnTo>
                <a:close/>
                <a:moveTo>
                  <a:pt x="258057" y="72301"/>
                </a:moveTo>
                <a:cubicBezTo>
                  <a:pt x="258001" y="83815"/>
                  <a:pt x="260801" y="92846"/>
                  <a:pt x="266458" y="99395"/>
                </a:cubicBezTo>
                <a:cubicBezTo>
                  <a:pt x="272116" y="105941"/>
                  <a:pt x="278763" y="109215"/>
                  <a:pt x="286400" y="109215"/>
                </a:cubicBezTo>
                <a:cubicBezTo>
                  <a:pt x="291492" y="109215"/>
                  <a:pt x="295919" y="107814"/>
                  <a:pt x="299681" y="105014"/>
                </a:cubicBezTo>
                <a:cubicBezTo>
                  <a:pt x="303443" y="102214"/>
                  <a:pt x="306597" y="97419"/>
                  <a:pt x="309143" y="90630"/>
                </a:cubicBezTo>
                <a:lnTo>
                  <a:pt x="311774" y="92327"/>
                </a:lnTo>
                <a:cubicBezTo>
                  <a:pt x="310586" y="100078"/>
                  <a:pt x="307135" y="107136"/>
                  <a:pt x="301421" y="113500"/>
                </a:cubicBezTo>
                <a:cubicBezTo>
                  <a:pt x="295707" y="119864"/>
                  <a:pt x="288550" y="123047"/>
                  <a:pt x="279951" y="123047"/>
                </a:cubicBezTo>
                <a:cubicBezTo>
                  <a:pt x="270617" y="123047"/>
                  <a:pt x="262626" y="119420"/>
                  <a:pt x="255978" y="112166"/>
                </a:cubicBezTo>
                <a:cubicBezTo>
                  <a:pt x="249331" y="104911"/>
                  <a:pt x="246007" y="95157"/>
                  <a:pt x="246007" y="82905"/>
                </a:cubicBezTo>
                <a:cubicBezTo>
                  <a:pt x="246007" y="69639"/>
                  <a:pt x="249416" y="59294"/>
                  <a:pt x="256233" y="51871"/>
                </a:cubicBezTo>
                <a:cubicBezTo>
                  <a:pt x="263050" y="44445"/>
                  <a:pt x="271607" y="40733"/>
                  <a:pt x="281903" y="40733"/>
                </a:cubicBezTo>
                <a:cubicBezTo>
                  <a:pt x="290615" y="40733"/>
                  <a:pt x="297772" y="43597"/>
                  <a:pt x="303372" y="49325"/>
                </a:cubicBezTo>
                <a:cubicBezTo>
                  <a:pt x="308973" y="55051"/>
                  <a:pt x="311774" y="62710"/>
                  <a:pt x="311774" y="72301"/>
                </a:cubicBezTo>
                <a:lnTo>
                  <a:pt x="258057" y="72301"/>
                </a:lnTo>
                <a:moveTo>
                  <a:pt x="258057" y="67379"/>
                </a:moveTo>
                <a:lnTo>
                  <a:pt x="294038" y="67379"/>
                </a:lnTo>
                <a:cubicBezTo>
                  <a:pt x="293755" y="62400"/>
                  <a:pt x="293161" y="58893"/>
                  <a:pt x="292256" y="56856"/>
                </a:cubicBezTo>
                <a:cubicBezTo>
                  <a:pt x="290841" y="53688"/>
                  <a:pt x="288734" y="51199"/>
                  <a:pt x="285934" y="49388"/>
                </a:cubicBezTo>
                <a:cubicBezTo>
                  <a:pt x="283133" y="47578"/>
                  <a:pt x="280206" y="46673"/>
                  <a:pt x="277151" y="46673"/>
                </a:cubicBezTo>
                <a:cubicBezTo>
                  <a:pt x="272455" y="46673"/>
                  <a:pt x="268255" y="48497"/>
                  <a:pt x="264549" y="52146"/>
                </a:cubicBezTo>
                <a:cubicBezTo>
                  <a:pt x="260844" y="55795"/>
                  <a:pt x="258680" y="60873"/>
                  <a:pt x="258057" y="67379"/>
                </a:cubicBezTo>
                <a:close/>
                <a:moveTo>
                  <a:pt x="403618" y="40733"/>
                </a:moveTo>
                <a:cubicBezTo>
                  <a:pt x="415386" y="40733"/>
                  <a:pt x="424833" y="45198"/>
                  <a:pt x="431961" y="54127"/>
                </a:cubicBezTo>
                <a:cubicBezTo>
                  <a:pt x="438015" y="61756"/>
                  <a:pt x="441041" y="70516"/>
                  <a:pt x="441041" y="80407"/>
                </a:cubicBezTo>
                <a:cubicBezTo>
                  <a:pt x="441041" y="87359"/>
                  <a:pt x="439373" y="94395"/>
                  <a:pt x="436035" y="101516"/>
                </a:cubicBezTo>
                <a:cubicBezTo>
                  <a:pt x="432697" y="108636"/>
                  <a:pt x="428100" y="114004"/>
                  <a:pt x="422245" y="117621"/>
                </a:cubicBezTo>
                <a:cubicBezTo>
                  <a:pt x="416390" y="121238"/>
                  <a:pt x="409870" y="123047"/>
                  <a:pt x="402685" y="123047"/>
                </a:cubicBezTo>
                <a:cubicBezTo>
                  <a:pt x="390974" y="123047"/>
                  <a:pt x="381668" y="118384"/>
                  <a:pt x="374766" y="109058"/>
                </a:cubicBezTo>
                <a:cubicBezTo>
                  <a:pt x="368939" y="101203"/>
                  <a:pt x="366025" y="92388"/>
                  <a:pt x="366025" y="82611"/>
                </a:cubicBezTo>
                <a:cubicBezTo>
                  <a:pt x="366025" y="75490"/>
                  <a:pt x="367793" y="68411"/>
                  <a:pt x="371329" y="61375"/>
                </a:cubicBezTo>
                <a:cubicBezTo>
                  <a:pt x="374865" y="54339"/>
                  <a:pt x="379518" y="49139"/>
                  <a:pt x="385289" y="45777"/>
                </a:cubicBezTo>
                <a:cubicBezTo>
                  <a:pt x="391059" y="42414"/>
                  <a:pt x="397169" y="40733"/>
                  <a:pt x="403618" y="40733"/>
                </a:cubicBezTo>
                <a:moveTo>
                  <a:pt x="400988" y="46333"/>
                </a:moveTo>
                <a:cubicBezTo>
                  <a:pt x="397989" y="46333"/>
                  <a:pt x="394977" y="47224"/>
                  <a:pt x="391950" y="49004"/>
                </a:cubicBezTo>
                <a:cubicBezTo>
                  <a:pt x="388923" y="50784"/>
                  <a:pt x="386477" y="53906"/>
                  <a:pt x="384610" y="58370"/>
                </a:cubicBezTo>
                <a:cubicBezTo>
                  <a:pt x="382743" y="62834"/>
                  <a:pt x="381809" y="68569"/>
                  <a:pt x="381809" y="75576"/>
                </a:cubicBezTo>
                <a:cubicBezTo>
                  <a:pt x="381809" y="86876"/>
                  <a:pt x="384058" y="96624"/>
                  <a:pt x="388556" y="104818"/>
                </a:cubicBezTo>
                <a:cubicBezTo>
                  <a:pt x="393053" y="113010"/>
                  <a:pt x="398979" y="117107"/>
                  <a:pt x="406334" y="117107"/>
                </a:cubicBezTo>
                <a:cubicBezTo>
                  <a:pt x="411821" y="117107"/>
                  <a:pt x="416347" y="114846"/>
                  <a:pt x="419911" y="110326"/>
                </a:cubicBezTo>
                <a:cubicBezTo>
                  <a:pt x="423475" y="105805"/>
                  <a:pt x="425258" y="98036"/>
                  <a:pt x="425258" y="87018"/>
                </a:cubicBezTo>
                <a:cubicBezTo>
                  <a:pt x="425258" y="73230"/>
                  <a:pt x="422287" y="62381"/>
                  <a:pt x="416347" y="54469"/>
                </a:cubicBezTo>
                <a:cubicBezTo>
                  <a:pt x="412331" y="49045"/>
                  <a:pt x="407211" y="46333"/>
                  <a:pt x="400988" y="46333"/>
                </a:cubicBezTo>
                <a:close/>
                <a:moveTo>
                  <a:pt x="475240" y="40733"/>
                </a:moveTo>
                <a:lnTo>
                  <a:pt x="475240" y="58214"/>
                </a:lnTo>
                <a:cubicBezTo>
                  <a:pt x="481746" y="46560"/>
                  <a:pt x="488422" y="40733"/>
                  <a:pt x="495267" y="40733"/>
                </a:cubicBezTo>
                <a:cubicBezTo>
                  <a:pt x="498379" y="40733"/>
                  <a:pt x="500953" y="41680"/>
                  <a:pt x="502989" y="43576"/>
                </a:cubicBezTo>
                <a:cubicBezTo>
                  <a:pt x="505026" y="45471"/>
                  <a:pt x="506044" y="47663"/>
                  <a:pt x="506044" y="50152"/>
                </a:cubicBezTo>
                <a:cubicBezTo>
                  <a:pt x="506044" y="52359"/>
                  <a:pt x="505309" y="54225"/>
                  <a:pt x="503838" y="55753"/>
                </a:cubicBezTo>
                <a:cubicBezTo>
                  <a:pt x="502367" y="57280"/>
                  <a:pt x="500613" y="58044"/>
                  <a:pt x="498577" y="58044"/>
                </a:cubicBezTo>
                <a:cubicBezTo>
                  <a:pt x="496596" y="58044"/>
                  <a:pt x="494376" y="57068"/>
                  <a:pt x="491915" y="55116"/>
                </a:cubicBezTo>
                <a:cubicBezTo>
                  <a:pt x="489454" y="53165"/>
                  <a:pt x="487630" y="52189"/>
                  <a:pt x="486442" y="52189"/>
                </a:cubicBezTo>
                <a:cubicBezTo>
                  <a:pt x="485423" y="52189"/>
                  <a:pt x="484320" y="52753"/>
                  <a:pt x="483132" y="53881"/>
                </a:cubicBezTo>
                <a:cubicBezTo>
                  <a:pt x="480586" y="56195"/>
                  <a:pt x="477956" y="60004"/>
                  <a:pt x="475240" y="65308"/>
                </a:cubicBezTo>
                <a:lnTo>
                  <a:pt x="475240" y="102466"/>
                </a:lnTo>
                <a:cubicBezTo>
                  <a:pt x="475240" y="106753"/>
                  <a:pt x="475778" y="109997"/>
                  <a:pt x="476852" y="112198"/>
                </a:cubicBezTo>
                <a:cubicBezTo>
                  <a:pt x="477588" y="113722"/>
                  <a:pt x="478889" y="114992"/>
                  <a:pt x="480756" y="116009"/>
                </a:cubicBezTo>
                <a:cubicBezTo>
                  <a:pt x="482623" y="117023"/>
                  <a:pt x="485310" y="117531"/>
                  <a:pt x="488818" y="117531"/>
                </a:cubicBezTo>
                <a:lnTo>
                  <a:pt x="488818" y="120671"/>
                </a:lnTo>
                <a:lnTo>
                  <a:pt x="449018" y="120671"/>
                </a:lnTo>
                <a:lnTo>
                  <a:pt x="449018" y="117531"/>
                </a:lnTo>
                <a:cubicBezTo>
                  <a:pt x="452979" y="117531"/>
                  <a:pt x="455920" y="116910"/>
                  <a:pt x="457844" y="115669"/>
                </a:cubicBezTo>
                <a:cubicBezTo>
                  <a:pt x="459258" y="114766"/>
                  <a:pt x="460248" y="113326"/>
                  <a:pt x="460814" y="111349"/>
                </a:cubicBezTo>
                <a:cubicBezTo>
                  <a:pt x="461097" y="110389"/>
                  <a:pt x="461238" y="107652"/>
                  <a:pt x="461238" y="103136"/>
                </a:cubicBezTo>
                <a:lnTo>
                  <a:pt x="461238" y="73078"/>
                </a:lnTo>
                <a:cubicBezTo>
                  <a:pt x="461238" y="64045"/>
                  <a:pt x="461054" y="58669"/>
                  <a:pt x="460687" y="56949"/>
                </a:cubicBezTo>
                <a:cubicBezTo>
                  <a:pt x="460319" y="55227"/>
                  <a:pt x="459640" y="53971"/>
                  <a:pt x="458650" y="53181"/>
                </a:cubicBezTo>
                <a:cubicBezTo>
                  <a:pt x="457660" y="52390"/>
                  <a:pt x="456430" y="51995"/>
                  <a:pt x="454959" y="51995"/>
                </a:cubicBezTo>
                <a:cubicBezTo>
                  <a:pt x="453205" y="51995"/>
                  <a:pt x="451225" y="52419"/>
                  <a:pt x="449018" y="53265"/>
                </a:cubicBezTo>
                <a:lnTo>
                  <a:pt x="448170" y="50216"/>
                </a:lnTo>
                <a:lnTo>
                  <a:pt x="471676" y="40733"/>
                </a:lnTo>
                <a:lnTo>
                  <a:pt x="475240" y="40733"/>
                </a:lnTo>
                <a:close/>
                <a:moveTo>
                  <a:pt x="583944" y="11880"/>
                </a:moveTo>
                <a:lnTo>
                  <a:pt x="583944" y="57026"/>
                </a:lnTo>
                <a:lnTo>
                  <a:pt x="604905" y="57026"/>
                </a:lnTo>
                <a:cubicBezTo>
                  <a:pt x="609713" y="57026"/>
                  <a:pt x="613235" y="55965"/>
                  <a:pt x="615470" y="53844"/>
                </a:cubicBezTo>
                <a:cubicBezTo>
                  <a:pt x="617704" y="51722"/>
                  <a:pt x="619189" y="47521"/>
                  <a:pt x="619925" y="41242"/>
                </a:cubicBezTo>
                <a:lnTo>
                  <a:pt x="623065" y="41242"/>
                </a:lnTo>
                <a:lnTo>
                  <a:pt x="623065" y="80277"/>
                </a:lnTo>
                <a:lnTo>
                  <a:pt x="619925" y="80277"/>
                </a:lnTo>
                <a:cubicBezTo>
                  <a:pt x="619868" y="75785"/>
                  <a:pt x="619288" y="72487"/>
                  <a:pt x="618185" y="70383"/>
                </a:cubicBezTo>
                <a:cubicBezTo>
                  <a:pt x="617082" y="68278"/>
                  <a:pt x="615554" y="66699"/>
                  <a:pt x="613603" y="65647"/>
                </a:cubicBezTo>
                <a:cubicBezTo>
                  <a:pt x="611651" y="64595"/>
                  <a:pt x="608752" y="64069"/>
                  <a:pt x="604905" y="64069"/>
                </a:cubicBezTo>
                <a:lnTo>
                  <a:pt x="583944" y="64069"/>
                </a:lnTo>
                <a:lnTo>
                  <a:pt x="583944" y="100278"/>
                </a:lnTo>
                <a:cubicBezTo>
                  <a:pt x="583944" y="106114"/>
                  <a:pt x="584312" y="109967"/>
                  <a:pt x="585047" y="111837"/>
                </a:cubicBezTo>
                <a:cubicBezTo>
                  <a:pt x="585613" y="113253"/>
                  <a:pt x="586801" y="114471"/>
                  <a:pt x="588611" y="115492"/>
                </a:cubicBezTo>
                <a:cubicBezTo>
                  <a:pt x="591101" y="116851"/>
                  <a:pt x="593703" y="117531"/>
                  <a:pt x="596419" y="117531"/>
                </a:cubicBezTo>
                <a:lnTo>
                  <a:pt x="600577" y="117531"/>
                </a:lnTo>
                <a:lnTo>
                  <a:pt x="600577" y="120671"/>
                </a:lnTo>
                <a:lnTo>
                  <a:pt x="551188" y="120671"/>
                </a:lnTo>
                <a:lnTo>
                  <a:pt x="551188" y="117531"/>
                </a:lnTo>
                <a:lnTo>
                  <a:pt x="555262" y="117531"/>
                </a:lnTo>
                <a:cubicBezTo>
                  <a:pt x="560014" y="117531"/>
                  <a:pt x="563465" y="116145"/>
                  <a:pt x="565614" y="113373"/>
                </a:cubicBezTo>
                <a:cubicBezTo>
                  <a:pt x="566972" y="111562"/>
                  <a:pt x="567651" y="107206"/>
                  <a:pt x="567651" y="100304"/>
                </a:cubicBezTo>
                <a:lnTo>
                  <a:pt x="567651" y="25967"/>
                </a:lnTo>
                <a:cubicBezTo>
                  <a:pt x="567651" y="20140"/>
                  <a:pt x="567283" y="16293"/>
                  <a:pt x="566548" y="14426"/>
                </a:cubicBezTo>
                <a:cubicBezTo>
                  <a:pt x="565982" y="13012"/>
                  <a:pt x="564822" y="11796"/>
                  <a:pt x="563069" y="10777"/>
                </a:cubicBezTo>
                <a:cubicBezTo>
                  <a:pt x="560636" y="9419"/>
                  <a:pt x="558034" y="8741"/>
                  <a:pt x="555262" y="8741"/>
                </a:cubicBezTo>
                <a:lnTo>
                  <a:pt x="551188" y="8741"/>
                </a:lnTo>
                <a:lnTo>
                  <a:pt x="551188" y="5601"/>
                </a:lnTo>
                <a:lnTo>
                  <a:pt x="636812" y="5601"/>
                </a:lnTo>
                <a:lnTo>
                  <a:pt x="637915" y="30889"/>
                </a:lnTo>
                <a:lnTo>
                  <a:pt x="634945" y="30889"/>
                </a:lnTo>
                <a:cubicBezTo>
                  <a:pt x="633474" y="25515"/>
                  <a:pt x="631763" y="21569"/>
                  <a:pt x="629811" y="19051"/>
                </a:cubicBezTo>
                <a:cubicBezTo>
                  <a:pt x="627859" y="16534"/>
                  <a:pt x="625455" y="14709"/>
                  <a:pt x="622598" y="13578"/>
                </a:cubicBezTo>
                <a:cubicBezTo>
                  <a:pt x="619741" y="12446"/>
                  <a:pt x="615314" y="11880"/>
                  <a:pt x="609317" y="11880"/>
                </a:cubicBezTo>
                <a:lnTo>
                  <a:pt x="583944" y="11880"/>
                </a:lnTo>
                <a:close/>
                <a:moveTo>
                  <a:pt x="694490" y="109469"/>
                </a:moveTo>
                <a:cubicBezTo>
                  <a:pt x="686514" y="115636"/>
                  <a:pt x="681507" y="119200"/>
                  <a:pt x="679470" y="120161"/>
                </a:cubicBezTo>
                <a:cubicBezTo>
                  <a:pt x="676415" y="121632"/>
                  <a:pt x="673162" y="122368"/>
                  <a:pt x="669711" y="122368"/>
                </a:cubicBezTo>
                <a:cubicBezTo>
                  <a:pt x="664337" y="122368"/>
                  <a:pt x="659910" y="120529"/>
                  <a:pt x="656431" y="116852"/>
                </a:cubicBezTo>
                <a:cubicBezTo>
                  <a:pt x="652952" y="113175"/>
                  <a:pt x="651212" y="108338"/>
                  <a:pt x="651212" y="102341"/>
                </a:cubicBezTo>
                <a:cubicBezTo>
                  <a:pt x="651212" y="98551"/>
                  <a:pt x="652060" y="95269"/>
                  <a:pt x="653758" y="92497"/>
                </a:cubicBezTo>
                <a:cubicBezTo>
                  <a:pt x="656077" y="88650"/>
                  <a:pt x="660108" y="85030"/>
                  <a:pt x="665850" y="81635"/>
                </a:cubicBezTo>
                <a:cubicBezTo>
                  <a:pt x="671592" y="78241"/>
                  <a:pt x="681139" y="74111"/>
                  <a:pt x="694490" y="69246"/>
                </a:cubicBezTo>
                <a:lnTo>
                  <a:pt x="694490" y="66191"/>
                </a:lnTo>
                <a:cubicBezTo>
                  <a:pt x="694490" y="58440"/>
                  <a:pt x="693260" y="53122"/>
                  <a:pt x="690799" y="50237"/>
                </a:cubicBezTo>
                <a:cubicBezTo>
                  <a:pt x="688338" y="47352"/>
                  <a:pt x="684760" y="45909"/>
                  <a:pt x="680064" y="45909"/>
                </a:cubicBezTo>
                <a:cubicBezTo>
                  <a:pt x="676500" y="45909"/>
                  <a:pt x="673671" y="46867"/>
                  <a:pt x="671578" y="48784"/>
                </a:cubicBezTo>
                <a:cubicBezTo>
                  <a:pt x="669428" y="50700"/>
                  <a:pt x="668354" y="52899"/>
                  <a:pt x="668354" y="55379"/>
                </a:cubicBezTo>
                <a:lnTo>
                  <a:pt x="668523" y="60282"/>
                </a:lnTo>
                <a:cubicBezTo>
                  <a:pt x="668523" y="62874"/>
                  <a:pt x="667859" y="64874"/>
                  <a:pt x="666529" y="66283"/>
                </a:cubicBezTo>
                <a:cubicBezTo>
                  <a:pt x="665200" y="67692"/>
                  <a:pt x="663460" y="68397"/>
                  <a:pt x="661310" y="68397"/>
                </a:cubicBezTo>
                <a:cubicBezTo>
                  <a:pt x="659217" y="68397"/>
                  <a:pt x="657506" y="67664"/>
                  <a:pt x="656176" y="66199"/>
                </a:cubicBezTo>
                <a:cubicBezTo>
                  <a:pt x="654847" y="64731"/>
                  <a:pt x="654182" y="62728"/>
                  <a:pt x="654182" y="60189"/>
                </a:cubicBezTo>
                <a:cubicBezTo>
                  <a:pt x="654182" y="55340"/>
                  <a:pt x="656671" y="50885"/>
                  <a:pt x="661650" y="46824"/>
                </a:cubicBezTo>
                <a:cubicBezTo>
                  <a:pt x="666628" y="42763"/>
                  <a:pt x="673615" y="40733"/>
                  <a:pt x="682610" y="40733"/>
                </a:cubicBezTo>
                <a:cubicBezTo>
                  <a:pt x="689512" y="40733"/>
                  <a:pt x="695169" y="41891"/>
                  <a:pt x="699582" y="44207"/>
                </a:cubicBezTo>
                <a:cubicBezTo>
                  <a:pt x="702920" y="45959"/>
                  <a:pt x="705381" y="48700"/>
                  <a:pt x="706965" y="52430"/>
                </a:cubicBezTo>
                <a:cubicBezTo>
                  <a:pt x="707983" y="54859"/>
                  <a:pt x="708492" y="59831"/>
                  <a:pt x="708492" y="67347"/>
                </a:cubicBezTo>
                <a:lnTo>
                  <a:pt x="708492" y="93706"/>
                </a:lnTo>
                <a:cubicBezTo>
                  <a:pt x="708492" y="101109"/>
                  <a:pt x="708634" y="105643"/>
                  <a:pt x="708917" y="107311"/>
                </a:cubicBezTo>
                <a:cubicBezTo>
                  <a:pt x="709199" y="108978"/>
                  <a:pt x="709666" y="110094"/>
                  <a:pt x="710317" y="110660"/>
                </a:cubicBezTo>
                <a:cubicBezTo>
                  <a:pt x="710967" y="111224"/>
                  <a:pt x="711717" y="111506"/>
                  <a:pt x="712566" y="111506"/>
                </a:cubicBezTo>
                <a:cubicBezTo>
                  <a:pt x="713471" y="111506"/>
                  <a:pt x="714263" y="111308"/>
                  <a:pt x="714942" y="110912"/>
                </a:cubicBezTo>
                <a:cubicBezTo>
                  <a:pt x="716130" y="110176"/>
                  <a:pt x="718421" y="108111"/>
                  <a:pt x="721815" y="104717"/>
                </a:cubicBezTo>
                <a:lnTo>
                  <a:pt x="721815" y="109469"/>
                </a:lnTo>
                <a:cubicBezTo>
                  <a:pt x="715479" y="117955"/>
                  <a:pt x="709426" y="122198"/>
                  <a:pt x="703655" y="122198"/>
                </a:cubicBezTo>
                <a:cubicBezTo>
                  <a:pt x="700883" y="122198"/>
                  <a:pt x="698677" y="121236"/>
                  <a:pt x="697036" y="119313"/>
                </a:cubicBezTo>
                <a:cubicBezTo>
                  <a:pt x="695396" y="117389"/>
                  <a:pt x="694547" y="114108"/>
                  <a:pt x="694490" y="109469"/>
                </a:cubicBezTo>
                <a:moveTo>
                  <a:pt x="694490" y="103906"/>
                </a:moveTo>
                <a:lnTo>
                  <a:pt x="694490" y="74422"/>
                </a:lnTo>
                <a:cubicBezTo>
                  <a:pt x="685948" y="77801"/>
                  <a:pt x="680432" y="80194"/>
                  <a:pt x="677943" y="81603"/>
                </a:cubicBezTo>
                <a:cubicBezTo>
                  <a:pt x="673473" y="84082"/>
                  <a:pt x="670277" y="86673"/>
                  <a:pt x="668354" y="89376"/>
                </a:cubicBezTo>
                <a:cubicBezTo>
                  <a:pt x="666430" y="92079"/>
                  <a:pt x="665468" y="95036"/>
                  <a:pt x="665468" y="98246"/>
                </a:cubicBezTo>
                <a:cubicBezTo>
                  <a:pt x="665468" y="102302"/>
                  <a:pt x="666685" y="105667"/>
                  <a:pt x="669117" y="108342"/>
                </a:cubicBezTo>
                <a:cubicBezTo>
                  <a:pt x="671550" y="111017"/>
                  <a:pt x="674350" y="112354"/>
                  <a:pt x="677518" y="112354"/>
                </a:cubicBezTo>
                <a:cubicBezTo>
                  <a:pt x="681818" y="112354"/>
                  <a:pt x="687475" y="109538"/>
                  <a:pt x="694490" y="103906"/>
                </a:cubicBezTo>
                <a:close/>
                <a:moveTo>
                  <a:pt x="754343" y="0"/>
                </a:moveTo>
                <a:lnTo>
                  <a:pt x="754343" y="103030"/>
                </a:lnTo>
                <a:cubicBezTo>
                  <a:pt x="754343" y="107892"/>
                  <a:pt x="754696" y="111115"/>
                  <a:pt x="755403" y="112699"/>
                </a:cubicBezTo>
                <a:cubicBezTo>
                  <a:pt x="756111" y="114281"/>
                  <a:pt x="757200" y="115483"/>
                  <a:pt x="758670" y="116303"/>
                </a:cubicBezTo>
                <a:cubicBezTo>
                  <a:pt x="760141" y="117122"/>
                  <a:pt x="762885" y="117531"/>
                  <a:pt x="766902" y="117531"/>
                </a:cubicBezTo>
                <a:lnTo>
                  <a:pt x="766902" y="120671"/>
                </a:lnTo>
                <a:lnTo>
                  <a:pt x="728800" y="120671"/>
                </a:lnTo>
                <a:lnTo>
                  <a:pt x="728800" y="117531"/>
                </a:lnTo>
                <a:cubicBezTo>
                  <a:pt x="732364" y="117531"/>
                  <a:pt x="734797" y="117164"/>
                  <a:pt x="736098" y="116430"/>
                </a:cubicBezTo>
                <a:cubicBezTo>
                  <a:pt x="737399" y="115695"/>
                  <a:pt x="738417" y="114479"/>
                  <a:pt x="739153" y="112784"/>
                </a:cubicBezTo>
                <a:cubicBezTo>
                  <a:pt x="739888" y="111087"/>
                  <a:pt x="740256" y="107836"/>
                  <a:pt x="740256" y="103030"/>
                </a:cubicBezTo>
                <a:lnTo>
                  <a:pt x="740256" y="32477"/>
                </a:lnTo>
                <a:cubicBezTo>
                  <a:pt x="740256" y="23716"/>
                  <a:pt x="740058" y="18331"/>
                  <a:pt x="739662" y="16325"/>
                </a:cubicBezTo>
                <a:cubicBezTo>
                  <a:pt x="739266" y="14317"/>
                  <a:pt x="738629" y="12946"/>
                  <a:pt x="737753" y="12212"/>
                </a:cubicBezTo>
                <a:cubicBezTo>
                  <a:pt x="736876" y="11476"/>
                  <a:pt x="735758" y="11109"/>
                  <a:pt x="734401" y="11109"/>
                </a:cubicBezTo>
                <a:cubicBezTo>
                  <a:pt x="732930" y="11109"/>
                  <a:pt x="731063" y="11561"/>
                  <a:pt x="728800" y="12466"/>
                </a:cubicBezTo>
                <a:lnTo>
                  <a:pt x="727357" y="9496"/>
                </a:lnTo>
                <a:lnTo>
                  <a:pt x="750524" y="0"/>
                </a:lnTo>
                <a:lnTo>
                  <a:pt x="754343" y="0"/>
                </a:lnTo>
                <a:close/>
                <a:moveTo>
                  <a:pt x="826164" y="40733"/>
                </a:moveTo>
                <a:lnTo>
                  <a:pt x="826164" y="67039"/>
                </a:lnTo>
                <a:lnTo>
                  <a:pt x="823363" y="67039"/>
                </a:lnTo>
                <a:cubicBezTo>
                  <a:pt x="821214" y="58788"/>
                  <a:pt x="818456" y="53176"/>
                  <a:pt x="815089" y="50203"/>
                </a:cubicBezTo>
                <a:cubicBezTo>
                  <a:pt x="811723" y="47227"/>
                  <a:pt x="807438" y="45739"/>
                  <a:pt x="802233" y="45739"/>
                </a:cubicBezTo>
                <a:cubicBezTo>
                  <a:pt x="798273" y="45739"/>
                  <a:pt x="795077" y="46785"/>
                  <a:pt x="792644" y="48877"/>
                </a:cubicBezTo>
                <a:cubicBezTo>
                  <a:pt x="790211" y="50966"/>
                  <a:pt x="788995" y="53283"/>
                  <a:pt x="788995" y="55827"/>
                </a:cubicBezTo>
                <a:cubicBezTo>
                  <a:pt x="788995" y="58992"/>
                  <a:pt x="789900" y="61704"/>
                  <a:pt x="791711" y="63963"/>
                </a:cubicBezTo>
                <a:cubicBezTo>
                  <a:pt x="793464" y="66281"/>
                  <a:pt x="797028" y="68739"/>
                  <a:pt x="802403" y="71338"/>
                </a:cubicBezTo>
                <a:lnTo>
                  <a:pt x="814792" y="77358"/>
                </a:lnTo>
                <a:cubicBezTo>
                  <a:pt x="826277" y="82951"/>
                  <a:pt x="832019" y="90326"/>
                  <a:pt x="832019" y="99482"/>
                </a:cubicBezTo>
                <a:cubicBezTo>
                  <a:pt x="832019" y="106545"/>
                  <a:pt x="829346" y="112239"/>
                  <a:pt x="824000" y="116563"/>
                </a:cubicBezTo>
                <a:cubicBezTo>
                  <a:pt x="818654" y="120885"/>
                  <a:pt x="812671" y="123047"/>
                  <a:pt x="806052" y="123047"/>
                </a:cubicBezTo>
                <a:cubicBezTo>
                  <a:pt x="801300" y="123047"/>
                  <a:pt x="795869" y="122198"/>
                  <a:pt x="789759" y="120501"/>
                </a:cubicBezTo>
                <a:cubicBezTo>
                  <a:pt x="787892" y="119935"/>
                  <a:pt x="786364" y="119652"/>
                  <a:pt x="785176" y="119652"/>
                </a:cubicBezTo>
                <a:cubicBezTo>
                  <a:pt x="783875" y="119652"/>
                  <a:pt x="782857" y="120388"/>
                  <a:pt x="782121" y="121859"/>
                </a:cubicBezTo>
                <a:lnTo>
                  <a:pt x="779321" y="121859"/>
                </a:lnTo>
                <a:lnTo>
                  <a:pt x="779321" y="94025"/>
                </a:lnTo>
                <a:lnTo>
                  <a:pt x="782121" y="94025"/>
                </a:lnTo>
                <a:cubicBezTo>
                  <a:pt x="783705" y="101973"/>
                  <a:pt x="786732" y="107963"/>
                  <a:pt x="791201" y="111994"/>
                </a:cubicBezTo>
                <a:cubicBezTo>
                  <a:pt x="795671" y="116025"/>
                  <a:pt x="800677" y="118040"/>
                  <a:pt x="806222" y="118040"/>
                </a:cubicBezTo>
                <a:cubicBezTo>
                  <a:pt x="810125" y="118040"/>
                  <a:pt x="813307" y="116896"/>
                  <a:pt x="815768" y="114608"/>
                </a:cubicBezTo>
                <a:cubicBezTo>
                  <a:pt x="818229" y="112319"/>
                  <a:pt x="819460" y="109564"/>
                  <a:pt x="819460" y="106343"/>
                </a:cubicBezTo>
                <a:cubicBezTo>
                  <a:pt x="819460" y="102443"/>
                  <a:pt x="818088" y="99165"/>
                  <a:pt x="815344" y="96509"/>
                </a:cubicBezTo>
                <a:cubicBezTo>
                  <a:pt x="812600" y="93854"/>
                  <a:pt x="807127" y="90492"/>
                  <a:pt x="798924" y="86424"/>
                </a:cubicBezTo>
                <a:cubicBezTo>
                  <a:pt x="790721" y="82355"/>
                  <a:pt x="785346" y="78681"/>
                  <a:pt x="782800" y="75403"/>
                </a:cubicBezTo>
                <a:cubicBezTo>
                  <a:pt x="780255" y="72182"/>
                  <a:pt x="778982" y="68113"/>
                  <a:pt x="778982" y="63197"/>
                </a:cubicBezTo>
                <a:cubicBezTo>
                  <a:pt x="778982" y="56811"/>
                  <a:pt x="781174" y="51471"/>
                  <a:pt x="785558" y="47177"/>
                </a:cubicBezTo>
                <a:cubicBezTo>
                  <a:pt x="789943" y="42881"/>
                  <a:pt x="795614" y="40733"/>
                  <a:pt x="802573" y="40733"/>
                </a:cubicBezTo>
                <a:cubicBezTo>
                  <a:pt x="805628" y="40733"/>
                  <a:pt x="809333" y="41383"/>
                  <a:pt x="813689" y="42684"/>
                </a:cubicBezTo>
                <a:cubicBezTo>
                  <a:pt x="816575" y="43533"/>
                  <a:pt x="818498" y="43957"/>
                  <a:pt x="819460" y="43957"/>
                </a:cubicBezTo>
                <a:cubicBezTo>
                  <a:pt x="820365" y="43957"/>
                  <a:pt x="821072" y="43759"/>
                  <a:pt x="821581" y="43363"/>
                </a:cubicBezTo>
                <a:cubicBezTo>
                  <a:pt x="822090" y="42967"/>
                  <a:pt x="822684" y="42090"/>
                  <a:pt x="823363" y="40733"/>
                </a:cubicBezTo>
                <a:lnTo>
                  <a:pt x="826164" y="40733"/>
                </a:lnTo>
                <a:close/>
                <a:moveTo>
                  <a:pt x="856600" y="72301"/>
                </a:moveTo>
                <a:cubicBezTo>
                  <a:pt x="856544" y="83815"/>
                  <a:pt x="859344" y="92846"/>
                  <a:pt x="865002" y="99395"/>
                </a:cubicBezTo>
                <a:cubicBezTo>
                  <a:pt x="870659" y="105941"/>
                  <a:pt x="877306" y="109215"/>
                  <a:pt x="884944" y="109215"/>
                </a:cubicBezTo>
                <a:cubicBezTo>
                  <a:pt x="890035" y="109215"/>
                  <a:pt x="894462" y="107814"/>
                  <a:pt x="898224" y="105014"/>
                </a:cubicBezTo>
                <a:cubicBezTo>
                  <a:pt x="901986" y="102214"/>
                  <a:pt x="905140" y="97419"/>
                  <a:pt x="907686" y="90630"/>
                </a:cubicBezTo>
                <a:lnTo>
                  <a:pt x="910317" y="92327"/>
                </a:lnTo>
                <a:cubicBezTo>
                  <a:pt x="909129" y="100078"/>
                  <a:pt x="905678" y="107136"/>
                  <a:pt x="899964" y="113500"/>
                </a:cubicBezTo>
                <a:cubicBezTo>
                  <a:pt x="894250" y="119864"/>
                  <a:pt x="887093" y="123047"/>
                  <a:pt x="878494" y="123047"/>
                </a:cubicBezTo>
                <a:cubicBezTo>
                  <a:pt x="869160" y="123047"/>
                  <a:pt x="861169" y="119420"/>
                  <a:pt x="854521" y="112166"/>
                </a:cubicBezTo>
                <a:cubicBezTo>
                  <a:pt x="847874" y="104911"/>
                  <a:pt x="844550" y="95157"/>
                  <a:pt x="844550" y="82905"/>
                </a:cubicBezTo>
                <a:cubicBezTo>
                  <a:pt x="844550" y="69639"/>
                  <a:pt x="847959" y="59294"/>
                  <a:pt x="854776" y="51871"/>
                </a:cubicBezTo>
                <a:cubicBezTo>
                  <a:pt x="861593" y="44445"/>
                  <a:pt x="870150" y="40733"/>
                  <a:pt x="880446" y="40733"/>
                </a:cubicBezTo>
                <a:cubicBezTo>
                  <a:pt x="889158" y="40733"/>
                  <a:pt x="896315" y="43597"/>
                  <a:pt x="901916" y="49325"/>
                </a:cubicBezTo>
                <a:cubicBezTo>
                  <a:pt x="907516" y="55051"/>
                  <a:pt x="910317" y="62710"/>
                  <a:pt x="910317" y="72301"/>
                </a:cubicBezTo>
                <a:lnTo>
                  <a:pt x="856600" y="72301"/>
                </a:lnTo>
                <a:moveTo>
                  <a:pt x="856600" y="67379"/>
                </a:moveTo>
                <a:lnTo>
                  <a:pt x="892581" y="67379"/>
                </a:lnTo>
                <a:cubicBezTo>
                  <a:pt x="892298" y="62400"/>
                  <a:pt x="891704" y="58893"/>
                  <a:pt x="890799" y="56856"/>
                </a:cubicBezTo>
                <a:cubicBezTo>
                  <a:pt x="889385" y="53688"/>
                  <a:pt x="887277" y="51199"/>
                  <a:pt x="884477" y="49388"/>
                </a:cubicBezTo>
                <a:cubicBezTo>
                  <a:pt x="881676" y="47578"/>
                  <a:pt x="878749" y="46673"/>
                  <a:pt x="875694" y="46673"/>
                </a:cubicBezTo>
                <a:cubicBezTo>
                  <a:pt x="870998" y="46673"/>
                  <a:pt x="866798" y="48497"/>
                  <a:pt x="863092" y="52146"/>
                </a:cubicBezTo>
                <a:cubicBezTo>
                  <a:pt x="859387" y="55795"/>
                  <a:pt x="857223" y="60873"/>
                  <a:pt x="856600" y="673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E14FEC-505E-40EA-9CAE-7562585B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6106009"/>
            <a:ext cx="1978565" cy="401061"/>
          </a:xfrm>
          <a:custGeom xmlns:a="http://schemas.openxmlformats.org/drawingml/2006/main">
            <a:pathLst>
              <a:path w="1978565" h="401061">
                <a:moveTo>
                  <a:pt x="24064" y="0"/>
                </a:moveTo>
                <a:lnTo>
                  <a:pt x="1954502" y="0"/>
                </a:lnTo>
                <a:cubicBezTo>
                  <a:pt x="1957693" y="0"/>
                  <a:pt x="1960762" y="610"/>
                  <a:pt x="1963710" y="1832"/>
                </a:cubicBezTo>
                <a:cubicBezTo>
                  <a:pt x="1966658" y="3053"/>
                  <a:pt x="1969261" y="4791"/>
                  <a:pt x="1971517" y="7048"/>
                </a:cubicBezTo>
                <a:cubicBezTo>
                  <a:pt x="1973773" y="9304"/>
                  <a:pt x="1975512" y="11906"/>
                  <a:pt x="1976733" y="14854"/>
                </a:cubicBezTo>
                <a:cubicBezTo>
                  <a:pt x="1977954" y="17802"/>
                  <a:pt x="1978565" y="20872"/>
                  <a:pt x="1978565" y="24064"/>
                </a:cubicBezTo>
                <a:lnTo>
                  <a:pt x="1978565" y="376997"/>
                </a:lnTo>
                <a:cubicBezTo>
                  <a:pt x="1978565" y="380188"/>
                  <a:pt x="1977954" y="383256"/>
                  <a:pt x="1976733" y="386205"/>
                </a:cubicBezTo>
                <a:cubicBezTo>
                  <a:pt x="1975512" y="389153"/>
                  <a:pt x="1973773" y="391756"/>
                  <a:pt x="1971517" y="394013"/>
                </a:cubicBezTo>
                <a:cubicBezTo>
                  <a:pt x="1969261" y="396269"/>
                  <a:pt x="1966658" y="398007"/>
                  <a:pt x="1963710" y="399228"/>
                </a:cubicBezTo>
                <a:cubicBezTo>
                  <a:pt x="1960762" y="400450"/>
                  <a:pt x="1957693" y="401060"/>
                  <a:pt x="1954502" y="401061"/>
                </a:cubicBezTo>
                <a:lnTo>
                  <a:pt x="24064" y="401061"/>
                </a:lnTo>
                <a:cubicBezTo>
                  <a:pt x="20872" y="401060"/>
                  <a:pt x="17803" y="400448"/>
                  <a:pt x="14854" y="399227"/>
                </a:cubicBezTo>
                <a:cubicBezTo>
                  <a:pt x="11906" y="398006"/>
                  <a:pt x="9304" y="396268"/>
                  <a:pt x="7048" y="394011"/>
                </a:cubicBezTo>
                <a:cubicBezTo>
                  <a:pt x="4791" y="391756"/>
                  <a:pt x="3052" y="389153"/>
                  <a:pt x="1831" y="386205"/>
                </a:cubicBezTo>
                <a:cubicBezTo>
                  <a:pt x="610" y="383256"/>
                  <a:pt x="0" y="380188"/>
                  <a:pt x="0" y="376997"/>
                </a:cubicBezTo>
                <a:lnTo>
                  <a:pt x="0" y="24064"/>
                </a:lnTo>
                <a:cubicBezTo>
                  <a:pt x="0" y="20872"/>
                  <a:pt x="610" y="17802"/>
                  <a:pt x="1831" y="14854"/>
                </a:cubicBezTo>
                <a:cubicBezTo>
                  <a:pt x="3052" y="11906"/>
                  <a:pt x="4791" y="9303"/>
                  <a:pt x="7048" y="7048"/>
                </a:cubicBezTo>
                <a:cubicBezTo>
                  <a:pt x="9304" y="4791"/>
                  <a:pt x="11906" y="3052"/>
                  <a:pt x="14854" y="1831"/>
                </a:cubicBezTo>
                <a:cubicBezTo>
                  <a:pt x="17803" y="610"/>
                  <a:pt x="20872" y="0"/>
                  <a:pt x="24064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F390D-E233-4A7C-B7F3-BF853C4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6106009"/>
            <a:ext cx="1978565" cy="401061"/>
          </a:xfrm>
          <a:custGeom xmlns:a="http://schemas.openxmlformats.org/drawingml/2006/main">
            <a:pathLst>
              <a:path w="1978565" h="401061" fill="none">
                <a:moveTo>
                  <a:pt x="24064" y="0"/>
                </a:moveTo>
                <a:lnTo>
                  <a:pt x="1954502" y="0"/>
                </a:lnTo>
                <a:cubicBezTo>
                  <a:pt x="1957693" y="0"/>
                  <a:pt x="1960762" y="610"/>
                  <a:pt x="1963710" y="1832"/>
                </a:cubicBezTo>
                <a:cubicBezTo>
                  <a:pt x="1966658" y="3053"/>
                  <a:pt x="1969261" y="4791"/>
                  <a:pt x="1971517" y="7048"/>
                </a:cubicBezTo>
                <a:cubicBezTo>
                  <a:pt x="1973773" y="9304"/>
                  <a:pt x="1975512" y="11906"/>
                  <a:pt x="1976733" y="14854"/>
                </a:cubicBezTo>
                <a:cubicBezTo>
                  <a:pt x="1977954" y="17802"/>
                  <a:pt x="1978565" y="20872"/>
                  <a:pt x="1978565" y="24064"/>
                </a:cubicBezTo>
                <a:lnTo>
                  <a:pt x="1978565" y="376997"/>
                </a:lnTo>
                <a:cubicBezTo>
                  <a:pt x="1978565" y="380188"/>
                  <a:pt x="1977954" y="383256"/>
                  <a:pt x="1976733" y="386205"/>
                </a:cubicBezTo>
                <a:cubicBezTo>
                  <a:pt x="1975512" y="389153"/>
                  <a:pt x="1973773" y="391756"/>
                  <a:pt x="1971517" y="394013"/>
                </a:cubicBezTo>
                <a:cubicBezTo>
                  <a:pt x="1969261" y="396269"/>
                  <a:pt x="1966658" y="398007"/>
                  <a:pt x="1963710" y="399228"/>
                </a:cubicBezTo>
                <a:cubicBezTo>
                  <a:pt x="1960762" y="400450"/>
                  <a:pt x="1957693" y="401060"/>
                  <a:pt x="1954502" y="401061"/>
                </a:cubicBezTo>
                <a:lnTo>
                  <a:pt x="24064" y="401061"/>
                </a:lnTo>
                <a:cubicBezTo>
                  <a:pt x="20872" y="401060"/>
                  <a:pt x="17803" y="400448"/>
                  <a:pt x="14854" y="399227"/>
                </a:cubicBezTo>
                <a:cubicBezTo>
                  <a:pt x="11906" y="398006"/>
                  <a:pt x="9304" y="396268"/>
                  <a:pt x="7048" y="394011"/>
                </a:cubicBezTo>
                <a:cubicBezTo>
                  <a:pt x="4791" y="391756"/>
                  <a:pt x="3052" y="389153"/>
                  <a:pt x="1831" y="386205"/>
                </a:cubicBezTo>
                <a:cubicBezTo>
                  <a:pt x="610" y="383256"/>
                  <a:pt x="0" y="380188"/>
                  <a:pt x="0" y="376997"/>
                </a:cubicBezTo>
                <a:lnTo>
                  <a:pt x="0" y="24064"/>
                </a:lnTo>
                <a:cubicBezTo>
                  <a:pt x="0" y="20872"/>
                  <a:pt x="610" y="17802"/>
                  <a:pt x="1831" y="14854"/>
                </a:cubicBezTo>
                <a:cubicBezTo>
                  <a:pt x="3052" y="11906"/>
                  <a:pt x="4791" y="9303"/>
                  <a:pt x="7048" y="7048"/>
                </a:cubicBezTo>
                <a:cubicBezTo>
                  <a:pt x="9304" y="4791"/>
                  <a:pt x="11906" y="3052"/>
                  <a:pt x="14854" y="1831"/>
                </a:cubicBezTo>
                <a:cubicBezTo>
                  <a:pt x="17803" y="610"/>
                  <a:pt x="20872" y="0"/>
                  <a:pt x="2406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26" name="Text Whatareyourthougthson">
            <a:extLst xmlns:a="http://schemas.openxmlformats.org/drawingml/2006/main">
              <a:ext uri="{FF2B5EF4-FFF2-40B4-BE49-F238E27FC236}">
                <a16:creationId xmlns:a16="http://schemas.microsoft.com/office/drawing/2014/main" id="{055D2052-0441-4CB5-886F-06CE482B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260" y="6139078"/>
            <a:ext cx="1850447" cy="158179"/>
          </a:xfrm>
          <a:custGeom xmlns:a="http://schemas.openxmlformats.org/drawingml/2006/main">
            <a:pathLst>
              <a:path w="1850447" h="158179">
                <a:moveTo>
                  <a:pt x="160385" y="5601"/>
                </a:moveTo>
                <a:lnTo>
                  <a:pt x="160385" y="8741"/>
                </a:lnTo>
                <a:cubicBezTo>
                  <a:pt x="157387" y="8741"/>
                  <a:pt x="154954" y="9278"/>
                  <a:pt x="153087" y="10353"/>
                </a:cubicBezTo>
                <a:cubicBezTo>
                  <a:pt x="151220" y="11426"/>
                  <a:pt x="149438" y="13433"/>
                  <a:pt x="147741" y="16373"/>
                </a:cubicBezTo>
                <a:cubicBezTo>
                  <a:pt x="146609" y="18351"/>
                  <a:pt x="144827" y="23071"/>
                  <a:pt x="142395" y="30534"/>
                </a:cubicBezTo>
                <a:lnTo>
                  <a:pt x="110318" y="123216"/>
                </a:lnTo>
                <a:lnTo>
                  <a:pt x="106923" y="123216"/>
                </a:lnTo>
                <a:lnTo>
                  <a:pt x="80702" y="49696"/>
                </a:lnTo>
                <a:lnTo>
                  <a:pt x="54650" y="123216"/>
                </a:lnTo>
                <a:lnTo>
                  <a:pt x="51595" y="123216"/>
                </a:lnTo>
                <a:lnTo>
                  <a:pt x="17396" y="27736"/>
                </a:lnTo>
                <a:cubicBezTo>
                  <a:pt x="14850" y="20613"/>
                  <a:pt x="13238" y="16401"/>
                  <a:pt x="12559" y="15100"/>
                </a:cubicBezTo>
                <a:cubicBezTo>
                  <a:pt x="11428" y="12952"/>
                  <a:pt x="9886" y="11355"/>
                  <a:pt x="7934" y="10310"/>
                </a:cubicBezTo>
                <a:cubicBezTo>
                  <a:pt x="5983" y="9264"/>
                  <a:pt x="3338" y="8741"/>
                  <a:pt x="0" y="8741"/>
                </a:cubicBezTo>
                <a:lnTo>
                  <a:pt x="0" y="5601"/>
                </a:lnTo>
                <a:lnTo>
                  <a:pt x="42600" y="5601"/>
                </a:lnTo>
                <a:lnTo>
                  <a:pt x="42600" y="8741"/>
                </a:lnTo>
                <a:lnTo>
                  <a:pt x="40563" y="8741"/>
                </a:lnTo>
                <a:cubicBezTo>
                  <a:pt x="37565" y="8741"/>
                  <a:pt x="35273" y="9419"/>
                  <a:pt x="33689" y="10777"/>
                </a:cubicBezTo>
                <a:cubicBezTo>
                  <a:pt x="32105" y="12133"/>
                  <a:pt x="31313" y="13772"/>
                  <a:pt x="31313" y="15694"/>
                </a:cubicBezTo>
                <a:cubicBezTo>
                  <a:pt x="31313" y="17672"/>
                  <a:pt x="32558" y="22223"/>
                  <a:pt x="35047" y="29346"/>
                </a:cubicBezTo>
                <a:lnTo>
                  <a:pt x="57705" y="93876"/>
                </a:lnTo>
                <a:lnTo>
                  <a:pt x="76798" y="39012"/>
                </a:lnTo>
                <a:lnTo>
                  <a:pt x="73404" y="29346"/>
                </a:lnTo>
                <a:lnTo>
                  <a:pt x="70688" y="21629"/>
                </a:lnTo>
                <a:cubicBezTo>
                  <a:pt x="69500" y="18802"/>
                  <a:pt x="68171" y="16314"/>
                  <a:pt x="66700" y="14166"/>
                </a:cubicBezTo>
                <a:cubicBezTo>
                  <a:pt x="65964" y="13093"/>
                  <a:pt x="65059" y="12189"/>
                  <a:pt x="63984" y="11453"/>
                </a:cubicBezTo>
                <a:cubicBezTo>
                  <a:pt x="62570" y="10437"/>
                  <a:pt x="61156" y="9702"/>
                  <a:pt x="59741" y="9250"/>
                </a:cubicBezTo>
                <a:cubicBezTo>
                  <a:pt x="58666" y="8910"/>
                  <a:pt x="56969" y="8741"/>
                  <a:pt x="54650" y="8741"/>
                </a:cubicBezTo>
                <a:lnTo>
                  <a:pt x="54650" y="5601"/>
                </a:lnTo>
                <a:lnTo>
                  <a:pt x="99456" y="5601"/>
                </a:lnTo>
                <a:lnTo>
                  <a:pt x="99456" y="8741"/>
                </a:lnTo>
                <a:lnTo>
                  <a:pt x="96401" y="8741"/>
                </a:lnTo>
                <a:cubicBezTo>
                  <a:pt x="93233" y="8741"/>
                  <a:pt x="90913" y="9419"/>
                  <a:pt x="89442" y="10777"/>
                </a:cubicBezTo>
                <a:cubicBezTo>
                  <a:pt x="87971" y="12133"/>
                  <a:pt x="87236" y="13970"/>
                  <a:pt x="87236" y="16288"/>
                </a:cubicBezTo>
                <a:cubicBezTo>
                  <a:pt x="87236" y="19171"/>
                  <a:pt x="88509" y="24203"/>
                  <a:pt x="91055" y="31382"/>
                </a:cubicBezTo>
                <a:lnTo>
                  <a:pt x="113118" y="93876"/>
                </a:lnTo>
                <a:lnTo>
                  <a:pt x="135012" y="30534"/>
                </a:lnTo>
                <a:cubicBezTo>
                  <a:pt x="137501" y="23524"/>
                  <a:pt x="138746" y="18662"/>
                  <a:pt x="138746" y="15948"/>
                </a:cubicBezTo>
                <a:cubicBezTo>
                  <a:pt x="138746" y="14649"/>
                  <a:pt x="138336" y="13433"/>
                  <a:pt x="137515" y="12302"/>
                </a:cubicBezTo>
                <a:cubicBezTo>
                  <a:pt x="136695" y="11171"/>
                  <a:pt x="135663" y="10379"/>
                  <a:pt x="134418" y="9929"/>
                </a:cubicBezTo>
                <a:cubicBezTo>
                  <a:pt x="132268" y="9137"/>
                  <a:pt x="129468" y="8741"/>
                  <a:pt x="126017" y="8741"/>
                </a:cubicBezTo>
                <a:lnTo>
                  <a:pt x="126017" y="5601"/>
                </a:lnTo>
                <a:lnTo>
                  <a:pt x="160385" y="5601"/>
                </a:lnTo>
                <a:close/>
                <a:moveTo>
                  <a:pt x="190027" y="0"/>
                </a:moveTo>
                <a:lnTo>
                  <a:pt x="190027" y="56941"/>
                </a:lnTo>
                <a:cubicBezTo>
                  <a:pt x="196307" y="50039"/>
                  <a:pt x="201285" y="45612"/>
                  <a:pt x="204963" y="43660"/>
                </a:cubicBezTo>
                <a:cubicBezTo>
                  <a:pt x="208640" y="41709"/>
                  <a:pt x="212317" y="40733"/>
                  <a:pt x="215994" y="40733"/>
                </a:cubicBezTo>
                <a:cubicBezTo>
                  <a:pt x="220407" y="40733"/>
                  <a:pt x="224198" y="41946"/>
                  <a:pt x="227366" y="44374"/>
                </a:cubicBezTo>
                <a:cubicBezTo>
                  <a:pt x="230534" y="46801"/>
                  <a:pt x="232882" y="50611"/>
                  <a:pt x="234409" y="55803"/>
                </a:cubicBezTo>
                <a:cubicBezTo>
                  <a:pt x="235484" y="59417"/>
                  <a:pt x="236021" y="66022"/>
                  <a:pt x="236021" y="75618"/>
                </a:cubicBezTo>
                <a:lnTo>
                  <a:pt x="236021" y="103052"/>
                </a:lnTo>
                <a:cubicBezTo>
                  <a:pt x="236021" y="107963"/>
                  <a:pt x="236417" y="111322"/>
                  <a:pt x="237209" y="113129"/>
                </a:cubicBezTo>
                <a:cubicBezTo>
                  <a:pt x="237775" y="114483"/>
                  <a:pt x="238737" y="115555"/>
                  <a:pt x="240095" y="116345"/>
                </a:cubicBezTo>
                <a:cubicBezTo>
                  <a:pt x="241452" y="117136"/>
                  <a:pt x="243942" y="117531"/>
                  <a:pt x="247562" y="117531"/>
                </a:cubicBezTo>
                <a:lnTo>
                  <a:pt x="247562" y="120671"/>
                </a:lnTo>
                <a:lnTo>
                  <a:pt x="209375" y="120671"/>
                </a:lnTo>
                <a:lnTo>
                  <a:pt x="209375" y="117531"/>
                </a:lnTo>
                <a:lnTo>
                  <a:pt x="211157" y="117531"/>
                </a:lnTo>
                <a:cubicBezTo>
                  <a:pt x="214778" y="117531"/>
                  <a:pt x="217296" y="116979"/>
                  <a:pt x="218710" y="115876"/>
                </a:cubicBezTo>
                <a:cubicBezTo>
                  <a:pt x="220124" y="114773"/>
                  <a:pt x="221114" y="113146"/>
                  <a:pt x="221680" y="110997"/>
                </a:cubicBezTo>
                <a:cubicBezTo>
                  <a:pt x="221850" y="110091"/>
                  <a:pt x="221935" y="107433"/>
                  <a:pt x="221935" y="103020"/>
                </a:cubicBezTo>
                <a:lnTo>
                  <a:pt x="221935" y="75525"/>
                </a:lnTo>
                <a:cubicBezTo>
                  <a:pt x="221935" y="67039"/>
                  <a:pt x="221496" y="61467"/>
                  <a:pt x="220619" y="58808"/>
                </a:cubicBezTo>
                <a:cubicBezTo>
                  <a:pt x="219742" y="56149"/>
                  <a:pt x="218342" y="54155"/>
                  <a:pt x="216419" y="52825"/>
                </a:cubicBezTo>
                <a:cubicBezTo>
                  <a:pt x="214495" y="51496"/>
                  <a:pt x="212176" y="50831"/>
                  <a:pt x="209460" y="50831"/>
                </a:cubicBezTo>
                <a:cubicBezTo>
                  <a:pt x="206688" y="50831"/>
                  <a:pt x="203803" y="51566"/>
                  <a:pt x="200805" y="53037"/>
                </a:cubicBezTo>
                <a:cubicBezTo>
                  <a:pt x="197806" y="54508"/>
                  <a:pt x="194214" y="57478"/>
                  <a:pt x="190027" y="61948"/>
                </a:cubicBezTo>
                <a:lnTo>
                  <a:pt x="190027" y="103020"/>
                </a:lnTo>
                <a:cubicBezTo>
                  <a:pt x="190027" y="108338"/>
                  <a:pt x="190324" y="111647"/>
                  <a:pt x="190918" y="112948"/>
                </a:cubicBezTo>
                <a:cubicBezTo>
                  <a:pt x="191512" y="114250"/>
                  <a:pt x="192616" y="115339"/>
                  <a:pt x="194228" y="116216"/>
                </a:cubicBezTo>
                <a:cubicBezTo>
                  <a:pt x="195840" y="117092"/>
                  <a:pt x="198626" y="117531"/>
                  <a:pt x="202587" y="117531"/>
                </a:cubicBezTo>
                <a:lnTo>
                  <a:pt x="202587" y="120671"/>
                </a:lnTo>
                <a:lnTo>
                  <a:pt x="164060" y="120671"/>
                </a:lnTo>
                <a:lnTo>
                  <a:pt x="164060" y="117531"/>
                </a:lnTo>
                <a:cubicBezTo>
                  <a:pt x="167511" y="117531"/>
                  <a:pt x="170227" y="116993"/>
                  <a:pt x="172207" y="115919"/>
                </a:cubicBezTo>
                <a:cubicBezTo>
                  <a:pt x="173338" y="115355"/>
                  <a:pt x="174243" y="114281"/>
                  <a:pt x="174922" y="112699"/>
                </a:cubicBezTo>
                <a:cubicBezTo>
                  <a:pt x="175601" y="111115"/>
                  <a:pt x="175941" y="107892"/>
                  <a:pt x="175941" y="103030"/>
                </a:cubicBezTo>
                <a:lnTo>
                  <a:pt x="175941" y="32732"/>
                </a:lnTo>
                <a:cubicBezTo>
                  <a:pt x="175941" y="23857"/>
                  <a:pt x="175728" y="18402"/>
                  <a:pt x="175304" y="16367"/>
                </a:cubicBezTo>
                <a:cubicBezTo>
                  <a:pt x="174880" y="14331"/>
                  <a:pt x="174229" y="12946"/>
                  <a:pt x="173352" y="12212"/>
                </a:cubicBezTo>
                <a:cubicBezTo>
                  <a:pt x="172475" y="11476"/>
                  <a:pt x="171302" y="11109"/>
                  <a:pt x="169831" y="11109"/>
                </a:cubicBezTo>
                <a:cubicBezTo>
                  <a:pt x="168643" y="11109"/>
                  <a:pt x="166719" y="11561"/>
                  <a:pt x="164060" y="12466"/>
                </a:cubicBezTo>
                <a:lnTo>
                  <a:pt x="162872" y="9496"/>
                </a:lnTo>
                <a:lnTo>
                  <a:pt x="186124" y="0"/>
                </a:lnTo>
                <a:lnTo>
                  <a:pt x="190027" y="0"/>
                </a:lnTo>
                <a:close/>
                <a:moveTo>
                  <a:pt x="298139" y="109469"/>
                </a:moveTo>
                <a:cubicBezTo>
                  <a:pt x="290162" y="115636"/>
                  <a:pt x="285155" y="119200"/>
                  <a:pt x="283119" y="120161"/>
                </a:cubicBezTo>
                <a:cubicBezTo>
                  <a:pt x="280064" y="121632"/>
                  <a:pt x="276811" y="122368"/>
                  <a:pt x="273360" y="122368"/>
                </a:cubicBezTo>
                <a:cubicBezTo>
                  <a:pt x="267985" y="122368"/>
                  <a:pt x="263558" y="120529"/>
                  <a:pt x="260079" y="116852"/>
                </a:cubicBezTo>
                <a:cubicBezTo>
                  <a:pt x="256600" y="113175"/>
                  <a:pt x="254860" y="108338"/>
                  <a:pt x="254860" y="102341"/>
                </a:cubicBezTo>
                <a:cubicBezTo>
                  <a:pt x="254860" y="98551"/>
                  <a:pt x="255709" y="95269"/>
                  <a:pt x="257406" y="92497"/>
                </a:cubicBezTo>
                <a:cubicBezTo>
                  <a:pt x="259726" y="88650"/>
                  <a:pt x="263756" y="85030"/>
                  <a:pt x="269499" y="81635"/>
                </a:cubicBezTo>
                <a:cubicBezTo>
                  <a:pt x="275241" y="78241"/>
                  <a:pt x="284788" y="74111"/>
                  <a:pt x="298139" y="69246"/>
                </a:cubicBezTo>
                <a:lnTo>
                  <a:pt x="298139" y="66191"/>
                </a:lnTo>
                <a:cubicBezTo>
                  <a:pt x="298139" y="58440"/>
                  <a:pt x="296908" y="53122"/>
                  <a:pt x="294447" y="50237"/>
                </a:cubicBezTo>
                <a:cubicBezTo>
                  <a:pt x="291987" y="47352"/>
                  <a:pt x="288408" y="45909"/>
                  <a:pt x="283713" y="45909"/>
                </a:cubicBezTo>
                <a:cubicBezTo>
                  <a:pt x="280149" y="45909"/>
                  <a:pt x="277320" y="46867"/>
                  <a:pt x="275227" y="48784"/>
                </a:cubicBezTo>
                <a:cubicBezTo>
                  <a:pt x="273077" y="50700"/>
                  <a:pt x="272002" y="52899"/>
                  <a:pt x="272002" y="55379"/>
                </a:cubicBezTo>
                <a:lnTo>
                  <a:pt x="272172" y="60282"/>
                </a:lnTo>
                <a:cubicBezTo>
                  <a:pt x="272172" y="62874"/>
                  <a:pt x="271507" y="64874"/>
                  <a:pt x="270178" y="66283"/>
                </a:cubicBezTo>
                <a:cubicBezTo>
                  <a:pt x="268848" y="67692"/>
                  <a:pt x="267108" y="68397"/>
                  <a:pt x="264959" y="68397"/>
                </a:cubicBezTo>
                <a:cubicBezTo>
                  <a:pt x="262865" y="68397"/>
                  <a:pt x="261154" y="67664"/>
                  <a:pt x="259825" y="66199"/>
                </a:cubicBezTo>
                <a:cubicBezTo>
                  <a:pt x="258495" y="64731"/>
                  <a:pt x="257830" y="62728"/>
                  <a:pt x="257830" y="60189"/>
                </a:cubicBezTo>
                <a:cubicBezTo>
                  <a:pt x="257830" y="55340"/>
                  <a:pt x="260320" y="50885"/>
                  <a:pt x="265298" y="46824"/>
                </a:cubicBezTo>
                <a:cubicBezTo>
                  <a:pt x="270277" y="42763"/>
                  <a:pt x="277263" y="40733"/>
                  <a:pt x="286258" y="40733"/>
                </a:cubicBezTo>
                <a:cubicBezTo>
                  <a:pt x="293160" y="40733"/>
                  <a:pt x="298818" y="41891"/>
                  <a:pt x="303230" y="44207"/>
                </a:cubicBezTo>
                <a:cubicBezTo>
                  <a:pt x="306568" y="45959"/>
                  <a:pt x="309029" y="48700"/>
                  <a:pt x="310613" y="52430"/>
                </a:cubicBezTo>
                <a:cubicBezTo>
                  <a:pt x="311632" y="54859"/>
                  <a:pt x="312141" y="59831"/>
                  <a:pt x="312141" y="67347"/>
                </a:cubicBezTo>
                <a:lnTo>
                  <a:pt x="312141" y="93706"/>
                </a:lnTo>
                <a:cubicBezTo>
                  <a:pt x="312141" y="101109"/>
                  <a:pt x="312282" y="105643"/>
                  <a:pt x="312565" y="107311"/>
                </a:cubicBezTo>
                <a:cubicBezTo>
                  <a:pt x="312848" y="108978"/>
                  <a:pt x="313315" y="110094"/>
                  <a:pt x="313965" y="110660"/>
                </a:cubicBezTo>
                <a:cubicBezTo>
                  <a:pt x="314616" y="111224"/>
                  <a:pt x="315365" y="111506"/>
                  <a:pt x="316214" y="111506"/>
                </a:cubicBezTo>
                <a:cubicBezTo>
                  <a:pt x="317119" y="111506"/>
                  <a:pt x="317911" y="111308"/>
                  <a:pt x="318590" y="110912"/>
                </a:cubicBezTo>
                <a:cubicBezTo>
                  <a:pt x="319778" y="110176"/>
                  <a:pt x="322069" y="108111"/>
                  <a:pt x="325464" y="104717"/>
                </a:cubicBezTo>
                <a:lnTo>
                  <a:pt x="325464" y="109469"/>
                </a:lnTo>
                <a:cubicBezTo>
                  <a:pt x="319128" y="117955"/>
                  <a:pt x="313074" y="122198"/>
                  <a:pt x="307304" y="122198"/>
                </a:cubicBezTo>
                <a:cubicBezTo>
                  <a:pt x="304532" y="122198"/>
                  <a:pt x="302325" y="121236"/>
                  <a:pt x="300685" y="119313"/>
                </a:cubicBezTo>
                <a:cubicBezTo>
                  <a:pt x="299044" y="117389"/>
                  <a:pt x="298195" y="114108"/>
                  <a:pt x="298139" y="109469"/>
                </a:cubicBezTo>
                <a:moveTo>
                  <a:pt x="298139" y="103906"/>
                </a:moveTo>
                <a:lnTo>
                  <a:pt x="298139" y="74422"/>
                </a:lnTo>
                <a:cubicBezTo>
                  <a:pt x="289596" y="77801"/>
                  <a:pt x="284080" y="80194"/>
                  <a:pt x="281591" y="81603"/>
                </a:cubicBezTo>
                <a:cubicBezTo>
                  <a:pt x="277122" y="84082"/>
                  <a:pt x="273926" y="86673"/>
                  <a:pt x="272002" y="89376"/>
                </a:cubicBezTo>
                <a:cubicBezTo>
                  <a:pt x="270079" y="92079"/>
                  <a:pt x="269117" y="95036"/>
                  <a:pt x="269117" y="98246"/>
                </a:cubicBezTo>
                <a:cubicBezTo>
                  <a:pt x="269117" y="102302"/>
                  <a:pt x="270333" y="105667"/>
                  <a:pt x="272766" y="108342"/>
                </a:cubicBezTo>
                <a:cubicBezTo>
                  <a:pt x="275198" y="111017"/>
                  <a:pt x="277999" y="112354"/>
                  <a:pt x="281167" y="112354"/>
                </a:cubicBezTo>
                <a:cubicBezTo>
                  <a:pt x="285466" y="112354"/>
                  <a:pt x="291124" y="109538"/>
                  <a:pt x="298139" y="103906"/>
                </a:cubicBezTo>
                <a:close/>
                <a:moveTo>
                  <a:pt x="353834" y="17311"/>
                </a:moveTo>
                <a:lnTo>
                  <a:pt x="353834" y="42939"/>
                </a:lnTo>
                <a:lnTo>
                  <a:pt x="371994" y="42939"/>
                </a:lnTo>
                <a:lnTo>
                  <a:pt x="371994" y="48879"/>
                </a:lnTo>
                <a:lnTo>
                  <a:pt x="353834" y="48879"/>
                </a:lnTo>
                <a:lnTo>
                  <a:pt x="353834" y="99217"/>
                </a:lnTo>
                <a:cubicBezTo>
                  <a:pt x="353834" y="104247"/>
                  <a:pt x="354555" y="107638"/>
                  <a:pt x="355997" y="109390"/>
                </a:cubicBezTo>
                <a:cubicBezTo>
                  <a:pt x="357440" y="111140"/>
                  <a:pt x="359293" y="112015"/>
                  <a:pt x="361556" y="112015"/>
                </a:cubicBezTo>
                <a:cubicBezTo>
                  <a:pt x="363423" y="112015"/>
                  <a:pt x="365233" y="111435"/>
                  <a:pt x="366987" y="110275"/>
                </a:cubicBezTo>
                <a:cubicBezTo>
                  <a:pt x="368741" y="109116"/>
                  <a:pt x="370098" y="107404"/>
                  <a:pt x="371060" y="105141"/>
                </a:cubicBezTo>
                <a:lnTo>
                  <a:pt x="374370" y="105141"/>
                </a:lnTo>
                <a:cubicBezTo>
                  <a:pt x="372390" y="110701"/>
                  <a:pt x="369589" y="114906"/>
                  <a:pt x="365968" y="117756"/>
                </a:cubicBezTo>
                <a:cubicBezTo>
                  <a:pt x="362348" y="120604"/>
                  <a:pt x="358614" y="122028"/>
                  <a:pt x="354767" y="122028"/>
                </a:cubicBezTo>
                <a:cubicBezTo>
                  <a:pt x="352165" y="122028"/>
                  <a:pt x="349619" y="121306"/>
                  <a:pt x="347130" y="119862"/>
                </a:cubicBezTo>
                <a:cubicBezTo>
                  <a:pt x="344640" y="118417"/>
                  <a:pt x="342802" y="116351"/>
                  <a:pt x="341614" y="113662"/>
                </a:cubicBezTo>
                <a:cubicBezTo>
                  <a:pt x="340426" y="110971"/>
                  <a:pt x="339832" y="106822"/>
                  <a:pt x="339832" y="101214"/>
                </a:cubicBezTo>
                <a:lnTo>
                  <a:pt x="339832" y="48879"/>
                </a:lnTo>
                <a:lnTo>
                  <a:pt x="327527" y="48879"/>
                </a:lnTo>
                <a:lnTo>
                  <a:pt x="327527" y="46079"/>
                </a:lnTo>
                <a:cubicBezTo>
                  <a:pt x="330639" y="44831"/>
                  <a:pt x="333821" y="42717"/>
                  <a:pt x="337074" y="39738"/>
                </a:cubicBezTo>
                <a:cubicBezTo>
                  <a:pt x="340327" y="36759"/>
                  <a:pt x="343226" y="33227"/>
                  <a:pt x="345772" y="29141"/>
                </a:cubicBezTo>
                <a:cubicBezTo>
                  <a:pt x="347073" y="26986"/>
                  <a:pt x="348883" y="23043"/>
                  <a:pt x="351203" y="17311"/>
                </a:cubicBezTo>
                <a:lnTo>
                  <a:pt x="353834" y="17311"/>
                </a:lnTo>
                <a:close/>
                <a:moveTo>
                  <a:pt x="467066" y="109469"/>
                </a:moveTo>
                <a:cubicBezTo>
                  <a:pt x="459089" y="115636"/>
                  <a:pt x="454082" y="119200"/>
                  <a:pt x="452045" y="120161"/>
                </a:cubicBezTo>
                <a:cubicBezTo>
                  <a:pt x="448991" y="121632"/>
                  <a:pt x="445738" y="122368"/>
                  <a:pt x="442287" y="122368"/>
                </a:cubicBezTo>
                <a:cubicBezTo>
                  <a:pt x="436912" y="122368"/>
                  <a:pt x="432485" y="120529"/>
                  <a:pt x="429006" y="116852"/>
                </a:cubicBezTo>
                <a:cubicBezTo>
                  <a:pt x="425527" y="113175"/>
                  <a:pt x="423787" y="108338"/>
                  <a:pt x="423787" y="102341"/>
                </a:cubicBezTo>
                <a:cubicBezTo>
                  <a:pt x="423787" y="98551"/>
                  <a:pt x="424636" y="95269"/>
                  <a:pt x="426333" y="92497"/>
                </a:cubicBezTo>
                <a:cubicBezTo>
                  <a:pt x="428652" y="88650"/>
                  <a:pt x="432683" y="85030"/>
                  <a:pt x="438425" y="81635"/>
                </a:cubicBezTo>
                <a:cubicBezTo>
                  <a:pt x="444168" y="78241"/>
                  <a:pt x="453714" y="74111"/>
                  <a:pt x="467066" y="69246"/>
                </a:cubicBezTo>
                <a:lnTo>
                  <a:pt x="467066" y="66191"/>
                </a:lnTo>
                <a:cubicBezTo>
                  <a:pt x="467066" y="58440"/>
                  <a:pt x="465835" y="53122"/>
                  <a:pt x="463374" y="50237"/>
                </a:cubicBezTo>
                <a:cubicBezTo>
                  <a:pt x="460913" y="47352"/>
                  <a:pt x="457335" y="45909"/>
                  <a:pt x="452640" y="45909"/>
                </a:cubicBezTo>
                <a:cubicBezTo>
                  <a:pt x="449075" y="45909"/>
                  <a:pt x="446247" y="46867"/>
                  <a:pt x="444154" y="48784"/>
                </a:cubicBezTo>
                <a:cubicBezTo>
                  <a:pt x="442004" y="50700"/>
                  <a:pt x="440929" y="52899"/>
                  <a:pt x="440929" y="55379"/>
                </a:cubicBezTo>
                <a:lnTo>
                  <a:pt x="441099" y="60282"/>
                </a:lnTo>
                <a:cubicBezTo>
                  <a:pt x="441099" y="62874"/>
                  <a:pt x="440434" y="64874"/>
                  <a:pt x="439104" y="66283"/>
                </a:cubicBezTo>
                <a:cubicBezTo>
                  <a:pt x="437775" y="67692"/>
                  <a:pt x="436035" y="68397"/>
                  <a:pt x="433885" y="68397"/>
                </a:cubicBezTo>
                <a:cubicBezTo>
                  <a:pt x="431792" y="68397"/>
                  <a:pt x="430081" y="67664"/>
                  <a:pt x="428751" y="66199"/>
                </a:cubicBezTo>
                <a:cubicBezTo>
                  <a:pt x="427422" y="64731"/>
                  <a:pt x="426757" y="62728"/>
                  <a:pt x="426757" y="60189"/>
                </a:cubicBezTo>
                <a:cubicBezTo>
                  <a:pt x="426757" y="55340"/>
                  <a:pt x="429246" y="50885"/>
                  <a:pt x="434225" y="46824"/>
                </a:cubicBezTo>
                <a:cubicBezTo>
                  <a:pt x="439203" y="42763"/>
                  <a:pt x="446190" y="40733"/>
                  <a:pt x="455185" y="40733"/>
                </a:cubicBezTo>
                <a:cubicBezTo>
                  <a:pt x="462087" y="40733"/>
                  <a:pt x="467745" y="41891"/>
                  <a:pt x="472157" y="44207"/>
                </a:cubicBezTo>
                <a:cubicBezTo>
                  <a:pt x="475495" y="45959"/>
                  <a:pt x="477956" y="48700"/>
                  <a:pt x="479540" y="52430"/>
                </a:cubicBezTo>
                <a:cubicBezTo>
                  <a:pt x="480558" y="54859"/>
                  <a:pt x="481068" y="59831"/>
                  <a:pt x="481068" y="67347"/>
                </a:cubicBezTo>
                <a:lnTo>
                  <a:pt x="481068" y="93706"/>
                </a:lnTo>
                <a:cubicBezTo>
                  <a:pt x="481068" y="101109"/>
                  <a:pt x="481209" y="105643"/>
                  <a:pt x="481492" y="107311"/>
                </a:cubicBezTo>
                <a:cubicBezTo>
                  <a:pt x="481775" y="108978"/>
                  <a:pt x="482241" y="110094"/>
                  <a:pt x="482892" y="110660"/>
                </a:cubicBezTo>
                <a:cubicBezTo>
                  <a:pt x="483543" y="111224"/>
                  <a:pt x="484292" y="111506"/>
                  <a:pt x="485141" y="111506"/>
                </a:cubicBezTo>
                <a:cubicBezTo>
                  <a:pt x="486046" y="111506"/>
                  <a:pt x="486838" y="111308"/>
                  <a:pt x="487517" y="110912"/>
                </a:cubicBezTo>
                <a:cubicBezTo>
                  <a:pt x="488705" y="110176"/>
                  <a:pt x="490996" y="108111"/>
                  <a:pt x="494391" y="104717"/>
                </a:cubicBezTo>
                <a:lnTo>
                  <a:pt x="494391" y="109469"/>
                </a:lnTo>
                <a:cubicBezTo>
                  <a:pt x="488054" y="117955"/>
                  <a:pt x="482001" y="122198"/>
                  <a:pt x="476231" y="122198"/>
                </a:cubicBezTo>
                <a:cubicBezTo>
                  <a:pt x="473458" y="122198"/>
                  <a:pt x="471252" y="121236"/>
                  <a:pt x="469611" y="119313"/>
                </a:cubicBezTo>
                <a:cubicBezTo>
                  <a:pt x="467971" y="117389"/>
                  <a:pt x="467122" y="114108"/>
                  <a:pt x="467066" y="109469"/>
                </a:cubicBezTo>
                <a:moveTo>
                  <a:pt x="467066" y="103906"/>
                </a:moveTo>
                <a:lnTo>
                  <a:pt x="467066" y="74422"/>
                </a:lnTo>
                <a:cubicBezTo>
                  <a:pt x="458523" y="77801"/>
                  <a:pt x="453007" y="80194"/>
                  <a:pt x="450518" y="81603"/>
                </a:cubicBezTo>
                <a:cubicBezTo>
                  <a:pt x="446049" y="84082"/>
                  <a:pt x="442852" y="86673"/>
                  <a:pt x="440929" y="89376"/>
                </a:cubicBezTo>
                <a:cubicBezTo>
                  <a:pt x="439005" y="92079"/>
                  <a:pt x="438044" y="95036"/>
                  <a:pt x="438044" y="98246"/>
                </a:cubicBezTo>
                <a:cubicBezTo>
                  <a:pt x="438044" y="102302"/>
                  <a:pt x="439260" y="105667"/>
                  <a:pt x="441693" y="108342"/>
                </a:cubicBezTo>
                <a:cubicBezTo>
                  <a:pt x="444125" y="111017"/>
                  <a:pt x="446926" y="112354"/>
                  <a:pt x="450094" y="112354"/>
                </a:cubicBezTo>
                <a:cubicBezTo>
                  <a:pt x="454393" y="112354"/>
                  <a:pt x="460051" y="109538"/>
                  <a:pt x="467066" y="103906"/>
                </a:cubicBezTo>
                <a:close/>
                <a:moveTo>
                  <a:pt x="522930" y="40733"/>
                </a:moveTo>
                <a:lnTo>
                  <a:pt x="522930" y="58214"/>
                </a:lnTo>
                <a:cubicBezTo>
                  <a:pt x="529436" y="46560"/>
                  <a:pt x="536112" y="40733"/>
                  <a:pt x="542957" y="40733"/>
                </a:cubicBezTo>
                <a:cubicBezTo>
                  <a:pt x="546069" y="40733"/>
                  <a:pt x="548643" y="41680"/>
                  <a:pt x="550679" y="43576"/>
                </a:cubicBezTo>
                <a:cubicBezTo>
                  <a:pt x="552716" y="45471"/>
                  <a:pt x="553734" y="47663"/>
                  <a:pt x="553734" y="50152"/>
                </a:cubicBezTo>
                <a:cubicBezTo>
                  <a:pt x="553734" y="52359"/>
                  <a:pt x="552999" y="54225"/>
                  <a:pt x="551528" y="55753"/>
                </a:cubicBezTo>
                <a:cubicBezTo>
                  <a:pt x="550057" y="57280"/>
                  <a:pt x="548303" y="58044"/>
                  <a:pt x="546267" y="58044"/>
                </a:cubicBezTo>
                <a:cubicBezTo>
                  <a:pt x="544286" y="58044"/>
                  <a:pt x="542066" y="57068"/>
                  <a:pt x="539605" y="55116"/>
                </a:cubicBezTo>
                <a:cubicBezTo>
                  <a:pt x="537144" y="53165"/>
                  <a:pt x="535320" y="52189"/>
                  <a:pt x="534132" y="52189"/>
                </a:cubicBezTo>
                <a:cubicBezTo>
                  <a:pt x="533113" y="52189"/>
                  <a:pt x="532010" y="52753"/>
                  <a:pt x="530822" y="53881"/>
                </a:cubicBezTo>
                <a:cubicBezTo>
                  <a:pt x="528276" y="56195"/>
                  <a:pt x="525646" y="60004"/>
                  <a:pt x="522930" y="65308"/>
                </a:cubicBezTo>
                <a:lnTo>
                  <a:pt x="522930" y="102466"/>
                </a:lnTo>
                <a:cubicBezTo>
                  <a:pt x="522930" y="106753"/>
                  <a:pt x="523468" y="109997"/>
                  <a:pt x="524542" y="112198"/>
                </a:cubicBezTo>
                <a:cubicBezTo>
                  <a:pt x="525278" y="113722"/>
                  <a:pt x="526579" y="114992"/>
                  <a:pt x="528446" y="116009"/>
                </a:cubicBezTo>
                <a:cubicBezTo>
                  <a:pt x="530313" y="117023"/>
                  <a:pt x="533000" y="117531"/>
                  <a:pt x="536508" y="117531"/>
                </a:cubicBezTo>
                <a:lnTo>
                  <a:pt x="536508" y="120671"/>
                </a:lnTo>
                <a:lnTo>
                  <a:pt x="496708" y="120671"/>
                </a:lnTo>
                <a:lnTo>
                  <a:pt x="496708" y="117531"/>
                </a:lnTo>
                <a:cubicBezTo>
                  <a:pt x="500669" y="117531"/>
                  <a:pt x="503610" y="116910"/>
                  <a:pt x="505534" y="115669"/>
                </a:cubicBezTo>
                <a:cubicBezTo>
                  <a:pt x="506948" y="114766"/>
                  <a:pt x="507938" y="113326"/>
                  <a:pt x="508504" y="111349"/>
                </a:cubicBezTo>
                <a:cubicBezTo>
                  <a:pt x="508787" y="110389"/>
                  <a:pt x="508928" y="107652"/>
                  <a:pt x="508928" y="103136"/>
                </a:cubicBezTo>
                <a:lnTo>
                  <a:pt x="508928" y="73078"/>
                </a:lnTo>
                <a:cubicBezTo>
                  <a:pt x="508928" y="64045"/>
                  <a:pt x="508744" y="58669"/>
                  <a:pt x="508377" y="56949"/>
                </a:cubicBezTo>
                <a:cubicBezTo>
                  <a:pt x="508009" y="55227"/>
                  <a:pt x="507330" y="53971"/>
                  <a:pt x="506340" y="53181"/>
                </a:cubicBezTo>
                <a:cubicBezTo>
                  <a:pt x="505350" y="52390"/>
                  <a:pt x="504119" y="51995"/>
                  <a:pt x="502649" y="51995"/>
                </a:cubicBezTo>
                <a:cubicBezTo>
                  <a:pt x="500895" y="51995"/>
                  <a:pt x="498915" y="52419"/>
                  <a:pt x="496708" y="53265"/>
                </a:cubicBezTo>
                <a:lnTo>
                  <a:pt x="495860" y="50216"/>
                </a:lnTo>
                <a:lnTo>
                  <a:pt x="519366" y="40733"/>
                </a:lnTo>
                <a:lnTo>
                  <a:pt x="522930" y="40733"/>
                </a:lnTo>
                <a:close/>
                <a:moveTo>
                  <a:pt x="571129" y="72301"/>
                </a:moveTo>
                <a:cubicBezTo>
                  <a:pt x="571073" y="83815"/>
                  <a:pt x="573873" y="92846"/>
                  <a:pt x="579530" y="99395"/>
                </a:cubicBezTo>
                <a:cubicBezTo>
                  <a:pt x="585188" y="105941"/>
                  <a:pt x="591835" y="109215"/>
                  <a:pt x="599472" y="109215"/>
                </a:cubicBezTo>
                <a:cubicBezTo>
                  <a:pt x="604564" y="109215"/>
                  <a:pt x="608991" y="107814"/>
                  <a:pt x="612753" y="105014"/>
                </a:cubicBezTo>
                <a:cubicBezTo>
                  <a:pt x="616515" y="102214"/>
                  <a:pt x="619669" y="97419"/>
                  <a:pt x="622215" y="90630"/>
                </a:cubicBezTo>
                <a:lnTo>
                  <a:pt x="624846" y="92327"/>
                </a:lnTo>
                <a:cubicBezTo>
                  <a:pt x="623658" y="100078"/>
                  <a:pt x="620207" y="107136"/>
                  <a:pt x="614493" y="113500"/>
                </a:cubicBezTo>
                <a:cubicBezTo>
                  <a:pt x="608779" y="119864"/>
                  <a:pt x="601622" y="123047"/>
                  <a:pt x="593023" y="123047"/>
                </a:cubicBezTo>
                <a:cubicBezTo>
                  <a:pt x="583689" y="123047"/>
                  <a:pt x="575698" y="119420"/>
                  <a:pt x="569050" y="112166"/>
                </a:cubicBezTo>
                <a:cubicBezTo>
                  <a:pt x="562403" y="104911"/>
                  <a:pt x="559079" y="95157"/>
                  <a:pt x="559079" y="82905"/>
                </a:cubicBezTo>
                <a:cubicBezTo>
                  <a:pt x="559079" y="69639"/>
                  <a:pt x="562488" y="59294"/>
                  <a:pt x="569305" y="51871"/>
                </a:cubicBezTo>
                <a:cubicBezTo>
                  <a:pt x="576122" y="44445"/>
                  <a:pt x="584679" y="40733"/>
                  <a:pt x="594975" y="40733"/>
                </a:cubicBezTo>
                <a:cubicBezTo>
                  <a:pt x="603687" y="40733"/>
                  <a:pt x="610844" y="43597"/>
                  <a:pt x="616444" y="49325"/>
                </a:cubicBezTo>
                <a:cubicBezTo>
                  <a:pt x="622045" y="55051"/>
                  <a:pt x="624846" y="62710"/>
                  <a:pt x="624846" y="72301"/>
                </a:cubicBezTo>
                <a:lnTo>
                  <a:pt x="571129" y="72301"/>
                </a:lnTo>
                <a:moveTo>
                  <a:pt x="571129" y="67379"/>
                </a:moveTo>
                <a:lnTo>
                  <a:pt x="607110" y="67379"/>
                </a:lnTo>
                <a:cubicBezTo>
                  <a:pt x="606827" y="62400"/>
                  <a:pt x="606233" y="58893"/>
                  <a:pt x="605328" y="56856"/>
                </a:cubicBezTo>
                <a:cubicBezTo>
                  <a:pt x="603913" y="53688"/>
                  <a:pt x="601806" y="51199"/>
                  <a:pt x="599006" y="49388"/>
                </a:cubicBezTo>
                <a:cubicBezTo>
                  <a:pt x="596205" y="47578"/>
                  <a:pt x="593278" y="46673"/>
                  <a:pt x="590223" y="46673"/>
                </a:cubicBezTo>
                <a:cubicBezTo>
                  <a:pt x="585527" y="46673"/>
                  <a:pt x="581327" y="48497"/>
                  <a:pt x="577621" y="52146"/>
                </a:cubicBezTo>
                <a:cubicBezTo>
                  <a:pt x="573916" y="55795"/>
                  <a:pt x="571752" y="60873"/>
                  <a:pt x="571129" y="67379"/>
                </a:cubicBezTo>
                <a:close/>
                <a:moveTo>
                  <a:pt x="674261" y="42939"/>
                </a:moveTo>
                <a:lnTo>
                  <a:pt x="710496" y="42939"/>
                </a:lnTo>
                <a:lnTo>
                  <a:pt x="710496" y="46079"/>
                </a:lnTo>
                <a:lnTo>
                  <a:pt x="708714" y="46079"/>
                </a:lnTo>
                <a:cubicBezTo>
                  <a:pt x="706168" y="46079"/>
                  <a:pt x="704259" y="46630"/>
                  <a:pt x="702986" y="47734"/>
                </a:cubicBezTo>
                <a:cubicBezTo>
                  <a:pt x="701713" y="48837"/>
                  <a:pt x="701076" y="50209"/>
                  <a:pt x="701076" y="51849"/>
                </a:cubicBezTo>
                <a:cubicBezTo>
                  <a:pt x="701076" y="54056"/>
                  <a:pt x="702010" y="57111"/>
                  <a:pt x="703877" y="61014"/>
                </a:cubicBezTo>
                <a:lnTo>
                  <a:pt x="722800" y="100219"/>
                </a:lnTo>
                <a:lnTo>
                  <a:pt x="740197" y="57280"/>
                </a:lnTo>
                <a:cubicBezTo>
                  <a:pt x="741158" y="54961"/>
                  <a:pt x="741639" y="52670"/>
                  <a:pt x="741639" y="50407"/>
                </a:cubicBezTo>
                <a:cubicBezTo>
                  <a:pt x="741639" y="49388"/>
                  <a:pt x="741441" y="48625"/>
                  <a:pt x="741045" y="48116"/>
                </a:cubicBezTo>
                <a:cubicBezTo>
                  <a:pt x="740593" y="47493"/>
                  <a:pt x="739886" y="46998"/>
                  <a:pt x="738924" y="46630"/>
                </a:cubicBezTo>
                <a:cubicBezTo>
                  <a:pt x="737962" y="46263"/>
                  <a:pt x="736265" y="46079"/>
                  <a:pt x="733832" y="46079"/>
                </a:cubicBezTo>
                <a:lnTo>
                  <a:pt x="733832" y="42939"/>
                </a:lnTo>
                <a:lnTo>
                  <a:pt x="759120" y="42939"/>
                </a:lnTo>
                <a:lnTo>
                  <a:pt x="759120" y="46079"/>
                </a:lnTo>
                <a:cubicBezTo>
                  <a:pt x="757027" y="46305"/>
                  <a:pt x="755415" y="46758"/>
                  <a:pt x="754283" y="47437"/>
                </a:cubicBezTo>
                <a:cubicBezTo>
                  <a:pt x="753152" y="48116"/>
                  <a:pt x="751907" y="49388"/>
                  <a:pt x="750550" y="51255"/>
                </a:cubicBezTo>
                <a:cubicBezTo>
                  <a:pt x="750040" y="52047"/>
                  <a:pt x="749079" y="54225"/>
                  <a:pt x="747664" y="57790"/>
                </a:cubicBezTo>
                <a:lnTo>
                  <a:pt x="716012" y="135351"/>
                </a:lnTo>
                <a:cubicBezTo>
                  <a:pt x="712957" y="142876"/>
                  <a:pt x="708954" y="148561"/>
                  <a:pt x="704004" y="152408"/>
                </a:cubicBezTo>
                <a:cubicBezTo>
                  <a:pt x="699054" y="156255"/>
                  <a:pt x="694288" y="158179"/>
                  <a:pt x="689705" y="158179"/>
                </a:cubicBezTo>
                <a:cubicBezTo>
                  <a:pt x="686367" y="158179"/>
                  <a:pt x="683624" y="157228"/>
                  <a:pt x="681474" y="155328"/>
                </a:cubicBezTo>
                <a:cubicBezTo>
                  <a:pt x="679324" y="153427"/>
                  <a:pt x="678249" y="151248"/>
                  <a:pt x="678249" y="148788"/>
                </a:cubicBezTo>
                <a:cubicBezTo>
                  <a:pt x="678249" y="146441"/>
                  <a:pt x="679027" y="144547"/>
                  <a:pt x="680583" y="143108"/>
                </a:cubicBezTo>
                <a:cubicBezTo>
                  <a:pt x="682138" y="141671"/>
                  <a:pt x="684274" y="140952"/>
                  <a:pt x="686990" y="140952"/>
                </a:cubicBezTo>
                <a:cubicBezTo>
                  <a:pt x="688857" y="140952"/>
                  <a:pt x="691402" y="141574"/>
                  <a:pt x="694627" y="142819"/>
                </a:cubicBezTo>
                <a:cubicBezTo>
                  <a:pt x="696890" y="143668"/>
                  <a:pt x="698304" y="144092"/>
                  <a:pt x="698870" y="144092"/>
                </a:cubicBezTo>
                <a:cubicBezTo>
                  <a:pt x="700567" y="144092"/>
                  <a:pt x="702420" y="143209"/>
                  <a:pt x="704428" y="141443"/>
                </a:cubicBezTo>
                <a:cubicBezTo>
                  <a:pt x="706437" y="139678"/>
                  <a:pt x="708459" y="136263"/>
                  <a:pt x="710496" y="131196"/>
                </a:cubicBezTo>
                <a:lnTo>
                  <a:pt x="716012" y="117616"/>
                </a:lnTo>
                <a:lnTo>
                  <a:pt x="688093" y="58978"/>
                </a:lnTo>
                <a:cubicBezTo>
                  <a:pt x="687244" y="57224"/>
                  <a:pt x="685886" y="55046"/>
                  <a:pt x="684020" y="52443"/>
                </a:cubicBezTo>
                <a:cubicBezTo>
                  <a:pt x="682605" y="50463"/>
                  <a:pt x="681445" y="49134"/>
                  <a:pt x="680540" y="48455"/>
                </a:cubicBezTo>
                <a:cubicBezTo>
                  <a:pt x="679239" y="47550"/>
                  <a:pt x="677146" y="46758"/>
                  <a:pt x="674261" y="46079"/>
                </a:cubicBezTo>
                <a:lnTo>
                  <a:pt x="674261" y="42939"/>
                </a:lnTo>
                <a:close/>
                <a:moveTo>
                  <a:pt x="803587" y="40733"/>
                </a:moveTo>
                <a:cubicBezTo>
                  <a:pt x="815354" y="40733"/>
                  <a:pt x="824802" y="45198"/>
                  <a:pt x="831930" y="54127"/>
                </a:cubicBezTo>
                <a:cubicBezTo>
                  <a:pt x="837983" y="61756"/>
                  <a:pt x="841010" y="70516"/>
                  <a:pt x="841010" y="80407"/>
                </a:cubicBezTo>
                <a:cubicBezTo>
                  <a:pt x="841010" y="87359"/>
                  <a:pt x="839341" y="94395"/>
                  <a:pt x="836003" y="101516"/>
                </a:cubicBezTo>
                <a:cubicBezTo>
                  <a:pt x="832665" y="108636"/>
                  <a:pt x="828069" y="114004"/>
                  <a:pt x="822213" y="117621"/>
                </a:cubicBezTo>
                <a:cubicBezTo>
                  <a:pt x="816358" y="121238"/>
                  <a:pt x="809838" y="123047"/>
                  <a:pt x="802653" y="123047"/>
                </a:cubicBezTo>
                <a:cubicBezTo>
                  <a:pt x="790942" y="123047"/>
                  <a:pt x="781636" y="118384"/>
                  <a:pt x="774734" y="109058"/>
                </a:cubicBezTo>
                <a:cubicBezTo>
                  <a:pt x="768907" y="101203"/>
                  <a:pt x="765994" y="92388"/>
                  <a:pt x="765994" y="82611"/>
                </a:cubicBezTo>
                <a:cubicBezTo>
                  <a:pt x="765994" y="75490"/>
                  <a:pt x="767762" y="68411"/>
                  <a:pt x="771297" y="61375"/>
                </a:cubicBezTo>
                <a:cubicBezTo>
                  <a:pt x="774833" y="54339"/>
                  <a:pt x="779486" y="49139"/>
                  <a:pt x="785257" y="45777"/>
                </a:cubicBezTo>
                <a:cubicBezTo>
                  <a:pt x="791027" y="42414"/>
                  <a:pt x="797137" y="40733"/>
                  <a:pt x="803587" y="40733"/>
                </a:cubicBezTo>
                <a:moveTo>
                  <a:pt x="800956" y="46333"/>
                </a:moveTo>
                <a:cubicBezTo>
                  <a:pt x="797958" y="46333"/>
                  <a:pt x="794945" y="47224"/>
                  <a:pt x="791918" y="49004"/>
                </a:cubicBezTo>
                <a:cubicBezTo>
                  <a:pt x="788892" y="50784"/>
                  <a:pt x="786445" y="53906"/>
                  <a:pt x="784578" y="58370"/>
                </a:cubicBezTo>
                <a:cubicBezTo>
                  <a:pt x="782711" y="62834"/>
                  <a:pt x="781778" y="68569"/>
                  <a:pt x="781778" y="75576"/>
                </a:cubicBezTo>
                <a:cubicBezTo>
                  <a:pt x="781778" y="86876"/>
                  <a:pt x="784026" y="96624"/>
                  <a:pt x="788524" y="104818"/>
                </a:cubicBezTo>
                <a:cubicBezTo>
                  <a:pt x="793022" y="113010"/>
                  <a:pt x="798948" y="117107"/>
                  <a:pt x="806302" y="117107"/>
                </a:cubicBezTo>
                <a:cubicBezTo>
                  <a:pt x="811790" y="117107"/>
                  <a:pt x="816316" y="114846"/>
                  <a:pt x="819880" y="110326"/>
                </a:cubicBezTo>
                <a:cubicBezTo>
                  <a:pt x="823444" y="105805"/>
                  <a:pt x="825226" y="98036"/>
                  <a:pt x="825226" y="87018"/>
                </a:cubicBezTo>
                <a:cubicBezTo>
                  <a:pt x="825226" y="73230"/>
                  <a:pt x="822256" y="62381"/>
                  <a:pt x="816316" y="54469"/>
                </a:cubicBezTo>
                <a:cubicBezTo>
                  <a:pt x="812299" y="49045"/>
                  <a:pt x="807179" y="46333"/>
                  <a:pt x="800956" y="46333"/>
                </a:cubicBezTo>
                <a:close/>
                <a:moveTo>
                  <a:pt x="920608" y="42939"/>
                </a:moveTo>
                <a:lnTo>
                  <a:pt x="920608" y="90036"/>
                </a:lnTo>
                <a:cubicBezTo>
                  <a:pt x="920608" y="99031"/>
                  <a:pt x="920821" y="104533"/>
                  <a:pt x="921245" y="106541"/>
                </a:cubicBezTo>
                <a:cubicBezTo>
                  <a:pt x="921669" y="108550"/>
                  <a:pt x="922348" y="109950"/>
                  <a:pt x="923281" y="110742"/>
                </a:cubicBezTo>
                <a:cubicBezTo>
                  <a:pt x="924215" y="111534"/>
                  <a:pt x="925304" y="111930"/>
                  <a:pt x="926549" y="111930"/>
                </a:cubicBezTo>
                <a:cubicBezTo>
                  <a:pt x="928302" y="111930"/>
                  <a:pt x="930282" y="111449"/>
                  <a:pt x="932489" y="110487"/>
                </a:cubicBezTo>
                <a:lnTo>
                  <a:pt x="933677" y="113458"/>
                </a:lnTo>
                <a:lnTo>
                  <a:pt x="910425" y="123047"/>
                </a:lnTo>
                <a:lnTo>
                  <a:pt x="906607" y="123047"/>
                </a:lnTo>
                <a:lnTo>
                  <a:pt x="906607" y="106584"/>
                </a:lnTo>
                <a:cubicBezTo>
                  <a:pt x="899931" y="113825"/>
                  <a:pt x="894839" y="118379"/>
                  <a:pt x="891332" y="120246"/>
                </a:cubicBezTo>
                <a:cubicBezTo>
                  <a:pt x="887824" y="122113"/>
                  <a:pt x="884119" y="123047"/>
                  <a:pt x="880215" y="123047"/>
                </a:cubicBezTo>
                <a:cubicBezTo>
                  <a:pt x="875859" y="123047"/>
                  <a:pt x="872083" y="121788"/>
                  <a:pt x="868886" y="119270"/>
                </a:cubicBezTo>
                <a:cubicBezTo>
                  <a:pt x="865690" y="116753"/>
                  <a:pt x="863469" y="113514"/>
                  <a:pt x="862225" y="109554"/>
                </a:cubicBezTo>
                <a:cubicBezTo>
                  <a:pt x="860980" y="105594"/>
                  <a:pt x="860358" y="99993"/>
                  <a:pt x="860358" y="92752"/>
                </a:cubicBezTo>
                <a:lnTo>
                  <a:pt x="860358" y="58044"/>
                </a:lnTo>
                <a:cubicBezTo>
                  <a:pt x="860358" y="54367"/>
                  <a:pt x="859962" y="51821"/>
                  <a:pt x="859170" y="50407"/>
                </a:cubicBezTo>
                <a:cubicBezTo>
                  <a:pt x="858378" y="48992"/>
                  <a:pt x="857204" y="47903"/>
                  <a:pt x="855648" y="47140"/>
                </a:cubicBezTo>
                <a:cubicBezTo>
                  <a:pt x="854092" y="46376"/>
                  <a:pt x="851278" y="46022"/>
                  <a:pt x="847205" y="46079"/>
                </a:cubicBezTo>
                <a:lnTo>
                  <a:pt x="847205" y="42939"/>
                </a:lnTo>
                <a:lnTo>
                  <a:pt x="874445" y="42939"/>
                </a:lnTo>
                <a:lnTo>
                  <a:pt x="874445" y="94831"/>
                </a:lnTo>
                <a:cubicBezTo>
                  <a:pt x="874445" y="102055"/>
                  <a:pt x="875703" y="106795"/>
                  <a:pt x="878221" y="109053"/>
                </a:cubicBezTo>
                <a:cubicBezTo>
                  <a:pt x="880738" y="111310"/>
                  <a:pt x="883779" y="112439"/>
                  <a:pt x="887343" y="112439"/>
                </a:cubicBezTo>
                <a:cubicBezTo>
                  <a:pt x="889776" y="112439"/>
                  <a:pt x="892534" y="111677"/>
                  <a:pt x="895617" y="110153"/>
                </a:cubicBezTo>
                <a:cubicBezTo>
                  <a:pt x="898700" y="108629"/>
                  <a:pt x="902364" y="105724"/>
                  <a:pt x="906607" y="101437"/>
                </a:cubicBezTo>
                <a:lnTo>
                  <a:pt x="906607" y="57506"/>
                </a:lnTo>
                <a:cubicBezTo>
                  <a:pt x="906607" y="53104"/>
                  <a:pt x="905800" y="50127"/>
                  <a:pt x="904188" y="48577"/>
                </a:cubicBezTo>
                <a:cubicBezTo>
                  <a:pt x="902576" y="47025"/>
                  <a:pt x="899224" y="46192"/>
                  <a:pt x="894132" y="46079"/>
                </a:cubicBezTo>
                <a:lnTo>
                  <a:pt x="894132" y="42939"/>
                </a:lnTo>
                <a:lnTo>
                  <a:pt x="920608" y="42939"/>
                </a:lnTo>
                <a:close/>
                <a:moveTo>
                  <a:pt x="962105" y="40733"/>
                </a:moveTo>
                <a:lnTo>
                  <a:pt x="962105" y="58214"/>
                </a:lnTo>
                <a:cubicBezTo>
                  <a:pt x="968611" y="46560"/>
                  <a:pt x="975287" y="40733"/>
                  <a:pt x="982132" y="40733"/>
                </a:cubicBezTo>
                <a:cubicBezTo>
                  <a:pt x="985243" y="40733"/>
                  <a:pt x="987817" y="41680"/>
                  <a:pt x="989854" y="43576"/>
                </a:cubicBezTo>
                <a:cubicBezTo>
                  <a:pt x="991891" y="45471"/>
                  <a:pt x="992909" y="47663"/>
                  <a:pt x="992909" y="50152"/>
                </a:cubicBezTo>
                <a:cubicBezTo>
                  <a:pt x="992909" y="52359"/>
                  <a:pt x="992174" y="54225"/>
                  <a:pt x="990703" y="55753"/>
                </a:cubicBezTo>
                <a:cubicBezTo>
                  <a:pt x="989232" y="57280"/>
                  <a:pt x="987478" y="58044"/>
                  <a:pt x="985441" y="58044"/>
                </a:cubicBezTo>
                <a:cubicBezTo>
                  <a:pt x="983461" y="58044"/>
                  <a:pt x="981241" y="57068"/>
                  <a:pt x="978780" y="55116"/>
                </a:cubicBezTo>
                <a:cubicBezTo>
                  <a:pt x="976319" y="53165"/>
                  <a:pt x="974495" y="52189"/>
                  <a:pt x="973306" y="52189"/>
                </a:cubicBezTo>
                <a:cubicBezTo>
                  <a:pt x="972288" y="52189"/>
                  <a:pt x="971185" y="52753"/>
                  <a:pt x="969997" y="53881"/>
                </a:cubicBezTo>
                <a:cubicBezTo>
                  <a:pt x="967451" y="56195"/>
                  <a:pt x="964820" y="60004"/>
                  <a:pt x="962105" y="65308"/>
                </a:cubicBezTo>
                <a:lnTo>
                  <a:pt x="962105" y="102466"/>
                </a:lnTo>
                <a:cubicBezTo>
                  <a:pt x="962105" y="106753"/>
                  <a:pt x="962642" y="109997"/>
                  <a:pt x="963717" y="112198"/>
                </a:cubicBezTo>
                <a:cubicBezTo>
                  <a:pt x="964453" y="113722"/>
                  <a:pt x="965754" y="114992"/>
                  <a:pt x="967621" y="116009"/>
                </a:cubicBezTo>
                <a:cubicBezTo>
                  <a:pt x="969488" y="117023"/>
                  <a:pt x="972175" y="117531"/>
                  <a:pt x="975683" y="117531"/>
                </a:cubicBezTo>
                <a:lnTo>
                  <a:pt x="975683" y="120671"/>
                </a:lnTo>
                <a:lnTo>
                  <a:pt x="935883" y="120671"/>
                </a:lnTo>
                <a:lnTo>
                  <a:pt x="935883" y="117531"/>
                </a:lnTo>
                <a:cubicBezTo>
                  <a:pt x="939843" y="117531"/>
                  <a:pt x="942785" y="116910"/>
                  <a:pt x="944709" y="115669"/>
                </a:cubicBezTo>
                <a:cubicBezTo>
                  <a:pt x="946123" y="114766"/>
                  <a:pt x="947113" y="113326"/>
                  <a:pt x="947679" y="111349"/>
                </a:cubicBezTo>
                <a:cubicBezTo>
                  <a:pt x="947962" y="110389"/>
                  <a:pt x="948103" y="107652"/>
                  <a:pt x="948103" y="103136"/>
                </a:cubicBezTo>
                <a:lnTo>
                  <a:pt x="948103" y="73078"/>
                </a:lnTo>
                <a:cubicBezTo>
                  <a:pt x="948103" y="64045"/>
                  <a:pt x="947919" y="58669"/>
                  <a:pt x="947552" y="56949"/>
                </a:cubicBezTo>
                <a:cubicBezTo>
                  <a:pt x="947184" y="55227"/>
                  <a:pt x="946505" y="53971"/>
                  <a:pt x="945515" y="53181"/>
                </a:cubicBezTo>
                <a:cubicBezTo>
                  <a:pt x="944525" y="52390"/>
                  <a:pt x="943294" y="51995"/>
                  <a:pt x="941823" y="51995"/>
                </a:cubicBezTo>
                <a:cubicBezTo>
                  <a:pt x="940070" y="51995"/>
                  <a:pt x="938090" y="52419"/>
                  <a:pt x="935883" y="53265"/>
                </a:cubicBezTo>
                <a:lnTo>
                  <a:pt x="935035" y="50216"/>
                </a:lnTo>
                <a:lnTo>
                  <a:pt x="958541" y="40733"/>
                </a:lnTo>
                <a:lnTo>
                  <a:pt x="962105" y="40733"/>
                </a:lnTo>
                <a:close/>
                <a:moveTo>
                  <a:pt x="1063257" y="17311"/>
                </a:moveTo>
                <a:lnTo>
                  <a:pt x="1063257" y="42939"/>
                </a:lnTo>
                <a:lnTo>
                  <a:pt x="1081417" y="42939"/>
                </a:lnTo>
                <a:lnTo>
                  <a:pt x="1081417" y="48879"/>
                </a:lnTo>
                <a:lnTo>
                  <a:pt x="1063257" y="48879"/>
                </a:lnTo>
                <a:lnTo>
                  <a:pt x="1063257" y="99217"/>
                </a:lnTo>
                <a:cubicBezTo>
                  <a:pt x="1063257" y="104247"/>
                  <a:pt x="1063978" y="107638"/>
                  <a:pt x="1065421" y="109390"/>
                </a:cubicBezTo>
                <a:cubicBezTo>
                  <a:pt x="1066863" y="111140"/>
                  <a:pt x="1068716" y="112015"/>
                  <a:pt x="1070979" y="112015"/>
                </a:cubicBezTo>
                <a:cubicBezTo>
                  <a:pt x="1072846" y="112015"/>
                  <a:pt x="1074656" y="111435"/>
                  <a:pt x="1076410" y="110275"/>
                </a:cubicBezTo>
                <a:cubicBezTo>
                  <a:pt x="1078164" y="109116"/>
                  <a:pt x="1079522" y="107404"/>
                  <a:pt x="1080483" y="105141"/>
                </a:cubicBezTo>
                <a:lnTo>
                  <a:pt x="1083793" y="105141"/>
                </a:lnTo>
                <a:cubicBezTo>
                  <a:pt x="1081813" y="110701"/>
                  <a:pt x="1079012" y="114906"/>
                  <a:pt x="1075392" y="117756"/>
                </a:cubicBezTo>
                <a:cubicBezTo>
                  <a:pt x="1071771" y="120604"/>
                  <a:pt x="1068037" y="122028"/>
                  <a:pt x="1064190" y="122028"/>
                </a:cubicBezTo>
                <a:cubicBezTo>
                  <a:pt x="1061588" y="122028"/>
                  <a:pt x="1059042" y="121306"/>
                  <a:pt x="1056553" y="119862"/>
                </a:cubicBezTo>
                <a:cubicBezTo>
                  <a:pt x="1054064" y="118417"/>
                  <a:pt x="1052225" y="116351"/>
                  <a:pt x="1051037" y="113662"/>
                </a:cubicBezTo>
                <a:cubicBezTo>
                  <a:pt x="1049849" y="110971"/>
                  <a:pt x="1049255" y="106822"/>
                  <a:pt x="1049255" y="101214"/>
                </a:cubicBezTo>
                <a:lnTo>
                  <a:pt x="1049255" y="48879"/>
                </a:lnTo>
                <a:lnTo>
                  <a:pt x="1036950" y="48879"/>
                </a:lnTo>
                <a:lnTo>
                  <a:pt x="1036950" y="46079"/>
                </a:lnTo>
                <a:cubicBezTo>
                  <a:pt x="1040062" y="44831"/>
                  <a:pt x="1043244" y="42717"/>
                  <a:pt x="1046497" y="39738"/>
                </a:cubicBezTo>
                <a:cubicBezTo>
                  <a:pt x="1049750" y="36759"/>
                  <a:pt x="1052649" y="33227"/>
                  <a:pt x="1055195" y="29141"/>
                </a:cubicBezTo>
                <a:cubicBezTo>
                  <a:pt x="1056496" y="26986"/>
                  <a:pt x="1058307" y="23043"/>
                  <a:pt x="1060626" y="17311"/>
                </a:cubicBezTo>
                <a:lnTo>
                  <a:pt x="1063257" y="17311"/>
                </a:lnTo>
                <a:close/>
                <a:moveTo>
                  <a:pt x="1111826" y="0"/>
                </a:moveTo>
                <a:lnTo>
                  <a:pt x="1111826" y="56941"/>
                </a:lnTo>
                <a:cubicBezTo>
                  <a:pt x="1118105" y="50039"/>
                  <a:pt x="1123084" y="45612"/>
                  <a:pt x="1126761" y="43660"/>
                </a:cubicBezTo>
                <a:cubicBezTo>
                  <a:pt x="1130438" y="41709"/>
                  <a:pt x="1134116" y="40733"/>
                  <a:pt x="1137793" y="40733"/>
                </a:cubicBezTo>
                <a:cubicBezTo>
                  <a:pt x="1142205" y="40733"/>
                  <a:pt x="1145996" y="41946"/>
                  <a:pt x="1149164" y="44374"/>
                </a:cubicBezTo>
                <a:cubicBezTo>
                  <a:pt x="1152332" y="46801"/>
                  <a:pt x="1154680" y="50611"/>
                  <a:pt x="1156207" y="55803"/>
                </a:cubicBezTo>
                <a:cubicBezTo>
                  <a:pt x="1157282" y="59417"/>
                  <a:pt x="1157820" y="66022"/>
                  <a:pt x="1157820" y="75618"/>
                </a:cubicBezTo>
                <a:lnTo>
                  <a:pt x="1157820" y="103052"/>
                </a:lnTo>
                <a:cubicBezTo>
                  <a:pt x="1157820" y="107963"/>
                  <a:pt x="1158216" y="111322"/>
                  <a:pt x="1159008" y="113129"/>
                </a:cubicBezTo>
                <a:cubicBezTo>
                  <a:pt x="1159573" y="114483"/>
                  <a:pt x="1160535" y="115555"/>
                  <a:pt x="1161893" y="116345"/>
                </a:cubicBezTo>
                <a:cubicBezTo>
                  <a:pt x="1163251" y="117136"/>
                  <a:pt x="1165740" y="117531"/>
                  <a:pt x="1169361" y="117531"/>
                </a:cubicBezTo>
                <a:lnTo>
                  <a:pt x="1169361" y="120671"/>
                </a:lnTo>
                <a:lnTo>
                  <a:pt x="1131174" y="120671"/>
                </a:lnTo>
                <a:lnTo>
                  <a:pt x="1131174" y="117531"/>
                </a:lnTo>
                <a:lnTo>
                  <a:pt x="1132956" y="117531"/>
                </a:lnTo>
                <a:cubicBezTo>
                  <a:pt x="1136576" y="117531"/>
                  <a:pt x="1139094" y="116979"/>
                  <a:pt x="1140508" y="115876"/>
                </a:cubicBezTo>
                <a:cubicBezTo>
                  <a:pt x="1141923" y="114773"/>
                  <a:pt x="1142913" y="113146"/>
                  <a:pt x="1143478" y="110997"/>
                </a:cubicBezTo>
                <a:cubicBezTo>
                  <a:pt x="1143648" y="110091"/>
                  <a:pt x="1143733" y="107433"/>
                  <a:pt x="1143733" y="103020"/>
                </a:cubicBezTo>
                <a:lnTo>
                  <a:pt x="1143733" y="75525"/>
                </a:lnTo>
                <a:cubicBezTo>
                  <a:pt x="1143733" y="67039"/>
                  <a:pt x="1143295" y="61467"/>
                  <a:pt x="1142418" y="58808"/>
                </a:cubicBezTo>
                <a:cubicBezTo>
                  <a:pt x="1141541" y="56149"/>
                  <a:pt x="1140141" y="54155"/>
                  <a:pt x="1138217" y="52825"/>
                </a:cubicBezTo>
                <a:cubicBezTo>
                  <a:pt x="1136294" y="51496"/>
                  <a:pt x="1133974" y="50831"/>
                  <a:pt x="1131259" y="50831"/>
                </a:cubicBezTo>
                <a:cubicBezTo>
                  <a:pt x="1128486" y="50831"/>
                  <a:pt x="1125601" y="51566"/>
                  <a:pt x="1122603" y="53037"/>
                </a:cubicBezTo>
                <a:cubicBezTo>
                  <a:pt x="1119604" y="54508"/>
                  <a:pt x="1116012" y="57478"/>
                  <a:pt x="1111826" y="61948"/>
                </a:cubicBezTo>
                <a:lnTo>
                  <a:pt x="1111826" y="103020"/>
                </a:lnTo>
                <a:cubicBezTo>
                  <a:pt x="1111826" y="108338"/>
                  <a:pt x="1112123" y="111647"/>
                  <a:pt x="1112717" y="112948"/>
                </a:cubicBezTo>
                <a:cubicBezTo>
                  <a:pt x="1113311" y="114250"/>
                  <a:pt x="1114414" y="115339"/>
                  <a:pt x="1116026" y="116216"/>
                </a:cubicBezTo>
                <a:cubicBezTo>
                  <a:pt x="1117639" y="117092"/>
                  <a:pt x="1120425" y="117531"/>
                  <a:pt x="1124385" y="117531"/>
                </a:cubicBezTo>
                <a:lnTo>
                  <a:pt x="1124385" y="120671"/>
                </a:lnTo>
                <a:lnTo>
                  <a:pt x="1085859" y="120671"/>
                </a:lnTo>
                <a:lnTo>
                  <a:pt x="1085859" y="117531"/>
                </a:lnTo>
                <a:cubicBezTo>
                  <a:pt x="1089310" y="117531"/>
                  <a:pt x="1092025" y="116993"/>
                  <a:pt x="1094005" y="115919"/>
                </a:cubicBezTo>
                <a:cubicBezTo>
                  <a:pt x="1095137" y="115355"/>
                  <a:pt x="1096042" y="114281"/>
                  <a:pt x="1096721" y="112699"/>
                </a:cubicBezTo>
                <a:cubicBezTo>
                  <a:pt x="1097400" y="111115"/>
                  <a:pt x="1097739" y="107892"/>
                  <a:pt x="1097739" y="103030"/>
                </a:cubicBezTo>
                <a:lnTo>
                  <a:pt x="1097739" y="32732"/>
                </a:lnTo>
                <a:cubicBezTo>
                  <a:pt x="1097739" y="23857"/>
                  <a:pt x="1097527" y="18402"/>
                  <a:pt x="1097102" y="16367"/>
                </a:cubicBezTo>
                <a:cubicBezTo>
                  <a:pt x="1096678" y="14331"/>
                  <a:pt x="1096028" y="12946"/>
                  <a:pt x="1095151" y="12212"/>
                </a:cubicBezTo>
                <a:cubicBezTo>
                  <a:pt x="1094274" y="11476"/>
                  <a:pt x="1093100" y="11109"/>
                  <a:pt x="1091629" y="11109"/>
                </a:cubicBezTo>
                <a:cubicBezTo>
                  <a:pt x="1090441" y="11109"/>
                  <a:pt x="1088518" y="11561"/>
                  <a:pt x="1085859" y="12466"/>
                </a:cubicBezTo>
                <a:lnTo>
                  <a:pt x="1084671" y="9496"/>
                </a:lnTo>
                <a:lnTo>
                  <a:pt x="1107922" y="0"/>
                </a:lnTo>
                <a:lnTo>
                  <a:pt x="1111826" y="0"/>
                </a:lnTo>
                <a:close/>
                <a:moveTo>
                  <a:pt x="1213912" y="40733"/>
                </a:moveTo>
                <a:cubicBezTo>
                  <a:pt x="1225679" y="40733"/>
                  <a:pt x="1235127" y="45198"/>
                  <a:pt x="1242255" y="54127"/>
                </a:cubicBezTo>
                <a:cubicBezTo>
                  <a:pt x="1248308" y="61756"/>
                  <a:pt x="1251335" y="70516"/>
                  <a:pt x="1251335" y="80407"/>
                </a:cubicBezTo>
                <a:cubicBezTo>
                  <a:pt x="1251335" y="87359"/>
                  <a:pt x="1249666" y="94395"/>
                  <a:pt x="1246328" y="101516"/>
                </a:cubicBezTo>
                <a:cubicBezTo>
                  <a:pt x="1242991" y="108636"/>
                  <a:pt x="1238394" y="114004"/>
                  <a:pt x="1232539" y="117621"/>
                </a:cubicBezTo>
                <a:cubicBezTo>
                  <a:pt x="1226683" y="121238"/>
                  <a:pt x="1220163" y="123047"/>
                  <a:pt x="1212978" y="123047"/>
                </a:cubicBezTo>
                <a:cubicBezTo>
                  <a:pt x="1201268" y="123047"/>
                  <a:pt x="1191961" y="118384"/>
                  <a:pt x="1185060" y="109058"/>
                </a:cubicBezTo>
                <a:cubicBezTo>
                  <a:pt x="1179232" y="101203"/>
                  <a:pt x="1176319" y="92388"/>
                  <a:pt x="1176319" y="82611"/>
                </a:cubicBezTo>
                <a:cubicBezTo>
                  <a:pt x="1176319" y="75490"/>
                  <a:pt x="1178087" y="68411"/>
                  <a:pt x="1181623" y="61375"/>
                </a:cubicBezTo>
                <a:cubicBezTo>
                  <a:pt x="1185159" y="54339"/>
                  <a:pt x="1189812" y="49139"/>
                  <a:pt x="1195582" y="45777"/>
                </a:cubicBezTo>
                <a:cubicBezTo>
                  <a:pt x="1201353" y="42414"/>
                  <a:pt x="1207463" y="40733"/>
                  <a:pt x="1213912" y="40733"/>
                </a:cubicBezTo>
                <a:moveTo>
                  <a:pt x="1211281" y="46333"/>
                </a:moveTo>
                <a:cubicBezTo>
                  <a:pt x="1208283" y="46333"/>
                  <a:pt x="1205270" y="47224"/>
                  <a:pt x="1202244" y="49004"/>
                </a:cubicBezTo>
                <a:cubicBezTo>
                  <a:pt x="1199217" y="50784"/>
                  <a:pt x="1196770" y="53906"/>
                  <a:pt x="1194903" y="58370"/>
                </a:cubicBezTo>
                <a:cubicBezTo>
                  <a:pt x="1193036" y="62834"/>
                  <a:pt x="1192103" y="68569"/>
                  <a:pt x="1192103" y="75576"/>
                </a:cubicBezTo>
                <a:cubicBezTo>
                  <a:pt x="1192103" y="86876"/>
                  <a:pt x="1194352" y="96624"/>
                  <a:pt x="1198849" y="104818"/>
                </a:cubicBezTo>
                <a:cubicBezTo>
                  <a:pt x="1203347" y="113010"/>
                  <a:pt x="1209273" y="117107"/>
                  <a:pt x="1216627" y="117107"/>
                </a:cubicBezTo>
                <a:cubicBezTo>
                  <a:pt x="1222115" y="117107"/>
                  <a:pt x="1226641" y="114846"/>
                  <a:pt x="1230205" y="110326"/>
                </a:cubicBezTo>
                <a:cubicBezTo>
                  <a:pt x="1233769" y="105805"/>
                  <a:pt x="1235551" y="98036"/>
                  <a:pt x="1235551" y="87018"/>
                </a:cubicBezTo>
                <a:cubicBezTo>
                  <a:pt x="1235551" y="73230"/>
                  <a:pt x="1232581" y="62381"/>
                  <a:pt x="1226641" y="54469"/>
                </a:cubicBezTo>
                <a:cubicBezTo>
                  <a:pt x="1222624" y="49045"/>
                  <a:pt x="1217504" y="46333"/>
                  <a:pt x="1211281" y="46333"/>
                </a:cubicBezTo>
                <a:close/>
                <a:moveTo>
                  <a:pt x="1330934" y="42939"/>
                </a:moveTo>
                <a:lnTo>
                  <a:pt x="1330934" y="90036"/>
                </a:lnTo>
                <a:cubicBezTo>
                  <a:pt x="1330934" y="99031"/>
                  <a:pt x="1331146" y="104533"/>
                  <a:pt x="1331570" y="106541"/>
                </a:cubicBezTo>
                <a:cubicBezTo>
                  <a:pt x="1331994" y="108550"/>
                  <a:pt x="1332673" y="109950"/>
                  <a:pt x="1333607" y="110742"/>
                </a:cubicBezTo>
                <a:cubicBezTo>
                  <a:pt x="1334540" y="111534"/>
                  <a:pt x="1335629" y="111930"/>
                  <a:pt x="1336874" y="111930"/>
                </a:cubicBezTo>
                <a:cubicBezTo>
                  <a:pt x="1338628" y="111930"/>
                  <a:pt x="1340608" y="111449"/>
                  <a:pt x="1342814" y="110487"/>
                </a:cubicBezTo>
                <a:lnTo>
                  <a:pt x="1344002" y="113458"/>
                </a:lnTo>
                <a:lnTo>
                  <a:pt x="1320751" y="123047"/>
                </a:lnTo>
                <a:lnTo>
                  <a:pt x="1316932" y="123047"/>
                </a:lnTo>
                <a:lnTo>
                  <a:pt x="1316932" y="106584"/>
                </a:lnTo>
                <a:cubicBezTo>
                  <a:pt x="1310256" y="113825"/>
                  <a:pt x="1305165" y="118379"/>
                  <a:pt x="1301657" y="120246"/>
                </a:cubicBezTo>
                <a:cubicBezTo>
                  <a:pt x="1298150" y="122113"/>
                  <a:pt x="1294444" y="123047"/>
                  <a:pt x="1290540" y="123047"/>
                </a:cubicBezTo>
                <a:cubicBezTo>
                  <a:pt x="1286184" y="123047"/>
                  <a:pt x="1282408" y="121788"/>
                  <a:pt x="1279212" y="119270"/>
                </a:cubicBezTo>
                <a:cubicBezTo>
                  <a:pt x="1276015" y="116753"/>
                  <a:pt x="1273795" y="113514"/>
                  <a:pt x="1272550" y="109554"/>
                </a:cubicBezTo>
                <a:cubicBezTo>
                  <a:pt x="1271306" y="105594"/>
                  <a:pt x="1270683" y="99993"/>
                  <a:pt x="1270683" y="92752"/>
                </a:cubicBezTo>
                <a:lnTo>
                  <a:pt x="1270683" y="58044"/>
                </a:lnTo>
                <a:cubicBezTo>
                  <a:pt x="1270683" y="54367"/>
                  <a:pt x="1270287" y="51821"/>
                  <a:pt x="1269495" y="50407"/>
                </a:cubicBezTo>
                <a:cubicBezTo>
                  <a:pt x="1268703" y="48992"/>
                  <a:pt x="1267529" y="47903"/>
                  <a:pt x="1265973" y="47140"/>
                </a:cubicBezTo>
                <a:cubicBezTo>
                  <a:pt x="1264418" y="46376"/>
                  <a:pt x="1261603" y="46022"/>
                  <a:pt x="1257530" y="46079"/>
                </a:cubicBezTo>
                <a:lnTo>
                  <a:pt x="1257530" y="42939"/>
                </a:lnTo>
                <a:lnTo>
                  <a:pt x="1284770" y="42939"/>
                </a:lnTo>
                <a:lnTo>
                  <a:pt x="1284770" y="94831"/>
                </a:lnTo>
                <a:cubicBezTo>
                  <a:pt x="1284770" y="102055"/>
                  <a:pt x="1286029" y="106795"/>
                  <a:pt x="1288546" y="109053"/>
                </a:cubicBezTo>
                <a:cubicBezTo>
                  <a:pt x="1291064" y="111310"/>
                  <a:pt x="1294105" y="112439"/>
                  <a:pt x="1297669" y="112439"/>
                </a:cubicBezTo>
                <a:cubicBezTo>
                  <a:pt x="1300101" y="112439"/>
                  <a:pt x="1302859" y="111677"/>
                  <a:pt x="1305942" y="110153"/>
                </a:cubicBezTo>
                <a:cubicBezTo>
                  <a:pt x="1309026" y="108629"/>
                  <a:pt x="1312689" y="105724"/>
                  <a:pt x="1316932" y="101437"/>
                </a:cubicBezTo>
                <a:lnTo>
                  <a:pt x="1316932" y="57506"/>
                </a:lnTo>
                <a:cubicBezTo>
                  <a:pt x="1316932" y="53104"/>
                  <a:pt x="1316126" y="50127"/>
                  <a:pt x="1314513" y="48577"/>
                </a:cubicBezTo>
                <a:cubicBezTo>
                  <a:pt x="1312901" y="47025"/>
                  <a:pt x="1309549" y="46192"/>
                  <a:pt x="1304457" y="46079"/>
                </a:cubicBezTo>
                <a:lnTo>
                  <a:pt x="1304457" y="42939"/>
                </a:lnTo>
                <a:lnTo>
                  <a:pt x="1330934" y="42939"/>
                </a:lnTo>
                <a:close/>
                <a:moveTo>
                  <a:pt x="1370478" y="92346"/>
                </a:moveTo>
                <a:cubicBezTo>
                  <a:pt x="1365726" y="90030"/>
                  <a:pt x="1362077" y="86796"/>
                  <a:pt x="1359532" y="82643"/>
                </a:cubicBezTo>
                <a:cubicBezTo>
                  <a:pt x="1356986" y="78490"/>
                  <a:pt x="1355713" y="73899"/>
                  <a:pt x="1355713" y="68869"/>
                </a:cubicBezTo>
                <a:cubicBezTo>
                  <a:pt x="1355713" y="61186"/>
                  <a:pt x="1358612" y="54575"/>
                  <a:pt x="1364411" y="49038"/>
                </a:cubicBezTo>
                <a:cubicBezTo>
                  <a:pt x="1370210" y="43501"/>
                  <a:pt x="1377635" y="40733"/>
                  <a:pt x="1386687" y="40733"/>
                </a:cubicBezTo>
                <a:cubicBezTo>
                  <a:pt x="1394098" y="40733"/>
                  <a:pt x="1400519" y="42543"/>
                  <a:pt x="1405950" y="46164"/>
                </a:cubicBezTo>
                <a:lnTo>
                  <a:pt x="1422413" y="46164"/>
                </a:lnTo>
                <a:cubicBezTo>
                  <a:pt x="1424845" y="46164"/>
                  <a:pt x="1426260" y="46234"/>
                  <a:pt x="1426656" y="46373"/>
                </a:cubicBezTo>
                <a:cubicBezTo>
                  <a:pt x="1427052" y="46513"/>
                  <a:pt x="1427335" y="46751"/>
                  <a:pt x="1427504" y="47087"/>
                </a:cubicBezTo>
                <a:cubicBezTo>
                  <a:pt x="1427844" y="47590"/>
                  <a:pt x="1428013" y="48486"/>
                  <a:pt x="1428013" y="49773"/>
                </a:cubicBezTo>
                <a:cubicBezTo>
                  <a:pt x="1428013" y="51226"/>
                  <a:pt x="1427872" y="52233"/>
                  <a:pt x="1427589" y="52793"/>
                </a:cubicBezTo>
                <a:cubicBezTo>
                  <a:pt x="1427419" y="53073"/>
                  <a:pt x="1427122" y="53296"/>
                  <a:pt x="1426698" y="53464"/>
                </a:cubicBezTo>
                <a:cubicBezTo>
                  <a:pt x="1426274" y="53632"/>
                  <a:pt x="1424845" y="53716"/>
                  <a:pt x="1422413" y="53716"/>
                </a:cubicBezTo>
                <a:lnTo>
                  <a:pt x="1412314" y="53716"/>
                </a:lnTo>
                <a:cubicBezTo>
                  <a:pt x="1415482" y="57798"/>
                  <a:pt x="1417067" y="63014"/>
                  <a:pt x="1417067" y="69362"/>
                </a:cubicBezTo>
                <a:cubicBezTo>
                  <a:pt x="1417067" y="76618"/>
                  <a:pt x="1414294" y="82825"/>
                  <a:pt x="1408750" y="87984"/>
                </a:cubicBezTo>
                <a:cubicBezTo>
                  <a:pt x="1403206" y="93142"/>
                  <a:pt x="1395767" y="95722"/>
                  <a:pt x="1386432" y="95722"/>
                </a:cubicBezTo>
                <a:cubicBezTo>
                  <a:pt x="1382585" y="95722"/>
                  <a:pt x="1378653" y="95145"/>
                  <a:pt x="1374637" y="93990"/>
                </a:cubicBezTo>
                <a:cubicBezTo>
                  <a:pt x="1372147" y="96138"/>
                  <a:pt x="1370464" y="98018"/>
                  <a:pt x="1369587" y="99631"/>
                </a:cubicBezTo>
                <a:cubicBezTo>
                  <a:pt x="1368711" y="101241"/>
                  <a:pt x="1368272" y="102611"/>
                  <a:pt x="1368272" y="103741"/>
                </a:cubicBezTo>
                <a:cubicBezTo>
                  <a:pt x="1368272" y="104703"/>
                  <a:pt x="1368739" y="105636"/>
                  <a:pt x="1369672" y="106541"/>
                </a:cubicBezTo>
                <a:cubicBezTo>
                  <a:pt x="1370606" y="107445"/>
                  <a:pt x="1372430" y="108095"/>
                  <a:pt x="1375146" y="108491"/>
                </a:cubicBezTo>
                <a:cubicBezTo>
                  <a:pt x="1376730" y="108717"/>
                  <a:pt x="1380690" y="108915"/>
                  <a:pt x="1387026" y="109085"/>
                </a:cubicBezTo>
                <a:cubicBezTo>
                  <a:pt x="1398680" y="109366"/>
                  <a:pt x="1406233" y="109761"/>
                  <a:pt x="1409684" y="110270"/>
                </a:cubicBezTo>
                <a:cubicBezTo>
                  <a:pt x="1414945" y="111005"/>
                  <a:pt x="1419146" y="112956"/>
                  <a:pt x="1422285" y="116123"/>
                </a:cubicBezTo>
                <a:cubicBezTo>
                  <a:pt x="1425425" y="119287"/>
                  <a:pt x="1426995" y="123187"/>
                  <a:pt x="1426995" y="127823"/>
                </a:cubicBezTo>
                <a:cubicBezTo>
                  <a:pt x="1426995" y="134210"/>
                  <a:pt x="1423997" y="140203"/>
                  <a:pt x="1418000" y="145800"/>
                </a:cubicBezTo>
                <a:cubicBezTo>
                  <a:pt x="1409175" y="154052"/>
                  <a:pt x="1397662" y="158179"/>
                  <a:pt x="1383462" y="158179"/>
                </a:cubicBezTo>
                <a:cubicBezTo>
                  <a:pt x="1372543" y="158179"/>
                  <a:pt x="1363322" y="155721"/>
                  <a:pt x="1355798" y="150806"/>
                </a:cubicBezTo>
                <a:cubicBezTo>
                  <a:pt x="1351555" y="147981"/>
                  <a:pt x="1349433" y="145043"/>
                  <a:pt x="1349433" y="141992"/>
                </a:cubicBezTo>
                <a:cubicBezTo>
                  <a:pt x="1349433" y="140637"/>
                  <a:pt x="1349744" y="139282"/>
                  <a:pt x="1350367" y="137926"/>
                </a:cubicBezTo>
                <a:cubicBezTo>
                  <a:pt x="1351328" y="135835"/>
                  <a:pt x="1353309" y="132925"/>
                  <a:pt x="1356307" y="129196"/>
                </a:cubicBezTo>
                <a:cubicBezTo>
                  <a:pt x="1356703" y="128689"/>
                  <a:pt x="1359588" y="125638"/>
                  <a:pt x="1364963" y="120045"/>
                </a:cubicBezTo>
                <a:cubicBezTo>
                  <a:pt x="1362021" y="118289"/>
                  <a:pt x="1359942" y="116718"/>
                  <a:pt x="1358725" y="115330"/>
                </a:cubicBezTo>
                <a:cubicBezTo>
                  <a:pt x="1357509" y="113942"/>
                  <a:pt x="1356901" y="112370"/>
                  <a:pt x="1356901" y="110615"/>
                </a:cubicBezTo>
                <a:cubicBezTo>
                  <a:pt x="1356901" y="108631"/>
                  <a:pt x="1357707" y="106308"/>
                  <a:pt x="1359319" y="103646"/>
                </a:cubicBezTo>
                <a:cubicBezTo>
                  <a:pt x="1360932" y="100983"/>
                  <a:pt x="1364651" y="97217"/>
                  <a:pt x="1370478" y="92346"/>
                </a:cubicBezTo>
                <a:moveTo>
                  <a:pt x="1385244" y="44976"/>
                </a:moveTo>
                <a:cubicBezTo>
                  <a:pt x="1381058" y="44976"/>
                  <a:pt x="1377550" y="46636"/>
                  <a:pt x="1374721" y="49956"/>
                </a:cubicBezTo>
                <a:cubicBezTo>
                  <a:pt x="1371893" y="53274"/>
                  <a:pt x="1370478" y="58366"/>
                  <a:pt x="1370478" y="65231"/>
                </a:cubicBezTo>
                <a:cubicBezTo>
                  <a:pt x="1370478" y="74122"/>
                  <a:pt x="1372402" y="81014"/>
                  <a:pt x="1376249" y="85907"/>
                </a:cubicBezTo>
                <a:cubicBezTo>
                  <a:pt x="1379191" y="89622"/>
                  <a:pt x="1382925" y="91479"/>
                  <a:pt x="1387450" y="91479"/>
                </a:cubicBezTo>
                <a:cubicBezTo>
                  <a:pt x="1391750" y="91479"/>
                  <a:pt x="1395286" y="89875"/>
                  <a:pt x="1398058" y="86668"/>
                </a:cubicBezTo>
                <a:cubicBezTo>
                  <a:pt x="1400830" y="83461"/>
                  <a:pt x="1402216" y="78425"/>
                  <a:pt x="1402216" y="71561"/>
                </a:cubicBezTo>
                <a:cubicBezTo>
                  <a:pt x="1402216" y="62615"/>
                  <a:pt x="1400264" y="55610"/>
                  <a:pt x="1396361" y="50545"/>
                </a:cubicBezTo>
                <a:cubicBezTo>
                  <a:pt x="1393475" y="46832"/>
                  <a:pt x="1389770" y="44976"/>
                  <a:pt x="1385244" y="44976"/>
                </a:cubicBezTo>
                <a:moveTo>
                  <a:pt x="1369630" y="120721"/>
                </a:moveTo>
                <a:cubicBezTo>
                  <a:pt x="1366971" y="123601"/>
                  <a:pt x="1364963" y="126283"/>
                  <a:pt x="1363605" y="128767"/>
                </a:cubicBezTo>
                <a:cubicBezTo>
                  <a:pt x="1362247" y="131252"/>
                  <a:pt x="1361568" y="133540"/>
                  <a:pt x="1361568" y="135630"/>
                </a:cubicBezTo>
                <a:cubicBezTo>
                  <a:pt x="1361568" y="138340"/>
                  <a:pt x="1363209" y="140712"/>
                  <a:pt x="1366490" y="142745"/>
                </a:cubicBezTo>
                <a:cubicBezTo>
                  <a:pt x="1372147" y="146245"/>
                  <a:pt x="1380322" y="147996"/>
                  <a:pt x="1391015" y="147996"/>
                </a:cubicBezTo>
                <a:cubicBezTo>
                  <a:pt x="1401198" y="147996"/>
                  <a:pt x="1408708" y="146202"/>
                  <a:pt x="1413545" y="142615"/>
                </a:cubicBezTo>
                <a:cubicBezTo>
                  <a:pt x="1418382" y="139030"/>
                  <a:pt x="1420800" y="135205"/>
                  <a:pt x="1420800" y="131140"/>
                </a:cubicBezTo>
                <a:cubicBezTo>
                  <a:pt x="1420800" y="128204"/>
                  <a:pt x="1419358" y="126114"/>
                  <a:pt x="1416472" y="124871"/>
                </a:cubicBezTo>
                <a:cubicBezTo>
                  <a:pt x="1413531" y="123628"/>
                  <a:pt x="1407704" y="122895"/>
                  <a:pt x="1398991" y="122670"/>
                </a:cubicBezTo>
                <a:cubicBezTo>
                  <a:pt x="1386262" y="122331"/>
                  <a:pt x="1376475" y="121681"/>
                  <a:pt x="1369630" y="120721"/>
                </a:cubicBezTo>
                <a:close/>
                <a:moveTo>
                  <a:pt x="1459157" y="17311"/>
                </a:moveTo>
                <a:lnTo>
                  <a:pt x="1459157" y="42939"/>
                </a:lnTo>
                <a:lnTo>
                  <a:pt x="1477317" y="42939"/>
                </a:lnTo>
                <a:lnTo>
                  <a:pt x="1477317" y="48879"/>
                </a:lnTo>
                <a:lnTo>
                  <a:pt x="1459157" y="48879"/>
                </a:lnTo>
                <a:lnTo>
                  <a:pt x="1459157" y="99217"/>
                </a:lnTo>
                <a:cubicBezTo>
                  <a:pt x="1459157" y="104247"/>
                  <a:pt x="1459878" y="107638"/>
                  <a:pt x="1461321" y="109390"/>
                </a:cubicBezTo>
                <a:cubicBezTo>
                  <a:pt x="1462763" y="111140"/>
                  <a:pt x="1464616" y="112015"/>
                  <a:pt x="1466879" y="112015"/>
                </a:cubicBezTo>
                <a:cubicBezTo>
                  <a:pt x="1468746" y="112015"/>
                  <a:pt x="1470556" y="111435"/>
                  <a:pt x="1472310" y="110275"/>
                </a:cubicBezTo>
                <a:cubicBezTo>
                  <a:pt x="1474064" y="109116"/>
                  <a:pt x="1475422" y="107404"/>
                  <a:pt x="1476383" y="105141"/>
                </a:cubicBezTo>
                <a:lnTo>
                  <a:pt x="1479693" y="105141"/>
                </a:lnTo>
                <a:cubicBezTo>
                  <a:pt x="1477713" y="110701"/>
                  <a:pt x="1474912" y="114906"/>
                  <a:pt x="1471292" y="117756"/>
                </a:cubicBezTo>
                <a:cubicBezTo>
                  <a:pt x="1467671" y="120604"/>
                  <a:pt x="1463937" y="122028"/>
                  <a:pt x="1460090" y="122028"/>
                </a:cubicBezTo>
                <a:cubicBezTo>
                  <a:pt x="1457488" y="122028"/>
                  <a:pt x="1454942" y="121306"/>
                  <a:pt x="1452453" y="119862"/>
                </a:cubicBezTo>
                <a:cubicBezTo>
                  <a:pt x="1449964" y="118417"/>
                  <a:pt x="1448125" y="116351"/>
                  <a:pt x="1446937" y="113662"/>
                </a:cubicBezTo>
                <a:cubicBezTo>
                  <a:pt x="1445749" y="110971"/>
                  <a:pt x="1445155" y="106822"/>
                  <a:pt x="1445155" y="101214"/>
                </a:cubicBezTo>
                <a:lnTo>
                  <a:pt x="1445155" y="48879"/>
                </a:lnTo>
                <a:lnTo>
                  <a:pt x="1432850" y="48879"/>
                </a:lnTo>
                <a:lnTo>
                  <a:pt x="1432850" y="46079"/>
                </a:lnTo>
                <a:cubicBezTo>
                  <a:pt x="1435962" y="44831"/>
                  <a:pt x="1439144" y="42717"/>
                  <a:pt x="1442397" y="39738"/>
                </a:cubicBezTo>
                <a:cubicBezTo>
                  <a:pt x="1445650" y="36759"/>
                  <a:pt x="1448549" y="33227"/>
                  <a:pt x="1451095" y="29141"/>
                </a:cubicBezTo>
                <a:cubicBezTo>
                  <a:pt x="1452396" y="26986"/>
                  <a:pt x="1454207" y="23043"/>
                  <a:pt x="1456526" y="17311"/>
                </a:cubicBezTo>
                <a:lnTo>
                  <a:pt x="1459157" y="17311"/>
                </a:lnTo>
                <a:close/>
                <a:moveTo>
                  <a:pt x="1507726" y="0"/>
                </a:moveTo>
                <a:lnTo>
                  <a:pt x="1507726" y="56941"/>
                </a:lnTo>
                <a:cubicBezTo>
                  <a:pt x="1514006" y="50039"/>
                  <a:pt x="1518984" y="45612"/>
                  <a:pt x="1522662" y="43660"/>
                </a:cubicBezTo>
                <a:cubicBezTo>
                  <a:pt x="1526339" y="41709"/>
                  <a:pt x="1530016" y="40733"/>
                  <a:pt x="1533693" y="40733"/>
                </a:cubicBezTo>
                <a:cubicBezTo>
                  <a:pt x="1538106" y="40733"/>
                  <a:pt x="1541897" y="41946"/>
                  <a:pt x="1545065" y="44374"/>
                </a:cubicBezTo>
                <a:cubicBezTo>
                  <a:pt x="1548233" y="46801"/>
                  <a:pt x="1550581" y="50611"/>
                  <a:pt x="1552108" y="55803"/>
                </a:cubicBezTo>
                <a:cubicBezTo>
                  <a:pt x="1553183" y="59417"/>
                  <a:pt x="1553720" y="66022"/>
                  <a:pt x="1553720" y="75618"/>
                </a:cubicBezTo>
                <a:lnTo>
                  <a:pt x="1553720" y="103052"/>
                </a:lnTo>
                <a:cubicBezTo>
                  <a:pt x="1553720" y="107963"/>
                  <a:pt x="1554116" y="111322"/>
                  <a:pt x="1554908" y="113129"/>
                </a:cubicBezTo>
                <a:cubicBezTo>
                  <a:pt x="1555474" y="114483"/>
                  <a:pt x="1556436" y="115555"/>
                  <a:pt x="1557794" y="116345"/>
                </a:cubicBezTo>
                <a:cubicBezTo>
                  <a:pt x="1559151" y="117136"/>
                  <a:pt x="1561641" y="117531"/>
                  <a:pt x="1565261" y="117531"/>
                </a:cubicBezTo>
                <a:lnTo>
                  <a:pt x="1565261" y="120671"/>
                </a:lnTo>
                <a:lnTo>
                  <a:pt x="1527074" y="120671"/>
                </a:lnTo>
                <a:lnTo>
                  <a:pt x="1527074" y="117531"/>
                </a:lnTo>
                <a:lnTo>
                  <a:pt x="1528856" y="117531"/>
                </a:lnTo>
                <a:cubicBezTo>
                  <a:pt x="1532477" y="117531"/>
                  <a:pt x="1534995" y="116979"/>
                  <a:pt x="1536409" y="115876"/>
                </a:cubicBezTo>
                <a:cubicBezTo>
                  <a:pt x="1537823" y="114773"/>
                  <a:pt x="1538813" y="113146"/>
                  <a:pt x="1539379" y="110997"/>
                </a:cubicBezTo>
                <a:cubicBezTo>
                  <a:pt x="1539549" y="110091"/>
                  <a:pt x="1539634" y="107433"/>
                  <a:pt x="1539634" y="103020"/>
                </a:cubicBezTo>
                <a:lnTo>
                  <a:pt x="1539634" y="75525"/>
                </a:lnTo>
                <a:cubicBezTo>
                  <a:pt x="1539634" y="67039"/>
                  <a:pt x="1539195" y="61467"/>
                  <a:pt x="1538318" y="58808"/>
                </a:cubicBezTo>
                <a:cubicBezTo>
                  <a:pt x="1537441" y="56149"/>
                  <a:pt x="1536041" y="54155"/>
                  <a:pt x="1534118" y="52825"/>
                </a:cubicBezTo>
                <a:cubicBezTo>
                  <a:pt x="1532194" y="51496"/>
                  <a:pt x="1529875" y="50831"/>
                  <a:pt x="1527159" y="50831"/>
                </a:cubicBezTo>
                <a:cubicBezTo>
                  <a:pt x="1524387" y="50831"/>
                  <a:pt x="1521502" y="51566"/>
                  <a:pt x="1518503" y="53037"/>
                </a:cubicBezTo>
                <a:cubicBezTo>
                  <a:pt x="1515505" y="54508"/>
                  <a:pt x="1511913" y="57478"/>
                  <a:pt x="1507726" y="61948"/>
                </a:cubicBezTo>
                <a:lnTo>
                  <a:pt x="1507726" y="103020"/>
                </a:lnTo>
                <a:cubicBezTo>
                  <a:pt x="1507726" y="108338"/>
                  <a:pt x="1508023" y="111647"/>
                  <a:pt x="1508617" y="112948"/>
                </a:cubicBezTo>
                <a:cubicBezTo>
                  <a:pt x="1509211" y="114250"/>
                  <a:pt x="1510315" y="115339"/>
                  <a:pt x="1511927" y="116216"/>
                </a:cubicBezTo>
                <a:cubicBezTo>
                  <a:pt x="1513539" y="117092"/>
                  <a:pt x="1516325" y="117531"/>
                  <a:pt x="1520286" y="117531"/>
                </a:cubicBezTo>
                <a:lnTo>
                  <a:pt x="1520286" y="120671"/>
                </a:lnTo>
                <a:lnTo>
                  <a:pt x="1481759" y="120671"/>
                </a:lnTo>
                <a:lnTo>
                  <a:pt x="1481759" y="117531"/>
                </a:lnTo>
                <a:cubicBezTo>
                  <a:pt x="1485210" y="117531"/>
                  <a:pt x="1487926" y="116993"/>
                  <a:pt x="1489906" y="115919"/>
                </a:cubicBezTo>
                <a:cubicBezTo>
                  <a:pt x="1491037" y="115355"/>
                  <a:pt x="1491942" y="114281"/>
                  <a:pt x="1492621" y="112699"/>
                </a:cubicBezTo>
                <a:cubicBezTo>
                  <a:pt x="1493300" y="111115"/>
                  <a:pt x="1493640" y="107892"/>
                  <a:pt x="1493640" y="103030"/>
                </a:cubicBezTo>
                <a:lnTo>
                  <a:pt x="1493640" y="32732"/>
                </a:lnTo>
                <a:cubicBezTo>
                  <a:pt x="1493640" y="23857"/>
                  <a:pt x="1493427" y="18402"/>
                  <a:pt x="1493003" y="16367"/>
                </a:cubicBezTo>
                <a:cubicBezTo>
                  <a:pt x="1492579" y="14331"/>
                  <a:pt x="1491928" y="12946"/>
                  <a:pt x="1491051" y="12212"/>
                </a:cubicBezTo>
                <a:cubicBezTo>
                  <a:pt x="1490174" y="11476"/>
                  <a:pt x="1489001" y="11109"/>
                  <a:pt x="1487530" y="11109"/>
                </a:cubicBezTo>
                <a:cubicBezTo>
                  <a:pt x="1486342" y="11109"/>
                  <a:pt x="1484418" y="11561"/>
                  <a:pt x="1481759" y="12466"/>
                </a:cubicBezTo>
                <a:lnTo>
                  <a:pt x="1480571" y="9496"/>
                </a:lnTo>
                <a:lnTo>
                  <a:pt x="1503823" y="0"/>
                </a:lnTo>
                <a:lnTo>
                  <a:pt x="1507726" y="0"/>
                </a:lnTo>
                <a:close/>
                <a:moveTo>
                  <a:pt x="1622032" y="40733"/>
                </a:moveTo>
                <a:lnTo>
                  <a:pt x="1622032" y="67039"/>
                </a:lnTo>
                <a:lnTo>
                  <a:pt x="1619232" y="67039"/>
                </a:lnTo>
                <a:cubicBezTo>
                  <a:pt x="1617082" y="58788"/>
                  <a:pt x="1614324" y="53176"/>
                  <a:pt x="1610958" y="50203"/>
                </a:cubicBezTo>
                <a:cubicBezTo>
                  <a:pt x="1607592" y="47227"/>
                  <a:pt x="1603306" y="45739"/>
                  <a:pt x="1598102" y="45739"/>
                </a:cubicBezTo>
                <a:cubicBezTo>
                  <a:pt x="1594141" y="45739"/>
                  <a:pt x="1590945" y="46785"/>
                  <a:pt x="1588512" y="48877"/>
                </a:cubicBezTo>
                <a:cubicBezTo>
                  <a:pt x="1586080" y="50966"/>
                  <a:pt x="1584863" y="53283"/>
                  <a:pt x="1584863" y="55827"/>
                </a:cubicBezTo>
                <a:cubicBezTo>
                  <a:pt x="1584863" y="58992"/>
                  <a:pt x="1585769" y="61704"/>
                  <a:pt x="1587579" y="63963"/>
                </a:cubicBezTo>
                <a:cubicBezTo>
                  <a:pt x="1589333" y="66281"/>
                  <a:pt x="1592897" y="68739"/>
                  <a:pt x="1598271" y="71338"/>
                </a:cubicBezTo>
                <a:lnTo>
                  <a:pt x="1610661" y="77358"/>
                </a:lnTo>
                <a:cubicBezTo>
                  <a:pt x="1622145" y="82951"/>
                  <a:pt x="1627887" y="90326"/>
                  <a:pt x="1627887" y="99482"/>
                </a:cubicBezTo>
                <a:cubicBezTo>
                  <a:pt x="1627887" y="106545"/>
                  <a:pt x="1625214" y="112239"/>
                  <a:pt x="1619868" y="116563"/>
                </a:cubicBezTo>
                <a:cubicBezTo>
                  <a:pt x="1614522" y="120885"/>
                  <a:pt x="1608539" y="123047"/>
                  <a:pt x="1601920" y="123047"/>
                </a:cubicBezTo>
                <a:cubicBezTo>
                  <a:pt x="1597168" y="123047"/>
                  <a:pt x="1591737" y="122198"/>
                  <a:pt x="1585627" y="120501"/>
                </a:cubicBezTo>
                <a:cubicBezTo>
                  <a:pt x="1583760" y="119935"/>
                  <a:pt x="1582233" y="119652"/>
                  <a:pt x="1581045" y="119652"/>
                </a:cubicBezTo>
                <a:cubicBezTo>
                  <a:pt x="1579744" y="119652"/>
                  <a:pt x="1578725" y="120388"/>
                  <a:pt x="1577990" y="121859"/>
                </a:cubicBezTo>
                <a:lnTo>
                  <a:pt x="1575189" y="121859"/>
                </a:lnTo>
                <a:lnTo>
                  <a:pt x="1575189" y="94025"/>
                </a:lnTo>
                <a:lnTo>
                  <a:pt x="1577990" y="94025"/>
                </a:lnTo>
                <a:cubicBezTo>
                  <a:pt x="1579574" y="101973"/>
                  <a:pt x="1582600" y="107963"/>
                  <a:pt x="1587070" y="111994"/>
                </a:cubicBezTo>
                <a:cubicBezTo>
                  <a:pt x="1591539" y="116025"/>
                  <a:pt x="1596546" y="118040"/>
                  <a:pt x="1602090" y="118040"/>
                </a:cubicBezTo>
                <a:cubicBezTo>
                  <a:pt x="1605994" y="118040"/>
                  <a:pt x="1609176" y="116896"/>
                  <a:pt x="1611637" y="114608"/>
                </a:cubicBezTo>
                <a:cubicBezTo>
                  <a:pt x="1614098" y="112319"/>
                  <a:pt x="1615328" y="109564"/>
                  <a:pt x="1615328" y="106343"/>
                </a:cubicBezTo>
                <a:cubicBezTo>
                  <a:pt x="1615328" y="102443"/>
                  <a:pt x="1613956" y="99165"/>
                  <a:pt x="1611212" y="96509"/>
                </a:cubicBezTo>
                <a:cubicBezTo>
                  <a:pt x="1608469" y="93854"/>
                  <a:pt x="1602995" y="90492"/>
                  <a:pt x="1594792" y="86424"/>
                </a:cubicBezTo>
                <a:cubicBezTo>
                  <a:pt x="1586589" y="82355"/>
                  <a:pt x="1581214" y="78681"/>
                  <a:pt x="1578669" y="75403"/>
                </a:cubicBezTo>
                <a:cubicBezTo>
                  <a:pt x="1576123" y="72182"/>
                  <a:pt x="1574850" y="68113"/>
                  <a:pt x="1574850" y="63197"/>
                </a:cubicBezTo>
                <a:cubicBezTo>
                  <a:pt x="1574850" y="56811"/>
                  <a:pt x="1577042" y="51471"/>
                  <a:pt x="1581427" y="47177"/>
                </a:cubicBezTo>
                <a:cubicBezTo>
                  <a:pt x="1585811" y="42881"/>
                  <a:pt x="1591482" y="40733"/>
                  <a:pt x="1598441" y="40733"/>
                </a:cubicBezTo>
                <a:cubicBezTo>
                  <a:pt x="1601496" y="40733"/>
                  <a:pt x="1605201" y="41383"/>
                  <a:pt x="1609558" y="42684"/>
                </a:cubicBezTo>
                <a:cubicBezTo>
                  <a:pt x="1612443" y="43533"/>
                  <a:pt x="1614366" y="43957"/>
                  <a:pt x="1615328" y="43957"/>
                </a:cubicBezTo>
                <a:cubicBezTo>
                  <a:pt x="1616233" y="43957"/>
                  <a:pt x="1616940" y="43759"/>
                  <a:pt x="1617450" y="43363"/>
                </a:cubicBezTo>
                <a:cubicBezTo>
                  <a:pt x="1617959" y="42967"/>
                  <a:pt x="1618553" y="42090"/>
                  <a:pt x="1619232" y="40733"/>
                </a:cubicBezTo>
                <a:lnTo>
                  <a:pt x="1622032" y="40733"/>
                </a:lnTo>
                <a:close/>
                <a:moveTo>
                  <a:pt x="1720866" y="40733"/>
                </a:moveTo>
                <a:cubicBezTo>
                  <a:pt x="1732633" y="40733"/>
                  <a:pt x="1742081" y="45198"/>
                  <a:pt x="1749209" y="54127"/>
                </a:cubicBezTo>
                <a:cubicBezTo>
                  <a:pt x="1755263" y="61756"/>
                  <a:pt x="1758289" y="70516"/>
                  <a:pt x="1758289" y="80407"/>
                </a:cubicBezTo>
                <a:cubicBezTo>
                  <a:pt x="1758289" y="87359"/>
                  <a:pt x="1756620" y="94395"/>
                  <a:pt x="1753283" y="101516"/>
                </a:cubicBezTo>
                <a:cubicBezTo>
                  <a:pt x="1749945" y="108636"/>
                  <a:pt x="1745348" y="114004"/>
                  <a:pt x="1739493" y="117621"/>
                </a:cubicBezTo>
                <a:cubicBezTo>
                  <a:pt x="1733637" y="121238"/>
                  <a:pt x="1727117" y="123047"/>
                  <a:pt x="1719933" y="123047"/>
                </a:cubicBezTo>
                <a:cubicBezTo>
                  <a:pt x="1708222" y="123047"/>
                  <a:pt x="1698916" y="118384"/>
                  <a:pt x="1692014" y="109058"/>
                </a:cubicBezTo>
                <a:cubicBezTo>
                  <a:pt x="1686187" y="101203"/>
                  <a:pt x="1683273" y="92388"/>
                  <a:pt x="1683273" y="82611"/>
                </a:cubicBezTo>
                <a:cubicBezTo>
                  <a:pt x="1683273" y="75490"/>
                  <a:pt x="1685041" y="68411"/>
                  <a:pt x="1688577" y="61375"/>
                </a:cubicBezTo>
                <a:cubicBezTo>
                  <a:pt x="1692113" y="54339"/>
                  <a:pt x="1696766" y="49139"/>
                  <a:pt x="1702536" y="45777"/>
                </a:cubicBezTo>
                <a:cubicBezTo>
                  <a:pt x="1708307" y="42414"/>
                  <a:pt x="1714417" y="40733"/>
                  <a:pt x="1720866" y="40733"/>
                </a:cubicBezTo>
                <a:moveTo>
                  <a:pt x="1718235" y="46333"/>
                </a:moveTo>
                <a:cubicBezTo>
                  <a:pt x="1715237" y="46333"/>
                  <a:pt x="1712225" y="47224"/>
                  <a:pt x="1709198" y="49004"/>
                </a:cubicBezTo>
                <a:cubicBezTo>
                  <a:pt x="1706171" y="50784"/>
                  <a:pt x="1703724" y="53906"/>
                  <a:pt x="1701857" y="58370"/>
                </a:cubicBezTo>
                <a:cubicBezTo>
                  <a:pt x="1699991" y="62834"/>
                  <a:pt x="1699057" y="68569"/>
                  <a:pt x="1699057" y="75576"/>
                </a:cubicBezTo>
                <a:cubicBezTo>
                  <a:pt x="1699057" y="86876"/>
                  <a:pt x="1701306" y="96624"/>
                  <a:pt x="1705803" y="104818"/>
                </a:cubicBezTo>
                <a:cubicBezTo>
                  <a:pt x="1710301" y="113010"/>
                  <a:pt x="1716227" y="117107"/>
                  <a:pt x="1723582" y="117107"/>
                </a:cubicBezTo>
                <a:cubicBezTo>
                  <a:pt x="1729069" y="117107"/>
                  <a:pt x="1733595" y="114846"/>
                  <a:pt x="1737159" y="110326"/>
                </a:cubicBezTo>
                <a:cubicBezTo>
                  <a:pt x="1740723" y="105805"/>
                  <a:pt x="1742505" y="98036"/>
                  <a:pt x="1742505" y="87018"/>
                </a:cubicBezTo>
                <a:cubicBezTo>
                  <a:pt x="1742505" y="73230"/>
                  <a:pt x="1739535" y="62381"/>
                  <a:pt x="1733595" y="54469"/>
                </a:cubicBezTo>
                <a:cubicBezTo>
                  <a:pt x="1729578" y="49045"/>
                  <a:pt x="1724458" y="46333"/>
                  <a:pt x="1718235" y="46333"/>
                </a:cubicBezTo>
                <a:close/>
                <a:moveTo>
                  <a:pt x="1792403" y="57196"/>
                </a:moveTo>
                <a:cubicBezTo>
                  <a:pt x="1801511" y="46220"/>
                  <a:pt x="1810195" y="40733"/>
                  <a:pt x="1818455" y="40733"/>
                </a:cubicBezTo>
                <a:cubicBezTo>
                  <a:pt x="1822698" y="40733"/>
                  <a:pt x="1826347" y="41792"/>
                  <a:pt x="1829402" y="43910"/>
                </a:cubicBezTo>
                <a:cubicBezTo>
                  <a:pt x="1832457" y="46026"/>
                  <a:pt x="1834890" y="49511"/>
                  <a:pt x="1836700" y="54366"/>
                </a:cubicBezTo>
                <a:cubicBezTo>
                  <a:pt x="1837944" y="57752"/>
                  <a:pt x="1838567" y="62945"/>
                  <a:pt x="1838567" y="69946"/>
                </a:cubicBezTo>
                <a:lnTo>
                  <a:pt x="1838567" y="103052"/>
                </a:lnTo>
                <a:cubicBezTo>
                  <a:pt x="1838567" y="107963"/>
                  <a:pt x="1838963" y="111294"/>
                  <a:pt x="1839755" y="113044"/>
                </a:cubicBezTo>
                <a:cubicBezTo>
                  <a:pt x="1840377" y="114455"/>
                  <a:pt x="1841381" y="115555"/>
                  <a:pt x="1842767" y="116345"/>
                </a:cubicBezTo>
                <a:cubicBezTo>
                  <a:pt x="1844153" y="117136"/>
                  <a:pt x="1846713" y="117531"/>
                  <a:pt x="1850447" y="117531"/>
                </a:cubicBezTo>
                <a:lnTo>
                  <a:pt x="1850447" y="120671"/>
                </a:lnTo>
                <a:lnTo>
                  <a:pt x="1812006" y="120671"/>
                </a:lnTo>
                <a:lnTo>
                  <a:pt x="1812006" y="117531"/>
                </a:lnTo>
                <a:lnTo>
                  <a:pt x="1813618" y="117531"/>
                </a:lnTo>
                <a:cubicBezTo>
                  <a:pt x="1817239" y="117531"/>
                  <a:pt x="1819770" y="116982"/>
                  <a:pt x="1821213" y="115884"/>
                </a:cubicBezTo>
                <a:cubicBezTo>
                  <a:pt x="1822656" y="114786"/>
                  <a:pt x="1823660" y="113169"/>
                  <a:pt x="1824225" y="111031"/>
                </a:cubicBezTo>
                <a:cubicBezTo>
                  <a:pt x="1824452" y="110186"/>
                  <a:pt x="1824565" y="107540"/>
                  <a:pt x="1824565" y="103094"/>
                </a:cubicBezTo>
                <a:lnTo>
                  <a:pt x="1824565" y="71433"/>
                </a:lnTo>
                <a:cubicBezTo>
                  <a:pt x="1824565" y="64399"/>
                  <a:pt x="1823646" y="59291"/>
                  <a:pt x="1821807" y="56111"/>
                </a:cubicBezTo>
                <a:cubicBezTo>
                  <a:pt x="1819968" y="52930"/>
                  <a:pt x="1816871" y="51340"/>
                  <a:pt x="1812515" y="51340"/>
                </a:cubicBezTo>
                <a:cubicBezTo>
                  <a:pt x="1805783" y="51340"/>
                  <a:pt x="1799079" y="54999"/>
                  <a:pt x="1792403" y="62316"/>
                </a:cubicBezTo>
                <a:lnTo>
                  <a:pt x="1792403" y="103094"/>
                </a:lnTo>
                <a:cubicBezTo>
                  <a:pt x="1792403" y="108329"/>
                  <a:pt x="1792714" y="111565"/>
                  <a:pt x="1793336" y="112803"/>
                </a:cubicBezTo>
                <a:cubicBezTo>
                  <a:pt x="1794129" y="114434"/>
                  <a:pt x="1795218" y="115630"/>
                  <a:pt x="1796604" y="116391"/>
                </a:cubicBezTo>
                <a:cubicBezTo>
                  <a:pt x="1797990" y="117151"/>
                  <a:pt x="1800804" y="117531"/>
                  <a:pt x="1805047" y="117531"/>
                </a:cubicBezTo>
                <a:lnTo>
                  <a:pt x="1805047" y="120671"/>
                </a:lnTo>
                <a:lnTo>
                  <a:pt x="1766606" y="120671"/>
                </a:lnTo>
                <a:lnTo>
                  <a:pt x="1766606" y="117531"/>
                </a:lnTo>
                <a:lnTo>
                  <a:pt x="1768303" y="117531"/>
                </a:lnTo>
                <a:cubicBezTo>
                  <a:pt x="1772263" y="117531"/>
                  <a:pt x="1774936" y="116529"/>
                  <a:pt x="1776322" y="114526"/>
                </a:cubicBezTo>
                <a:cubicBezTo>
                  <a:pt x="1777708" y="112521"/>
                  <a:pt x="1778401" y="108697"/>
                  <a:pt x="1778401" y="103052"/>
                </a:cubicBezTo>
                <a:lnTo>
                  <a:pt x="1778401" y="74263"/>
                </a:lnTo>
                <a:cubicBezTo>
                  <a:pt x="1778401" y="64950"/>
                  <a:pt x="1778189" y="59277"/>
                  <a:pt x="1777765" y="57246"/>
                </a:cubicBezTo>
                <a:cubicBezTo>
                  <a:pt x="1777340" y="55213"/>
                  <a:pt x="1776690" y="53829"/>
                  <a:pt x="1775813" y="53096"/>
                </a:cubicBezTo>
                <a:cubicBezTo>
                  <a:pt x="1774936" y="52362"/>
                  <a:pt x="1773762" y="51995"/>
                  <a:pt x="1772291" y="51995"/>
                </a:cubicBezTo>
                <a:cubicBezTo>
                  <a:pt x="1770707" y="51995"/>
                  <a:pt x="1768812" y="52419"/>
                  <a:pt x="1766606" y="53265"/>
                </a:cubicBezTo>
                <a:lnTo>
                  <a:pt x="1765333" y="50216"/>
                </a:lnTo>
                <a:lnTo>
                  <a:pt x="1788754" y="40733"/>
                </a:lnTo>
                <a:lnTo>
                  <a:pt x="1792403" y="40733"/>
                </a:lnTo>
                <a:lnTo>
                  <a:pt x="1792403" y="57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this">
            <a:extLst xmlns:a="http://schemas.openxmlformats.org/drawingml/2006/main">
              <a:ext uri="{FF2B5EF4-FFF2-40B4-BE49-F238E27FC236}">
                <a16:creationId xmlns:a16="http://schemas.microsoft.com/office/drawing/2014/main" id="{9C15EFF8-C4B0-4EC7-BE66-765206F7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666" y="6352977"/>
            <a:ext cx="243352" cy="123047"/>
          </a:xfrm>
          <a:custGeom xmlns:a="http://schemas.openxmlformats.org/drawingml/2006/main">
            <a:pathLst>
              <a:path w="243352" h="123047">
                <a:moveTo>
                  <a:pt x="26307" y="17311"/>
                </a:moveTo>
                <a:lnTo>
                  <a:pt x="26307" y="42939"/>
                </a:lnTo>
                <a:lnTo>
                  <a:pt x="44467" y="42939"/>
                </a:lnTo>
                <a:lnTo>
                  <a:pt x="44467" y="48879"/>
                </a:lnTo>
                <a:lnTo>
                  <a:pt x="26307" y="48879"/>
                </a:lnTo>
                <a:lnTo>
                  <a:pt x="26307" y="99217"/>
                </a:lnTo>
                <a:cubicBezTo>
                  <a:pt x="26307" y="104247"/>
                  <a:pt x="27028" y="107638"/>
                  <a:pt x="28470" y="109390"/>
                </a:cubicBezTo>
                <a:cubicBezTo>
                  <a:pt x="29913" y="111140"/>
                  <a:pt x="31766" y="112015"/>
                  <a:pt x="34029" y="112015"/>
                </a:cubicBezTo>
                <a:cubicBezTo>
                  <a:pt x="35896" y="112015"/>
                  <a:pt x="37706" y="111435"/>
                  <a:pt x="39460" y="110275"/>
                </a:cubicBezTo>
                <a:cubicBezTo>
                  <a:pt x="41214" y="109116"/>
                  <a:pt x="42571" y="107404"/>
                  <a:pt x="43533" y="105141"/>
                </a:cubicBezTo>
                <a:lnTo>
                  <a:pt x="46843" y="105141"/>
                </a:lnTo>
                <a:cubicBezTo>
                  <a:pt x="44863" y="110701"/>
                  <a:pt x="42062" y="114906"/>
                  <a:pt x="38441" y="117756"/>
                </a:cubicBezTo>
                <a:cubicBezTo>
                  <a:pt x="34821" y="120604"/>
                  <a:pt x="31087" y="122028"/>
                  <a:pt x="27240" y="122028"/>
                </a:cubicBezTo>
                <a:cubicBezTo>
                  <a:pt x="24638" y="122028"/>
                  <a:pt x="22092" y="121306"/>
                  <a:pt x="19603" y="119862"/>
                </a:cubicBezTo>
                <a:cubicBezTo>
                  <a:pt x="17113" y="118417"/>
                  <a:pt x="15275" y="116351"/>
                  <a:pt x="14087" y="113662"/>
                </a:cubicBezTo>
                <a:cubicBezTo>
                  <a:pt x="12899" y="110971"/>
                  <a:pt x="12305" y="106822"/>
                  <a:pt x="12305" y="101214"/>
                </a:cubicBezTo>
                <a:lnTo>
                  <a:pt x="12305" y="48879"/>
                </a:lnTo>
                <a:lnTo>
                  <a:pt x="0" y="48879"/>
                </a:lnTo>
                <a:lnTo>
                  <a:pt x="0" y="46079"/>
                </a:lnTo>
                <a:cubicBezTo>
                  <a:pt x="3112" y="44831"/>
                  <a:pt x="6294" y="42717"/>
                  <a:pt x="9547" y="39738"/>
                </a:cubicBezTo>
                <a:cubicBezTo>
                  <a:pt x="12800" y="36759"/>
                  <a:pt x="15699" y="33227"/>
                  <a:pt x="18245" y="29141"/>
                </a:cubicBezTo>
                <a:cubicBezTo>
                  <a:pt x="19546" y="26986"/>
                  <a:pt x="21356" y="23043"/>
                  <a:pt x="23676" y="17311"/>
                </a:cubicBezTo>
                <a:lnTo>
                  <a:pt x="26307" y="17311"/>
                </a:lnTo>
                <a:close/>
                <a:moveTo>
                  <a:pt x="74876" y="0"/>
                </a:moveTo>
                <a:lnTo>
                  <a:pt x="74876" y="56941"/>
                </a:lnTo>
                <a:cubicBezTo>
                  <a:pt x="81155" y="50039"/>
                  <a:pt x="86134" y="45612"/>
                  <a:pt x="89811" y="43660"/>
                </a:cubicBezTo>
                <a:cubicBezTo>
                  <a:pt x="93488" y="41709"/>
                  <a:pt x="97166" y="40733"/>
                  <a:pt x="100843" y="40733"/>
                </a:cubicBezTo>
                <a:cubicBezTo>
                  <a:pt x="105256" y="40733"/>
                  <a:pt x="109046" y="41946"/>
                  <a:pt x="112214" y="44374"/>
                </a:cubicBezTo>
                <a:cubicBezTo>
                  <a:pt x="115382" y="46801"/>
                  <a:pt x="117730" y="50611"/>
                  <a:pt x="119257" y="55803"/>
                </a:cubicBezTo>
                <a:cubicBezTo>
                  <a:pt x="120332" y="59417"/>
                  <a:pt x="120870" y="66022"/>
                  <a:pt x="120870" y="75618"/>
                </a:cubicBezTo>
                <a:lnTo>
                  <a:pt x="120870" y="103052"/>
                </a:lnTo>
                <a:cubicBezTo>
                  <a:pt x="120870" y="107963"/>
                  <a:pt x="121266" y="111322"/>
                  <a:pt x="122058" y="113129"/>
                </a:cubicBezTo>
                <a:cubicBezTo>
                  <a:pt x="122624" y="114483"/>
                  <a:pt x="123585" y="115555"/>
                  <a:pt x="124943" y="116345"/>
                </a:cubicBezTo>
                <a:cubicBezTo>
                  <a:pt x="126301" y="117136"/>
                  <a:pt x="128790" y="117531"/>
                  <a:pt x="132411" y="117531"/>
                </a:cubicBezTo>
                <a:lnTo>
                  <a:pt x="132411" y="120671"/>
                </a:lnTo>
                <a:lnTo>
                  <a:pt x="94224" y="120671"/>
                </a:lnTo>
                <a:lnTo>
                  <a:pt x="94224" y="117531"/>
                </a:lnTo>
                <a:lnTo>
                  <a:pt x="96006" y="117531"/>
                </a:lnTo>
                <a:cubicBezTo>
                  <a:pt x="99627" y="117531"/>
                  <a:pt x="102144" y="116979"/>
                  <a:pt x="103558" y="115876"/>
                </a:cubicBezTo>
                <a:cubicBezTo>
                  <a:pt x="104973" y="114773"/>
                  <a:pt x="105963" y="113146"/>
                  <a:pt x="106528" y="110997"/>
                </a:cubicBezTo>
                <a:cubicBezTo>
                  <a:pt x="106698" y="110091"/>
                  <a:pt x="106783" y="107433"/>
                  <a:pt x="106783" y="103020"/>
                </a:cubicBezTo>
                <a:lnTo>
                  <a:pt x="106783" y="75525"/>
                </a:lnTo>
                <a:cubicBezTo>
                  <a:pt x="106783" y="67039"/>
                  <a:pt x="106345" y="61467"/>
                  <a:pt x="105468" y="58808"/>
                </a:cubicBezTo>
                <a:cubicBezTo>
                  <a:pt x="104591" y="56149"/>
                  <a:pt x="103191" y="54155"/>
                  <a:pt x="101267" y="52825"/>
                </a:cubicBezTo>
                <a:cubicBezTo>
                  <a:pt x="99344" y="51496"/>
                  <a:pt x="97024" y="50831"/>
                  <a:pt x="94309" y="50831"/>
                </a:cubicBezTo>
                <a:cubicBezTo>
                  <a:pt x="91537" y="50831"/>
                  <a:pt x="88651" y="51566"/>
                  <a:pt x="85653" y="53037"/>
                </a:cubicBezTo>
                <a:cubicBezTo>
                  <a:pt x="82655" y="54508"/>
                  <a:pt x="79062" y="57478"/>
                  <a:pt x="74876" y="61948"/>
                </a:cubicBezTo>
                <a:lnTo>
                  <a:pt x="74876" y="103020"/>
                </a:lnTo>
                <a:cubicBezTo>
                  <a:pt x="74876" y="108338"/>
                  <a:pt x="75173" y="111647"/>
                  <a:pt x="75767" y="112948"/>
                </a:cubicBezTo>
                <a:cubicBezTo>
                  <a:pt x="76361" y="114250"/>
                  <a:pt x="77464" y="115339"/>
                  <a:pt x="79076" y="116216"/>
                </a:cubicBezTo>
                <a:cubicBezTo>
                  <a:pt x="80689" y="117092"/>
                  <a:pt x="83475" y="117531"/>
                  <a:pt x="87435" y="117531"/>
                </a:cubicBezTo>
                <a:lnTo>
                  <a:pt x="87435" y="120671"/>
                </a:lnTo>
                <a:lnTo>
                  <a:pt x="48909" y="120671"/>
                </a:lnTo>
                <a:lnTo>
                  <a:pt x="48909" y="117531"/>
                </a:lnTo>
                <a:cubicBezTo>
                  <a:pt x="52360" y="117531"/>
                  <a:pt x="55075" y="116993"/>
                  <a:pt x="57055" y="115919"/>
                </a:cubicBezTo>
                <a:cubicBezTo>
                  <a:pt x="58187" y="115355"/>
                  <a:pt x="59092" y="114281"/>
                  <a:pt x="59771" y="112699"/>
                </a:cubicBezTo>
                <a:cubicBezTo>
                  <a:pt x="60450" y="111115"/>
                  <a:pt x="60789" y="107892"/>
                  <a:pt x="60789" y="103030"/>
                </a:cubicBezTo>
                <a:lnTo>
                  <a:pt x="60789" y="32732"/>
                </a:lnTo>
                <a:cubicBezTo>
                  <a:pt x="60789" y="23857"/>
                  <a:pt x="60577" y="18402"/>
                  <a:pt x="60153" y="16367"/>
                </a:cubicBezTo>
                <a:cubicBezTo>
                  <a:pt x="59728" y="14331"/>
                  <a:pt x="59078" y="12946"/>
                  <a:pt x="58201" y="12212"/>
                </a:cubicBezTo>
                <a:cubicBezTo>
                  <a:pt x="57324" y="11476"/>
                  <a:pt x="56150" y="11109"/>
                  <a:pt x="54679" y="11109"/>
                </a:cubicBezTo>
                <a:cubicBezTo>
                  <a:pt x="53491" y="11109"/>
                  <a:pt x="51568" y="11561"/>
                  <a:pt x="48909" y="12466"/>
                </a:cubicBezTo>
                <a:lnTo>
                  <a:pt x="47721" y="9496"/>
                </a:lnTo>
                <a:lnTo>
                  <a:pt x="70972" y="0"/>
                </a:lnTo>
                <a:lnTo>
                  <a:pt x="74876" y="0"/>
                </a:lnTo>
                <a:close/>
                <a:moveTo>
                  <a:pt x="158717" y="0"/>
                </a:moveTo>
                <a:cubicBezTo>
                  <a:pt x="161093" y="0"/>
                  <a:pt x="163116" y="839"/>
                  <a:pt x="164785" y="2517"/>
                </a:cubicBezTo>
                <a:cubicBezTo>
                  <a:pt x="166454" y="4193"/>
                  <a:pt x="167288" y="6225"/>
                  <a:pt x="167288" y="8613"/>
                </a:cubicBezTo>
                <a:cubicBezTo>
                  <a:pt x="167288" y="11002"/>
                  <a:pt x="166454" y="13049"/>
                  <a:pt x="164785" y="14755"/>
                </a:cubicBezTo>
                <a:cubicBezTo>
                  <a:pt x="163116" y="16459"/>
                  <a:pt x="161093" y="17311"/>
                  <a:pt x="158717" y="17311"/>
                </a:cubicBezTo>
                <a:cubicBezTo>
                  <a:pt x="156341" y="17311"/>
                  <a:pt x="154305" y="16459"/>
                  <a:pt x="152607" y="14755"/>
                </a:cubicBezTo>
                <a:cubicBezTo>
                  <a:pt x="150910" y="13049"/>
                  <a:pt x="150062" y="11002"/>
                  <a:pt x="150062" y="8613"/>
                </a:cubicBezTo>
                <a:cubicBezTo>
                  <a:pt x="150062" y="6225"/>
                  <a:pt x="150896" y="4193"/>
                  <a:pt x="152565" y="2517"/>
                </a:cubicBezTo>
                <a:cubicBezTo>
                  <a:pt x="154234" y="839"/>
                  <a:pt x="156285" y="0"/>
                  <a:pt x="158717" y="0"/>
                </a:cubicBezTo>
                <a:moveTo>
                  <a:pt x="165761" y="40733"/>
                </a:moveTo>
                <a:lnTo>
                  <a:pt x="165761" y="103052"/>
                </a:lnTo>
                <a:cubicBezTo>
                  <a:pt x="165761" y="107906"/>
                  <a:pt x="166114" y="111138"/>
                  <a:pt x="166821" y="112747"/>
                </a:cubicBezTo>
                <a:cubicBezTo>
                  <a:pt x="167529" y="114356"/>
                  <a:pt x="168575" y="115555"/>
                  <a:pt x="169961" y="116345"/>
                </a:cubicBezTo>
                <a:cubicBezTo>
                  <a:pt x="171347" y="117136"/>
                  <a:pt x="173879" y="117531"/>
                  <a:pt x="177556" y="117531"/>
                </a:cubicBezTo>
                <a:lnTo>
                  <a:pt x="177556" y="120671"/>
                </a:lnTo>
                <a:lnTo>
                  <a:pt x="139794" y="120671"/>
                </a:lnTo>
                <a:lnTo>
                  <a:pt x="139794" y="117531"/>
                </a:lnTo>
                <a:cubicBezTo>
                  <a:pt x="143584" y="117531"/>
                  <a:pt x="146130" y="117164"/>
                  <a:pt x="147431" y="116430"/>
                </a:cubicBezTo>
                <a:cubicBezTo>
                  <a:pt x="148732" y="115697"/>
                  <a:pt x="149765" y="114483"/>
                  <a:pt x="150528" y="112789"/>
                </a:cubicBezTo>
                <a:cubicBezTo>
                  <a:pt x="151292" y="111096"/>
                  <a:pt x="151674" y="107850"/>
                  <a:pt x="151674" y="103052"/>
                </a:cubicBezTo>
                <a:lnTo>
                  <a:pt x="151674" y="73162"/>
                </a:lnTo>
                <a:cubicBezTo>
                  <a:pt x="151674" y="64751"/>
                  <a:pt x="151419" y="59304"/>
                  <a:pt x="150910" y="56822"/>
                </a:cubicBezTo>
                <a:cubicBezTo>
                  <a:pt x="150514" y="55015"/>
                  <a:pt x="149892" y="53759"/>
                  <a:pt x="149043" y="53053"/>
                </a:cubicBezTo>
                <a:cubicBezTo>
                  <a:pt x="148195" y="52348"/>
                  <a:pt x="147035" y="51995"/>
                  <a:pt x="145564" y="51995"/>
                </a:cubicBezTo>
                <a:cubicBezTo>
                  <a:pt x="143980" y="51995"/>
                  <a:pt x="142057" y="52419"/>
                  <a:pt x="139794" y="53265"/>
                </a:cubicBezTo>
                <a:lnTo>
                  <a:pt x="138606" y="50216"/>
                </a:lnTo>
                <a:lnTo>
                  <a:pt x="162027" y="40733"/>
                </a:lnTo>
                <a:lnTo>
                  <a:pt x="165761" y="40733"/>
                </a:lnTo>
                <a:close/>
                <a:moveTo>
                  <a:pt x="237496" y="40733"/>
                </a:moveTo>
                <a:lnTo>
                  <a:pt x="237496" y="67039"/>
                </a:lnTo>
                <a:lnTo>
                  <a:pt x="234696" y="67039"/>
                </a:lnTo>
                <a:cubicBezTo>
                  <a:pt x="232546" y="58788"/>
                  <a:pt x="229788" y="53176"/>
                  <a:pt x="226422" y="50203"/>
                </a:cubicBezTo>
                <a:cubicBezTo>
                  <a:pt x="223056" y="47227"/>
                  <a:pt x="218771" y="45739"/>
                  <a:pt x="213566" y="45739"/>
                </a:cubicBezTo>
                <a:cubicBezTo>
                  <a:pt x="209606" y="45739"/>
                  <a:pt x="206409" y="46785"/>
                  <a:pt x="203977" y="48877"/>
                </a:cubicBezTo>
                <a:cubicBezTo>
                  <a:pt x="201544" y="50966"/>
                  <a:pt x="200328" y="53283"/>
                  <a:pt x="200328" y="55827"/>
                </a:cubicBezTo>
                <a:cubicBezTo>
                  <a:pt x="200328" y="58992"/>
                  <a:pt x="201233" y="61704"/>
                  <a:pt x="203043" y="63963"/>
                </a:cubicBezTo>
                <a:cubicBezTo>
                  <a:pt x="204797" y="66281"/>
                  <a:pt x="208361" y="68739"/>
                  <a:pt x="213736" y="71338"/>
                </a:cubicBezTo>
                <a:lnTo>
                  <a:pt x="226125" y="77358"/>
                </a:lnTo>
                <a:cubicBezTo>
                  <a:pt x="237609" y="82951"/>
                  <a:pt x="243352" y="90326"/>
                  <a:pt x="243352" y="99482"/>
                </a:cubicBezTo>
                <a:cubicBezTo>
                  <a:pt x="243352" y="106545"/>
                  <a:pt x="240679" y="112239"/>
                  <a:pt x="235332" y="116563"/>
                </a:cubicBezTo>
                <a:cubicBezTo>
                  <a:pt x="229986" y="120885"/>
                  <a:pt x="224004" y="123047"/>
                  <a:pt x="217385" y="123047"/>
                </a:cubicBezTo>
                <a:cubicBezTo>
                  <a:pt x="212632" y="123047"/>
                  <a:pt x="207201" y="122198"/>
                  <a:pt x="201091" y="120501"/>
                </a:cubicBezTo>
                <a:cubicBezTo>
                  <a:pt x="199225" y="119935"/>
                  <a:pt x="197697" y="119652"/>
                  <a:pt x="196509" y="119652"/>
                </a:cubicBezTo>
                <a:cubicBezTo>
                  <a:pt x="195208" y="119652"/>
                  <a:pt x="194190" y="120388"/>
                  <a:pt x="193454" y="121859"/>
                </a:cubicBezTo>
                <a:lnTo>
                  <a:pt x="190654" y="121859"/>
                </a:lnTo>
                <a:lnTo>
                  <a:pt x="190654" y="94025"/>
                </a:lnTo>
                <a:lnTo>
                  <a:pt x="193454" y="94025"/>
                </a:lnTo>
                <a:cubicBezTo>
                  <a:pt x="195038" y="101973"/>
                  <a:pt x="198065" y="107963"/>
                  <a:pt x="202534" y="111994"/>
                </a:cubicBezTo>
                <a:cubicBezTo>
                  <a:pt x="207003" y="116025"/>
                  <a:pt x="212010" y="118040"/>
                  <a:pt x="217554" y="118040"/>
                </a:cubicBezTo>
                <a:cubicBezTo>
                  <a:pt x="221458" y="118040"/>
                  <a:pt x="224640" y="116896"/>
                  <a:pt x="227101" y="114608"/>
                </a:cubicBezTo>
                <a:cubicBezTo>
                  <a:pt x="229562" y="112319"/>
                  <a:pt x="230792" y="109564"/>
                  <a:pt x="230792" y="106343"/>
                </a:cubicBezTo>
                <a:cubicBezTo>
                  <a:pt x="230792" y="102443"/>
                  <a:pt x="229421" y="99165"/>
                  <a:pt x="226677" y="96509"/>
                </a:cubicBezTo>
                <a:cubicBezTo>
                  <a:pt x="223933" y="93854"/>
                  <a:pt x="218459" y="90492"/>
                  <a:pt x="210256" y="86424"/>
                </a:cubicBezTo>
                <a:cubicBezTo>
                  <a:pt x="202053" y="82355"/>
                  <a:pt x="196679" y="78681"/>
                  <a:pt x="194133" y="75403"/>
                </a:cubicBezTo>
                <a:cubicBezTo>
                  <a:pt x="191587" y="72182"/>
                  <a:pt x="190314" y="68113"/>
                  <a:pt x="190314" y="63197"/>
                </a:cubicBezTo>
                <a:cubicBezTo>
                  <a:pt x="190314" y="56811"/>
                  <a:pt x="192507" y="51471"/>
                  <a:pt x="196891" y="47177"/>
                </a:cubicBezTo>
                <a:cubicBezTo>
                  <a:pt x="201275" y="42881"/>
                  <a:pt x="206947" y="40733"/>
                  <a:pt x="213905" y="40733"/>
                </a:cubicBezTo>
                <a:cubicBezTo>
                  <a:pt x="216960" y="40733"/>
                  <a:pt x="220666" y="41383"/>
                  <a:pt x="225022" y="42684"/>
                </a:cubicBezTo>
                <a:cubicBezTo>
                  <a:pt x="227907" y="43533"/>
                  <a:pt x="229831" y="43957"/>
                  <a:pt x="230792" y="43957"/>
                </a:cubicBezTo>
                <a:cubicBezTo>
                  <a:pt x="231698" y="43957"/>
                  <a:pt x="232405" y="43759"/>
                  <a:pt x="232914" y="43363"/>
                </a:cubicBezTo>
                <a:cubicBezTo>
                  <a:pt x="233423" y="42967"/>
                  <a:pt x="234017" y="42090"/>
                  <a:pt x="234696" y="40733"/>
                </a:cubicBezTo>
                <a:lnTo>
                  <a:pt x="237496" y="4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69785-92A2-48BB-AEEE-46AA357E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714" y="6306539"/>
            <a:ext cx="75266" cy="10"/>
          </a:xfrm>
          <a:custGeom xmlns:a="http://schemas.openxmlformats.org/drawingml/2006/main">
            <a:pathLst>
              <a:path w="75266" h="1" fill="none">
                <a:moveTo>
                  <a:pt x="0" y="0"/>
                </a:moveTo>
                <a:lnTo>
                  <a:pt x="752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BC15A-2AA6-45C3-BFCC-D0BED3DA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6259749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171AD-2B0E-449C-BAFB-761D8E94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6259749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23E74-A7D3-4AE0-80DF-8330FB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5811898"/>
            <a:ext cx="1898353" cy="989283"/>
          </a:xfrm>
          <a:custGeom xmlns:a="http://schemas.openxmlformats.org/drawingml/2006/main">
            <a:pathLst>
              <a:path w="1898353" h="989283">
                <a:moveTo>
                  <a:pt x="0" y="0"/>
                </a:moveTo>
                <a:lnTo>
                  <a:pt x="1898353" y="0"/>
                </a:lnTo>
                <a:lnTo>
                  <a:pt x="1898353" y="989283"/>
                </a:lnTo>
                <a:lnTo>
                  <a:pt x="0" y="9892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C2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AA552-BBB8-4617-8217-31803459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5811898"/>
            <a:ext cx="1898353" cy="989283"/>
          </a:xfrm>
          <a:custGeom xmlns:a="http://schemas.openxmlformats.org/drawingml/2006/main">
            <a:pathLst>
              <a:path w="1898353" h="989283" fill="none">
                <a:moveTo>
                  <a:pt x="0" y="0"/>
                </a:moveTo>
                <a:lnTo>
                  <a:pt x="1898353" y="0"/>
                </a:lnTo>
                <a:lnTo>
                  <a:pt x="1898353" y="989283"/>
                </a:lnTo>
                <a:lnTo>
                  <a:pt x="0" y="9892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33" name="Text Conf">
            <a:extLst xmlns:a="http://schemas.openxmlformats.org/drawingml/2006/main">
              <a:ext uri="{FF2B5EF4-FFF2-40B4-BE49-F238E27FC236}">
                <a16:creationId xmlns:a16="http://schemas.microsoft.com/office/drawing/2014/main" id="{FA5FEA0C-23FA-477B-A779-2C1F0282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7" y="5941603"/>
            <a:ext cx="372903" cy="120161"/>
          </a:xfrm>
          <a:custGeom xmlns:a="http://schemas.openxmlformats.org/drawingml/2006/main">
            <a:pathLst>
              <a:path w="372903" h="120161">
                <a:moveTo>
                  <a:pt x="109130" y="0"/>
                </a:moveTo>
                <a:lnTo>
                  <a:pt x="109130" y="39884"/>
                </a:lnTo>
                <a:lnTo>
                  <a:pt x="105820" y="39884"/>
                </a:lnTo>
                <a:cubicBezTo>
                  <a:pt x="103331" y="29420"/>
                  <a:pt x="98692" y="21401"/>
                  <a:pt x="91903" y="15829"/>
                </a:cubicBezTo>
                <a:cubicBezTo>
                  <a:pt x="85114" y="10255"/>
                  <a:pt x="77420" y="7468"/>
                  <a:pt x="68821" y="7468"/>
                </a:cubicBezTo>
                <a:cubicBezTo>
                  <a:pt x="61637" y="7468"/>
                  <a:pt x="55046" y="9533"/>
                  <a:pt x="49049" y="13662"/>
                </a:cubicBezTo>
                <a:cubicBezTo>
                  <a:pt x="43052" y="17792"/>
                  <a:pt x="38668" y="23195"/>
                  <a:pt x="35896" y="29871"/>
                </a:cubicBezTo>
                <a:cubicBezTo>
                  <a:pt x="32332" y="38413"/>
                  <a:pt x="30550" y="47918"/>
                  <a:pt x="30550" y="58384"/>
                </a:cubicBezTo>
                <a:cubicBezTo>
                  <a:pt x="30550" y="68680"/>
                  <a:pt x="31851" y="78057"/>
                  <a:pt x="34453" y="86515"/>
                </a:cubicBezTo>
                <a:cubicBezTo>
                  <a:pt x="37055" y="94972"/>
                  <a:pt x="41129" y="101365"/>
                  <a:pt x="46673" y="105693"/>
                </a:cubicBezTo>
                <a:cubicBezTo>
                  <a:pt x="52217" y="110021"/>
                  <a:pt x="59402" y="112185"/>
                  <a:pt x="68227" y="112185"/>
                </a:cubicBezTo>
                <a:cubicBezTo>
                  <a:pt x="75469" y="112185"/>
                  <a:pt x="82102" y="110601"/>
                  <a:pt x="88127" y="107433"/>
                </a:cubicBezTo>
                <a:cubicBezTo>
                  <a:pt x="94152" y="104264"/>
                  <a:pt x="100502" y="98805"/>
                  <a:pt x="107178" y="91055"/>
                </a:cubicBezTo>
                <a:lnTo>
                  <a:pt x="107178" y="100983"/>
                </a:lnTo>
                <a:cubicBezTo>
                  <a:pt x="100729" y="107715"/>
                  <a:pt x="94011" y="112595"/>
                  <a:pt x="87024" y="115621"/>
                </a:cubicBezTo>
                <a:cubicBezTo>
                  <a:pt x="80037" y="118648"/>
                  <a:pt x="71876" y="120161"/>
                  <a:pt x="62542" y="120161"/>
                </a:cubicBezTo>
                <a:cubicBezTo>
                  <a:pt x="50265" y="120161"/>
                  <a:pt x="39361" y="117704"/>
                  <a:pt x="29828" y="112789"/>
                </a:cubicBezTo>
                <a:cubicBezTo>
                  <a:pt x="20296" y="107874"/>
                  <a:pt x="12941" y="100813"/>
                  <a:pt x="7765" y="91606"/>
                </a:cubicBezTo>
                <a:cubicBezTo>
                  <a:pt x="2588" y="82397"/>
                  <a:pt x="0" y="72595"/>
                  <a:pt x="0" y="62200"/>
                </a:cubicBezTo>
                <a:cubicBezTo>
                  <a:pt x="0" y="51240"/>
                  <a:pt x="2871" y="40846"/>
                  <a:pt x="8613" y="31016"/>
                </a:cubicBezTo>
                <a:cubicBezTo>
                  <a:pt x="14355" y="21185"/>
                  <a:pt x="22106" y="13558"/>
                  <a:pt x="31865" y="8136"/>
                </a:cubicBezTo>
                <a:cubicBezTo>
                  <a:pt x="41624" y="2712"/>
                  <a:pt x="51991" y="0"/>
                  <a:pt x="62966" y="0"/>
                </a:cubicBezTo>
                <a:cubicBezTo>
                  <a:pt x="71056" y="0"/>
                  <a:pt x="79599" y="1754"/>
                  <a:pt x="88594" y="5261"/>
                </a:cubicBezTo>
                <a:cubicBezTo>
                  <a:pt x="93798" y="7298"/>
                  <a:pt x="97108" y="8316"/>
                  <a:pt x="98522" y="8316"/>
                </a:cubicBezTo>
                <a:cubicBezTo>
                  <a:pt x="100333" y="8316"/>
                  <a:pt x="101902" y="7652"/>
                  <a:pt x="103232" y="6322"/>
                </a:cubicBezTo>
                <a:cubicBezTo>
                  <a:pt x="104561" y="4993"/>
                  <a:pt x="105424" y="2885"/>
                  <a:pt x="105820" y="0"/>
                </a:cubicBezTo>
                <a:lnTo>
                  <a:pt x="109130" y="0"/>
                </a:lnTo>
                <a:close/>
                <a:moveTo>
                  <a:pt x="161883" y="35811"/>
                </a:moveTo>
                <a:cubicBezTo>
                  <a:pt x="168785" y="35811"/>
                  <a:pt x="175206" y="37595"/>
                  <a:pt x="181147" y="41162"/>
                </a:cubicBezTo>
                <a:cubicBezTo>
                  <a:pt x="187087" y="44730"/>
                  <a:pt x="191598" y="49799"/>
                  <a:pt x="194682" y="56368"/>
                </a:cubicBezTo>
                <a:cubicBezTo>
                  <a:pt x="197765" y="62938"/>
                  <a:pt x="199307" y="70130"/>
                  <a:pt x="199307" y="77944"/>
                </a:cubicBezTo>
                <a:cubicBezTo>
                  <a:pt x="199307" y="89212"/>
                  <a:pt x="196450" y="98642"/>
                  <a:pt x="190736" y="106231"/>
                </a:cubicBezTo>
                <a:cubicBezTo>
                  <a:pt x="183834" y="115405"/>
                  <a:pt x="174301" y="119992"/>
                  <a:pt x="162138" y="119992"/>
                </a:cubicBezTo>
                <a:cubicBezTo>
                  <a:pt x="150201" y="119992"/>
                  <a:pt x="141008" y="115801"/>
                  <a:pt x="134558" y="107419"/>
                </a:cubicBezTo>
                <a:cubicBezTo>
                  <a:pt x="128109" y="99038"/>
                  <a:pt x="124884" y="89326"/>
                  <a:pt x="124884" y="78283"/>
                </a:cubicBezTo>
                <a:cubicBezTo>
                  <a:pt x="124884" y="66901"/>
                  <a:pt x="128180" y="56977"/>
                  <a:pt x="134771" y="48511"/>
                </a:cubicBezTo>
                <a:cubicBezTo>
                  <a:pt x="141361" y="40044"/>
                  <a:pt x="150399" y="35811"/>
                  <a:pt x="161883" y="35811"/>
                </a:cubicBezTo>
                <a:moveTo>
                  <a:pt x="162223" y="41751"/>
                </a:moveTo>
                <a:cubicBezTo>
                  <a:pt x="159338" y="41751"/>
                  <a:pt x="156862" y="42842"/>
                  <a:pt x="154798" y="45023"/>
                </a:cubicBezTo>
                <a:cubicBezTo>
                  <a:pt x="152733" y="47203"/>
                  <a:pt x="151375" y="51507"/>
                  <a:pt x="150724" y="57935"/>
                </a:cubicBezTo>
                <a:cubicBezTo>
                  <a:pt x="150074" y="64364"/>
                  <a:pt x="149748" y="73299"/>
                  <a:pt x="149748" y="84740"/>
                </a:cubicBezTo>
                <a:cubicBezTo>
                  <a:pt x="149748" y="90801"/>
                  <a:pt x="150144" y="96465"/>
                  <a:pt x="150936" y="101734"/>
                </a:cubicBezTo>
                <a:cubicBezTo>
                  <a:pt x="151559" y="105754"/>
                  <a:pt x="152888" y="108812"/>
                  <a:pt x="154925" y="110909"/>
                </a:cubicBezTo>
                <a:cubicBezTo>
                  <a:pt x="156961" y="113004"/>
                  <a:pt x="159281" y="114052"/>
                  <a:pt x="161883" y="114052"/>
                </a:cubicBezTo>
                <a:cubicBezTo>
                  <a:pt x="164429" y="114052"/>
                  <a:pt x="166551" y="113344"/>
                  <a:pt x="168248" y="111927"/>
                </a:cubicBezTo>
                <a:cubicBezTo>
                  <a:pt x="170454" y="110002"/>
                  <a:pt x="171925" y="107311"/>
                  <a:pt x="172661" y="103855"/>
                </a:cubicBezTo>
                <a:cubicBezTo>
                  <a:pt x="173792" y="98475"/>
                  <a:pt x="174358" y="87601"/>
                  <a:pt x="174358" y="71232"/>
                </a:cubicBezTo>
                <a:cubicBezTo>
                  <a:pt x="174358" y="61604"/>
                  <a:pt x="173820" y="54992"/>
                  <a:pt x="172745" y="51396"/>
                </a:cubicBezTo>
                <a:cubicBezTo>
                  <a:pt x="171671" y="47798"/>
                  <a:pt x="170086" y="45178"/>
                  <a:pt x="167993" y="43536"/>
                </a:cubicBezTo>
                <a:cubicBezTo>
                  <a:pt x="166522" y="42346"/>
                  <a:pt x="164599" y="41751"/>
                  <a:pt x="162223" y="41751"/>
                </a:cubicBezTo>
                <a:close/>
                <a:moveTo>
                  <a:pt x="243773" y="38187"/>
                </a:moveTo>
                <a:lnTo>
                  <a:pt x="243773" y="48540"/>
                </a:lnTo>
                <a:cubicBezTo>
                  <a:pt x="247846" y="44097"/>
                  <a:pt x="251750" y="40865"/>
                  <a:pt x="255484" y="38845"/>
                </a:cubicBezTo>
                <a:cubicBezTo>
                  <a:pt x="259218" y="36822"/>
                  <a:pt x="263234" y="35811"/>
                  <a:pt x="267534" y="35811"/>
                </a:cubicBezTo>
                <a:cubicBezTo>
                  <a:pt x="272682" y="35811"/>
                  <a:pt x="276953" y="37241"/>
                  <a:pt x="280348" y="40102"/>
                </a:cubicBezTo>
                <a:cubicBezTo>
                  <a:pt x="283742" y="42962"/>
                  <a:pt x="286005" y="46516"/>
                  <a:pt x="287136" y="50765"/>
                </a:cubicBezTo>
                <a:cubicBezTo>
                  <a:pt x="288042" y="53995"/>
                  <a:pt x="288494" y="60198"/>
                  <a:pt x="288494" y="69376"/>
                </a:cubicBezTo>
                <a:lnTo>
                  <a:pt x="288494" y="100304"/>
                </a:lnTo>
                <a:cubicBezTo>
                  <a:pt x="288494" y="106414"/>
                  <a:pt x="289046" y="110219"/>
                  <a:pt x="290149" y="111718"/>
                </a:cubicBezTo>
                <a:cubicBezTo>
                  <a:pt x="291252" y="113217"/>
                  <a:pt x="293557" y="114165"/>
                  <a:pt x="297065" y="114561"/>
                </a:cubicBezTo>
                <a:lnTo>
                  <a:pt x="297065" y="117616"/>
                </a:lnTo>
                <a:lnTo>
                  <a:pt x="256926" y="117616"/>
                </a:lnTo>
                <a:lnTo>
                  <a:pt x="256926" y="114561"/>
                </a:lnTo>
                <a:cubicBezTo>
                  <a:pt x="259925" y="114165"/>
                  <a:pt x="262074" y="112920"/>
                  <a:pt x="263376" y="110827"/>
                </a:cubicBezTo>
                <a:cubicBezTo>
                  <a:pt x="264281" y="109413"/>
                  <a:pt x="264733" y="105905"/>
                  <a:pt x="264733" y="100304"/>
                </a:cubicBezTo>
                <a:lnTo>
                  <a:pt x="264733" y="65003"/>
                </a:lnTo>
                <a:cubicBezTo>
                  <a:pt x="264733" y="58497"/>
                  <a:pt x="264479" y="54395"/>
                  <a:pt x="263970" y="52698"/>
                </a:cubicBezTo>
                <a:cubicBezTo>
                  <a:pt x="263461" y="51001"/>
                  <a:pt x="262598" y="49685"/>
                  <a:pt x="261381" y="48752"/>
                </a:cubicBezTo>
                <a:cubicBezTo>
                  <a:pt x="260165" y="47818"/>
                  <a:pt x="258822" y="47352"/>
                  <a:pt x="257351" y="47352"/>
                </a:cubicBezTo>
                <a:cubicBezTo>
                  <a:pt x="252485" y="47352"/>
                  <a:pt x="247959" y="50859"/>
                  <a:pt x="243773" y="57874"/>
                </a:cubicBezTo>
                <a:lnTo>
                  <a:pt x="243773" y="100304"/>
                </a:lnTo>
                <a:cubicBezTo>
                  <a:pt x="243773" y="106244"/>
                  <a:pt x="244325" y="110007"/>
                  <a:pt x="245428" y="111591"/>
                </a:cubicBezTo>
                <a:cubicBezTo>
                  <a:pt x="246531" y="113175"/>
                  <a:pt x="248582" y="114165"/>
                  <a:pt x="251580" y="114561"/>
                </a:cubicBezTo>
                <a:lnTo>
                  <a:pt x="251580" y="117616"/>
                </a:lnTo>
                <a:lnTo>
                  <a:pt x="211441" y="117616"/>
                </a:lnTo>
                <a:lnTo>
                  <a:pt x="211441" y="114561"/>
                </a:lnTo>
                <a:cubicBezTo>
                  <a:pt x="214779" y="114221"/>
                  <a:pt x="217155" y="113146"/>
                  <a:pt x="218570" y="111336"/>
                </a:cubicBezTo>
                <a:cubicBezTo>
                  <a:pt x="219531" y="110091"/>
                  <a:pt x="220012" y="106414"/>
                  <a:pt x="220012" y="100304"/>
                </a:cubicBezTo>
                <a:lnTo>
                  <a:pt x="220012" y="55498"/>
                </a:lnTo>
                <a:cubicBezTo>
                  <a:pt x="220012" y="49429"/>
                  <a:pt x="219461" y="45650"/>
                  <a:pt x="218358" y="44162"/>
                </a:cubicBezTo>
                <a:cubicBezTo>
                  <a:pt x="217254" y="42673"/>
                  <a:pt x="214949" y="41700"/>
                  <a:pt x="211441" y="41242"/>
                </a:cubicBezTo>
                <a:lnTo>
                  <a:pt x="211441" y="38187"/>
                </a:lnTo>
                <a:lnTo>
                  <a:pt x="243773" y="38187"/>
                </a:lnTo>
                <a:close/>
                <a:moveTo>
                  <a:pt x="342778" y="46503"/>
                </a:moveTo>
                <a:lnTo>
                  <a:pt x="342778" y="101662"/>
                </a:lnTo>
                <a:cubicBezTo>
                  <a:pt x="342778" y="106980"/>
                  <a:pt x="343344" y="110318"/>
                  <a:pt x="344475" y="111676"/>
                </a:cubicBezTo>
                <a:cubicBezTo>
                  <a:pt x="346286" y="113769"/>
                  <a:pt x="349623" y="114730"/>
                  <a:pt x="354489" y="114561"/>
                </a:cubicBezTo>
                <a:lnTo>
                  <a:pt x="354489" y="117616"/>
                </a:lnTo>
                <a:lnTo>
                  <a:pt x="307731" y="117616"/>
                </a:lnTo>
                <a:lnTo>
                  <a:pt x="307731" y="114561"/>
                </a:lnTo>
                <a:cubicBezTo>
                  <a:pt x="311295" y="114504"/>
                  <a:pt x="313827" y="114094"/>
                  <a:pt x="315326" y="113330"/>
                </a:cubicBezTo>
                <a:cubicBezTo>
                  <a:pt x="316825" y="112567"/>
                  <a:pt x="317857" y="111506"/>
                  <a:pt x="318423" y="110148"/>
                </a:cubicBezTo>
                <a:cubicBezTo>
                  <a:pt x="318989" y="108790"/>
                  <a:pt x="319272" y="105962"/>
                  <a:pt x="319272" y="101662"/>
                </a:cubicBezTo>
                <a:lnTo>
                  <a:pt x="319272" y="46503"/>
                </a:lnTo>
                <a:lnTo>
                  <a:pt x="307731" y="46503"/>
                </a:lnTo>
                <a:lnTo>
                  <a:pt x="307731" y="38187"/>
                </a:lnTo>
                <a:lnTo>
                  <a:pt x="319272" y="38187"/>
                </a:lnTo>
                <a:lnTo>
                  <a:pt x="319272" y="32358"/>
                </a:lnTo>
                <a:lnTo>
                  <a:pt x="319187" y="28386"/>
                </a:lnTo>
                <a:cubicBezTo>
                  <a:pt x="319187" y="20276"/>
                  <a:pt x="322171" y="13518"/>
                  <a:pt x="328140" y="8112"/>
                </a:cubicBezTo>
                <a:cubicBezTo>
                  <a:pt x="334108" y="2704"/>
                  <a:pt x="342184" y="0"/>
                  <a:pt x="352367" y="0"/>
                </a:cubicBezTo>
                <a:cubicBezTo>
                  <a:pt x="359326" y="0"/>
                  <a:pt x="364488" y="1306"/>
                  <a:pt x="367854" y="3919"/>
                </a:cubicBezTo>
                <a:cubicBezTo>
                  <a:pt x="371220" y="6531"/>
                  <a:pt x="372903" y="9427"/>
                  <a:pt x="372903" y="12607"/>
                </a:cubicBezTo>
                <a:cubicBezTo>
                  <a:pt x="372903" y="15163"/>
                  <a:pt x="371857" y="17379"/>
                  <a:pt x="369763" y="19253"/>
                </a:cubicBezTo>
                <a:cubicBezTo>
                  <a:pt x="367670" y="21127"/>
                  <a:pt x="364898" y="22064"/>
                  <a:pt x="361447" y="22064"/>
                </a:cubicBezTo>
                <a:cubicBezTo>
                  <a:pt x="358505" y="22064"/>
                  <a:pt x="356172" y="21300"/>
                  <a:pt x="354446" y="19772"/>
                </a:cubicBezTo>
                <a:cubicBezTo>
                  <a:pt x="352721" y="18245"/>
                  <a:pt x="351858" y="16548"/>
                  <a:pt x="351858" y="14681"/>
                </a:cubicBezTo>
                <a:cubicBezTo>
                  <a:pt x="351858" y="14172"/>
                  <a:pt x="352028" y="13125"/>
                  <a:pt x="352367" y="11541"/>
                </a:cubicBezTo>
                <a:cubicBezTo>
                  <a:pt x="352593" y="10579"/>
                  <a:pt x="352707" y="9674"/>
                  <a:pt x="352707" y="8825"/>
                </a:cubicBezTo>
                <a:cubicBezTo>
                  <a:pt x="352707" y="7637"/>
                  <a:pt x="352367" y="6760"/>
                  <a:pt x="351688" y="6195"/>
                </a:cubicBezTo>
                <a:cubicBezTo>
                  <a:pt x="350783" y="5346"/>
                  <a:pt x="349680" y="4922"/>
                  <a:pt x="348379" y="4922"/>
                </a:cubicBezTo>
                <a:cubicBezTo>
                  <a:pt x="346738" y="4922"/>
                  <a:pt x="345366" y="5595"/>
                  <a:pt x="344263" y="6943"/>
                </a:cubicBezTo>
                <a:cubicBezTo>
                  <a:pt x="343160" y="8290"/>
                  <a:pt x="342608" y="10451"/>
                  <a:pt x="342608" y="13426"/>
                </a:cubicBezTo>
                <a:lnTo>
                  <a:pt x="342778" y="28166"/>
                </a:lnTo>
                <a:lnTo>
                  <a:pt x="342778" y="38187"/>
                </a:lnTo>
                <a:lnTo>
                  <a:pt x="354489" y="38187"/>
                </a:lnTo>
                <a:lnTo>
                  <a:pt x="354489" y="46503"/>
                </a:lnTo>
                <a:lnTo>
                  <a:pt x="342778" y="465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irmationor">
            <a:extLst xmlns:a="http://schemas.openxmlformats.org/drawingml/2006/main">
              <a:ext uri="{FF2B5EF4-FFF2-40B4-BE49-F238E27FC236}">
                <a16:creationId xmlns:a16="http://schemas.microsoft.com/office/drawing/2014/main" id="{4766204E-73C1-4838-BD51-C11257DD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224" y="5941603"/>
            <a:ext cx="848144" cy="119992"/>
          </a:xfrm>
          <a:custGeom xmlns:a="http://schemas.openxmlformats.org/drawingml/2006/main">
            <a:pathLst>
              <a:path w="848144" h="119992">
                <a:moveTo>
                  <a:pt x="21385" y="0"/>
                </a:moveTo>
                <a:cubicBezTo>
                  <a:pt x="25062" y="0"/>
                  <a:pt x="28173" y="1291"/>
                  <a:pt x="30719" y="3874"/>
                </a:cubicBezTo>
                <a:cubicBezTo>
                  <a:pt x="33265" y="6456"/>
                  <a:pt x="34538" y="9563"/>
                  <a:pt x="34538" y="13196"/>
                </a:cubicBezTo>
                <a:cubicBezTo>
                  <a:pt x="34538" y="16829"/>
                  <a:pt x="33251" y="19923"/>
                  <a:pt x="30677" y="22477"/>
                </a:cubicBezTo>
                <a:cubicBezTo>
                  <a:pt x="28103" y="25030"/>
                  <a:pt x="25005" y="26307"/>
                  <a:pt x="21385" y="26307"/>
                </a:cubicBezTo>
                <a:cubicBezTo>
                  <a:pt x="17764" y="26307"/>
                  <a:pt x="14681" y="25030"/>
                  <a:pt x="12135" y="22477"/>
                </a:cubicBezTo>
                <a:cubicBezTo>
                  <a:pt x="9589" y="19923"/>
                  <a:pt x="8316" y="16829"/>
                  <a:pt x="8316" y="13196"/>
                </a:cubicBezTo>
                <a:cubicBezTo>
                  <a:pt x="8316" y="9563"/>
                  <a:pt x="9589" y="6456"/>
                  <a:pt x="12135" y="3874"/>
                </a:cubicBezTo>
                <a:cubicBezTo>
                  <a:pt x="14681" y="1291"/>
                  <a:pt x="17764" y="0"/>
                  <a:pt x="21385" y="0"/>
                </a:cubicBezTo>
                <a:moveTo>
                  <a:pt x="33265" y="38187"/>
                </a:moveTo>
                <a:lnTo>
                  <a:pt x="33265" y="101153"/>
                </a:lnTo>
                <a:cubicBezTo>
                  <a:pt x="33265" y="106754"/>
                  <a:pt x="33916" y="110332"/>
                  <a:pt x="35217" y="111888"/>
                </a:cubicBezTo>
                <a:cubicBezTo>
                  <a:pt x="36518" y="113443"/>
                  <a:pt x="39064" y="114334"/>
                  <a:pt x="42854" y="114561"/>
                </a:cubicBezTo>
                <a:lnTo>
                  <a:pt x="42854" y="117616"/>
                </a:lnTo>
                <a:lnTo>
                  <a:pt x="0" y="117616"/>
                </a:lnTo>
                <a:lnTo>
                  <a:pt x="0" y="114561"/>
                </a:lnTo>
                <a:cubicBezTo>
                  <a:pt x="3508" y="114448"/>
                  <a:pt x="6110" y="113429"/>
                  <a:pt x="7807" y="111506"/>
                </a:cubicBezTo>
                <a:cubicBezTo>
                  <a:pt x="8939" y="110205"/>
                  <a:pt x="9504" y="106754"/>
                  <a:pt x="9504" y="101153"/>
                </a:cubicBezTo>
                <a:lnTo>
                  <a:pt x="9504" y="54819"/>
                </a:lnTo>
                <a:cubicBezTo>
                  <a:pt x="9504" y="49148"/>
                  <a:pt x="8854" y="45525"/>
                  <a:pt x="7553" y="43949"/>
                </a:cubicBezTo>
                <a:cubicBezTo>
                  <a:pt x="6251" y="42374"/>
                  <a:pt x="3734" y="41472"/>
                  <a:pt x="0" y="41242"/>
                </a:cubicBezTo>
                <a:lnTo>
                  <a:pt x="0" y="38187"/>
                </a:lnTo>
                <a:lnTo>
                  <a:pt x="33265" y="38187"/>
                </a:lnTo>
                <a:close/>
                <a:moveTo>
                  <a:pt x="83531" y="38187"/>
                </a:moveTo>
                <a:lnTo>
                  <a:pt x="83531" y="56177"/>
                </a:lnTo>
                <a:cubicBezTo>
                  <a:pt x="88793" y="47974"/>
                  <a:pt x="93403" y="42529"/>
                  <a:pt x="97363" y="39842"/>
                </a:cubicBezTo>
                <a:cubicBezTo>
                  <a:pt x="101323" y="37154"/>
                  <a:pt x="105142" y="35811"/>
                  <a:pt x="108819" y="35811"/>
                </a:cubicBezTo>
                <a:cubicBezTo>
                  <a:pt x="111988" y="35811"/>
                  <a:pt x="114519" y="36790"/>
                  <a:pt x="116414" y="38749"/>
                </a:cubicBezTo>
                <a:cubicBezTo>
                  <a:pt x="118310" y="40708"/>
                  <a:pt x="119257" y="43476"/>
                  <a:pt x="119257" y="47052"/>
                </a:cubicBezTo>
                <a:cubicBezTo>
                  <a:pt x="119257" y="50857"/>
                  <a:pt x="118338" y="53810"/>
                  <a:pt x="116499" y="55912"/>
                </a:cubicBezTo>
                <a:cubicBezTo>
                  <a:pt x="114661" y="58012"/>
                  <a:pt x="112440" y="59062"/>
                  <a:pt x="109838" y="59062"/>
                </a:cubicBezTo>
                <a:cubicBezTo>
                  <a:pt x="106839" y="59062"/>
                  <a:pt x="104237" y="58101"/>
                  <a:pt x="102031" y="56177"/>
                </a:cubicBezTo>
                <a:cubicBezTo>
                  <a:pt x="99824" y="54254"/>
                  <a:pt x="98523" y="53179"/>
                  <a:pt x="98127" y="52953"/>
                </a:cubicBezTo>
                <a:cubicBezTo>
                  <a:pt x="97561" y="52613"/>
                  <a:pt x="96911" y="52443"/>
                  <a:pt x="96175" y="52443"/>
                </a:cubicBezTo>
                <a:cubicBezTo>
                  <a:pt x="94535" y="52443"/>
                  <a:pt x="92979" y="53066"/>
                  <a:pt x="91508" y="54310"/>
                </a:cubicBezTo>
                <a:cubicBezTo>
                  <a:pt x="89189" y="56234"/>
                  <a:pt x="87435" y="58978"/>
                  <a:pt x="86247" y="62542"/>
                </a:cubicBezTo>
                <a:cubicBezTo>
                  <a:pt x="84436" y="68029"/>
                  <a:pt x="83531" y="74083"/>
                  <a:pt x="83531" y="80702"/>
                </a:cubicBezTo>
                <a:lnTo>
                  <a:pt x="83531" y="98947"/>
                </a:lnTo>
                <a:lnTo>
                  <a:pt x="83616" y="103699"/>
                </a:lnTo>
                <a:cubicBezTo>
                  <a:pt x="83616" y="106923"/>
                  <a:pt x="83814" y="108988"/>
                  <a:pt x="84210" y="109893"/>
                </a:cubicBezTo>
                <a:cubicBezTo>
                  <a:pt x="84889" y="111421"/>
                  <a:pt x="85893" y="112538"/>
                  <a:pt x="87223" y="113245"/>
                </a:cubicBezTo>
                <a:cubicBezTo>
                  <a:pt x="88552" y="113953"/>
                  <a:pt x="90801" y="114391"/>
                  <a:pt x="93969" y="114561"/>
                </a:cubicBezTo>
                <a:lnTo>
                  <a:pt x="93969" y="117616"/>
                </a:lnTo>
                <a:lnTo>
                  <a:pt x="51115" y="117616"/>
                </a:lnTo>
                <a:lnTo>
                  <a:pt x="51115" y="114561"/>
                </a:lnTo>
                <a:cubicBezTo>
                  <a:pt x="54566" y="114278"/>
                  <a:pt x="56899" y="113330"/>
                  <a:pt x="58116" y="111718"/>
                </a:cubicBezTo>
                <a:cubicBezTo>
                  <a:pt x="59332" y="110106"/>
                  <a:pt x="59940" y="105848"/>
                  <a:pt x="59940" y="98947"/>
                </a:cubicBezTo>
                <a:lnTo>
                  <a:pt x="59940" y="54989"/>
                </a:lnTo>
                <a:cubicBezTo>
                  <a:pt x="59940" y="50435"/>
                  <a:pt x="59714" y="47532"/>
                  <a:pt x="59261" y="46280"/>
                </a:cubicBezTo>
                <a:cubicBezTo>
                  <a:pt x="58696" y="44686"/>
                  <a:pt x="57875" y="43519"/>
                  <a:pt x="56800" y="42780"/>
                </a:cubicBezTo>
                <a:cubicBezTo>
                  <a:pt x="55725" y="42039"/>
                  <a:pt x="53830" y="41526"/>
                  <a:pt x="51115" y="41242"/>
                </a:cubicBezTo>
                <a:lnTo>
                  <a:pt x="51115" y="38187"/>
                </a:lnTo>
                <a:lnTo>
                  <a:pt x="83531" y="38187"/>
                </a:lnTo>
                <a:close/>
                <a:moveTo>
                  <a:pt x="160695" y="38187"/>
                </a:moveTo>
                <a:lnTo>
                  <a:pt x="160695" y="48710"/>
                </a:lnTo>
                <a:cubicBezTo>
                  <a:pt x="165051" y="43926"/>
                  <a:pt x="169082" y="40580"/>
                  <a:pt x="172788" y="38672"/>
                </a:cubicBezTo>
                <a:cubicBezTo>
                  <a:pt x="176493" y="36765"/>
                  <a:pt x="180552" y="35811"/>
                  <a:pt x="184965" y="35811"/>
                </a:cubicBezTo>
                <a:cubicBezTo>
                  <a:pt x="190057" y="35811"/>
                  <a:pt x="194328" y="37006"/>
                  <a:pt x="197779" y="39396"/>
                </a:cubicBezTo>
                <a:cubicBezTo>
                  <a:pt x="201230" y="41786"/>
                  <a:pt x="203889" y="45428"/>
                  <a:pt x="205756" y="50322"/>
                </a:cubicBezTo>
                <a:cubicBezTo>
                  <a:pt x="210282" y="45200"/>
                  <a:pt x="214624" y="41502"/>
                  <a:pt x="218782" y="39226"/>
                </a:cubicBezTo>
                <a:cubicBezTo>
                  <a:pt x="222940" y="36949"/>
                  <a:pt x="227282" y="35811"/>
                  <a:pt x="231808" y="35811"/>
                </a:cubicBezTo>
                <a:cubicBezTo>
                  <a:pt x="237295" y="35811"/>
                  <a:pt x="241666" y="37071"/>
                  <a:pt x="244919" y="39592"/>
                </a:cubicBezTo>
                <a:cubicBezTo>
                  <a:pt x="248172" y="42113"/>
                  <a:pt x="250434" y="45314"/>
                  <a:pt x="251707" y="49195"/>
                </a:cubicBezTo>
                <a:cubicBezTo>
                  <a:pt x="252980" y="53075"/>
                  <a:pt x="253617" y="59264"/>
                  <a:pt x="253617" y="67761"/>
                </a:cubicBezTo>
                <a:lnTo>
                  <a:pt x="253617" y="100304"/>
                </a:lnTo>
                <a:cubicBezTo>
                  <a:pt x="253617" y="106414"/>
                  <a:pt x="254168" y="110205"/>
                  <a:pt x="255272" y="111676"/>
                </a:cubicBezTo>
                <a:cubicBezTo>
                  <a:pt x="256375" y="113146"/>
                  <a:pt x="258680" y="114108"/>
                  <a:pt x="262188" y="114561"/>
                </a:cubicBezTo>
                <a:lnTo>
                  <a:pt x="262188" y="117616"/>
                </a:lnTo>
                <a:lnTo>
                  <a:pt x="221200" y="117616"/>
                </a:lnTo>
                <a:lnTo>
                  <a:pt x="221200" y="114561"/>
                </a:lnTo>
                <a:cubicBezTo>
                  <a:pt x="224425" y="114278"/>
                  <a:pt x="226801" y="113033"/>
                  <a:pt x="228329" y="110827"/>
                </a:cubicBezTo>
                <a:cubicBezTo>
                  <a:pt x="229347" y="109299"/>
                  <a:pt x="229856" y="105792"/>
                  <a:pt x="229856" y="100304"/>
                </a:cubicBezTo>
                <a:lnTo>
                  <a:pt x="229856" y="66191"/>
                </a:lnTo>
                <a:cubicBezTo>
                  <a:pt x="229856" y="59119"/>
                  <a:pt x="229573" y="54621"/>
                  <a:pt x="229007" y="52698"/>
                </a:cubicBezTo>
                <a:cubicBezTo>
                  <a:pt x="228442" y="50774"/>
                  <a:pt x="227551" y="49346"/>
                  <a:pt x="226334" y="48413"/>
                </a:cubicBezTo>
                <a:cubicBezTo>
                  <a:pt x="225118" y="47479"/>
                  <a:pt x="223690" y="47012"/>
                  <a:pt x="222049" y="47012"/>
                </a:cubicBezTo>
                <a:cubicBezTo>
                  <a:pt x="219616" y="47012"/>
                  <a:pt x="217155" y="47903"/>
                  <a:pt x="214666" y="49685"/>
                </a:cubicBezTo>
                <a:cubicBezTo>
                  <a:pt x="212177" y="51467"/>
                  <a:pt x="209659" y="54141"/>
                  <a:pt x="207114" y="57705"/>
                </a:cubicBezTo>
                <a:lnTo>
                  <a:pt x="207114" y="100304"/>
                </a:lnTo>
                <a:cubicBezTo>
                  <a:pt x="207114" y="106018"/>
                  <a:pt x="207594" y="109611"/>
                  <a:pt x="208556" y="111081"/>
                </a:cubicBezTo>
                <a:cubicBezTo>
                  <a:pt x="209857" y="113175"/>
                  <a:pt x="212347" y="114334"/>
                  <a:pt x="216024" y="114561"/>
                </a:cubicBezTo>
                <a:lnTo>
                  <a:pt x="216024" y="117616"/>
                </a:lnTo>
                <a:lnTo>
                  <a:pt x="174952" y="117616"/>
                </a:lnTo>
                <a:lnTo>
                  <a:pt x="174952" y="114561"/>
                </a:lnTo>
                <a:cubicBezTo>
                  <a:pt x="177158" y="114448"/>
                  <a:pt x="178898" y="113896"/>
                  <a:pt x="180171" y="112906"/>
                </a:cubicBezTo>
                <a:cubicBezTo>
                  <a:pt x="181443" y="111916"/>
                  <a:pt x="182292" y="110728"/>
                  <a:pt x="182716" y="109342"/>
                </a:cubicBezTo>
                <a:cubicBezTo>
                  <a:pt x="183141" y="107956"/>
                  <a:pt x="183353" y="104943"/>
                  <a:pt x="183353" y="100304"/>
                </a:cubicBezTo>
                <a:lnTo>
                  <a:pt x="183353" y="66138"/>
                </a:lnTo>
                <a:cubicBezTo>
                  <a:pt x="183353" y="58940"/>
                  <a:pt x="183070" y="54436"/>
                  <a:pt x="182504" y="52624"/>
                </a:cubicBezTo>
                <a:cubicBezTo>
                  <a:pt x="181938" y="50810"/>
                  <a:pt x="180991" y="49393"/>
                  <a:pt x="179661" y="48373"/>
                </a:cubicBezTo>
                <a:cubicBezTo>
                  <a:pt x="178332" y="47353"/>
                  <a:pt x="176903" y="46843"/>
                  <a:pt x="175376" y="46843"/>
                </a:cubicBezTo>
                <a:cubicBezTo>
                  <a:pt x="173113" y="46843"/>
                  <a:pt x="171048" y="47441"/>
                  <a:pt x="169181" y="48638"/>
                </a:cubicBezTo>
                <a:cubicBezTo>
                  <a:pt x="166522" y="50406"/>
                  <a:pt x="163694" y="53428"/>
                  <a:pt x="160695" y="57705"/>
                </a:cubicBezTo>
                <a:lnTo>
                  <a:pt x="160695" y="100304"/>
                </a:lnTo>
                <a:cubicBezTo>
                  <a:pt x="160695" y="105905"/>
                  <a:pt x="161247" y="109596"/>
                  <a:pt x="162350" y="111378"/>
                </a:cubicBezTo>
                <a:cubicBezTo>
                  <a:pt x="163453" y="113161"/>
                  <a:pt x="165759" y="114221"/>
                  <a:pt x="169266" y="114561"/>
                </a:cubicBezTo>
                <a:lnTo>
                  <a:pt x="169266" y="117616"/>
                </a:lnTo>
                <a:lnTo>
                  <a:pt x="128364" y="117616"/>
                </a:lnTo>
                <a:lnTo>
                  <a:pt x="128364" y="114561"/>
                </a:lnTo>
                <a:cubicBezTo>
                  <a:pt x="131701" y="114221"/>
                  <a:pt x="134078" y="113146"/>
                  <a:pt x="135492" y="111336"/>
                </a:cubicBezTo>
                <a:cubicBezTo>
                  <a:pt x="136454" y="110091"/>
                  <a:pt x="136934" y="106414"/>
                  <a:pt x="136934" y="100304"/>
                </a:cubicBezTo>
                <a:lnTo>
                  <a:pt x="136934" y="55498"/>
                </a:lnTo>
                <a:cubicBezTo>
                  <a:pt x="136934" y="49429"/>
                  <a:pt x="136383" y="45650"/>
                  <a:pt x="135280" y="44162"/>
                </a:cubicBezTo>
                <a:cubicBezTo>
                  <a:pt x="134177" y="42673"/>
                  <a:pt x="131871" y="41700"/>
                  <a:pt x="128364" y="41242"/>
                </a:cubicBezTo>
                <a:lnTo>
                  <a:pt x="128364" y="38187"/>
                </a:lnTo>
                <a:lnTo>
                  <a:pt x="160695" y="38187"/>
                </a:lnTo>
                <a:close/>
                <a:moveTo>
                  <a:pt x="316327" y="105905"/>
                </a:moveTo>
                <a:cubicBezTo>
                  <a:pt x="306653" y="114504"/>
                  <a:pt x="297969" y="118804"/>
                  <a:pt x="290275" y="118804"/>
                </a:cubicBezTo>
                <a:cubicBezTo>
                  <a:pt x="285749" y="118804"/>
                  <a:pt x="281987" y="117314"/>
                  <a:pt x="278988" y="114335"/>
                </a:cubicBezTo>
                <a:cubicBezTo>
                  <a:pt x="275990" y="111355"/>
                  <a:pt x="274491" y="107623"/>
                  <a:pt x="274491" y="103139"/>
                </a:cubicBezTo>
                <a:cubicBezTo>
                  <a:pt x="274491" y="97065"/>
                  <a:pt x="277093" y="91601"/>
                  <a:pt x="282298" y="86748"/>
                </a:cubicBezTo>
                <a:cubicBezTo>
                  <a:pt x="287503" y="81895"/>
                  <a:pt x="298846" y="75439"/>
                  <a:pt x="316327" y="67379"/>
                </a:cubicBezTo>
                <a:lnTo>
                  <a:pt x="316327" y="59402"/>
                </a:lnTo>
                <a:cubicBezTo>
                  <a:pt x="316327" y="53405"/>
                  <a:pt x="316001" y="49629"/>
                  <a:pt x="315351" y="48073"/>
                </a:cubicBezTo>
                <a:cubicBezTo>
                  <a:pt x="314700" y="46517"/>
                  <a:pt x="313470" y="45160"/>
                  <a:pt x="311659" y="44000"/>
                </a:cubicBezTo>
                <a:cubicBezTo>
                  <a:pt x="309849" y="42840"/>
                  <a:pt x="307812" y="42260"/>
                  <a:pt x="305550" y="42260"/>
                </a:cubicBezTo>
                <a:cubicBezTo>
                  <a:pt x="301872" y="42260"/>
                  <a:pt x="298846" y="43080"/>
                  <a:pt x="296470" y="44721"/>
                </a:cubicBezTo>
                <a:cubicBezTo>
                  <a:pt x="294999" y="45739"/>
                  <a:pt x="294263" y="46927"/>
                  <a:pt x="294263" y="48285"/>
                </a:cubicBezTo>
                <a:cubicBezTo>
                  <a:pt x="294263" y="49473"/>
                  <a:pt x="295055" y="50944"/>
                  <a:pt x="296639" y="52698"/>
                </a:cubicBezTo>
                <a:cubicBezTo>
                  <a:pt x="298789" y="55131"/>
                  <a:pt x="299864" y="57478"/>
                  <a:pt x="299864" y="59741"/>
                </a:cubicBezTo>
                <a:cubicBezTo>
                  <a:pt x="299864" y="62513"/>
                  <a:pt x="298831" y="64875"/>
                  <a:pt x="296767" y="66827"/>
                </a:cubicBezTo>
                <a:cubicBezTo>
                  <a:pt x="294702" y="68779"/>
                  <a:pt x="292000" y="69755"/>
                  <a:pt x="288662" y="69755"/>
                </a:cubicBezTo>
                <a:cubicBezTo>
                  <a:pt x="285098" y="69755"/>
                  <a:pt x="282114" y="68680"/>
                  <a:pt x="279710" y="66530"/>
                </a:cubicBezTo>
                <a:cubicBezTo>
                  <a:pt x="277305" y="64380"/>
                  <a:pt x="276103" y="61863"/>
                  <a:pt x="276103" y="58978"/>
                </a:cubicBezTo>
                <a:cubicBezTo>
                  <a:pt x="276103" y="54904"/>
                  <a:pt x="277716" y="51015"/>
                  <a:pt x="280940" y="47309"/>
                </a:cubicBezTo>
                <a:cubicBezTo>
                  <a:pt x="284165" y="43604"/>
                  <a:pt x="288662" y="40761"/>
                  <a:pt x="294433" y="38781"/>
                </a:cubicBezTo>
                <a:cubicBezTo>
                  <a:pt x="300203" y="36801"/>
                  <a:pt x="306200" y="35811"/>
                  <a:pt x="312423" y="35811"/>
                </a:cubicBezTo>
                <a:cubicBezTo>
                  <a:pt x="319947" y="35811"/>
                  <a:pt x="325902" y="37413"/>
                  <a:pt x="330286" y="40619"/>
                </a:cubicBezTo>
                <a:cubicBezTo>
                  <a:pt x="334671" y="43822"/>
                  <a:pt x="337513" y="47295"/>
                  <a:pt x="338815" y="51038"/>
                </a:cubicBezTo>
                <a:cubicBezTo>
                  <a:pt x="339607" y="53419"/>
                  <a:pt x="340003" y="58891"/>
                  <a:pt x="340003" y="67453"/>
                </a:cubicBezTo>
                <a:lnTo>
                  <a:pt x="340003" y="98329"/>
                </a:lnTo>
                <a:cubicBezTo>
                  <a:pt x="340003" y="101958"/>
                  <a:pt x="340144" y="104241"/>
                  <a:pt x="340427" y="105178"/>
                </a:cubicBezTo>
                <a:cubicBezTo>
                  <a:pt x="340710" y="106114"/>
                  <a:pt x="341134" y="106808"/>
                  <a:pt x="341700" y="107263"/>
                </a:cubicBezTo>
                <a:cubicBezTo>
                  <a:pt x="342266" y="107715"/>
                  <a:pt x="342916" y="107942"/>
                  <a:pt x="343652" y="107942"/>
                </a:cubicBezTo>
                <a:cubicBezTo>
                  <a:pt x="345123" y="107942"/>
                  <a:pt x="346622" y="106895"/>
                  <a:pt x="348149" y="104802"/>
                </a:cubicBezTo>
                <a:lnTo>
                  <a:pt x="350695" y="106838"/>
                </a:lnTo>
                <a:cubicBezTo>
                  <a:pt x="347866" y="111025"/>
                  <a:pt x="344939" y="114066"/>
                  <a:pt x="341912" y="115961"/>
                </a:cubicBezTo>
                <a:cubicBezTo>
                  <a:pt x="338885" y="117856"/>
                  <a:pt x="335448" y="118804"/>
                  <a:pt x="331602" y="118804"/>
                </a:cubicBezTo>
                <a:cubicBezTo>
                  <a:pt x="327076" y="118804"/>
                  <a:pt x="323540" y="117736"/>
                  <a:pt x="320994" y="115600"/>
                </a:cubicBezTo>
                <a:cubicBezTo>
                  <a:pt x="318448" y="113465"/>
                  <a:pt x="316892" y="110233"/>
                  <a:pt x="316327" y="105905"/>
                </a:cubicBezTo>
                <a:moveTo>
                  <a:pt x="316327" y="99625"/>
                </a:moveTo>
                <a:lnTo>
                  <a:pt x="316327" y="73080"/>
                </a:lnTo>
                <a:cubicBezTo>
                  <a:pt x="309481" y="77116"/>
                  <a:pt x="304390" y="81437"/>
                  <a:pt x="301052" y="86043"/>
                </a:cubicBezTo>
                <a:cubicBezTo>
                  <a:pt x="298846" y="89112"/>
                  <a:pt x="297742" y="92210"/>
                  <a:pt x="297742" y="95337"/>
                </a:cubicBezTo>
                <a:cubicBezTo>
                  <a:pt x="297742" y="97952"/>
                  <a:pt x="298676" y="100255"/>
                  <a:pt x="300543" y="102245"/>
                </a:cubicBezTo>
                <a:cubicBezTo>
                  <a:pt x="301957" y="103780"/>
                  <a:pt x="303937" y="104547"/>
                  <a:pt x="306483" y="104547"/>
                </a:cubicBezTo>
                <a:cubicBezTo>
                  <a:pt x="309312" y="104547"/>
                  <a:pt x="312593" y="102907"/>
                  <a:pt x="316327" y="99625"/>
                </a:cubicBezTo>
                <a:close/>
                <a:moveTo>
                  <a:pt x="390918" y="8995"/>
                </a:moveTo>
                <a:lnTo>
                  <a:pt x="390918" y="38187"/>
                </a:lnTo>
                <a:lnTo>
                  <a:pt x="409757" y="38187"/>
                </a:lnTo>
                <a:lnTo>
                  <a:pt x="409757" y="46503"/>
                </a:lnTo>
                <a:lnTo>
                  <a:pt x="390918" y="46503"/>
                </a:lnTo>
                <a:lnTo>
                  <a:pt x="390918" y="95600"/>
                </a:lnTo>
                <a:cubicBezTo>
                  <a:pt x="390918" y="100195"/>
                  <a:pt x="391131" y="103159"/>
                  <a:pt x="391555" y="104492"/>
                </a:cubicBezTo>
                <a:cubicBezTo>
                  <a:pt x="391979" y="105825"/>
                  <a:pt x="392729" y="106903"/>
                  <a:pt x="393804" y="107727"/>
                </a:cubicBezTo>
                <a:cubicBezTo>
                  <a:pt x="394879" y="108549"/>
                  <a:pt x="395869" y="108960"/>
                  <a:pt x="396774" y="108960"/>
                </a:cubicBezTo>
                <a:cubicBezTo>
                  <a:pt x="400451" y="108960"/>
                  <a:pt x="403930" y="106131"/>
                  <a:pt x="407212" y="100474"/>
                </a:cubicBezTo>
                <a:lnTo>
                  <a:pt x="409757" y="102359"/>
                </a:lnTo>
                <a:cubicBezTo>
                  <a:pt x="405175" y="113322"/>
                  <a:pt x="397736" y="118804"/>
                  <a:pt x="387439" y="118804"/>
                </a:cubicBezTo>
                <a:cubicBezTo>
                  <a:pt x="382404" y="118804"/>
                  <a:pt x="378147" y="117399"/>
                  <a:pt x="374668" y="114590"/>
                </a:cubicBezTo>
                <a:cubicBezTo>
                  <a:pt x="371189" y="111779"/>
                  <a:pt x="368968" y="108642"/>
                  <a:pt x="368006" y="105178"/>
                </a:cubicBezTo>
                <a:cubicBezTo>
                  <a:pt x="367441" y="103248"/>
                  <a:pt x="367158" y="98025"/>
                  <a:pt x="367158" y="89509"/>
                </a:cubicBezTo>
                <a:lnTo>
                  <a:pt x="367158" y="46503"/>
                </a:lnTo>
                <a:lnTo>
                  <a:pt x="356805" y="46503"/>
                </a:lnTo>
                <a:lnTo>
                  <a:pt x="356805" y="43525"/>
                </a:lnTo>
                <a:cubicBezTo>
                  <a:pt x="363933" y="38480"/>
                  <a:pt x="370001" y="33178"/>
                  <a:pt x="375007" y="27622"/>
                </a:cubicBezTo>
                <a:cubicBezTo>
                  <a:pt x="380014" y="22065"/>
                  <a:pt x="384384" y="15856"/>
                  <a:pt x="388118" y="8995"/>
                </a:cubicBezTo>
                <a:lnTo>
                  <a:pt x="390918" y="8995"/>
                </a:lnTo>
                <a:close/>
                <a:moveTo>
                  <a:pt x="436402" y="0"/>
                </a:moveTo>
                <a:cubicBezTo>
                  <a:pt x="440079" y="0"/>
                  <a:pt x="443191" y="1291"/>
                  <a:pt x="445737" y="3874"/>
                </a:cubicBezTo>
                <a:cubicBezTo>
                  <a:pt x="448282" y="6456"/>
                  <a:pt x="449555" y="9563"/>
                  <a:pt x="449555" y="13196"/>
                </a:cubicBezTo>
                <a:cubicBezTo>
                  <a:pt x="449555" y="16829"/>
                  <a:pt x="448268" y="19923"/>
                  <a:pt x="445694" y="22477"/>
                </a:cubicBezTo>
                <a:cubicBezTo>
                  <a:pt x="443120" y="25030"/>
                  <a:pt x="440023" y="26307"/>
                  <a:pt x="436402" y="26307"/>
                </a:cubicBezTo>
                <a:cubicBezTo>
                  <a:pt x="432781" y="26307"/>
                  <a:pt x="429698" y="25030"/>
                  <a:pt x="427152" y="22477"/>
                </a:cubicBezTo>
                <a:cubicBezTo>
                  <a:pt x="424607" y="19923"/>
                  <a:pt x="423334" y="16829"/>
                  <a:pt x="423334" y="13196"/>
                </a:cubicBezTo>
                <a:cubicBezTo>
                  <a:pt x="423334" y="9563"/>
                  <a:pt x="424607" y="6456"/>
                  <a:pt x="427152" y="3874"/>
                </a:cubicBezTo>
                <a:cubicBezTo>
                  <a:pt x="429698" y="1291"/>
                  <a:pt x="432781" y="0"/>
                  <a:pt x="436402" y="0"/>
                </a:cubicBezTo>
                <a:moveTo>
                  <a:pt x="448282" y="38187"/>
                </a:moveTo>
                <a:lnTo>
                  <a:pt x="448282" y="101153"/>
                </a:lnTo>
                <a:cubicBezTo>
                  <a:pt x="448282" y="106754"/>
                  <a:pt x="448933" y="110332"/>
                  <a:pt x="450234" y="111888"/>
                </a:cubicBezTo>
                <a:cubicBezTo>
                  <a:pt x="451535" y="113443"/>
                  <a:pt x="454081" y="114334"/>
                  <a:pt x="457872" y="114561"/>
                </a:cubicBezTo>
                <a:lnTo>
                  <a:pt x="457872" y="117616"/>
                </a:lnTo>
                <a:lnTo>
                  <a:pt x="415017" y="117616"/>
                </a:lnTo>
                <a:lnTo>
                  <a:pt x="415017" y="114561"/>
                </a:lnTo>
                <a:cubicBezTo>
                  <a:pt x="418525" y="114448"/>
                  <a:pt x="421127" y="113429"/>
                  <a:pt x="422824" y="111506"/>
                </a:cubicBezTo>
                <a:cubicBezTo>
                  <a:pt x="423956" y="110205"/>
                  <a:pt x="424522" y="106754"/>
                  <a:pt x="424522" y="101153"/>
                </a:cubicBezTo>
                <a:lnTo>
                  <a:pt x="424522" y="54819"/>
                </a:lnTo>
                <a:cubicBezTo>
                  <a:pt x="424522" y="49148"/>
                  <a:pt x="423871" y="45525"/>
                  <a:pt x="422570" y="43949"/>
                </a:cubicBezTo>
                <a:cubicBezTo>
                  <a:pt x="421269" y="42374"/>
                  <a:pt x="418751" y="41472"/>
                  <a:pt x="415017" y="41242"/>
                </a:cubicBezTo>
                <a:lnTo>
                  <a:pt x="415017" y="38187"/>
                </a:lnTo>
                <a:lnTo>
                  <a:pt x="448282" y="38187"/>
                </a:lnTo>
                <a:close/>
                <a:moveTo>
                  <a:pt x="503046" y="35811"/>
                </a:moveTo>
                <a:cubicBezTo>
                  <a:pt x="509948" y="35811"/>
                  <a:pt x="516369" y="37595"/>
                  <a:pt x="522309" y="41162"/>
                </a:cubicBezTo>
                <a:cubicBezTo>
                  <a:pt x="528250" y="44730"/>
                  <a:pt x="532761" y="49799"/>
                  <a:pt x="535845" y="56368"/>
                </a:cubicBezTo>
                <a:cubicBezTo>
                  <a:pt x="538928" y="62938"/>
                  <a:pt x="540469" y="70130"/>
                  <a:pt x="540469" y="77944"/>
                </a:cubicBezTo>
                <a:cubicBezTo>
                  <a:pt x="540469" y="89212"/>
                  <a:pt x="537612" y="98642"/>
                  <a:pt x="531899" y="106231"/>
                </a:cubicBezTo>
                <a:cubicBezTo>
                  <a:pt x="524997" y="115405"/>
                  <a:pt x="515464" y="119992"/>
                  <a:pt x="503301" y="119992"/>
                </a:cubicBezTo>
                <a:cubicBezTo>
                  <a:pt x="491364" y="119992"/>
                  <a:pt x="482171" y="115801"/>
                  <a:pt x="475721" y="107419"/>
                </a:cubicBezTo>
                <a:cubicBezTo>
                  <a:pt x="469272" y="99038"/>
                  <a:pt x="466047" y="89326"/>
                  <a:pt x="466047" y="78283"/>
                </a:cubicBezTo>
                <a:cubicBezTo>
                  <a:pt x="466047" y="66901"/>
                  <a:pt x="469343" y="56977"/>
                  <a:pt x="475933" y="48511"/>
                </a:cubicBezTo>
                <a:cubicBezTo>
                  <a:pt x="482524" y="40044"/>
                  <a:pt x="491562" y="35811"/>
                  <a:pt x="503046" y="35811"/>
                </a:cubicBezTo>
                <a:moveTo>
                  <a:pt x="503386" y="41751"/>
                </a:moveTo>
                <a:cubicBezTo>
                  <a:pt x="500500" y="41751"/>
                  <a:pt x="498025" y="42842"/>
                  <a:pt x="495960" y="45023"/>
                </a:cubicBezTo>
                <a:cubicBezTo>
                  <a:pt x="493895" y="47203"/>
                  <a:pt x="492538" y="51507"/>
                  <a:pt x="491887" y="57935"/>
                </a:cubicBezTo>
                <a:cubicBezTo>
                  <a:pt x="491237" y="64364"/>
                  <a:pt x="490911" y="73299"/>
                  <a:pt x="490911" y="84740"/>
                </a:cubicBezTo>
                <a:cubicBezTo>
                  <a:pt x="490911" y="90801"/>
                  <a:pt x="491307" y="96465"/>
                  <a:pt x="492099" y="101734"/>
                </a:cubicBezTo>
                <a:cubicBezTo>
                  <a:pt x="492722" y="105754"/>
                  <a:pt x="494051" y="108812"/>
                  <a:pt x="496088" y="110909"/>
                </a:cubicBezTo>
                <a:cubicBezTo>
                  <a:pt x="498124" y="113004"/>
                  <a:pt x="500444" y="114052"/>
                  <a:pt x="503046" y="114052"/>
                </a:cubicBezTo>
                <a:cubicBezTo>
                  <a:pt x="505592" y="114052"/>
                  <a:pt x="507713" y="113344"/>
                  <a:pt x="509411" y="111927"/>
                </a:cubicBezTo>
                <a:cubicBezTo>
                  <a:pt x="511617" y="110002"/>
                  <a:pt x="513088" y="107311"/>
                  <a:pt x="513823" y="103855"/>
                </a:cubicBezTo>
                <a:cubicBezTo>
                  <a:pt x="514955" y="98475"/>
                  <a:pt x="515521" y="87601"/>
                  <a:pt x="515521" y="71232"/>
                </a:cubicBezTo>
                <a:cubicBezTo>
                  <a:pt x="515521" y="61604"/>
                  <a:pt x="514983" y="54992"/>
                  <a:pt x="513908" y="51396"/>
                </a:cubicBezTo>
                <a:cubicBezTo>
                  <a:pt x="512833" y="47798"/>
                  <a:pt x="511249" y="45178"/>
                  <a:pt x="509156" y="43536"/>
                </a:cubicBezTo>
                <a:cubicBezTo>
                  <a:pt x="507685" y="42346"/>
                  <a:pt x="505762" y="41751"/>
                  <a:pt x="503386" y="41751"/>
                </a:cubicBezTo>
                <a:close/>
                <a:moveTo>
                  <a:pt x="584936" y="38187"/>
                </a:moveTo>
                <a:lnTo>
                  <a:pt x="584936" y="48540"/>
                </a:lnTo>
                <a:cubicBezTo>
                  <a:pt x="589009" y="44097"/>
                  <a:pt x="592913" y="40865"/>
                  <a:pt x="596647" y="38845"/>
                </a:cubicBezTo>
                <a:cubicBezTo>
                  <a:pt x="600380" y="36822"/>
                  <a:pt x="604397" y="35811"/>
                  <a:pt x="608697" y="35811"/>
                </a:cubicBezTo>
                <a:cubicBezTo>
                  <a:pt x="613845" y="35811"/>
                  <a:pt x="618116" y="37241"/>
                  <a:pt x="621510" y="40102"/>
                </a:cubicBezTo>
                <a:cubicBezTo>
                  <a:pt x="624905" y="42962"/>
                  <a:pt x="627168" y="46516"/>
                  <a:pt x="628299" y="50765"/>
                </a:cubicBezTo>
                <a:cubicBezTo>
                  <a:pt x="629204" y="53995"/>
                  <a:pt x="629657" y="60198"/>
                  <a:pt x="629657" y="69376"/>
                </a:cubicBezTo>
                <a:lnTo>
                  <a:pt x="629657" y="100304"/>
                </a:lnTo>
                <a:cubicBezTo>
                  <a:pt x="629657" y="106414"/>
                  <a:pt x="630209" y="110219"/>
                  <a:pt x="631312" y="111718"/>
                </a:cubicBezTo>
                <a:cubicBezTo>
                  <a:pt x="632415" y="113217"/>
                  <a:pt x="634720" y="114165"/>
                  <a:pt x="638228" y="114561"/>
                </a:cubicBezTo>
                <a:lnTo>
                  <a:pt x="638228" y="117616"/>
                </a:lnTo>
                <a:lnTo>
                  <a:pt x="598089" y="117616"/>
                </a:lnTo>
                <a:lnTo>
                  <a:pt x="598089" y="114561"/>
                </a:lnTo>
                <a:cubicBezTo>
                  <a:pt x="601088" y="114165"/>
                  <a:pt x="603237" y="112920"/>
                  <a:pt x="604538" y="110827"/>
                </a:cubicBezTo>
                <a:cubicBezTo>
                  <a:pt x="605444" y="109413"/>
                  <a:pt x="605896" y="105905"/>
                  <a:pt x="605896" y="100304"/>
                </a:cubicBezTo>
                <a:lnTo>
                  <a:pt x="605896" y="65003"/>
                </a:lnTo>
                <a:cubicBezTo>
                  <a:pt x="605896" y="58497"/>
                  <a:pt x="605642" y="54395"/>
                  <a:pt x="605132" y="52698"/>
                </a:cubicBezTo>
                <a:cubicBezTo>
                  <a:pt x="604623" y="51001"/>
                  <a:pt x="603761" y="49685"/>
                  <a:pt x="602544" y="48752"/>
                </a:cubicBezTo>
                <a:cubicBezTo>
                  <a:pt x="601328" y="47818"/>
                  <a:pt x="599984" y="47352"/>
                  <a:pt x="598513" y="47352"/>
                </a:cubicBezTo>
                <a:cubicBezTo>
                  <a:pt x="593648" y="47352"/>
                  <a:pt x="589122" y="50859"/>
                  <a:pt x="584936" y="57874"/>
                </a:cubicBezTo>
                <a:lnTo>
                  <a:pt x="584936" y="100304"/>
                </a:lnTo>
                <a:cubicBezTo>
                  <a:pt x="584936" y="106244"/>
                  <a:pt x="585487" y="110007"/>
                  <a:pt x="586591" y="111591"/>
                </a:cubicBezTo>
                <a:cubicBezTo>
                  <a:pt x="587694" y="113175"/>
                  <a:pt x="589745" y="114165"/>
                  <a:pt x="592743" y="114561"/>
                </a:cubicBezTo>
                <a:lnTo>
                  <a:pt x="592743" y="117616"/>
                </a:lnTo>
                <a:lnTo>
                  <a:pt x="552604" y="117616"/>
                </a:lnTo>
                <a:lnTo>
                  <a:pt x="552604" y="114561"/>
                </a:lnTo>
                <a:cubicBezTo>
                  <a:pt x="555942" y="114221"/>
                  <a:pt x="558318" y="113146"/>
                  <a:pt x="559732" y="111336"/>
                </a:cubicBezTo>
                <a:cubicBezTo>
                  <a:pt x="560694" y="110091"/>
                  <a:pt x="561175" y="106414"/>
                  <a:pt x="561175" y="100304"/>
                </a:cubicBezTo>
                <a:lnTo>
                  <a:pt x="561175" y="55498"/>
                </a:lnTo>
                <a:cubicBezTo>
                  <a:pt x="561175" y="49429"/>
                  <a:pt x="560624" y="45650"/>
                  <a:pt x="559520" y="44162"/>
                </a:cubicBezTo>
                <a:cubicBezTo>
                  <a:pt x="558417" y="42673"/>
                  <a:pt x="556112" y="41700"/>
                  <a:pt x="552604" y="41242"/>
                </a:cubicBezTo>
                <a:lnTo>
                  <a:pt x="552604" y="38187"/>
                </a:lnTo>
                <a:lnTo>
                  <a:pt x="584936" y="38187"/>
                </a:lnTo>
                <a:close/>
                <a:moveTo>
                  <a:pt x="730020" y="35811"/>
                </a:moveTo>
                <a:cubicBezTo>
                  <a:pt x="736922" y="35811"/>
                  <a:pt x="743343" y="37595"/>
                  <a:pt x="749283" y="41162"/>
                </a:cubicBezTo>
                <a:cubicBezTo>
                  <a:pt x="755223" y="44730"/>
                  <a:pt x="759735" y="49799"/>
                  <a:pt x="762818" y="56368"/>
                </a:cubicBezTo>
                <a:cubicBezTo>
                  <a:pt x="765901" y="62938"/>
                  <a:pt x="767443" y="70130"/>
                  <a:pt x="767443" y="77944"/>
                </a:cubicBezTo>
                <a:cubicBezTo>
                  <a:pt x="767443" y="89212"/>
                  <a:pt x="764586" y="98642"/>
                  <a:pt x="758872" y="106231"/>
                </a:cubicBezTo>
                <a:cubicBezTo>
                  <a:pt x="751970" y="115405"/>
                  <a:pt x="742438" y="119992"/>
                  <a:pt x="730274" y="119992"/>
                </a:cubicBezTo>
                <a:cubicBezTo>
                  <a:pt x="718337" y="119992"/>
                  <a:pt x="709144" y="115801"/>
                  <a:pt x="702695" y="107419"/>
                </a:cubicBezTo>
                <a:cubicBezTo>
                  <a:pt x="696246" y="99038"/>
                  <a:pt x="693021" y="89326"/>
                  <a:pt x="693021" y="78283"/>
                </a:cubicBezTo>
                <a:cubicBezTo>
                  <a:pt x="693021" y="66901"/>
                  <a:pt x="696316" y="56977"/>
                  <a:pt x="702907" y="48511"/>
                </a:cubicBezTo>
                <a:cubicBezTo>
                  <a:pt x="709498" y="40044"/>
                  <a:pt x="718535" y="35811"/>
                  <a:pt x="730020" y="35811"/>
                </a:cubicBezTo>
                <a:moveTo>
                  <a:pt x="730359" y="41751"/>
                </a:moveTo>
                <a:cubicBezTo>
                  <a:pt x="727474" y="41751"/>
                  <a:pt x="724999" y="42842"/>
                  <a:pt x="722934" y="45023"/>
                </a:cubicBezTo>
                <a:cubicBezTo>
                  <a:pt x="720869" y="47203"/>
                  <a:pt x="719511" y="51507"/>
                  <a:pt x="718861" y="57935"/>
                </a:cubicBezTo>
                <a:cubicBezTo>
                  <a:pt x="718210" y="64364"/>
                  <a:pt x="717885" y="73299"/>
                  <a:pt x="717885" y="84740"/>
                </a:cubicBezTo>
                <a:cubicBezTo>
                  <a:pt x="717885" y="90801"/>
                  <a:pt x="718281" y="96465"/>
                  <a:pt x="719073" y="101734"/>
                </a:cubicBezTo>
                <a:cubicBezTo>
                  <a:pt x="719695" y="105754"/>
                  <a:pt x="721025" y="108812"/>
                  <a:pt x="723061" y="110909"/>
                </a:cubicBezTo>
                <a:cubicBezTo>
                  <a:pt x="725098" y="113004"/>
                  <a:pt x="727417" y="114052"/>
                  <a:pt x="730020" y="114052"/>
                </a:cubicBezTo>
                <a:cubicBezTo>
                  <a:pt x="732566" y="114052"/>
                  <a:pt x="734687" y="113344"/>
                  <a:pt x="736384" y="111927"/>
                </a:cubicBezTo>
                <a:cubicBezTo>
                  <a:pt x="738591" y="110002"/>
                  <a:pt x="740061" y="107311"/>
                  <a:pt x="740797" y="103855"/>
                </a:cubicBezTo>
                <a:cubicBezTo>
                  <a:pt x="741928" y="98475"/>
                  <a:pt x="742494" y="87601"/>
                  <a:pt x="742494" y="71232"/>
                </a:cubicBezTo>
                <a:cubicBezTo>
                  <a:pt x="742494" y="61604"/>
                  <a:pt x="741957" y="54992"/>
                  <a:pt x="740882" y="51396"/>
                </a:cubicBezTo>
                <a:cubicBezTo>
                  <a:pt x="739807" y="47798"/>
                  <a:pt x="738223" y="45178"/>
                  <a:pt x="736130" y="43536"/>
                </a:cubicBezTo>
                <a:cubicBezTo>
                  <a:pt x="734659" y="42346"/>
                  <a:pt x="732735" y="41751"/>
                  <a:pt x="730359" y="41751"/>
                </a:cubicBezTo>
                <a:close/>
                <a:moveTo>
                  <a:pt x="812419" y="38187"/>
                </a:moveTo>
                <a:lnTo>
                  <a:pt x="812419" y="56177"/>
                </a:lnTo>
                <a:cubicBezTo>
                  <a:pt x="817680" y="47974"/>
                  <a:pt x="822291" y="42529"/>
                  <a:pt x="826251" y="39842"/>
                </a:cubicBezTo>
                <a:cubicBezTo>
                  <a:pt x="830211" y="37154"/>
                  <a:pt x="834029" y="35811"/>
                  <a:pt x="837707" y="35811"/>
                </a:cubicBezTo>
                <a:cubicBezTo>
                  <a:pt x="840875" y="35811"/>
                  <a:pt x="843406" y="36790"/>
                  <a:pt x="845302" y="38749"/>
                </a:cubicBezTo>
                <a:cubicBezTo>
                  <a:pt x="847197" y="40708"/>
                  <a:pt x="848144" y="43476"/>
                  <a:pt x="848144" y="47052"/>
                </a:cubicBezTo>
                <a:cubicBezTo>
                  <a:pt x="848144" y="50857"/>
                  <a:pt x="847225" y="53810"/>
                  <a:pt x="845387" y="55912"/>
                </a:cubicBezTo>
                <a:cubicBezTo>
                  <a:pt x="843548" y="58012"/>
                  <a:pt x="841327" y="59062"/>
                  <a:pt x="838725" y="59062"/>
                </a:cubicBezTo>
                <a:cubicBezTo>
                  <a:pt x="835727" y="59062"/>
                  <a:pt x="833124" y="58101"/>
                  <a:pt x="830918" y="56177"/>
                </a:cubicBezTo>
                <a:cubicBezTo>
                  <a:pt x="828712" y="54254"/>
                  <a:pt x="827410" y="53179"/>
                  <a:pt x="827014" y="52953"/>
                </a:cubicBezTo>
                <a:cubicBezTo>
                  <a:pt x="826449" y="52613"/>
                  <a:pt x="825798" y="52443"/>
                  <a:pt x="825063" y="52443"/>
                </a:cubicBezTo>
                <a:cubicBezTo>
                  <a:pt x="823422" y="52443"/>
                  <a:pt x="821866" y="53066"/>
                  <a:pt x="820395" y="54310"/>
                </a:cubicBezTo>
                <a:cubicBezTo>
                  <a:pt x="818076" y="56234"/>
                  <a:pt x="816322" y="58978"/>
                  <a:pt x="815134" y="62542"/>
                </a:cubicBezTo>
                <a:cubicBezTo>
                  <a:pt x="813324" y="68029"/>
                  <a:pt x="812419" y="74083"/>
                  <a:pt x="812419" y="80702"/>
                </a:cubicBezTo>
                <a:lnTo>
                  <a:pt x="812419" y="98947"/>
                </a:lnTo>
                <a:lnTo>
                  <a:pt x="812503" y="103699"/>
                </a:lnTo>
                <a:cubicBezTo>
                  <a:pt x="812503" y="106923"/>
                  <a:pt x="812701" y="108988"/>
                  <a:pt x="813097" y="109893"/>
                </a:cubicBezTo>
                <a:cubicBezTo>
                  <a:pt x="813776" y="111421"/>
                  <a:pt x="814780" y="112538"/>
                  <a:pt x="816110" y="113245"/>
                </a:cubicBezTo>
                <a:cubicBezTo>
                  <a:pt x="817439" y="113953"/>
                  <a:pt x="819688" y="114391"/>
                  <a:pt x="822856" y="114561"/>
                </a:cubicBezTo>
                <a:lnTo>
                  <a:pt x="822856" y="117616"/>
                </a:lnTo>
                <a:lnTo>
                  <a:pt x="780002" y="117616"/>
                </a:lnTo>
                <a:lnTo>
                  <a:pt x="780002" y="114561"/>
                </a:lnTo>
                <a:cubicBezTo>
                  <a:pt x="783453" y="114278"/>
                  <a:pt x="785787" y="113330"/>
                  <a:pt x="787003" y="111718"/>
                </a:cubicBezTo>
                <a:cubicBezTo>
                  <a:pt x="788219" y="110106"/>
                  <a:pt x="788827" y="105848"/>
                  <a:pt x="788827" y="98947"/>
                </a:cubicBezTo>
                <a:lnTo>
                  <a:pt x="788827" y="54989"/>
                </a:lnTo>
                <a:cubicBezTo>
                  <a:pt x="788827" y="50435"/>
                  <a:pt x="788601" y="47532"/>
                  <a:pt x="788149" y="46280"/>
                </a:cubicBezTo>
                <a:cubicBezTo>
                  <a:pt x="787583" y="44686"/>
                  <a:pt x="786763" y="43519"/>
                  <a:pt x="785688" y="42780"/>
                </a:cubicBezTo>
                <a:cubicBezTo>
                  <a:pt x="784613" y="42039"/>
                  <a:pt x="782718" y="41526"/>
                  <a:pt x="780002" y="41242"/>
                </a:cubicBezTo>
                <a:lnTo>
                  <a:pt x="780002" y="38187"/>
                </a:lnTo>
                <a:lnTo>
                  <a:pt x="812419" y="381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Open-ended">
            <a:extLst xmlns:a="http://schemas.openxmlformats.org/drawingml/2006/main">
              <a:ext uri="{FF2B5EF4-FFF2-40B4-BE49-F238E27FC236}">
                <a16:creationId xmlns:a16="http://schemas.microsoft.com/office/drawing/2014/main" id="{B893F9C3-613F-4925-914F-31A94923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2" y="6155671"/>
            <a:ext cx="897054" cy="154615"/>
          </a:xfrm>
          <a:custGeom xmlns:a="http://schemas.openxmlformats.org/drawingml/2006/main">
            <a:pathLst>
              <a:path w="897054" h="154615">
                <a:moveTo>
                  <a:pt x="60335" y="679"/>
                </a:moveTo>
                <a:cubicBezTo>
                  <a:pt x="78665" y="0"/>
                  <a:pt x="93558" y="5346"/>
                  <a:pt x="105014" y="16717"/>
                </a:cubicBezTo>
                <a:cubicBezTo>
                  <a:pt x="116470" y="28089"/>
                  <a:pt x="122198" y="42317"/>
                  <a:pt x="122198" y="59402"/>
                </a:cubicBezTo>
                <a:cubicBezTo>
                  <a:pt x="122198" y="73998"/>
                  <a:pt x="117927" y="86840"/>
                  <a:pt x="109384" y="97928"/>
                </a:cubicBezTo>
                <a:cubicBezTo>
                  <a:pt x="98070" y="112637"/>
                  <a:pt x="82088" y="119992"/>
                  <a:pt x="61439" y="119992"/>
                </a:cubicBezTo>
                <a:cubicBezTo>
                  <a:pt x="40733" y="119992"/>
                  <a:pt x="24722" y="112977"/>
                  <a:pt x="13408" y="98947"/>
                </a:cubicBezTo>
                <a:cubicBezTo>
                  <a:pt x="4469" y="87858"/>
                  <a:pt x="0" y="74705"/>
                  <a:pt x="0" y="59487"/>
                </a:cubicBezTo>
                <a:cubicBezTo>
                  <a:pt x="0" y="42402"/>
                  <a:pt x="5813" y="28159"/>
                  <a:pt x="17439" y="16760"/>
                </a:cubicBezTo>
                <a:cubicBezTo>
                  <a:pt x="29064" y="5360"/>
                  <a:pt x="43363" y="0"/>
                  <a:pt x="60335" y="679"/>
                </a:cubicBezTo>
                <a:moveTo>
                  <a:pt x="61354" y="6110"/>
                </a:moveTo>
                <a:cubicBezTo>
                  <a:pt x="50831" y="6110"/>
                  <a:pt x="42826" y="11480"/>
                  <a:pt x="37338" y="22220"/>
                </a:cubicBezTo>
                <a:cubicBezTo>
                  <a:pt x="32869" y="31038"/>
                  <a:pt x="30634" y="43701"/>
                  <a:pt x="30634" y="60208"/>
                </a:cubicBezTo>
                <a:cubicBezTo>
                  <a:pt x="30634" y="79823"/>
                  <a:pt x="34085" y="94323"/>
                  <a:pt x="40987" y="103707"/>
                </a:cubicBezTo>
                <a:cubicBezTo>
                  <a:pt x="45796" y="110264"/>
                  <a:pt x="52528" y="113542"/>
                  <a:pt x="61184" y="113542"/>
                </a:cubicBezTo>
                <a:cubicBezTo>
                  <a:pt x="67011" y="113542"/>
                  <a:pt x="71876" y="112129"/>
                  <a:pt x="75780" y="109302"/>
                </a:cubicBezTo>
                <a:cubicBezTo>
                  <a:pt x="80758" y="105685"/>
                  <a:pt x="84634" y="99906"/>
                  <a:pt x="87406" y="91964"/>
                </a:cubicBezTo>
                <a:cubicBezTo>
                  <a:pt x="90178" y="84021"/>
                  <a:pt x="91564" y="73662"/>
                  <a:pt x="91564" y="60887"/>
                </a:cubicBezTo>
                <a:cubicBezTo>
                  <a:pt x="91564" y="45679"/>
                  <a:pt x="90149" y="34303"/>
                  <a:pt x="87321" y="26757"/>
                </a:cubicBezTo>
                <a:cubicBezTo>
                  <a:pt x="84492" y="19210"/>
                  <a:pt x="80886" y="13883"/>
                  <a:pt x="76501" y="10775"/>
                </a:cubicBezTo>
                <a:cubicBezTo>
                  <a:pt x="72117" y="7665"/>
                  <a:pt x="67068" y="6110"/>
                  <a:pt x="61354" y="6110"/>
                </a:cubicBezTo>
                <a:close/>
                <a:moveTo>
                  <a:pt x="164997" y="109384"/>
                </a:moveTo>
                <a:lnTo>
                  <a:pt x="164997" y="138831"/>
                </a:lnTo>
                <a:cubicBezTo>
                  <a:pt x="164997" y="142959"/>
                  <a:pt x="165322" y="145768"/>
                  <a:pt x="165973" y="147258"/>
                </a:cubicBezTo>
                <a:cubicBezTo>
                  <a:pt x="166623" y="148750"/>
                  <a:pt x="167627" y="149840"/>
                  <a:pt x="168985" y="150528"/>
                </a:cubicBezTo>
                <a:cubicBezTo>
                  <a:pt x="170343" y="151216"/>
                  <a:pt x="173002" y="151560"/>
                  <a:pt x="176962" y="151560"/>
                </a:cubicBezTo>
                <a:lnTo>
                  <a:pt x="176962" y="154615"/>
                </a:lnTo>
                <a:lnTo>
                  <a:pt x="131732" y="154615"/>
                </a:lnTo>
                <a:lnTo>
                  <a:pt x="131732" y="151560"/>
                </a:lnTo>
                <a:cubicBezTo>
                  <a:pt x="135239" y="151445"/>
                  <a:pt x="137842" y="150441"/>
                  <a:pt x="139539" y="148550"/>
                </a:cubicBezTo>
                <a:cubicBezTo>
                  <a:pt x="140670" y="147233"/>
                  <a:pt x="141236" y="143823"/>
                  <a:pt x="141236" y="138321"/>
                </a:cubicBezTo>
                <a:lnTo>
                  <a:pt x="141236" y="54650"/>
                </a:lnTo>
                <a:cubicBezTo>
                  <a:pt x="141236" y="48978"/>
                  <a:pt x="140585" y="45355"/>
                  <a:pt x="139284" y="43780"/>
                </a:cubicBezTo>
                <a:cubicBezTo>
                  <a:pt x="137983" y="42204"/>
                  <a:pt x="135465" y="41302"/>
                  <a:pt x="131732" y="41072"/>
                </a:cubicBezTo>
                <a:lnTo>
                  <a:pt x="131732" y="38017"/>
                </a:lnTo>
                <a:lnTo>
                  <a:pt x="164997" y="38017"/>
                </a:lnTo>
                <a:lnTo>
                  <a:pt x="164997" y="48455"/>
                </a:lnTo>
                <a:cubicBezTo>
                  <a:pt x="167769" y="44382"/>
                  <a:pt x="170597" y="41440"/>
                  <a:pt x="173483" y="39630"/>
                </a:cubicBezTo>
                <a:cubicBezTo>
                  <a:pt x="177612" y="36971"/>
                  <a:pt x="182110" y="35641"/>
                  <a:pt x="186975" y="35641"/>
                </a:cubicBezTo>
                <a:cubicBezTo>
                  <a:pt x="192802" y="35641"/>
                  <a:pt x="198106" y="37482"/>
                  <a:pt x="202887" y="41162"/>
                </a:cubicBezTo>
                <a:cubicBezTo>
                  <a:pt x="207667" y="44843"/>
                  <a:pt x="211302" y="49926"/>
                  <a:pt x="213791" y="56411"/>
                </a:cubicBezTo>
                <a:cubicBezTo>
                  <a:pt x="216280" y="62895"/>
                  <a:pt x="217525" y="69875"/>
                  <a:pt x="217525" y="77350"/>
                </a:cubicBezTo>
                <a:cubicBezTo>
                  <a:pt x="217525" y="85390"/>
                  <a:pt x="216238" y="92738"/>
                  <a:pt x="213664" y="99392"/>
                </a:cubicBezTo>
                <a:cubicBezTo>
                  <a:pt x="211090" y="106046"/>
                  <a:pt x="207356" y="111115"/>
                  <a:pt x="202462" y="114598"/>
                </a:cubicBezTo>
                <a:cubicBezTo>
                  <a:pt x="197569" y="118081"/>
                  <a:pt x="192124" y="119822"/>
                  <a:pt x="186127" y="119822"/>
                </a:cubicBezTo>
                <a:cubicBezTo>
                  <a:pt x="181771" y="119822"/>
                  <a:pt x="177697" y="118860"/>
                  <a:pt x="173907" y="116937"/>
                </a:cubicBezTo>
                <a:cubicBezTo>
                  <a:pt x="171078" y="115466"/>
                  <a:pt x="168108" y="112948"/>
                  <a:pt x="164997" y="109384"/>
                </a:cubicBezTo>
                <a:moveTo>
                  <a:pt x="164997" y="100800"/>
                </a:moveTo>
                <a:cubicBezTo>
                  <a:pt x="169862" y="107711"/>
                  <a:pt x="175067" y="111166"/>
                  <a:pt x="180611" y="111166"/>
                </a:cubicBezTo>
                <a:cubicBezTo>
                  <a:pt x="183666" y="111166"/>
                  <a:pt x="186183" y="109552"/>
                  <a:pt x="188163" y="106324"/>
                </a:cubicBezTo>
                <a:cubicBezTo>
                  <a:pt x="191105" y="101565"/>
                  <a:pt x="192576" y="92501"/>
                  <a:pt x="192576" y="79132"/>
                </a:cubicBezTo>
                <a:cubicBezTo>
                  <a:pt x="192576" y="65423"/>
                  <a:pt x="190964" y="56048"/>
                  <a:pt x="187739" y="51006"/>
                </a:cubicBezTo>
                <a:cubicBezTo>
                  <a:pt x="185589" y="47665"/>
                  <a:pt x="182704" y="45994"/>
                  <a:pt x="179083" y="45994"/>
                </a:cubicBezTo>
                <a:cubicBezTo>
                  <a:pt x="173369" y="45994"/>
                  <a:pt x="168674" y="50129"/>
                  <a:pt x="164997" y="58399"/>
                </a:cubicBezTo>
                <a:lnTo>
                  <a:pt x="164997" y="100800"/>
                </a:lnTo>
                <a:close/>
                <a:moveTo>
                  <a:pt x="298115" y="74846"/>
                </a:moveTo>
                <a:lnTo>
                  <a:pt x="254582" y="74846"/>
                </a:lnTo>
                <a:cubicBezTo>
                  <a:pt x="255091" y="85397"/>
                  <a:pt x="257892" y="93736"/>
                  <a:pt x="262983" y="99861"/>
                </a:cubicBezTo>
                <a:cubicBezTo>
                  <a:pt x="266887" y="104569"/>
                  <a:pt x="271582" y="106923"/>
                  <a:pt x="277070" y="106923"/>
                </a:cubicBezTo>
                <a:cubicBezTo>
                  <a:pt x="280464" y="106923"/>
                  <a:pt x="283548" y="105976"/>
                  <a:pt x="286320" y="104081"/>
                </a:cubicBezTo>
                <a:cubicBezTo>
                  <a:pt x="289092" y="102185"/>
                  <a:pt x="292062" y="98777"/>
                  <a:pt x="295230" y="93855"/>
                </a:cubicBezTo>
                <a:lnTo>
                  <a:pt x="298115" y="95722"/>
                </a:lnTo>
                <a:cubicBezTo>
                  <a:pt x="293816" y="104491"/>
                  <a:pt x="289064" y="110700"/>
                  <a:pt x="283859" y="114349"/>
                </a:cubicBezTo>
                <a:cubicBezTo>
                  <a:pt x="278654" y="117998"/>
                  <a:pt x="272629" y="119822"/>
                  <a:pt x="265784" y="119822"/>
                </a:cubicBezTo>
                <a:cubicBezTo>
                  <a:pt x="254016" y="119822"/>
                  <a:pt x="245106" y="115292"/>
                  <a:pt x="239053" y="106231"/>
                </a:cubicBezTo>
                <a:cubicBezTo>
                  <a:pt x="234187" y="98926"/>
                  <a:pt x="231755" y="89866"/>
                  <a:pt x="231755" y="79050"/>
                </a:cubicBezTo>
                <a:cubicBezTo>
                  <a:pt x="231755" y="65797"/>
                  <a:pt x="235333" y="55250"/>
                  <a:pt x="242490" y="47407"/>
                </a:cubicBezTo>
                <a:cubicBezTo>
                  <a:pt x="249646" y="39563"/>
                  <a:pt x="258033" y="35641"/>
                  <a:pt x="267651" y="35641"/>
                </a:cubicBezTo>
                <a:cubicBezTo>
                  <a:pt x="275684" y="35641"/>
                  <a:pt x="282657" y="38937"/>
                  <a:pt x="288568" y="45527"/>
                </a:cubicBezTo>
                <a:cubicBezTo>
                  <a:pt x="294480" y="52118"/>
                  <a:pt x="297663" y="61891"/>
                  <a:pt x="298115" y="74846"/>
                </a:cubicBezTo>
                <a:moveTo>
                  <a:pt x="277240" y="69246"/>
                </a:moveTo>
                <a:cubicBezTo>
                  <a:pt x="277240" y="60137"/>
                  <a:pt x="276745" y="53886"/>
                  <a:pt x="275755" y="50492"/>
                </a:cubicBezTo>
                <a:cubicBezTo>
                  <a:pt x="274765" y="47097"/>
                  <a:pt x="273223" y="44523"/>
                  <a:pt x="271130" y="42769"/>
                </a:cubicBezTo>
                <a:cubicBezTo>
                  <a:pt x="269942" y="41751"/>
                  <a:pt x="268358" y="41242"/>
                  <a:pt x="266378" y="41242"/>
                </a:cubicBezTo>
                <a:cubicBezTo>
                  <a:pt x="263436" y="41242"/>
                  <a:pt x="261031" y="42684"/>
                  <a:pt x="259165" y="45570"/>
                </a:cubicBezTo>
                <a:cubicBezTo>
                  <a:pt x="255827" y="50605"/>
                  <a:pt x="254158" y="57507"/>
                  <a:pt x="254158" y="66276"/>
                </a:cubicBezTo>
                <a:lnTo>
                  <a:pt x="254158" y="69246"/>
                </a:lnTo>
                <a:lnTo>
                  <a:pt x="277240" y="69246"/>
                </a:lnTo>
                <a:close/>
                <a:moveTo>
                  <a:pt x="340487" y="38017"/>
                </a:moveTo>
                <a:lnTo>
                  <a:pt x="340487" y="48370"/>
                </a:lnTo>
                <a:cubicBezTo>
                  <a:pt x="344560" y="43927"/>
                  <a:pt x="348464" y="40696"/>
                  <a:pt x="352197" y="38675"/>
                </a:cubicBezTo>
                <a:cubicBezTo>
                  <a:pt x="355931" y="36652"/>
                  <a:pt x="359948" y="35641"/>
                  <a:pt x="364248" y="35641"/>
                </a:cubicBezTo>
                <a:cubicBezTo>
                  <a:pt x="369396" y="35641"/>
                  <a:pt x="373667" y="37071"/>
                  <a:pt x="377061" y="39932"/>
                </a:cubicBezTo>
                <a:cubicBezTo>
                  <a:pt x="380456" y="42792"/>
                  <a:pt x="382719" y="46347"/>
                  <a:pt x="383850" y="50595"/>
                </a:cubicBezTo>
                <a:cubicBezTo>
                  <a:pt x="384755" y="53825"/>
                  <a:pt x="385208" y="60029"/>
                  <a:pt x="385208" y="69206"/>
                </a:cubicBezTo>
                <a:lnTo>
                  <a:pt x="385208" y="100135"/>
                </a:lnTo>
                <a:cubicBezTo>
                  <a:pt x="385208" y="106244"/>
                  <a:pt x="385759" y="110049"/>
                  <a:pt x="386863" y="111548"/>
                </a:cubicBezTo>
                <a:cubicBezTo>
                  <a:pt x="387966" y="113047"/>
                  <a:pt x="390271" y="113995"/>
                  <a:pt x="393779" y="114391"/>
                </a:cubicBezTo>
                <a:lnTo>
                  <a:pt x="393779" y="117446"/>
                </a:lnTo>
                <a:lnTo>
                  <a:pt x="353640" y="117446"/>
                </a:lnTo>
                <a:lnTo>
                  <a:pt x="353640" y="114391"/>
                </a:lnTo>
                <a:cubicBezTo>
                  <a:pt x="356638" y="113995"/>
                  <a:pt x="358788" y="112750"/>
                  <a:pt x="360089" y="110657"/>
                </a:cubicBezTo>
                <a:cubicBezTo>
                  <a:pt x="360995" y="109243"/>
                  <a:pt x="361447" y="105735"/>
                  <a:pt x="361447" y="100135"/>
                </a:cubicBezTo>
                <a:lnTo>
                  <a:pt x="361447" y="64833"/>
                </a:lnTo>
                <a:cubicBezTo>
                  <a:pt x="361447" y="58327"/>
                  <a:pt x="361193" y="54225"/>
                  <a:pt x="360683" y="52528"/>
                </a:cubicBezTo>
                <a:cubicBezTo>
                  <a:pt x="360174" y="50831"/>
                  <a:pt x="359312" y="49516"/>
                  <a:pt x="358095" y="48582"/>
                </a:cubicBezTo>
                <a:cubicBezTo>
                  <a:pt x="356879" y="47649"/>
                  <a:pt x="355535" y="47182"/>
                  <a:pt x="354064" y="47182"/>
                </a:cubicBezTo>
                <a:cubicBezTo>
                  <a:pt x="349199" y="47182"/>
                  <a:pt x="344673" y="50690"/>
                  <a:pt x="340487" y="57705"/>
                </a:cubicBezTo>
                <a:lnTo>
                  <a:pt x="340487" y="100135"/>
                </a:lnTo>
                <a:cubicBezTo>
                  <a:pt x="340487" y="106075"/>
                  <a:pt x="341038" y="109837"/>
                  <a:pt x="342142" y="111421"/>
                </a:cubicBezTo>
                <a:cubicBezTo>
                  <a:pt x="343245" y="113005"/>
                  <a:pt x="345295" y="113995"/>
                  <a:pt x="348294" y="114391"/>
                </a:cubicBezTo>
                <a:lnTo>
                  <a:pt x="348294" y="117446"/>
                </a:lnTo>
                <a:lnTo>
                  <a:pt x="308155" y="117446"/>
                </a:lnTo>
                <a:lnTo>
                  <a:pt x="308155" y="114391"/>
                </a:lnTo>
                <a:cubicBezTo>
                  <a:pt x="311493" y="114052"/>
                  <a:pt x="313869" y="112977"/>
                  <a:pt x="315283" y="111166"/>
                </a:cubicBezTo>
                <a:cubicBezTo>
                  <a:pt x="316245" y="109922"/>
                  <a:pt x="316726" y="106244"/>
                  <a:pt x="316726" y="100135"/>
                </a:cubicBezTo>
                <a:lnTo>
                  <a:pt x="316726" y="55329"/>
                </a:lnTo>
                <a:cubicBezTo>
                  <a:pt x="316726" y="49259"/>
                  <a:pt x="316174" y="45480"/>
                  <a:pt x="315071" y="43992"/>
                </a:cubicBezTo>
                <a:cubicBezTo>
                  <a:pt x="313968" y="42503"/>
                  <a:pt x="311663" y="41530"/>
                  <a:pt x="308155" y="41072"/>
                </a:cubicBezTo>
                <a:lnTo>
                  <a:pt x="308155" y="38017"/>
                </a:lnTo>
                <a:lnTo>
                  <a:pt x="340487" y="38017"/>
                </a:lnTo>
                <a:close/>
                <a:moveTo>
                  <a:pt x="452560" y="86218"/>
                </a:moveTo>
                <a:lnTo>
                  <a:pt x="403087" y="86218"/>
                </a:lnTo>
                <a:lnTo>
                  <a:pt x="403087" y="68567"/>
                </a:lnTo>
                <a:lnTo>
                  <a:pt x="452560" y="68567"/>
                </a:lnTo>
                <a:lnTo>
                  <a:pt x="452560" y="86218"/>
                </a:lnTo>
                <a:close/>
                <a:moveTo>
                  <a:pt x="529781" y="74846"/>
                </a:moveTo>
                <a:lnTo>
                  <a:pt x="486248" y="74846"/>
                </a:lnTo>
                <a:cubicBezTo>
                  <a:pt x="486757" y="85397"/>
                  <a:pt x="489558" y="93736"/>
                  <a:pt x="494649" y="99861"/>
                </a:cubicBezTo>
                <a:cubicBezTo>
                  <a:pt x="498553" y="104569"/>
                  <a:pt x="503248" y="106923"/>
                  <a:pt x="508736" y="106923"/>
                </a:cubicBezTo>
                <a:cubicBezTo>
                  <a:pt x="512130" y="106923"/>
                  <a:pt x="515214" y="105976"/>
                  <a:pt x="517986" y="104081"/>
                </a:cubicBezTo>
                <a:cubicBezTo>
                  <a:pt x="520758" y="102185"/>
                  <a:pt x="523728" y="98777"/>
                  <a:pt x="526896" y="93855"/>
                </a:cubicBezTo>
                <a:lnTo>
                  <a:pt x="529781" y="95722"/>
                </a:lnTo>
                <a:cubicBezTo>
                  <a:pt x="525482" y="104491"/>
                  <a:pt x="520729" y="110700"/>
                  <a:pt x="515525" y="114349"/>
                </a:cubicBezTo>
                <a:cubicBezTo>
                  <a:pt x="510320" y="117998"/>
                  <a:pt x="504295" y="119822"/>
                  <a:pt x="497450" y="119822"/>
                </a:cubicBezTo>
                <a:cubicBezTo>
                  <a:pt x="485682" y="119822"/>
                  <a:pt x="476772" y="115292"/>
                  <a:pt x="470719" y="106231"/>
                </a:cubicBezTo>
                <a:cubicBezTo>
                  <a:pt x="465853" y="98926"/>
                  <a:pt x="463421" y="89866"/>
                  <a:pt x="463421" y="79050"/>
                </a:cubicBezTo>
                <a:cubicBezTo>
                  <a:pt x="463421" y="65797"/>
                  <a:pt x="466999" y="55250"/>
                  <a:pt x="474156" y="47407"/>
                </a:cubicBezTo>
                <a:cubicBezTo>
                  <a:pt x="481312" y="39563"/>
                  <a:pt x="489699" y="35641"/>
                  <a:pt x="499316" y="35641"/>
                </a:cubicBezTo>
                <a:cubicBezTo>
                  <a:pt x="507350" y="35641"/>
                  <a:pt x="514323" y="38937"/>
                  <a:pt x="520234" y="45527"/>
                </a:cubicBezTo>
                <a:cubicBezTo>
                  <a:pt x="526146" y="52118"/>
                  <a:pt x="529329" y="61891"/>
                  <a:pt x="529781" y="74846"/>
                </a:cubicBezTo>
                <a:moveTo>
                  <a:pt x="508906" y="69246"/>
                </a:moveTo>
                <a:cubicBezTo>
                  <a:pt x="508906" y="60137"/>
                  <a:pt x="508411" y="53886"/>
                  <a:pt x="507421" y="50492"/>
                </a:cubicBezTo>
                <a:cubicBezTo>
                  <a:pt x="506431" y="47097"/>
                  <a:pt x="504889" y="44523"/>
                  <a:pt x="502796" y="42769"/>
                </a:cubicBezTo>
                <a:cubicBezTo>
                  <a:pt x="501608" y="41751"/>
                  <a:pt x="500024" y="41242"/>
                  <a:pt x="498044" y="41242"/>
                </a:cubicBezTo>
                <a:cubicBezTo>
                  <a:pt x="495102" y="41242"/>
                  <a:pt x="492697" y="42684"/>
                  <a:pt x="490830" y="45570"/>
                </a:cubicBezTo>
                <a:cubicBezTo>
                  <a:pt x="487493" y="50605"/>
                  <a:pt x="485824" y="57507"/>
                  <a:pt x="485824" y="66276"/>
                </a:cubicBezTo>
                <a:lnTo>
                  <a:pt x="485824" y="69246"/>
                </a:lnTo>
                <a:lnTo>
                  <a:pt x="508906" y="69246"/>
                </a:lnTo>
                <a:close/>
                <a:moveTo>
                  <a:pt x="572153" y="38017"/>
                </a:moveTo>
                <a:lnTo>
                  <a:pt x="572153" y="48370"/>
                </a:lnTo>
                <a:cubicBezTo>
                  <a:pt x="576226" y="43927"/>
                  <a:pt x="580129" y="40696"/>
                  <a:pt x="583863" y="38675"/>
                </a:cubicBezTo>
                <a:cubicBezTo>
                  <a:pt x="587597" y="36652"/>
                  <a:pt x="591614" y="35641"/>
                  <a:pt x="595913" y="35641"/>
                </a:cubicBezTo>
                <a:cubicBezTo>
                  <a:pt x="601062" y="35641"/>
                  <a:pt x="605333" y="37071"/>
                  <a:pt x="608727" y="39932"/>
                </a:cubicBezTo>
                <a:cubicBezTo>
                  <a:pt x="612122" y="42792"/>
                  <a:pt x="614385" y="46347"/>
                  <a:pt x="615516" y="50595"/>
                </a:cubicBezTo>
                <a:cubicBezTo>
                  <a:pt x="616421" y="53825"/>
                  <a:pt x="616874" y="60029"/>
                  <a:pt x="616874" y="69206"/>
                </a:cubicBezTo>
                <a:lnTo>
                  <a:pt x="616874" y="100135"/>
                </a:lnTo>
                <a:cubicBezTo>
                  <a:pt x="616874" y="106244"/>
                  <a:pt x="617425" y="110049"/>
                  <a:pt x="618529" y="111548"/>
                </a:cubicBezTo>
                <a:cubicBezTo>
                  <a:pt x="619632" y="113047"/>
                  <a:pt x="621937" y="113995"/>
                  <a:pt x="625445" y="114391"/>
                </a:cubicBezTo>
                <a:lnTo>
                  <a:pt x="625445" y="117446"/>
                </a:lnTo>
                <a:lnTo>
                  <a:pt x="585306" y="117446"/>
                </a:lnTo>
                <a:lnTo>
                  <a:pt x="585306" y="114391"/>
                </a:lnTo>
                <a:cubicBezTo>
                  <a:pt x="588304" y="113995"/>
                  <a:pt x="590454" y="112750"/>
                  <a:pt x="591755" y="110657"/>
                </a:cubicBezTo>
                <a:cubicBezTo>
                  <a:pt x="592660" y="109243"/>
                  <a:pt x="593113" y="105735"/>
                  <a:pt x="593113" y="100135"/>
                </a:cubicBezTo>
                <a:lnTo>
                  <a:pt x="593113" y="64833"/>
                </a:lnTo>
                <a:cubicBezTo>
                  <a:pt x="593113" y="58327"/>
                  <a:pt x="592858" y="54225"/>
                  <a:pt x="592349" y="52528"/>
                </a:cubicBezTo>
                <a:cubicBezTo>
                  <a:pt x="591840" y="50831"/>
                  <a:pt x="590977" y="49516"/>
                  <a:pt x="589761" y="48582"/>
                </a:cubicBezTo>
                <a:cubicBezTo>
                  <a:pt x="588545" y="47649"/>
                  <a:pt x="587201" y="47182"/>
                  <a:pt x="585730" y="47182"/>
                </a:cubicBezTo>
                <a:cubicBezTo>
                  <a:pt x="580865" y="47182"/>
                  <a:pt x="576339" y="50690"/>
                  <a:pt x="572153" y="57705"/>
                </a:cubicBezTo>
                <a:lnTo>
                  <a:pt x="572153" y="100135"/>
                </a:lnTo>
                <a:cubicBezTo>
                  <a:pt x="572153" y="106075"/>
                  <a:pt x="572704" y="109837"/>
                  <a:pt x="573807" y="111421"/>
                </a:cubicBezTo>
                <a:cubicBezTo>
                  <a:pt x="574911" y="113005"/>
                  <a:pt x="576961" y="113995"/>
                  <a:pt x="579960" y="114391"/>
                </a:cubicBezTo>
                <a:lnTo>
                  <a:pt x="579960" y="117446"/>
                </a:lnTo>
                <a:lnTo>
                  <a:pt x="539821" y="117446"/>
                </a:lnTo>
                <a:lnTo>
                  <a:pt x="539821" y="114391"/>
                </a:lnTo>
                <a:cubicBezTo>
                  <a:pt x="543159" y="114052"/>
                  <a:pt x="545535" y="112977"/>
                  <a:pt x="546949" y="111166"/>
                </a:cubicBezTo>
                <a:cubicBezTo>
                  <a:pt x="547911" y="109922"/>
                  <a:pt x="548392" y="106244"/>
                  <a:pt x="548392" y="100135"/>
                </a:cubicBezTo>
                <a:lnTo>
                  <a:pt x="548392" y="55329"/>
                </a:lnTo>
                <a:cubicBezTo>
                  <a:pt x="548392" y="49259"/>
                  <a:pt x="547840" y="45480"/>
                  <a:pt x="546737" y="43992"/>
                </a:cubicBezTo>
                <a:cubicBezTo>
                  <a:pt x="545634" y="42503"/>
                  <a:pt x="543329" y="41530"/>
                  <a:pt x="539821" y="41072"/>
                </a:cubicBezTo>
                <a:lnTo>
                  <a:pt x="539821" y="38017"/>
                </a:lnTo>
                <a:lnTo>
                  <a:pt x="572153" y="38017"/>
                </a:lnTo>
                <a:close/>
                <a:moveTo>
                  <a:pt x="713503" y="2376"/>
                </a:moveTo>
                <a:lnTo>
                  <a:pt x="713503" y="93685"/>
                </a:lnTo>
                <a:cubicBezTo>
                  <a:pt x="713503" y="99790"/>
                  <a:pt x="713672" y="103402"/>
                  <a:pt x="714012" y="104521"/>
                </a:cubicBezTo>
                <a:cubicBezTo>
                  <a:pt x="714464" y="106370"/>
                  <a:pt x="715327" y="107743"/>
                  <a:pt x="716600" y="108639"/>
                </a:cubicBezTo>
                <a:cubicBezTo>
                  <a:pt x="717873" y="109534"/>
                  <a:pt x="720093" y="110093"/>
                  <a:pt x="723262" y="110318"/>
                </a:cubicBezTo>
                <a:lnTo>
                  <a:pt x="723262" y="113373"/>
                </a:lnTo>
                <a:lnTo>
                  <a:pt x="689742" y="119822"/>
                </a:lnTo>
                <a:lnTo>
                  <a:pt x="689742" y="107263"/>
                </a:lnTo>
                <a:cubicBezTo>
                  <a:pt x="685725" y="112128"/>
                  <a:pt x="682147" y="115438"/>
                  <a:pt x="679007" y="117191"/>
                </a:cubicBezTo>
                <a:cubicBezTo>
                  <a:pt x="675867" y="118945"/>
                  <a:pt x="672317" y="119822"/>
                  <a:pt x="668357" y="119822"/>
                </a:cubicBezTo>
                <a:cubicBezTo>
                  <a:pt x="658231" y="119822"/>
                  <a:pt x="650226" y="115292"/>
                  <a:pt x="644342" y="106231"/>
                </a:cubicBezTo>
                <a:cubicBezTo>
                  <a:pt x="639590" y="98870"/>
                  <a:pt x="637214" y="89837"/>
                  <a:pt x="637214" y="79134"/>
                </a:cubicBezTo>
                <a:cubicBezTo>
                  <a:pt x="637214" y="70583"/>
                  <a:pt x="638685" y="62924"/>
                  <a:pt x="641626" y="56156"/>
                </a:cubicBezTo>
                <a:cubicBezTo>
                  <a:pt x="644568" y="49388"/>
                  <a:pt x="648599" y="44277"/>
                  <a:pt x="653719" y="40823"/>
                </a:cubicBezTo>
                <a:cubicBezTo>
                  <a:pt x="658839" y="37368"/>
                  <a:pt x="664341" y="35641"/>
                  <a:pt x="670224" y="35641"/>
                </a:cubicBezTo>
                <a:cubicBezTo>
                  <a:pt x="674015" y="35641"/>
                  <a:pt x="677381" y="36383"/>
                  <a:pt x="680322" y="37866"/>
                </a:cubicBezTo>
                <a:cubicBezTo>
                  <a:pt x="683264" y="39349"/>
                  <a:pt x="686404" y="41945"/>
                  <a:pt x="689742" y="45655"/>
                </a:cubicBezTo>
                <a:lnTo>
                  <a:pt x="689742" y="21724"/>
                </a:lnTo>
                <a:cubicBezTo>
                  <a:pt x="689742" y="15671"/>
                  <a:pt x="689487" y="12022"/>
                  <a:pt x="688978" y="10777"/>
                </a:cubicBezTo>
                <a:cubicBezTo>
                  <a:pt x="688299" y="9137"/>
                  <a:pt x="687281" y="7920"/>
                  <a:pt x="685923" y="7128"/>
                </a:cubicBezTo>
                <a:cubicBezTo>
                  <a:pt x="684565" y="6336"/>
                  <a:pt x="682020" y="5940"/>
                  <a:pt x="678286" y="5940"/>
                </a:cubicBezTo>
                <a:lnTo>
                  <a:pt x="678286" y="2376"/>
                </a:lnTo>
                <a:lnTo>
                  <a:pt x="713503" y="2376"/>
                </a:lnTo>
                <a:moveTo>
                  <a:pt x="689742" y="56007"/>
                </a:moveTo>
                <a:cubicBezTo>
                  <a:pt x="685556" y="48087"/>
                  <a:pt x="680436" y="44127"/>
                  <a:pt x="674382" y="44127"/>
                </a:cubicBezTo>
                <a:cubicBezTo>
                  <a:pt x="672289" y="44127"/>
                  <a:pt x="670564" y="44693"/>
                  <a:pt x="669206" y="45824"/>
                </a:cubicBezTo>
                <a:cubicBezTo>
                  <a:pt x="667113" y="47578"/>
                  <a:pt x="665401" y="50661"/>
                  <a:pt x="664072" y="55074"/>
                </a:cubicBezTo>
                <a:cubicBezTo>
                  <a:pt x="662742" y="59487"/>
                  <a:pt x="662078" y="66247"/>
                  <a:pt x="662078" y="75356"/>
                </a:cubicBezTo>
                <a:cubicBezTo>
                  <a:pt x="662078" y="85369"/>
                  <a:pt x="662813" y="92780"/>
                  <a:pt x="664284" y="97589"/>
                </a:cubicBezTo>
                <a:cubicBezTo>
                  <a:pt x="665755" y="102398"/>
                  <a:pt x="667763" y="105877"/>
                  <a:pt x="670309" y="108027"/>
                </a:cubicBezTo>
                <a:cubicBezTo>
                  <a:pt x="671610" y="109101"/>
                  <a:pt x="673392" y="109639"/>
                  <a:pt x="675655" y="109639"/>
                </a:cubicBezTo>
                <a:cubicBezTo>
                  <a:pt x="680634" y="109639"/>
                  <a:pt x="685329" y="105723"/>
                  <a:pt x="689742" y="97891"/>
                </a:cubicBezTo>
                <a:lnTo>
                  <a:pt x="689742" y="56007"/>
                </a:lnTo>
                <a:close/>
                <a:moveTo>
                  <a:pt x="800203" y="74846"/>
                </a:moveTo>
                <a:lnTo>
                  <a:pt x="756670" y="74846"/>
                </a:lnTo>
                <a:cubicBezTo>
                  <a:pt x="757179" y="85397"/>
                  <a:pt x="759979" y="93736"/>
                  <a:pt x="765071" y="99861"/>
                </a:cubicBezTo>
                <a:cubicBezTo>
                  <a:pt x="768975" y="104569"/>
                  <a:pt x="773670" y="106923"/>
                  <a:pt x="779158" y="106923"/>
                </a:cubicBezTo>
                <a:cubicBezTo>
                  <a:pt x="782552" y="106923"/>
                  <a:pt x="785635" y="105976"/>
                  <a:pt x="788407" y="104081"/>
                </a:cubicBezTo>
                <a:cubicBezTo>
                  <a:pt x="791180" y="102185"/>
                  <a:pt x="794150" y="98777"/>
                  <a:pt x="797318" y="93855"/>
                </a:cubicBezTo>
                <a:lnTo>
                  <a:pt x="800203" y="95722"/>
                </a:lnTo>
                <a:cubicBezTo>
                  <a:pt x="795903" y="104491"/>
                  <a:pt x="791151" y="110700"/>
                  <a:pt x="785946" y="114349"/>
                </a:cubicBezTo>
                <a:cubicBezTo>
                  <a:pt x="780742" y="117998"/>
                  <a:pt x="774717" y="119822"/>
                  <a:pt x="767871" y="119822"/>
                </a:cubicBezTo>
                <a:cubicBezTo>
                  <a:pt x="756104" y="119822"/>
                  <a:pt x="747194" y="115292"/>
                  <a:pt x="741141" y="106231"/>
                </a:cubicBezTo>
                <a:cubicBezTo>
                  <a:pt x="736275" y="98926"/>
                  <a:pt x="733843" y="89866"/>
                  <a:pt x="733843" y="79050"/>
                </a:cubicBezTo>
                <a:cubicBezTo>
                  <a:pt x="733843" y="65797"/>
                  <a:pt x="737421" y="55250"/>
                  <a:pt x="744577" y="47407"/>
                </a:cubicBezTo>
                <a:cubicBezTo>
                  <a:pt x="751734" y="39563"/>
                  <a:pt x="760121" y="35641"/>
                  <a:pt x="769738" y="35641"/>
                </a:cubicBezTo>
                <a:cubicBezTo>
                  <a:pt x="777772" y="35641"/>
                  <a:pt x="784744" y="38937"/>
                  <a:pt x="790656" y="45527"/>
                </a:cubicBezTo>
                <a:cubicBezTo>
                  <a:pt x="796568" y="52118"/>
                  <a:pt x="799750" y="61891"/>
                  <a:pt x="800203" y="74846"/>
                </a:cubicBezTo>
                <a:moveTo>
                  <a:pt x="779327" y="69246"/>
                </a:moveTo>
                <a:cubicBezTo>
                  <a:pt x="779327" y="60137"/>
                  <a:pt x="778832" y="53886"/>
                  <a:pt x="777842" y="50492"/>
                </a:cubicBezTo>
                <a:cubicBezTo>
                  <a:pt x="776852" y="47097"/>
                  <a:pt x="775311" y="44523"/>
                  <a:pt x="773218" y="42769"/>
                </a:cubicBezTo>
                <a:cubicBezTo>
                  <a:pt x="772029" y="41751"/>
                  <a:pt x="770445" y="41242"/>
                  <a:pt x="768465" y="41242"/>
                </a:cubicBezTo>
                <a:cubicBezTo>
                  <a:pt x="765524" y="41242"/>
                  <a:pt x="763119" y="42684"/>
                  <a:pt x="761252" y="45570"/>
                </a:cubicBezTo>
                <a:cubicBezTo>
                  <a:pt x="757914" y="50605"/>
                  <a:pt x="756246" y="57507"/>
                  <a:pt x="756246" y="66276"/>
                </a:cubicBezTo>
                <a:lnTo>
                  <a:pt x="756246" y="69246"/>
                </a:lnTo>
                <a:lnTo>
                  <a:pt x="779327" y="69246"/>
                </a:lnTo>
                <a:close/>
                <a:moveTo>
                  <a:pt x="887296" y="2376"/>
                </a:moveTo>
                <a:lnTo>
                  <a:pt x="887296" y="93685"/>
                </a:lnTo>
                <a:cubicBezTo>
                  <a:pt x="887296" y="99790"/>
                  <a:pt x="887465" y="103402"/>
                  <a:pt x="887805" y="104521"/>
                </a:cubicBezTo>
                <a:cubicBezTo>
                  <a:pt x="888257" y="106370"/>
                  <a:pt x="889120" y="107743"/>
                  <a:pt x="890393" y="108639"/>
                </a:cubicBezTo>
                <a:cubicBezTo>
                  <a:pt x="891666" y="109534"/>
                  <a:pt x="893886" y="110093"/>
                  <a:pt x="897054" y="110318"/>
                </a:cubicBezTo>
                <a:lnTo>
                  <a:pt x="897054" y="113373"/>
                </a:lnTo>
                <a:lnTo>
                  <a:pt x="863535" y="119822"/>
                </a:lnTo>
                <a:lnTo>
                  <a:pt x="863535" y="107263"/>
                </a:lnTo>
                <a:cubicBezTo>
                  <a:pt x="859518" y="112128"/>
                  <a:pt x="855940" y="115438"/>
                  <a:pt x="852800" y="117191"/>
                </a:cubicBezTo>
                <a:cubicBezTo>
                  <a:pt x="849660" y="118945"/>
                  <a:pt x="846110" y="119822"/>
                  <a:pt x="842150" y="119822"/>
                </a:cubicBezTo>
                <a:cubicBezTo>
                  <a:pt x="832024" y="119822"/>
                  <a:pt x="824018" y="115292"/>
                  <a:pt x="818135" y="106231"/>
                </a:cubicBezTo>
                <a:cubicBezTo>
                  <a:pt x="813383" y="98870"/>
                  <a:pt x="811007" y="89837"/>
                  <a:pt x="811007" y="79134"/>
                </a:cubicBezTo>
                <a:cubicBezTo>
                  <a:pt x="811007" y="70583"/>
                  <a:pt x="812478" y="62924"/>
                  <a:pt x="815419" y="56156"/>
                </a:cubicBezTo>
                <a:cubicBezTo>
                  <a:pt x="818361" y="49388"/>
                  <a:pt x="822392" y="44277"/>
                  <a:pt x="827512" y="40823"/>
                </a:cubicBezTo>
                <a:cubicBezTo>
                  <a:pt x="832632" y="37368"/>
                  <a:pt x="838133" y="35641"/>
                  <a:pt x="844017" y="35641"/>
                </a:cubicBezTo>
                <a:cubicBezTo>
                  <a:pt x="847807" y="35641"/>
                  <a:pt x="851174" y="36383"/>
                  <a:pt x="854115" y="37866"/>
                </a:cubicBezTo>
                <a:cubicBezTo>
                  <a:pt x="857057" y="39349"/>
                  <a:pt x="860197" y="41945"/>
                  <a:pt x="863535" y="45655"/>
                </a:cubicBezTo>
                <a:lnTo>
                  <a:pt x="863535" y="21724"/>
                </a:lnTo>
                <a:cubicBezTo>
                  <a:pt x="863535" y="15671"/>
                  <a:pt x="863280" y="12022"/>
                  <a:pt x="862771" y="10777"/>
                </a:cubicBezTo>
                <a:cubicBezTo>
                  <a:pt x="862092" y="9137"/>
                  <a:pt x="861074" y="7920"/>
                  <a:pt x="859716" y="7128"/>
                </a:cubicBezTo>
                <a:cubicBezTo>
                  <a:pt x="858358" y="6336"/>
                  <a:pt x="855813" y="5940"/>
                  <a:pt x="852079" y="5940"/>
                </a:cubicBezTo>
                <a:lnTo>
                  <a:pt x="852079" y="2376"/>
                </a:lnTo>
                <a:lnTo>
                  <a:pt x="887296" y="2376"/>
                </a:lnTo>
                <a:moveTo>
                  <a:pt x="863535" y="56007"/>
                </a:moveTo>
                <a:cubicBezTo>
                  <a:pt x="859348" y="48087"/>
                  <a:pt x="854229" y="44127"/>
                  <a:pt x="848175" y="44127"/>
                </a:cubicBezTo>
                <a:cubicBezTo>
                  <a:pt x="846082" y="44127"/>
                  <a:pt x="844357" y="44693"/>
                  <a:pt x="842999" y="45824"/>
                </a:cubicBezTo>
                <a:cubicBezTo>
                  <a:pt x="840906" y="47578"/>
                  <a:pt x="839194" y="50661"/>
                  <a:pt x="837865" y="55074"/>
                </a:cubicBezTo>
                <a:cubicBezTo>
                  <a:pt x="836535" y="59487"/>
                  <a:pt x="835871" y="66247"/>
                  <a:pt x="835871" y="75356"/>
                </a:cubicBezTo>
                <a:cubicBezTo>
                  <a:pt x="835871" y="85369"/>
                  <a:pt x="836606" y="92780"/>
                  <a:pt x="838077" y="97589"/>
                </a:cubicBezTo>
                <a:cubicBezTo>
                  <a:pt x="839548" y="102398"/>
                  <a:pt x="841556" y="105877"/>
                  <a:pt x="844102" y="108027"/>
                </a:cubicBezTo>
                <a:cubicBezTo>
                  <a:pt x="845403" y="109101"/>
                  <a:pt x="847185" y="109639"/>
                  <a:pt x="849448" y="109639"/>
                </a:cubicBezTo>
                <a:cubicBezTo>
                  <a:pt x="854427" y="109639"/>
                  <a:pt x="859122" y="105723"/>
                  <a:pt x="863535" y="97891"/>
                </a:cubicBezTo>
                <a:lnTo>
                  <a:pt x="863535" y="560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492EC-CDC7-4A26-8600-EAD03F01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7001711"/>
            <a:ext cx="182215" cy="360954"/>
          </a:xfrm>
          <a:custGeom xmlns:a="http://schemas.openxmlformats.org/drawingml/2006/main">
            <a:pathLst>
              <a:path w="182215" h="360954" fill="none">
                <a:moveTo>
                  <a:pt x="0" y="360954"/>
                </a:moveTo>
                <a:cubicBezTo>
                  <a:pt x="89125" y="360954"/>
                  <a:pt x="133687" y="300795"/>
                  <a:pt x="133687" y="180477"/>
                </a:cubicBezTo>
                <a:cubicBezTo>
                  <a:pt x="133687" y="60159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393C0D-CD5E-4176-9F2D-2728359B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6954920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5DC3C-0DCE-49A2-B52C-80BFFEF1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6954920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4D16D-CF51-4AFE-A83C-8F931511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7362665"/>
            <a:ext cx="182215" cy="362024"/>
          </a:xfrm>
          <a:custGeom xmlns:a="http://schemas.openxmlformats.org/drawingml/2006/main">
            <a:pathLst>
              <a:path w="182215" h="362024" fill="none">
                <a:moveTo>
                  <a:pt x="0" y="0"/>
                </a:moveTo>
                <a:cubicBezTo>
                  <a:pt x="89125" y="0"/>
                  <a:pt x="133687" y="60337"/>
                  <a:pt x="133687" y="181012"/>
                </a:cubicBezTo>
                <a:cubicBezTo>
                  <a:pt x="133687" y="301687"/>
                  <a:pt x="149863" y="362024"/>
                  <a:pt x="182215" y="362024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27FF0-BF01-48C4-80F7-C454011E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7677899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E5EC9A-311E-46AD-B36A-CE84E18E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7677899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2799A-9B1C-4224-80D8-185518DA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7362665"/>
            <a:ext cx="182215" cy="10"/>
          </a:xfrm>
          <a:custGeom xmlns:a="http://schemas.openxmlformats.org/drawingml/2006/main">
            <a:pathLst>
              <a:path w="182215" h="1" fill="none">
                <a:moveTo>
                  <a:pt x="0" y="0"/>
                </a:moveTo>
                <a:cubicBezTo>
                  <a:pt x="89125" y="0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31D555-D982-4856-9B41-B5775C49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7315875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EAA9B-D856-4E5F-8F40-B57B3957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7315875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65E893-5361-4A18-88D2-4449B925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6868024"/>
            <a:ext cx="1804772" cy="989283"/>
          </a:xfrm>
          <a:custGeom xmlns:a="http://schemas.openxmlformats.org/drawingml/2006/main">
            <a:pathLst>
              <a:path w="1804772" h="989283">
                <a:moveTo>
                  <a:pt x="19786" y="0"/>
                </a:moveTo>
                <a:lnTo>
                  <a:pt x="1784987" y="0"/>
                </a:lnTo>
                <a:cubicBezTo>
                  <a:pt x="1790450" y="0"/>
                  <a:pt x="1795114" y="1932"/>
                  <a:pt x="1798977" y="5794"/>
                </a:cubicBezTo>
                <a:cubicBezTo>
                  <a:pt x="1802840" y="9658"/>
                  <a:pt x="1804772" y="14322"/>
                  <a:pt x="1804772" y="19786"/>
                </a:cubicBezTo>
                <a:lnTo>
                  <a:pt x="1804772" y="969497"/>
                </a:lnTo>
                <a:cubicBezTo>
                  <a:pt x="1804772" y="974960"/>
                  <a:pt x="1802840" y="979624"/>
                  <a:pt x="1798977" y="983487"/>
                </a:cubicBezTo>
                <a:cubicBezTo>
                  <a:pt x="1795114" y="987351"/>
                  <a:pt x="1790450" y="989283"/>
                  <a:pt x="1784987" y="989283"/>
                </a:cubicBezTo>
                <a:lnTo>
                  <a:pt x="19786" y="989283"/>
                </a:lnTo>
                <a:cubicBezTo>
                  <a:pt x="14322" y="989283"/>
                  <a:pt x="9658" y="987351"/>
                  <a:pt x="5795" y="983487"/>
                </a:cubicBezTo>
                <a:cubicBezTo>
                  <a:pt x="1932" y="979624"/>
                  <a:pt x="0" y="974960"/>
                  <a:pt x="0" y="969497"/>
                </a:cubicBezTo>
                <a:lnTo>
                  <a:pt x="0" y="19786"/>
                </a:lnTo>
                <a:cubicBezTo>
                  <a:pt x="0" y="14322"/>
                  <a:pt x="1932" y="9658"/>
                  <a:pt x="5795" y="5794"/>
                </a:cubicBezTo>
                <a:cubicBezTo>
                  <a:pt x="9658" y="1932"/>
                  <a:pt x="14322" y="0"/>
                  <a:pt x="19786" y="0"/>
                </a:cubicBezTo>
                <a:close/>
              </a:path>
            </a:pathLst>
          </a:custGeom>
          <a:solidFill xmlns:a="http://schemas.openxmlformats.org/drawingml/2006/main">
            <a:srgbClr val="B8F5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04B72-4D9A-4985-9898-6E710DEF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6868024"/>
            <a:ext cx="1804772" cy="989283"/>
          </a:xfrm>
          <a:custGeom xmlns:a="http://schemas.openxmlformats.org/drawingml/2006/main">
            <a:pathLst>
              <a:path w="1804772" h="989283" fill="none">
                <a:moveTo>
                  <a:pt x="19786" y="0"/>
                </a:moveTo>
                <a:lnTo>
                  <a:pt x="1784987" y="0"/>
                </a:lnTo>
                <a:cubicBezTo>
                  <a:pt x="1790450" y="0"/>
                  <a:pt x="1795114" y="1932"/>
                  <a:pt x="1798977" y="5794"/>
                </a:cubicBezTo>
                <a:cubicBezTo>
                  <a:pt x="1802840" y="9658"/>
                  <a:pt x="1804772" y="14322"/>
                  <a:pt x="1804772" y="19786"/>
                </a:cubicBezTo>
                <a:lnTo>
                  <a:pt x="1804772" y="969497"/>
                </a:lnTo>
                <a:cubicBezTo>
                  <a:pt x="1804772" y="974960"/>
                  <a:pt x="1802840" y="979624"/>
                  <a:pt x="1798977" y="983487"/>
                </a:cubicBezTo>
                <a:cubicBezTo>
                  <a:pt x="1795114" y="987351"/>
                  <a:pt x="1790450" y="989283"/>
                  <a:pt x="1784987" y="989283"/>
                </a:cubicBezTo>
                <a:lnTo>
                  <a:pt x="19786" y="989283"/>
                </a:lnTo>
                <a:cubicBezTo>
                  <a:pt x="14322" y="989283"/>
                  <a:pt x="9658" y="987351"/>
                  <a:pt x="5795" y="983487"/>
                </a:cubicBezTo>
                <a:cubicBezTo>
                  <a:pt x="1932" y="979624"/>
                  <a:pt x="0" y="974960"/>
                  <a:pt x="0" y="969497"/>
                </a:cubicBezTo>
                <a:lnTo>
                  <a:pt x="0" y="19786"/>
                </a:lnTo>
                <a:cubicBezTo>
                  <a:pt x="0" y="14322"/>
                  <a:pt x="1932" y="9658"/>
                  <a:pt x="5795" y="5794"/>
                </a:cubicBezTo>
                <a:cubicBezTo>
                  <a:pt x="9658" y="1932"/>
                  <a:pt x="14322" y="0"/>
                  <a:pt x="1978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47" name="Text Queriesaboutperf">
            <a:extLst xmlns:a="http://schemas.openxmlformats.org/drawingml/2006/main">
              <a:ext uri="{FF2B5EF4-FFF2-40B4-BE49-F238E27FC236}">
                <a16:creationId xmlns:a16="http://schemas.microsoft.com/office/drawing/2014/main" id="{61B01846-0868-4771-B4A1-5AF857CF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7159" y="6981305"/>
            <a:ext cx="1304910" cy="157839"/>
          </a:xfrm>
          <a:custGeom xmlns:a="http://schemas.openxmlformats.org/drawingml/2006/main">
            <a:pathLst>
              <a:path w="1304910" h="157839">
                <a:moveTo>
                  <a:pt x="70434" y="122028"/>
                </a:moveTo>
                <a:cubicBezTo>
                  <a:pt x="76204" y="131957"/>
                  <a:pt x="82441" y="139262"/>
                  <a:pt x="89145" y="143943"/>
                </a:cubicBezTo>
                <a:cubicBezTo>
                  <a:pt x="95849" y="148627"/>
                  <a:pt x="103472" y="151307"/>
                  <a:pt x="112015" y="151984"/>
                </a:cubicBezTo>
                <a:lnTo>
                  <a:pt x="112015" y="154784"/>
                </a:lnTo>
                <a:cubicBezTo>
                  <a:pt x="104208" y="154501"/>
                  <a:pt x="95863" y="152932"/>
                  <a:pt x="86981" y="150075"/>
                </a:cubicBezTo>
                <a:cubicBezTo>
                  <a:pt x="78099" y="147218"/>
                  <a:pt x="69684" y="143258"/>
                  <a:pt x="61736" y="138194"/>
                </a:cubicBezTo>
                <a:cubicBezTo>
                  <a:pt x="53787" y="133131"/>
                  <a:pt x="46927" y="127742"/>
                  <a:pt x="41157" y="122028"/>
                </a:cubicBezTo>
                <a:cubicBezTo>
                  <a:pt x="33010" y="118747"/>
                  <a:pt x="26561" y="115268"/>
                  <a:pt x="21809" y="111591"/>
                </a:cubicBezTo>
                <a:cubicBezTo>
                  <a:pt x="14907" y="106103"/>
                  <a:pt x="9547" y="99357"/>
                  <a:pt x="5728" y="91352"/>
                </a:cubicBezTo>
                <a:cubicBezTo>
                  <a:pt x="1909" y="83346"/>
                  <a:pt x="0" y="73885"/>
                  <a:pt x="0" y="62966"/>
                </a:cubicBezTo>
                <a:cubicBezTo>
                  <a:pt x="0" y="45768"/>
                  <a:pt x="5572" y="31483"/>
                  <a:pt x="16717" y="20112"/>
                </a:cubicBezTo>
                <a:cubicBezTo>
                  <a:pt x="27862" y="8741"/>
                  <a:pt x="41355" y="3055"/>
                  <a:pt x="57196" y="3055"/>
                </a:cubicBezTo>
                <a:cubicBezTo>
                  <a:pt x="72244" y="3055"/>
                  <a:pt x="85270" y="8755"/>
                  <a:pt x="96273" y="20154"/>
                </a:cubicBezTo>
                <a:cubicBezTo>
                  <a:pt x="107277" y="31554"/>
                  <a:pt x="112779" y="45937"/>
                  <a:pt x="112779" y="63305"/>
                </a:cubicBezTo>
                <a:cubicBezTo>
                  <a:pt x="112779" y="77392"/>
                  <a:pt x="108861" y="89753"/>
                  <a:pt x="101026" y="100389"/>
                </a:cubicBezTo>
                <a:cubicBezTo>
                  <a:pt x="93190" y="111025"/>
                  <a:pt x="82993" y="118238"/>
                  <a:pt x="70434" y="122028"/>
                </a:cubicBezTo>
                <a:moveTo>
                  <a:pt x="56177" y="9589"/>
                </a:moveTo>
                <a:cubicBezTo>
                  <a:pt x="45881" y="9589"/>
                  <a:pt x="37593" y="13266"/>
                  <a:pt x="31313" y="20621"/>
                </a:cubicBezTo>
                <a:cubicBezTo>
                  <a:pt x="23393" y="29842"/>
                  <a:pt x="19433" y="43957"/>
                  <a:pt x="19433" y="62966"/>
                </a:cubicBezTo>
                <a:cubicBezTo>
                  <a:pt x="19433" y="81579"/>
                  <a:pt x="23450" y="95920"/>
                  <a:pt x="31483" y="105990"/>
                </a:cubicBezTo>
                <a:cubicBezTo>
                  <a:pt x="37706" y="113740"/>
                  <a:pt x="45937" y="117616"/>
                  <a:pt x="56177" y="117616"/>
                </a:cubicBezTo>
                <a:cubicBezTo>
                  <a:pt x="66813" y="117616"/>
                  <a:pt x="75384" y="113740"/>
                  <a:pt x="81890" y="105990"/>
                </a:cubicBezTo>
                <a:cubicBezTo>
                  <a:pt x="89527" y="96825"/>
                  <a:pt x="93346" y="83304"/>
                  <a:pt x="93346" y="65427"/>
                </a:cubicBezTo>
                <a:cubicBezTo>
                  <a:pt x="93346" y="51680"/>
                  <a:pt x="91253" y="40110"/>
                  <a:pt x="87066" y="30719"/>
                </a:cubicBezTo>
                <a:cubicBezTo>
                  <a:pt x="83841" y="23478"/>
                  <a:pt x="79556" y="18146"/>
                  <a:pt x="74210" y="14723"/>
                </a:cubicBezTo>
                <a:cubicBezTo>
                  <a:pt x="68864" y="11300"/>
                  <a:pt x="62853" y="9589"/>
                  <a:pt x="56177" y="9589"/>
                </a:cubicBezTo>
                <a:close/>
                <a:moveTo>
                  <a:pt x="192942" y="42939"/>
                </a:moveTo>
                <a:lnTo>
                  <a:pt x="192942" y="90036"/>
                </a:lnTo>
                <a:cubicBezTo>
                  <a:pt x="192942" y="99031"/>
                  <a:pt x="193155" y="104533"/>
                  <a:pt x="193579" y="106541"/>
                </a:cubicBezTo>
                <a:cubicBezTo>
                  <a:pt x="194003" y="108550"/>
                  <a:pt x="194682" y="109950"/>
                  <a:pt x="195615" y="110742"/>
                </a:cubicBezTo>
                <a:cubicBezTo>
                  <a:pt x="196549" y="111534"/>
                  <a:pt x="197638" y="111930"/>
                  <a:pt x="198883" y="111930"/>
                </a:cubicBezTo>
                <a:cubicBezTo>
                  <a:pt x="200636" y="111930"/>
                  <a:pt x="202616" y="111449"/>
                  <a:pt x="204823" y="110487"/>
                </a:cubicBezTo>
                <a:lnTo>
                  <a:pt x="206011" y="113458"/>
                </a:lnTo>
                <a:lnTo>
                  <a:pt x="182759" y="123047"/>
                </a:lnTo>
                <a:lnTo>
                  <a:pt x="178941" y="123047"/>
                </a:lnTo>
                <a:lnTo>
                  <a:pt x="178941" y="106584"/>
                </a:lnTo>
                <a:cubicBezTo>
                  <a:pt x="172265" y="113825"/>
                  <a:pt x="167173" y="118379"/>
                  <a:pt x="163666" y="120246"/>
                </a:cubicBezTo>
                <a:cubicBezTo>
                  <a:pt x="160158" y="122113"/>
                  <a:pt x="156453" y="123047"/>
                  <a:pt x="152549" y="123047"/>
                </a:cubicBezTo>
                <a:cubicBezTo>
                  <a:pt x="148193" y="123047"/>
                  <a:pt x="144417" y="121788"/>
                  <a:pt x="141220" y="119270"/>
                </a:cubicBezTo>
                <a:cubicBezTo>
                  <a:pt x="138024" y="116753"/>
                  <a:pt x="135803" y="113514"/>
                  <a:pt x="134559" y="109554"/>
                </a:cubicBezTo>
                <a:cubicBezTo>
                  <a:pt x="133314" y="105594"/>
                  <a:pt x="132692" y="99993"/>
                  <a:pt x="132692" y="92752"/>
                </a:cubicBezTo>
                <a:lnTo>
                  <a:pt x="132692" y="58044"/>
                </a:lnTo>
                <a:cubicBezTo>
                  <a:pt x="132692" y="54367"/>
                  <a:pt x="132296" y="51821"/>
                  <a:pt x="131504" y="50407"/>
                </a:cubicBezTo>
                <a:cubicBezTo>
                  <a:pt x="130712" y="48992"/>
                  <a:pt x="129538" y="47903"/>
                  <a:pt x="127982" y="47140"/>
                </a:cubicBezTo>
                <a:cubicBezTo>
                  <a:pt x="126426" y="46376"/>
                  <a:pt x="123612" y="46022"/>
                  <a:pt x="119539" y="46079"/>
                </a:cubicBezTo>
                <a:lnTo>
                  <a:pt x="119539" y="42939"/>
                </a:lnTo>
                <a:lnTo>
                  <a:pt x="146779" y="42939"/>
                </a:lnTo>
                <a:lnTo>
                  <a:pt x="146779" y="94831"/>
                </a:lnTo>
                <a:cubicBezTo>
                  <a:pt x="146779" y="102055"/>
                  <a:pt x="148037" y="106795"/>
                  <a:pt x="150555" y="109053"/>
                </a:cubicBezTo>
                <a:cubicBezTo>
                  <a:pt x="153072" y="111310"/>
                  <a:pt x="156113" y="112439"/>
                  <a:pt x="159677" y="112439"/>
                </a:cubicBezTo>
                <a:cubicBezTo>
                  <a:pt x="162110" y="112439"/>
                  <a:pt x="164868" y="111677"/>
                  <a:pt x="167951" y="110153"/>
                </a:cubicBezTo>
                <a:cubicBezTo>
                  <a:pt x="171034" y="108629"/>
                  <a:pt x="174698" y="105724"/>
                  <a:pt x="178941" y="101437"/>
                </a:cubicBezTo>
                <a:lnTo>
                  <a:pt x="178941" y="57506"/>
                </a:lnTo>
                <a:cubicBezTo>
                  <a:pt x="178941" y="53104"/>
                  <a:pt x="178134" y="50127"/>
                  <a:pt x="176522" y="48577"/>
                </a:cubicBezTo>
                <a:cubicBezTo>
                  <a:pt x="174910" y="47025"/>
                  <a:pt x="171558" y="46192"/>
                  <a:pt x="166466" y="46079"/>
                </a:cubicBezTo>
                <a:lnTo>
                  <a:pt x="166466" y="42939"/>
                </a:lnTo>
                <a:lnTo>
                  <a:pt x="192942" y="42939"/>
                </a:lnTo>
                <a:close/>
                <a:moveTo>
                  <a:pt x="224765" y="72301"/>
                </a:moveTo>
                <a:cubicBezTo>
                  <a:pt x="224708" y="83815"/>
                  <a:pt x="227509" y="92846"/>
                  <a:pt x="233166" y="99395"/>
                </a:cubicBezTo>
                <a:cubicBezTo>
                  <a:pt x="238823" y="105941"/>
                  <a:pt x="245471" y="109215"/>
                  <a:pt x="253108" y="109215"/>
                </a:cubicBezTo>
                <a:cubicBezTo>
                  <a:pt x="258200" y="109215"/>
                  <a:pt x="262627" y="107814"/>
                  <a:pt x="266389" y="105014"/>
                </a:cubicBezTo>
                <a:cubicBezTo>
                  <a:pt x="270151" y="102214"/>
                  <a:pt x="273305" y="97419"/>
                  <a:pt x="275851" y="90630"/>
                </a:cubicBezTo>
                <a:lnTo>
                  <a:pt x="278481" y="92327"/>
                </a:lnTo>
                <a:cubicBezTo>
                  <a:pt x="277293" y="100078"/>
                  <a:pt x="273842" y="107136"/>
                  <a:pt x="268128" y="113500"/>
                </a:cubicBezTo>
                <a:cubicBezTo>
                  <a:pt x="262414" y="119864"/>
                  <a:pt x="255258" y="123047"/>
                  <a:pt x="246659" y="123047"/>
                </a:cubicBezTo>
                <a:cubicBezTo>
                  <a:pt x="237324" y="123047"/>
                  <a:pt x="229333" y="119420"/>
                  <a:pt x="222686" y="112166"/>
                </a:cubicBezTo>
                <a:cubicBezTo>
                  <a:pt x="216039" y="104911"/>
                  <a:pt x="212715" y="95157"/>
                  <a:pt x="212715" y="82905"/>
                </a:cubicBezTo>
                <a:cubicBezTo>
                  <a:pt x="212715" y="69639"/>
                  <a:pt x="216123" y="59294"/>
                  <a:pt x="222940" y="51871"/>
                </a:cubicBezTo>
                <a:cubicBezTo>
                  <a:pt x="229758" y="44445"/>
                  <a:pt x="238314" y="40733"/>
                  <a:pt x="248611" y="40733"/>
                </a:cubicBezTo>
                <a:cubicBezTo>
                  <a:pt x="257323" y="40733"/>
                  <a:pt x="264479" y="43597"/>
                  <a:pt x="270080" y="49325"/>
                </a:cubicBezTo>
                <a:cubicBezTo>
                  <a:pt x="275681" y="55051"/>
                  <a:pt x="278481" y="62710"/>
                  <a:pt x="278481" y="72301"/>
                </a:cubicBezTo>
                <a:lnTo>
                  <a:pt x="224765" y="72301"/>
                </a:lnTo>
                <a:moveTo>
                  <a:pt x="224765" y="67379"/>
                </a:moveTo>
                <a:lnTo>
                  <a:pt x="260745" y="67379"/>
                </a:lnTo>
                <a:cubicBezTo>
                  <a:pt x="260463" y="62400"/>
                  <a:pt x="259869" y="58893"/>
                  <a:pt x="258963" y="56856"/>
                </a:cubicBezTo>
                <a:cubicBezTo>
                  <a:pt x="257549" y="53688"/>
                  <a:pt x="255442" y="51199"/>
                  <a:pt x="252641" y="49388"/>
                </a:cubicBezTo>
                <a:cubicBezTo>
                  <a:pt x="249841" y="47578"/>
                  <a:pt x="246913" y="46673"/>
                  <a:pt x="243858" y="46673"/>
                </a:cubicBezTo>
                <a:cubicBezTo>
                  <a:pt x="239163" y="46673"/>
                  <a:pt x="234962" y="48497"/>
                  <a:pt x="231257" y="52146"/>
                </a:cubicBezTo>
                <a:cubicBezTo>
                  <a:pt x="227551" y="55795"/>
                  <a:pt x="225387" y="60873"/>
                  <a:pt x="224765" y="67379"/>
                </a:cubicBezTo>
                <a:close/>
                <a:moveTo>
                  <a:pt x="311603" y="40733"/>
                </a:moveTo>
                <a:lnTo>
                  <a:pt x="311603" y="58214"/>
                </a:lnTo>
                <a:cubicBezTo>
                  <a:pt x="318109" y="46560"/>
                  <a:pt x="324784" y="40733"/>
                  <a:pt x="331630" y="40733"/>
                </a:cubicBezTo>
                <a:cubicBezTo>
                  <a:pt x="334741" y="40733"/>
                  <a:pt x="337315" y="41680"/>
                  <a:pt x="339352" y="43576"/>
                </a:cubicBezTo>
                <a:cubicBezTo>
                  <a:pt x="341388" y="45471"/>
                  <a:pt x="342407" y="47663"/>
                  <a:pt x="342407" y="50152"/>
                </a:cubicBezTo>
                <a:cubicBezTo>
                  <a:pt x="342407" y="52359"/>
                  <a:pt x="341671" y="54225"/>
                  <a:pt x="340200" y="55753"/>
                </a:cubicBezTo>
                <a:cubicBezTo>
                  <a:pt x="338729" y="57280"/>
                  <a:pt x="336976" y="58044"/>
                  <a:pt x="334939" y="58044"/>
                </a:cubicBezTo>
                <a:cubicBezTo>
                  <a:pt x="332959" y="58044"/>
                  <a:pt x="330738" y="57068"/>
                  <a:pt x="328278" y="55116"/>
                </a:cubicBezTo>
                <a:cubicBezTo>
                  <a:pt x="325817" y="53165"/>
                  <a:pt x="323992" y="52189"/>
                  <a:pt x="322804" y="52189"/>
                </a:cubicBezTo>
                <a:cubicBezTo>
                  <a:pt x="321786" y="52189"/>
                  <a:pt x="320683" y="52753"/>
                  <a:pt x="319495" y="53881"/>
                </a:cubicBezTo>
                <a:cubicBezTo>
                  <a:pt x="316949" y="56195"/>
                  <a:pt x="314318" y="60004"/>
                  <a:pt x="311603" y="65308"/>
                </a:cubicBezTo>
                <a:lnTo>
                  <a:pt x="311603" y="102466"/>
                </a:lnTo>
                <a:cubicBezTo>
                  <a:pt x="311603" y="106753"/>
                  <a:pt x="312140" y="109997"/>
                  <a:pt x="313215" y="112198"/>
                </a:cubicBezTo>
                <a:cubicBezTo>
                  <a:pt x="313950" y="113722"/>
                  <a:pt x="315252" y="114992"/>
                  <a:pt x="317118" y="116009"/>
                </a:cubicBezTo>
                <a:cubicBezTo>
                  <a:pt x="318985" y="117023"/>
                  <a:pt x="321673" y="117531"/>
                  <a:pt x="325180" y="117531"/>
                </a:cubicBezTo>
                <a:lnTo>
                  <a:pt x="325180" y="120671"/>
                </a:lnTo>
                <a:lnTo>
                  <a:pt x="285381" y="120671"/>
                </a:lnTo>
                <a:lnTo>
                  <a:pt x="285381" y="117531"/>
                </a:lnTo>
                <a:cubicBezTo>
                  <a:pt x="289341" y="117531"/>
                  <a:pt x="292283" y="116910"/>
                  <a:pt x="294206" y="115669"/>
                </a:cubicBezTo>
                <a:cubicBezTo>
                  <a:pt x="295621" y="114766"/>
                  <a:pt x="296611" y="113326"/>
                  <a:pt x="297176" y="111349"/>
                </a:cubicBezTo>
                <a:cubicBezTo>
                  <a:pt x="297459" y="110389"/>
                  <a:pt x="297601" y="107652"/>
                  <a:pt x="297601" y="103136"/>
                </a:cubicBezTo>
                <a:lnTo>
                  <a:pt x="297601" y="73078"/>
                </a:lnTo>
                <a:cubicBezTo>
                  <a:pt x="297601" y="64045"/>
                  <a:pt x="297417" y="58669"/>
                  <a:pt x="297049" y="56949"/>
                </a:cubicBezTo>
                <a:cubicBezTo>
                  <a:pt x="296681" y="55227"/>
                  <a:pt x="296003" y="53971"/>
                  <a:pt x="295013" y="53181"/>
                </a:cubicBezTo>
                <a:cubicBezTo>
                  <a:pt x="294022" y="52390"/>
                  <a:pt x="292792" y="51995"/>
                  <a:pt x="291321" y="51995"/>
                </a:cubicBezTo>
                <a:cubicBezTo>
                  <a:pt x="289567" y="51995"/>
                  <a:pt x="287587" y="52419"/>
                  <a:pt x="285381" y="53265"/>
                </a:cubicBezTo>
                <a:lnTo>
                  <a:pt x="284532" y="50216"/>
                </a:lnTo>
                <a:lnTo>
                  <a:pt x="308038" y="40733"/>
                </a:lnTo>
                <a:lnTo>
                  <a:pt x="311603" y="40733"/>
                </a:lnTo>
                <a:close/>
                <a:moveTo>
                  <a:pt x="366506" y="0"/>
                </a:moveTo>
                <a:cubicBezTo>
                  <a:pt x="368882" y="0"/>
                  <a:pt x="370905" y="839"/>
                  <a:pt x="372573" y="2517"/>
                </a:cubicBezTo>
                <a:cubicBezTo>
                  <a:pt x="374242" y="4193"/>
                  <a:pt x="375077" y="6225"/>
                  <a:pt x="375077" y="8613"/>
                </a:cubicBezTo>
                <a:cubicBezTo>
                  <a:pt x="375077" y="11002"/>
                  <a:pt x="374242" y="13049"/>
                  <a:pt x="372573" y="14755"/>
                </a:cubicBezTo>
                <a:cubicBezTo>
                  <a:pt x="370905" y="16459"/>
                  <a:pt x="368882" y="17311"/>
                  <a:pt x="366506" y="17311"/>
                </a:cubicBezTo>
                <a:cubicBezTo>
                  <a:pt x="364130" y="17311"/>
                  <a:pt x="362093" y="16459"/>
                  <a:pt x="360396" y="14755"/>
                </a:cubicBezTo>
                <a:cubicBezTo>
                  <a:pt x="358699" y="13049"/>
                  <a:pt x="357850" y="11002"/>
                  <a:pt x="357850" y="8613"/>
                </a:cubicBezTo>
                <a:cubicBezTo>
                  <a:pt x="357850" y="6225"/>
                  <a:pt x="358685" y="4193"/>
                  <a:pt x="360354" y="2517"/>
                </a:cubicBezTo>
                <a:cubicBezTo>
                  <a:pt x="362023" y="839"/>
                  <a:pt x="364073" y="0"/>
                  <a:pt x="366506" y="0"/>
                </a:cubicBezTo>
                <a:moveTo>
                  <a:pt x="373549" y="40733"/>
                </a:moveTo>
                <a:lnTo>
                  <a:pt x="373549" y="103052"/>
                </a:lnTo>
                <a:cubicBezTo>
                  <a:pt x="373549" y="107906"/>
                  <a:pt x="373903" y="111138"/>
                  <a:pt x="374610" y="112747"/>
                </a:cubicBezTo>
                <a:cubicBezTo>
                  <a:pt x="375317" y="114356"/>
                  <a:pt x="376364" y="115555"/>
                  <a:pt x="377750" y="116345"/>
                </a:cubicBezTo>
                <a:cubicBezTo>
                  <a:pt x="379136" y="117136"/>
                  <a:pt x="381668" y="117531"/>
                  <a:pt x="385345" y="117531"/>
                </a:cubicBezTo>
                <a:lnTo>
                  <a:pt x="385345" y="120671"/>
                </a:lnTo>
                <a:lnTo>
                  <a:pt x="347582" y="120671"/>
                </a:lnTo>
                <a:lnTo>
                  <a:pt x="347582" y="117531"/>
                </a:lnTo>
                <a:cubicBezTo>
                  <a:pt x="351373" y="117531"/>
                  <a:pt x="353918" y="117164"/>
                  <a:pt x="355220" y="116430"/>
                </a:cubicBezTo>
                <a:cubicBezTo>
                  <a:pt x="356521" y="115697"/>
                  <a:pt x="357553" y="114483"/>
                  <a:pt x="358317" y="112789"/>
                </a:cubicBezTo>
                <a:cubicBezTo>
                  <a:pt x="359081" y="111096"/>
                  <a:pt x="359463" y="107850"/>
                  <a:pt x="359463" y="103052"/>
                </a:cubicBezTo>
                <a:lnTo>
                  <a:pt x="359463" y="73162"/>
                </a:lnTo>
                <a:cubicBezTo>
                  <a:pt x="359463" y="64751"/>
                  <a:pt x="359208" y="59304"/>
                  <a:pt x="358699" y="56822"/>
                </a:cubicBezTo>
                <a:cubicBezTo>
                  <a:pt x="358303" y="55015"/>
                  <a:pt x="357681" y="53759"/>
                  <a:pt x="356832" y="53053"/>
                </a:cubicBezTo>
                <a:cubicBezTo>
                  <a:pt x="355983" y="52348"/>
                  <a:pt x="354824" y="51995"/>
                  <a:pt x="353353" y="51995"/>
                </a:cubicBezTo>
                <a:cubicBezTo>
                  <a:pt x="351769" y="51995"/>
                  <a:pt x="349845" y="52419"/>
                  <a:pt x="347582" y="53265"/>
                </a:cubicBezTo>
                <a:lnTo>
                  <a:pt x="346394" y="50216"/>
                </a:lnTo>
                <a:lnTo>
                  <a:pt x="369816" y="40733"/>
                </a:lnTo>
                <a:lnTo>
                  <a:pt x="373549" y="40733"/>
                </a:lnTo>
                <a:close/>
                <a:moveTo>
                  <a:pt x="408116" y="72301"/>
                </a:moveTo>
                <a:cubicBezTo>
                  <a:pt x="408060" y="83815"/>
                  <a:pt x="410860" y="92846"/>
                  <a:pt x="416517" y="99395"/>
                </a:cubicBezTo>
                <a:cubicBezTo>
                  <a:pt x="422175" y="105941"/>
                  <a:pt x="428822" y="109215"/>
                  <a:pt x="436459" y="109215"/>
                </a:cubicBezTo>
                <a:cubicBezTo>
                  <a:pt x="441551" y="109215"/>
                  <a:pt x="445978" y="107814"/>
                  <a:pt x="449740" y="105014"/>
                </a:cubicBezTo>
                <a:cubicBezTo>
                  <a:pt x="453502" y="102214"/>
                  <a:pt x="456656" y="97419"/>
                  <a:pt x="459202" y="90630"/>
                </a:cubicBezTo>
                <a:lnTo>
                  <a:pt x="461832" y="92327"/>
                </a:lnTo>
                <a:cubicBezTo>
                  <a:pt x="460644" y="100078"/>
                  <a:pt x="457193" y="107136"/>
                  <a:pt x="451479" y="113500"/>
                </a:cubicBezTo>
                <a:cubicBezTo>
                  <a:pt x="445766" y="119864"/>
                  <a:pt x="438609" y="123047"/>
                  <a:pt x="430010" y="123047"/>
                </a:cubicBezTo>
                <a:cubicBezTo>
                  <a:pt x="420675" y="123047"/>
                  <a:pt x="412684" y="119420"/>
                  <a:pt x="406037" y="112166"/>
                </a:cubicBezTo>
                <a:cubicBezTo>
                  <a:pt x="399390" y="104911"/>
                  <a:pt x="396066" y="95157"/>
                  <a:pt x="396066" y="82905"/>
                </a:cubicBezTo>
                <a:cubicBezTo>
                  <a:pt x="396066" y="69639"/>
                  <a:pt x="399475" y="59294"/>
                  <a:pt x="406292" y="51871"/>
                </a:cubicBezTo>
                <a:cubicBezTo>
                  <a:pt x="413109" y="44445"/>
                  <a:pt x="421665" y="40733"/>
                  <a:pt x="431962" y="40733"/>
                </a:cubicBezTo>
                <a:cubicBezTo>
                  <a:pt x="440674" y="40733"/>
                  <a:pt x="447831" y="43597"/>
                  <a:pt x="453431" y="49325"/>
                </a:cubicBezTo>
                <a:cubicBezTo>
                  <a:pt x="459032" y="55051"/>
                  <a:pt x="461832" y="62710"/>
                  <a:pt x="461832" y="72301"/>
                </a:cubicBezTo>
                <a:lnTo>
                  <a:pt x="408116" y="72301"/>
                </a:lnTo>
                <a:moveTo>
                  <a:pt x="408116" y="67379"/>
                </a:moveTo>
                <a:lnTo>
                  <a:pt x="444097" y="67379"/>
                </a:lnTo>
                <a:cubicBezTo>
                  <a:pt x="443814" y="62400"/>
                  <a:pt x="443220" y="58893"/>
                  <a:pt x="442315" y="56856"/>
                </a:cubicBezTo>
                <a:cubicBezTo>
                  <a:pt x="440900" y="53688"/>
                  <a:pt x="438793" y="51199"/>
                  <a:pt x="435993" y="49388"/>
                </a:cubicBezTo>
                <a:cubicBezTo>
                  <a:pt x="433192" y="47578"/>
                  <a:pt x="430265" y="46673"/>
                  <a:pt x="427210" y="46673"/>
                </a:cubicBezTo>
                <a:cubicBezTo>
                  <a:pt x="422514" y="46673"/>
                  <a:pt x="418313" y="48497"/>
                  <a:pt x="414608" y="52146"/>
                </a:cubicBezTo>
                <a:cubicBezTo>
                  <a:pt x="410902" y="55795"/>
                  <a:pt x="408738" y="60873"/>
                  <a:pt x="408116" y="67379"/>
                </a:cubicBezTo>
                <a:close/>
                <a:moveTo>
                  <a:pt x="522449" y="40733"/>
                </a:moveTo>
                <a:lnTo>
                  <a:pt x="522449" y="67039"/>
                </a:lnTo>
                <a:lnTo>
                  <a:pt x="519649" y="67039"/>
                </a:lnTo>
                <a:cubicBezTo>
                  <a:pt x="517499" y="58788"/>
                  <a:pt x="514741" y="53176"/>
                  <a:pt x="511375" y="50203"/>
                </a:cubicBezTo>
                <a:cubicBezTo>
                  <a:pt x="508009" y="47227"/>
                  <a:pt x="503723" y="45739"/>
                  <a:pt x="498518" y="45739"/>
                </a:cubicBezTo>
                <a:cubicBezTo>
                  <a:pt x="494558" y="45739"/>
                  <a:pt x="491362" y="46785"/>
                  <a:pt x="488929" y="48877"/>
                </a:cubicBezTo>
                <a:cubicBezTo>
                  <a:pt x="486497" y="50966"/>
                  <a:pt x="485280" y="53283"/>
                  <a:pt x="485280" y="55827"/>
                </a:cubicBezTo>
                <a:cubicBezTo>
                  <a:pt x="485280" y="58992"/>
                  <a:pt x="486185" y="61704"/>
                  <a:pt x="487996" y="63963"/>
                </a:cubicBezTo>
                <a:cubicBezTo>
                  <a:pt x="489750" y="66281"/>
                  <a:pt x="493314" y="68739"/>
                  <a:pt x="498688" y="71338"/>
                </a:cubicBezTo>
                <a:lnTo>
                  <a:pt x="511078" y="77358"/>
                </a:lnTo>
                <a:cubicBezTo>
                  <a:pt x="522562" y="82951"/>
                  <a:pt x="528304" y="90326"/>
                  <a:pt x="528304" y="99482"/>
                </a:cubicBezTo>
                <a:cubicBezTo>
                  <a:pt x="528304" y="106545"/>
                  <a:pt x="525631" y="112239"/>
                  <a:pt x="520285" y="116563"/>
                </a:cubicBezTo>
                <a:cubicBezTo>
                  <a:pt x="514939" y="120885"/>
                  <a:pt x="508956" y="123047"/>
                  <a:pt x="502337" y="123047"/>
                </a:cubicBezTo>
                <a:cubicBezTo>
                  <a:pt x="497585" y="123047"/>
                  <a:pt x="492154" y="122198"/>
                  <a:pt x="486044" y="120501"/>
                </a:cubicBezTo>
                <a:cubicBezTo>
                  <a:pt x="484177" y="119935"/>
                  <a:pt x="482650" y="119652"/>
                  <a:pt x="481462" y="119652"/>
                </a:cubicBezTo>
                <a:cubicBezTo>
                  <a:pt x="480160" y="119652"/>
                  <a:pt x="479142" y="120388"/>
                  <a:pt x="478407" y="121859"/>
                </a:cubicBezTo>
                <a:lnTo>
                  <a:pt x="475606" y="121859"/>
                </a:lnTo>
                <a:lnTo>
                  <a:pt x="475606" y="94025"/>
                </a:lnTo>
                <a:lnTo>
                  <a:pt x="478407" y="94025"/>
                </a:lnTo>
                <a:cubicBezTo>
                  <a:pt x="479991" y="101973"/>
                  <a:pt x="483017" y="107963"/>
                  <a:pt x="487487" y="111994"/>
                </a:cubicBezTo>
                <a:cubicBezTo>
                  <a:pt x="491956" y="116025"/>
                  <a:pt x="496963" y="118040"/>
                  <a:pt x="502507" y="118040"/>
                </a:cubicBezTo>
                <a:cubicBezTo>
                  <a:pt x="506410" y="118040"/>
                  <a:pt x="509593" y="116896"/>
                  <a:pt x="512054" y="114608"/>
                </a:cubicBezTo>
                <a:cubicBezTo>
                  <a:pt x="514515" y="112319"/>
                  <a:pt x="515745" y="109564"/>
                  <a:pt x="515745" y="106343"/>
                </a:cubicBezTo>
                <a:cubicBezTo>
                  <a:pt x="515745" y="102443"/>
                  <a:pt x="514373" y="99165"/>
                  <a:pt x="511629" y="96509"/>
                </a:cubicBezTo>
                <a:cubicBezTo>
                  <a:pt x="508885" y="93854"/>
                  <a:pt x="503412" y="90492"/>
                  <a:pt x="495209" y="86424"/>
                </a:cubicBezTo>
                <a:cubicBezTo>
                  <a:pt x="487006" y="82355"/>
                  <a:pt x="481631" y="78681"/>
                  <a:pt x="479086" y="75403"/>
                </a:cubicBezTo>
                <a:cubicBezTo>
                  <a:pt x="476540" y="72182"/>
                  <a:pt x="475267" y="68113"/>
                  <a:pt x="475267" y="63197"/>
                </a:cubicBezTo>
                <a:cubicBezTo>
                  <a:pt x="475267" y="56811"/>
                  <a:pt x="477459" y="51471"/>
                  <a:pt x="481843" y="47177"/>
                </a:cubicBezTo>
                <a:cubicBezTo>
                  <a:pt x="486228" y="42881"/>
                  <a:pt x="491899" y="40733"/>
                  <a:pt x="498858" y="40733"/>
                </a:cubicBezTo>
                <a:cubicBezTo>
                  <a:pt x="501913" y="40733"/>
                  <a:pt x="505618" y="41383"/>
                  <a:pt x="509975" y="42684"/>
                </a:cubicBezTo>
                <a:cubicBezTo>
                  <a:pt x="512860" y="43533"/>
                  <a:pt x="514783" y="43957"/>
                  <a:pt x="515745" y="43957"/>
                </a:cubicBezTo>
                <a:cubicBezTo>
                  <a:pt x="516650" y="43957"/>
                  <a:pt x="517357" y="43759"/>
                  <a:pt x="517866" y="43363"/>
                </a:cubicBezTo>
                <a:cubicBezTo>
                  <a:pt x="518376" y="42967"/>
                  <a:pt x="518970" y="42090"/>
                  <a:pt x="519649" y="40733"/>
                </a:cubicBezTo>
                <a:lnTo>
                  <a:pt x="522449" y="40733"/>
                </a:lnTo>
                <a:close/>
                <a:moveTo>
                  <a:pt x="627308" y="109469"/>
                </a:moveTo>
                <a:cubicBezTo>
                  <a:pt x="619331" y="115636"/>
                  <a:pt x="614324" y="119200"/>
                  <a:pt x="612288" y="120161"/>
                </a:cubicBezTo>
                <a:cubicBezTo>
                  <a:pt x="609233" y="121632"/>
                  <a:pt x="605980" y="122368"/>
                  <a:pt x="602529" y="122368"/>
                </a:cubicBezTo>
                <a:cubicBezTo>
                  <a:pt x="597154" y="122368"/>
                  <a:pt x="592727" y="120529"/>
                  <a:pt x="589248" y="116852"/>
                </a:cubicBezTo>
                <a:cubicBezTo>
                  <a:pt x="585769" y="113175"/>
                  <a:pt x="584029" y="108338"/>
                  <a:pt x="584029" y="102341"/>
                </a:cubicBezTo>
                <a:cubicBezTo>
                  <a:pt x="584029" y="98551"/>
                  <a:pt x="584878" y="95269"/>
                  <a:pt x="586575" y="92497"/>
                </a:cubicBezTo>
                <a:cubicBezTo>
                  <a:pt x="588895" y="88650"/>
                  <a:pt x="592925" y="85030"/>
                  <a:pt x="598668" y="81635"/>
                </a:cubicBezTo>
                <a:cubicBezTo>
                  <a:pt x="604410" y="78241"/>
                  <a:pt x="613956" y="74111"/>
                  <a:pt x="627308" y="69246"/>
                </a:cubicBezTo>
                <a:lnTo>
                  <a:pt x="627308" y="66191"/>
                </a:lnTo>
                <a:cubicBezTo>
                  <a:pt x="627308" y="58440"/>
                  <a:pt x="626077" y="53122"/>
                  <a:pt x="623616" y="50237"/>
                </a:cubicBezTo>
                <a:cubicBezTo>
                  <a:pt x="621155" y="47352"/>
                  <a:pt x="617577" y="45909"/>
                  <a:pt x="612882" y="45909"/>
                </a:cubicBezTo>
                <a:cubicBezTo>
                  <a:pt x="609317" y="45909"/>
                  <a:pt x="606489" y="46867"/>
                  <a:pt x="604396" y="48784"/>
                </a:cubicBezTo>
                <a:cubicBezTo>
                  <a:pt x="602246" y="50700"/>
                  <a:pt x="601171" y="52899"/>
                  <a:pt x="601171" y="55379"/>
                </a:cubicBezTo>
                <a:lnTo>
                  <a:pt x="601341" y="60282"/>
                </a:lnTo>
                <a:cubicBezTo>
                  <a:pt x="601341" y="62874"/>
                  <a:pt x="600676" y="64874"/>
                  <a:pt x="599346" y="66283"/>
                </a:cubicBezTo>
                <a:cubicBezTo>
                  <a:pt x="598017" y="67692"/>
                  <a:pt x="596277" y="68397"/>
                  <a:pt x="594128" y="68397"/>
                </a:cubicBezTo>
                <a:cubicBezTo>
                  <a:pt x="592034" y="68397"/>
                  <a:pt x="590323" y="67664"/>
                  <a:pt x="588994" y="66199"/>
                </a:cubicBezTo>
                <a:cubicBezTo>
                  <a:pt x="587664" y="64731"/>
                  <a:pt x="586999" y="62728"/>
                  <a:pt x="586999" y="60189"/>
                </a:cubicBezTo>
                <a:cubicBezTo>
                  <a:pt x="586999" y="55340"/>
                  <a:pt x="589489" y="50885"/>
                  <a:pt x="594467" y="46824"/>
                </a:cubicBezTo>
                <a:cubicBezTo>
                  <a:pt x="599445" y="42763"/>
                  <a:pt x="606432" y="40733"/>
                  <a:pt x="615427" y="40733"/>
                </a:cubicBezTo>
                <a:cubicBezTo>
                  <a:pt x="622329" y="40733"/>
                  <a:pt x="627987" y="41891"/>
                  <a:pt x="632399" y="44207"/>
                </a:cubicBezTo>
                <a:cubicBezTo>
                  <a:pt x="635737" y="45959"/>
                  <a:pt x="638198" y="48700"/>
                  <a:pt x="639782" y="52430"/>
                </a:cubicBezTo>
                <a:cubicBezTo>
                  <a:pt x="640800" y="54859"/>
                  <a:pt x="641310" y="59831"/>
                  <a:pt x="641310" y="67347"/>
                </a:cubicBezTo>
                <a:lnTo>
                  <a:pt x="641310" y="93706"/>
                </a:lnTo>
                <a:cubicBezTo>
                  <a:pt x="641310" y="101109"/>
                  <a:pt x="641451" y="105643"/>
                  <a:pt x="641734" y="107311"/>
                </a:cubicBezTo>
                <a:cubicBezTo>
                  <a:pt x="642017" y="108978"/>
                  <a:pt x="642484" y="110094"/>
                  <a:pt x="643134" y="110660"/>
                </a:cubicBezTo>
                <a:cubicBezTo>
                  <a:pt x="643785" y="111224"/>
                  <a:pt x="644534" y="111506"/>
                  <a:pt x="645383" y="111506"/>
                </a:cubicBezTo>
                <a:cubicBezTo>
                  <a:pt x="646288" y="111506"/>
                  <a:pt x="647080" y="111308"/>
                  <a:pt x="647759" y="110912"/>
                </a:cubicBezTo>
                <a:cubicBezTo>
                  <a:pt x="648947" y="110176"/>
                  <a:pt x="651238" y="108111"/>
                  <a:pt x="654633" y="104717"/>
                </a:cubicBezTo>
                <a:lnTo>
                  <a:pt x="654633" y="109469"/>
                </a:lnTo>
                <a:cubicBezTo>
                  <a:pt x="648296" y="117955"/>
                  <a:pt x="642243" y="122198"/>
                  <a:pt x="636473" y="122198"/>
                </a:cubicBezTo>
                <a:cubicBezTo>
                  <a:pt x="633701" y="122198"/>
                  <a:pt x="631494" y="121236"/>
                  <a:pt x="629854" y="119313"/>
                </a:cubicBezTo>
                <a:cubicBezTo>
                  <a:pt x="628213" y="117389"/>
                  <a:pt x="627364" y="114108"/>
                  <a:pt x="627308" y="109469"/>
                </a:cubicBezTo>
                <a:moveTo>
                  <a:pt x="627308" y="103906"/>
                </a:moveTo>
                <a:lnTo>
                  <a:pt x="627308" y="74422"/>
                </a:lnTo>
                <a:cubicBezTo>
                  <a:pt x="618765" y="77801"/>
                  <a:pt x="613249" y="80194"/>
                  <a:pt x="610760" y="81603"/>
                </a:cubicBezTo>
                <a:cubicBezTo>
                  <a:pt x="606291" y="84082"/>
                  <a:pt x="603094" y="86673"/>
                  <a:pt x="601171" y="89376"/>
                </a:cubicBezTo>
                <a:cubicBezTo>
                  <a:pt x="599247" y="92079"/>
                  <a:pt x="598286" y="95036"/>
                  <a:pt x="598286" y="98246"/>
                </a:cubicBezTo>
                <a:cubicBezTo>
                  <a:pt x="598286" y="102302"/>
                  <a:pt x="599502" y="105667"/>
                  <a:pt x="601935" y="108342"/>
                </a:cubicBezTo>
                <a:cubicBezTo>
                  <a:pt x="604367" y="111017"/>
                  <a:pt x="607168" y="112354"/>
                  <a:pt x="610336" y="112354"/>
                </a:cubicBezTo>
                <a:cubicBezTo>
                  <a:pt x="614635" y="112354"/>
                  <a:pt x="620293" y="109538"/>
                  <a:pt x="627308" y="103906"/>
                </a:cubicBezTo>
                <a:close/>
                <a:moveTo>
                  <a:pt x="681730" y="56432"/>
                </a:moveTo>
                <a:cubicBezTo>
                  <a:pt x="689254" y="45966"/>
                  <a:pt x="697372" y="40733"/>
                  <a:pt x="706084" y="40733"/>
                </a:cubicBezTo>
                <a:cubicBezTo>
                  <a:pt x="714061" y="40733"/>
                  <a:pt x="721020" y="44138"/>
                  <a:pt x="726960" y="50948"/>
                </a:cubicBezTo>
                <a:cubicBezTo>
                  <a:pt x="732900" y="57758"/>
                  <a:pt x="735870" y="67068"/>
                  <a:pt x="735870" y="78880"/>
                </a:cubicBezTo>
                <a:cubicBezTo>
                  <a:pt x="735870" y="92670"/>
                  <a:pt x="731288" y="103775"/>
                  <a:pt x="722123" y="112195"/>
                </a:cubicBezTo>
                <a:cubicBezTo>
                  <a:pt x="714259" y="119430"/>
                  <a:pt x="705490" y="123047"/>
                  <a:pt x="695816" y="123047"/>
                </a:cubicBezTo>
                <a:cubicBezTo>
                  <a:pt x="691290" y="123047"/>
                  <a:pt x="686694" y="122226"/>
                  <a:pt x="682027" y="120586"/>
                </a:cubicBezTo>
                <a:cubicBezTo>
                  <a:pt x="677359" y="118945"/>
                  <a:pt x="672593" y="116484"/>
                  <a:pt x="667728" y="113203"/>
                </a:cubicBezTo>
                <a:lnTo>
                  <a:pt x="667728" y="32671"/>
                </a:lnTo>
                <a:cubicBezTo>
                  <a:pt x="667728" y="23846"/>
                  <a:pt x="667516" y="18415"/>
                  <a:pt x="667091" y="16378"/>
                </a:cubicBezTo>
                <a:cubicBezTo>
                  <a:pt x="666667" y="14341"/>
                  <a:pt x="666002" y="12955"/>
                  <a:pt x="665097" y="12220"/>
                </a:cubicBezTo>
                <a:cubicBezTo>
                  <a:pt x="664192" y="11484"/>
                  <a:pt x="663060" y="11117"/>
                  <a:pt x="661703" y="11117"/>
                </a:cubicBezTo>
                <a:cubicBezTo>
                  <a:pt x="660119" y="11117"/>
                  <a:pt x="658139" y="11569"/>
                  <a:pt x="655762" y="12474"/>
                </a:cubicBezTo>
                <a:lnTo>
                  <a:pt x="654574" y="9504"/>
                </a:lnTo>
                <a:lnTo>
                  <a:pt x="677911" y="0"/>
                </a:lnTo>
                <a:lnTo>
                  <a:pt x="681730" y="0"/>
                </a:lnTo>
                <a:lnTo>
                  <a:pt x="681730" y="56432"/>
                </a:lnTo>
                <a:moveTo>
                  <a:pt x="681730" y="61839"/>
                </a:moveTo>
                <a:lnTo>
                  <a:pt x="681730" y="108220"/>
                </a:lnTo>
                <a:cubicBezTo>
                  <a:pt x="684615" y="111040"/>
                  <a:pt x="687599" y="113169"/>
                  <a:pt x="690682" y="114608"/>
                </a:cubicBezTo>
                <a:cubicBezTo>
                  <a:pt x="693766" y="116048"/>
                  <a:pt x="696919" y="116767"/>
                  <a:pt x="700144" y="116767"/>
                </a:cubicBezTo>
                <a:cubicBezTo>
                  <a:pt x="705292" y="116767"/>
                  <a:pt x="710087" y="113946"/>
                  <a:pt x="714528" y="108305"/>
                </a:cubicBezTo>
                <a:cubicBezTo>
                  <a:pt x="718969" y="102662"/>
                  <a:pt x="721189" y="94452"/>
                  <a:pt x="721189" y="83674"/>
                </a:cubicBezTo>
                <a:cubicBezTo>
                  <a:pt x="721189" y="73744"/>
                  <a:pt x="718969" y="66113"/>
                  <a:pt x="714528" y="60781"/>
                </a:cubicBezTo>
                <a:cubicBezTo>
                  <a:pt x="710087" y="55449"/>
                  <a:pt x="705038" y="52783"/>
                  <a:pt x="699380" y="52783"/>
                </a:cubicBezTo>
                <a:cubicBezTo>
                  <a:pt x="696382" y="52783"/>
                  <a:pt x="693384" y="53545"/>
                  <a:pt x="690385" y="55069"/>
                </a:cubicBezTo>
                <a:cubicBezTo>
                  <a:pt x="688122" y="56197"/>
                  <a:pt x="685237" y="58453"/>
                  <a:pt x="681730" y="61839"/>
                </a:cubicBezTo>
                <a:close/>
                <a:moveTo>
                  <a:pt x="785343" y="40733"/>
                </a:moveTo>
                <a:cubicBezTo>
                  <a:pt x="797110" y="40733"/>
                  <a:pt x="806558" y="45198"/>
                  <a:pt x="813686" y="54127"/>
                </a:cubicBezTo>
                <a:cubicBezTo>
                  <a:pt x="819740" y="61756"/>
                  <a:pt x="822766" y="70516"/>
                  <a:pt x="822766" y="80407"/>
                </a:cubicBezTo>
                <a:cubicBezTo>
                  <a:pt x="822766" y="87359"/>
                  <a:pt x="821098" y="94395"/>
                  <a:pt x="817760" y="101516"/>
                </a:cubicBezTo>
                <a:cubicBezTo>
                  <a:pt x="814422" y="108636"/>
                  <a:pt x="809825" y="114004"/>
                  <a:pt x="803970" y="117621"/>
                </a:cubicBezTo>
                <a:cubicBezTo>
                  <a:pt x="798115" y="121238"/>
                  <a:pt x="791595" y="123047"/>
                  <a:pt x="784410" y="123047"/>
                </a:cubicBezTo>
                <a:cubicBezTo>
                  <a:pt x="772699" y="123047"/>
                  <a:pt x="763393" y="118384"/>
                  <a:pt x="756491" y="109058"/>
                </a:cubicBezTo>
                <a:cubicBezTo>
                  <a:pt x="750664" y="101203"/>
                  <a:pt x="747750" y="92388"/>
                  <a:pt x="747750" y="82611"/>
                </a:cubicBezTo>
                <a:cubicBezTo>
                  <a:pt x="747750" y="75490"/>
                  <a:pt x="749518" y="68411"/>
                  <a:pt x="753054" y="61375"/>
                </a:cubicBezTo>
                <a:cubicBezTo>
                  <a:pt x="756590" y="54339"/>
                  <a:pt x="761243" y="49139"/>
                  <a:pt x="767014" y="45777"/>
                </a:cubicBezTo>
                <a:cubicBezTo>
                  <a:pt x="772784" y="42414"/>
                  <a:pt x="778894" y="40733"/>
                  <a:pt x="785343" y="40733"/>
                </a:cubicBezTo>
                <a:moveTo>
                  <a:pt x="782713" y="46333"/>
                </a:moveTo>
                <a:cubicBezTo>
                  <a:pt x="779714" y="46333"/>
                  <a:pt x="776702" y="47224"/>
                  <a:pt x="773675" y="49004"/>
                </a:cubicBezTo>
                <a:cubicBezTo>
                  <a:pt x="770648" y="50784"/>
                  <a:pt x="768202" y="53906"/>
                  <a:pt x="766335" y="58370"/>
                </a:cubicBezTo>
                <a:cubicBezTo>
                  <a:pt x="764468" y="62834"/>
                  <a:pt x="763534" y="68569"/>
                  <a:pt x="763534" y="75576"/>
                </a:cubicBezTo>
                <a:cubicBezTo>
                  <a:pt x="763534" y="86876"/>
                  <a:pt x="765783" y="96624"/>
                  <a:pt x="770281" y="104818"/>
                </a:cubicBezTo>
                <a:cubicBezTo>
                  <a:pt x="774778" y="113010"/>
                  <a:pt x="780704" y="117107"/>
                  <a:pt x="788059" y="117107"/>
                </a:cubicBezTo>
                <a:cubicBezTo>
                  <a:pt x="793546" y="117107"/>
                  <a:pt x="798072" y="114846"/>
                  <a:pt x="801636" y="110326"/>
                </a:cubicBezTo>
                <a:cubicBezTo>
                  <a:pt x="805200" y="105805"/>
                  <a:pt x="806982" y="98036"/>
                  <a:pt x="806982" y="87018"/>
                </a:cubicBezTo>
                <a:cubicBezTo>
                  <a:pt x="806982" y="73230"/>
                  <a:pt x="804012" y="62381"/>
                  <a:pt x="798072" y="54469"/>
                </a:cubicBezTo>
                <a:cubicBezTo>
                  <a:pt x="794056" y="49045"/>
                  <a:pt x="788936" y="46333"/>
                  <a:pt x="782713" y="46333"/>
                </a:cubicBezTo>
                <a:close/>
                <a:moveTo>
                  <a:pt x="902365" y="42939"/>
                </a:moveTo>
                <a:lnTo>
                  <a:pt x="902365" y="90036"/>
                </a:lnTo>
                <a:cubicBezTo>
                  <a:pt x="902365" y="99031"/>
                  <a:pt x="902577" y="104533"/>
                  <a:pt x="903001" y="106541"/>
                </a:cubicBezTo>
                <a:cubicBezTo>
                  <a:pt x="903426" y="108550"/>
                  <a:pt x="904105" y="109950"/>
                  <a:pt x="905038" y="110742"/>
                </a:cubicBezTo>
                <a:cubicBezTo>
                  <a:pt x="905972" y="111534"/>
                  <a:pt x="907061" y="111930"/>
                  <a:pt x="908305" y="111930"/>
                </a:cubicBezTo>
                <a:cubicBezTo>
                  <a:pt x="910059" y="111930"/>
                  <a:pt x="912039" y="111449"/>
                  <a:pt x="914245" y="110487"/>
                </a:cubicBezTo>
                <a:lnTo>
                  <a:pt x="915433" y="113458"/>
                </a:lnTo>
                <a:lnTo>
                  <a:pt x="892182" y="123047"/>
                </a:lnTo>
                <a:lnTo>
                  <a:pt x="888363" y="123047"/>
                </a:lnTo>
                <a:lnTo>
                  <a:pt x="888363" y="106584"/>
                </a:lnTo>
                <a:cubicBezTo>
                  <a:pt x="881688" y="113825"/>
                  <a:pt x="876596" y="118379"/>
                  <a:pt x="873088" y="120246"/>
                </a:cubicBezTo>
                <a:cubicBezTo>
                  <a:pt x="869581" y="122113"/>
                  <a:pt x="865875" y="123047"/>
                  <a:pt x="861972" y="123047"/>
                </a:cubicBezTo>
                <a:cubicBezTo>
                  <a:pt x="857616" y="123047"/>
                  <a:pt x="853839" y="121788"/>
                  <a:pt x="850643" y="119270"/>
                </a:cubicBezTo>
                <a:cubicBezTo>
                  <a:pt x="847447" y="116753"/>
                  <a:pt x="845226" y="113514"/>
                  <a:pt x="843981" y="109554"/>
                </a:cubicBezTo>
                <a:cubicBezTo>
                  <a:pt x="842737" y="105594"/>
                  <a:pt x="842115" y="99993"/>
                  <a:pt x="842115" y="92752"/>
                </a:cubicBezTo>
                <a:lnTo>
                  <a:pt x="842115" y="58044"/>
                </a:lnTo>
                <a:cubicBezTo>
                  <a:pt x="842115" y="54367"/>
                  <a:pt x="841719" y="51821"/>
                  <a:pt x="840927" y="50407"/>
                </a:cubicBezTo>
                <a:cubicBezTo>
                  <a:pt x="840135" y="48992"/>
                  <a:pt x="838961" y="47903"/>
                  <a:pt x="837405" y="47140"/>
                </a:cubicBezTo>
                <a:cubicBezTo>
                  <a:pt x="835849" y="46376"/>
                  <a:pt x="833035" y="46022"/>
                  <a:pt x="828961" y="46079"/>
                </a:cubicBezTo>
                <a:lnTo>
                  <a:pt x="828961" y="42939"/>
                </a:lnTo>
                <a:lnTo>
                  <a:pt x="856201" y="42939"/>
                </a:lnTo>
                <a:lnTo>
                  <a:pt x="856201" y="94831"/>
                </a:lnTo>
                <a:cubicBezTo>
                  <a:pt x="856201" y="102055"/>
                  <a:pt x="857460" y="106795"/>
                  <a:pt x="859978" y="109053"/>
                </a:cubicBezTo>
                <a:cubicBezTo>
                  <a:pt x="862495" y="111310"/>
                  <a:pt x="865536" y="112439"/>
                  <a:pt x="869100" y="112439"/>
                </a:cubicBezTo>
                <a:cubicBezTo>
                  <a:pt x="871533" y="112439"/>
                  <a:pt x="874291" y="111677"/>
                  <a:pt x="877374" y="110153"/>
                </a:cubicBezTo>
                <a:cubicBezTo>
                  <a:pt x="880457" y="108629"/>
                  <a:pt x="884120" y="105724"/>
                  <a:pt x="888363" y="101437"/>
                </a:cubicBezTo>
                <a:lnTo>
                  <a:pt x="888363" y="57506"/>
                </a:lnTo>
                <a:cubicBezTo>
                  <a:pt x="888363" y="53104"/>
                  <a:pt x="887557" y="50127"/>
                  <a:pt x="885945" y="48577"/>
                </a:cubicBezTo>
                <a:cubicBezTo>
                  <a:pt x="884332" y="47025"/>
                  <a:pt x="880980" y="46192"/>
                  <a:pt x="875889" y="46079"/>
                </a:cubicBezTo>
                <a:lnTo>
                  <a:pt x="875889" y="42939"/>
                </a:lnTo>
                <a:lnTo>
                  <a:pt x="902365" y="42939"/>
                </a:lnTo>
                <a:close/>
                <a:moveTo>
                  <a:pt x="943692" y="17311"/>
                </a:moveTo>
                <a:lnTo>
                  <a:pt x="943692" y="42939"/>
                </a:lnTo>
                <a:lnTo>
                  <a:pt x="961852" y="42939"/>
                </a:lnTo>
                <a:lnTo>
                  <a:pt x="961852" y="48879"/>
                </a:lnTo>
                <a:lnTo>
                  <a:pt x="943692" y="48879"/>
                </a:lnTo>
                <a:lnTo>
                  <a:pt x="943692" y="99217"/>
                </a:lnTo>
                <a:cubicBezTo>
                  <a:pt x="943692" y="104247"/>
                  <a:pt x="944413" y="107638"/>
                  <a:pt x="945856" y="109390"/>
                </a:cubicBezTo>
                <a:cubicBezTo>
                  <a:pt x="947298" y="111140"/>
                  <a:pt x="949151" y="112015"/>
                  <a:pt x="951414" y="112015"/>
                </a:cubicBezTo>
                <a:cubicBezTo>
                  <a:pt x="953281" y="112015"/>
                  <a:pt x="955091" y="111435"/>
                  <a:pt x="956845" y="110275"/>
                </a:cubicBezTo>
                <a:cubicBezTo>
                  <a:pt x="958599" y="109116"/>
                  <a:pt x="959957" y="107404"/>
                  <a:pt x="960918" y="105141"/>
                </a:cubicBezTo>
                <a:lnTo>
                  <a:pt x="964228" y="105141"/>
                </a:lnTo>
                <a:cubicBezTo>
                  <a:pt x="962248" y="110701"/>
                  <a:pt x="959448" y="114906"/>
                  <a:pt x="955827" y="117756"/>
                </a:cubicBezTo>
                <a:cubicBezTo>
                  <a:pt x="952206" y="120604"/>
                  <a:pt x="948472" y="122028"/>
                  <a:pt x="944625" y="122028"/>
                </a:cubicBezTo>
                <a:cubicBezTo>
                  <a:pt x="942023" y="122028"/>
                  <a:pt x="939477" y="121306"/>
                  <a:pt x="936988" y="119862"/>
                </a:cubicBezTo>
                <a:cubicBezTo>
                  <a:pt x="934499" y="118417"/>
                  <a:pt x="932660" y="116351"/>
                  <a:pt x="931472" y="113662"/>
                </a:cubicBezTo>
                <a:cubicBezTo>
                  <a:pt x="930284" y="110971"/>
                  <a:pt x="929690" y="106822"/>
                  <a:pt x="929690" y="101214"/>
                </a:cubicBezTo>
                <a:lnTo>
                  <a:pt x="929690" y="48879"/>
                </a:lnTo>
                <a:lnTo>
                  <a:pt x="917385" y="48879"/>
                </a:lnTo>
                <a:lnTo>
                  <a:pt x="917385" y="46079"/>
                </a:lnTo>
                <a:cubicBezTo>
                  <a:pt x="920497" y="44831"/>
                  <a:pt x="923679" y="42717"/>
                  <a:pt x="926932" y="39738"/>
                </a:cubicBezTo>
                <a:cubicBezTo>
                  <a:pt x="930185" y="36759"/>
                  <a:pt x="933084" y="33227"/>
                  <a:pt x="935630" y="29141"/>
                </a:cubicBezTo>
                <a:cubicBezTo>
                  <a:pt x="936931" y="26986"/>
                  <a:pt x="938742" y="23043"/>
                  <a:pt x="941061" y="17311"/>
                </a:cubicBezTo>
                <a:lnTo>
                  <a:pt x="943692" y="17311"/>
                </a:lnTo>
                <a:close/>
                <a:moveTo>
                  <a:pt x="1007281" y="50584"/>
                </a:moveTo>
                <a:lnTo>
                  <a:pt x="1031212" y="40902"/>
                </a:lnTo>
                <a:lnTo>
                  <a:pt x="1034436" y="40902"/>
                </a:lnTo>
                <a:lnTo>
                  <a:pt x="1034436" y="59062"/>
                </a:lnTo>
                <a:cubicBezTo>
                  <a:pt x="1038453" y="52217"/>
                  <a:pt x="1042484" y="47451"/>
                  <a:pt x="1046529" y="44764"/>
                </a:cubicBezTo>
                <a:cubicBezTo>
                  <a:pt x="1050574" y="42076"/>
                  <a:pt x="1054831" y="40733"/>
                  <a:pt x="1059300" y="40733"/>
                </a:cubicBezTo>
                <a:cubicBezTo>
                  <a:pt x="1067107" y="40733"/>
                  <a:pt x="1073613" y="43784"/>
                  <a:pt x="1078818" y="49887"/>
                </a:cubicBezTo>
                <a:cubicBezTo>
                  <a:pt x="1085211" y="57348"/>
                  <a:pt x="1088407" y="67068"/>
                  <a:pt x="1088407" y="79050"/>
                </a:cubicBezTo>
                <a:cubicBezTo>
                  <a:pt x="1088407" y="92443"/>
                  <a:pt x="1084560" y="103520"/>
                  <a:pt x="1076866" y="112280"/>
                </a:cubicBezTo>
                <a:cubicBezTo>
                  <a:pt x="1070530" y="119458"/>
                  <a:pt x="1062553" y="123047"/>
                  <a:pt x="1052936" y="123047"/>
                </a:cubicBezTo>
                <a:cubicBezTo>
                  <a:pt x="1048749" y="123047"/>
                  <a:pt x="1045129" y="122453"/>
                  <a:pt x="1042074" y="121265"/>
                </a:cubicBezTo>
                <a:cubicBezTo>
                  <a:pt x="1039811" y="120416"/>
                  <a:pt x="1037265" y="118719"/>
                  <a:pt x="1034436" y="116173"/>
                </a:cubicBezTo>
                <a:lnTo>
                  <a:pt x="1034436" y="139849"/>
                </a:lnTo>
                <a:cubicBezTo>
                  <a:pt x="1034436" y="145167"/>
                  <a:pt x="1034761" y="148547"/>
                  <a:pt x="1035412" y="149990"/>
                </a:cubicBezTo>
                <a:cubicBezTo>
                  <a:pt x="1036063" y="151432"/>
                  <a:pt x="1037194" y="152578"/>
                  <a:pt x="1038806" y="153427"/>
                </a:cubicBezTo>
                <a:cubicBezTo>
                  <a:pt x="1040419" y="154275"/>
                  <a:pt x="1043346" y="154699"/>
                  <a:pt x="1047589" y="154699"/>
                </a:cubicBezTo>
                <a:lnTo>
                  <a:pt x="1047589" y="157839"/>
                </a:lnTo>
                <a:lnTo>
                  <a:pt x="1006857" y="157839"/>
                </a:lnTo>
                <a:lnTo>
                  <a:pt x="1006857" y="154699"/>
                </a:lnTo>
                <a:lnTo>
                  <a:pt x="1008978" y="154699"/>
                </a:lnTo>
                <a:cubicBezTo>
                  <a:pt x="1012090" y="154756"/>
                  <a:pt x="1014749" y="154161"/>
                  <a:pt x="1016955" y="152915"/>
                </a:cubicBezTo>
                <a:cubicBezTo>
                  <a:pt x="1018030" y="152292"/>
                  <a:pt x="1018864" y="151287"/>
                  <a:pt x="1019458" y="149900"/>
                </a:cubicBezTo>
                <a:cubicBezTo>
                  <a:pt x="1020052" y="148514"/>
                  <a:pt x="1020349" y="144990"/>
                  <a:pt x="1020349" y="139329"/>
                </a:cubicBezTo>
                <a:lnTo>
                  <a:pt x="1020349" y="65785"/>
                </a:lnTo>
                <a:cubicBezTo>
                  <a:pt x="1020349" y="60746"/>
                  <a:pt x="1020123" y="57548"/>
                  <a:pt x="1019671" y="56190"/>
                </a:cubicBezTo>
                <a:cubicBezTo>
                  <a:pt x="1019218" y="54831"/>
                  <a:pt x="1018497" y="53812"/>
                  <a:pt x="1017507" y="53133"/>
                </a:cubicBezTo>
                <a:cubicBezTo>
                  <a:pt x="1016517" y="52452"/>
                  <a:pt x="1015173" y="52112"/>
                  <a:pt x="1013476" y="52112"/>
                </a:cubicBezTo>
                <a:cubicBezTo>
                  <a:pt x="1012118" y="52112"/>
                  <a:pt x="1010393" y="52508"/>
                  <a:pt x="1008299" y="53300"/>
                </a:cubicBezTo>
                <a:lnTo>
                  <a:pt x="1007281" y="50584"/>
                </a:lnTo>
                <a:moveTo>
                  <a:pt x="1034436" y="64223"/>
                </a:moveTo>
                <a:lnTo>
                  <a:pt x="1034436" y="93208"/>
                </a:lnTo>
                <a:cubicBezTo>
                  <a:pt x="1034436" y="99480"/>
                  <a:pt x="1034691" y="103605"/>
                  <a:pt x="1035200" y="105582"/>
                </a:cubicBezTo>
                <a:cubicBezTo>
                  <a:pt x="1035992" y="108859"/>
                  <a:pt x="1037930" y="111741"/>
                  <a:pt x="1041013" y="114227"/>
                </a:cubicBezTo>
                <a:cubicBezTo>
                  <a:pt x="1044096" y="116712"/>
                  <a:pt x="1047985" y="117955"/>
                  <a:pt x="1052681" y="117955"/>
                </a:cubicBezTo>
                <a:cubicBezTo>
                  <a:pt x="1058338" y="117955"/>
                  <a:pt x="1062921" y="115751"/>
                  <a:pt x="1066428" y="111344"/>
                </a:cubicBezTo>
                <a:cubicBezTo>
                  <a:pt x="1071011" y="105582"/>
                  <a:pt x="1073302" y="97475"/>
                  <a:pt x="1073302" y="87021"/>
                </a:cubicBezTo>
                <a:cubicBezTo>
                  <a:pt x="1073302" y="75157"/>
                  <a:pt x="1070700" y="66032"/>
                  <a:pt x="1065495" y="59648"/>
                </a:cubicBezTo>
                <a:cubicBezTo>
                  <a:pt x="1061874" y="55241"/>
                  <a:pt x="1057575" y="53037"/>
                  <a:pt x="1052596" y="53037"/>
                </a:cubicBezTo>
                <a:cubicBezTo>
                  <a:pt x="1049881" y="53037"/>
                  <a:pt x="1047193" y="53715"/>
                  <a:pt x="1044535" y="55071"/>
                </a:cubicBezTo>
                <a:cubicBezTo>
                  <a:pt x="1042498" y="56088"/>
                  <a:pt x="1039132" y="59138"/>
                  <a:pt x="1034436" y="64223"/>
                </a:cubicBezTo>
                <a:close/>
                <a:moveTo>
                  <a:pt x="1112846" y="72301"/>
                </a:moveTo>
                <a:cubicBezTo>
                  <a:pt x="1112790" y="83815"/>
                  <a:pt x="1115590" y="92846"/>
                  <a:pt x="1121247" y="99395"/>
                </a:cubicBezTo>
                <a:cubicBezTo>
                  <a:pt x="1126905" y="105941"/>
                  <a:pt x="1133552" y="109215"/>
                  <a:pt x="1141189" y="109215"/>
                </a:cubicBezTo>
                <a:cubicBezTo>
                  <a:pt x="1146281" y="109215"/>
                  <a:pt x="1150708" y="107814"/>
                  <a:pt x="1154470" y="105014"/>
                </a:cubicBezTo>
                <a:cubicBezTo>
                  <a:pt x="1158232" y="102214"/>
                  <a:pt x="1161386" y="97419"/>
                  <a:pt x="1163932" y="90630"/>
                </a:cubicBezTo>
                <a:lnTo>
                  <a:pt x="1166562" y="92327"/>
                </a:lnTo>
                <a:cubicBezTo>
                  <a:pt x="1165374" y="100078"/>
                  <a:pt x="1161923" y="107136"/>
                  <a:pt x="1156210" y="113500"/>
                </a:cubicBezTo>
                <a:cubicBezTo>
                  <a:pt x="1150496" y="119864"/>
                  <a:pt x="1143339" y="123047"/>
                  <a:pt x="1134740" y="123047"/>
                </a:cubicBezTo>
                <a:cubicBezTo>
                  <a:pt x="1125405" y="123047"/>
                  <a:pt x="1117415" y="119420"/>
                  <a:pt x="1110767" y="112166"/>
                </a:cubicBezTo>
                <a:cubicBezTo>
                  <a:pt x="1104120" y="104911"/>
                  <a:pt x="1100796" y="95157"/>
                  <a:pt x="1100796" y="82905"/>
                </a:cubicBezTo>
                <a:cubicBezTo>
                  <a:pt x="1100796" y="69639"/>
                  <a:pt x="1104205" y="59294"/>
                  <a:pt x="1111022" y="51871"/>
                </a:cubicBezTo>
                <a:cubicBezTo>
                  <a:pt x="1117839" y="44445"/>
                  <a:pt x="1126395" y="40733"/>
                  <a:pt x="1136692" y="40733"/>
                </a:cubicBezTo>
                <a:cubicBezTo>
                  <a:pt x="1145404" y="40733"/>
                  <a:pt x="1152561" y="43597"/>
                  <a:pt x="1158161" y="49325"/>
                </a:cubicBezTo>
                <a:cubicBezTo>
                  <a:pt x="1163762" y="55051"/>
                  <a:pt x="1166562" y="62710"/>
                  <a:pt x="1166562" y="72301"/>
                </a:cubicBezTo>
                <a:lnTo>
                  <a:pt x="1112846" y="72301"/>
                </a:lnTo>
                <a:moveTo>
                  <a:pt x="1112846" y="67379"/>
                </a:moveTo>
                <a:lnTo>
                  <a:pt x="1148827" y="67379"/>
                </a:lnTo>
                <a:cubicBezTo>
                  <a:pt x="1148544" y="62400"/>
                  <a:pt x="1147950" y="58893"/>
                  <a:pt x="1147045" y="56856"/>
                </a:cubicBezTo>
                <a:cubicBezTo>
                  <a:pt x="1145630" y="53688"/>
                  <a:pt x="1143523" y="51199"/>
                  <a:pt x="1140723" y="49388"/>
                </a:cubicBezTo>
                <a:cubicBezTo>
                  <a:pt x="1137922" y="47578"/>
                  <a:pt x="1134995" y="46673"/>
                  <a:pt x="1131940" y="46673"/>
                </a:cubicBezTo>
                <a:cubicBezTo>
                  <a:pt x="1127244" y="46673"/>
                  <a:pt x="1123044" y="48497"/>
                  <a:pt x="1119338" y="52146"/>
                </a:cubicBezTo>
                <a:cubicBezTo>
                  <a:pt x="1115632" y="55795"/>
                  <a:pt x="1113469" y="60873"/>
                  <a:pt x="1112846" y="67379"/>
                </a:cubicBezTo>
                <a:close/>
                <a:moveTo>
                  <a:pt x="1199684" y="40733"/>
                </a:moveTo>
                <a:lnTo>
                  <a:pt x="1199684" y="58214"/>
                </a:lnTo>
                <a:cubicBezTo>
                  <a:pt x="1206190" y="46560"/>
                  <a:pt x="1212866" y="40733"/>
                  <a:pt x="1219711" y="40733"/>
                </a:cubicBezTo>
                <a:cubicBezTo>
                  <a:pt x="1222823" y="40733"/>
                  <a:pt x="1225397" y="41680"/>
                  <a:pt x="1227434" y="43576"/>
                </a:cubicBezTo>
                <a:cubicBezTo>
                  <a:pt x="1229470" y="45471"/>
                  <a:pt x="1230489" y="47663"/>
                  <a:pt x="1230489" y="50152"/>
                </a:cubicBezTo>
                <a:cubicBezTo>
                  <a:pt x="1230489" y="52359"/>
                  <a:pt x="1229753" y="54225"/>
                  <a:pt x="1228282" y="55753"/>
                </a:cubicBezTo>
                <a:cubicBezTo>
                  <a:pt x="1226811" y="57280"/>
                  <a:pt x="1225058" y="58044"/>
                  <a:pt x="1223021" y="58044"/>
                </a:cubicBezTo>
                <a:cubicBezTo>
                  <a:pt x="1221041" y="58044"/>
                  <a:pt x="1218820" y="57068"/>
                  <a:pt x="1216359" y="55116"/>
                </a:cubicBezTo>
                <a:cubicBezTo>
                  <a:pt x="1213898" y="53165"/>
                  <a:pt x="1212074" y="52189"/>
                  <a:pt x="1210886" y="52189"/>
                </a:cubicBezTo>
                <a:cubicBezTo>
                  <a:pt x="1209868" y="52189"/>
                  <a:pt x="1208764" y="52753"/>
                  <a:pt x="1207576" y="53881"/>
                </a:cubicBezTo>
                <a:cubicBezTo>
                  <a:pt x="1205031" y="56195"/>
                  <a:pt x="1202400" y="60004"/>
                  <a:pt x="1199684" y="65308"/>
                </a:cubicBezTo>
                <a:lnTo>
                  <a:pt x="1199684" y="102466"/>
                </a:lnTo>
                <a:cubicBezTo>
                  <a:pt x="1199684" y="106753"/>
                  <a:pt x="1200222" y="109997"/>
                  <a:pt x="1201297" y="112198"/>
                </a:cubicBezTo>
                <a:cubicBezTo>
                  <a:pt x="1202032" y="113722"/>
                  <a:pt x="1203333" y="114992"/>
                  <a:pt x="1205200" y="116009"/>
                </a:cubicBezTo>
                <a:cubicBezTo>
                  <a:pt x="1207067" y="117023"/>
                  <a:pt x="1209754" y="117531"/>
                  <a:pt x="1213262" y="117531"/>
                </a:cubicBezTo>
                <a:lnTo>
                  <a:pt x="1213262" y="120671"/>
                </a:lnTo>
                <a:lnTo>
                  <a:pt x="1173463" y="120671"/>
                </a:lnTo>
                <a:lnTo>
                  <a:pt x="1173463" y="117531"/>
                </a:lnTo>
                <a:cubicBezTo>
                  <a:pt x="1177423" y="117531"/>
                  <a:pt x="1180365" y="116910"/>
                  <a:pt x="1182288" y="115669"/>
                </a:cubicBezTo>
                <a:cubicBezTo>
                  <a:pt x="1183703" y="114766"/>
                  <a:pt x="1184693" y="113326"/>
                  <a:pt x="1185258" y="111349"/>
                </a:cubicBezTo>
                <a:cubicBezTo>
                  <a:pt x="1185541" y="110389"/>
                  <a:pt x="1185683" y="107652"/>
                  <a:pt x="1185683" y="103136"/>
                </a:cubicBezTo>
                <a:lnTo>
                  <a:pt x="1185683" y="73078"/>
                </a:lnTo>
                <a:cubicBezTo>
                  <a:pt x="1185683" y="64045"/>
                  <a:pt x="1185499" y="58669"/>
                  <a:pt x="1185131" y="56949"/>
                </a:cubicBezTo>
                <a:cubicBezTo>
                  <a:pt x="1184763" y="55227"/>
                  <a:pt x="1184084" y="53971"/>
                  <a:pt x="1183094" y="53181"/>
                </a:cubicBezTo>
                <a:cubicBezTo>
                  <a:pt x="1182104" y="52390"/>
                  <a:pt x="1180874" y="51995"/>
                  <a:pt x="1179403" y="51995"/>
                </a:cubicBezTo>
                <a:cubicBezTo>
                  <a:pt x="1177649" y="51995"/>
                  <a:pt x="1175669" y="52419"/>
                  <a:pt x="1173463" y="53265"/>
                </a:cubicBezTo>
                <a:lnTo>
                  <a:pt x="1172614" y="50216"/>
                </a:lnTo>
                <a:lnTo>
                  <a:pt x="1196120" y="40733"/>
                </a:lnTo>
                <a:lnTo>
                  <a:pt x="1199684" y="40733"/>
                </a:lnTo>
                <a:close/>
                <a:moveTo>
                  <a:pt x="1265195" y="48879"/>
                </a:moveTo>
                <a:lnTo>
                  <a:pt x="1265195" y="100029"/>
                </a:lnTo>
                <a:cubicBezTo>
                  <a:pt x="1265195" y="107279"/>
                  <a:pt x="1265987" y="111866"/>
                  <a:pt x="1267571" y="113792"/>
                </a:cubicBezTo>
                <a:cubicBezTo>
                  <a:pt x="1269665" y="116284"/>
                  <a:pt x="1272465" y="117531"/>
                  <a:pt x="1275972" y="117531"/>
                </a:cubicBezTo>
                <a:lnTo>
                  <a:pt x="1283016" y="117531"/>
                </a:lnTo>
                <a:lnTo>
                  <a:pt x="1283016" y="120671"/>
                </a:lnTo>
                <a:lnTo>
                  <a:pt x="1236598" y="120671"/>
                </a:lnTo>
                <a:lnTo>
                  <a:pt x="1236598" y="117531"/>
                </a:lnTo>
                <a:lnTo>
                  <a:pt x="1240077" y="117531"/>
                </a:lnTo>
                <a:cubicBezTo>
                  <a:pt x="1242340" y="117531"/>
                  <a:pt x="1244405" y="116964"/>
                  <a:pt x="1246272" y="115831"/>
                </a:cubicBezTo>
                <a:cubicBezTo>
                  <a:pt x="1248138" y="114698"/>
                  <a:pt x="1249426" y="113169"/>
                  <a:pt x="1250133" y="111243"/>
                </a:cubicBezTo>
                <a:cubicBezTo>
                  <a:pt x="1250840" y="109318"/>
                  <a:pt x="1251193" y="105580"/>
                  <a:pt x="1251193" y="100029"/>
                </a:cubicBezTo>
                <a:lnTo>
                  <a:pt x="1251193" y="48879"/>
                </a:lnTo>
                <a:lnTo>
                  <a:pt x="1236088" y="48879"/>
                </a:lnTo>
                <a:lnTo>
                  <a:pt x="1236088" y="42939"/>
                </a:lnTo>
                <a:lnTo>
                  <a:pt x="1251193" y="42939"/>
                </a:lnTo>
                <a:lnTo>
                  <a:pt x="1251193" y="37826"/>
                </a:lnTo>
                <a:cubicBezTo>
                  <a:pt x="1251193" y="30046"/>
                  <a:pt x="1252438" y="23458"/>
                  <a:pt x="1254927" y="18062"/>
                </a:cubicBezTo>
                <a:cubicBezTo>
                  <a:pt x="1257416" y="12666"/>
                  <a:pt x="1261221" y="8307"/>
                  <a:pt x="1266341" y="4986"/>
                </a:cubicBezTo>
                <a:cubicBezTo>
                  <a:pt x="1271461" y="1662"/>
                  <a:pt x="1277217" y="0"/>
                  <a:pt x="1283610" y="0"/>
                </a:cubicBezTo>
                <a:cubicBezTo>
                  <a:pt x="1289550" y="0"/>
                  <a:pt x="1295009" y="1923"/>
                  <a:pt x="1299988" y="5770"/>
                </a:cubicBezTo>
                <a:cubicBezTo>
                  <a:pt x="1303269" y="8316"/>
                  <a:pt x="1304910" y="11173"/>
                  <a:pt x="1304910" y="14341"/>
                </a:cubicBezTo>
                <a:cubicBezTo>
                  <a:pt x="1304910" y="16039"/>
                  <a:pt x="1304174" y="17637"/>
                  <a:pt x="1302703" y="19136"/>
                </a:cubicBezTo>
                <a:cubicBezTo>
                  <a:pt x="1301232" y="20635"/>
                  <a:pt x="1299648" y="21385"/>
                  <a:pt x="1297951" y="21385"/>
                </a:cubicBezTo>
                <a:cubicBezTo>
                  <a:pt x="1296650" y="21385"/>
                  <a:pt x="1295278" y="20913"/>
                  <a:pt x="1293835" y="19969"/>
                </a:cubicBezTo>
                <a:cubicBezTo>
                  <a:pt x="1292393" y="19025"/>
                  <a:pt x="1290625" y="16994"/>
                  <a:pt x="1288532" y="13877"/>
                </a:cubicBezTo>
                <a:cubicBezTo>
                  <a:pt x="1286439" y="10760"/>
                  <a:pt x="1284515" y="8658"/>
                  <a:pt x="1282761" y="7571"/>
                </a:cubicBezTo>
                <a:cubicBezTo>
                  <a:pt x="1281008" y="6484"/>
                  <a:pt x="1279056" y="5940"/>
                  <a:pt x="1276906" y="5940"/>
                </a:cubicBezTo>
                <a:cubicBezTo>
                  <a:pt x="1274304" y="5940"/>
                  <a:pt x="1272097" y="6640"/>
                  <a:pt x="1270287" y="8040"/>
                </a:cubicBezTo>
                <a:cubicBezTo>
                  <a:pt x="1268477" y="9439"/>
                  <a:pt x="1267175" y="11608"/>
                  <a:pt x="1266383" y="14548"/>
                </a:cubicBezTo>
                <a:cubicBezTo>
                  <a:pt x="1265591" y="17488"/>
                  <a:pt x="1265195" y="25067"/>
                  <a:pt x="1265195" y="37285"/>
                </a:cubicBezTo>
                <a:lnTo>
                  <a:pt x="1265195" y="42939"/>
                </a:lnTo>
                <a:lnTo>
                  <a:pt x="1285222" y="42939"/>
                </a:lnTo>
                <a:lnTo>
                  <a:pt x="1285222" y="48879"/>
                </a:lnTo>
                <a:lnTo>
                  <a:pt x="1265195" y="48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orming">
            <a:extLst xmlns:a="http://schemas.openxmlformats.org/drawingml/2006/main">
              <a:ext uri="{FF2B5EF4-FFF2-40B4-BE49-F238E27FC236}">
                <a16:creationId xmlns:a16="http://schemas.microsoft.com/office/drawing/2014/main" id="{B5B37352-FFF0-4960-B07F-0C666DFF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272" y="6981305"/>
            <a:ext cx="493093" cy="158179"/>
          </a:xfrm>
          <a:custGeom xmlns:a="http://schemas.openxmlformats.org/drawingml/2006/main">
            <a:pathLst>
              <a:path w="493093" h="158179">
                <a:moveTo>
                  <a:pt x="37593" y="40733"/>
                </a:moveTo>
                <a:cubicBezTo>
                  <a:pt x="49360" y="40733"/>
                  <a:pt x="58808" y="45198"/>
                  <a:pt x="65936" y="54127"/>
                </a:cubicBezTo>
                <a:cubicBezTo>
                  <a:pt x="71989" y="61756"/>
                  <a:pt x="75016" y="70516"/>
                  <a:pt x="75016" y="80407"/>
                </a:cubicBezTo>
                <a:cubicBezTo>
                  <a:pt x="75016" y="87359"/>
                  <a:pt x="73347" y="94395"/>
                  <a:pt x="70009" y="101516"/>
                </a:cubicBezTo>
                <a:cubicBezTo>
                  <a:pt x="66672" y="108636"/>
                  <a:pt x="62075" y="114004"/>
                  <a:pt x="56220" y="117621"/>
                </a:cubicBezTo>
                <a:cubicBezTo>
                  <a:pt x="50364" y="121238"/>
                  <a:pt x="43844" y="123047"/>
                  <a:pt x="36659" y="123047"/>
                </a:cubicBezTo>
                <a:cubicBezTo>
                  <a:pt x="24949" y="123047"/>
                  <a:pt x="15642" y="118384"/>
                  <a:pt x="8741" y="109058"/>
                </a:cubicBezTo>
                <a:cubicBezTo>
                  <a:pt x="2914" y="101203"/>
                  <a:pt x="0" y="92388"/>
                  <a:pt x="0" y="82611"/>
                </a:cubicBezTo>
                <a:cubicBezTo>
                  <a:pt x="0" y="75490"/>
                  <a:pt x="1768" y="68411"/>
                  <a:pt x="5304" y="61375"/>
                </a:cubicBezTo>
                <a:cubicBezTo>
                  <a:pt x="8840" y="54339"/>
                  <a:pt x="13493" y="49139"/>
                  <a:pt x="19263" y="45777"/>
                </a:cubicBezTo>
                <a:cubicBezTo>
                  <a:pt x="25034" y="42414"/>
                  <a:pt x="31144" y="40733"/>
                  <a:pt x="37593" y="40733"/>
                </a:cubicBezTo>
                <a:moveTo>
                  <a:pt x="34962" y="46333"/>
                </a:moveTo>
                <a:cubicBezTo>
                  <a:pt x="31964" y="46333"/>
                  <a:pt x="28951" y="47224"/>
                  <a:pt x="25925" y="49004"/>
                </a:cubicBezTo>
                <a:cubicBezTo>
                  <a:pt x="22898" y="50784"/>
                  <a:pt x="20451" y="53906"/>
                  <a:pt x="18584" y="58370"/>
                </a:cubicBezTo>
                <a:cubicBezTo>
                  <a:pt x="16717" y="62834"/>
                  <a:pt x="15784" y="68569"/>
                  <a:pt x="15784" y="75576"/>
                </a:cubicBezTo>
                <a:cubicBezTo>
                  <a:pt x="15784" y="86876"/>
                  <a:pt x="18033" y="96624"/>
                  <a:pt x="22530" y="104818"/>
                </a:cubicBezTo>
                <a:cubicBezTo>
                  <a:pt x="27028" y="113010"/>
                  <a:pt x="32954" y="117107"/>
                  <a:pt x="40308" y="117107"/>
                </a:cubicBezTo>
                <a:cubicBezTo>
                  <a:pt x="45796" y="117107"/>
                  <a:pt x="50322" y="114846"/>
                  <a:pt x="53886" y="110326"/>
                </a:cubicBezTo>
                <a:cubicBezTo>
                  <a:pt x="57450" y="105805"/>
                  <a:pt x="59232" y="98036"/>
                  <a:pt x="59232" y="87018"/>
                </a:cubicBezTo>
                <a:cubicBezTo>
                  <a:pt x="59232" y="73230"/>
                  <a:pt x="56262" y="62381"/>
                  <a:pt x="50322" y="54469"/>
                </a:cubicBezTo>
                <a:cubicBezTo>
                  <a:pt x="46305" y="49045"/>
                  <a:pt x="41185" y="46333"/>
                  <a:pt x="34962" y="46333"/>
                </a:cubicBezTo>
                <a:close/>
                <a:moveTo>
                  <a:pt x="109215" y="40733"/>
                </a:moveTo>
                <a:lnTo>
                  <a:pt x="109215" y="58214"/>
                </a:lnTo>
                <a:cubicBezTo>
                  <a:pt x="115721" y="46560"/>
                  <a:pt x="122396" y="40733"/>
                  <a:pt x="129242" y="40733"/>
                </a:cubicBezTo>
                <a:cubicBezTo>
                  <a:pt x="132353" y="40733"/>
                  <a:pt x="134927" y="41680"/>
                  <a:pt x="136964" y="43576"/>
                </a:cubicBezTo>
                <a:cubicBezTo>
                  <a:pt x="139000" y="45471"/>
                  <a:pt x="140019" y="47663"/>
                  <a:pt x="140019" y="50152"/>
                </a:cubicBezTo>
                <a:cubicBezTo>
                  <a:pt x="140019" y="52359"/>
                  <a:pt x="139283" y="54225"/>
                  <a:pt x="137812" y="55753"/>
                </a:cubicBezTo>
                <a:cubicBezTo>
                  <a:pt x="136342" y="57280"/>
                  <a:pt x="134588" y="58044"/>
                  <a:pt x="132551" y="58044"/>
                </a:cubicBezTo>
                <a:cubicBezTo>
                  <a:pt x="130571" y="58044"/>
                  <a:pt x="128351" y="57068"/>
                  <a:pt x="125890" y="55116"/>
                </a:cubicBezTo>
                <a:cubicBezTo>
                  <a:pt x="123429" y="53165"/>
                  <a:pt x="121604" y="52189"/>
                  <a:pt x="120416" y="52189"/>
                </a:cubicBezTo>
                <a:cubicBezTo>
                  <a:pt x="119398" y="52189"/>
                  <a:pt x="118295" y="52753"/>
                  <a:pt x="117107" y="53881"/>
                </a:cubicBezTo>
                <a:cubicBezTo>
                  <a:pt x="114561" y="56195"/>
                  <a:pt x="111930" y="60004"/>
                  <a:pt x="109215" y="65308"/>
                </a:cubicBezTo>
                <a:lnTo>
                  <a:pt x="109215" y="102466"/>
                </a:lnTo>
                <a:cubicBezTo>
                  <a:pt x="109215" y="106753"/>
                  <a:pt x="109752" y="109997"/>
                  <a:pt x="110827" y="112198"/>
                </a:cubicBezTo>
                <a:cubicBezTo>
                  <a:pt x="111562" y="113722"/>
                  <a:pt x="112864" y="114992"/>
                  <a:pt x="114731" y="116009"/>
                </a:cubicBezTo>
                <a:cubicBezTo>
                  <a:pt x="116598" y="117023"/>
                  <a:pt x="119285" y="117531"/>
                  <a:pt x="122792" y="117531"/>
                </a:cubicBezTo>
                <a:lnTo>
                  <a:pt x="122792" y="120671"/>
                </a:lnTo>
                <a:lnTo>
                  <a:pt x="82993" y="120671"/>
                </a:lnTo>
                <a:lnTo>
                  <a:pt x="82993" y="117531"/>
                </a:lnTo>
                <a:cubicBezTo>
                  <a:pt x="86953" y="117531"/>
                  <a:pt x="89895" y="116910"/>
                  <a:pt x="91818" y="115669"/>
                </a:cubicBezTo>
                <a:cubicBezTo>
                  <a:pt x="93233" y="114766"/>
                  <a:pt x="94223" y="113326"/>
                  <a:pt x="94789" y="111349"/>
                </a:cubicBezTo>
                <a:cubicBezTo>
                  <a:pt x="95071" y="110389"/>
                  <a:pt x="95213" y="107652"/>
                  <a:pt x="95213" y="103136"/>
                </a:cubicBezTo>
                <a:lnTo>
                  <a:pt x="95213" y="73078"/>
                </a:lnTo>
                <a:cubicBezTo>
                  <a:pt x="95213" y="64045"/>
                  <a:pt x="95029" y="58669"/>
                  <a:pt x="94661" y="56949"/>
                </a:cubicBezTo>
                <a:cubicBezTo>
                  <a:pt x="94294" y="55227"/>
                  <a:pt x="93615" y="53971"/>
                  <a:pt x="92625" y="53181"/>
                </a:cubicBezTo>
                <a:cubicBezTo>
                  <a:pt x="91635" y="52390"/>
                  <a:pt x="90404" y="51995"/>
                  <a:pt x="88933" y="51995"/>
                </a:cubicBezTo>
                <a:cubicBezTo>
                  <a:pt x="87179" y="51995"/>
                  <a:pt x="85199" y="52419"/>
                  <a:pt x="82993" y="53265"/>
                </a:cubicBezTo>
                <a:lnTo>
                  <a:pt x="82144" y="50216"/>
                </a:lnTo>
                <a:lnTo>
                  <a:pt x="105651" y="40733"/>
                </a:lnTo>
                <a:lnTo>
                  <a:pt x="109215" y="40733"/>
                </a:lnTo>
                <a:close/>
                <a:moveTo>
                  <a:pt x="167427" y="57280"/>
                </a:moveTo>
                <a:cubicBezTo>
                  <a:pt x="173085" y="51623"/>
                  <a:pt x="176423" y="48370"/>
                  <a:pt x="177441" y="47521"/>
                </a:cubicBezTo>
                <a:cubicBezTo>
                  <a:pt x="179987" y="45372"/>
                  <a:pt x="182730" y="43703"/>
                  <a:pt x="185672" y="42515"/>
                </a:cubicBezTo>
                <a:cubicBezTo>
                  <a:pt x="188614" y="41327"/>
                  <a:pt x="191528" y="40733"/>
                  <a:pt x="194413" y="40733"/>
                </a:cubicBezTo>
                <a:cubicBezTo>
                  <a:pt x="199278" y="40733"/>
                  <a:pt x="203465" y="42147"/>
                  <a:pt x="206972" y="44976"/>
                </a:cubicBezTo>
                <a:cubicBezTo>
                  <a:pt x="210480" y="47804"/>
                  <a:pt x="212827" y="51906"/>
                  <a:pt x="214015" y="57280"/>
                </a:cubicBezTo>
                <a:cubicBezTo>
                  <a:pt x="219843" y="50492"/>
                  <a:pt x="224764" y="46036"/>
                  <a:pt x="228781" y="43915"/>
                </a:cubicBezTo>
                <a:cubicBezTo>
                  <a:pt x="232798" y="41793"/>
                  <a:pt x="236928" y="40733"/>
                  <a:pt x="241171" y="40733"/>
                </a:cubicBezTo>
                <a:cubicBezTo>
                  <a:pt x="245300" y="40733"/>
                  <a:pt x="248964" y="41792"/>
                  <a:pt x="252160" y="43910"/>
                </a:cubicBezTo>
                <a:cubicBezTo>
                  <a:pt x="255356" y="46026"/>
                  <a:pt x="257888" y="49483"/>
                  <a:pt x="259755" y="54281"/>
                </a:cubicBezTo>
                <a:cubicBezTo>
                  <a:pt x="261000" y="57555"/>
                  <a:pt x="261622" y="62692"/>
                  <a:pt x="261622" y="69691"/>
                </a:cubicBezTo>
                <a:lnTo>
                  <a:pt x="261622" y="103052"/>
                </a:lnTo>
                <a:cubicBezTo>
                  <a:pt x="261622" y="107906"/>
                  <a:pt x="261990" y="111237"/>
                  <a:pt x="262725" y="113044"/>
                </a:cubicBezTo>
                <a:cubicBezTo>
                  <a:pt x="263291" y="114285"/>
                  <a:pt x="264337" y="115343"/>
                  <a:pt x="265865" y="116218"/>
                </a:cubicBezTo>
                <a:cubicBezTo>
                  <a:pt x="267392" y="117093"/>
                  <a:pt x="269882" y="117531"/>
                  <a:pt x="273332" y="117531"/>
                </a:cubicBezTo>
                <a:lnTo>
                  <a:pt x="273332" y="120671"/>
                </a:lnTo>
                <a:lnTo>
                  <a:pt x="234976" y="120671"/>
                </a:lnTo>
                <a:lnTo>
                  <a:pt x="234976" y="117531"/>
                </a:lnTo>
                <a:lnTo>
                  <a:pt x="236588" y="117531"/>
                </a:lnTo>
                <a:cubicBezTo>
                  <a:pt x="239926" y="117531"/>
                  <a:pt x="242528" y="116884"/>
                  <a:pt x="244395" y="115590"/>
                </a:cubicBezTo>
                <a:cubicBezTo>
                  <a:pt x="245696" y="114688"/>
                  <a:pt x="246630" y="113252"/>
                  <a:pt x="247196" y="111283"/>
                </a:cubicBezTo>
                <a:cubicBezTo>
                  <a:pt x="247422" y="110327"/>
                  <a:pt x="247535" y="107597"/>
                  <a:pt x="247535" y="103094"/>
                </a:cubicBezTo>
                <a:lnTo>
                  <a:pt x="247535" y="69829"/>
                </a:lnTo>
                <a:cubicBezTo>
                  <a:pt x="247535" y="63525"/>
                  <a:pt x="246771" y="59078"/>
                  <a:pt x="245244" y="56490"/>
                </a:cubicBezTo>
                <a:cubicBezTo>
                  <a:pt x="243038" y="52887"/>
                  <a:pt x="239502" y="51086"/>
                  <a:pt x="234636" y="51086"/>
                </a:cubicBezTo>
                <a:cubicBezTo>
                  <a:pt x="231638" y="51086"/>
                  <a:pt x="228626" y="51832"/>
                  <a:pt x="225599" y="53324"/>
                </a:cubicBezTo>
                <a:cubicBezTo>
                  <a:pt x="222572" y="54814"/>
                  <a:pt x="218909" y="57586"/>
                  <a:pt x="214609" y="61640"/>
                </a:cubicBezTo>
                <a:lnTo>
                  <a:pt x="214440" y="62568"/>
                </a:lnTo>
                <a:lnTo>
                  <a:pt x="214609" y="66199"/>
                </a:lnTo>
                <a:lnTo>
                  <a:pt x="214609" y="103094"/>
                </a:lnTo>
                <a:cubicBezTo>
                  <a:pt x="214609" y="108385"/>
                  <a:pt x="214906" y="111678"/>
                  <a:pt x="215501" y="112972"/>
                </a:cubicBezTo>
                <a:cubicBezTo>
                  <a:pt x="216095" y="114266"/>
                  <a:pt x="217212" y="115350"/>
                  <a:pt x="218852" y="116223"/>
                </a:cubicBezTo>
                <a:cubicBezTo>
                  <a:pt x="220493" y="117095"/>
                  <a:pt x="223293" y="117531"/>
                  <a:pt x="227254" y="117531"/>
                </a:cubicBezTo>
                <a:lnTo>
                  <a:pt x="227254" y="120671"/>
                </a:lnTo>
                <a:lnTo>
                  <a:pt x="187964" y="120671"/>
                </a:lnTo>
                <a:lnTo>
                  <a:pt x="187964" y="117531"/>
                </a:lnTo>
                <a:cubicBezTo>
                  <a:pt x="192263" y="117531"/>
                  <a:pt x="195219" y="117024"/>
                  <a:pt x="196831" y="116011"/>
                </a:cubicBezTo>
                <a:cubicBezTo>
                  <a:pt x="198444" y="114998"/>
                  <a:pt x="199561" y="113479"/>
                  <a:pt x="200183" y="111453"/>
                </a:cubicBezTo>
                <a:cubicBezTo>
                  <a:pt x="200466" y="110495"/>
                  <a:pt x="200608" y="107708"/>
                  <a:pt x="200608" y="103094"/>
                </a:cubicBezTo>
                <a:lnTo>
                  <a:pt x="200608" y="69829"/>
                </a:lnTo>
                <a:cubicBezTo>
                  <a:pt x="200608" y="63525"/>
                  <a:pt x="199674" y="58993"/>
                  <a:pt x="197807" y="56236"/>
                </a:cubicBezTo>
                <a:cubicBezTo>
                  <a:pt x="195318" y="52633"/>
                  <a:pt x="191839" y="50831"/>
                  <a:pt x="187369" y="50831"/>
                </a:cubicBezTo>
                <a:cubicBezTo>
                  <a:pt x="184315" y="50831"/>
                  <a:pt x="181288" y="51647"/>
                  <a:pt x="178289" y="53279"/>
                </a:cubicBezTo>
                <a:cubicBezTo>
                  <a:pt x="173594" y="55756"/>
                  <a:pt x="169973" y="58542"/>
                  <a:pt x="167427" y="61637"/>
                </a:cubicBezTo>
                <a:lnTo>
                  <a:pt x="167427" y="103094"/>
                </a:lnTo>
                <a:cubicBezTo>
                  <a:pt x="167427" y="108159"/>
                  <a:pt x="167781" y="111452"/>
                  <a:pt x="168488" y="112972"/>
                </a:cubicBezTo>
                <a:cubicBezTo>
                  <a:pt x="169195" y="114491"/>
                  <a:pt x="170242" y="115630"/>
                  <a:pt x="171628" y="116391"/>
                </a:cubicBezTo>
                <a:cubicBezTo>
                  <a:pt x="173014" y="117151"/>
                  <a:pt x="175829" y="117531"/>
                  <a:pt x="180072" y="117531"/>
                </a:cubicBezTo>
                <a:lnTo>
                  <a:pt x="180072" y="120671"/>
                </a:lnTo>
                <a:lnTo>
                  <a:pt x="141630" y="120671"/>
                </a:lnTo>
                <a:lnTo>
                  <a:pt x="141630" y="117531"/>
                </a:lnTo>
                <a:cubicBezTo>
                  <a:pt x="145194" y="117531"/>
                  <a:pt x="147683" y="117150"/>
                  <a:pt x="149098" y="116388"/>
                </a:cubicBezTo>
                <a:cubicBezTo>
                  <a:pt x="150512" y="115626"/>
                  <a:pt x="151587" y="114412"/>
                  <a:pt x="152322" y="112747"/>
                </a:cubicBezTo>
                <a:cubicBezTo>
                  <a:pt x="153058" y="111081"/>
                  <a:pt x="153426" y="107850"/>
                  <a:pt x="153426" y="103052"/>
                </a:cubicBezTo>
                <a:lnTo>
                  <a:pt x="153426" y="73417"/>
                </a:lnTo>
                <a:cubicBezTo>
                  <a:pt x="153426" y="64892"/>
                  <a:pt x="153171" y="59389"/>
                  <a:pt x="152662" y="56906"/>
                </a:cubicBezTo>
                <a:cubicBezTo>
                  <a:pt x="152266" y="55043"/>
                  <a:pt x="151644" y="53759"/>
                  <a:pt x="150795" y="53053"/>
                </a:cubicBezTo>
                <a:cubicBezTo>
                  <a:pt x="149946" y="52348"/>
                  <a:pt x="148787" y="51995"/>
                  <a:pt x="147316" y="51995"/>
                </a:cubicBezTo>
                <a:cubicBezTo>
                  <a:pt x="145732" y="51995"/>
                  <a:pt x="143836" y="52419"/>
                  <a:pt x="141630" y="53265"/>
                </a:cubicBezTo>
                <a:lnTo>
                  <a:pt x="140357" y="50216"/>
                </a:lnTo>
                <a:lnTo>
                  <a:pt x="163778" y="40733"/>
                </a:lnTo>
                <a:lnTo>
                  <a:pt x="167427" y="40733"/>
                </a:lnTo>
                <a:lnTo>
                  <a:pt x="167427" y="57280"/>
                </a:lnTo>
                <a:close/>
                <a:moveTo>
                  <a:pt x="299329" y="0"/>
                </a:moveTo>
                <a:cubicBezTo>
                  <a:pt x="301705" y="0"/>
                  <a:pt x="303727" y="839"/>
                  <a:pt x="305396" y="2517"/>
                </a:cubicBezTo>
                <a:cubicBezTo>
                  <a:pt x="307065" y="4193"/>
                  <a:pt x="307899" y="6225"/>
                  <a:pt x="307899" y="8613"/>
                </a:cubicBezTo>
                <a:cubicBezTo>
                  <a:pt x="307899" y="11002"/>
                  <a:pt x="307065" y="13049"/>
                  <a:pt x="305396" y="14755"/>
                </a:cubicBezTo>
                <a:cubicBezTo>
                  <a:pt x="303727" y="16459"/>
                  <a:pt x="301705" y="17311"/>
                  <a:pt x="299329" y="17311"/>
                </a:cubicBezTo>
                <a:cubicBezTo>
                  <a:pt x="296952" y="17311"/>
                  <a:pt x="294916" y="16459"/>
                  <a:pt x="293219" y="14755"/>
                </a:cubicBezTo>
                <a:cubicBezTo>
                  <a:pt x="291521" y="13049"/>
                  <a:pt x="290673" y="11002"/>
                  <a:pt x="290673" y="8613"/>
                </a:cubicBezTo>
                <a:cubicBezTo>
                  <a:pt x="290673" y="6225"/>
                  <a:pt x="291507" y="4193"/>
                  <a:pt x="293176" y="2517"/>
                </a:cubicBezTo>
                <a:cubicBezTo>
                  <a:pt x="294845" y="839"/>
                  <a:pt x="296896" y="0"/>
                  <a:pt x="299329" y="0"/>
                </a:cubicBezTo>
                <a:moveTo>
                  <a:pt x="306372" y="40733"/>
                </a:moveTo>
                <a:lnTo>
                  <a:pt x="306372" y="103052"/>
                </a:lnTo>
                <a:cubicBezTo>
                  <a:pt x="306372" y="107906"/>
                  <a:pt x="306725" y="111138"/>
                  <a:pt x="307433" y="112747"/>
                </a:cubicBezTo>
                <a:cubicBezTo>
                  <a:pt x="308140" y="114356"/>
                  <a:pt x="309186" y="115555"/>
                  <a:pt x="310572" y="116345"/>
                </a:cubicBezTo>
                <a:cubicBezTo>
                  <a:pt x="311958" y="117136"/>
                  <a:pt x="314490" y="117531"/>
                  <a:pt x="318167" y="117531"/>
                </a:cubicBezTo>
                <a:lnTo>
                  <a:pt x="318167" y="120671"/>
                </a:lnTo>
                <a:lnTo>
                  <a:pt x="280405" y="120671"/>
                </a:lnTo>
                <a:lnTo>
                  <a:pt x="280405" y="117531"/>
                </a:lnTo>
                <a:cubicBezTo>
                  <a:pt x="284195" y="117531"/>
                  <a:pt x="286741" y="117164"/>
                  <a:pt x="288042" y="116430"/>
                </a:cubicBezTo>
                <a:cubicBezTo>
                  <a:pt x="289343" y="115697"/>
                  <a:pt x="290376" y="114483"/>
                  <a:pt x="291140" y="112789"/>
                </a:cubicBezTo>
                <a:cubicBezTo>
                  <a:pt x="291903" y="111096"/>
                  <a:pt x="292285" y="107850"/>
                  <a:pt x="292285" y="103052"/>
                </a:cubicBezTo>
                <a:lnTo>
                  <a:pt x="292285" y="73162"/>
                </a:lnTo>
                <a:cubicBezTo>
                  <a:pt x="292285" y="64751"/>
                  <a:pt x="292031" y="59304"/>
                  <a:pt x="291521" y="56822"/>
                </a:cubicBezTo>
                <a:cubicBezTo>
                  <a:pt x="291125" y="55015"/>
                  <a:pt x="290503" y="53759"/>
                  <a:pt x="289654" y="53053"/>
                </a:cubicBezTo>
                <a:cubicBezTo>
                  <a:pt x="288806" y="52348"/>
                  <a:pt x="287646" y="51995"/>
                  <a:pt x="286175" y="51995"/>
                </a:cubicBezTo>
                <a:cubicBezTo>
                  <a:pt x="284591" y="51995"/>
                  <a:pt x="282668" y="52419"/>
                  <a:pt x="280405" y="53265"/>
                </a:cubicBezTo>
                <a:lnTo>
                  <a:pt x="279217" y="50216"/>
                </a:lnTo>
                <a:lnTo>
                  <a:pt x="302638" y="40733"/>
                </a:lnTo>
                <a:lnTo>
                  <a:pt x="306372" y="40733"/>
                </a:lnTo>
                <a:close/>
                <a:moveTo>
                  <a:pt x="350529" y="57196"/>
                </a:moveTo>
                <a:cubicBezTo>
                  <a:pt x="359637" y="46220"/>
                  <a:pt x="368321" y="40733"/>
                  <a:pt x="376581" y="40733"/>
                </a:cubicBezTo>
                <a:cubicBezTo>
                  <a:pt x="380824" y="40733"/>
                  <a:pt x="384473" y="41792"/>
                  <a:pt x="387528" y="43910"/>
                </a:cubicBezTo>
                <a:cubicBezTo>
                  <a:pt x="390582" y="46026"/>
                  <a:pt x="393015" y="49511"/>
                  <a:pt x="394825" y="54366"/>
                </a:cubicBezTo>
                <a:cubicBezTo>
                  <a:pt x="396070" y="57752"/>
                  <a:pt x="396692" y="62945"/>
                  <a:pt x="396692" y="69946"/>
                </a:cubicBezTo>
                <a:lnTo>
                  <a:pt x="396692" y="103052"/>
                </a:lnTo>
                <a:cubicBezTo>
                  <a:pt x="396692" y="107963"/>
                  <a:pt x="397088" y="111294"/>
                  <a:pt x="397880" y="113044"/>
                </a:cubicBezTo>
                <a:cubicBezTo>
                  <a:pt x="398503" y="114455"/>
                  <a:pt x="399507" y="115555"/>
                  <a:pt x="400893" y="116345"/>
                </a:cubicBezTo>
                <a:cubicBezTo>
                  <a:pt x="402279" y="117136"/>
                  <a:pt x="404839" y="117531"/>
                  <a:pt x="408573" y="117531"/>
                </a:cubicBezTo>
                <a:lnTo>
                  <a:pt x="408573" y="120671"/>
                </a:lnTo>
                <a:lnTo>
                  <a:pt x="370131" y="120671"/>
                </a:lnTo>
                <a:lnTo>
                  <a:pt x="370131" y="117531"/>
                </a:lnTo>
                <a:lnTo>
                  <a:pt x="371744" y="117531"/>
                </a:lnTo>
                <a:cubicBezTo>
                  <a:pt x="375364" y="117531"/>
                  <a:pt x="377896" y="116982"/>
                  <a:pt x="379339" y="115884"/>
                </a:cubicBezTo>
                <a:cubicBezTo>
                  <a:pt x="380781" y="114786"/>
                  <a:pt x="381785" y="113169"/>
                  <a:pt x="382351" y="111031"/>
                </a:cubicBezTo>
                <a:cubicBezTo>
                  <a:pt x="382577" y="110186"/>
                  <a:pt x="382691" y="107540"/>
                  <a:pt x="382691" y="103094"/>
                </a:cubicBezTo>
                <a:lnTo>
                  <a:pt x="382691" y="71433"/>
                </a:lnTo>
                <a:cubicBezTo>
                  <a:pt x="382691" y="64399"/>
                  <a:pt x="381771" y="59291"/>
                  <a:pt x="379933" y="56111"/>
                </a:cubicBezTo>
                <a:cubicBezTo>
                  <a:pt x="378094" y="52930"/>
                  <a:pt x="374997" y="51340"/>
                  <a:pt x="370640" y="51340"/>
                </a:cubicBezTo>
                <a:cubicBezTo>
                  <a:pt x="363908" y="51340"/>
                  <a:pt x="357204" y="54999"/>
                  <a:pt x="350529" y="62316"/>
                </a:cubicBezTo>
                <a:lnTo>
                  <a:pt x="350529" y="103094"/>
                </a:lnTo>
                <a:cubicBezTo>
                  <a:pt x="350529" y="108329"/>
                  <a:pt x="350840" y="111565"/>
                  <a:pt x="351462" y="112803"/>
                </a:cubicBezTo>
                <a:cubicBezTo>
                  <a:pt x="352254" y="114434"/>
                  <a:pt x="353343" y="115630"/>
                  <a:pt x="354729" y="116391"/>
                </a:cubicBezTo>
                <a:cubicBezTo>
                  <a:pt x="356115" y="117151"/>
                  <a:pt x="358930" y="117531"/>
                  <a:pt x="363173" y="117531"/>
                </a:cubicBezTo>
                <a:lnTo>
                  <a:pt x="363173" y="120671"/>
                </a:lnTo>
                <a:lnTo>
                  <a:pt x="324731" y="120671"/>
                </a:lnTo>
                <a:lnTo>
                  <a:pt x="324731" y="117531"/>
                </a:lnTo>
                <a:lnTo>
                  <a:pt x="326428" y="117531"/>
                </a:lnTo>
                <a:cubicBezTo>
                  <a:pt x="330389" y="117531"/>
                  <a:pt x="333062" y="116529"/>
                  <a:pt x="334448" y="114526"/>
                </a:cubicBezTo>
                <a:cubicBezTo>
                  <a:pt x="335834" y="112521"/>
                  <a:pt x="336527" y="108697"/>
                  <a:pt x="336527" y="103052"/>
                </a:cubicBezTo>
                <a:lnTo>
                  <a:pt x="336527" y="74263"/>
                </a:lnTo>
                <a:cubicBezTo>
                  <a:pt x="336527" y="64950"/>
                  <a:pt x="336315" y="59277"/>
                  <a:pt x="335890" y="57246"/>
                </a:cubicBezTo>
                <a:cubicBezTo>
                  <a:pt x="335466" y="55213"/>
                  <a:pt x="334815" y="53829"/>
                  <a:pt x="333939" y="53096"/>
                </a:cubicBezTo>
                <a:cubicBezTo>
                  <a:pt x="333062" y="52362"/>
                  <a:pt x="331888" y="51995"/>
                  <a:pt x="330417" y="51995"/>
                </a:cubicBezTo>
                <a:cubicBezTo>
                  <a:pt x="328833" y="51995"/>
                  <a:pt x="326938" y="52419"/>
                  <a:pt x="324731" y="53265"/>
                </a:cubicBezTo>
                <a:lnTo>
                  <a:pt x="323458" y="50216"/>
                </a:lnTo>
                <a:lnTo>
                  <a:pt x="346880" y="40733"/>
                </a:lnTo>
                <a:lnTo>
                  <a:pt x="350529" y="40733"/>
                </a:lnTo>
                <a:lnTo>
                  <a:pt x="350529" y="57196"/>
                </a:lnTo>
                <a:close/>
                <a:moveTo>
                  <a:pt x="435558" y="92346"/>
                </a:moveTo>
                <a:cubicBezTo>
                  <a:pt x="430806" y="90030"/>
                  <a:pt x="427157" y="86796"/>
                  <a:pt x="424611" y="82643"/>
                </a:cubicBezTo>
                <a:cubicBezTo>
                  <a:pt x="422065" y="78490"/>
                  <a:pt x="420792" y="73899"/>
                  <a:pt x="420792" y="68869"/>
                </a:cubicBezTo>
                <a:cubicBezTo>
                  <a:pt x="420792" y="61186"/>
                  <a:pt x="423692" y="54575"/>
                  <a:pt x="429491" y="49038"/>
                </a:cubicBezTo>
                <a:cubicBezTo>
                  <a:pt x="435289" y="43501"/>
                  <a:pt x="442715" y="40733"/>
                  <a:pt x="451766" y="40733"/>
                </a:cubicBezTo>
                <a:cubicBezTo>
                  <a:pt x="459177" y="40733"/>
                  <a:pt x="465598" y="42543"/>
                  <a:pt x="471029" y="46164"/>
                </a:cubicBezTo>
                <a:lnTo>
                  <a:pt x="487492" y="46164"/>
                </a:lnTo>
                <a:cubicBezTo>
                  <a:pt x="489925" y="46164"/>
                  <a:pt x="491339" y="46234"/>
                  <a:pt x="491735" y="46373"/>
                </a:cubicBezTo>
                <a:cubicBezTo>
                  <a:pt x="492131" y="46513"/>
                  <a:pt x="492414" y="46751"/>
                  <a:pt x="492584" y="47087"/>
                </a:cubicBezTo>
                <a:cubicBezTo>
                  <a:pt x="492923" y="47590"/>
                  <a:pt x="493093" y="48486"/>
                  <a:pt x="493093" y="49773"/>
                </a:cubicBezTo>
                <a:cubicBezTo>
                  <a:pt x="493093" y="51226"/>
                  <a:pt x="492952" y="52233"/>
                  <a:pt x="492669" y="52793"/>
                </a:cubicBezTo>
                <a:cubicBezTo>
                  <a:pt x="492499" y="53073"/>
                  <a:pt x="492202" y="53296"/>
                  <a:pt x="491778" y="53464"/>
                </a:cubicBezTo>
                <a:cubicBezTo>
                  <a:pt x="491353" y="53632"/>
                  <a:pt x="489925" y="53716"/>
                  <a:pt x="487492" y="53716"/>
                </a:cubicBezTo>
                <a:lnTo>
                  <a:pt x="477394" y="53716"/>
                </a:lnTo>
                <a:cubicBezTo>
                  <a:pt x="480562" y="57798"/>
                  <a:pt x="482146" y="63014"/>
                  <a:pt x="482146" y="69362"/>
                </a:cubicBezTo>
                <a:cubicBezTo>
                  <a:pt x="482146" y="76618"/>
                  <a:pt x="479374" y="82825"/>
                  <a:pt x="473830" y="87984"/>
                </a:cubicBezTo>
                <a:cubicBezTo>
                  <a:pt x="468286" y="93142"/>
                  <a:pt x="460846" y="95722"/>
                  <a:pt x="451512" y="95722"/>
                </a:cubicBezTo>
                <a:cubicBezTo>
                  <a:pt x="447665" y="95722"/>
                  <a:pt x="443733" y="95145"/>
                  <a:pt x="439716" y="93990"/>
                </a:cubicBezTo>
                <a:cubicBezTo>
                  <a:pt x="437227" y="96138"/>
                  <a:pt x="435544" y="98018"/>
                  <a:pt x="434667" y="99631"/>
                </a:cubicBezTo>
                <a:cubicBezTo>
                  <a:pt x="433790" y="101241"/>
                  <a:pt x="433352" y="102611"/>
                  <a:pt x="433352" y="103741"/>
                </a:cubicBezTo>
                <a:cubicBezTo>
                  <a:pt x="433352" y="104703"/>
                  <a:pt x="433818" y="105636"/>
                  <a:pt x="434752" y="106541"/>
                </a:cubicBezTo>
                <a:cubicBezTo>
                  <a:pt x="435685" y="107445"/>
                  <a:pt x="437510" y="108095"/>
                  <a:pt x="440225" y="108491"/>
                </a:cubicBezTo>
                <a:cubicBezTo>
                  <a:pt x="441809" y="108717"/>
                  <a:pt x="445769" y="108915"/>
                  <a:pt x="452106" y="109085"/>
                </a:cubicBezTo>
                <a:cubicBezTo>
                  <a:pt x="463760" y="109366"/>
                  <a:pt x="471312" y="109761"/>
                  <a:pt x="474763" y="110270"/>
                </a:cubicBezTo>
                <a:cubicBezTo>
                  <a:pt x="480025" y="111005"/>
                  <a:pt x="484225" y="112956"/>
                  <a:pt x="487365" y="116123"/>
                </a:cubicBezTo>
                <a:cubicBezTo>
                  <a:pt x="490505" y="119287"/>
                  <a:pt x="492075" y="123187"/>
                  <a:pt x="492075" y="127823"/>
                </a:cubicBezTo>
                <a:cubicBezTo>
                  <a:pt x="492075" y="134210"/>
                  <a:pt x="489076" y="140203"/>
                  <a:pt x="483080" y="145800"/>
                </a:cubicBezTo>
                <a:cubicBezTo>
                  <a:pt x="474254" y="154052"/>
                  <a:pt x="462741" y="158179"/>
                  <a:pt x="448542" y="158179"/>
                </a:cubicBezTo>
                <a:cubicBezTo>
                  <a:pt x="437623" y="158179"/>
                  <a:pt x="428402" y="155721"/>
                  <a:pt x="420877" y="150806"/>
                </a:cubicBezTo>
                <a:cubicBezTo>
                  <a:pt x="416634" y="147981"/>
                  <a:pt x="414513" y="145043"/>
                  <a:pt x="414513" y="141992"/>
                </a:cubicBezTo>
                <a:cubicBezTo>
                  <a:pt x="414513" y="140637"/>
                  <a:pt x="414824" y="139282"/>
                  <a:pt x="415446" y="137926"/>
                </a:cubicBezTo>
                <a:cubicBezTo>
                  <a:pt x="416408" y="135835"/>
                  <a:pt x="418388" y="132925"/>
                  <a:pt x="421386" y="129196"/>
                </a:cubicBezTo>
                <a:cubicBezTo>
                  <a:pt x="421782" y="128689"/>
                  <a:pt x="424668" y="125638"/>
                  <a:pt x="430042" y="120045"/>
                </a:cubicBezTo>
                <a:cubicBezTo>
                  <a:pt x="427100" y="118289"/>
                  <a:pt x="425021" y="116718"/>
                  <a:pt x="423805" y="115330"/>
                </a:cubicBezTo>
                <a:cubicBezTo>
                  <a:pt x="422589" y="113942"/>
                  <a:pt x="421980" y="112370"/>
                  <a:pt x="421980" y="110615"/>
                </a:cubicBezTo>
                <a:cubicBezTo>
                  <a:pt x="421980" y="108631"/>
                  <a:pt x="422787" y="106308"/>
                  <a:pt x="424399" y="103646"/>
                </a:cubicBezTo>
                <a:cubicBezTo>
                  <a:pt x="426011" y="100983"/>
                  <a:pt x="429731" y="97217"/>
                  <a:pt x="435558" y="92346"/>
                </a:cubicBezTo>
                <a:moveTo>
                  <a:pt x="450324" y="44976"/>
                </a:moveTo>
                <a:cubicBezTo>
                  <a:pt x="446137" y="44976"/>
                  <a:pt x="442630" y="46636"/>
                  <a:pt x="439801" y="49956"/>
                </a:cubicBezTo>
                <a:cubicBezTo>
                  <a:pt x="436972" y="53274"/>
                  <a:pt x="435558" y="58366"/>
                  <a:pt x="435558" y="65231"/>
                </a:cubicBezTo>
                <a:cubicBezTo>
                  <a:pt x="435558" y="74122"/>
                  <a:pt x="437482" y="81014"/>
                  <a:pt x="441328" y="85907"/>
                </a:cubicBezTo>
                <a:cubicBezTo>
                  <a:pt x="444270" y="89622"/>
                  <a:pt x="448004" y="91479"/>
                  <a:pt x="452530" y="91479"/>
                </a:cubicBezTo>
                <a:cubicBezTo>
                  <a:pt x="456830" y="91479"/>
                  <a:pt x="460365" y="89875"/>
                  <a:pt x="463137" y="86668"/>
                </a:cubicBezTo>
                <a:cubicBezTo>
                  <a:pt x="465910" y="83461"/>
                  <a:pt x="467296" y="78425"/>
                  <a:pt x="467296" y="71561"/>
                </a:cubicBezTo>
                <a:cubicBezTo>
                  <a:pt x="467296" y="62615"/>
                  <a:pt x="465344" y="55610"/>
                  <a:pt x="461440" y="50545"/>
                </a:cubicBezTo>
                <a:cubicBezTo>
                  <a:pt x="458555" y="46832"/>
                  <a:pt x="454849" y="44976"/>
                  <a:pt x="450324" y="44976"/>
                </a:cubicBezTo>
                <a:moveTo>
                  <a:pt x="434709" y="120721"/>
                </a:moveTo>
                <a:cubicBezTo>
                  <a:pt x="432050" y="123601"/>
                  <a:pt x="430042" y="126283"/>
                  <a:pt x="428684" y="128767"/>
                </a:cubicBezTo>
                <a:cubicBezTo>
                  <a:pt x="427327" y="131252"/>
                  <a:pt x="426648" y="133540"/>
                  <a:pt x="426648" y="135630"/>
                </a:cubicBezTo>
                <a:cubicBezTo>
                  <a:pt x="426648" y="138340"/>
                  <a:pt x="428288" y="140712"/>
                  <a:pt x="431570" y="142745"/>
                </a:cubicBezTo>
                <a:cubicBezTo>
                  <a:pt x="437227" y="146245"/>
                  <a:pt x="445402" y="147996"/>
                  <a:pt x="456094" y="147996"/>
                </a:cubicBezTo>
                <a:cubicBezTo>
                  <a:pt x="466277" y="147996"/>
                  <a:pt x="473787" y="146202"/>
                  <a:pt x="478624" y="142615"/>
                </a:cubicBezTo>
                <a:cubicBezTo>
                  <a:pt x="483461" y="139030"/>
                  <a:pt x="485880" y="135205"/>
                  <a:pt x="485880" y="131140"/>
                </a:cubicBezTo>
                <a:cubicBezTo>
                  <a:pt x="485880" y="128204"/>
                  <a:pt x="484437" y="126114"/>
                  <a:pt x="481552" y="124871"/>
                </a:cubicBezTo>
                <a:cubicBezTo>
                  <a:pt x="478610" y="123628"/>
                  <a:pt x="472783" y="122895"/>
                  <a:pt x="464071" y="122670"/>
                </a:cubicBezTo>
                <a:cubicBezTo>
                  <a:pt x="451342" y="122331"/>
                  <a:pt x="441555" y="121681"/>
                  <a:pt x="434709" y="12072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atask,solvingaproblem,">
            <a:extLst xmlns:a="http://schemas.openxmlformats.org/drawingml/2006/main">
              <a:ext uri="{FF2B5EF4-FFF2-40B4-BE49-F238E27FC236}">
                <a16:creationId xmlns:a16="http://schemas.microsoft.com/office/drawing/2014/main" id="{7561BB15-D541-4428-AB08-9F336A75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2049" y="7195204"/>
            <a:ext cx="1771050" cy="158179"/>
          </a:xfrm>
          <a:custGeom xmlns:a="http://schemas.openxmlformats.org/drawingml/2006/main">
            <a:pathLst>
              <a:path w="1771050" h="158179">
                <a:moveTo>
                  <a:pt x="43279" y="109469"/>
                </a:moveTo>
                <a:cubicBezTo>
                  <a:pt x="35302" y="115636"/>
                  <a:pt x="30295" y="119200"/>
                  <a:pt x="28258" y="120161"/>
                </a:cubicBezTo>
                <a:cubicBezTo>
                  <a:pt x="25203" y="121632"/>
                  <a:pt x="21950" y="122368"/>
                  <a:pt x="18499" y="122368"/>
                </a:cubicBezTo>
                <a:cubicBezTo>
                  <a:pt x="13125" y="122368"/>
                  <a:pt x="8698" y="120529"/>
                  <a:pt x="5219" y="116852"/>
                </a:cubicBezTo>
                <a:cubicBezTo>
                  <a:pt x="1740" y="113175"/>
                  <a:pt x="0" y="108338"/>
                  <a:pt x="0" y="102341"/>
                </a:cubicBezTo>
                <a:cubicBezTo>
                  <a:pt x="0" y="98551"/>
                  <a:pt x="849" y="95269"/>
                  <a:pt x="2546" y="92497"/>
                </a:cubicBezTo>
                <a:cubicBezTo>
                  <a:pt x="4865" y="88650"/>
                  <a:pt x="8896" y="85030"/>
                  <a:pt x="14638" y="81635"/>
                </a:cubicBezTo>
                <a:cubicBezTo>
                  <a:pt x="20380" y="78241"/>
                  <a:pt x="29927" y="74111"/>
                  <a:pt x="43279" y="69246"/>
                </a:cubicBezTo>
                <a:lnTo>
                  <a:pt x="43279" y="66191"/>
                </a:lnTo>
                <a:cubicBezTo>
                  <a:pt x="43279" y="58440"/>
                  <a:pt x="42048" y="53122"/>
                  <a:pt x="39587" y="50237"/>
                </a:cubicBezTo>
                <a:cubicBezTo>
                  <a:pt x="37126" y="47352"/>
                  <a:pt x="33548" y="45909"/>
                  <a:pt x="28852" y="45909"/>
                </a:cubicBezTo>
                <a:cubicBezTo>
                  <a:pt x="25288" y="45909"/>
                  <a:pt x="22460" y="46867"/>
                  <a:pt x="20366" y="48784"/>
                </a:cubicBezTo>
                <a:cubicBezTo>
                  <a:pt x="18217" y="50700"/>
                  <a:pt x="17142" y="52899"/>
                  <a:pt x="17142" y="55379"/>
                </a:cubicBezTo>
                <a:lnTo>
                  <a:pt x="17311" y="60282"/>
                </a:lnTo>
                <a:cubicBezTo>
                  <a:pt x="17311" y="62874"/>
                  <a:pt x="16647" y="64874"/>
                  <a:pt x="15317" y="66283"/>
                </a:cubicBezTo>
                <a:cubicBezTo>
                  <a:pt x="13988" y="67692"/>
                  <a:pt x="12248" y="68397"/>
                  <a:pt x="10098" y="68397"/>
                </a:cubicBezTo>
                <a:cubicBezTo>
                  <a:pt x="8005" y="68397"/>
                  <a:pt x="6294" y="67664"/>
                  <a:pt x="4964" y="66199"/>
                </a:cubicBezTo>
                <a:cubicBezTo>
                  <a:pt x="3635" y="64731"/>
                  <a:pt x="2970" y="62728"/>
                  <a:pt x="2970" y="60189"/>
                </a:cubicBezTo>
                <a:cubicBezTo>
                  <a:pt x="2970" y="55340"/>
                  <a:pt x="5459" y="50885"/>
                  <a:pt x="10438" y="46824"/>
                </a:cubicBezTo>
                <a:cubicBezTo>
                  <a:pt x="15416" y="42763"/>
                  <a:pt x="22403" y="40733"/>
                  <a:pt x="31398" y="40733"/>
                </a:cubicBezTo>
                <a:cubicBezTo>
                  <a:pt x="38300" y="40733"/>
                  <a:pt x="43957" y="41891"/>
                  <a:pt x="48370" y="44207"/>
                </a:cubicBezTo>
                <a:cubicBezTo>
                  <a:pt x="51708" y="45959"/>
                  <a:pt x="54169" y="48700"/>
                  <a:pt x="55753" y="52430"/>
                </a:cubicBezTo>
                <a:cubicBezTo>
                  <a:pt x="56771" y="54859"/>
                  <a:pt x="57280" y="59831"/>
                  <a:pt x="57280" y="67347"/>
                </a:cubicBezTo>
                <a:lnTo>
                  <a:pt x="57280" y="93706"/>
                </a:lnTo>
                <a:cubicBezTo>
                  <a:pt x="57280" y="101109"/>
                  <a:pt x="57422" y="105643"/>
                  <a:pt x="57705" y="107311"/>
                </a:cubicBezTo>
                <a:cubicBezTo>
                  <a:pt x="57988" y="108978"/>
                  <a:pt x="58454" y="110094"/>
                  <a:pt x="59105" y="110660"/>
                </a:cubicBezTo>
                <a:cubicBezTo>
                  <a:pt x="59755" y="111224"/>
                  <a:pt x="60505" y="111506"/>
                  <a:pt x="61354" y="111506"/>
                </a:cubicBezTo>
                <a:cubicBezTo>
                  <a:pt x="62259" y="111506"/>
                  <a:pt x="63051" y="111308"/>
                  <a:pt x="63730" y="110912"/>
                </a:cubicBezTo>
                <a:cubicBezTo>
                  <a:pt x="64918" y="110176"/>
                  <a:pt x="67209" y="108111"/>
                  <a:pt x="70603" y="104717"/>
                </a:cubicBezTo>
                <a:lnTo>
                  <a:pt x="70603" y="109469"/>
                </a:lnTo>
                <a:cubicBezTo>
                  <a:pt x="64267" y="117955"/>
                  <a:pt x="58214" y="122198"/>
                  <a:pt x="52443" y="122198"/>
                </a:cubicBezTo>
                <a:cubicBezTo>
                  <a:pt x="49671" y="122198"/>
                  <a:pt x="47465" y="121236"/>
                  <a:pt x="45824" y="119313"/>
                </a:cubicBezTo>
                <a:cubicBezTo>
                  <a:pt x="44184" y="117389"/>
                  <a:pt x="43335" y="114108"/>
                  <a:pt x="43279" y="109469"/>
                </a:cubicBezTo>
                <a:moveTo>
                  <a:pt x="43279" y="103906"/>
                </a:moveTo>
                <a:lnTo>
                  <a:pt x="43279" y="74422"/>
                </a:lnTo>
                <a:cubicBezTo>
                  <a:pt x="34736" y="77801"/>
                  <a:pt x="29220" y="80194"/>
                  <a:pt x="26731" y="81603"/>
                </a:cubicBezTo>
                <a:cubicBezTo>
                  <a:pt x="22262" y="84082"/>
                  <a:pt x="19065" y="86673"/>
                  <a:pt x="17142" y="89376"/>
                </a:cubicBezTo>
                <a:cubicBezTo>
                  <a:pt x="15218" y="92079"/>
                  <a:pt x="14256" y="95036"/>
                  <a:pt x="14256" y="98246"/>
                </a:cubicBezTo>
                <a:cubicBezTo>
                  <a:pt x="14256" y="102302"/>
                  <a:pt x="15473" y="105667"/>
                  <a:pt x="17905" y="108342"/>
                </a:cubicBezTo>
                <a:cubicBezTo>
                  <a:pt x="20338" y="111017"/>
                  <a:pt x="23138" y="112354"/>
                  <a:pt x="26307" y="112354"/>
                </a:cubicBezTo>
                <a:cubicBezTo>
                  <a:pt x="30606" y="112354"/>
                  <a:pt x="36263" y="109538"/>
                  <a:pt x="43279" y="103906"/>
                </a:cubicBezTo>
                <a:close/>
                <a:moveTo>
                  <a:pt x="142421" y="17311"/>
                </a:moveTo>
                <a:lnTo>
                  <a:pt x="142421" y="42939"/>
                </a:lnTo>
                <a:lnTo>
                  <a:pt x="160581" y="42939"/>
                </a:lnTo>
                <a:lnTo>
                  <a:pt x="160581" y="48879"/>
                </a:lnTo>
                <a:lnTo>
                  <a:pt x="142421" y="48879"/>
                </a:lnTo>
                <a:lnTo>
                  <a:pt x="142421" y="99217"/>
                </a:lnTo>
                <a:cubicBezTo>
                  <a:pt x="142421" y="104247"/>
                  <a:pt x="143142" y="107638"/>
                  <a:pt x="144585" y="109390"/>
                </a:cubicBezTo>
                <a:cubicBezTo>
                  <a:pt x="146028" y="111140"/>
                  <a:pt x="147881" y="112015"/>
                  <a:pt x="150143" y="112015"/>
                </a:cubicBezTo>
                <a:cubicBezTo>
                  <a:pt x="152010" y="112015"/>
                  <a:pt x="153821" y="111435"/>
                  <a:pt x="155574" y="110275"/>
                </a:cubicBezTo>
                <a:cubicBezTo>
                  <a:pt x="157328" y="109116"/>
                  <a:pt x="158686" y="107404"/>
                  <a:pt x="159648" y="105141"/>
                </a:cubicBezTo>
                <a:lnTo>
                  <a:pt x="162957" y="105141"/>
                </a:lnTo>
                <a:cubicBezTo>
                  <a:pt x="160977" y="110701"/>
                  <a:pt x="158177" y="114906"/>
                  <a:pt x="154556" y="117756"/>
                </a:cubicBezTo>
                <a:cubicBezTo>
                  <a:pt x="150935" y="120604"/>
                  <a:pt x="147202" y="122028"/>
                  <a:pt x="143355" y="122028"/>
                </a:cubicBezTo>
                <a:cubicBezTo>
                  <a:pt x="140752" y="122028"/>
                  <a:pt x="138206" y="121306"/>
                  <a:pt x="135717" y="119862"/>
                </a:cubicBezTo>
                <a:cubicBezTo>
                  <a:pt x="133228" y="118417"/>
                  <a:pt x="131389" y="116351"/>
                  <a:pt x="130201" y="113662"/>
                </a:cubicBezTo>
                <a:cubicBezTo>
                  <a:pt x="129013" y="110971"/>
                  <a:pt x="128419" y="106822"/>
                  <a:pt x="128419" y="101214"/>
                </a:cubicBezTo>
                <a:lnTo>
                  <a:pt x="128419" y="48879"/>
                </a:lnTo>
                <a:lnTo>
                  <a:pt x="116115" y="48879"/>
                </a:lnTo>
                <a:lnTo>
                  <a:pt x="116115" y="46079"/>
                </a:lnTo>
                <a:cubicBezTo>
                  <a:pt x="119226" y="44831"/>
                  <a:pt x="122408" y="42717"/>
                  <a:pt x="125661" y="39738"/>
                </a:cubicBezTo>
                <a:cubicBezTo>
                  <a:pt x="128914" y="36759"/>
                  <a:pt x="131814" y="33227"/>
                  <a:pt x="134360" y="29141"/>
                </a:cubicBezTo>
                <a:cubicBezTo>
                  <a:pt x="135661" y="26986"/>
                  <a:pt x="137471" y="23043"/>
                  <a:pt x="139791" y="17311"/>
                </a:cubicBezTo>
                <a:lnTo>
                  <a:pt x="142421" y="17311"/>
                </a:lnTo>
                <a:close/>
                <a:moveTo>
                  <a:pt x="212205" y="109469"/>
                </a:moveTo>
                <a:cubicBezTo>
                  <a:pt x="204229" y="115636"/>
                  <a:pt x="199222" y="119200"/>
                  <a:pt x="197185" y="120161"/>
                </a:cubicBezTo>
                <a:cubicBezTo>
                  <a:pt x="194130" y="121632"/>
                  <a:pt x="190877" y="122368"/>
                  <a:pt x="187426" y="122368"/>
                </a:cubicBezTo>
                <a:cubicBezTo>
                  <a:pt x="182052" y="122368"/>
                  <a:pt x="177625" y="120529"/>
                  <a:pt x="174146" y="116852"/>
                </a:cubicBezTo>
                <a:cubicBezTo>
                  <a:pt x="170666" y="113175"/>
                  <a:pt x="168927" y="108338"/>
                  <a:pt x="168927" y="102341"/>
                </a:cubicBezTo>
                <a:cubicBezTo>
                  <a:pt x="168927" y="98551"/>
                  <a:pt x="169775" y="95269"/>
                  <a:pt x="171473" y="92497"/>
                </a:cubicBezTo>
                <a:cubicBezTo>
                  <a:pt x="173792" y="88650"/>
                  <a:pt x="177823" y="85030"/>
                  <a:pt x="183565" y="81635"/>
                </a:cubicBezTo>
                <a:cubicBezTo>
                  <a:pt x="189307" y="78241"/>
                  <a:pt x="198854" y="74111"/>
                  <a:pt x="212205" y="69246"/>
                </a:cubicBezTo>
                <a:lnTo>
                  <a:pt x="212205" y="66191"/>
                </a:lnTo>
                <a:cubicBezTo>
                  <a:pt x="212205" y="58440"/>
                  <a:pt x="210975" y="53122"/>
                  <a:pt x="208514" y="50237"/>
                </a:cubicBezTo>
                <a:cubicBezTo>
                  <a:pt x="206053" y="47352"/>
                  <a:pt x="202475" y="45909"/>
                  <a:pt x="197779" y="45909"/>
                </a:cubicBezTo>
                <a:cubicBezTo>
                  <a:pt x="194215" y="45909"/>
                  <a:pt x="191386" y="46867"/>
                  <a:pt x="189293" y="48784"/>
                </a:cubicBezTo>
                <a:cubicBezTo>
                  <a:pt x="187143" y="50700"/>
                  <a:pt x="186069" y="52899"/>
                  <a:pt x="186069" y="55379"/>
                </a:cubicBezTo>
                <a:lnTo>
                  <a:pt x="186238" y="60282"/>
                </a:lnTo>
                <a:cubicBezTo>
                  <a:pt x="186238" y="62874"/>
                  <a:pt x="185573" y="64874"/>
                  <a:pt x="184244" y="66283"/>
                </a:cubicBezTo>
                <a:cubicBezTo>
                  <a:pt x="182915" y="67692"/>
                  <a:pt x="181175" y="68397"/>
                  <a:pt x="179025" y="68397"/>
                </a:cubicBezTo>
                <a:cubicBezTo>
                  <a:pt x="176932" y="68397"/>
                  <a:pt x="175221" y="67664"/>
                  <a:pt x="173891" y="66199"/>
                </a:cubicBezTo>
                <a:cubicBezTo>
                  <a:pt x="172562" y="64731"/>
                  <a:pt x="171897" y="62728"/>
                  <a:pt x="171897" y="60189"/>
                </a:cubicBezTo>
                <a:cubicBezTo>
                  <a:pt x="171897" y="55340"/>
                  <a:pt x="174386" y="50885"/>
                  <a:pt x="179365" y="46824"/>
                </a:cubicBezTo>
                <a:cubicBezTo>
                  <a:pt x="184343" y="42763"/>
                  <a:pt x="191330" y="40733"/>
                  <a:pt x="200325" y="40733"/>
                </a:cubicBezTo>
                <a:cubicBezTo>
                  <a:pt x="207227" y="40733"/>
                  <a:pt x="212884" y="41891"/>
                  <a:pt x="217297" y="44207"/>
                </a:cubicBezTo>
                <a:cubicBezTo>
                  <a:pt x="220635" y="45959"/>
                  <a:pt x="223096" y="48700"/>
                  <a:pt x="224680" y="52430"/>
                </a:cubicBezTo>
                <a:cubicBezTo>
                  <a:pt x="225698" y="54859"/>
                  <a:pt x="226207" y="59831"/>
                  <a:pt x="226207" y="67347"/>
                </a:cubicBezTo>
                <a:lnTo>
                  <a:pt x="226207" y="93706"/>
                </a:lnTo>
                <a:cubicBezTo>
                  <a:pt x="226207" y="101109"/>
                  <a:pt x="226349" y="105643"/>
                  <a:pt x="226631" y="107311"/>
                </a:cubicBezTo>
                <a:cubicBezTo>
                  <a:pt x="226914" y="108978"/>
                  <a:pt x="227381" y="110094"/>
                  <a:pt x="228032" y="110660"/>
                </a:cubicBezTo>
                <a:cubicBezTo>
                  <a:pt x="228682" y="111224"/>
                  <a:pt x="229432" y="111506"/>
                  <a:pt x="230280" y="111506"/>
                </a:cubicBezTo>
                <a:cubicBezTo>
                  <a:pt x="231186" y="111506"/>
                  <a:pt x="231978" y="111308"/>
                  <a:pt x="232657" y="110912"/>
                </a:cubicBezTo>
                <a:cubicBezTo>
                  <a:pt x="233845" y="110176"/>
                  <a:pt x="236136" y="108111"/>
                  <a:pt x="239530" y="104717"/>
                </a:cubicBezTo>
                <a:lnTo>
                  <a:pt x="239530" y="109469"/>
                </a:lnTo>
                <a:cubicBezTo>
                  <a:pt x="233194" y="117955"/>
                  <a:pt x="227141" y="122198"/>
                  <a:pt x="221370" y="122198"/>
                </a:cubicBezTo>
                <a:cubicBezTo>
                  <a:pt x="218598" y="122198"/>
                  <a:pt x="216392" y="121236"/>
                  <a:pt x="214751" y="119313"/>
                </a:cubicBezTo>
                <a:cubicBezTo>
                  <a:pt x="213111" y="117389"/>
                  <a:pt x="212262" y="114108"/>
                  <a:pt x="212205" y="109469"/>
                </a:cubicBezTo>
                <a:moveTo>
                  <a:pt x="212205" y="103906"/>
                </a:moveTo>
                <a:lnTo>
                  <a:pt x="212205" y="74422"/>
                </a:lnTo>
                <a:cubicBezTo>
                  <a:pt x="203663" y="77801"/>
                  <a:pt x="198147" y="80194"/>
                  <a:pt x="195658" y="81603"/>
                </a:cubicBezTo>
                <a:cubicBezTo>
                  <a:pt x="191188" y="84082"/>
                  <a:pt x="187992" y="86673"/>
                  <a:pt x="186069" y="89376"/>
                </a:cubicBezTo>
                <a:cubicBezTo>
                  <a:pt x="184145" y="92079"/>
                  <a:pt x="183183" y="95036"/>
                  <a:pt x="183183" y="98246"/>
                </a:cubicBezTo>
                <a:cubicBezTo>
                  <a:pt x="183183" y="102302"/>
                  <a:pt x="184400" y="105667"/>
                  <a:pt x="186832" y="108342"/>
                </a:cubicBezTo>
                <a:cubicBezTo>
                  <a:pt x="189265" y="111017"/>
                  <a:pt x="192065" y="112354"/>
                  <a:pt x="195233" y="112354"/>
                </a:cubicBezTo>
                <a:cubicBezTo>
                  <a:pt x="199533" y="112354"/>
                  <a:pt x="205190" y="109538"/>
                  <a:pt x="212205" y="103906"/>
                </a:cubicBezTo>
                <a:close/>
                <a:moveTo>
                  <a:pt x="295564" y="40733"/>
                </a:moveTo>
                <a:lnTo>
                  <a:pt x="295564" y="67039"/>
                </a:lnTo>
                <a:lnTo>
                  <a:pt x="292764" y="67039"/>
                </a:lnTo>
                <a:cubicBezTo>
                  <a:pt x="290614" y="58788"/>
                  <a:pt x="287856" y="53176"/>
                  <a:pt x="284490" y="50203"/>
                </a:cubicBezTo>
                <a:cubicBezTo>
                  <a:pt x="281124" y="47227"/>
                  <a:pt x="276839" y="45739"/>
                  <a:pt x="271634" y="45739"/>
                </a:cubicBezTo>
                <a:cubicBezTo>
                  <a:pt x="267674" y="45739"/>
                  <a:pt x="264477" y="46785"/>
                  <a:pt x="262045" y="48877"/>
                </a:cubicBezTo>
                <a:cubicBezTo>
                  <a:pt x="259612" y="50966"/>
                  <a:pt x="258396" y="53283"/>
                  <a:pt x="258396" y="55827"/>
                </a:cubicBezTo>
                <a:cubicBezTo>
                  <a:pt x="258396" y="58992"/>
                  <a:pt x="259301" y="61704"/>
                  <a:pt x="261111" y="63963"/>
                </a:cubicBezTo>
                <a:cubicBezTo>
                  <a:pt x="262865" y="66281"/>
                  <a:pt x="266429" y="68739"/>
                  <a:pt x="271804" y="71338"/>
                </a:cubicBezTo>
                <a:lnTo>
                  <a:pt x="284193" y="77358"/>
                </a:lnTo>
                <a:cubicBezTo>
                  <a:pt x="295677" y="82951"/>
                  <a:pt x="301420" y="90326"/>
                  <a:pt x="301420" y="99482"/>
                </a:cubicBezTo>
                <a:cubicBezTo>
                  <a:pt x="301420" y="106545"/>
                  <a:pt x="298747" y="112239"/>
                  <a:pt x="293400" y="116563"/>
                </a:cubicBezTo>
                <a:cubicBezTo>
                  <a:pt x="288054" y="120885"/>
                  <a:pt x="282072" y="123047"/>
                  <a:pt x="275453" y="123047"/>
                </a:cubicBezTo>
                <a:cubicBezTo>
                  <a:pt x="270700" y="123047"/>
                  <a:pt x="265269" y="122198"/>
                  <a:pt x="259159" y="120501"/>
                </a:cubicBezTo>
                <a:cubicBezTo>
                  <a:pt x="257293" y="119935"/>
                  <a:pt x="255765" y="119652"/>
                  <a:pt x="254577" y="119652"/>
                </a:cubicBezTo>
                <a:cubicBezTo>
                  <a:pt x="253276" y="119652"/>
                  <a:pt x="252257" y="120388"/>
                  <a:pt x="251522" y="121859"/>
                </a:cubicBezTo>
                <a:lnTo>
                  <a:pt x="248722" y="121859"/>
                </a:lnTo>
                <a:lnTo>
                  <a:pt x="248722" y="94025"/>
                </a:lnTo>
                <a:lnTo>
                  <a:pt x="251522" y="94025"/>
                </a:lnTo>
                <a:cubicBezTo>
                  <a:pt x="253106" y="101973"/>
                  <a:pt x="256133" y="107963"/>
                  <a:pt x="260602" y="111994"/>
                </a:cubicBezTo>
                <a:cubicBezTo>
                  <a:pt x="265071" y="116025"/>
                  <a:pt x="270078" y="118040"/>
                  <a:pt x="275622" y="118040"/>
                </a:cubicBezTo>
                <a:cubicBezTo>
                  <a:pt x="279526" y="118040"/>
                  <a:pt x="282708" y="116896"/>
                  <a:pt x="285169" y="114608"/>
                </a:cubicBezTo>
                <a:cubicBezTo>
                  <a:pt x="287630" y="112319"/>
                  <a:pt x="288860" y="109564"/>
                  <a:pt x="288860" y="106343"/>
                </a:cubicBezTo>
                <a:cubicBezTo>
                  <a:pt x="288860" y="102443"/>
                  <a:pt x="287488" y="99165"/>
                  <a:pt x="284745" y="96509"/>
                </a:cubicBezTo>
                <a:cubicBezTo>
                  <a:pt x="282001" y="93854"/>
                  <a:pt x="276527" y="90492"/>
                  <a:pt x="268324" y="86424"/>
                </a:cubicBezTo>
                <a:cubicBezTo>
                  <a:pt x="260121" y="82355"/>
                  <a:pt x="254747" y="78681"/>
                  <a:pt x="252201" y="75403"/>
                </a:cubicBezTo>
                <a:cubicBezTo>
                  <a:pt x="249655" y="72182"/>
                  <a:pt x="248382" y="68113"/>
                  <a:pt x="248382" y="63197"/>
                </a:cubicBezTo>
                <a:cubicBezTo>
                  <a:pt x="248382" y="56811"/>
                  <a:pt x="250574" y="51471"/>
                  <a:pt x="254959" y="47177"/>
                </a:cubicBezTo>
                <a:cubicBezTo>
                  <a:pt x="259343" y="42881"/>
                  <a:pt x="265015" y="40733"/>
                  <a:pt x="271973" y="40733"/>
                </a:cubicBezTo>
                <a:cubicBezTo>
                  <a:pt x="275028" y="40733"/>
                  <a:pt x="278734" y="41383"/>
                  <a:pt x="283090" y="42684"/>
                </a:cubicBezTo>
                <a:cubicBezTo>
                  <a:pt x="285975" y="43533"/>
                  <a:pt x="287899" y="43957"/>
                  <a:pt x="288860" y="43957"/>
                </a:cubicBezTo>
                <a:cubicBezTo>
                  <a:pt x="289766" y="43957"/>
                  <a:pt x="290473" y="43759"/>
                  <a:pt x="290982" y="43363"/>
                </a:cubicBezTo>
                <a:cubicBezTo>
                  <a:pt x="291491" y="42967"/>
                  <a:pt x="292085" y="42090"/>
                  <a:pt x="292764" y="40733"/>
                </a:cubicBezTo>
                <a:lnTo>
                  <a:pt x="295564" y="40733"/>
                </a:lnTo>
                <a:close/>
                <a:moveTo>
                  <a:pt x="335930" y="0"/>
                </a:moveTo>
                <a:lnTo>
                  <a:pt x="335930" y="77307"/>
                </a:lnTo>
                <a:lnTo>
                  <a:pt x="355702" y="59317"/>
                </a:lnTo>
                <a:cubicBezTo>
                  <a:pt x="359888" y="55470"/>
                  <a:pt x="362321" y="53037"/>
                  <a:pt x="363000" y="52019"/>
                </a:cubicBezTo>
                <a:cubicBezTo>
                  <a:pt x="363452" y="51340"/>
                  <a:pt x="363679" y="50661"/>
                  <a:pt x="363679" y="49982"/>
                </a:cubicBezTo>
                <a:cubicBezTo>
                  <a:pt x="363679" y="48851"/>
                  <a:pt x="363212" y="47875"/>
                  <a:pt x="362279" y="47055"/>
                </a:cubicBezTo>
                <a:cubicBezTo>
                  <a:pt x="361345" y="46234"/>
                  <a:pt x="359803" y="45768"/>
                  <a:pt x="357654" y="45655"/>
                </a:cubicBezTo>
                <a:lnTo>
                  <a:pt x="357654" y="42939"/>
                </a:lnTo>
                <a:lnTo>
                  <a:pt x="391428" y="42939"/>
                </a:lnTo>
                <a:lnTo>
                  <a:pt x="391428" y="45655"/>
                </a:lnTo>
                <a:cubicBezTo>
                  <a:pt x="386789" y="45768"/>
                  <a:pt x="382928" y="46475"/>
                  <a:pt x="379845" y="47776"/>
                </a:cubicBezTo>
                <a:cubicBezTo>
                  <a:pt x="376761" y="49077"/>
                  <a:pt x="373381" y="51397"/>
                  <a:pt x="369704" y="54735"/>
                </a:cubicBezTo>
                <a:lnTo>
                  <a:pt x="349762" y="73149"/>
                </a:lnTo>
                <a:lnTo>
                  <a:pt x="369704" y="98305"/>
                </a:lnTo>
                <a:cubicBezTo>
                  <a:pt x="375248" y="105249"/>
                  <a:pt x="378982" y="109653"/>
                  <a:pt x="380905" y="111516"/>
                </a:cubicBezTo>
                <a:cubicBezTo>
                  <a:pt x="383621" y="114170"/>
                  <a:pt x="385997" y="115893"/>
                  <a:pt x="388034" y="116685"/>
                </a:cubicBezTo>
                <a:cubicBezTo>
                  <a:pt x="389448" y="117249"/>
                  <a:pt x="391909" y="117531"/>
                  <a:pt x="395416" y="117531"/>
                </a:cubicBezTo>
                <a:lnTo>
                  <a:pt x="395416" y="120671"/>
                </a:lnTo>
                <a:lnTo>
                  <a:pt x="357654" y="120671"/>
                </a:lnTo>
                <a:lnTo>
                  <a:pt x="357654" y="117531"/>
                </a:lnTo>
                <a:cubicBezTo>
                  <a:pt x="359803" y="117474"/>
                  <a:pt x="361260" y="117150"/>
                  <a:pt x="362024" y="116558"/>
                </a:cubicBezTo>
                <a:cubicBezTo>
                  <a:pt x="362788" y="115964"/>
                  <a:pt x="363170" y="115131"/>
                  <a:pt x="363170" y="114060"/>
                </a:cubicBezTo>
                <a:cubicBezTo>
                  <a:pt x="363170" y="112760"/>
                  <a:pt x="362038" y="110671"/>
                  <a:pt x="359775" y="107793"/>
                </a:cubicBezTo>
                <a:lnTo>
                  <a:pt x="335930" y="77392"/>
                </a:lnTo>
                <a:lnTo>
                  <a:pt x="335930" y="103134"/>
                </a:lnTo>
                <a:cubicBezTo>
                  <a:pt x="335930" y="108158"/>
                  <a:pt x="336283" y="111462"/>
                  <a:pt x="336990" y="113044"/>
                </a:cubicBezTo>
                <a:cubicBezTo>
                  <a:pt x="337698" y="114624"/>
                  <a:pt x="338702" y="115753"/>
                  <a:pt x="340003" y="116430"/>
                </a:cubicBezTo>
                <a:cubicBezTo>
                  <a:pt x="341304" y="117107"/>
                  <a:pt x="344133" y="117474"/>
                  <a:pt x="348489" y="117531"/>
                </a:cubicBezTo>
                <a:lnTo>
                  <a:pt x="348489" y="120671"/>
                </a:lnTo>
                <a:lnTo>
                  <a:pt x="308944" y="120671"/>
                </a:lnTo>
                <a:lnTo>
                  <a:pt x="308944" y="117531"/>
                </a:lnTo>
                <a:cubicBezTo>
                  <a:pt x="312904" y="117531"/>
                  <a:pt x="315874" y="117050"/>
                  <a:pt x="317854" y="116088"/>
                </a:cubicBezTo>
                <a:cubicBezTo>
                  <a:pt x="319042" y="115468"/>
                  <a:pt x="319948" y="114507"/>
                  <a:pt x="320570" y="113206"/>
                </a:cubicBezTo>
                <a:cubicBezTo>
                  <a:pt x="321419" y="111340"/>
                  <a:pt x="321843" y="108118"/>
                  <a:pt x="321843" y="103540"/>
                </a:cubicBezTo>
                <a:lnTo>
                  <a:pt x="321843" y="32817"/>
                </a:lnTo>
                <a:cubicBezTo>
                  <a:pt x="321843" y="23829"/>
                  <a:pt x="321645" y="18331"/>
                  <a:pt x="321249" y="16325"/>
                </a:cubicBezTo>
                <a:cubicBezTo>
                  <a:pt x="320853" y="14317"/>
                  <a:pt x="320202" y="12931"/>
                  <a:pt x="319297" y="12169"/>
                </a:cubicBezTo>
                <a:cubicBezTo>
                  <a:pt x="318392" y="11406"/>
                  <a:pt x="317204" y="11024"/>
                  <a:pt x="315733" y="11024"/>
                </a:cubicBezTo>
                <a:cubicBezTo>
                  <a:pt x="314545" y="11024"/>
                  <a:pt x="312763" y="11505"/>
                  <a:pt x="310387" y="12466"/>
                </a:cubicBezTo>
                <a:lnTo>
                  <a:pt x="308944" y="9496"/>
                </a:lnTo>
                <a:lnTo>
                  <a:pt x="332026" y="0"/>
                </a:lnTo>
                <a:lnTo>
                  <a:pt x="335930" y="0"/>
                </a:lnTo>
                <a:close/>
                <a:moveTo>
                  <a:pt x="403733" y="149693"/>
                </a:moveTo>
                <a:lnTo>
                  <a:pt x="403733" y="145959"/>
                </a:lnTo>
                <a:cubicBezTo>
                  <a:pt x="409560" y="144028"/>
                  <a:pt x="414071" y="141033"/>
                  <a:pt x="417268" y="136972"/>
                </a:cubicBezTo>
                <a:cubicBezTo>
                  <a:pt x="420464" y="132913"/>
                  <a:pt x="422062" y="128611"/>
                  <a:pt x="422062" y="124068"/>
                </a:cubicBezTo>
                <a:cubicBezTo>
                  <a:pt x="422062" y="122991"/>
                  <a:pt x="421808" y="122085"/>
                  <a:pt x="421299" y="121350"/>
                </a:cubicBezTo>
                <a:cubicBezTo>
                  <a:pt x="420903" y="120840"/>
                  <a:pt x="420507" y="120586"/>
                  <a:pt x="420111" y="120586"/>
                </a:cubicBezTo>
                <a:cubicBezTo>
                  <a:pt x="419488" y="120586"/>
                  <a:pt x="418131" y="121152"/>
                  <a:pt x="416037" y="122283"/>
                </a:cubicBezTo>
                <a:cubicBezTo>
                  <a:pt x="415019" y="122792"/>
                  <a:pt x="413944" y="123047"/>
                  <a:pt x="412813" y="123047"/>
                </a:cubicBezTo>
                <a:cubicBezTo>
                  <a:pt x="410041" y="123047"/>
                  <a:pt x="407834" y="122226"/>
                  <a:pt x="406194" y="120586"/>
                </a:cubicBezTo>
                <a:cubicBezTo>
                  <a:pt x="404553" y="118945"/>
                  <a:pt x="403733" y="116682"/>
                  <a:pt x="403733" y="113797"/>
                </a:cubicBezTo>
                <a:cubicBezTo>
                  <a:pt x="403733" y="111025"/>
                  <a:pt x="404793" y="108649"/>
                  <a:pt x="406915" y="106669"/>
                </a:cubicBezTo>
                <a:cubicBezTo>
                  <a:pt x="409036" y="104689"/>
                  <a:pt x="411625" y="103699"/>
                  <a:pt x="414680" y="103699"/>
                </a:cubicBezTo>
                <a:cubicBezTo>
                  <a:pt x="418413" y="103699"/>
                  <a:pt x="421737" y="105329"/>
                  <a:pt x="424651" y="108589"/>
                </a:cubicBezTo>
                <a:cubicBezTo>
                  <a:pt x="427564" y="111847"/>
                  <a:pt x="429021" y="116168"/>
                  <a:pt x="429021" y="121551"/>
                </a:cubicBezTo>
                <a:cubicBezTo>
                  <a:pt x="429021" y="127390"/>
                  <a:pt x="426998" y="132818"/>
                  <a:pt x="422953" y="137834"/>
                </a:cubicBezTo>
                <a:cubicBezTo>
                  <a:pt x="418909" y="142849"/>
                  <a:pt x="412502" y="146802"/>
                  <a:pt x="403733" y="149693"/>
                </a:cubicBezTo>
                <a:close/>
                <a:moveTo>
                  <a:pt x="536963" y="40733"/>
                </a:moveTo>
                <a:lnTo>
                  <a:pt x="536963" y="67039"/>
                </a:lnTo>
                <a:lnTo>
                  <a:pt x="534162" y="67039"/>
                </a:lnTo>
                <a:cubicBezTo>
                  <a:pt x="532013" y="58788"/>
                  <a:pt x="529255" y="53176"/>
                  <a:pt x="525889" y="50203"/>
                </a:cubicBezTo>
                <a:cubicBezTo>
                  <a:pt x="522522" y="47227"/>
                  <a:pt x="518237" y="45739"/>
                  <a:pt x="513032" y="45739"/>
                </a:cubicBezTo>
                <a:cubicBezTo>
                  <a:pt x="509072" y="45739"/>
                  <a:pt x="505876" y="46785"/>
                  <a:pt x="503443" y="48877"/>
                </a:cubicBezTo>
                <a:cubicBezTo>
                  <a:pt x="501010" y="50966"/>
                  <a:pt x="499794" y="53283"/>
                  <a:pt x="499794" y="55827"/>
                </a:cubicBezTo>
                <a:cubicBezTo>
                  <a:pt x="499794" y="58992"/>
                  <a:pt x="500699" y="61704"/>
                  <a:pt x="502510" y="63963"/>
                </a:cubicBezTo>
                <a:cubicBezTo>
                  <a:pt x="504263" y="66281"/>
                  <a:pt x="507828" y="68739"/>
                  <a:pt x="513202" y="71338"/>
                </a:cubicBezTo>
                <a:lnTo>
                  <a:pt x="525592" y="77358"/>
                </a:lnTo>
                <a:cubicBezTo>
                  <a:pt x="537076" y="82951"/>
                  <a:pt x="542818" y="90326"/>
                  <a:pt x="542818" y="99482"/>
                </a:cubicBezTo>
                <a:cubicBezTo>
                  <a:pt x="542818" y="106545"/>
                  <a:pt x="540145" y="112239"/>
                  <a:pt x="534799" y="116563"/>
                </a:cubicBezTo>
                <a:cubicBezTo>
                  <a:pt x="529453" y="120885"/>
                  <a:pt x="523470" y="123047"/>
                  <a:pt x="516851" y="123047"/>
                </a:cubicBezTo>
                <a:cubicBezTo>
                  <a:pt x="512099" y="123047"/>
                  <a:pt x="506668" y="122198"/>
                  <a:pt x="500558" y="120501"/>
                </a:cubicBezTo>
                <a:cubicBezTo>
                  <a:pt x="498691" y="119935"/>
                  <a:pt x="497164" y="119652"/>
                  <a:pt x="495975" y="119652"/>
                </a:cubicBezTo>
                <a:cubicBezTo>
                  <a:pt x="494674" y="119652"/>
                  <a:pt x="493656" y="120388"/>
                  <a:pt x="492921" y="121859"/>
                </a:cubicBezTo>
                <a:lnTo>
                  <a:pt x="490120" y="121859"/>
                </a:lnTo>
                <a:lnTo>
                  <a:pt x="490120" y="94025"/>
                </a:lnTo>
                <a:lnTo>
                  <a:pt x="492921" y="94025"/>
                </a:lnTo>
                <a:cubicBezTo>
                  <a:pt x="494505" y="101973"/>
                  <a:pt x="497531" y="107963"/>
                  <a:pt x="502001" y="111994"/>
                </a:cubicBezTo>
                <a:cubicBezTo>
                  <a:pt x="506470" y="116025"/>
                  <a:pt x="511477" y="118040"/>
                  <a:pt x="517021" y="118040"/>
                </a:cubicBezTo>
                <a:cubicBezTo>
                  <a:pt x="520924" y="118040"/>
                  <a:pt x="524107" y="116896"/>
                  <a:pt x="526567" y="114608"/>
                </a:cubicBezTo>
                <a:cubicBezTo>
                  <a:pt x="529028" y="112319"/>
                  <a:pt x="530259" y="109564"/>
                  <a:pt x="530259" y="106343"/>
                </a:cubicBezTo>
                <a:cubicBezTo>
                  <a:pt x="530259" y="102443"/>
                  <a:pt x="528887" y="99165"/>
                  <a:pt x="526143" y="96509"/>
                </a:cubicBezTo>
                <a:cubicBezTo>
                  <a:pt x="523399" y="93854"/>
                  <a:pt x="517926" y="90492"/>
                  <a:pt x="509723" y="86424"/>
                </a:cubicBezTo>
                <a:cubicBezTo>
                  <a:pt x="501520" y="82355"/>
                  <a:pt x="496145" y="78681"/>
                  <a:pt x="493599" y="75403"/>
                </a:cubicBezTo>
                <a:cubicBezTo>
                  <a:pt x="491054" y="72182"/>
                  <a:pt x="489781" y="68113"/>
                  <a:pt x="489781" y="63197"/>
                </a:cubicBezTo>
                <a:cubicBezTo>
                  <a:pt x="489781" y="56811"/>
                  <a:pt x="491973" y="51471"/>
                  <a:pt x="496357" y="47177"/>
                </a:cubicBezTo>
                <a:cubicBezTo>
                  <a:pt x="500742" y="42881"/>
                  <a:pt x="506413" y="40733"/>
                  <a:pt x="513372" y="40733"/>
                </a:cubicBezTo>
                <a:cubicBezTo>
                  <a:pt x="516427" y="40733"/>
                  <a:pt x="520132" y="41383"/>
                  <a:pt x="524488" y="42684"/>
                </a:cubicBezTo>
                <a:cubicBezTo>
                  <a:pt x="527374" y="43533"/>
                  <a:pt x="529297" y="43957"/>
                  <a:pt x="530259" y="43957"/>
                </a:cubicBezTo>
                <a:cubicBezTo>
                  <a:pt x="531164" y="43957"/>
                  <a:pt x="531871" y="43759"/>
                  <a:pt x="532380" y="43363"/>
                </a:cubicBezTo>
                <a:cubicBezTo>
                  <a:pt x="532889" y="42967"/>
                  <a:pt x="533484" y="42090"/>
                  <a:pt x="534162" y="40733"/>
                </a:cubicBezTo>
                <a:lnTo>
                  <a:pt x="536963" y="40733"/>
                </a:lnTo>
                <a:close/>
                <a:moveTo>
                  <a:pt x="592348" y="40733"/>
                </a:moveTo>
                <a:cubicBezTo>
                  <a:pt x="604115" y="40733"/>
                  <a:pt x="613563" y="45198"/>
                  <a:pt x="620691" y="54127"/>
                </a:cubicBezTo>
                <a:cubicBezTo>
                  <a:pt x="626745" y="61756"/>
                  <a:pt x="629771" y="70516"/>
                  <a:pt x="629771" y="80407"/>
                </a:cubicBezTo>
                <a:cubicBezTo>
                  <a:pt x="629771" y="87359"/>
                  <a:pt x="628103" y="94395"/>
                  <a:pt x="624765" y="101516"/>
                </a:cubicBezTo>
                <a:cubicBezTo>
                  <a:pt x="621427" y="108636"/>
                  <a:pt x="616830" y="114004"/>
                  <a:pt x="610975" y="117621"/>
                </a:cubicBezTo>
                <a:cubicBezTo>
                  <a:pt x="605120" y="121238"/>
                  <a:pt x="598600" y="123047"/>
                  <a:pt x="591415" y="123047"/>
                </a:cubicBezTo>
                <a:cubicBezTo>
                  <a:pt x="579704" y="123047"/>
                  <a:pt x="570398" y="118384"/>
                  <a:pt x="563496" y="109058"/>
                </a:cubicBezTo>
                <a:cubicBezTo>
                  <a:pt x="557669" y="101203"/>
                  <a:pt x="554755" y="92388"/>
                  <a:pt x="554755" y="82611"/>
                </a:cubicBezTo>
                <a:cubicBezTo>
                  <a:pt x="554755" y="75490"/>
                  <a:pt x="556523" y="68411"/>
                  <a:pt x="560059" y="61375"/>
                </a:cubicBezTo>
                <a:cubicBezTo>
                  <a:pt x="563595" y="54339"/>
                  <a:pt x="568248" y="49139"/>
                  <a:pt x="574019" y="45777"/>
                </a:cubicBezTo>
                <a:cubicBezTo>
                  <a:pt x="579789" y="42414"/>
                  <a:pt x="585899" y="40733"/>
                  <a:pt x="592348" y="40733"/>
                </a:cubicBezTo>
                <a:moveTo>
                  <a:pt x="589718" y="46333"/>
                </a:moveTo>
                <a:cubicBezTo>
                  <a:pt x="586719" y="46333"/>
                  <a:pt x="583707" y="47224"/>
                  <a:pt x="580680" y="49004"/>
                </a:cubicBezTo>
                <a:cubicBezTo>
                  <a:pt x="577653" y="50784"/>
                  <a:pt x="575207" y="53906"/>
                  <a:pt x="573340" y="58370"/>
                </a:cubicBezTo>
                <a:cubicBezTo>
                  <a:pt x="571473" y="62834"/>
                  <a:pt x="570539" y="68569"/>
                  <a:pt x="570539" y="75576"/>
                </a:cubicBezTo>
                <a:cubicBezTo>
                  <a:pt x="570539" y="86876"/>
                  <a:pt x="572788" y="96624"/>
                  <a:pt x="577286" y="104818"/>
                </a:cubicBezTo>
                <a:cubicBezTo>
                  <a:pt x="581783" y="113010"/>
                  <a:pt x="587709" y="117107"/>
                  <a:pt x="595064" y="117107"/>
                </a:cubicBezTo>
                <a:cubicBezTo>
                  <a:pt x="600551" y="117107"/>
                  <a:pt x="605077" y="114846"/>
                  <a:pt x="608641" y="110326"/>
                </a:cubicBezTo>
                <a:cubicBezTo>
                  <a:pt x="612205" y="105805"/>
                  <a:pt x="613988" y="98036"/>
                  <a:pt x="613988" y="87018"/>
                </a:cubicBezTo>
                <a:cubicBezTo>
                  <a:pt x="613988" y="73230"/>
                  <a:pt x="611017" y="62381"/>
                  <a:pt x="605077" y="54469"/>
                </a:cubicBezTo>
                <a:cubicBezTo>
                  <a:pt x="601061" y="49045"/>
                  <a:pt x="595941" y="46333"/>
                  <a:pt x="589718" y="46333"/>
                </a:cubicBezTo>
                <a:close/>
                <a:moveTo>
                  <a:pt x="667958" y="0"/>
                </a:moveTo>
                <a:lnTo>
                  <a:pt x="667958" y="103030"/>
                </a:lnTo>
                <a:cubicBezTo>
                  <a:pt x="667958" y="107892"/>
                  <a:pt x="668312" y="111115"/>
                  <a:pt x="669019" y="112699"/>
                </a:cubicBezTo>
                <a:cubicBezTo>
                  <a:pt x="669726" y="114281"/>
                  <a:pt x="670815" y="115483"/>
                  <a:pt x="672286" y="116303"/>
                </a:cubicBezTo>
                <a:cubicBezTo>
                  <a:pt x="673757" y="117122"/>
                  <a:pt x="676501" y="117531"/>
                  <a:pt x="680518" y="117531"/>
                </a:cubicBezTo>
                <a:lnTo>
                  <a:pt x="680518" y="120671"/>
                </a:lnTo>
                <a:lnTo>
                  <a:pt x="642416" y="120671"/>
                </a:lnTo>
                <a:lnTo>
                  <a:pt x="642416" y="117531"/>
                </a:lnTo>
                <a:cubicBezTo>
                  <a:pt x="645980" y="117531"/>
                  <a:pt x="648412" y="117164"/>
                  <a:pt x="649714" y="116430"/>
                </a:cubicBezTo>
                <a:cubicBezTo>
                  <a:pt x="651015" y="115695"/>
                  <a:pt x="652033" y="114479"/>
                  <a:pt x="652769" y="112784"/>
                </a:cubicBezTo>
                <a:cubicBezTo>
                  <a:pt x="653504" y="111087"/>
                  <a:pt x="653872" y="107836"/>
                  <a:pt x="653872" y="103030"/>
                </a:cubicBezTo>
                <a:lnTo>
                  <a:pt x="653872" y="32477"/>
                </a:lnTo>
                <a:cubicBezTo>
                  <a:pt x="653872" y="23716"/>
                  <a:pt x="653674" y="18331"/>
                  <a:pt x="653278" y="16325"/>
                </a:cubicBezTo>
                <a:cubicBezTo>
                  <a:pt x="652882" y="14317"/>
                  <a:pt x="652245" y="12946"/>
                  <a:pt x="651368" y="12212"/>
                </a:cubicBezTo>
                <a:cubicBezTo>
                  <a:pt x="650492" y="11476"/>
                  <a:pt x="649374" y="11109"/>
                  <a:pt x="648016" y="11109"/>
                </a:cubicBezTo>
                <a:cubicBezTo>
                  <a:pt x="646546" y="11109"/>
                  <a:pt x="644679" y="11561"/>
                  <a:pt x="642416" y="12466"/>
                </a:cubicBezTo>
                <a:lnTo>
                  <a:pt x="640973" y="9496"/>
                </a:lnTo>
                <a:lnTo>
                  <a:pt x="664140" y="0"/>
                </a:lnTo>
                <a:lnTo>
                  <a:pt x="667958" y="0"/>
                </a:lnTo>
                <a:close/>
                <a:moveTo>
                  <a:pt x="685554" y="42939"/>
                </a:moveTo>
                <a:lnTo>
                  <a:pt x="722128" y="42939"/>
                </a:lnTo>
                <a:lnTo>
                  <a:pt x="722128" y="46079"/>
                </a:lnTo>
                <a:lnTo>
                  <a:pt x="719752" y="46079"/>
                </a:lnTo>
                <a:cubicBezTo>
                  <a:pt x="717546" y="46079"/>
                  <a:pt x="715863" y="46616"/>
                  <a:pt x="714703" y="47691"/>
                </a:cubicBezTo>
                <a:cubicBezTo>
                  <a:pt x="713543" y="48766"/>
                  <a:pt x="712963" y="50209"/>
                  <a:pt x="712963" y="52019"/>
                </a:cubicBezTo>
                <a:cubicBezTo>
                  <a:pt x="712963" y="53999"/>
                  <a:pt x="713557" y="56347"/>
                  <a:pt x="714745" y="59062"/>
                </a:cubicBezTo>
                <a:lnTo>
                  <a:pt x="732820" y="102001"/>
                </a:lnTo>
                <a:lnTo>
                  <a:pt x="750980" y="57450"/>
                </a:lnTo>
                <a:cubicBezTo>
                  <a:pt x="752282" y="54282"/>
                  <a:pt x="752932" y="51878"/>
                  <a:pt x="752932" y="50237"/>
                </a:cubicBezTo>
                <a:cubicBezTo>
                  <a:pt x="752932" y="49445"/>
                  <a:pt x="752706" y="48794"/>
                  <a:pt x="752253" y="48285"/>
                </a:cubicBezTo>
                <a:cubicBezTo>
                  <a:pt x="751631" y="47437"/>
                  <a:pt x="750839" y="46857"/>
                  <a:pt x="749877" y="46546"/>
                </a:cubicBezTo>
                <a:cubicBezTo>
                  <a:pt x="748916" y="46234"/>
                  <a:pt x="746964" y="46079"/>
                  <a:pt x="744022" y="46079"/>
                </a:cubicBezTo>
                <a:lnTo>
                  <a:pt x="744022" y="42939"/>
                </a:lnTo>
                <a:lnTo>
                  <a:pt x="769395" y="42939"/>
                </a:lnTo>
                <a:lnTo>
                  <a:pt x="769395" y="46079"/>
                </a:lnTo>
                <a:cubicBezTo>
                  <a:pt x="766453" y="46305"/>
                  <a:pt x="764417" y="46899"/>
                  <a:pt x="763285" y="47861"/>
                </a:cubicBezTo>
                <a:cubicBezTo>
                  <a:pt x="761305" y="49558"/>
                  <a:pt x="759523" y="52387"/>
                  <a:pt x="757939" y="56347"/>
                </a:cubicBezTo>
                <a:lnTo>
                  <a:pt x="730360" y="123047"/>
                </a:lnTo>
                <a:lnTo>
                  <a:pt x="726880" y="123047"/>
                </a:lnTo>
                <a:lnTo>
                  <a:pt x="699131" y="57450"/>
                </a:lnTo>
                <a:cubicBezTo>
                  <a:pt x="697887" y="54395"/>
                  <a:pt x="696698" y="52203"/>
                  <a:pt x="695567" y="50873"/>
                </a:cubicBezTo>
                <a:cubicBezTo>
                  <a:pt x="694436" y="49544"/>
                  <a:pt x="692993" y="48427"/>
                  <a:pt x="691239" y="47521"/>
                </a:cubicBezTo>
                <a:cubicBezTo>
                  <a:pt x="690277" y="47012"/>
                  <a:pt x="688382" y="46531"/>
                  <a:pt x="685554" y="46079"/>
                </a:cubicBezTo>
                <a:lnTo>
                  <a:pt x="685554" y="42939"/>
                </a:lnTo>
                <a:close/>
                <a:moveTo>
                  <a:pt x="796211" y="0"/>
                </a:moveTo>
                <a:cubicBezTo>
                  <a:pt x="798587" y="0"/>
                  <a:pt x="800609" y="839"/>
                  <a:pt x="802278" y="2517"/>
                </a:cubicBezTo>
                <a:cubicBezTo>
                  <a:pt x="803947" y="4193"/>
                  <a:pt x="804781" y="6225"/>
                  <a:pt x="804781" y="8613"/>
                </a:cubicBezTo>
                <a:cubicBezTo>
                  <a:pt x="804781" y="11002"/>
                  <a:pt x="803947" y="13049"/>
                  <a:pt x="802278" y="14755"/>
                </a:cubicBezTo>
                <a:cubicBezTo>
                  <a:pt x="800609" y="16459"/>
                  <a:pt x="798587" y="17311"/>
                  <a:pt x="796211" y="17311"/>
                </a:cubicBezTo>
                <a:cubicBezTo>
                  <a:pt x="793835" y="17311"/>
                  <a:pt x="791798" y="16459"/>
                  <a:pt x="790101" y="14755"/>
                </a:cubicBezTo>
                <a:cubicBezTo>
                  <a:pt x="788403" y="13049"/>
                  <a:pt x="787555" y="11002"/>
                  <a:pt x="787555" y="8613"/>
                </a:cubicBezTo>
                <a:cubicBezTo>
                  <a:pt x="787555" y="6225"/>
                  <a:pt x="788389" y="4193"/>
                  <a:pt x="790058" y="2517"/>
                </a:cubicBezTo>
                <a:cubicBezTo>
                  <a:pt x="791727" y="839"/>
                  <a:pt x="793778" y="0"/>
                  <a:pt x="796211" y="0"/>
                </a:cubicBezTo>
                <a:moveTo>
                  <a:pt x="803254" y="40733"/>
                </a:moveTo>
                <a:lnTo>
                  <a:pt x="803254" y="103052"/>
                </a:lnTo>
                <a:cubicBezTo>
                  <a:pt x="803254" y="107906"/>
                  <a:pt x="803608" y="111138"/>
                  <a:pt x="804315" y="112747"/>
                </a:cubicBezTo>
                <a:cubicBezTo>
                  <a:pt x="805022" y="114356"/>
                  <a:pt x="806068" y="115555"/>
                  <a:pt x="807455" y="116345"/>
                </a:cubicBezTo>
                <a:cubicBezTo>
                  <a:pt x="808841" y="117136"/>
                  <a:pt x="811372" y="117531"/>
                  <a:pt x="815049" y="117531"/>
                </a:cubicBezTo>
                <a:lnTo>
                  <a:pt x="815049" y="120671"/>
                </a:lnTo>
                <a:lnTo>
                  <a:pt x="777287" y="120671"/>
                </a:lnTo>
                <a:lnTo>
                  <a:pt x="777287" y="117531"/>
                </a:lnTo>
                <a:cubicBezTo>
                  <a:pt x="781077" y="117531"/>
                  <a:pt x="783623" y="117164"/>
                  <a:pt x="784924" y="116430"/>
                </a:cubicBezTo>
                <a:cubicBezTo>
                  <a:pt x="786225" y="115697"/>
                  <a:pt x="787258" y="114483"/>
                  <a:pt x="788022" y="112789"/>
                </a:cubicBezTo>
                <a:cubicBezTo>
                  <a:pt x="788785" y="111096"/>
                  <a:pt x="789167" y="107850"/>
                  <a:pt x="789167" y="103052"/>
                </a:cubicBezTo>
                <a:lnTo>
                  <a:pt x="789167" y="73162"/>
                </a:lnTo>
                <a:cubicBezTo>
                  <a:pt x="789167" y="64751"/>
                  <a:pt x="788913" y="59304"/>
                  <a:pt x="788403" y="56822"/>
                </a:cubicBezTo>
                <a:cubicBezTo>
                  <a:pt x="788007" y="55015"/>
                  <a:pt x="787385" y="53759"/>
                  <a:pt x="786537" y="53053"/>
                </a:cubicBezTo>
                <a:cubicBezTo>
                  <a:pt x="785688" y="52348"/>
                  <a:pt x="784528" y="51995"/>
                  <a:pt x="783057" y="51995"/>
                </a:cubicBezTo>
                <a:cubicBezTo>
                  <a:pt x="781473" y="51995"/>
                  <a:pt x="779550" y="52419"/>
                  <a:pt x="777287" y="53265"/>
                </a:cubicBezTo>
                <a:lnTo>
                  <a:pt x="776099" y="50216"/>
                </a:lnTo>
                <a:lnTo>
                  <a:pt x="799520" y="40733"/>
                </a:lnTo>
                <a:lnTo>
                  <a:pt x="803254" y="40733"/>
                </a:lnTo>
                <a:close/>
                <a:moveTo>
                  <a:pt x="847410" y="57196"/>
                </a:moveTo>
                <a:cubicBezTo>
                  <a:pt x="856519" y="46220"/>
                  <a:pt x="865203" y="40733"/>
                  <a:pt x="873462" y="40733"/>
                </a:cubicBezTo>
                <a:cubicBezTo>
                  <a:pt x="877705" y="40733"/>
                  <a:pt x="881354" y="41792"/>
                  <a:pt x="884409" y="43910"/>
                </a:cubicBezTo>
                <a:cubicBezTo>
                  <a:pt x="887464" y="46026"/>
                  <a:pt x="889897" y="49511"/>
                  <a:pt x="891707" y="54366"/>
                </a:cubicBezTo>
                <a:cubicBezTo>
                  <a:pt x="892952" y="57752"/>
                  <a:pt x="893574" y="62945"/>
                  <a:pt x="893574" y="69946"/>
                </a:cubicBezTo>
                <a:lnTo>
                  <a:pt x="893574" y="103052"/>
                </a:lnTo>
                <a:cubicBezTo>
                  <a:pt x="893574" y="107963"/>
                  <a:pt x="893970" y="111294"/>
                  <a:pt x="894762" y="113044"/>
                </a:cubicBezTo>
                <a:cubicBezTo>
                  <a:pt x="895384" y="114455"/>
                  <a:pt x="896389" y="115555"/>
                  <a:pt x="897775" y="116345"/>
                </a:cubicBezTo>
                <a:cubicBezTo>
                  <a:pt x="899161" y="117136"/>
                  <a:pt x="901721" y="117531"/>
                  <a:pt x="905454" y="117531"/>
                </a:cubicBezTo>
                <a:lnTo>
                  <a:pt x="905454" y="120671"/>
                </a:lnTo>
                <a:lnTo>
                  <a:pt x="867013" y="120671"/>
                </a:lnTo>
                <a:lnTo>
                  <a:pt x="867013" y="117531"/>
                </a:lnTo>
                <a:lnTo>
                  <a:pt x="868625" y="117531"/>
                </a:lnTo>
                <a:cubicBezTo>
                  <a:pt x="872246" y="117531"/>
                  <a:pt x="874778" y="116982"/>
                  <a:pt x="876220" y="115884"/>
                </a:cubicBezTo>
                <a:cubicBezTo>
                  <a:pt x="877663" y="114786"/>
                  <a:pt x="878667" y="113169"/>
                  <a:pt x="879233" y="111031"/>
                </a:cubicBezTo>
                <a:cubicBezTo>
                  <a:pt x="879459" y="110186"/>
                  <a:pt x="879572" y="107540"/>
                  <a:pt x="879572" y="103094"/>
                </a:cubicBezTo>
                <a:lnTo>
                  <a:pt x="879572" y="71433"/>
                </a:lnTo>
                <a:cubicBezTo>
                  <a:pt x="879572" y="64399"/>
                  <a:pt x="878653" y="59291"/>
                  <a:pt x="876814" y="56111"/>
                </a:cubicBezTo>
                <a:cubicBezTo>
                  <a:pt x="874976" y="52930"/>
                  <a:pt x="871878" y="51340"/>
                  <a:pt x="867522" y="51340"/>
                </a:cubicBezTo>
                <a:cubicBezTo>
                  <a:pt x="860790" y="51340"/>
                  <a:pt x="854086" y="54999"/>
                  <a:pt x="847410" y="62316"/>
                </a:cubicBezTo>
                <a:lnTo>
                  <a:pt x="847410" y="103094"/>
                </a:lnTo>
                <a:cubicBezTo>
                  <a:pt x="847410" y="108329"/>
                  <a:pt x="847722" y="111565"/>
                  <a:pt x="848344" y="112803"/>
                </a:cubicBezTo>
                <a:cubicBezTo>
                  <a:pt x="849136" y="114434"/>
                  <a:pt x="850225" y="115630"/>
                  <a:pt x="851611" y="116391"/>
                </a:cubicBezTo>
                <a:cubicBezTo>
                  <a:pt x="852997" y="117151"/>
                  <a:pt x="855812" y="117531"/>
                  <a:pt x="860054" y="117531"/>
                </a:cubicBezTo>
                <a:lnTo>
                  <a:pt x="860054" y="120671"/>
                </a:lnTo>
                <a:lnTo>
                  <a:pt x="821613" y="120671"/>
                </a:lnTo>
                <a:lnTo>
                  <a:pt x="821613" y="117531"/>
                </a:lnTo>
                <a:lnTo>
                  <a:pt x="823310" y="117531"/>
                </a:lnTo>
                <a:cubicBezTo>
                  <a:pt x="827270" y="117531"/>
                  <a:pt x="829943" y="116529"/>
                  <a:pt x="831329" y="114526"/>
                </a:cubicBezTo>
                <a:cubicBezTo>
                  <a:pt x="832715" y="112521"/>
                  <a:pt x="833409" y="108697"/>
                  <a:pt x="833409" y="103052"/>
                </a:cubicBezTo>
                <a:lnTo>
                  <a:pt x="833409" y="74263"/>
                </a:lnTo>
                <a:cubicBezTo>
                  <a:pt x="833409" y="64950"/>
                  <a:pt x="833196" y="59277"/>
                  <a:pt x="832772" y="57246"/>
                </a:cubicBezTo>
                <a:cubicBezTo>
                  <a:pt x="832348" y="55213"/>
                  <a:pt x="831697" y="53829"/>
                  <a:pt x="830820" y="53096"/>
                </a:cubicBezTo>
                <a:cubicBezTo>
                  <a:pt x="829943" y="52362"/>
                  <a:pt x="828770" y="51995"/>
                  <a:pt x="827299" y="51995"/>
                </a:cubicBezTo>
                <a:cubicBezTo>
                  <a:pt x="825715" y="51995"/>
                  <a:pt x="823819" y="52419"/>
                  <a:pt x="821613" y="53265"/>
                </a:cubicBezTo>
                <a:lnTo>
                  <a:pt x="820340" y="50216"/>
                </a:lnTo>
                <a:lnTo>
                  <a:pt x="843761" y="40733"/>
                </a:lnTo>
                <a:lnTo>
                  <a:pt x="847410" y="40733"/>
                </a:lnTo>
                <a:lnTo>
                  <a:pt x="847410" y="57196"/>
                </a:lnTo>
                <a:close/>
                <a:moveTo>
                  <a:pt x="932440" y="92346"/>
                </a:moveTo>
                <a:cubicBezTo>
                  <a:pt x="927688" y="90030"/>
                  <a:pt x="924039" y="86796"/>
                  <a:pt x="921493" y="82643"/>
                </a:cubicBezTo>
                <a:cubicBezTo>
                  <a:pt x="918947" y="78490"/>
                  <a:pt x="917674" y="73899"/>
                  <a:pt x="917674" y="68869"/>
                </a:cubicBezTo>
                <a:cubicBezTo>
                  <a:pt x="917674" y="61186"/>
                  <a:pt x="920574" y="54575"/>
                  <a:pt x="926373" y="49038"/>
                </a:cubicBezTo>
                <a:cubicBezTo>
                  <a:pt x="932171" y="43501"/>
                  <a:pt x="939597" y="40733"/>
                  <a:pt x="948648" y="40733"/>
                </a:cubicBezTo>
                <a:cubicBezTo>
                  <a:pt x="956059" y="40733"/>
                  <a:pt x="962480" y="42543"/>
                  <a:pt x="967911" y="46164"/>
                </a:cubicBezTo>
                <a:lnTo>
                  <a:pt x="984374" y="46164"/>
                </a:lnTo>
                <a:cubicBezTo>
                  <a:pt x="986807" y="46164"/>
                  <a:pt x="988221" y="46234"/>
                  <a:pt x="988617" y="46373"/>
                </a:cubicBezTo>
                <a:cubicBezTo>
                  <a:pt x="989013" y="46513"/>
                  <a:pt x="989296" y="46751"/>
                  <a:pt x="989466" y="47087"/>
                </a:cubicBezTo>
                <a:cubicBezTo>
                  <a:pt x="989805" y="47590"/>
                  <a:pt x="989975" y="48486"/>
                  <a:pt x="989975" y="49773"/>
                </a:cubicBezTo>
                <a:cubicBezTo>
                  <a:pt x="989975" y="51226"/>
                  <a:pt x="989834" y="52233"/>
                  <a:pt x="989551" y="52793"/>
                </a:cubicBezTo>
                <a:cubicBezTo>
                  <a:pt x="989381" y="53073"/>
                  <a:pt x="989084" y="53296"/>
                  <a:pt x="988660" y="53464"/>
                </a:cubicBezTo>
                <a:cubicBezTo>
                  <a:pt x="988235" y="53632"/>
                  <a:pt x="986807" y="53716"/>
                  <a:pt x="984374" y="53716"/>
                </a:cubicBezTo>
                <a:lnTo>
                  <a:pt x="974276" y="53716"/>
                </a:lnTo>
                <a:cubicBezTo>
                  <a:pt x="977444" y="57798"/>
                  <a:pt x="979028" y="63014"/>
                  <a:pt x="979028" y="69362"/>
                </a:cubicBezTo>
                <a:cubicBezTo>
                  <a:pt x="979028" y="76618"/>
                  <a:pt x="976256" y="82825"/>
                  <a:pt x="970712" y="87984"/>
                </a:cubicBezTo>
                <a:cubicBezTo>
                  <a:pt x="965168" y="93142"/>
                  <a:pt x="957728" y="95722"/>
                  <a:pt x="948394" y="95722"/>
                </a:cubicBezTo>
                <a:cubicBezTo>
                  <a:pt x="944547" y="95722"/>
                  <a:pt x="940615" y="95145"/>
                  <a:pt x="936598" y="93990"/>
                </a:cubicBezTo>
                <a:cubicBezTo>
                  <a:pt x="934109" y="96138"/>
                  <a:pt x="932426" y="98018"/>
                  <a:pt x="931549" y="99631"/>
                </a:cubicBezTo>
                <a:cubicBezTo>
                  <a:pt x="930672" y="101241"/>
                  <a:pt x="930234" y="102611"/>
                  <a:pt x="930234" y="103741"/>
                </a:cubicBezTo>
                <a:cubicBezTo>
                  <a:pt x="930234" y="104703"/>
                  <a:pt x="930700" y="105636"/>
                  <a:pt x="931634" y="106541"/>
                </a:cubicBezTo>
                <a:cubicBezTo>
                  <a:pt x="932567" y="107445"/>
                  <a:pt x="934392" y="108095"/>
                  <a:pt x="937107" y="108491"/>
                </a:cubicBezTo>
                <a:cubicBezTo>
                  <a:pt x="938691" y="108717"/>
                  <a:pt x="942652" y="108915"/>
                  <a:pt x="948988" y="109085"/>
                </a:cubicBezTo>
                <a:cubicBezTo>
                  <a:pt x="960642" y="109366"/>
                  <a:pt x="968194" y="109761"/>
                  <a:pt x="971645" y="110270"/>
                </a:cubicBezTo>
                <a:cubicBezTo>
                  <a:pt x="976907" y="111005"/>
                  <a:pt x="981107" y="112956"/>
                  <a:pt x="984247" y="116123"/>
                </a:cubicBezTo>
                <a:cubicBezTo>
                  <a:pt x="987387" y="119287"/>
                  <a:pt x="988957" y="123187"/>
                  <a:pt x="988957" y="127823"/>
                </a:cubicBezTo>
                <a:cubicBezTo>
                  <a:pt x="988957" y="134210"/>
                  <a:pt x="985958" y="140203"/>
                  <a:pt x="979962" y="145800"/>
                </a:cubicBezTo>
                <a:cubicBezTo>
                  <a:pt x="971136" y="154052"/>
                  <a:pt x="959623" y="158179"/>
                  <a:pt x="945424" y="158179"/>
                </a:cubicBezTo>
                <a:cubicBezTo>
                  <a:pt x="934505" y="158179"/>
                  <a:pt x="925284" y="155721"/>
                  <a:pt x="917759" y="150806"/>
                </a:cubicBezTo>
                <a:cubicBezTo>
                  <a:pt x="913516" y="147981"/>
                  <a:pt x="911395" y="145043"/>
                  <a:pt x="911395" y="141992"/>
                </a:cubicBezTo>
                <a:cubicBezTo>
                  <a:pt x="911395" y="140637"/>
                  <a:pt x="911706" y="139282"/>
                  <a:pt x="912328" y="137926"/>
                </a:cubicBezTo>
                <a:cubicBezTo>
                  <a:pt x="913290" y="135835"/>
                  <a:pt x="915270" y="132925"/>
                  <a:pt x="918268" y="129196"/>
                </a:cubicBezTo>
                <a:cubicBezTo>
                  <a:pt x="918664" y="128689"/>
                  <a:pt x="921550" y="125638"/>
                  <a:pt x="926924" y="120045"/>
                </a:cubicBezTo>
                <a:cubicBezTo>
                  <a:pt x="923982" y="118289"/>
                  <a:pt x="921903" y="116718"/>
                  <a:pt x="920687" y="115330"/>
                </a:cubicBezTo>
                <a:cubicBezTo>
                  <a:pt x="919471" y="113942"/>
                  <a:pt x="918862" y="112370"/>
                  <a:pt x="918862" y="110615"/>
                </a:cubicBezTo>
                <a:cubicBezTo>
                  <a:pt x="918862" y="108631"/>
                  <a:pt x="919669" y="106308"/>
                  <a:pt x="921281" y="103646"/>
                </a:cubicBezTo>
                <a:cubicBezTo>
                  <a:pt x="922893" y="100983"/>
                  <a:pt x="926613" y="97217"/>
                  <a:pt x="932440" y="92346"/>
                </a:cubicBezTo>
                <a:moveTo>
                  <a:pt x="947206" y="44976"/>
                </a:moveTo>
                <a:cubicBezTo>
                  <a:pt x="943019" y="44976"/>
                  <a:pt x="939512" y="46636"/>
                  <a:pt x="936683" y="49956"/>
                </a:cubicBezTo>
                <a:cubicBezTo>
                  <a:pt x="933854" y="53274"/>
                  <a:pt x="932440" y="58366"/>
                  <a:pt x="932440" y="65231"/>
                </a:cubicBezTo>
                <a:cubicBezTo>
                  <a:pt x="932440" y="74122"/>
                  <a:pt x="934364" y="81014"/>
                  <a:pt x="938211" y="85907"/>
                </a:cubicBezTo>
                <a:cubicBezTo>
                  <a:pt x="941152" y="89622"/>
                  <a:pt x="944886" y="91479"/>
                  <a:pt x="949412" y="91479"/>
                </a:cubicBezTo>
                <a:cubicBezTo>
                  <a:pt x="953712" y="91479"/>
                  <a:pt x="957247" y="89875"/>
                  <a:pt x="960019" y="86668"/>
                </a:cubicBezTo>
                <a:cubicBezTo>
                  <a:pt x="962792" y="83461"/>
                  <a:pt x="964178" y="78425"/>
                  <a:pt x="964178" y="71561"/>
                </a:cubicBezTo>
                <a:cubicBezTo>
                  <a:pt x="964178" y="62615"/>
                  <a:pt x="962226" y="55610"/>
                  <a:pt x="958322" y="50545"/>
                </a:cubicBezTo>
                <a:cubicBezTo>
                  <a:pt x="955437" y="46832"/>
                  <a:pt x="951731" y="44976"/>
                  <a:pt x="947206" y="44976"/>
                </a:cubicBezTo>
                <a:moveTo>
                  <a:pt x="931591" y="120721"/>
                </a:moveTo>
                <a:cubicBezTo>
                  <a:pt x="928932" y="123601"/>
                  <a:pt x="926924" y="126283"/>
                  <a:pt x="925566" y="128767"/>
                </a:cubicBezTo>
                <a:cubicBezTo>
                  <a:pt x="924209" y="131252"/>
                  <a:pt x="923530" y="133540"/>
                  <a:pt x="923530" y="135630"/>
                </a:cubicBezTo>
                <a:cubicBezTo>
                  <a:pt x="923530" y="138340"/>
                  <a:pt x="925170" y="140712"/>
                  <a:pt x="928452" y="142745"/>
                </a:cubicBezTo>
                <a:cubicBezTo>
                  <a:pt x="934109" y="146245"/>
                  <a:pt x="942284" y="147996"/>
                  <a:pt x="952976" y="147996"/>
                </a:cubicBezTo>
                <a:cubicBezTo>
                  <a:pt x="963159" y="147996"/>
                  <a:pt x="970669" y="146202"/>
                  <a:pt x="975506" y="142615"/>
                </a:cubicBezTo>
                <a:cubicBezTo>
                  <a:pt x="980343" y="139030"/>
                  <a:pt x="982762" y="135205"/>
                  <a:pt x="982762" y="131140"/>
                </a:cubicBezTo>
                <a:cubicBezTo>
                  <a:pt x="982762" y="128204"/>
                  <a:pt x="981319" y="126114"/>
                  <a:pt x="978434" y="124871"/>
                </a:cubicBezTo>
                <a:cubicBezTo>
                  <a:pt x="975492" y="123628"/>
                  <a:pt x="969665" y="122895"/>
                  <a:pt x="960953" y="122670"/>
                </a:cubicBezTo>
                <a:cubicBezTo>
                  <a:pt x="948224" y="122331"/>
                  <a:pt x="938437" y="121681"/>
                  <a:pt x="931591" y="120721"/>
                </a:cubicBezTo>
                <a:close/>
                <a:moveTo>
                  <a:pt x="1086036" y="109469"/>
                </a:moveTo>
                <a:cubicBezTo>
                  <a:pt x="1078059" y="115636"/>
                  <a:pt x="1073053" y="119200"/>
                  <a:pt x="1071016" y="120161"/>
                </a:cubicBezTo>
                <a:cubicBezTo>
                  <a:pt x="1067961" y="121632"/>
                  <a:pt x="1064708" y="122368"/>
                  <a:pt x="1061257" y="122368"/>
                </a:cubicBezTo>
                <a:cubicBezTo>
                  <a:pt x="1055883" y="122368"/>
                  <a:pt x="1051456" y="120529"/>
                  <a:pt x="1047977" y="116852"/>
                </a:cubicBezTo>
                <a:cubicBezTo>
                  <a:pt x="1044497" y="113175"/>
                  <a:pt x="1042758" y="108338"/>
                  <a:pt x="1042758" y="102341"/>
                </a:cubicBezTo>
                <a:cubicBezTo>
                  <a:pt x="1042758" y="98551"/>
                  <a:pt x="1043606" y="95269"/>
                  <a:pt x="1045304" y="92497"/>
                </a:cubicBezTo>
                <a:cubicBezTo>
                  <a:pt x="1047623" y="88650"/>
                  <a:pt x="1051654" y="85030"/>
                  <a:pt x="1057396" y="81635"/>
                </a:cubicBezTo>
                <a:cubicBezTo>
                  <a:pt x="1063138" y="78241"/>
                  <a:pt x="1072685" y="74111"/>
                  <a:pt x="1086036" y="69246"/>
                </a:cubicBezTo>
                <a:lnTo>
                  <a:pt x="1086036" y="66191"/>
                </a:lnTo>
                <a:cubicBezTo>
                  <a:pt x="1086036" y="58440"/>
                  <a:pt x="1084806" y="53122"/>
                  <a:pt x="1082345" y="50237"/>
                </a:cubicBezTo>
                <a:cubicBezTo>
                  <a:pt x="1079884" y="47352"/>
                  <a:pt x="1076306" y="45909"/>
                  <a:pt x="1071610" y="45909"/>
                </a:cubicBezTo>
                <a:cubicBezTo>
                  <a:pt x="1068046" y="45909"/>
                  <a:pt x="1065217" y="46867"/>
                  <a:pt x="1063124" y="48784"/>
                </a:cubicBezTo>
                <a:cubicBezTo>
                  <a:pt x="1060974" y="50700"/>
                  <a:pt x="1059899" y="52899"/>
                  <a:pt x="1059899" y="55379"/>
                </a:cubicBezTo>
                <a:lnTo>
                  <a:pt x="1060069" y="60282"/>
                </a:lnTo>
                <a:cubicBezTo>
                  <a:pt x="1060069" y="62874"/>
                  <a:pt x="1059404" y="64874"/>
                  <a:pt x="1058075" y="66283"/>
                </a:cubicBezTo>
                <a:cubicBezTo>
                  <a:pt x="1056745" y="67692"/>
                  <a:pt x="1055006" y="68397"/>
                  <a:pt x="1052856" y="68397"/>
                </a:cubicBezTo>
                <a:cubicBezTo>
                  <a:pt x="1050763" y="68397"/>
                  <a:pt x="1049052" y="67664"/>
                  <a:pt x="1047722" y="66199"/>
                </a:cubicBezTo>
                <a:cubicBezTo>
                  <a:pt x="1046393" y="64731"/>
                  <a:pt x="1045728" y="62728"/>
                  <a:pt x="1045728" y="60189"/>
                </a:cubicBezTo>
                <a:cubicBezTo>
                  <a:pt x="1045728" y="55340"/>
                  <a:pt x="1048217" y="50885"/>
                  <a:pt x="1053196" y="46824"/>
                </a:cubicBezTo>
                <a:cubicBezTo>
                  <a:pt x="1058174" y="42763"/>
                  <a:pt x="1065161" y="40733"/>
                  <a:pt x="1074156" y="40733"/>
                </a:cubicBezTo>
                <a:cubicBezTo>
                  <a:pt x="1081058" y="40733"/>
                  <a:pt x="1086715" y="41891"/>
                  <a:pt x="1091128" y="44207"/>
                </a:cubicBezTo>
                <a:cubicBezTo>
                  <a:pt x="1094466" y="45959"/>
                  <a:pt x="1096927" y="48700"/>
                  <a:pt x="1098511" y="52430"/>
                </a:cubicBezTo>
                <a:cubicBezTo>
                  <a:pt x="1099529" y="54859"/>
                  <a:pt x="1100038" y="59831"/>
                  <a:pt x="1100038" y="67347"/>
                </a:cubicBezTo>
                <a:lnTo>
                  <a:pt x="1100038" y="93706"/>
                </a:lnTo>
                <a:cubicBezTo>
                  <a:pt x="1100038" y="101109"/>
                  <a:pt x="1100180" y="105643"/>
                  <a:pt x="1100462" y="107311"/>
                </a:cubicBezTo>
                <a:cubicBezTo>
                  <a:pt x="1100745" y="108978"/>
                  <a:pt x="1101212" y="110094"/>
                  <a:pt x="1101863" y="110660"/>
                </a:cubicBezTo>
                <a:cubicBezTo>
                  <a:pt x="1102513" y="111224"/>
                  <a:pt x="1103263" y="111506"/>
                  <a:pt x="1104111" y="111506"/>
                </a:cubicBezTo>
                <a:cubicBezTo>
                  <a:pt x="1105017" y="111506"/>
                  <a:pt x="1105809" y="111308"/>
                  <a:pt x="1106487" y="110912"/>
                </a:cubicBezTo>
                <a:cubicBezTo>
                  <a:pt x="1107676" y="110176"/>
                  <a:pt x="1109967" y="108111"/>
                  <a:pt x="1113361" y="104717"/>
                </a:cubicBezTo>
                <a:lnTo>
                  <a:pt x="1113361" y="109469"/>
                </a:lnTo>
                <a:cubicBezTo>
                  <a:pt x="1107025" y="117955"/>
                  <a:pt x="1100972" y="122198"/>
                  <a:pt x="1095201" y="122198"/>
                </a:cubicBezTo>
                <a:cubicBezTo>
                  <a:pt x="1092429" y="122198"/>
                  <a:pt x="1090223" y="121236"/>
                  <a:pt x="1088582" y="119313"/>
                </a:cubicBezTo>
                <a:cubicBezTo>
                  <a:pt x="1086941" y="117389"/>
                  <a:pt x="1086093" y="114108"/>
                  <a:pt x="1086036" y="109469"/>
                </a:cubicBezTo>
                <a:moveTo>
                  <a:pt x="1086036" y="103906"/>
                </a:moveTo>
                <a:lnTo>
                  <a:pt x="1086036" y="74422"/>
                </a:lnTo>
                <a:cubicBezTo>
                  <a:pt x="1077494" y="77801"/>
                  <a:pt x="1071978" y="80194"/>
                  <a:pt x="1069489" y="81603"/>
                </a:cubicBezTo>
                <a:cubicBezTo>
                  <a:pt x="1065019" y="84082"/>
                  <a:pt x="1061823" y="86673"/>
                  <a:pt x="1059899" y="89376"/>
                </a:cubicBezTo>
                <a:cubicBezTo>
                  <a:pt x="1057976" y="92079"/>
                  <a:pt x="1057014" y="95036"/>
                  <a:pt x="1057014" y="98246"/>
                </a:cubicBezTo>
                <a:cubicBezTo>
                  <a:pt x="1057014" y="102302"/>
                  <a:pt x="1058231" y="105667"/>
                  <a:pt x="1060663" y="108342"/>
                </a:cubicBezTo>
                <a:cubicBezTo>
                  <a:pt x="1063096" y="111017"/>
                  <a:pt x="1065896" y="112354"/>
                  <a:pt x="1069064" y="112354"/>
                </a:cubicBezTo>
                <a:cubicBezTo>
                  <a:pt x="1073364" y="112354"/>
                  <a:pt x="1079021" y="109538"/>
                  <a:pt x="1086036" y="103906"/>
                </a:cubicBezTo>
                <a:close/>
                <a:moveTo>
                  <a:pt x="1157005" y="50584"/>
                </a:moveTo>
                <a:lnTo>
                  <a:pt x="1180936" y="40902"/>
                </a:lnTo>
                <a:lnTo>
                  <a:pt x="1184161" y="40902"/>
                </a:lnTo>
                <a:lnTo>
                  <a:pt x="1184161" y="59062"/>
                </a:lnTo>
                <a:cubicBezTo>
                  <a:pt x="1188177" y="52217"/>
                  <a:pt x="1192208" y="47451"/>
                  <a:pt x="1196253" y="44764"/>
                </a:cubicBezTo>
                <a:cubicBezTo>
                  <a:pt x="1200298" y="42076"/>
                  <a:pt x="1204555" y="40733"/>
                  <a:pt x="1209025" y="40733"/>
                </a:cubicBezTo>
                <a:cubicBezTo>
                  <a:pt x="1216832" y="40733"/>
                  <a:pt x="1223338" y="43784"/>
                  <a:pt x="1228542" y="49887"/>
                </a:cubicBezTo>
                <a:cubicBezTo>
                  <a:pt x="1234935" y="57348"/>
                  <a:pt x="1238131" y="67068"/>
                  <a:pt x="1238131" y="79050"/>
                </a:cubicBezTo>
                <a:cubicBezTo>
                  <a:pt x="1238131" y="92443"/>
                  <a:pt x="1234284" y="103520"/>
                  <a:pt x="1226591" y="112280"/>
                </a:cubicBezTo>
                <a:cubicBezTo>
                  <a:pt x="1220254" y="119458"/>
                  <a:pt x="1212278" y="123047"/>
                  <a:pt x="1202660" y="123047"/>
                </a:cubicBezTo>
                <a:cubicBezTo>
                  <a:pt x="1198474" y="123047"/>
                  <a:pt x="1194853" y="122453"/>
                  <a:pt x="1191798" y="121265"/>
                </a:cubicBezTo>
                <a:cubicBezTo>
                  <a:pt x="1189535" y="120416"/>
                  <a:pt x="1186989" y="118719"/>
                  <a:pt x="1184161" y="116173"/>
                </a:cubicBezTo>
                <a:lnTo>
                  <a:pt x="1184161" y="139849"/>
                </a:lnTo>
                <a:cubicBezTo>
                  <a:pt x="1184161" y="145167"/>
                  <a:pt x="1184486" y="148547"/>
                  <a:pt x="1185137" y="149990"/>
                </a:cubicBezTo>
                <a:cubicBezTo>
                  <a:pt x="1185787" y="151432"/>
                  <a:pt x="1186919" y="152578"/>
                  <a:pt x="1188531" y="153427"/>
                </a:cubicBezTo>
                <a:cubicBezTo>
                  <a:pt x="1190143" y="154275"/>
                  <a:pt x="1193071" y="154699"/>
                  <a:pt x="1197314" y="154699"/>
                </a:cubicBezTo>
                <a:lnTo>
                  <a:pt x="1197314" y="157839"/>
                </a:lnTo>
                <a:lnTo>
                  <a:pt x="1156581" y="157839"/>
                </a:lnTo>
                <a:lnTo>
                  <a:pt x="1156581" y="154699"/>
                </a:lnTo>
                <a:lnTo>
                  <a:pt x="1158703" y="154699"/>
                </a:lnTo>
                <a:cubicBezTo>
                  <a:pt x="1161814" y="154756"/>
                  <a:pt x="1164473" y="154161"/>
                  <a:pt x="1166680" y="152915"/>
                </a:cubicBezTo>
                <a:cubicBezTo>
                  <a:pt x="1167754" y="152292"/>
                  <a:pt x="1168589" y="151287"/>
                  <a:pt x="1169183" y="149900"/>
                </a:cubicBezTo>
                <a:cubicBezTo>
                  <a:pt x="1169777" y="148514"/>
                  <a:pt x="1170074" y="144990"/>
                  <a:pt x="1170074" y="139329"/>
                </a:cubicBezTo>
                <a:lnTo>
                  <a:pt x="1170074" y="65785"/>
                </a:lnTo>
                <a:cubicBezTo>
                  <a:pt x="1170074" y="60746"/>
                  <a:pt x="1169848" y="57548"/>
                  <a:pt x="1169395" y="56190"/>
                </a:cubicBezTo>
                <a:cubicBezTo>
                  <a:pt x="1168942" y="54831"/>
                  <a:pt x="1168221" y="53812"/>
                  <a:pt x="1167231" y="53133"/>
                </a:cubicBezTo>
                <a:cubicBezTo>
                  <a:pt x="1166241" y="52452"/>
                  <a:pt x="1164897" y="52112"/>
                  <a:pt x="1163200" y="52112"/>
                </a:cubicBezTo>
                <a:cubicBezTo>
                  <a:pt x="1161842" y="52112"/>
                  <a:pt x="1160117" y="52508"/>
                  <a:pt x="1158024" y="53300"/>
                </a:cubicBezTo>
                <a:lnTo>
                  <a:pt x="1157005" y="50584"/>
                </a:lnTo>
                <a:moveTo>
                  <a:pt x="1184161" y="64223"/>
                </a:moveTo>
                <a:lnTo>
                  <a:pt x="1184161" y="93208"/>
                </a:lnTo>
                <a:cubicBezTo>
                  <a:pt x="1184161" y="99480"/>
                  <a:pt x="1184415" y="103605"/>
                  <a:pt x="1184924" y="105582"/>
                </a:cubicBezTo>
                <a:cubicBezTo>
                  <a:pt x="1185716" y="108859"/>
                  <a:pt x="1187654" y="111741"/>
                  <a:pt x="1190737" y="114227"/>
                </a:cubicBezTo>
                <a:cubicBezTo>
                  <a:pt x="1193821" y="116712"/>
                  <a:pt x="1197710" y="117955"/>
                  <a:pt x="1202405" y="117955"/>
                </a:cubicBezTo>
                <a:cubicBezTo>
                  <a:pt x="1208063" y="117955"/>
                  <a:pt x="1212645" y="115751"/>
                  <a:pt x="1216153" y="111344"/>
                </a:cubicBezTo>
                <a:cubicBezTo>
                  <a:pt x="1220735" y="105582"/>
                  <a:pt x="1223026" y="97475"/>
                  <a:pt x="1223026" y="87021"/>
                </a:cubicBezTo>
                <a:cubicBezTo>
                  <a:pt x="1223026" y="75157"/>
                  <a:pt x="1220424" y="66032"/>
                  <a:pt x="1215219" y="59648"/>
                </a:cubicBezTo>
                <a:cubicBezTo>
                  <a:pt x="1211599" y="55241"/>
                  <a:pt x="1207299" y="53037"/>
                  <a:pt x="1202321" y="53037"/>
                </a:cubicBezTo>
                <a:cubicBezTo>
                  <a:pt x="1199605" y="53037"/>
                  <a:pt x="1196918" y="53715"/>
                  <a:pt x="1194259" y="55071"/>
                </a:cubicBezTo>
                <a:cubicBezTo>
                  <a:pt x="1192222" y="56088"/>
                  <a:pt x="1188856" y="59138"/>
                  <a:pt x="1184161" y="64223"/>
                </a:cubicBezTo>
                <a:close/>
                <a:moveTo>
                  <a:pt x="1272245" y="40733"/>
                </a:moveTo>
                <a:lnTo>
                  <a:pt x="1272245" y="58214"/>
                </a:lnTo>
                <a:cubicBezTo>
                  <a:pt x="1278751" y="46560"/>
                  <a:pt x="1285427" y="40733"/>
                  <a:pt x="1292272" y="40733"/>
                </a:cubicBezTo>
                <a:cubicBezTo>
                  <a:pt x="1295384" y="40733"/>
                  <a:pt x="1297958" y="41680"/>
                  <a:pt x="1299994" y="43576"/>
                </a:cubicBezTo>
                <a:cubicBezTo>
                  <a:pt x="1302031" y="45471"/>
                  <a:pt x="1303049" y="47663"/>
                  <a:pt x="1303049" y="50152"/>
                </a:cubicBezTo>
                <a:cubicBezTo>
                  <a:pt x="1303049" y="52359"/>
                  <a:pt x="1302314" y="54225"/>
                  <a:pt x="1300843" y="55753"/>
                </a:cubicBezTo>
                <a:cubicBezTo>
                  <a:pt x="1299372" y="57280"/>
                  <a:pt x="1297618" y="58044"/>
                  <a:pt x="1295582" y="58044"/>
                </a:cubicBezTo>
                <a:cubicBezTo>
                  <a:pt x="1293602" y="58044"/>
                  <a:pt x="1291381" y="57068"/>
                  <a:pt x="1288920" y="55116"/>
                </a:cubicBezTo>
                <a:cubicBezTo>
                  <a:pt x="1286459" y="53165"/>
                  <a:pt x="1284635" y="52189"/>
                  <a:pt x="1283447" y="52189"/>
                </a:cubicBezTo>
                <a:cubicBezTo>
                  <a:pt x="1282428" y="52189"/>
                  <a:pt x="1281325" y="52753"/>
                  <a:pt x="1280137" y="53881"/>
                </a:cubicBezTo>
                <a:cubicBezTo>
                  <a:pt x="1277591" y="56195"/>
                  <a:pt x="1274961" y="60004"/>
                  <a:pt x="1272245" y="65308"/>
                </a:cubicBezTo>
                <a:lnTo>
                  <a:pt x="1272245" y="102466"/>
                </a:lnTo>
                <a:cubicBezTo>
                  <a:pt x="1272245" y="106753"/>
                  <a:pt x="1272783" y="109997"/>
                  <a:pt x="1273858" y="112198"/>
                </a:cubicBezTo>
                <a:cubicBezTo>
                  <a:pt x="1274593" y="113722"/>
                  <a:pt x="1275894" y="114992"/>
                  <a:pt x="1277761" y="116009"/>
                </a:cubicBezTo>
                <a:cubicBezTo>
                  <a:pt x="1279628" y="117023"/>
                  <a:pt x="1282315" y="117531"/>
                  <a:pt x="1285823" y="117531"/>
                </a:cubicBezTo>
                <a:lnTo>
                  <a:pt x="1285823" y="120671"/>
                </a:lnTo>
                <a:lnTo>
                  <a:pt x="1246024" y="120671"/>
                </a:lnTo>
                <a:lnTo>
                  <a:pt x="1246024" y="117531"/>
                </a:lnTo>
                <a:cubicBezTo>
                  <a:pt x="1249984" y="117531"/>
                  <a:pt x="1252925" y="116910"/>
                  <a:pt x="1254849" y="115669"/>
                </a:cubicBezTo>
                <a:cubicBezTo>
                  <a:pt x="1256263" y="114766"/>
                  <a:pt x="1257253" y="113326"/>
                  <a:pt x="1257819" y="111349"/>
                </a:cubicBezTo>
                <a:cubicBezTo>
                  <a:pt x="1258102" y="110389"/>
                  <a:pt x="1258243" y="107652"/>
                  <a:pt x="1258243" y="103136"/>
                </a:cubicBezTo>
                <a:lnTo>
                  <a:pt x="1258243" y="73078"/>
                </a:lnTo>
                <a:cubicBezTo>
                  <a:pt x="1258243" y="64045"/>
                  <a:pt x="1258060" y="58669"/>
                  <a:pt x="1257692" y="56949"/>
                </a:cubicBezTo>
                <a:cubicBezTo>
                  <a:pt x="1257324" y="55227"/>
                  <a:pt x="1256645" y="53971"/>
                  <a:pt x="1255655" y="53181"/>
                </a:cubicBezTo>
                <a:cubicBezTo>
                  <a:pt x="1254665" y="52390"/>
                  <a:pt x="1253435" y="51995"/>
                  <a:pt x="1251964" y="51995"/>
                </a:cubicBezTo>
                <a:cubicBezTo>
                  <a:pt x="1250210" y="51995"/>
                  <a:pt x="1248230" y="52419"/>
                  <a:pt x="1246024" y="53265"/>
                </a:cubicBezTo>
                <a:lnTo>
                  <a:pt x="1245175" y="50216"/>
                </a:lnTo>
                <a:lnTo>
                  <a:pt x="1268681" y="40733"/>
                </a:lnTo>
                <a:lnTo>
                  <a:pt x="1272245" y="40733"/>
                </a:lnTo>
                <a:close/>
                <a:moveTo>
                  <a:pt x="1345393" y="40733"/>
                </a:moveTo>
                <a:cubicBezTo>
                  <a:pt x="1357160" y="40733"/>
                  <a:pt x="1366608" y="45198"/>
                  <a:pt x="1373736" y="54127"/>
                </a:cubicBezTo>
                <a:cubicBezTo>
                  <a:pt x="1379789" y="61756"/>
                  <a:pt x="1382816" y="70516"/>
                  <a:pt x="1382816" y="80407"/>
                </a:cubicBezTo>
                <a:cubicBezTo>
                  <a:pt x="1382816" y="87359"/>
                  <a:pt x="1381147" y="94395"/>
                  <a:pt x="1377809" y="101516"/>
                </a:cubicBezTo>
                <a:cubicBezTo>
                  <a:pt x="1374472" y="108636"/>
                  <a:pt x="1369875" y="114004"/>
                  <a:pt x="1364020" y="117621"/>
                </a:cubicBezTo>
                <a:cubicBezTo>
                  <a:pt x="1358164" y="121238"/>
                  <a:pt x="1351644" y="123047"/>
                  <a:pt x="1344459" y="123047"/>
                </a:cubicBezTo>
                <a:cubicBezTo>
                  <a:pt x="1332749" y="123047"/>
                  <a:pt x="1323443" y="118384"/>
                  <a:pt x="1316541" y="109058"/>
                </a:cubicBezTo>
                <a:cubicBezTo>
                  <a:pt x="1310714" y="101203"/>
                  <a:pt x="1307800" y="92388"/>
                  <a:pt x="1307800" y="82611"/>
                </a:cubicBezTo>
                <a:cubicBezTo>
                  <a:pt x="1307800" y="75490"/>
                  <a:pt x="1309568" y="68411"/>
                  <a:pt x="1313104" y="61375"/>
                </a:cubicBezTo>
                <a:cubicBezTo>
                  <a:pt x="1316640" y="54339"/>
                  <a:pt x="1321293" y="49139"/>
                  <a:pt x="1327063" y="45777"/>
                </a:cubicBezTo>
                <a:cubicBezTo>
                  <a:pt x="1332834" y="42414"/>
                  <a:pt x="1338944" y="40733"/>
                  <a:pt x="1345393" y="40733"/>
                </a:cubicBezTo>
                <a:moveTo>
                  <a:pt x="1342762" y="46333"/>
                </a:moveTo>
                <a:cubicBezTo>
                  <a:pt x="1339764" y="46333"/>
                  <a:pt x="1336751" y="47224"/>
                  <a:pt x="1333725" y="49004"/>
                </a:cubicBezTo>
                <a:cubicBezTo>
                  <a:pt x="1330698" y="50784"/>
                  <a:pt x="1328251" y="53906"/>
                  <a:pt x="1326384" y="58370"/>
                </a:cubicBezTo>
                <a:cubicBezTo>
                  <a:pt x="1324517" y="62834"/>
                  <a:pt x="1323584" y="68569"/>
                  <a:pt x="1323584" y="75576"/>
                </a:cubicBezTo>
                <a:cubicBezTo>
                  <a:pt x="1323584" y="86876"/>
                  <a:pt x="1325833" y="96624"/>
                  <a:pt x="1330330" y="104818"/>
                </a:cubicBezTo>
                <a:cubicBezTo>
                  <a:pt x="1334828" y="113010"/>
                  <a:pt x="1340754" y="117107"/>
                  <a:pt x="1348108" y="117107"/>
                </a:cubicBezTo>
                <a:cubicBezTo>
                  <a:pt x="1353596" y="117107"/>
                  <a:pt x="1358122" y="114846"/>
                  <a:pt x="1361686" y="110326"/>
                </a:cubicBezTo>
                <a:cubicBezTo>
                  <a:pt x="1365250" y="105805"/>
                  <a:pt x="1367032" y="98036"/>
                  <a:pt x="1367032" y="87018"/>
                </a:cubicBezTo>
                <a:cubicBezTo>
                  <a:pt x="1367032" y="73230"/>
                  <a:pt x="1364062" y="62381"/>
                  <a:pt x="1358122" y="54469"/>
                </a:cubicBezTo>
                <a:cubicBezTo>
                  <a:pt x="1354105" y="49045"/>
                  <a:pt x="1348985" y="46333"/>
                  <a:pt x="1342762" y="46333"/>
                </a:cubicBezTo>
                <a:close/>
                <a:moveTo>
                  <a:pt x="1415572" y="56432"/>
                </a:moveTo>
                <a:cubicBezTo>
                  <a:pt x="1423096" y="45966"/>
                  <a:pt x="1431215" y="40733"/>
                  <a:pt x="1439927" y="40733"/>
                </a:cubicBezTo>
                <a:cubicBezTo>
                  <a:pt x="1447904" y="40733"/>
                  <a:pt x="1454862" y="44138"/>
                  <a:pt x="1460802" y="50948"/>
                </a:cubicBezTo>
                <a:cubicBezTo>
                  <a:pt x="1466743" y="57758"/>
                  <a:pt x="1469713" y="67068"/>
                  <a:pt x="1469713" y="78880"/>
                </a:cubicBezTo>
                <a:cubicBezTo>
                  <a:pt x="1469713" y="92670"/>
                  <a:pt x="1465130" y="103775"/>
                  <a:pt x="1455965" y="112195"/>
                </a:cubicBezTo>
                <a:cubicBezTo>
                  <a:pt x="1448102" y="119430"/>
                  <a:pt x="1439333" y="123047"/>
                  <a:pt x="1429659" y="123047"/>
                </a:cubicBezTo>
                <a:cubicBezTo>
                  <a:pt x="1425133" y="123047"/>
                  <a:pt x="1420536" y="122226"/>
                  <a:pt x="1415869" y="120586"/>
                </a:cubicBezTo>
                <a:cubicBezTo>
                  <a:pt x="1411202" y="118945"/>
                  <a:pt x="1406436" y="116484"/>
                  <a:pt x="1401570" y="113203"/>
                </a:cubicBezTo>
                <a:lnTo>
                  <a:pt x="1401570" y="32671"/>
                </a:lnTo>
                <a:cubicBezTo>
                  <a:pt x="1401570" y="23846"/>
                  <a:pt x="1401358" y="18415"/>
                  <a:pt x="1400934" y="16378"/>
                </a:cubicBezTo>
                <a:cubicBezTo>
                  <a:pt x="1400510" y="14341"/>
                  <a:pt x="1399845" y="12955"/>
                  <a:pt x="1398940" y="12220"/>
                </a:cubicBezTo>
                <a:cubicBezTo>
                  <a:pt x="1398034" y="11484"/>
                  <a:pt x="1396903" y="11117"/>
                  <a:pt x="1395545" y="11117"/>
                </a:cubicBezTo>
                <a:cubicBezTo>
                  <a:pt x="1393961" y="11117"/>
                  <a:pt x="1391981" y="11569"/>
                  <a:pt x="1389605" y="12474"/>
                </a:cubicBezTo>
                <a:lnTo>
                  <a:pt x="1388417" y="9504"/>
                </a:lnTo>
                <a:lnTo>
                  <a:pt x="1411753" y="0"/>
                </a:lnTo>
                <a:lnTo>
                  <a:pt x="1415572" y="0"/>
                </a:lnTo>
                <a:lnTo>
                  <a:pt x="1415572" y="56432"/>
                </a:lnTo>
                <a:moveTo>
                  <a:pt x="1415572" y="61839"/>
                </a:moveTo>
                <a:lnTo>
                  <a:pt x="1415572" y="108220"/>
                </a:lnTo>
                <a:cubicBezTo>
                  <a:pt x="1418457" y="111040"/>
                  <a:pt x="1421442" y="113169"/>
                  <a:pt x="1424525" y="114608"/>
                </a:cubicBezTo>
                <a:cubicBezTo>
                  <a:pt x="1427608" y="116048"/>
                  <a:pt x="1430762" y="116767"/>
                  <a:pt x="1433987" y="116767"/>
                </a:cubicBezTo>
                <a:cubicBezTo>
                  <a:pt x="1439135" y="116767"/>
                  <a:pt x="1443929" y="113946"/>
                  <a:pt x="1448370" y="108305"/>
                </a:cubicBezTo>
                <a:cubicBezTo>
                  <a:pt x="1452811" y="102662"/>
                  <a:pt x="1455032" y="94452"/>
                  <a:pt x="1455032" y="83674"/>
                </a:cubicBezTo>
                <a:cubicBezTo>
                  <a:pt x="1455032" y="73744"/>
                  <a:pt x="1452811" y="66113"/>
                  <a:pt x="1448370" y="60781"/>
                </a:cubicBezTo>
                <a:cubicBezTo>
                  <a:pt x="1443929" y="55449"/>
                  <a:pt x="1438880" y="52783"/>
                  <a:pt x="1433223" y="52783"/>
                </a:cubicBezTo>
                <a:cubicBezTo>
                  <a:pt x="1430225" y="52783"/>
                  <a:pt x="1427226" y="53545"/>
                  <a:pt x="1424228" y="55069"/>
                </a:cubicBezTo>
                <a:cubicBezTo>
                  <a:pt x="1421965" y="56197"/>
                  <a:pt x="1419080" y="58453"/>
                  <a:pt x="1415572" y="61839"/>
                </a:cubicBezTo>
                <a:close/>
                <a:moveTo>
                  <a:pt x="1507900" y="0"/>
                </a:moveTo>
                <a:lnTo>
                  <a:pt x="1507900" y="103030"/>
                </a:lnTo>
                <a:cubicBezTo>
                  <a:pt x="1507900" y="107892"/>
                  <a:pt x="1508253" y="111115"/>
                  <a:pt x="1508960" y="112699"/>
                </a:cubicBezTo>
                <a:cubicBezTo>
                  <a:pt x="1509668" y="114281"/>
                  <a:pt x="1510757" y="115483"/>
                  <a:pt x="1512228" y="116303"/>
                </a:cubicBezTo>
                <a:cubicBezTo>
                  <a:pt x="1513699" y="117122"/>
                  <a:pt x="1516442" y="117531"/>
                  <a:pt x="1520459" y="117531"/>
                </a:cubicBezTo>
                <a:lnTo>
                  <a:pt x="1520459" y="120671"/>
                </a:lnTo>
                <a:lnTo>
                  <a:pt x="1482357" y="120671"/>
                </a:lnTo>
                <a:lnTo>
                  <a:pt x="1482357" y="117531"/>
                </a:lnTo>
                <a:cubicBezTo>
                  <a:pt x="1485921" y="117531"/>
                  <a:pt x="1488354" y="117164"/>
                  <a:pt x="1489655" y="116430"/>
                </a:cubicBezTo>
                <a:cubicBezTo>
                  <a:pt x="1490956" y="115695"/>
                  <a:pt x="1491974" y="114479"/>
                  <a:pt x="1492710" y="112784"/>
                </a:cubicBezTo>
                <a:cubicBezTo>
                  <a:pt x="1493445" y="111087"/>
                  <a:pt x="1493813" y="107836"/>
                  <a:pt x="1493813" y="103030"/>
                </a:cubicBezTo>
                <a:lnTo>
                  <a:pt x="1493813" y="32477"/>
                </a:lnTo>
                <a:cubicBezTo>
                  <a:pt x="1493813" y="23716"/>
                  <a:pt x="1493615" y="18331"/>
                  <a:pt x="1493219" y="16325"/>
                </a:cubicBezTo>
                <a:cubicBezTo>
                  <a:pt x="1492823" y="14317"/>
                  <a:pt x="1492187" y="12946"/>
                  <a:pt x="1491310" y="12212"/>
                </a:cubicBezTo>
                <a:cubicBezTo>
                  <a:pt x="1490433" y="11476"/>
                  <a:pt x="1489315" y="11109"/>
                  <a:pt x="1487958" y="11109"/>
                </a:cubicBezTo>
                <a:cubicBezTo>
                  <a:pt x="1486487" y="11109"/>
                  <a:pt x="1484620" y="11561"/>
                  <a:pt x="1482357" y="12466"/>
                </a:cubicBezTo>
                <a:lnTo>
                  <a:pt x="1480914" y="9496"/>
                </a:lnTo>
                <a:lnTo>
                  <a:pt x="1504081" y="0"/>
                </a:lnTo>
                <a:lnTo>
                  <a:pt x="1507900" y="0"/>
                </a:lnTo>
                <a:close/>
                <a:moveTo>
                  <a:pt x="1542552" y="72301"/>
                </a:moveTo>
                <a:cubicBezTo>
                  <a:pt x="1542495" y="83815"/>
                  <a:pt x="1545296" y="92846"/>
                  <a:pt x="1550953" y="99395"/>
                </a:cubicBezTo>
                <a:cubicBezTo>
                  <a:pt x="1556610" y="105941"/>
                  <a:pt x="1563258" y="109215"/>
                  <a:pt x="1570895" y="109215"/>
                </a:cubicBezTo>
                <a:cubicBezTo>
                  <a:pt x="1575987" y="109215"/>
                  <a:pt x="1580414" y="107814"/>
                  <a:pt x="1584176" y="105014"/>
                </a:cubicBezTo>
                <a:cubicBezTo>
                  <a:pt x="1587938" y="102214"/>
                  <a:pt x="1591092" y="97419"/>
                  <a:pt x="1593638" y="90630"/>
                </a:cubicBezTo>
                <a:lnTo>
                  <a:pt x="1596268" y="92327"/>
                </a:lnTo>
                <a:cubicBezTo>
                  <a:pt x="1595080" y="100078"/>
                  <a:pt x="1591629" y="107136"/>
                  <a:pt x="1585915" y="113500"/>
                </a:cubicBezTo>
                <a:cubicBezTo>
                  <a:pt x="1580201" y="119864"/>
                  <a:pt x="1573045" y="123047"/>
                  <a:pt x="1564446" y="123047"/>
                </a:cubicBezTo>
                <a:cubicBezTo>
                  <a:pt x="1555111" y="123047"/>
                  <a:pt x="1547120" y="119420"/>
                  <a:pt x="1540473" y="112166"/>
                </a:cubicBezTo>
                <a:cubicBezTo>
                  <a:pt x="1533825" y="104911"/>
                  <a:pt x="1530502" y="95157"/>
                  <a:pt x="1530502" y="82905"/>
                </a:cubicBezTo>
                <a:cubicBezTo>
                  <a:pt x="1530502" y="69639"/>
                  <a:pt x="1533910" y="59294"/>
                  <a:pt x="1540727" y="51871"/>
                </a:cubicBezTo>
                <a:cubicBezTo>
                  <a:pt x="1547544" y="44445"/>
                  <a:pt x="1556101" y="40733"/>
                  <a:pt x="1566398" y="40733"/>
                </a:cubicBezTo>
                <a:cubicBezTo>
                  <a:pt x="1575110" y="40733"/>
                  <a:pt x="1582266" y="43597"/>
                  <a:pt x="1587867" y="49325"/>
                </a:cubicBezTo>
                <a:cubicBezTo>
                  <a:pt x="1593468" y="55051"/>
                  <a:pt x="1596268" y="62710"/>
                  <a:pt x="1596268" y="72301"/>
                </a:cubicBezTo>
                <a:lnTo>
                  <a:pt x="1542552" y="72301"/>
                </a:lnTo>
                <a:moveTo>
                  <a:pt x="1542552" y="67379"/>
                </a:moveTo>
                <a:lnTo>
                  <a:pt x="1578532" y="67379"/>
                </a:lnTo>
                <a:cubicBezTo>
                  <a:pt x="1578250" y="62400"/>
                  <a:pt x="1577656" y="58893"/>
                  <a:pt x="1576750" y="56856"/>
                </a:cubicBezTo>
                <a:cubicBezTo>
                  <a:pt x="1575336" y="53688"/>
                  <a:pt x="1573229" y="51199"/>
                  <a:pt x="1570428" y="49388"/>
                </a:cubicBezTo>
                <a:cubicBezTo>
                  <a:pt x="1567628" y="47578"/>
                  <a:pt x="1564700" y="46673"/>
                  <a:pt x="1561645" y="46673"/>
                </a:cubicBezTo>
                <a:cubicBezTo>
                  <a:pt x="1556950" y="46673"/>
                  <a:pt x="1552749" y="48497"/>
                  <a:pt x="1549044" y="52146"/>
                </a:cubicBezTo>
                <a:cubicBezTo>
                  <a:pt x="1545338" y="55795"/>
                  <a:pt x="1543174" y="60873"/>
                  <a:pt x="1542552" y="67379"/>
                </a:cubicBezTo>
                <a:close/>
                <a:moveTo>
                  <a:pt x="1629729" y="57280"/>
                </a:moveTo>
                <a:cubicBezTo>
                  <a:pt x="1635387" y="51623"/>
                  <a:pt x="1638724" y="48370"/>
                  <a:pt x="1639743" y="47521"/>
                </a:cubicBezTo>
                <a:cubicBezTo>
                  <a:pt x="1642289" y="45372"/>
                  <a:pt x="1645032" y="43703"/>
                  <a:pt x="1647974" y="42515"/>
                </a:cubicBezTo>
                <a:cubicBezTo>
                  <a:pt x="1650916" y="41327"/>
                  <a:pt x="1653830" y="40733"/>
                  <a:pt x="1656715" y="40733"/>
                </a:cubicBezTo>
                <a:cubicBezTo>
                  <a:pt x="1661580" y="40733"/>
                  <a:pt x="1665766" y="42147"/>
                  <a:pt x="1669274" y="44976"/>
                </a:cubicBezTo>
                <a:cubicBezTo>
                  <a:pt x="1672782" y="47804"/>
                  <a:pt x="1675129" y="51906"/>
                  <a:pt x="1676317" y="57280"/>
                </a:cubicBezTo>
                <a:cubicBezTo>
                  <a:pt x="1682144" y="50492"/>
                  <a:pt x="1687066" y="46036"/>
                  <a:pt x="1691083" y="43915"/>
                </a:cubicBezTo>
                <a:cubicBezTo>
                  <a:pt x="1695100" y="41793"/>
                  <a:pt x="1699230" y="40733"/>
                  <a:pt x="1703472" y="40733"/>
                </a:cubicBezTo>
                <a:cubicBezTo>
                  <a:pt x="1707602" y="40733"/>
                  <a:pt x="1711265" y="41792"/>
                  <a:pt x="1714462" y="43910"/>
                </a:cubicBezTo>
                <a:cubicBezTo>
                  <a:pt x="1717658" y="46026"/>
                  <a:pt x="1720190" y="49483"/>
                  <a:pt x="1722057" y="54281"/>
                </a:cubicBezTo>
                <a:cubicBezTo>
                  <a:pt x="1723301" y="57555"/>
                  <a:pt x="1723924" y="62692"/>
                  <a:pt x="1723924" y="69691"/>
                </a:cubicBezTo>
                <a:lnTo>
                  <a:pt x="1723924" y="103052"/>
                </a:lnTo>
                <a:cubicBezTo>
                  <a:pt x="1723924" y="107906"/>
                  <a:pt x="1724291" y="111237"/>
                  <a:pt x="1725027" y="113044"/>
                </a:cubicBezTo>
                <a:cubicBezTo>
                  <a:pt x="1725593" y="114285"/>
                  <a:pt x="1726639" y="115343"/>
                  <a:pt x="1728167" y="116218"/>
                </a:cubicBezTo>
                <a:cubicBezTo>
                  <a:pt x="1729694" y="117093"/>
                  <a:pt x="1732183" y="117531"/>
                  <a:pt x="1735634" y="117531"/>
                </a:cubicBezTo>
                <a:lnTo>
                  <a:pt x="1735634" y="120671"/>
                </a:lnTo>
                <a:lnTo>
                  <a:pt x="1697278" y="120671"/>
                </a:lnTo>
                <a:lnTo>
                  <a:pt x="1697278" y="117531"/>
                </a:lnTo>
                <a:lnTo>
                  <a:pt x="1698890" y="117531"/>
                </a:lnTo>
                <a:cubicBezTo>
                  <a:pt x="1702228" y="117531"/>
                  <a:pt x="1704830" y="116884"/>
                  <a:pt x="1706697" y="115590"/>
                </a:cubicBezTo>
                <a:cubicBezTo>
                  <a:pt x="1707998" y="114688"/>
                  <a:pt x="1708932" y="113252"/>
                  <a:pt x="1709498" y="111283"/>
                </a:cubicBezTo>
                <a:cubicBezTo>
                  <a:pt x="1709724" y="110327"/>
                  <a:pt x="1709837" y="107597"/>
                  <a:pt x="1709837" y="103094"/>
                </a:cubicBezTo>
                <a:lnTo>
                  <a:pt x="1709837" y="69829"/>
                </a:lnTo>
                <a:cubicBezTo>
                  <a:pt x="1709837" y="63525"/>
                  <a:pt x="1709073" y="59078"/>
                  <a:pt x="1707546" y="56490"/>
                </a:cubicBezTo>
                <a:cubicBezTo>
                  <a:pt x="1705339" y="52887"/>
                  <a:pt x="1701804" y="51086"/>
                  <a:pt x="1696938" y="51086"/>
                </a:cubicBezTo>
                <a:cubicBezTo>
                  <a:pt x="1693940" y="51086"/>
                  <a:pt x="1690927" y="51832"/>
                  <a:pt x="1687901" y="53324"/>
                </a:cubicBezTo>
                <a:cubicBezTo>
                  <a:pt x="1684874" y="54814"/>
                  <a:pt x="1681211" y="57586"/>
                  <a:pt x="1676911" y="61640"/>
                </a:cubicBezTo>
                <a:lnTo>
                  <a:pt x="1676742" y="62568"/>
                </a:lnTo>
                <a:lnTo>
                  <a:pt x="1676911" y="66199"/>
                </a:lnTo>
                <a:lnTo>
                  <a:pt x="1676911" y="103094"/>
                </a:lnTo>
                <a:cubicBezTo>
                  <a:pt x="1676911" y="108385"/>
                  <a:pt x="1677208" y="111678"/>
                  <a:pt x="1677802" y="112972"/>
                </a:cubicBezTo>
                <a:cubicBezTo>
                  <a:pt x="1678396" y="114266"/>
                  <a:pt x="1679514" y="115350"/>
                  <a:pt x="1681154" y="116223"/>
                </a:cubicBezTo>
                <a:cubicBezTo>
                  <a:pt x="1682795" y="117095"/>
                  <a:pt x="1685595" y="117531"/>
                  <a:pt x="1689555" y="117531"/>
                </a:cubicBezTo>
                <a:lnTo>
                  <a:pt x="1689555" y="120671"/>
                </a:lnTo>
                <a:lnTo>
                  <a:pt x="1650265" y="120671"/>
                </a:lnTo>
                <a:lnTo>
                  <a:pt x="1650265" y="117531"/>
                </a:lnTo>
                <a:cubicBezTo>
                  <a:pt x="1654565" y="117531"/>
                  <a:pt x="1657521" y="117024"/>
                  <a:pt x="1659133" y="116011"/>
                </a:cubicBezTo>
                <a:cubicBezTo>
                  <a:pt x="1660746" y="114998"/>
                  <a:pt x="1661863" y="113479"/>
                  <a:pt x="1662485" y="111453"/>
                </a:cubicBezTo>
                <a:cubicBezTo>
                  <a:pt x="1662768" y="110495"/>
                  <a:pt x="1662910" y="107708"/>
                  <a:pt x="1662910" y="103094"/>
                </a:cubicBezTo>
                <a:lnTo>
                  <a:pt x="1662910" y="69829"/>
                </a:lnTo>
                <a:cubicBezTo>
                  <a:pt x="1662910" y="63525"/>
                  <a:pt x="1661976" y="58993"/>
                  <a:pt x="1660109" y="56236"/>
                </a:cubicBezTo>
                <a:cubicBezTo>
                  <a:pt x="1657620" y="52633"/>
                  <a:pt x="1654141" y="50831"/>
                  <a:pt x="1649671" y="50831"/>
                </a:cubicBezTo>
                <a:cubicBezTo>
                  <a:pt x="1646616" y="50831"/>
                  <a:pt x="1643590" y="51647"/>
                  <a:pt x="1640591" y="53279"/>
                </a:cubicBezTo>
                <a:cubicBezTo>
                  <a:pt x="1635896" y="55756"/>
                  <a:pt x="1632275" y="58542"/>
                  <a:pt x="1629729" y="61637"/>
                </a:cubicBezTo>
                <a:lnTo>
                  <a:pt x="1629729" y="103094"/>
                </a:lnTo>
                <a:cubicBezTo>
                  <a:pt x="1629729" y="108159"/>
                  <a:pt x="1630083" y="111452"/>
                  <a:pt x="1630790" y="112972"/>
                </a:cubicBezTo>
                <a:cubicBezTo>
                  <a:pt x="1631497" y="114491"/>
                  <a:pt x="1632544" y="115630"/>
                  <a:pt x="1633930" y="116391"/>
                </a:cubicBezTo>
                <a:cubicBezTo>
                  <a:pt x="1635316" y="117151"/>
                  <a:pt x="1638130" y="117531"/>
                  <a:pt x="1642373" y="117531"/>
                </a:cubicBezTo>
                <a:lnTo>
                  <a:pt x="1642373" y="120671"/>
                </a:lnTo>
                <a:lnTo>
                  <a:pt x="1603932" y="120671"/>
                </a:lnTo>
                <a:lnTo>
                  <a:pt x="1603932" y="117531"/>
                </a:lnTo>
                <a:cubicBezTo>
                  <a:pt x="1607496" y="117531"/>
                  <a:pt x="1609985" y="117150"/>
                  <a:pt x="1611400" y="116388"/>
                </a:cubicBezTo>
                <a:cubicBezTo>
                  <a:pt x="1612814" y="115626"/>
                  <a:pt x="1613889" y="114412"/>
                  <a:pt x="1614624" y="112747"/>
                </a:cubicBezTo>
                <a:cubicBezTo>
                  <a:pt x="1615360" y="111081"/>
                  <a:pt x="1615727" y="107850"/>
                  <a:pt x="1615727" y="103052"/>
                </a:cubicBezTo>
                <a:lnTo>
                  <a:pt x="1615727" y="73417"/>
                </a:lnTo>
                <a:cubicBezTo>
                  <a:pt x="1615727" y="64892"/>
                  <a:pt x="1615473" y="59389"/>
                  <a:pt x="1614964" y="56906"/>
                </a:cubicBezTo>
                <a:cubicBezTo>
                  <a:pt x="1614568" y="55043"/>
                  <a:pt x="1613945" y="53759"/>
                  <a:pt x="1613097" y="53053"/>
                </a:cubicBezTo>
                <a:cubicBezTo>
                  <a:pt x="1612248" y="52348"/>
                  <a:pt x="1611088" y="51995"/>
                  <a:pt x="1609618" y="51995"/>
                </a:cubicBezTo>
                <a:cubicBezTo>
                  <a:pt x="1608033" y="51995"/>
                  <a:pt x="1606138" y="52419"/>
                  <a:pt x="1603932" y="53265"/>
                </a:cubicBezTo>
                <a:lnTo>
                  <a:pt x="1602659" y="50216"/>
                </a:lnTo>
                <a:lnTo>
                  <a:pt x="1626080" y="40733"/>
                </a:lnTo>
                <a:lnTo>
                  <a:pt x="1629729" y="40733"/>
                </a:lnTo>
                <a:lnTo>
                  <a:pt x="1629729" y="57280"/>
                </a:lnTo>
                <a:close/>
                <a:moveTo>
                  <a:pt x="1745762" y="149693"/>
                </a:moveTo>
                <a:lnTo>
                  <a:pt x="1745762" y="145959"/>
                </a:lnTo>
                <a:cubicBezTo>
                  <a:pt x="1751589" y="144028"/>
                  <a:pt x="1756101" y="141033"/>
                  <a:pt x="1759297" y="136972"/>
                </a:cubicBezTo>
                <a:cubicBezTo>
                  <a:pt x="1762494" y="132913"/>
                  <a:pt x="1764092" y="128611"/>
                  <a:pt x="1764092" y="124068"/>
                </a:cubicBezTo>
                <a:cubicBezTo>
                  <a:pt x="1764092" y="122991"/>
                  <a:pt x="1763837" y="122085"/>
                  <a:pt x="1763328" y="121350"/>
                </a:cubicBezTo>
                <a:cubicBezTo>
                  <a:pt x="1762932" y="120840"/>
                  <a:pt x="1762536" y="120586"/>
                  <a:pt x="1762140" y="120586"/>
                </a:cubicBezTo>
                <a:cubicBezTo>
                  <a:pt x="1761518" y="120586"/>
                  <a:pt x="1760160" y="121152"/>
                  <a:pt x="1758067" y="122283"/>
                </a:cubicBezTo>
                <a:cubicBezTo>
                  <a:pt x="1757049" y="122792"/>
                  <a:pt x="1755974" y="123047"/>
                  <a:pt x="1754842" y="123047"/>
                </a:cubicBezTo>
                <a:cubicBezTo>
                  <a:pt x="1752070" y="123047"/>
                  <a:pt x="1749864" y="122226"/>
                  <a:pt x="1748223" y="120586"/>
                </a:cubicBezTo>
                <a:cubicBezTo>
                  <a:pt x="1746582" y="118945"/>
                  <a:pt x="1745762" y="116682"/>
                  <a:pt x="1745762" y="113797"/>
                </a:cubicBezTo>
                <a:cubicBezTo>
                  <a:pt x="1745762" y="111025"/>
                  <a:pt x="1746823" y="108649"/>
                  <a:pt x="1748944" y="106669"/>
                </a:cubicBezTo>
                <a:cubicBezTo>
                  <a:pt x="1751066" y="104689"/>
                  <a:pt x="1753654" y="103699"/>
                  <a:pt x="1756709" y="103699"/>
                </a:cubicBezTo>
                <a:cubicBezTo>
                  <a:pt x="1760443" y="103699"/>
                  <a:pt x="1763767" y="105329"/>
                  <a:pt x="1766680" y="108589"/>
                </a:cubicBezTo>
                <a:cubicBezTo>
                  <a:pt x="1769594" y="111847"/>
                  <a:pt x="1771050" y="116168"/>
                  <a:pt x="1771050" y="121551"/>
                </a:cubicBezTo>
                <a:cubicBezTo>
                  <a:pt x="1771050" y="127390"/>
                  <a:pt x="1769028" y="132818"/>
                  <a:pt x="1764983" y="137834"/>
                </a:cubicBezTo>
                <a:cubicBezTo>
                  <a:pt x="1760938" y="142849"/>
                  <a:pt x="1754531" y="146802"/>
                  <a:pt x="1745762" y="149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orcarryingouta">
            <a:extLst xmlns:a="http://schemas.openxmlformats.org/drawingml/2006/main">
              <a:ext uri="{FF2B5EF4-FFF2-40B4-BE49-F238E27FC236}">
                <a16:creationId xmlns:a16="http://schemas.microsoft.com/office/drawing/2014/main" id="{8B3225F7-6756-4939-9D76-A91656FF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962" y="7409103"/>
            <a:ext cx="1147242" cy="158179"/>
          </a:xfrm>
          <a:custGeom xmlns:a="http://schemas.openxmlformats.org/drawingml/2006/main">
            <a:pathLst>
              <a:path w="1147242" h="158179">
                <a:moveTo>
                  <a:pt x="37593" y="40733"/>
                </a:moveTo>
                <a:cubicBezTo>
                  <a:pt x="49360" y="40733"/>
                  <a:pt x="58808" y="45198"/>
                  <a:pt x="65936" y="54127"/>
                </a:cubicBezTo>
                <a:cubicBezTo>
                  <a:pt x="71989" y="61756"/>
                  <a:pt x="75016" y="70516"/>
                  <a:pt x="75016" y="80407"/>
                </a:cubicBezTo>
                <a:cubicBezTo>
                  <a:pt x="75016" y="87359"/>
                  <a:pt x="73347" y="94395"/>
                  <a:pt x="70009" y="101516"/>
                </a:cubicBezTo>
                <a:cubicBezTo>
                  <a:pt x="66672" y="108636"/>
                  <a:pt x="62075" y="114004"/>
                  <a:pt x="56220" y="117621"/>
                </a:cubicBezTo>
                <a:cubicBezTo>
                  <a:pt x="50364" y="121238"/>
                  <a:pt x="43844" y="123047"/>
                  <a:pt x="36659" y="123047"/>
                </a:cubicBezTo>
                <a:cubicBezTo>
                  <a:pt x="24949" y="123047"/>
                  <a:pt x="15642" y="118384"/>
                  <a:pt x="8741" y="109058"/>
                </a:cubicBezTo>
                <a:cubicBezTo>
                  <a:pt x="2914" y="101203"/>
                  <a:pt x="0" y="92388"/>
                  <a:pt x="0" y="82611"/>
                </a:cubicBezTo>
                <a:cubicBezTo>
                  <a:pt x="0" y="75490"/>
                  <a:pt x="1768" y="68411"/>
                  <a:pt x="5304" y="61375"/>
                </a:cubicBezTo>
                <a:cubicBezTo>
                  <a:pt x="8840" y="54339"/>
                  <a:pt x="13493" y="49139"/>
                  <a:pt x="19263" y="45777"/>
                </a:cubicBezTo>
                <a:cubicBezTo>
                  <a:pt x="25034" y="42414"/>
                  <a:pt x="31144" y="40733"/>
                  <a:pt x="37593" y="40733"/>
                </a:cubicBezTo>
                <a:moveTo>
                  <a:pt x="34962" y="46333"/>
                </a:moveTo>
                <a:cubicBezTo>
                  <a:pt x="31964" y="46333"/>
                  <a:pt x="28951" y="47224"/>
                  <a:pt x="25925" y="49004"/>
                </a:cubicBezTo>
                <a:cubicBezTo>
                  <a:pt x="22898" y="50784"/>
                  <a:pt x="20451" y="53906"/>
                  <a:pt x="18584" y="58370"/>
                </a:cubicBezTo>
                <a:cubicBezTo>
                  <a:pt x="16717" y="62834"/>
                  <a:pt x="15784" y="68569"/>
                  <a:pt x="15784" y="75576"/>
                </a:cubicBezTo>
                <a:cubicBezTo>
                  <a:pt x="15784" y="86876"/>
                  <a:pt x="18033" y="96624"/>
                  <a:pt x="22530" y="104818"/>
                </a:cubicBezTo>
                <a:cubicBezTo>
                  <a:pt x="27028" y="113010"/>
                  <a:pt x="32954" y="117107"/>
                  <a:pt x="40308" y="117107"/>
                </a:cubicBezTo>
                <a:cubicBezTo>
                  <a:pt x="45796" y="117107"/>
                  <a:pt x="50322" y="114846"/>
                  <a:pt x="53886" y="110326"/>
                </a:cubicBezTo>
                <a:cubicBezTo>
                  <a:pt x="57450" y="105805"/>
                  <a:pt x="59232" y="98036"/>
                  <a:pt x="59232" y="87018"/>
                </a:cubicBezTo>
                <a:cubicBezTo>
                  <a:pt x="59232" y="73230"/>
                  <a:pt x="56262" y="62381"/>
                  <a:pt x="50322" y="54469"/>
                </a:cubicBezTo>
                <a:cubicBezTo>
                  <a:pt x="46305" y="49045"/>
                  <a:pt x="41185" y="46333"/>
                  <a:pt x="34962" y="46333"/>
                </a:cubicBezTo>
                <a:close/>
                <a:moveTo>
                  <a:pt x="109214" y="40733"/>
                </a:moveTo>
                <a:lnTo>
                  <a:pt x="109214" y="58214"/>
                </a:lnTo>
                <a:cubicBezTo>
                  <a:pt x="115720" y="46560"/>
                  <a:pt x="122396" y="40733"/>
                  <a:pt x="129241" y="40733"/>
                </a:cubicBezTo>
                <a:cubicBezTo>
                  <a:pt x="132353" y="40733"/>
                  <a:pt x="134927" y="41680"/>
                  <a:pt x="136964" y="43576"/>
                </a:cubicBezTo>
                <a:cubicBezTo>
                  <a:pt x="139000" y="45471"/>
                  <a:pt x="140019" y="47663"/>
                  <a:pt x="140019" y="50152"/>
                </a:cubicBezTo>
                <a:cubicBezTo>
                  <a:pt x="140019" y="52359"/>
                  <a:pt x="139283" y="54225"/>
                  <a:pt x="137812" y="55753"/>
                </a:cubicBezTo>
                <a:cubicBezTo>
                  <a:pt x="136341" y="57280"/>
                  <a:pt x="134588" y="58044"/>
                  <a:pt x="132551" y="58044"/>
                </a:cubicBezTo>
                <a:cubicBezTo>
                  <a:pt x="130571" y="58044"/>
                  <a:pt x="128350" y="57068"/>
                  <a:pt x="125889" y="55116"/>
                </a:cubicBezTo>
                <a:cubicBezTo>
                  <a:pt x="123428" y="53165"/>
                  <a:pt x="121604" y="52189"/>
                  <a:pt x="120416" y="52189"/>
                </a:cubicBezTo>
                <a:cubicBezTo>
                  <a:pt x="119398" y="52189"/>
                  <a:pt x="118294" y="52753"/>
                  <a:pt x="117106" y="53881"/>
                </a:cubicBezTo>
                <a:cubicBezTo>
                  <a:pt x="114561" y="56195"/>
                  <a:pt x="111930" y="60004"/>
                  <a:pt x="109214" y="65308"/>
                </a:cubicBezTo>
                <a:lnTo>
                  <a:pt x="109214" y="102466"/>
                </a:lnTo>
                <a:cubicBezTo>
                  <a:pt x="109214" y="106753"/>
                  <a:pt x="109752" y="109997"/>
                  <a:pt x="110827" y="112198"/>
                </a:cubicBezTo>
                <a:cubicBezTo>
                  <a:pt x="111562" y="113722"/>
                  <a:pt x="112863" y="114992"/>
                  <a:pt x="114730" y="116009"/>
                </a:cubicBezTo>
                <a:cubicBezTo>
                  <a:pt x="116597" y="117023"/>
                  <a:pt x="119284" y="117531"/>
                  <a:pt x="122792" y="117531"/>
                </a:cubicBezTo>
                <a:lnTo>
                  <a:pt x="122792" y="120671"/>
                </a:lnTo>
                <a:lnTo>
                  <a:pt x="82993" y="120671"/>
                </a:lnTo>
                <a:lnTo>
                  <a:pt x="82993" y="117531"/>
                </a:lnTo>
                <a:cubicBezTo>
                  <a:pt x="86953" y="117531"/>
                  <a:pt x="89895" y="116910"/>
                  <a:pt x="91818" y="115669"/>
                </a:cubicBezTo>
                <a:cubicBezTo>
                  <a:pt x="93232" y="114766"/>
                  <a:pt x="94223" y="113326"/>
                  <a:pt x="94788" y="111349"/>
                </a:cubicBezTo>
                <a:cubicBezTo>
                  <a:pt x="95071" y="110389"/>
                  <a:pt x="95213" y="107652"/>
                  <a:pt x="95213" y="103136"/>
                </a:cubicBezTo>
                <a:lnTo>
                  <a:pt x="95213" y="73078"/>
                </a:lnTo>
                <a:cubicBezTo>
                  <a:pt x="95213" y="64045"/>
                  <a:pt x="95029" y="58669"/>
                  <a:pt x="94661" y="56949"/>
                </a:cubicBezTo>
                <a:cubicBezTo>
                  <a:pt x="94293" y="55227"/>
                  <a:pt x="93614" y="53971"/>
                  <a:pt x="92624" y="53181"/>
                </a:cubicBezTo>
                <a:cubicBezTo>
                  <a:pt x="91634" y="52390"/>
                  <a:pt x="90404" y="51995"/>
                  <a:pt x="88933" y="51995"/>
                </a:cubicBezTo>
                <a:cubicBezTo>
                  <a:pt x="87179" y="51995"/>
                  <a:pt x="85199" y="52419"/>
                  <a:pt x="82993" y="53265"/>
                </a:cubicBezTo>
                <a:lnTo>
                  <a:pt x="82144" y="50216"/>
                </a:lnTo>
                <a:lnTo>
                  <a:pt x="105650" y="40733"/>
                </a:lnTo>
                <a:lnTo>
                  <a:pt x="109214" y="40733"/>
                </a:lnTo>
                <a:close/>
                <a:moveTo>
                  <a:pt x="253814" y="91139"/>
                </a:moveTo>
                <a:cubicBezTo>
                  <a:pt x="251721" y="101379"/>
                  <a:pt x="247620" y="109257"/>
                  <a:pt x="241510" y="114773"/>
                </a:cubicBezTo>
                <a:cubicBezTo>
                  <a:pt x="235400" y="120289"/>
                  <a:pt x="228639" y="123047"/>
                  <a:pt x="221228" y="123047"/>
                </a:cubicBezTo>
                <a:cubicBezTo>
                  <a:pt x="212403" y="123047"/>
                  <a:pt x="204709" y="119346"/>
                  <a:pt x="198146" y="111943"/>
                </a:cubicBezTo>
                <a:cubicBezTo>
                  <a:pt x="191584" y="104539"/>
                  <a:pt x="188303" y="94536"/>
                  <a:pt x="188303" y="81932"/>
                </a:cubicBezTo>
                <a:cubicBezTo>
                  <a:pt x="188303" y="69725"/>
                  <a:pt x="191937" y="59807"/>
                  <a:pt x="199207" y="52178"/>
                </a:cubicBezTo>
                <a:cubicBezTo>
                  <a:pt x="206477" y="44548"/>
                  <a:pt x="215203" y="40733"/>
                  <a:pt x="225386" y="40733"/>
                </a:cubicBezTo>
                <a:cubicBezTo>
                  <a:pt x="233024" y="40733"/>
                  <a:pt x="239303" y="42749"/>
                  <a:pt x="244225" y="46782"/>
                </a:cubicBezTo>
                <a:cubicBezTo>
                  <a:pt x="249147" y="50812"/>
                  <a:pt x="251608" y="54999"/>
                  <a:pt x="251608" y="59341"/>
                </a:cubicBezTo>
                <a:cubicBezTo>
                  <a:pt x="251608" y="61484"/>
                  <a:pt x="250915" y="63218"/>
                  <a:pt x="249529" y="64544"/>
                </a:cubicBezTo>
                <a:cubicBezTo>
                  <a:pt x="248143" y="65868"/>
                  <a:pt x="246205" y="66530"/>
                  <a:pt x="243716" y="66530"/>
                </a:cubicBezTo>
                <a:cubicBezTo>
                  <a:pt x="240378" y="66530"/>
                  <a:pt x="237861" y="65455"/>
                  <a:pt x="236164" y="63305"/>
                </a:cubicBezTo>
                <a:cubicBezTo>
                  <a:pt x="235202" y="62117"/>
                  <a:pt x="234565" y="59854"/>
                  <a:pt x="234254" y="56517"/>
                </a:cubicBezTo>
                <a:cubicBezTo>
                  <a:pt x="233943" y="53179"/>
                  <a:pt x="232797" y="50633"/>
                  <a:pt x="230817" y="48879"/>
                </a:cubicBezTo>
                <a:cubicBezTo>
                  <a:pt x="228837" y="47182"/>
                  <a:pt x="226094" y="46333"/>
                  <a:pt x="222586" y="46333"/>
                </a:cubicBezTo>
                <a:cubicBezTo>
                  <a:pt x="216929" y="46333"/>
                  <a:pt x="212375" y="48427"/>
                  <a:pt x="208924" y="52613"/>
                </a:cubicBezTo>
                <a:cubicBezTo>
                  <a:pt x="204341" y="58157"/>
                  <a:pt x="202050" y="65483"/>
                  <a:pt x="202050" y="74592"/>
                </a:cubicBezTo>
                <a:cubicBezTo>
                  <a:pt x="202050" y="83870"/>
                  <a:pt x="204327" y="92059"/>
                  <a:pt x="208881" y="99159"/>
                </a:cubicBezTo>
                <a:cubicBezTo>
                  <a:pt x="213435" y="106259"/>
                  <a:pt x="219588" y="109809"/>
                  <a:pt x="227338" y="109809"/>
                </a:cubicBezTo>
                <a:cubicBezTo>
                  <a:pt x="232882" y="109809"/>
                  <a:pt x="237861" y="107913"/>
                  <a:pt x="242273" y="104123"/>
                </a:cubicBezTo>
                <a:cubicBezTo>
                  <a:pt x="245385" y="101521"/>
                  <a:pt x="248412" y="96797"/>
                  <a:pt x="251353" y="89951"/>
                </a:cubicBezTo>
                <a:lnTo>
                  <a:pt x="253814" y="91139"/>
                </a:lnTo>
                <a:close/>
                <a:moveTo>
                  <a:pt x="309000" y="109469"/>
                </a:moveTo>
                <a:cubicBezTo>
                  <a:pt x="301023" y="115636"/>
                  <a:pt x="296016" y="119200"/>
                  <a:pt x="293980" y="120161"/>
                </a:cubicBezTo>
                <a:cubicBezTo>
                  <a:pt x="290925" y="121632"/>
                  <a:pt x="287672" y="122368"/>
                  <a:pt x="284221" y="122368"/>
                </a:cubicBezTo>
                <a:cubicBezTo>
                  <a:pt x="278846" y="122368"/>
                  <a:pt x="274420" y="120529"/>
                  <a:pt x="270940" y="116852"/>
                </a:cubicBezTo>
                <a:cubicBezTo>
                  <a:pt x="267461" y="113175"/>
                  <a:pt x="265721" y="108338"/>
                  <a:pt x="265721" y="102341"/>
                </a:cubicBezTo>
                <a:cubicBezTo>
                  <a:pt x="265721" y="98551"/>
                  <a:pt x="266570" y="95269"/>
                  <a:pt x="268267" y="92497"/>
                </a:cubicBezTo>
                <a:cubicBezTo>
                  <a:pt x="270587" y="88650"/>
                  <a:pt x="274618" y="85030"/>
                  <a:pt x="280360" y="81635"/>
                </a:cubicBezTo>
                <a:cubicBezTo>
                  <a:pt x="286102" y="78241"/>
                  <a:pt x="295649" y="74111"/>
                  <a:pt x="309000" y="69246"/>
                </a:cubicBezTo>
                <a:lnTo>
                  <a:pt x="309000" y="66191"/>
                </a:lnTo>
                <a:cubicBezTo>
                  <a:pt x="309000" y="58440"/>
                  <a:pt x="307769" y="53122"/>
                  <a:pt x="305309" y="50237"/>
                </a:cubicBezTo>
                <a:cubicBezTo>
                  <a:pt x="302848" y="47352"/>
                  <a:pt x="299269" y="45909"/>
                  <a:pt x="294574" y="45909"/>
                </a:cubicBezTo>
                <a:cubicBezTo>
                  <a:pt x="291010" y="45909"/>
                  <a:pt x="288181" y="46867"/>
                  <a:pt x="286088" y="48784"/>
                </a:cubicBezTo>
                <a:cubicBezTo>
                  <a:pt x="283938" y="50700"/>
                  <a:pt x="282863" y="52899"/>
                  <a:pt x="282863" y="55379"/>
                </a:cubicBezTo>
                <a:lnTo>
                  <a:pt x="283033" y="60282"/>
                </a:lnTo>
                <a:cubicBezTo>
                  <a:pt x="283033" y="62874"/>
                  <a:pt x="282368" y="64874"/>
                  <a:pt x="281039" y="66283"/>
                </a:cubicBezTo>
                <a:cubicBezTo>
                  <a:pt x="279709" y="67692"/>
                  <a:pt x="277970" y="68397"/>
                  <a:pt x="275820" y="68397"/>
                </a:cubicBezTo>
                <a:cubicBezTo>
                  <a:pt x="273727" y="68397"/>
                  <a:pt x="272015" y="67664"/>
                  <a:pt x="270686" y="66199"/>
                </a:cubicBezTo>
                <a:cubicBezTo>
                  <a:pt x="269356" y="64731"/>
                  <a:pt x="268692" y="62728"/>
                  <a:pt x="268692" y="60189"/>
                </a:cubicBezTo>
                <a:cubicBezTo>
                  <a:pt x="268692" y="55340"/>
                  <a:pt x="271181" y="50885"/>
                  <a:pt x="276159" y="46824"/>
                </a:cubicBezTo>
                <a:cubicBezTo>
                  <a:pt x="281138" y="42763"/>
                  <a:pt x="288124" y="40733"/>
                  <a:pt x="297120" y="40733"/>
                </a:cubicBezTo>
                <a:cubicBezTo>
                  <a:pt x="304021" y="40733"/>
                  <a:pt x="309679" y="41891"/>
                  <a:pt x="314092" y="44207"/>
                </a:cubicBezTo>
                <a:cubicBezTo>
                  <a:pt x="317429" y="45959"/>
                  <a:pt x="319890" y="48700"/>
                  <a:pt x="321474" y="52430"/>
                </a:cubicBezTo>
                <a:cubicBezTo>
                  <a:pt x="322493" y="54859"/>
                  <a:pt x="323002" y="59831"/>
                  <a:pt x="323002" y="67347"/>
                </a:cubicBezTo>
                <a:lnTo>
                  <a:pt x="323002" y="93706"/>
                </a:lnTo>
                <a:cubicBezTo>
                  <a:pt x="323002" y="101109"/>
                  <a:pt x="323143" y="105643"/>
                  <a:pt x="323426" y="107311"/>
                </a:cubicBezTo>
                <a:cubicBezTo>
                  <a:pt x="323709" y="108978"/>
                  <a:pt x="324176" y="110094"/>
                  <a:pt x="324826" y="110660"/>
                </a:cubicBezTo>
                <a:cubicBezTo>
                  <a:pt x="325477" y="111224"/>
                  <a:pt x="326226" y="111506"/>
                  <a:pt x="327075" y="111506"/>
                </a:cubicBezTo>
                <a:cubicBezTo>
                  <a:pt x="327980" y="111506"/>
                  <a:pt x="328772" y="111308"/>
                  <a:pt x="329451" y="110912"/>
                </a:cubicBezTo>
                <a:cubicBezTo>
                  <a:pt x="330639" y="110176"/>
                  <a:pt x="332930" y="108111"/>
                  <a:pt x="336325" y="104717"/>
                </a:cubicBezTo>
                <a:lnTo>
                  <a:pt x="336325" y="109469"/>
                </a:lnTo>
                <a:cubicBezTo>
                  <a:pt x="329989" y="117955"/>
                  <a:pt x="323935" y="122198"/>
                  <a:pt x="318165" y="122198"/>
                </a:cubicBezTo>
                <a:cubicBezTo>
                  <a:pt x="315393" y="122198"/>
                  <a:pt x="313186" y="121236"/>
                  <a:pt x="311546" y="119313"/>
                </a:cubicBezTo>
                <a:cubicBezTo>
                  <a:pt x="309905" y="117389"/>
                  <a:pt x="309056" y="114108"/>
                  <a:pt x="309000" y="109469"/>
                </a:cubicBezTo>
                <a:moveTo>
                  <a:pt x="309000" y="103906"/>
                </a:moveTo>
                <a:lnTo>
                  <a:pt x="309000" y="74422"/>
                </a:lnTo>
                <a:cubicBezTo>
                  <a:pt x="300457" y="77801"/>
                  <a:pt x="294941" y="80194"/>
                  <a:pt x="292452" y="81603"/>
                </a:cubicBezTo>
                <a:cubicBezTo>
                  <a:pt x="287983" y="84082"/>
                  <a:pt x="284787" y="86673"/>
                  <a:pt x="282863" y="89376"/>
                </a:cubicBezTo>
                <a:cubicBezTo>
                  <a:pt x="280940" y="92079"/>
                  <a:pt x="279978" y="95036"/>
                  <a:pt x="279978" y="98246"/>
                </a:cubicBezTo>
                <a:cubicBezTo>
                  <a:pt x="279978" y="102302"/>
                  <a:pt x="281194" y="105667"/>
                  <a:pt x="283627" y="108342"/>
                </a:cubicBezTo>
                <a:cubicBezTo>
                  <a:pt x="286059" y="111017"/>
                  <a:pt x="288860" y="112354"/>
                  <a:pt x="292028" y="112354"/>
                </a:cubicBezTo>
                <a:cubicBezTo>
                  <a:pt x="296328" y="112354"/>
                  <a:pt x="301985" y="109538"/>
                  <a:pt x="309000" y="103906"/>
                </a:cubicBezTo>
                <a:close/>
                <a:moveTo>
                  <a:pt x="364864" y="40733"/>
                </a:moveTo>
                <a:lnTo>
                  <a:pt x="364864" y="58214"/>
                </a:lnTo>
                <a:cubicBezTo>
                  <a:pt x="371370" y="46560"/>
                  <a:pt x="378045" y="40733"/>
                  <a:pt x="384891" y="40733"/>
                </a:cubicBezTo>
                <a:cubicBezTo>
                  <a:pt x="388002" y="40733"/>
                  <a:pt x="390576" y="41680"/>
                  <a:pt x="392613" y="43576"/>
                </a:cubicBezTo>
                <a:cubicBezTo>
                  <a:pt x="394650" y="45471"/>
                  <a:pt x="395668" y="47663"/>
                  <a:pt x="395668" y="50152"/>
                </a:cubicBezTo>
                <a:cubicBezTo>
                  <a:pt x="395668" y="52359"/>
                  <a:pt x="394932" y="54225"/>
                  <a:pt x="393462" y="55753"/>
                </a:cubicBezTo>
                <a:cubicBezTo>
                  <a:pt x="391991" y="57280"/>
                  <a:pt x="390237" y="58044"/>
                  <a:pt x="388200" y="58044"/>
                </a:cubicBezTo>
                <a:cubicBezTo>
                  <a:pt x="386220" y="58044"/>
                  <a:pt x="384000" y="57068"/>
                  <a:pt x="381539" y="55116"/>
                </a:cubicBezTo>
                <a:cubicBezTo>
                  <a:pt x="379078" y="53165"/>
                  <a:pt x="377253" y="52189"/>
                  <a:pt x="376065" y="52189"/>
                </a:cubicBezTo>
                <a:cubicBezTo>
                  <a:pt x="375047" y="52189"/>
                  <a:pt x="373944" y="52753"/>
                  <a:pt x="372756" y="53881"/>
                </a:cubicBezTo>
                <a:cubicBezTo>
                  <a:pt x="370210" y="56195"/>
                  <a:pt x="367579" y="60004"/>
                  <a:pt x="364864" y="65308"/>
                </a:cubicBezTo>
                <a:lnTo>
                  <a:pt x="364864" y="102466"/>
                </a:lnTo>
                <a:cubicBezTo>
                  <a:pt x="364864" y="106753"/>
                  <a:pt x="365401" y="109997"/>
                  <a:pt x="366476" y="112198"/>
                </a:cubicBezTo>
                <a:cubicBezTo>
                  <a:pt x="367212" y="113722"/>
                  <a:pt x="368513" y="114992"/>
                  <a:pt x="370380" y="116009"/>
                </a:cubicBezTo>
                <a:cubicBezTo>
                  <a:pt x="372247" y="117023"/>
                  <a:pt x="374934" y="117531"/>
                  <a:pt x="378441" y="117531"/>
                </a:cubicBezTo>
                <a:lnTo>
                  <a:pt x="378441" y="120671"/>
                </a:lnTo>
                <a:lnTo>
                  <a:pt x="338642" y="120671"/>
                </a:lnTo>
                <a:lnTo>
                  <a:pt x="338642" y="117531"/>
                </a:lnTo>
                <a:cubicBezTo>
                  <a:pt x="342602" y="117531"/>
                  <a:pt x="345544" y="116910"/>
                  <a:pt x="347468" y="115669"/>
                </a:cubicBezTo>
                <a:cubicBezTo>
                  <a:pt x="348882" y="114766"/>
                  <a:pt x="349872" y="113326"/>
                  <a:pt x="350438" y="111349"/>
                </a:cubicBezTo>
                <a:cubicBezTo>
                  <a:pt x="350720" y="110389"/>
                  <a:pt x="350862" y="107652"/>
                  <a:pt x="350862" y="103136"/>
                </a:cubicBezTo>
                <a:lnTo>
                  <a:pt x="350862" y="73078"/>
                </a:lnTo>
                <a:cubicBezTo>
                  <a:pt x="350862" y="64045"/>
                  <a:pt x="350678" y="58669"/>
                  <a:pt x="350310" y="56949"/>
                </a:cubicBezTo>
                <a:cubicBezTo>
                  <a:pt x="349943" y="55227"/>
                  <a:pt x="349264" y="53971"/>
                  <a:pt x="348274" y="53181"/>
                </a:cubicBezTo>
                <a:cubicBezTo>
                  <a:pt x="347284" y="52390"/>
                  <a:pt x="346053" y="51995"/>
                  <a:pt x="344582" y="51995"/>
                </a:cubicBezTo>
                <a:cubicBezTo>
                  <a:pt x="342829" y="51995"/>
                  <a:pt x="340848" y="52419"/>
                  <a:pt x="338642" y="53265"/>
                </a:cubicBezTo>
                <a:lnTo>
                  <a:pt x="337794" y="50216"/>
                </a:lnTo>
                <a:lnTo>
                  <a:pt x="361300" y="40733"/>
                </a:lnTo>
                <a:lnTo>
                  <a:pt x="364864" y="40733"/>
                </a:lnTo>
                <a:close/>
                <a:moveTo>
                  <a:pt x="422737" y="40733"/>
                </a:moveTo>
                <a:lnTo>
                  <a:pt x="422737" y="58214"/>
                </a:lnTo>
                <a:cubicBezTo>
                  <a:pt x="429243" y="46560"/>
                  <a:pt x="435919" y="40733"/>
                  <a:pt x="442764" y="40733"/>
                </a:cubicBezTo>
                <a:cubicBezTo>
                  <a:pt x="445875" y="40733"/>
                  <a:pt x="448450" y="41680"/>
                  <a:pt x="450486" y="43576"/>
                </a:cubicBezTo>
                <a:cubicBezTo>
                  <a:pt x="452523" y="45471"/>
                  <a:pt x="453541" y="47663"/>
                  <a:pt x="453541" y="50152"/>
                </a:cubicBezTo>
                <a:cubicBezTo>
                  <a:pt x="453541" y="52359"/>
                  <a:pt x="452806" y="54225"/>
                  <a:pt x="451335" y="55753"/>
                </a:cubicBezTo>
                <a:cubicBezTo>
                  <a:pt x="449864" y="57280"/>
                  <a:pt x="448110" y="58044"/>
                  <a:pt x="446073" y="58044"/>
                </a:cubicBezTo>
                <a:cubicBezTo>
                  <a:pt x="444093" y="58044"/>
                  <a:pt x="441873" y="57068"/>
                  <a:pt x="439412" y="55116"/>
                </a:cubicBezTo>
                <a:cubicBezTo>
                  <a:pt x="436951" y="53165"/>
                  <a:pt x="435127" y="52189"/>
                  <a:pt x="433939" y="52189"/>
                </a:cubicBezTo>
                <a:cubicBezTo>
                  <a:pt x="432920" y="52189"/>
                  <a:pt x="431817" y="52753"/>
                  <a:pt x="430629" y="53881"/>
                </a:cubicBezTo>
                <a:cubicBezTo>
                  <a:pt x="428083" y="56195"/>
                  <a:pt x="425453" y="60004"/>
                  <a:pt x="422737" y="65308"/>
                </a:cubicBezTo>
                <a:lnTo>
                  <a:pt x="422737" y="102466"/>
                </a:lnTo>
                <a:cubicBezTo>
                  <a:pt x="422737" y="106753"/>
                  <a:pt x="423274" y="109997"/>
                  <a:pt x="424349" y="112198"/>
                </a:cubicBezTo>
                <a:cubicBezTo>
                  <a:pt x="425085" y="113722"/>
                  <a:pt x="426386" y="114992"/>
                  <a:pt x="428253" y="116009"/>
                </a:cubicBezTo>
                <a:cubicBezTo>
                  <a:pt x="430120" y="117023"/>
                  <a:pt x="432807" y="117531"/>
                  <a:pt x="436315" y="117531"/>
                </a:cubicBezTo>
                <a:lnTo>
                  <a:pt x="436315" y="120671"/>
                </a:lnTo>
                <a:lnTo>
                  <a:pt x="396515" y="120671"/>
                </a:lnTo>
                <a:lnTo>
                  <a:pt x="396515" y="117531"/>
                </a:lnTo>
                <a:cubicBezTo>
                  <a:pt x="400475" y="117531"/>
                  <a:pt x="403417" y="116910"/>
                  <a:pt x="405341" y="115669"/>
                </a:cubicBezTo>
                <a:cubicBezTo>
                  <a:pt x="406755" y="114766"/>
                  <a:pt x="407745" y="113326"/>
                  <a:pt x="408311" y="111349"/>
                </a:cubicBezTo>
                <a:cubicBezTo>
                  <a:pt x="408594" y="110389"/>
                  <a:pt x="408735" y="107652"/>
                  <a:pt x="408735" y="103136"/>
                </a:cubicBezTo>
                <a:lnTo>
                  <a:pt x="408735" y="73078"/>
                </a:lnTo>
                <a:cubicBezTo>
                  <a:pt x="408735" y="64045"/>
                  <a:pt x="408551" y="58669"/>
                  <a:pt x="408184" y="56949"/>
                </a:cubicBezTo>
                <a:cubicBezTo>
                  <a:pt x="407816" y="55227"/>
                  <a:pt x="407137" y="53971"/>
                  <a:pt x="406147" y="53181"/>
                </a:cubicBezTo>
                <a:cubicBezTo>
                  <a:pt x="405157" y="52390"/>
                  <a:pt x="403926" y="51995"/>
                  <a:pt x="402456" y="51995"/>
                </a:cubicBezTo>
                <a:cubicBezTo>
                  <a:pt x="400702" y="51995"/>
                  <a:pt x="398722" y="52419"/>
                  <a:pt x="396515" y="53265"/>
                </a:cubicBezTo>
                <a:lnTo>
                  <a:pt x="395667" y="50216"/>
                </a:lnTo>
                <a:lnTo>
                  <a:pt x="419173" y="40733"/>
                </a:lnTo>
                <a:lnTo>
                  <a:pt x="422737" y="40733"/>
                </a:lnTo>
                <a:close/>
                <a:moveTo>
                  <a:pt x="453455" y="42939"/>
                </a:moveTo>
                <a:lnTo>
                  <a:pt x="489690" y="42939"/>
                </a:lnTo>
                <a:lnTo>
                  <a:pt x="489690" y="46079"/>
                </a:lnTo>
                <a:lnTo>
                  <a:pt x="487908" y="46079"/>
                </a:lnTo>
                <a:cubicBezTo>
                  <a:pt x="485362" y="46079"/>
                  <a:pt x="483453" y="46630"/>
                  <a:pt x="482180" y="47734"/>
                </a:cubicBezTo>
                <a:cubicBezTo>
                  <a:pt x="480907" y="48837"/>
                  <a:pt x="480271" y="50209"/>
                  <a:pt x="480271" y="51849"/>
                </a:cubicBezTo>
                <a:cubicBezTo>
                  <a:pt x="480271" y="54056"/>
                  <a:pt x="481204" y="57111"/>
                  <a:pt x="483071" y="61014"/>
                </a:cubicBezTo>
                <a:lnTo>
                  <a:pt x="501995" y="100219"/>
                </a:lnTo>
                <a:lnTo>
                  <a:pt x="519391" y="57280"/>
                </a:lnTo>
                <a:cubicBezTo>
                  <a:pt x="520353" y="54961"/>
                  <a:pt x="520834" y="52670"/>
                  <a:pt x="520834" y="50407"/>
                </a:cubicBezTo>
                <a:cubicBezTo>
                  <a:pt x="520834" y="49388"/>
                  <a:pt x="520636" y="48625"/>
                  <a:pt x="520240" y="48116"/>
                </a:cubicBezTo>
                <a:cubicBezTo>
                  <a:pt x="519787" y="47493"/>
                  <a:pt x="519080" y="46998"/>
                  <a:pt x="518118" y="46630"/>
                </a:cubicBezTo>
                <a:cubicBezTo>
                  <a:pt x="517156" y="46263"/>
                  <a:pt x="515459" y="46079"/>
                  <a:pt x="513026" y="46079"/>
                </a:cubicBezTo>
                <a:lnTo>
                  <a:pt x="513026" y="42939"/>
                </a:lnTo>
                <a:lnTo>
                  <a:pt x="538315" y="42939"/>
                </a:lnTo>
                <a:lnTo>
                  <a:pt x="538315" y="46079"/>
                </a:lnTo>
                <a:cubicBezTo>
                  <a:pt x="536221" y="46305"/>
                  <a:pt x="534609" y="46758"/>
                  <a:pt x="533478" y="47437"/>
                </a:cubicBezTo>
                <a:cubicBezTo>
                  <a:pt x="532346" y="48116"/>
                  <a:pt x="531102" y="49388"/>
                  <a:pt x="529744" y="51255"/>
                </a:cubicBezTo>
                <a:cubicBezTo>
                  <a:pt x="529235" y="52047"/>
                  <a:pt x="528273" y="54225"/>
                  <a:pt x="526859" y="57790"/>
                </a:cubicBezTo>
                <a:lnTo>
                  <a:pt x="495206" y="135351"/>
                </a:lnTo>
                <a:cubicBezTo>
                  <a:pt x="492151" y="142876"/>
                  <a:pt x="488148" y="148561"/>
                  <a:pt x="483198" y="152408"/>
                </a:cubicBezTo>
                <a:cubicBezTo>
                  <a:pt x="478248" y="156255"/>
                  <a:pt x="473482" y="158179"/>
                  <a:pt x="468899" y="158179"/>
                </a:cubicBezTo>
                <a:cubicBezTo>
                  <a:pt x="465562" y="158179"/>
                  <a:pt x="462818" y="157228"/>
                  <a:pt x="460668" y="155328"/>
                </a:cubicBezTo>
                <a:cubicBezTo>
                  <a:pt x="458518" y="153427"/>
                  <a:pt x="457443" y="151248"/>
                  <a:pt x="457443" y="148788"/>
                </a:cubicBezTo>
                <a:cubicBezTo>
                  <a:pt x="457443" y="146441"/>
                  <a:pt x="458221" y="144547"/>
                  <a:pt x="459777" y="143108"/>
                </a:cubicBezTo>
                <a:cubicBezTo>
                  <a:pt x="461333" y="141671"/>
                  <a:pt x="463468" y="140952"/>
                  <a:pt x="466184" y="140952"/>
                </a:cubicBezTo>
                <a:cubicBezTo>
                  <a:pt x="468051" y="140952"/>
                  <a:pt x="470597" y="141574"/>
                  <a:pt x="473821" y="142819"/>
                </a:cubicBezTo>
                <a:cubicBezTo>
                  <a:pt x="476084" y="143668"/>
                  <a:pt x="477498" y="144092"/>
                  <a:pt x="478064" y="144092"/>
                </a:cubicBezTo>
                <a:cubicBezTo>
                  <a:pt x="479761" y="144092"/>
                  <a:pt x="481614" y="143209"/>
                  <a:pt x="483623" y="141443"/>
                </a:cubicBezTo>
                <a:cubicBezTo>
                  <a:pt x="485631" y="139678"/>
                  <a:pt x="487653" y="136263"/>
                  <a:pt x="489690" y="131196"/>
                </a:cubicBezTo>
                <a:lnTo>
                  <a:pt x="495206" y="117616"/>
                </a:lnTo>
                <a:lnTo>
                  <a:pt x="467287" y="58978"/>
                </a:lnTo>
                <a:cubicBezTo>
                  <a:pt x="466438" y="57224"/>
                  <a:pt x="465081" y="55046"/>
                  <a:pt x="463214" y="52443"/>
                </a:cubicBezTo>
                <a:cubicBezTo>
                  <a:pt x="461799" y="50463"/>
                  <a:pt x="460640" y="49134"/>
                  <a:pt x="459734" y="48455"/>
                </a:cubicBezTo>
                <a:cubicBezTo>
                  <a:pt x="458433" y="47550"/>
                  <a:pt x="456340" y="46758"/>
                  <a:pt x="453455" y="46079"/>
                </a:cubicBezTo>
                <a:lnTo>
                  <a:pt x="453455" y="42939"/>
                </a:lnTo>
                <a:close/>
                <a:moveTo>
                  <a:pt x="564536" y="0"/>
                </a:moveTo>
                <a:cubicBezTo>
                  <a:pt x="566912" y="0"/>
                  <a:pt x="568935" y="839"/>
                  <a:pt x="570604" y="2517"/>
                </a:cubicBezTo>
                <a:cubicBezTo>
                  <a:pt x="572273" y="4193"/>
                  <a:pt x="573107" y="6225"/>
                  <a:pt x="573107" y="8613"/>
                </a:cubicBezTo>
                <a:cubicBezTo>
                  <a:pt x="573107" y="11002"/>
                  <a:pt x="572273" y="13049"/>
                  <a:pt x="570604" y="14755"/>
                </a:cubicBezTo>
                <a:cubicBezTo>
                  <a:pt x="568935" y="16459"/>
                  <a:pt x="566912" y="17311"/>
                  <a:pt x="564536" y="17311"/>
                </a:cubicBezTo>
                <a:cubicBezTo>
                  <a:pt x="562160" y="17311"/>
                  <a:pt x="560123" y="16459"/>
                  <a:pt x="558426" y="14755"/>
                </a:cubicBezTo>
                <a:cubicBezTo>
                  <a:pt x="556729" y="13049"/>
                  <a:pt x="555880" y="11002"/>
                  <a:pt x="555880" y="8613"/>
                </a:cubicBezTo>
                <a:cubicBezTo>
                  <a:pt x="555880" y="6225"/>
                  <a:pt x="556715" y="4193"/>
                  <a:pt x="558384" y="2517"/>
                </a:cubicBezTo>
                <a:cubicBezTo>
                  <a:pt x="560053" y="839"/>
                  <a:pt x="562104" y="0"/>
                  <a:pt x="564536" y="0"/>
                </a:cubicBezTo>
                <a:moveTo>
                  <a:pt x="571580" y="40733"/>
                </a:moveTo>
                <a:lnTo>
                  <a:pt x="571580" y="103052"/>
                </a:lnTo>
                <a:cubicBezTo>
                  <a:pt x="571580" y="107906"/>
                  <a:pt x="571933" y="111138"/>
                  <a:pt x="572640" y="112747"/>
                </a:cubicBezTo>
                <a:cubicBezTo>
                  <a:pt x="573347" y="114356"/>
                  <a:pt x="574394" y="115555"/>
                  <a:pt x="575780" y="116345"/>
                </a:cubicBezTo>
                <a:cubicBezTo>
                  <a:pt x="577166" y="117136"/>
                  <a:pt x="579698" y="117531"/>
                  <a:pt x="583375" y="117531"/>
                </a:cubicBezTo>
                <a:lnTo>
                  <a:pt x="583375" y="120671"/>
                </a:lnTo>
                <a:lnTo>
                  <a:pt x="545612" y="120671"/>
                </a:lnTo>
                <a:lnTo>
                  <a:pt x="545612" y="117531"/>
                </a:lnTo>
                <a:cubicBezTo>
                  <a:pt x="549403" y="117531"/>
                  <a:pt x="551949" y="117164"/>
                  <a:pt x="553250" y="116430"/>
                </a:cubicBezTo>
                <a:cubicBezTo>
                  <a:pt x="554551" y="115697"/>
                  <a:pt x="555583" y="114483"/>
                  <a:pt x="556347" y="112789"/>
                </a:cubicBezTo>
                <a:cubicBezTo>
                  <a:pt x="557111" y="111096"/>
                  <a:pt x="557493" y="107850"/>
                  <a:pt x="557493" y="103052"/>
                </a:cubicBezTo>
                <a:lnTo>
                  <a:pt x="557493" y="73162"/>
                </a:lnTo>
                <a:cubicBezTo>
                  <a:pt x="557493" y="64751"/>
                  <a:pt x="557238" y="59304"/>
                  <a:pt x="556729" y="56822"/>
                </a:cubicBezTo>
                <a:cubicBezTo>
                  <a:pt x="556333" y="55015"/>
                  <a:pt x="555711" y="53759"/>
                  <a:pt x="554862" y="53053"/>
                </a:cubicBezTo>
                <a:cubicBezTo>
                  <a:pt x="554014" y="52348"/>
                  <a:pt x="552854" y="51995"/>
                  <a:pt x="551383" y="51995"/>
                </a:cubicBezTo>
                <a:cubicBezTo>
                  <a:pt x="549799" y="51995"/>
                  <a:pt x="547875" y="52419"/>
                  <a:pt x="545612" y="53265"/>
                </a:cubicBezTo>
                <a:lnTo>
                  <a:pt x="544424" y="50216"/>
                </a:lnTo>
                <a:lnTo>
                  <a:pt x="567846" y="40733"/>
                </a:lnTo>
                <a:lnTo>
                  <a:pt x="571580" y="40733"/>
                </a:lnTo>
                <a:close/>
                <a:moveTo>
                  <a:pt x="615736" y="57196"/>
                </a:moveTo>
                <a:cubicBezTo>
                  <a:pt x="624844" y="46220"/>
                  <a:pt x="633528" y="40733"/>
                  <a:pt x="641788" y="40733"/>
                </a:cubicBezTo>
                <a:cubicBezTo>
                  <a:pt x="646031" y="40733"/>
                  <a:pt x="649680" y="41792"/>
                  <a:pt x="652735" y="43910"/>
                </a:cubicBezTo>
                <a:cubicBezTo>
                  <a:pt x="655790" y="46026"/>
                  <a:pt x="658222" y="49511"/>
                  <a:pt x="660033" y="54366"/>
                </a:cubicBezTo>
                <a:cubicBezTo>
                  <a:pt x="661277" y="57752"/>
                  <a:pt x="661899" y="62945"/>
                  <a:pt x="661899" y="69946"/>
                </a:cubicBezTo>
                <a:lnTo>
                  <a:pt x="661899" y="103052"/>
                </a:lnTo>
                <a:cubicBezTo>
                  <a:pt x="661899" y="107963"/>
                  <a:pt x="662295" y="111294"/>
                  <a:pt x="663088" y="113044"/>
                </a:cubicBezTo>
                <a:cubicBezTo>
                  <a:pt x="663710" y="114455"/>
                  <a:pt x="664714" y="115555"/>
                  <a:pt x="666100" y="116345"/>
                </a:cubicBezTo>
                <a:cubicBezTo>
                  <a:pt x="667486" y="117136"/>
                  <a:pt x="670046" y="117531"/>
                  <a:pt x="673780" y="117531"/>
                </a:cubicBezTo>
                <a:lnTo>
                  <a:pt x="673780" y="120671"/>
                </a:lnTo>
                <a:lnTo>
                  <a:pt x="635338" y="120671"/>
                </a:lnTo>
                <a:lnTo>
                  <a:pt x="635338" y="117531"/>
                </a:lnTo>
                <a:lnTo>
                  <a:pt x="636951" y="117531"/>
                </a:lnTo>
                <a:cubicBezTo>
                  <a:pt x="640571" y="117531"/>
                  <a:pt x="643103" y="116982"/>
                  <a:pt x="644546" y="115884"/>
                </a:cubicBezTo>
                <a:cubicBezTo>
                  <a:pt x="645988" y="114786"/>
                  <a:pt x="646992" y="113169"/>
                  <a:pt x="647558" y="111031"/>
                </a:cubicBezTo>
                <a:cubicBezTo>
                  <a:pt x="647784" y="110186"/>
                  <a:pt x="647898" y="107540"/>
                  <a:pt x="647898" y="103094"/>
                </a:cubicBezTo>
                <a:lnTo>
                  <a:pt x="647898" y="71433"/>
                </a:lnTo>
                <a:cubicBezTo>
                  <a:pt x="647898" y="64399"/>
                  <a:pt x="646978" y="59291"/>
                  <a:pt x="645140" y="56111"/>
                </a:cubicBezTo>
                <a:cubicBezTo>
                  <a:pt x="643301" y="52930"/>
                  <a:pt x="640204" y="51340"/>
                  <a:pt x="635848" y="51340"/>
                </a:cubicBezTo>
                <a:cubicBezTo>
                  <a:pt x="629115" y="51340"/>
                  <a:pt x="622411" y="54999"/>
                  <a:pt x="615736" y="62316"/>
                </a:cubicBezTo>
                <a:lnTo>
                  <a:pt x="615736" y="103094"/>
                </a:lnTo>
                <a:cubicBezTo>
                  <a:pt x="615736" y="108329"/>
                  <a:pt x="616047" y="111565"/>
                  <a:pt x="616669" y="112803"/>
                </a:cubicBezTo>
                <a:cubicBezTo>
                  <a:pt x="617461" y="114434"/>
                  <a:pt x="618550" y="115630"/>
                  <a:pt x="619936" y="116391"/>
                </a:cubicBezTo>
                <a:cubicBezTo>
                  <a:pt x="621322" y="117151"/>
                  <a:pt x="624137" y="117531"/>
                  <a:pt x="628380" y="117531"/>
                </a:cubicBezTo>
                <a:lnTo>
                  <a:pt x="628380" y="120671"/>
                </a:lnTo>
                <a:lnTo>
                  <a:pt x="589938" y="120671"/>
                </a:lnTo>
                <a:lnTo>
                  <a:pt x="589938" y="117531"/>
                </a:lnTo>
                <a:lnTo>
                  <a:pt x="591636" y="117531"/>
                </a:lnTo>
                <a:cubicBezTo>
                  <a:pt x="595596" y="117531"/>
                  <a:pt x="598269" y="116529"/>
                  <a:pt x="599655" y="114526"/>
                </a:cubicBezTo>
                <a:cubicBezTo>
                  <a:pt x="601041" y="112521"/>
                  <a:pt x="601734" y="108697"/>
                  <a:pt x="601734" y="103052"/>
                </a:cubicBezTo>
                <a:lnTo>
                  <a:pt x="601734" y="74263"/>
                </a:lnTo>
                <a:cubicBezTo>
                  <a:pt x="601734" y="64950"/>
                  <a:pt x="601522" y="59277"/>
                  <a:pt x="601097" y="57246"/>
                </a:cubicBezTo>
                <a:cubicBezTo>
                  <a:pt x="600673" y="55213"/>
                  <a:pt x="600023" y="53829"/>
                  <a:pt x="599146" y="53096"/>
                </a:cubicBezTo>
                <a:cubicBezTo>
                  <a:pt x="598269" y="52362"/>
                  <a:pt x="597095" y="51995"/>
                  <a:pt x="595624" y="51995"/>
                </a:cubicBezTo>
                <a:cubicBezTo>
                  <a:pt x="594040" y="51995"/>
                  <a:pt x="592145" y="52419"/>
                  <a:pt x="589938" y="53265"/>
                </a:cubicBezTo>
                <a:lnTo>
                  <a:pt x="588665" y="50216"/>
                </a:lnTo>
                <a:lnTo>
                  <a:pt x="612087" y="40733"/>
                </a:lnTo>
                <a:lnTo>
                  <a:pt x="615736" y="40733"/>
                </a:lnTo>
                <a:lnTo>
                  <a:pt x="615736" y="57196"/>
                </a:lnTo>
                <a:close/>
                <a:moveTo>
                  <a:pt x="700765" y="92346"/>
                </a:moveTo>
                <a:cubicBezTo>
                  <a:pt x="696013" y="90030"/>
                  <a:pt x="692364" y="86796"/>
                  <a:pt x="689818" y="82643"/>
                </a:cubicBezTo>
                <a:cubicBezTo>
                  <a:pt x="687273" y="78490"/>
                  <a:pt x="686000" y="73899"/>
                  <a:pt x="686000" y="68869"/>
                </a:cubicBezTo>
                <a:cubicBezTo>
                  <a:pt x="686000" y="61186"/>
                  <a:pt x="688899" y="54575"/>
                  <a:pt x="694698" y="49038"/>
                </a:cubicBezTo>
                <a:cubicBezTo>
                  <a:pt x="700497" y="43501"/>
                  <a:pt x="707922" y="40733"/>
                  <a:pt x="716974" y="40733"/>
                </a:cubicBezTo>
                <a:cubicBezTo>
                  <a:pt x="724385" y="40733"/>
                  <a:pt x="730806" y="42543"/>
                  <a:pt x="736237" y="46164"/>
                </a:cubicBezTo>
                <a:lnTo>
                  <a:pt x="752700" y="46164"/>
                </a:lnTo>
                <a:cubicBezTo>
                  <a:pt x="755132" y="46164"/>
                  <a:pt x="756547" y="46234"/>
                  <a:pt x="756943" y="46373"/>
                </a:cubicBezTo>
                <a:cubicBezTo>
                  <a:pt x="757339" y="46513"/>
                  <a:pt x="757621" y="46751"/>
                  <a:pt x="757791" y="47087"/>
                </a:cubicBezTo>
                <a:cubicBezTo>
                  <a:pt x="758131" y="47590"/>
                  <a:pt x="758300" y="48486"/>
                  <a:pt x="758300" y="49773"/>
                </a:cubicBezTo>
                <a:cubicBezTo>
                  <a:pt x="758300" y="51226"/>
                  <a:pt x="758159" y="52233"/>
                  <a:pt x="757876" y="52793"/>
                </a:cubicBezTo>
                <a:cubicBezTo>
                  <a:pt x="757706" y="53073"/>
                  <a:pt x="757409" y="53296"/>
                  <a:pt x="756985" y="53464"/>
                </a:cubicBezTo>
                <a:cubicBezTo>
                  <a:pt x="756561" y="53632"/>
                  <a:pt x="755132" y="53716"/>
                  <a:pt x="752700" y="53716"/>
                </a:cubicBezTo>
                <a:lnTo>
                  <a:pt x="742601" y="53716"/>
                </a:lnTo>
                <a:cubicBezTo>
                  <a:pt x="745769" y="57798"/>
                  <a:pt x="747353" y="63014"/>
                  <a:pt x="747353" y="69362"/>
                </a:cubicBezTo>
                <a:cubicBezTo>
                  <a:pt x="747353" y="76618"/>
                  <a:pt x="744581" y="82825"/>
                  <a:pt x="739037" y="87984"/>
                </a:cubicBezTo>
                <a:cubicBezTo>
                  <a:pt x="733493" y="93142"/>
                  <a:pt x="726054" y="95722"/>
                  <a:pt x="716719" y="95722"/>
                </a:cubicBezTo>
                <a:cubicBezTo>
                  <a:pt x="712872" y="95722"/>
                  <a:pt x="708940" y="95145"/>
                  <a:pt x="704924" y="93990"/>
                </a:cubicBezTo>
                <a:cubicBezTo>
                  <a:pt x="702434" y="96138"/>
                  <a:pt x="700751" y="98018"/>
                  <a:pt x="699874" y="99631"/>
                </a:cubicBezTo>
                <a:cubicBezTo>
                  <a:pt x="698997" y="101241"/>
                  <a:pt x="698559" y="102611"/>
                  <a:pt x="698559" y="103741"/>
                </a:cubicBezTo>
                <a:cubicBezTo>
                  <a:pt x="698559" y="104703"/>
                  <a:pt x="699026" y="105636"/>
                  <a:pt x="699959" y="106541"/>
                </a:cubicBezTo>
                <a:cubicBezTo>
                  <a:pt x="700893" y="107445"/>
                  <a:pt x="702717" y="108095"/>
                  <a:pt x="705433" y="108491"/>
                </a:cubicBezTo>
                <a:cubicBezTo>
                  <a:pt x="707017" y="108717"/>
                  <a:pt x="710977" y="108915"/>
                  <a:pt x="717313" y="109085"/>
                </a:cubicBezTo>
                <a:cubicBezTo>
                  <a:pt x="728967" y="109366"/>
                  <a:pt x="736520" y="109761"/>
                  <a:pt x="739971" y="110270"/>
                </a:cubicBezTo>
                <a:cubicBezTo>
                  <a:pt x="745232" y="111005"/>
                  <a:pt x="749432" y="112956"/>
                  <a:pt x="752572" y="116123"/>
                </a:cubicBezTo>
                <a:cubicBezTo>
                  <a:pt x="755712" y="119287"/>
                  <a:pt x="757282" y="123187"/>
                  <a:pt x="757282" y="127823"/>
                </a:cubicBezTo>
                <a:cubicBezTo>
                  <a:pt x="757282" y="134210"/>
                  <a:pt x="754284" y="140203"/>
                  <a:pt x="748287" y="145800"/>
                </a:cubicBezTo>
                <a:cubicBezTo>
                  <a:pt x="739461" y="154052"/>
                  <a:pt x="727949" y="158179"/>
                  <a:pt x="713749" y="158179"/>
                </a:cubicBezTo>
                <a:cubicBezTo>
                  <a:pt x="702830" y="158179"/>
                  <a:pt x="693609" y="155721"/>
                  <a:pt x="686085" y="150806"/>
                </a:cubicBezTo>
                <a:cubicBezTo>
                  <a:pt x="681842" y="147981"/>
                  <a:pt x="679720" y="145043"/>
                  <a:pt x="679720" y="141992"/>
                </a:cubicBezTo>
                <a:cubicBezTo>
                  <a:pt x="679720" y="140637"/>
                  <a:pt x="680031" y="139282"/>
                  <a:pt x="680654" y="137926"/>
                </a:cubicBezTo>
                <a:cubicBezTo>
                  <a:pt x="681615" y="135835"/>
                  <a:pt x="683595" y="132925"/>
                  <a:pt x="686594" y="129196"/>
                </a:cubicBezTo>
                <a:cubicBezTo>
                  <a:pt x="686990" y="128689"/>
                  <a:pt x="689875" y="125638"/>
                  <a:pt x="695250" y="120045"/>
                </a:cubicBezTo>
                <a:cubicBezTo>
                  <a:pt x="692308" y="118289"/>
                  <a:pt x="690229" y="116718"/>
                  <a:pt x="689012" y="115330"/>
                </a:cubicBezTo>
                <a:cubicBezTo>
                  <a:pt x="687796" y="113942"/>
                  <a:pt x="687188" y="112370"/>
                  <a:pt x="687188" y="110615"/>
                </a:cubicBezTo>
                <a:cubicBezTo>
                  <a:pt x="687188" y="108631"/>
                  <a:pt x="687994" y="106308"/>
                  <a:pt x="689606" y="103646"/>
                </a:cubicBezTo>
                <a:cubicBezTo>
                  <a:pt x="691219" y="100983"/>
                  <a:pt x="694938" y="97217"/>
                  <a:pt x="700765" y="92346"/>
                </a:cubicBezTo>
                <a:moveTo>
                  <a:pt x="715531" y="44976"/>
                </a:moveTo>
                <a:cubicBezTo>
                  <a:pt x="711345" y="44976"/>
                  <a:pt x="707837" y="46636"/>
                  <a:pt x="705008" y="49956"/>
                </a:cubicBezTo>
                <a:cubicBezTo>
                  <a:pt x="702180" y="53274"/>
                  <a:pt x="700765" y="58366"/>
                  <a:pt x="700765" y="65231"/>
                </a:cubicBezTo>
                <a:cubicBezTo>
                  <a:pt x="700765" y="74122"/>
                  <a:pt x="702689" y="81014"/>
                  <a:pt x="706536" y="85907"/>
                </a:cubicBezTo>
                <a:cubicBezTo>
                  <a:pt x="709478" y="89622"/>
                  <a:pt x="713211" y="91479"/>
                  <a:pt x="717737" y="91479"/>
                </a:cubicBezTo>
                <a:cubicBezTo>
                  <a:pt x="722037" y="91479"/>
                  <a:pt x="725573" y="89875"/>
                  <a:pt x="728345" y="86668"/>
                </a:cubicBezTo>
                <a:cubicBezTo>
                  <a:pt x="731117" y="83461"/>
                  <a:pt x="732503" y="78425"/>
                  <a:pt x="732503" y="71561"/>
                </a:cubicBezTo>
                <a:cubicBezTo>
                  <a:pt x="732503" y="62615"/>
                  <a:pt x="730551" y="55610"/>
                  <a:pt x="726648" y="50545"/>
                </a:cubicBezTo>
                <a:cubicBezTo>
                  <a:pt x="723762" y="46832"/>
                  <a:pt x="720057" y="44976"/>
                  <a:pt x="715531" y="44976"/>
                </a:cubicBezTo>
                <a:moveTo>
                  <a:pt x="699917" y="120721"/>
                </a:moveTo>
                <a:cubicBezTo>
                  <a:pt x="697258" y="123601"/>
                  <a:pt x="695250" y="126283"/>
                  <a:pt x="693892" y="128767"/>
                </a:cubicBezTo>
                <a:cubicBezTo>
                  <a:pt x="692534" y="131252"/>
                  <a:pt x="691855" y="133540"/>
                  <a:pt x="691855" y="135630"/>
                </a:cubicBezTo>
                <a:cubicBezTo>
                  <a:pt x="691855" y="138340"/>
                  <a:pt x="693496" y="140712"/>
                  <a:pt x="696777" y="142745"/>
                </a:cubicBezTo>
                <a:cubicBezTo>
                  <a:pt x="702434" y="146245"/>
                  <a:pt x="710609" y="147996"/>
                  <a:pt x="721301" y="147996"/>
                </a:cubicBezTo>
                <a:cubicBezTo>
                  <a:pt x="731485" y="147996"/>
                  <a:pt x="738995" y="146202"/>
                  <a:pt x="743832" y="142615"/>
                </a:cubicBezTo>
                <a:cubicBezTo>
                  <a:pt x="748669" y="139030"/>
                  <a:pt x="751087" y="135205"/>
                  <a:pt x="751087" y="131140"/>
                </a:cubicBezTo>
                <a:cubicBezTo>
                  <a:pt x="751087" y="128204"/>
                  <a:pt x="749645" y="126114"/>
                  <a:pt x="746759" y="124871"/>
                </a:cubicBezTo>
                <a:cubicBezTo>
                  <a:pt x="743818" y="123628"/>
                  <a:pt x="737991" y="122895"/>
                  <a:pt x="729278" y="122670"/>
                </a:cubicBezTo>
                <a:cubicBezTo>
                  <a:pt x="716549" y="122331"/>
                  <a:pt x="706762" y="121681"/>
                  <a:pt x="699917" y="120721"/>
                </a:cubicBezTo>
                <a:close/>
                <a:moveTo>
                  <a:pt x="848337" y="40733"/>
                </a:moveTo>
                <a:cubicBezTo>
                  <a:pt x="860104" y="40733"/>
                  <a:pt x="869552" y="45198"/>
                  <a:pt x="876680" y="54127"/>
                </a:cubicBezTo>
                <a:cubicBezTo>
                  <a:pt x="882733" y="61756"/>
                  <a:pt x="885760" y="70516"/>
                  <a:pt x="885760" y="80407"/>
                </a:cubicBezTo>
                <a:cubicBezTo>
                  <a:pt x="885760" y="87359"/>
                  <a:pt x="884091" y="94395"/>
                  <a:pt x="880753" y="101516"/>
                </a:cubicBezTo>
                <a:cubicBezTo>
                  <a:pt x="877415" y="108636"/>
                  <a:pt x="872819" y="114004"/>
                  <a:pt x="866963" y="117621"/>
                </a:cubicBezTo>
                <a:cubicBezTo>
                  <a:pt x="861108" y="121238"/>
                  <a:pt x="854588" y="123047"/>
                  <a:pt x="847403" y="123047"/>
                </a:cubicBezTo>
                <a:cubicBezTo>
                  <a:pt x="835693" y="123047"/>
                  <a:pt x="826386" y="118384"/>
                  <a:pt x="819484" y="109058"/>
                </a:cubicBezTo>
                <a:cubicBezTo>
                  <a:pt x="813657" y="101203"/>
                  <a:pt x="810744" y="92388"/>
                  <a:pt x="810744" y="82611"/>
                </a:cubicBezTo>
                <a:cubicBezTo>
                  <a:pt x="810744" y="75490"/>
                  <a:pt x="812512" y="68411"/>
                  <a:pt x="816048" y="61375"/>
                </a:cubicBezTo>
                <a:cubicBezTo>
                  <a:pt x="819583" y="54339"/>
                  <a:pt x="824237" y="49139"/>
                  <a:pt x="830007" y="45777"/>
                </a:cubicBezTo>
                <a:cubicBezTo>
                  <a:pt x="835778" y="42414"/>
                  <a:pt x="841887" y="40733"/>
                  <a:pt x="848337" y="40733"/>
                </a:cubicBezTo>
                <a:moveTo>
                  <a:pt x="845706" y="46333"/>
                </a:moveTo>
                <a:cubicBezTo>
                  <a:pt x="842708" y="46333"/>
                  <a:pt x="839695" y="47224"/>
                  <a:pt x="836669" y="49004"/>
                </a:cubicBezTo>
                <a:cubicBezTo>
                  <a:pt x="833642" y="50784"/>
                  <a:pt x="831195" y="53906"/>
                  <a:pt x="829328" y="58370"/>
                </a:cubicBezTo>
                <a:cubicBezTo>
                  <a:pt x="827461" y="62834"/>
                  <a:pt x="826528" y="68569"/>
                  <a:pt x="826528" y="75576"/>
                </a:cubicBezTo>
                <a:cubicBezTo>
                  <a:pt x="826528" y="86876"/>
                  <a:pt x="828777" y="96624"/>
                  <a:pt x="833274" y="104818"/>
                </a:cubicBezTo>
                <a:cubicBezTo>
                  <a:pt x="837772" y="113010"/>
                  <a:pt x="843698" y="117107"/>
                  <a:pt x="851052" y="117107"/>
                </a:cubicBezTo>
                <a:cubicBezTo>
                  <a:pt x="856540" y="117107"/>
                  <a:pt x="861066" y="114846"/>
                  <a:pt x="864630" y="110326"/>
                </a:cubicBezTo>
                <a:cubicBezTo>
                  <a:pt x="868194" y="105805"/>
                  <a:pt x="869976" y="98036"/>
                  <a:pt x="869976" y="87018"/>
                </a:cubicBezTo>
                <a:cubicBezTo>
                  <a:pt x="869976" y="73230"/>
                  <a:pt x="867006" y="62381"/>
                  <a:pt x="861066" y="54469"/>
                </a:cubicBezTo>
                <a:cubicBezTo>
                  <a:pt x="857049" y="49045"/>
                  <a:pt x="851929" y="46333"/>
                  <a:pt x="845706" y="46333"/>
                </a:cubicBezTo>
                <a:close/>
                <a:moveTo>
                  <a:pt x="965358" y="42939"/>
                </a:moveTo>
                <a:lnTo>
                  <a:pt x="965358" y="90036"/>
                </a:lnTo>
                <a:cubicBezTo>
                  <a:pt x="965358" y="99031"/>
                  <a:pt x="965570" y="104533"/>
                  <a:pt x="965994" y="106541"/>
                </a:cubicBezTo>
                <a:cubicBezTo>
                  <a:pt x="966419" y="108550"/>
                  <a:pt x="967098" y="109950"/>
                  <a:pt x="968031" y="110742"/>
                </a:cubicBezTo>
                <a:cubicBezTo>
                  <a:pt x="968965" y="111534"/>
                  <a:pt x="970054" y="111930"/>
                  <a:pt x="971298" y="111930"/>
                </a:cubicBezTo>
                <a:cubicBezTo>
                  <a:pt x="973052" y="111930"/>
                  <a:pt x="975032" y="111449"/>
                  <a:pt x="977238" y="110487"/>
                </a:cubicBezTo>
                <a:lnTo>
                  <a:pt x="978426" y="113458"/>
                </a:lnTo>
                <a:lnTo>
                  <a:pt x="955175" y="123047"/>
                </a:lnTo>
                <a:lnTo>
                  <a:pt x="951356" y="123047"/>
                </a:lnTo>
                <a:lnTo>
                  <a:pt x="951356" y="106584"/>
                </a:lnTo>
                <a:cubicBezTo>
                  <a:pt x="944681" y="113825"/>
                  <a:pt x="939589" y="118379"/>
                  <a:pt x="936081" y="120246"/>
                </a:cubicBezTo>
                <a:cubicBezTo>
                  <a:pt x="932574" y="122113"/>
                  <a:pt x="928868" y="123047"/>
                  <a:pt x="924965" y="123047"/>
                </a:cubicBezTo>
                <a:cubicBezTo>
                  <a:pt x="920609" y="123047"/>
                  <a:pt x="916832" y="121788"/>
                  <a:pt x="913636" y="119270"/>
                </a:cubicBezTo>
                <a:cubicBezTo>
                  <a:pt x="910440" y="116753"/>
                  <a:pt x="908219" y="113514"/>
                  <a:pt x="906974" y="109554"/>
                </a:cubicBezTo>
                <a:cubicBezTo>
                  <a:pt x="905730" y="105594"/>
                  <a:pt x="905108" y="99993"/>
                  <a:pt x="905108" y="92752"/>
                </a:cubicBezTo>
                <a:lnTo>
                  <a:pt x="905108" y="58044"/>
                </a:lnTo>
                <a:cubicBezTo>
                  <a:pt x="905108" y="54367"/>
                  <a:pt x="904712" y="51821"/>
                  <a:pt x="903920" y="50407"/>
                </a:cubicBezTo>
                <a:cubicBezTo>
                  <a:pt x="903128" y="48992"/>
                  <a:pt x="901954" y="47903"/>
                  <a:pt x="900398" y="47140"/>
                </a:cubicBezTo>
                <a:cubicBezTo>
                  <a:pt x="898842" y="46376"/>
                  <a:pt x="896028" y="46022"/>
                  <a:pt x="891954" y="46079"/>
                </a:cubicBezTo>
                <a:lnTo>
                  <a:pt x="891954" y="42939"/>
                </a:lnTo>
                <a:lnTo>
                  <a:pt x="919194" y="42939"/>
                </a:lnTo>
                <a:lnTo>
                  <a:pt x="919194" y="94831"/>
                </a:lnTo>
                <a:cubicBezTo>
                  <a:pt x="919194" y="102055"/>
                  <a:pt x="920453" y="106795"/>
                  <a:pt x="922971" y="109053"/>
                </a:cubicBezTo>
                <a:cubicBezTo>
                  <a:pt x="925488" y="111310"/>
                  <a:pt x="928529" y="112439"/>
                  <a:pt x="932093" y="112439"/>
                </a:cubicBezTo>
                <a:cubicBezTo>
                  <a:pt x="934526" y="112439"/>
                  <a:pt x="937284" y="111677"/>
                  <a:pt x="940367" y="110153"/>
                </a:cubicBezTo>
                <a:cubicBezTo>
                  <a:pt x="943450" y="108629"/>
                  <a:pt x="947113" y="105724"/>
                  <a:pt x="951356" y="101437"/>
                </a:cubicBezTo>
                <a:lnTo>
                  <a:pt x="951356" y="57506"/>
                </a:lnTo>
                <a:cubicBezTo>
                  <a:pt x="951356" y="53104"/>
                  <a:pt x="950550" y="50127"/>
                  <a:pt x="948938" y="48577"/>
                </a:cubicBezTo>
                <a:cubicBezTo>
                  <a:pt x="947325" y="47025"/>
                  <a:pt x="943973" y="46192"/>
                  <a:pt x="938882" y="46079"/>
                </a:cubicBezTo>
                <a:lnTo>
                  <a:pt x="938882" y="42939"/>
                </a:lnTo>
                <a:lnTo>
                  <a:pt x="965358" y="42939"/>
                </a:lnTo>
                <a:close/>
                <a:moveTo>
                  <a:pt x="1006685" y="17311"/>
                </a:moveTo>
                <a:lnTo>
                  <a:pt x="1006685" y="42939"/>
                </a:lnTo>
                <a:lnTo>
                  <a:pt x="1024845" y="42939"/>
                </a:lnTo>
                <a:lnTo>
                  <a:pt x="1024845" y="48879"/>
                </a:lnTo>
                <a:lnTo>
                  <a:pt x="1006685" y="48879"/>
                </a:lnTo>
                <a:lnTo>
                  <a:pt x="1006685" y="99217"/>
                </a:lnTo>
                <a:cubicBezTo>
                  <a:pt x="1006685" y="104247"/>
                  <a:pt x="1007406" y="107638"/>
                  <a:pt x="1008849" y="109390"/>
                </a:cubicBezTo>
                <a:cubicBezTo>
                  <a:pt x="1010291" y="111140"/>
                  <a:pt x="1012144" y="112015"/>
                  <a:pt x="1014407" y="112015"/>
                </a:cubicBezTo>
                <a:cubicBezTo>
                  <a:pt x="1016274" y="112015"/>
                  <a:pt x="1018084" y="111435"/>
                  <a:pt x="1019838" y="110275"/>
                </a:cubicBezTo>
                <a:cubicBezTo>
                  <a:pt x="1021592" y="109116"/>
                  <a:pt x="1022950" y="107404"/>
                  <a:pt x="1023911" y="105141"/>
                </a:cubicBezTo>
                <a:lnTo>
                  <a:pt x="1027221" y="105141"/>
                </a:lnTo>
                <a:cubicBezTo>
                  <a:pt x="1025241" y="110701"/>
                  <a:pt x="1022441" y="114906"/>
                  <a:pt x="1018820" y="117756"/>
                </a:cubicBezTo>
                <a:cubicBezTo>
                  <a:pt x="1015199" y="120604"/>
                  <a:pt x="1011465" y="122028"/>
                  <a:pt x="1007618" y="122028"/>
                </a:cubicBezTo>
                <a:cubicBezTo>
                  <a:pt x="1005016" y="122028"/>
                  <a:pt x="1002470" y="121306"/>
                  <a:pt x="999981" y="119862"/>
                </a:cubicBezTo>
                <a:cubicBezTo>
                  <a:pt x="997492" y="118417"/>
                  <a:pt x="995653" y="116351"/>
                  <a:pt x="994465" y="113662"/>
                </a:cubicBezTo>
                <a:cubicBezTo>
                  <a:pt x="993277" y="110971"/>
                  <a:pt x="992683" y="106822"/>
                  <a:pt x="992683" y="101214"/>
                </a:cubicBezTo>
                <a:lnTo>
                  <a:pt x="992683" y="48879"/>
                </a:lnTo>
                <a:lnTo>
                  <a:pt x="980378" y="48879"/>
                </a:lnTo>
                <a:lnTo>
                  <a:pt x="980378" y="46079"/>
                </a:lnTo>
                <a:cubicBezTo>
                  <a:pt x="983490" y="44831"/>
                  <a:pt x="986672" y="42717"/>
                  <a:pt x="989925" y="39738"/>
                </a:cubicBezTo>
                <a:cubicBezTo>
                  <a:pt x="993178" y="36759"/>
                  <a:pt x="996077" y="33227"/>
                  <a:pt x="998623" y="29141"/>
                </a:cubicBezTo>
                <a:cubicBezTo>
                  <a:pt x="999924" y="26986"/>
                  <a:pt x="1001735" y="23043"/>
                  <a:pt x="1004054" y="17311"/>
                </a:cubicBezTo>
                <a:lnTo>
                  <a:pt x="1006685" y="17311"/>
                </a:lnTo>
                <a:close/>
                <a:moveTo>
                  <a:pt x="1119918" y="109469"/>
                </a:moveTo>
                <a:cubicBezTo>
                  <a:pt x="1111941" y="115636"/>
                  <a:pt x="1106934" y="119200"/>
                  <a:pt x="1104897" y="120161"/>
                </a:cubicBezTo>
                <a:cubicBezTo>
                  <a:pt x="1101842" y="121632"/>
                  <a:pt x="1098589" y="122368"/>
                  <a:pt x="1095138" y="122368"/>
                </a:cubicBezTo>
                <a:cubicBezTo>
                  <a:pt x="1089764" y="122368"/>
                  <a:pt x="1085337" y="120529"/>
                  <a:pt x="1081858" y="116852"/>
                </a:cubicBezTo>
                <a:cubicBezTo>
                  <a:pt x="1078379" y="113175"/>
                  <a:pt x="1076639" y="108338"/>
                  <a:pt x="1076639" y="102341"/>
                </a:cubicBezTo>
                <a:cubicBezTo>
                  <a:pt x="1076639" y="98551"/>
                  <a:pt x="1077488" y="95269"/>
                  <a:pt x="1079185" y="92497"/>
                </a:cubicBezTo>
                <a:cubicBezTo>
                  <a:pt x="1081504" y="88650"/>
                  <a:pt x="1085535" y="85030"/>
                  <a:pt x="1091277" y="81635"/>
                </a:cubicBezTo>
                <a:cubicBezTo>
                  <a:pt x="1097020" y="78241"/>
                  <a:pt x="1106566" y="74111"/>
                  <a:pt x="1119918" y="69246"/>
                </a:cubicBezTo>
                <a:lnTo>
                  <a:pt x="1119918" y="66191"/>
                </a:lnTo>
                <a:cubicBezTo>
                  <a:pt x="1119918" y="58440"/>
                  <a:pt x="1118687" y="53122"/>
                  <a:pt x="1116226" y="50237"/>
                </a:cubicBezTo>
                <a:cubicBezTo>
                  <a:pt x="1113765" y="47352"/>
                  <a:pt x="1110187" y="45909"/>
                  <a:pt x="1105491" y="45909"/>
                </a:cubicBezTo>
                <a:cubicBezTo>
                  <a:pt x="1101927" y="45909"/>
                  <a:pt x="1099099" y="46867"/>
                  <a:pt x="1097005" y="48784"/>
                </a:cubicBezTo>
                <a:cubicBezTo>
                  <a:pt x="1094856" y="50700"/>
                  <a:pt x="1093781" y="52899"/>
                  <a:pt x="1093781" y="55379"/>
                </a:cubicBezTo>
                <a:lnTo>
                  <a:pt x="1093950" y="60282"/>
                </a:lnTo>
                <a:cubicBezTo>
                  <a:pt x="1093950" y="62874"/>
                  <a:pt x="1093286" y="64874"/>
                  <a:pt x="1091956" y="66283"/>
                </a:cubicBezTo>
                <a:cubicBezTo>
                  <a:pt x="1090627" y="67692"/>
                  <a:pt x="1088887" y="68397"/>
                  <a:pt x="1086737" y="68397"/>
                </a:cubicBezTo>
                <a:cubicBezTo>
                  <a:pt x="1084644" y="68397"/>
                  <a:pt x="1082933" y="67664"/>
                  <a:pt x="1081603" y="66199"/>
                </a:cubicBezTo>
                <a:cubicBezTo>
                  <a:pt x="1080274" y="64731"/>
                  <a:pt x="1079609" y="62728"/>
                  <a:pt x="1079609" y="60189"/>
                </a:cubicBezTo>
                <a:cubicBezTo>
                  <a:pt x="1079609" y="55340"/>
                  <a:pt x="1082098" y="50885"/>
                  <a:pt x="1087077" y="46824"/>
                </a:cubicBezTo>
                <a:cubicBezTo>
                  <a:pt x="1092055" y="42763"/>
                  <a:pt x="1099042" y="40733"/>
                  <a:pt x="1108037" y="40733"/>
                </a:cubicBezTo>
                <a:cubicBezTo>
                  <a:pt x="1114939" y="40733"/>
                  <a:pt x="1120596" y="41891"/>
                  <a:pt x="1125009" y="44207"/>
                </a:cubicBezTo>
                <a:cubicBezTo>
                  <a:pt x="1128347" y="45959"/>
                  <a:pt x="1130808" y="48700"/>
                  <a:pt x="1132392" y="52430"/>
                </a:cubicBezTo>
                <a:cubicBezTo>
                  <a:pt x="1133410" y="54859"/>
                  <a:pt x="1133919" y="59831"/>
                  <a:pt x="1133919" y="67347"/>
                </a:cubicBezTo>
                <a:lnTo>
                  <a:pt x="1133919" y="93706"/>
                </a:lnTo>
                <a:cubicBezTo>
                  <a:pt x="1133919" y="101109"/>
                  <a:pt x="1134061" y="105643"/>
                  <a:pt x="1134344" y="107311"/>
                </a:cubicBezTo>
                <a:cubicBezTo>
                  <a:pt x="1134627" y="108978"/>
                  <a:pt x="1135093" y="110094"/>
                  <a:pt x="1135744" y="110660"/>
                </a:cubicBezTo>
                <a:cubicBezTo>
                  <a:pt x="1136394" y="111224"/>
                  <a:pt x="1137144" y="111506"/>
                  <a:pt x="1137993" y="111506"/>
                </a:cubicBezTo>
                <a:cubicBezTo>
                  <a:pt x="1138898" y="111506"/>
                  <a:pt x="1139690" y="111308"/>
                  <a:pt x="1140369" y="110912"/>
                </a:cubicBezTo>
                <a:cubicBezTo>
                  <a:pt x="1141557" y="110176"/>
                  <a:pt x="1143848" y="108111"/>
                  <a:pt x="1147242" y="104717"/>
                </a:cubicBezTo>
                <a:lnTo>
                  <a:pt x="1147242" y="109469"/>
                </a:lnTo>
                <a:cubicBezTo>
                  <a:pt x="1140906" y="117955"/>
                  <a:pt x="1134853" y="122198"/>
                  <a:pt x="1129082" y="122198"/>
                </a:cubicBezTo>
                <a:cubicBezTo>
                  <a:pt x="1126310" y="122198"/>
                  <a:pt x="1124104" y="121236"/>
                  <a:pt x="1122463" y="119313"/>
                </a:cubicBezTo>
                <a:cubicBezTo>
                  <a:pt x="1120823" y="117389"/>
                  <a:pt x="1119974" y="114108"/>
                  <a:pt x="1119918" y="109469"/>
                </a:cubicBezTo>
                <a:moveTo>
                  <a:pt x="1119918" y="103906"/>
                </a:moveTo>
                <a:lnTo>
                  <a:pt x="1119918" y="74422"/>
                </a:lnTo>
                <a:cubicBezTo>
                  <a:pt x="1111375" y="77801"/>
                  <a:pt x="1105859" y="80194"/>
                  <a:pt x="1103370" y="81603"/>
                </a:cubicBezTo>
                <a:cubicBezTo>
                  <a:pt x="1098901" y="84082"/>
                  <a:pt x="1095704" y="86673"/>
                  <a:pt x="1093781" y="89376"/>
                </a:cubicBezTo>
                <a:cubicBezTo>
                  <a:pt x="1091857" y="92079"/>
                  <a:pt x="1090895" y="95036"/>
                  <a:pt x="1090895" y="98246"/>
                </a:cubicBezTo>
                <a:cubicBezTo>
                  <a:pt x="1090895" y="102302"/>
                  <a:pt x="1092112" y="105667"/>
                  <a:pt x="1094544" y="108342"/>
                </a:cubicBezTo>
                <a:cubicBezTo>
                  <a:pt x="1096977" y="111017"/>
                  <a:pt x="1099777" y="112354"/>
                  <a:pt x="1102946" y="112354"/>
                </a:cubicBezTo>
                <a:cubicBezTo>
                  <a:pt x="1107245" y="112354"/>
                  <a:pt x="1112902" y="109538"/>
                  <a:pt x="1119918" y="1039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procedure">
            <a:extLst xmlns:a="http://schemas.openxmlformats.org/drawingml/2006/main">
              <a:ext uri="{FF2B5EF4-FFF2-40B4-BE49-F238E27FC236}">
                <a16:creationId xmlns:a16="http://schemas.microsoft.com/office/drawing/2014/main" id="{305F546F-73E5-4C7B-A63F-FAAB632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870" y="7609633"/>
            <a:ext cx="690469" cy="157839"/>
          </a:xfrm>
          <a:custGeom xmlns:a="http://schemas.openxmlformats.org/drawingml/2006/main">
            <a:pathLst>
              <a:path w="690469" h="157839">
                <a:moveTo>
                  <a:pt x="424" y="50584"/>
                </a:moveTo>
                <a:lnTo>
                  <a:pt x="24355" y="40902"/>
                </a:lnTo>
                <a:lnTo>
                  <a:pt x="27579" y="40902"/>
                </a:lnTo>
                <a:lnTo>
                  <a:pt x="27579" y="59062"/>
                </a:lnTo>
                <a:cubicBezTo>
                  <a:pt x="31596" y="52217"/>
                  <a:pt x="35627" y="47451"/>
                  <a:pt x="39672" y="44764"/>
                </a:cubicBezTo>
                <a:cubicBezTo>
                  <a:pt x="43717" y="42076"/>
                  <a:pt x="47974" y="40733"/>
                  <a:pt x="52443" y="40733"/>
                </a:cubicBezTo>
                <a:cubicBezTo>
                  <a:pt x="60250" y="40733"/>
                  <a:pt x="66756" y="43784"/>
                  <a:pt x="71961" y="49887"/>
                </a:cubicBezTo>
                <a:cubicBezTo>
                  <a:pt x="78354" y="57348"/>
                  <a:pt x="81550" y="67068"/>
                  <a:pt x="81550" y="79050"/>
                </a:cubicBezTo>
                <a:cubicBezTo>
                  <a:pt x="81550" y="92443"/>
                  <a:pt x="77703" y="103520"/>
                  <a:pt x="70009" y="112280"/>
                </a:cubicBezTo>
                <a:cubicBezTo>
                  <a:pt x="63673" y="119458"/>
                  <a:pt x="55696" y="123047"/>
                  <a:pt x="46079" y="123047"/>
                </a:cubicBezTo>
                <a:cubicBezTo>
                  <a:pt x="41892" y="123047"/>
                  <a:pt x="38272" y="122453"/>
                  <a:pt x="35217" y="121265"/>
                </a:cubicBezTo>
                <a:cubicBezTo>
                  <a:pt x="32954" y="120416"/>
                  <a:pt x="30408" y="118719"/>
                  <a:pt x="27579" y="116173"/>
                </a:cubicBezTo>
                <a:lnTo>
                  <a:pt x="27579" y="139849"/>
                </a:lnTo>
                <a:cubicBezTo>
                  <a:pt x="27579" y="145167"/>
                  <a:pt x="27905" y="148547"/>
                  <a:pt x="28555" y="149990"/>
                </a:cubicBezTo>
                <a:cubicBezTo>
                  <a:pt x="29206" y="151432"/>
                  <a:pt x="30337" y="152578"/>
                  <a:pt x="31950" y="153427"/>
                </a:cubicBezTo>
                <a:cubicBezTo>
                  <a:pt x="33562" y="154275"/>
                  <a:pt x="36490" y="154699"/>
                  <a:pt x="40733" y="154699"/>
                </a:cubicBezTo>
                <a:lnTo>
                  <a:pt x="40733" y="157839"/>
                </a:lnTo>
                <a:lnTo>
                  <a:pt x="0" y="157839"/>
                </a:lnTo>
                <a:lnTo>
                  <a:pt x="0" y="154699"/>
                </a:lnTo>
                <a:lnTo>
                  <a:pt x="2121" y="154699"/>
                </a:lnTo>
                <a:cubicBezTo>
                  <a:pt x="5233" y="154756"/>
                  <a:pt x="7892" y="154161"/>
                  <a:pt x="10098" y="152915"/>
                </a:cubicBezTo>
                <a:cubicBezTo>
                  <a:pt x="11173" y="152292"/>
                  <a:pt x="12008" y="151287"/>
                  <a:pt x="12602" y="149900"/>
                </a:cubicBezTo>
                <a:cubicBezTo>
                  <a:pt x="13196" y="148514"/>
                  <a:pt x="13493" y="144990"/>
                  <a:pt x="13493" y="139329"/>
                </a:cubicBezTo>
                <a:lnTo>
                  <a:pt x="13493" y="65785"/>
                </a:lnTo>
                <a:cubicBezTo>
                  <a:pt x="13493" y="60746"/>
                  <a:pt x="13266" y="57548"/>
                  <a:pt x="12814" y="56190"/>
                </a:cubicBezTo>
                <a:cubicBezTo>
                  <a:pt x="12361" y="54831"/>
                  <a:pt x="11640" y="53812"/>
                  <a:pt x="10650" y="53133"/>
                </a:cubicBezTo>
                <a:cubicBezTo>
                  <a:pt x="9660" y="52452"/>
                  <a:pt x="8316" y="52112"/>
                  <a:pt x="6619" y="52112"/>
                </a:cubicBezTo>
                <a:cubicBezTo>
                  <a:pt x="5261" y="52112"/>
                  <a:pt x="3536" y="52508"/>
                  <a:pt x="1443" y="53300"/>
                </a:cubicBezTo>
                <a:lnTo>
                  <a:pt x="424" y="50584"/>
                </a:lnTo>
                <a:moveTo>
                  <a:pt x="27579" y="64223"/>
                </a:moveTo>
                <a:lnTo>
                  <a:pt x="27579" y="93208"/>
                </a:lnTo>
                <a:cubicBezTo>
                  <a:pt x="27579" y="99480"/>
                  <a:pt x="27834" y="103605"/>
                  <a:pt x="28343" y="105582"/>
                </a:cubicBezTo>
                <a:cubicBezTo>
                  <a:pt x="29135" y="108859"/>
                  <a:pt x="31073" y="111741"/>
                  <a:pt x="34156" y="114227"/>
                </a:cubicBezTo>
                <a:cubicBezTo>
                  <a:pt x="37239" y="116712"/>
                  <a:pt x="41129" y="117955"/>
                  <a:pt x="45824" y="117955"/>
                </a:cubicBezTo>
                <a:cubicBezTo>
                  <a:pt x="51482" y="117955"/>
                  <a:pt x="56064" y="115751"/>
                  <a:pt x="59572" y="111344"/>
                </a:cubicBezTo>
                <a:cubicBezTo>
                  <a:pt x="64154" y="105582"/>
                  <a:pt x="66445" y="97475"/>
                  <a:pt x="66445" y="87021"/>
                </a:cubicBezTo>
                <a:cubicBezTo>
                  <a:pt x="66445" y="75157"/>
                  <a:pt x="63843" y="66032"/>
                  <a:pt x="58638" y="59648"/>
                </a:cubicBezTo>
                <a:cubicBezTo>
                  <a:pt x="55017" y="55241"/>
                  <a:pt x="50718" y="53037"/>
                  <a:pt x="45739" y="53037"/>
                </a:cubicBezTo>
                <a:cubicBezTo>
                  <a:pt x="43024" y="53037"/>
                  <a:pt x="40337" y="53715"/>
                  <a:pt x="37678" y="55071"/>
                </a:cubicBezTo>
                <a:cubicBezTo>
                  <a:pt x="35641" y="56088"/>
                  <a:pt x="32275" y="59138"/>
                  <a:pt x="27579" y="64223"/>
                </a:cubicBezTo>
                <a:close/>
                <a:moveTo>
                  <a:pt x="115663" y="40733"/>
                </a:moveTo>
                <a:lnTo>
                  <a:pt x="115663" y="58214"/>
                </a:lnTo>
                <a:cubicBezTo>
                  <a:pt x="122169" y="46560"/>
                  <a:pt x="128845" y="40733"/>
                  <a:pt x="135690" y="40733"/>
                </a:cubicBezTo>
                <a:cubicBezTo>
                  <a:pt x="138802" y="40733"/>
                  <a:pt x="141376" y="41680"/>
                  <a:pt x="143413" y="43576"/>
                </a:cubicBezTo>
                <a:cubicBezTo>
                  <a:pt x="145449" y="45471"/>
                  <a:pt x="146468" y="47663"/>
                  <a:pt x="146468" y="50152"/>
                </a:cubicBezTo>
                <a:cubicBezTo>
                  <a:pt x="146468" y="52359"/>
                  <a:pt x="145732" y="54225"/>
                  <a:pt x="144261" y="55753"/>
                </a:cubicBezTo>
                <a:cubicBezTo>
                  <a:pt x="142790" y="57280"/>
                  <a:pt x="141037" y="58044"/>
                  <a:pt x="139000" y="58044"/>
                </a:cubicBezTo>
                <a:cubicBezTo>
                  <a:pt x="137020" y="58044"/>
                  <a:pt x="134799" y="57068"/>
                  <a:pt x="132338" y="55116"/>
                </a:cubicBezTo>
                <a:cubicBezTo>
                  <a:pt x="129877" y="53165"/>
                  <a:pt x="128053" y="52189"/>
                  <a:pt x="126865" y="52189"/>
                </a:cubicBezTo>
                <a:cubicBezTo>
                  <a:pt x="125847" y="52189"/>
                  <a:pt x="124743" y="52753"/>
                  <a:pt x="123555" y="53881"/>
                </a:cubicBezTo>
                <a:cubicBezTo>
                  <a:pt x="121010" y="56195"/>
                  <a:pt x="118379" y="60004"/>
                  <a:pt x="115663" y="65308"/>
                </a:cubicBezTo>
                <a:lnTo>
                  <a:pt x="115663" y="102466"/>
                </a:lnTo>
                <a:cubicBezTo>
                  <a:pt x="115663" y="106753"/>
                  <a:pt x="116201" y="109997"/>
                  <a:pt x="117276" y="112198"/>
                </a:cubicBezTo>
                <a:cubicBezTo>
                  <a:pt x="118011" y="113722"/>
                  <a:pt x="119312" y="114992"/>
                  <a:pt x="121179" y="116009"/>
                </a:cubicBezTo>
                <a:cubicBezTo>
                  <a:pt x="123046" y="117023"/>
                  <a:pt x="125734" y="117531"/>
                  <a:pt x="129241" y="117531"/>
                </a:cubicBezTo>
                <a:lnTo>
                  <a:pt x="129241" y="120671"/>
                </a:lnTo>
                <a:lnTo>
                  <a:pt x="89442" y="120671"/>
                </a:lnTo>
                <a:lnTo>
                  <a:pt x="89442" y="117531"/>
                </a:lnTo>
                <a:cubicBezTo>
                  <a:pt x="93402" y="117531"/>
                  <a:pt x="96344" y="116910"/>
                  <a:pt x="98267" y="115669"/>
                </a:cubicBezTo>
                <a:cubicBezTo>
                  <a:pt x="99682" y="114766"/>
                  <a:pt x="100672" y="113326"/>
                  <a:pt x="101237" y="111349"/>
                </a:cubicBezTo>
                <a:cubicBezTo>
                  <a:pt x="101520" y="110389"/>
                  <a:pt x="101662" y="107652"/>
                  <a:pt x="101662" y="103136"/>
                </a:cubicBezTo>
                <a:lnTo>
                  <a:pt x="101662" y="73078"/>
                </a:lnTo>
                <a:cubicBezTo>
                  <a:pt x="101662" y="64045"/>
                  <a:pt x="101478" y="58669"/>
                  <a:pt x="101110" y="56949"/>
                </a:cubicBezTo>
                <a:cubicBezTo>
                  <a:pt x="100742" y="55227"/>
                  <a:pt x="100063" y="53971"/>
                  <a:pt x="99073" y="53181"/>
                </a:cubicBezTo>
                <a:cubicBezTo>
                  <a:pt x="98083" y="52390"/>
                  <a:pt x="96853" y="51995"/>
                  <a:pt x="95382" y="51995"/>
                </a:cubicBezTo>
                <a:cubicBezTo>
                  <a:pt x="93628" y="51995"/>
                  <a:pt x="91648" y="52419"/>
                  <a:pt x="89442" y="53265"/>
                </a:cubicBezTo>
                <a:lnTo>
                  <a:pt x="88593" y="50216"/>
                </a:lnTo>
                <a:lnTo>
                  <a:pt x="112099" y="40733"/>
                </a:lnTo>
                <a:lnTo>
                  <a:pt x="115663" y="40733"/>
                </a:lnTo>
                <a:close/>
                <a:moveTo>
                  <a:pt x="188812" y="40733"/>
                </a:moveTo>
                <a:cubicBezTo>
                  <a:pt x="200579" y="40733"/>
                  <a:pt x="210027" y="45198"/>
                  <a:pt x="217155" y="54127"/>
                </a:cubicBezTo>
                <a:cubicBezTo>
                  <a:pt x="223208" y="61756"/>
                  <a:pt x="226235" y="70516"/>
                  <a:pt x="226235" y="80407"/>
                </a:cubicBezTo>
                <a:cubicBezTo>
                  <a:pt x="226235" y="87359"/>
                  <a:pt x="224566" y="94395"/>
                  <a:pt x="221228" y="101516"/>
                </a:cubicBezTo>
                <a:cubicBezTo>
                  <a:pt x="217890" y="108636"/>
                  <a:pt x="213294" y="114004"/>
                  <a:pt x="207438" y="117621"/>
                </a:cubicBezTo>
                <a:cubicBezTo>
                  <a:pt x="201583" y="121238"/>
                  <a:pt x="195063" y="123047"/>
                  <a:pt x="187878" y="123047"/>
                </a:cubicBezTo>
                <a:cubicBezTo>
                  <a:pt x="176168" y="123047"/>
                  <a:pt x="166861" y="118384"/>
                  <a:pt x="159959" y="109058"/>
                </a:cubicBezTo>
                <a:cubicBezTo>
                  <a:pt x="154132" y="101203"/>
                  <a:pt x="151219" y="92388"/>
                  <a:pt x="151219" y="82611"/>
                </a:cubicBezTo>
                <a:cubicBezTo>
                  <a:pt x="151219" y="75490"/>
                  <a:pt x="152987" y="68411"/>
                  <a:pt x="156523" y="61375"/>
                </a:cubicBezTo>
                <a:cubicBezTo>
                  <a:pt x="160058" y="54339"/>
                  <a:pt x="164712" y="49139"/>
                  <a:pt x="170482" y="45777"/>
                </a:cubicBezTo>
                <a:cubicBezTo>
                  <a:pt x="176253" y="42414"/>
                  <a:pt x="182362" y="40733"/>
                  <a:pt x="188812" y="40733"/>
                </a:cubicBezTo>
                <a:moveTo>
                  <a:pt x="186181" y="46333"/>
                </a:moveTo>
                <a:cubicBezTo>
                  <a:pt x="183183" y="46333"/>
                  <a:pt x="180170" y="47224"/>
                  <a:pt x="177144" y="49004"/>
                </a:cubicBezTo>
                <a:cubicBezTo>
                  <a:pt x="174117" y="50784"/>
                  <a:pt x="171670" y="53906"/>
                  <a:pt x="169803" y="58370"/>
                </a:cubicBezTo>
                <a:cubicBezTo>
                  <a:pt x="167936" y="62834"/>
                  <a:pt x="167003" y="68569"/>
                  <a:pt x="167003" y="75576"/>
                </a:cubicBezTo>
                <a:cubicBezTo>
                  <a:pt x="167003" y="86876"/>
                  <a:pt x="169252" y="96624"/>
                  <a:pt x="173749" y="104818"/>
                </a:cubicBezTo>
                <a:cubicBezTo>
                  <a:pt x="178247" y="113010"/>
                  <a:pt x="184173" y="117107"/>
                  <a:pt x="191527" y="117107"/>
                </a:cubicBezTo>
                <a:cubicBezTo>
                  <a:pt x="197015" y="117107"/>
                  <a:pt x="201541" y="114846"/>
                  <a:pt x="205105" y="110326"/>
                </a:cubicBezTo>
                <a:cubicBezTo>
                  <a:pt x="208669" y="105805"/>
                  <a:pt x="210451" y="98036"/>
                  <a:pt x="210451" y="87018"/>
                </a:cubicBezTo>
                <a:cubicBezTo>
                  <a:pt x="210451" y="73230"/>
                  <a:pt x="207481" y="62381"/>
                  <a:pt x="201541" y="54469"/>
                </a:cubicBezTo>
                <a:cubicBezTo>
                  <a:pt x="197524" y="49045"/>
                  <a:pt x="192404" y="46333"/>
                  <a:pt x="186181" y="46333"/>
                </a:cubicBezTo>
                <a:close/>
                <a:moveTo>
                  <a:pt x="303712" y="91139"/>
                </a:moveTo>
                <a:cubicBezTo>
                  <a:pt x="301618" y="101379"/>
                  <a:pt x="297517" y="109257"/>
                  <a:pt x="291407" y="114773"/>
                </a:cubicBezTo>
                <a:cubicBezTo>
                  <a:pt x="285297" y="120289"/>
                  <a:pt x="278536" y="123047"/>
                  <a:pt x="271125" y="123047"/>
                </a:cubicBezTo>
                <a:cubicBezTo>
                  <a:pt x="262300" y="123047"/>
                  <a:pt x="254606" y="119346"/>
                  <a:pt x="248043" y="111943"/>
                </a:cubicBezTo>
                <a:cubicBezTo>
                  <a:pt x="241481" y="104539"/>
                  <a:pt x="238200" y="94536"/>
                  <a:pt x="238200" y="81932"/>
                </a:cubicBezTo>
                <a:cubicBezTo>
                  <a:pt x="238200" y="69725"/>
                  <a:pt x="241835" y="59807"/>
                  <a:pt x="249104" y="52178"/>
                </a:cubicBezTo>
                <a:cubicBezTo>
                  <a:pt x="256374" y="44548"/>
                  <a:pt x="265100" y="40733"/>
                  <a:pt x="275283" y="40733"/>
                </a:cubicBezTo>
                <a:cubicBezTo>
                  <a:pt x="282921" y="40733"/>
                  <a:pt x="289200" y="42749"/>
                  <a:pt x="294122" y="46782"/>
                </a:cubicBezTo>
                <a:cubicBezTo>
                  <a:pt x="299044" y="50812"/>
                  <a:pt x="301505" y="54999"/>
                  <a:pt x="301505" y="59341"/>
                </a:cubicBezTo>
                <a:cubicBezTo>
                  <a:pt x="301505" y="61484"/>
                  <a:pt x="300812" y="63218"/>
                  <a:pt x="299426" y="64544"/>
                </a:cubicBezTo>
                <a:cubicBezTo>
                  <a:pt x="298040" y="65868"/>
                  <a:pt x="296102" y="66530"/>
                  <a:pt x="293613" y="66530"/>
                </a:cubicBezTo>
                <a:cubicBezTo>
                  <a:pt x="290275" y="66530"/>
                  <a:pt x="287758" y="65455"/>
                  <a:pt x="286061" y="63305"/>
                </a:cubicBezTo>
                <a:cubicBezTo>
                  <a:pt x="285099" y="62117"/>
                  <a:pt x="284462" y="59854"/>
                  <a:pt x="284151" y="56517"/>
                </a:cubicBezTo>
                <a:cubicBezTo>
                  <a:pt x="283840" y="53179"/>
                  <a:pt x="282695" y="50633"/>
                  <a:pt x="280714" y="48879"/>
                </a:cubicBezTo>
                <a:cubicBezTo>
                  <a:pt x="278734" y="47182"/>
                  <a:pt x="275991" y="46333"/>
                  <a:pt x="272483" y="46333"/>
                </a:cubicBezTo>
                <a:cubicBezTo>
                  <a:pt x="266826" y="46333"/>
                  <a:pt x="262272" y="48427"/>
                  <a:pt x="258821" y="52613"/>
                </a:cubicBezTo>
                <a:cubicBezTo>
                  <a:pt x="254238" y="58157"/>
                  <a:pt x="251947" y="65483"/>
                  <a:pt x="251947" y="74592"/>
                </a:cubicBezTo>
                <a:cubicBezTo>
                  <a:pt x="251947" y="83870"/>
                  <a:pt x="254224" y="92059"/>
                  <a:pt x="258778" y="99159"/>
                </a:cubicBezTo>
                <a:cubicBezTo>
                  <a:pt x="263332" y="106259"/>
                  <a:pt x="269485" y="109809"/>
                  <a:pt x="277235" y="109809"/>
                </a:cubicBezTo>
                <a:cubicBezTo>
                  <a:pt x="282779" y="109809"/>
                  <a:pt x="287758" y="107913"/>
                  <a:pt x="292171" y="104123"/>
                </a:cubicBezTo>
                <a:cubicBezTo>
                  <a:pt x="295282" y="101521"/>
                  <a:pt x="298309" y="96797"/>
                  <a:pt x="301251" y="89951"/>
                </a:cubicBezTo>
                <a:lnTo>
                  <a:pt x="303712" y="91139"/>
                </a:lnTo>
                <a:close/>
                <a:moveTo>
                  <a:pt x="327923" y="72301"/>
                </a:moveTo>
                <a:cubicBezTo>
                  <a:pt x="327867" y="83815"/>
                  <a:pt x="330667" y="92846"/>
                  <a:pt x="336324" y="99395"/>
                </a:cubicBezTo>
                <a:cubicBezTo>
                  <a:pt x="341982" y="105941"/>
                  <a:pt x="348629" y="109215"/>
                  <a:pt x="356266" y="109215"/>
                </a:cubicBezTo>
                <a:cubicBezTo>
                  <a:pt x="361358" y="109215"/>
                  <a:pt x="365785" y="107814"/>
                  <a:pt x="369547" y="105014"/>
                </a:cubicBezTo>
                <a:cubicBezTo>
                  <a:pt x="373309" y="102214"/>
                  <a:pt x="376463" y="97419"/>
                  <a:pt x="379009" y="90630"/>
                </a:cubicBezTo>
                <a:lnTo>
                  <a:pt x="381639" y="92327"/>
                </a:lnTo>
                <a:cubicBezTo>
                  <a:pt x="380451" y="100078"/>
                  <a:pt x="377000" y="107136"/>
                  <a:pt x="371287" y="113500"/>
                </a:cubicBezTo>
                <a:cubicBezTo>
                  <a:pt x="365573" y="119864"/>
                  <a:pt x="358416" y="123047"/>
                  <a:pt x="349817" y="123047"/>
                </a:cubicBezTo>
                <a:cubicBezTo>
                  <a:pt x="340482" y="123047"/>
                  <a:pt x="332491" y="119420"/>
                  <a:pt x="325844" y="112166"/>
                </a:cubicBezTo>
                <a:cubicBezTo>
                  <a:pt x="319197" y="104911"/>
                  <a:pt x="315873" y="95157"/>
                  <a:pt x="315873" y="82905"/>
                </a:cubicBezTo>
                <a:cubicBezTo>
                  <a:pt x="315873" y="69639"/>
                  <a:pt x="319282" y="59294"/>
                  <a:pt x="326099" y="51871"/>
                </a:cubicBezTo>
                <a:cubicBezTo>
                  <a:pt x="332916" y="44445"/>
                  <a:pt x="341472" y="40733"/>
                  <a:pt x="351769" y="40733"/>
                </a:cubicBezTo>
                <a:cubicBezTo>
                  <a:pt x="360481" y="40733"/>
                  <a:pt x="367638" y="43597"/>
                  <a:pt x="373238" y="49325"/>
                </a:cubicBezTo>
                <a:cubicBezTo>
                  <a:pt x="378839" y="55051"/>
                  <a:pt x="381639" y="62710"/>
                  <a:pt x="381639" y="72301"/>
                </a:cubicBezTo>
                <a:lnTo>
                  <a:pt x="327923" y="72301"/>
                </a:lnTo>
                <a:moveTo>
                  <a:pt x="327923" y="67379"/>
                </a:moveTo>
                <a:lnTo>
                  <a:pt x="363904" y="67379"/>
                </a:lnTo>
                <a:cubicBezTo>
                  <a:pt x="363621" y="62400"/>
                  <a:pt x="363027" y="58893"/>
                  <a:pt x="362122" y="56856"/>
                </a:cubicBezTo>
                <a:cubicBezTo>
                  <a:pt x="360707" y="53688"/>
                  <a:pt x="358600" y="51199"/>
                  <a:pt x="355800" y="49388"/>
                </a:cubicBezTo>
                <a:cubicBezTo>
                  <a:pt x="352999" y="47578"/>
                  <a:pt x="350072" y="46673"/>
                  <a:pt x="347017" y="46673"/>
                </a:cubicBezTo>
                <a:cubicBezTo>
                  <a:pt x="342321" y="46673"/>
                  <a:pt x="338121" y="48497"/>
                  <a:pt x="334415" y="52146"/>
                </a:cubicBezTo>
                <a:cubicBezTo>
                  <a:pt x="330709" y="55795"/>
                  <a:pt x="328546" y="60873"/>
                  <a:pt x="327923" y="67379"/>
                </a:cubicBezTo>
                <a:close/>
                <a:moveTo>
                  <a:pt x="446923" y="111930"/>
                </a:moveTo>
                <a:cubicBezTo>
                  <a:pt x="443133" y="115890"/>
                  <a:pt x="439427" y="118733"/>
                  <a:pt x="435807" y="120459"/>
                </a:cubicBezTo>
                <a:cubicBezTo>
                  <a:pt x="432186" y="122184"/>
                  <a:pt x="428282" y="123047"/>
                  <a:pt x="424096" y="123047"/>
                </a:cubicBezTo>
                <a:cubicBezTo>
                  <a:pt x="415610" y="123047"/>
                  <a:pt x="408199" y="119505"/>
                  <a:pt x="401863" y="112421"/>
                </a:cubicBezTo>
                <a:cubicBezTo>
                  <a:pt x="395527" y="105335"/>
                  <a:pt x="392358" y="96230"/>
                  <a:pt x="392358" y="85106"/>
                </a:cubicBezTo>
                <a:cubicBezTo>
                  <a:pt x="392358" y="73984"/>
                  <a:pt x="395866" y="63808"/>
                  <a:pt x="402881" y="54578"/>
                </a:cubicBezTo>
                <a:cubicBezTo>
                  <a:pt x="409896" y="45348"/>
                  <a:pt x="418920" y="40733"/>
                  <a:pt x="429951" y="40733"/>
                </a:cubicBezTo>
                <a:cubicBezTo>
                  <a:pt x="436797" y="40733"/>
                  <a:pt x="442454" y="42911"/>
                  <a:pt x="446923" y="47267"/>
                </a:cubicBezTo>
                <a:lnTo>
                  <a:pt x="446923" y="32894"/>
                </a:lnTo>
                <a:cubicBezTo>
                  <a:pt x="446923" y="23975"/>
                  <a:pt x="446711" y="18492"/>
                  <a:pt x="446287" y="16447"/>
                </a:cubicBezTo>
                <a:cubicBezTo>
                  <a:pt x="445863" y="14401"/>
                  <a:pt x="445198" y="13010"/>
                  <a:pt x="444293" y="12273"/>
                </a:cubicBezTo>
                <a:cubicBezTo>
                  <a:pt x="443387" y="11534"/>
                  <a:pt x="442256" y="11164"/>
                  <a:pt x="440898" y="11164"/>
                </a:cubicBezTo>
                <a:cubicBezTo>
                  <a:pt x="439427" y="11164"/>
                  <a:pt x="437476" y="11619"/>
                  <a:pt x="435043" y="12527"/>
                </a:cubicBezTo>
                <a:lnTo>
                  <a:pt x="433940" y="9544"/>
                </a:lnTo>
                <a:lnTo>
                  <a:pt x="457106" y="0"/>
                </a:lnTo>
                <a:lnTo>
                  <a:pt x="460925" y="0"/>
                </a:lnTo>
                <a:lnTo>
                  <a:pt x="460925" y="89867"/>
                </a:lnTo>
                <a:cubicBezTo>
                  <a:pt x="460925" y="98975"/>
                  <a:pt x="461137" y="104533"/>
                  <a:pt x="461562" y="106541"/>
                </a:cubicBezTo>
                <a:cubicBezTo>
                  <a:pt x="461986" y="108550"/>
                  <a:pt x="462665" y="109950"/>
                  <a:pt x="463598" y="110742"/>
                </a:cubicBezTo>
                <a:cubicBezTo>
                  <a:pt x="464532" y="111534"/>
                  <a:pt x="465621" y="111930"/>
                  <a:pt x="466865" y="111930"/>
                </a:cubicBezTo>
                <a:cubicBezTo>
                  <a:pt x="468393" y="111930"/>
                  <a:pt x="470429" y="111449"/>
                  <a:pt x="472975" y="110487"/>
                </a:cubicBezTo>
                <a:lnTo>
                  <a:pt x="473909" y="113458"/>
                </a:lnTo>
                <a:lnTo>
                  <a:pt x="450827" y="123047"/>
                </a:lnTo>
                <a:lnTo>
                  <a:pt x="446923" y="123047"/>
                </a:lnTo>
                <a:lnTo>
                  <a:pt x="446923" y="111930"/>
                </a:lnTo>
                <a:moveTo>
                  <a:pt x="446923" y="106008"/>
                </a:moveTo>
                <a:lnTo>
                  <a:pt x="446923" y="66055"/>
                </a:lnTo>
                <a:cubicBezTo>
                  <a:pt x="446584" y="62217"/>
                  <a:pt x="445566" y="58719"/>
                  <a:pt x="443868" y="55559"/>
                </a:cubicBezTo>
                <a:cubicBezTo>
                  <a:pt x="442171" y="52398"/>
                  <a:pt x="439922" y="50014"/>
                  <a:pt x="437122" y="48407"/>
                </a:cubicBezTo>
                <a:cubicBezTo>
                  <a:pt x="434322" y="46798"/>
                  <a:pt x="431592" y="45994"/>
                  <a:pt x="428933" y="45994"/>
                </a:cubicBezTo>
                <a:cubicBezTo>
                  <a:pt x="423955" y="45994"/>
                  <a:pt x="419514" y="48223"/>
                  <a:pt x="415610" y="52682"/>
                </a:cubicBezTo>
                <a:cubicBezTo>
                  <a:pt x="410462" y="58550"/>
                  <a:pt x="407888" y="67127"/>
                  <a:pt x="407888" y="78413"/>
                </a:cubicBezTo>
                <a:cubicBezTo>
                  <a:pt x="407888" y="89813"/>
                  <a:pt x="410377" y="98546"/>
                  <a:pt x="415355" y="104614"/>
                </a:cubicBezTo>
                <a:cubicBezTo>
                  <a:pt x="420334" y="110679"/>
                  <a:pt x="425878" y="113712"/>
                  <a:pt x="431988" y="113712"/>
                </a:cubicBezTo>
                <a:cubicBezTo>
                  <a:pt x="437136" y="113712"/>
                  <a:pt x="442115" y="111144"/>
                  <a:pt x="446923" y="106008"/>
                </a:cubicBezTo>
                <a:close/>
                <a:moveTo>
                  <a:pt x="547058" y="42939"/>
                </a:moveTo>
                <a:lnTo>
                  <a:pt x="547058" y="90036"/>
                </a:lnTo>
                <a:cubicBezTo>
                  <a:pt x="547058" y="99031"/>
                  <a:pt x="547270" y="104533"/>
                  <a:pt x="547694" y="106541"/>
                </a:cubicBezTo>
                <a:cubicBezTo>
                  <a:pt x="548118" y="108550"/>
                  <a:pt x="548797" y="109950"/>
                  <a:pt x="549731" y="110742"/>
                </a:cubicBezTo>
                <a:cubicBezTo>
                  <a:pt x="550664" y="111534"/>
                  <a:pt x="551753" y="111930"/>
                  <a:pt x="552998" y="111930"/>
                </a:cubicBezTo>
                <a:cubicBezTo>
                  <a:pt x="554752" y="111930"/>
                  <a:pt x="556732" y="111449"/>
                  <a:pt x="558938" y="110487"/>
                </a:cubicBezTo>
                <a:lnTo>
                  <a:pt x="560126" y="113458"/>
                </a:lnTo>
                <a:lnTo>
                  <a:pt x="536874" y="123047"/>
                </a:lnTo>
                <a:lnTo>
                  <a:pt x="533056" y="123047"/>
                </a:lnTo>
                <a:lnTo>
                  <a:pt x="533056" y="106584"/>
                </a:lnTo>
                <a:cubicBezTo>
                  <a:pt x="526380" y="113825"/>
                  <a:pt x="521289" y="118379"/>
                  <a:pt x="517781" y="120246"/>
                </a:cubicBezTo>
                <a:cubicBezTo>
                  <a:pt x="514273" y="122113"/>
                  <a:pt x="510568" y="123047"/>
                  <a:pt x="506664" y="123047"/>
                </a:cubicBezTo>
                <a:cubicBezTo>
                  <a:pt x="502308" y="123047"/>
                  <a:pt x="498532" y="121788"/>
                  <a:pt x="495336" y="119270"/>
                </a:cubicBezTo>
                <a:cubicBezTo>
                  <a:pt x="492139" y="116753"/>
                  <a:pt x="489919" y="113514"/>
                  <a:pt x="488674" y="109554"/>
                </a:cubicBezTo>
                <a:cubicBezTo>
                  <a:pt x="487430" y="105594"/>
                  <a:pt x="486807" y="99993"/>
                  <a:pt x="486807" y="92752"/>
                </a:cubicBezTo>
                <a:lnTo>
                  <a:pt x="486807" y="58044"/>
                </a:lnTo>
                <a:cubicBezTo>
                  <a:pt x="486807" y="54367"/>
                  <a:pt x="486411" y="51821"/>
                  <a:pt x="485619" y="50407"/>
                </a:cubicBezTo>
                <a:cubicBezTo>
                  <a:pt x="484827" y="48992"/>
                  <a:pt x="483653" y="47903"/>
                  <a:pt x="482097" y="47140"/>
                </a:cubicBezTo>
                <a:cubicBezTo>
                  <a:pt x="480542" y="46376"/>
                  <a:pt x="477727" y="46022"/>
                  <a:pt x="473654" y="46079"/>
                </a:cubicBezTo>
                <a:lnTo>
                  <a:pt x="473654" y="42939"/>
                </a:lnTo>
                <a:lnTo>
                  <a:pt x="500894" y="42939"/>
                </a:lnTo>
                <a:lnTo>
                  <a:pt x="500894" y="94831"/>
                </a:lnTo>
                <a:cubicBezTo>
                  <a:pt x="500894" y="102055"/>
                  <a:pt x="502153" y="106795"/>
                  <a:pt x="504670" y="109053"/>
                </a:cubicBezTo>
                <a:cubicBezTo>
                  <a:pt x="507188" y="111310"/>
                  <a:pt x="510229" y="112439"/>
                  <a:pt x="513793" y="112439"/>
                </a:cubicBezTo>
                <a:cubicBezTo>
                  <a:pt x="516225" y="112439"/>
                  <a:pt x="518983" y="111677"/>
                  <a:pt x="522066" y="110153"/>
                </a:cubicBezTo>
                <a:cubicBezTo>
                  <a:pt x="525150" y="108629"/>
                  <a:pt x="528813" y="105724"/>
                  <a:pt x="533056" y="101437"/>
                </a:cubicBezTo>
                <a:lnTo>
                  <a:pt x="533056" y="57506"/>
                </a:lnTo>
                <a:cubicBezTo>
                  <a:pt x="533056" y="53104"/>
                  <a:pt x="532250" y="50127"/>
                  <a:pt x="530637" y="48577"/>
                </a:cubicBezTo>
                <a:cubicBezTo>
                  <a:pt x="529025" y="47025"/>
                  <a:pt x="525673" y="46192"/>
                  <a:pt x="520581" y="46079"/>
                </a:cubicBezTo>
                <a:lnTo>
                  <a:pt x="520581" y="42939"/>
                </a:lnTo>
                <a:lnTo>
                  <a:pt x="547058" y="42939"/>
                </a:lnTo>
                <a:close/>
                <a:moveTo>
                  <a:pt x="588554" y="40733"/>
                </a:moveTo>
                <a:lnTo>
                  <a:pt x="588554" y="58214"/>
                </a:lnTo>
                <a:cubicBezTo>
                  <a:pt x="595060" y="46560"/>
                  <a:pt x="601736" y="40733"/>
                  <a:pt x="608581" y="40733"/>
                </a:cubicBezTo>
                <a:cubicBezTo>
                  <a:pt x="611693" y="40733"/>
                  <a:pt x="614267" y="41680"/>
                  <a:pt x="616303" y="43576"/>
                </a:cubicBezTo>
                <a:cubicBezTo>
                  <a:pt x="618340" y="45471"/>
                  <a:pt x="619358" y="47663"/>
                  <a:pt x="619358" y="50152"/>
                </a:cubicBezTo>
                <a:cubicBezTo>
                  <a:pt x="619358" y="52359"/>
                  <a:pt x="618623" y="54225"/>
                  <a:pt x="617152" y="55753"/>
                </a:cubicBezTo>
                <a:cubicBezTo>
                  <a:pt x="615681" y="57280"/>
                  <a:pt x="613927" y="58044"/>
                  <a:pt x="611891" y="58044"/>
                </a:cubicBezTo>
                <a:cubicBezTo>
                  <a:pt x="609911" y="58044"/>
                  <a:pt x="607690" y="57068"/>
                  <a:pt x="605229" y="55116"/>
                </a:cubicBezTo>
                <a:cubicBezTo>
                  <a:pt x="602768" y="53165"/>
                  <a:pt x="600944" y="52189"/>
                  <a:pt x="599756" y="52189"/>
                </a:cubicBezTo>
                <a:cubicBezTo>
                  <a:pt x="598737" y="52189"/>
                  <a:pt x="597634" y="52753"/>
                  <a:pt x="596446" y="53881"/>
                </a:cubicBezTo>
                <a:cubicBezTo>
                  <a:pt x="593900" y="56195"/>
                  <a:pt x="591270" y="60004"/>
                  <a:pt x="588554" y="65308"/>
                </a:cubicBezTo>
                <a:lnTo>
                  <a:pt x="588554" y="102466"/>
                </a:lnTo>
                <a:cubicBezTo>
                  <a:pt x="588554" y="106753"/>
                  <a:pt x="589092" y="109997"/>
                  <a:pt x="590167" y="112198"/>
                </a:cubicBezTo>
                <a:cubicBezTo>
                  <a:pt x="590902" y="113722"/>
                  <a:pt x="592203" y="114992"/>
                  <a:pt x="594070" y="116009"/>
                </a:cubicBezTo>
                <a:cubicBezTo>
                  <a:pt x="595937" y="117023"/>
                  <a:pt x="598624" y="117531"/>
                  <a:pt x="602132" y="117531"/>
                </a:cubicBezTo>
                <a:lnTo>
                  <a:pt x="602132" y="120671"/>
                </a:lnTo>
                <a:lnTo>
                  <a:pt x="562333" y="120671"/>
                </a:lnTo>
                <a:lnTo>
                  <a:pt x="562333" y="117531"/>
                </a:lnTo>
                <a:cubicBezTo>
                  <a:pt x="566293" y="117531"/>
                  <a:pt x="569235" y="116910"/>
                  <a:pt x="571158" y="115669"/>
                </a:cubicBezTo>
                <a:cubicBezTo>
                  <a:pt x="572572" y="114766"/>
                  <a:pt x="573562" y="113326"/>
                  <a:pt x="574128" y="111349"/>
                </a:cubicBezTo>
                <a:cubicBezTo>
                  <a:pt x="574411" y="110389"/>
                  <a:pt x="574552" y="107652"/>
                  <a:pt x="574552" y="103136"/>
                </a:cubicBezTo>
                <a:lnTo>
                  <a:pt x="574552" y="73078"/>
                </a:lnTo>
                <a:cubicBezTo>
                  <a:pt x="574552" y="64045"/>
                  <a:pt x="574369" y="58669"/>
                  <a:pt x="574001" y="56949"/>
                </a:cubicBezTo>
                <a:cubicBezTo>
                  <a:pt x="573633" y="55227"/>
                  <a:pt x="572954" y="53971"/>
                  <a:pt x="571964" y="53181"/>
                </a:cubicBezTo>
                <a:cubicBezTo>
                  <a:pt x="570974" y="52390"/>
                  <a:pt x="569744" y="51995"/>
                  <a:pt x="568273" y="51995"/>
                </a:cubicBezTo>
                <a:cubicBezTo>
                  <a:pt x="566519" y="51995"/>
                  <a:pt x="564539" y="52419"/>
                  <a:pt x="562333" y="53265"/>
                </a:cubicBezTo>
                <a:lnTo>
                  <a:pt x="561484" y="50216"/>
                </a:lnTo>
                <a:lnTo>
                  <a:pt x="584990" y="40733"/>
                </a:lnTo>
                <a:lnTo>
                  <a:pt x="588554" y="40733"/>
                </a:lnTo>
                <a:close/>
                <a:moveTo>
                  <a:pt x="636753" y="72301"/>
                </a:moveTo>
                <a:cubicBezTo>
                  <a:pt x="636697" y="83815"/>
                  <a:pt x="639497" y="92846"/>
                  <a:pt x="645154" y="99395"/>
                </a:cubicBezTo>
                <a:cubicBezTo>
                  <a:pt x="650812" y="105941"/>
                  <a:pt x="657459" y="109215"/>
                  <a:pt x="665096" y="109215"/>
                </a:cubicBezTo>
                <a:cubicBezTo>
                  <a:pt x="670188" y="109215"/>
                  <a:pt x="674615" y="107814"/>
                  <a:pt x="678377" y="105014"/>
                </a:cubicBezTo>
                <a:cubicBezTo>
                  <a:pt x="682139" y="102214"/>
                  <a:pt x="685293" y="97419"/>
                  <a:pt x="687839" y="90630"/>
                </a:cubicBezTo>
                <a:lnTo>
                  <a:pt x="690469" y="92327"/>
                </a:lnTo>
                <a:cubicBezTo>
                  <a:pt x="689281" y="100078"/>
                  <a:pt x="685830" y="107136"/>
                  <a:pt x="680117" y="113500"/>
                </a:cubicBezTo>
                <a:cubicBezTo>
                  <a:pt x="674403" y="119864"/>
                  <a:pt x="667246" y="123047"/>
                  <a:pt x="658647" y="123047"/>
                </a:cubicBezTo>
                <a:cubicBezTo>
                  <a:pt x="649312" y="123047"/>
                  <a:pt x="641321" y="119420"/>
                  <a:pt x="634674" y="112166"/>
                </a:cubicBezTo>
                <a:cubicBezTo>
                  <a:pt x="628027" y="104911"/>
                  <a:pt x="624703" y="95157"/>
                  <a:pt x="624703" y="82905"/>
                </a:cubicBezTo>
                <a:cubicBezTo>
                  <a:pt x="624703" y="69639"/>
                  <a:pt x="628112" y="59294"/>
                  <a:pt x="634929" y="51871"/>
                </a:cubicBezTo>
                <a:cubicBezTo>
                  <a:pt x="641746" y="44445"/>
                  <a:pt x="650302" y="40733"/>
                  <a:pt x="660599" y="40733"/>
                </a:cubicBezTo>
                <a:cubicBezTo>
                  <a:pt x="669311" y="40733"/>
                  <a:pt x="676468" y="43597"/>
                  <a:pt x="682068" y="49325"/>
                </a:cubicBezTo>
                <a:cubicBezTo>
                  <a:pt x="687669" y="55051"/>
                  <a:pt x="690469" y="62710"/>
                  <a:pt x="690469" y="72301"/>
                </a:cubicBezTo>
                <a:lnTo>
                  <a:pt x="636753" y="72301"/>
                </a:lnTo>
                <a:moveTo>
                  <a:pt x="636753" y="67379"/>
                </a:moveTo>
                <a:lnTo>
                  <a:pt x="672734" y="67379"/>
                </a:lnTo>
                <a:cubicBezTo>
                  <a:pt x="672451" y="62400"/>
                  <a:pt x="671857" y="58893"/>
                  <a:pt x="670952" y="56856"/>
                </a:cubicBezTo>
                <a:cubicBezTo>
                  <a:pt x="669537" y="53688"/>
                  <a:pt x="667430" y="51199"/>
                  <a:pt x="664630" y="49388"/>
                </a:cubicBezTo>
                <a:cubicBezTo>
                  <a:pt x="661829" y="47578"/>
                  <a:pt x="658902" y="46673"/>
                  <a:pt x="655847" y="46673"/>
                </a:cubicBezTo>
                <a:cubicBezTo>
                  <a:pt x="651151" y="46673"/>
                  <a:pt x="646950" y="48497"/>
                  <a:pt x="643245" y="52146"/>
                </a:cubicBezTo>
                <a:cubicBezTo>
                  <a:pt x="639539" y="55795"/>
                  <a:pt x="637375" y="60873"/>
                  <a:pt x="636753" y="673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179CD-4E51-4E86-BCAB-9056182F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6868024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9"/>
                </a:cubicBezTo>
                <a:cubicBezTo>
                  <a:pt x="1976999" y="7831"/>
                  <a:pt x="1978565" y="11613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3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9B7F5-806C-4922-8F38-8639DC29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6868024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9"/>
                </a:cubicBezTo>
                <a:cubicBezTo>
                  <a:pt x="1976999" y="7831"/>
                  <a:pt x="1978565" y="11613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3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54" name="Text Howcani[x]">
            <a:extLst xmlns:a="http://schemas.openxmlformats.org/drawingml/2006/main">
              <a:ext uri="{FF2B5EF4-FFF2-40B4-BE49-F238E27FC236}">
                <a16:creationId xmlns:a16="http://schemas.microsoft.com/office/drawing/2014/main" id="{8B89BE89-44B7-4F08-9438-079E9570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939" y="6941199"/>
            <a:ext cx="943239" cy="155124"/>
          </a:xfrm>
          <a:custGeom xmlns:a="http://schemas.openxmlformats.org/drawingml/2006/main">
            <a:pathLst>
              <a:path w="943239" h="155124">
                <a:moveTo>
                  <a:pt x="32756" y="58893"/>
                </a:moveTo>
                <a:lnTo>
                  <a:pt x="86218" y="58893"/>
                </a:lnTo>
                <a:lnTo>
                  <a:pt x="86218" y="26023"/>
                </a:lnTo>
                <a:cubicBezTo>
                  <a:pt x="86218" y="20150"/>
                  <a:pt x="85850" y="16281"/>
                  <a:pt x="85114" y="14416"/>
                </a:cubicBezTo>
                <a:cubicBezTo>
                  <a:pt x="84549" y="13005"/>
                  <a:pt x="83361" y="11791"/>
                  <a:pt x="81550" y="10775"/>
                </a:cubicBezTo>
                <a:cubicBezTo>
                  <a:pt x="79118" y="9419"/>
                  <a:pt x="76544" y="8741"/>
                  <a:pt x="73828" y="8741"/>
                </a:cubicBezTo>
                <a:lnTo>
                  <a:pt x="69755" y="8741"/>
                </a:lnTo>
                <a:lnTo>
                  <a:pt x="69755" y="5601"/>
                </a:lnTo>
                <a:lnTo>
                  <a:pt x="118973" y="5601"/>
                </a:lnTo>
                <a:lnTo>
                  <a:pt x="118973" y="8741"/>
                </a:lnTo>
                <a:lnTo>
                  <a:pt x="114900" y="8741"/>
                </a:lnTo>
                <a:cubicBezTo>
                  <a:pt x="112185" y="8741"/>
                  <a:pt x="109611" y="9391"/>
                  <a:pt x="107178" y="10692"/>
                </a:cubicBezTo>
                <a:cubicBezTo>
                  <a:pt x="105368" y="11598"/>
                  <a:pt x="104137" y="12969"/>
                  <a:pt x="103487" y="14808"/>
                </a:cubicBezTo>
                <a:cubicBezTo>
                  <a:pt x="102836" y="16647"/>
                  <a:pt x="102511" y="20395"/>
                  <a:pt x="102511" y="26052"/>
                </a:cubicBezTo>
                <a:lnTo>
                  <a:pt x="102511" y="100304"/>
                </a:lnTo>
                <a:cubicBezTo>
                  <a:pt x="102511" y="106131"/>
                  <a:pt x="102878" y="109978"/>
                  <a:pt x="103614" y="111845"/>
                </a:cubicBezTo>
                <a:cubicBezTo>
                  <a:pt x="104180" y="113260"/>
                  <a:pt x="105339" y="114476"/>
                  <a:pt x="107093" y="115494"/>
                </a:cubicBezTo>
                <a:cubicBezTo>
                  <a:pt x="109582" y="116852"/>
                  <a:pt x="112185" y="117531"/>
                  <a:pt x="114900" y="117531"/>
                </a:cubicBezTo>
                <a:lnTo>
                  <a:pt x="118973" y="117531"/>
                </a:lnTo>
                <a:lnTo>
                  <a:pt x="118973" y="120671"/>
                </a:lnTo>
                <a:lnTo>
                  <a:pt x="69755" y="120671"/>
                </a:lnTo>
                <a:lnTo>
                  <a:pt x="69755" y="117531"/>
                </a:lnTo>
                <a:lnTo>
                  <a:pt x="73828" y="117531"/>
                </a:lnTo>
                <a:cubicBezTo>
                  <a:pt x="78524" y="117531"/>
                  <a:pt x="81946" y="116142"/>
                  <a:pt x="84096" y="113365"/>
                </a:cubicBezTo>
                <a:cubicBezTo>
                  <a:pt x="85510" y="111553"/>
                  <a:pt x="86218" y="107189"/>
                  <a:pt x="86218" y="100275"/>
                </a:cubicBezTo>
                <a:lnTo>
                  <a:pt x="86218" y="65172"/>
                </a:lnTo>
                <a:lnTo>
                  <a:pt x="32756" y="65172"/>
                </a:lnTo>
                <a:lnTo>
                  <a:pt x="32756" y="100275"/>
                </a:lnTo>
                <a:cubicBezTo>
                  <a:pt x="32756" y="106113"/>
                  <a:pt x="33124" y="109967"/>
                  <a:pt x="33859" y="111837"/>
                </a:cubicBezTo>
                <a:cubicBezTo>
                  <a:pt x="34425" y="113253"/>
                  <a:pt x="35613" y="114471"/>
                  <a:pt x="37423" y="115492"/>
                </a:cubicBezTo>
                <a:cubicBezTo>
                  <a:pt x="39856" y="116851"/>
                  <a:pt x="42430" y="117531"/>
                  <a:pt x="45145" y="117531"/>
                </a:cubicBezTo>
                <a:lnTo>
                  <a:pt x="49304" y="117531"/>
                </a:lnTo>
                <a:lnTo>
                  <a:pt x="49304" y="120671"/>
                </a:lnTo>
                <a:lnTo>
                  <a:pt x="0" y="120671"/>
                </a:lnTo>
                <a:lnTo>
                  <a:pt x="0" y="117531"/>
                </a:lnTo>
                <a:lnTo>
                  <a:pt x="4073" y="117531"/>
                </a:lnTo>
                <a:cubicBezTo>
                  <a:pt x="8825" y="117531"/>
                  <a:pt x="12276" y="116145"/>
                  <a:pt x="14426" y="113373"/>
                </a:cubicBezTo>
                <a:cubicBezTo>
                  <a:pt x="15784" y="111562"/>
                  <a:pt x="16463" y="107206"/>
                  <a:pt x="16463" y="100304"/>
                </a:cubicBezTo>
                <a:lnTo>
                  <a:pt x="16463" y="26052"/>
                </a:lnTo>
                <a:cubicBezTo>
                  <a:pt x="16463" y="20168"/>
                  <a:pt x="16095" y="16293"/>
                  <a:pt x="15360" y="14426"/>
                </a:cubicBezTo>
                <a:cubicBezTo>
                  <a:pt x="14794" y="13012"/>
                  <a:pt x="13634" y="11796"/>
                  <a:pt x="11880" y="10777"/>
                </a:cubicBezTo>
                <a:cubicBezTo>
                  <a:pt x="9391" y="9419"/>
                  <a:pt x="6789" y="8741"/>
                  <a:pt x="4073" y="8741"/>
                </a:cubicBezTo>
                <a:lnTo>
                  <a:pt x="0" y="8741"/>
                </a:lnTo>
                <a:lnTo>
                  <a:pt x="0" y="5601"/>
                </a:lnTo>
                <a:lnTo>
                  <a:pt x="49304" y="5601"/>
                </a:lnTo>
                <a:lnTo>
                  <a:pt x="49304" y="8741"/>
                </a:lnTo>
                <a:lnTo>
                  <a:pt x="45145" y="8741"/>
                </a:lnTo>
                <a:cubicBezTo>
                  <a:pt x="42430" y="8741"/>
                  <a:pt x="39856" y="9390"/>
                  <a:pt x="37423" y="10690"/>
                </a:cubicBezTo>
                <a:cubicBezTo>
                  <a:pt x="35669" y="11593"/>
                  <a:pt x="34453" y="12962"/>
                  <a:pt x="33774" y="14797"/>
                </a:cubicBezTo>
                <a:cubicBezTo>
                  <a:pt x="33095" y="16633"/>
                  <a:pt x="32756" y="20374"/>
                  <a:pt x="32756" y="26023"/>
                </a:cubicBezTo>
                <a:lnTo>
                  <a:pt x="32756" y="58893"/>
                </a:lnTo>
                <a:close/>
                <a:moveTo>
                  <a:pt x="165956" y="40733"/>
                </a:moveTo>
                <a:cubicBezTo>
                  <a:pt x="177724" y="40733"/>
                  <a:pt x="187171" y="45198"/>
                  <a:pt x="194300" y="54127"/>
                </a:cubicBezTo>
                <a:cubicBezTo>
                  <a:pt x="200353" y="61756"/>
                  <a:pt x="203380" y="70516"/>
                  <a:pt x="203380" y="80407"/>
                </a:cubicBezTo>
                <a:cubicBezTo>
                  <a:pt x="203380" y="87359"/>
                  <a:pt x="201711" y="94395"/>
                  <a:pt x="198373" y="101516"/>
                </a:cubicBezTo>
                <a:cubicBezTo>
                  <a:pt x="195035" y="108636"/>
                  <a:pt x="190438" y="114004"/>
                  <a:pt x="184583" y="117621"/>
                </a:cubicBezTo>
                <a:cubicBezTo>
                  <a:pt x="178728" y="121238"/>
                  <a:pt x="172208" y="123047"/>
                  <a:pt x="165023" y="123047"/>
                </a:cubicBezTo>
                <a:cubicBezTo>
                  <a:pt x="153312" y="123047"/>
                  <a:pt x="144006" y="118384"/>
                  <a:pt x="137104" y="109058"/>
                </a:cubicBezTo>
                <a:cubicBezTo>
                  <a:pt x="131277" y="101203"/>
                  <a:pt x="128363" y="92388"/>
                  <a:pt x="128363" y="82611"/>
                </a:cubicBezTo>
                <a:cubicBezTo>
                  <a:pt x="128363" y="75490"/>
                  <a:pt x="130131" y="68411"/>
                  <a:pt x="133667" y="61375"/>
                </a:cubicBezTo>
                <a:cubicBezTo>
                  <a:pt x="137203" y="54339"/>
                  <a:pt x="141856" y="49139"/>
                  <a:pt x="147627" y="45777"/>
                </a:cubicBezTo>
                <a:cubicBezTo>
                  <a:pt x="153397" y="42414"/>
                  <a:pt x="159507" y="40733"/>
                  <a:pt x="165956" y="40733"/>
                </a:cubicBezTo>
                <a:moveTo>
                  <a:pt x="163326" y="46333"/>
                </a:moveTo>
                <a:cubicBezTo>
                  <a:pt x="160327" y="46333"/>
                  <a:pt x="157315" y="47224"/>
                  <a:pt x="154288" y="49004"/>
                </a:cubicBezTo>
                <a:cubicBezTo>
                  <a:pt x="151261" y="50784"/>
                  <a:pt x="148815" y="53906"/>
                  <a:pt x="146948" y="58370"/>
                </a:cubicBezTo>
                <a:cubicBezTo>
                  <a:pt x="145081" y="62834"/>
                  <a:pt x="144147" y="68569"/>
                  <a:pt x="144147" y="75576"/>
                </a:cubicBezTo>
                <a:cubicBezTo>
                  <a:pt x="144147" y="86876"/>
                  <a:pt x="146396" y="96624"/>
                  <a:pt x="150894" y="104818"/>
                </a:cubicBezTo>
                <a:cubicBezTo>
                  <a:pt x="155391" y="113010"/>
                  <a:pt x="161317" y="117107"/>
                  <a:pt x="168672" y="117107"/>
                </a:cubicBezTo>
                <a:cubicBezTo>
                  <a:pt x="174160" y="117107"/>
                  <a:pt x="178685" y="114846"/>
                  <a:pt x="182249" y="110326"/>
                </a:cubicBezTo>
                <a:cubicBezTo>
                  <a:pt x="185814" y="105805"/>
                  <a:pt x="187596" y="98036"/>
                  <a:pt x="187596" y="87018"/>
                </a:cubicBezTo>
                <a:cubicBezTo>
                  <a:pt x="187596" y="73230"/>
                  <a:pt x="184626" y="62381"/>
                  <a:pt x="178685" y="54469"/>
                </a:cubicBezTo>
                <a:cubicBezTo>
                  <a:pt x="174669" y="49045"/>
                  <a:pt x="169549" y="46333"/>
                  <a:pt x="163326" y="46333"/>
                </a:cubicBezTo>
                <a:close/>
                <a:moveTo>
                  <a:pt x="210507" y="42939"/>
                </a:moveTo>
                <a:lnTo>
                  <a:pt x="243094" y="42939"/>
                </a:lnTo>
                <a:lnTo>
                  <a:pt x="243094" y="46079"/>
                </a:lnTo>
                <a:cubicBezTo>
                  <a:pt x="240095" y="46305"/>
                  <a:pt x="238129" y="46843"/>
                  <a:pt x="237196" y="47691"/>
                </a:cubicBezTo>
                <a:cubicBezTo>
                  <a:pt x="236262" y="48540"/>
                  <a:pt x="235796" y="49756"/>
                  <a:pt x="235796" y="51340"/>
                </a:cubicBezTo>
                <a:cubicBezTo>
                  <a:pt x="235796" y="53094"/>
                  <a:pt x="236276" y="55215"/>
                  <a:pt x="237238" y="57705"/>
                </a:cubicBezTo>
                <a:lnTo>
                  <a:pt x="253871" y="102426"/>
                </a:lnTo>
                <a:lnTo>
                  <a:pt x="270588" y="66021"/>
                </a:lnTo>
                <a:lnTo>
                  <a:pt x="266175" y="54565"/>
                </a:lnTo>
                <a:cubicBezTo>
                  <a:pt x="264818" y="51170"/>
                  <a:pt x="263036" y="48823"/>
                  <a:pt x="260829" y="47521"/>
                </a:cubicBezTo>
                <a:cubicBezTo>
                  <a:pt x="259585" y="46729"/>
                  <a:pt x="257265" y="46249"/>
                  <a:pt x="253871" y="46079"/>
                </a:cubicBezTo>
                <a:lnTo>
                  <a:pt x="253871" y="42939"/>
                </a:lnTo>
                <a:lnTo>
                  <a:pt x="290870" y="42939"/>
                </a:lnTo>
                <a:lnTo>
                  <a:pt x="290870" y="46079"/>
                </a:lnTo>
                <a:cubicBezTo>
                  <a:pt x="286796" y="46249"/>
                  <a:pt x="283911" y="46984"/>
                  <a:pt x="282214" y="48285"/>
                </a:cubicBezTo>
                <a:cubicBezTo>
                  <a:pt x="281082" y="49190"/>
                  <a:pt x="280517" y="50633"/>
                  <a:pt x="280517" y="52613"/>
                </a:cubicBezTo>
                <a:cubicBezTo>
                  <a:pt x="280517" y="53745"/>
                  <a:pt x="280743" y="54904"/>
                  <a:pt x="281196" y="56092"/>
                </a:cubicBezTo>
                <a:lnTo>
                  <a:pt x="298846" y="100729"/>
                </a:lnTo>
                <a:lnTo>
                  <a:pt x="315224" y="57705"/>
                </a:lnTo>
                <a:cubicBezTo>
                  <a:pt x="316356" y="54650"/>
                  <a:pt x="316922" y="52217"/>
                  <a:pt x="316922" y="50407"/>
                </a:cubicBezTo>
                <a:cubicBezTo>
                  <a:pt x="316922" y="49332"/>
                  <a:pt x="316370" y="48370"/>
                  <a:pt x="315267" y="47521"/>
                </a:cubicBezTo>
                <a:cubicBezTo>
                  <a:pt x="314164" y="46673"/>
                  <a:pt x="312000" y="46192"/>
                  <a:pt x="308775" y="46079"/>
                </a:cubicBezTo>
                <a:lnTo>
                  <a:pt x="308775" y="42939"/>
                </a:lnTo>
                <a:lnTo>
                  <a:pt x="333299" y="42939"/>
                </a:lnTo>
                <a:lnTo>
                  <a:pt x="333299" y="46079"/>
                </a:lnTo>
                <a:cubicBezTo>
                  <a:pt x="328378" y="46814"/>
                  <a:pt x="324757" y="50152"/>
                  <a:pt x="322437" y="56092"/>
                </a:cubicBezTo>
                <a:lnTo>
                  <a:pt x="296470" y="123047"/>
                </a:lnTo>
                <a:lnTo>
                  <a:pt x="292991" y="123047"/>
                </a:lnTo>
                <a:lnTo>
                  <a:pt x="273558" y="73404"/>
                </a:lnTo>
                <a:lnTo>
                  <a:pt x="250901" y="123047"/>
                </a:lnTo>
                <a:lnTo>
                  <a:pt x="247761" y="123047"/>
                </a:lnTo>
                <a:lnTo>
                  <a:pt x="222812" y="57705"/>
                </a:lnTo>
                <a:cubicBezTo>
                  <a:pt x="221171" y="53575"/>
                  <a:pt x="219559" y="50789"/>
                  <a:pt x="217975" y="49346"/>
                </a:cubicBezTo>
                <a:cubicBezTo>
                  <a:pt x="216391" y="47903"/>
                  <a:pt x="213902" y="46814"/>
                  <a:pt x="210507" y="46079"/>
                </a:cubicBezTo>
                <a:lnTo>
                  <a:pt x="210507" y="42939"/>
                </a:lnTo>
                <a:close/>
                <a:moveTo>
                  <a:pt x="449783" y="91139"/>
                </a:moveTo>
                <a:cubicBezTo>
                  <a:pt x="447690" y="101379"/>
                  <a:pt x="443588" y="109257"/>
                  <a:pt x="437478" y="114773"/>
                </a:cubicBezTo>
                <a:cubicBezTo>
                  <a:pt x="431368" y="120289"/>
                  <a:pt x="424608" y="123047"/>
                  <a:pt x="417197" y="123047"/>
                </a:cubicBezTo>
                <a:cubicBezTo>
                  <a:pt x="408371" y="123047"/>
                  <a:pt x="400677" y="119346"/>
                  <a:pt x="394115" y="111943"/>
                </a:cubicBezTo>
                <a:cubicBezTo>
                  <a:pt x="387552" y="104539"/>
                  <a:pt x="384271" y="94536"/>
                  <a:pt x="384271" y="81932"/>
                </a:cubicBezTo>
                <a:cubicBezTo>
                  <a:pt x="384271" y="69725"/>
                  <a:pt x="387906" y="59807"/>
                  <a:pt x="395176" y="52178"/>
                </a:cubicBezTo>
                <a:cubicBezTo>
                  <a:pt x="402445" y="44548"/>
                  <a:pt x="411172" y="40733"/>
                  <a:pt x="421355" y="40733"/>
                </a:cubicBezTo>
                <a:cubicBezTo>
                  <a:pt x="428992" y="40733"/>
                  <a:pt x="435272" y="42749"/>
                  <a:pt x="440194" y="46782"/>
                </a:cubicBezTo>
                <a:cubicBezTo>
                  <a:pt x="445116" y="50812"/>
                  <a:pt x="447577" y="54999"/>
                  <a:pt x="447577" y="59341"/>
                </a:cubicBezTo>
                <a:cubicBezTo>
                  <a:pt x="447577" y="61484"/>
                  <a:pt x="446884" y="63218"/>
                  <a:pt x="445498" y="64544"/>
                </a:cubicBezTo>
                <a:cubicBezTo>
                  <a:pt x="444111" y="65868"/>
                  <a:pt x="442174" y="66530"/>
                  <a:pt x="439685" y="66530"/>
                </a:cubicBezTo>
                <a:cubicBezTo>
                  <a:pt x="436347" y="66530"/>
                  <a:pt x="433829" y="65455"/>
                  <a:pt x="432132" y="63305"/>
                </a:cubicBezTo>
                <a:cubicBezTo>
                  <a:pt x="431170" y="62117"/>
                  <a:pt x="430534" y="59854"/>
                  <a:pt x="430223" y="56517"/>
                </a:cubicBezTo>
                <a:cubicBezTo>
                  <a:pt x="429912" y="53179"/>
                  <a:pt x="428766" y="50633"/>
                  <a:pt x="426786" y="48879"/>
                </a:cubicBezTo>
                <a:cubicBezTo>
                  <a:pt x="424806" y="47182"/>
                  <a:pt x="422062" y="46333"/>
                  <a:pt x="418555" y="46333"/>
                </a:cubicBezTo>
                <a:cubicBezTo>
                  <a:pt x="412897" y="46333"/>
                  <a:pt x="408343" y="48427"/>
                  <a:pt x="404892" y="52613"/>
                </a:cubicBezTo>
                <a:cubicBezTo>
                  <a:pt x="400310" y="58157"/>
                  <a:pt x="398018" y="65483"/>
                  <a:pt x="398018" y="74592"/>
                </a:cubicBezTo>
                <a:cubicBezTo>
                  <a:pt x="398018" y="83870"/>
                  <a:pt x="400296" y="92059"/>
                  <a:pt x="404850" y="99159"/>
                </a:cubicBezTo>
                <a:cubicBezTo>
                  <a:pt x="409404" y="106259"/>
                  <a:pt x="415556" y="109809"/>
                  <a:pt x="423307" y="109809"/>
                </a:cubicBezTo>
                <a:cubicBezTo>
                  <a:pt x="428851" y="109809"/>
                  <a:pt x="433829" y="107913"/>
                  <a:pt x="438242" y="104123"/>
                </a:cubicBezTo>
                <a:cubicBezTo>
                  <a:pt x="441354" y="101521"/>
                  <a:pt x="444380" y="96797"/>
                  <a:pt x="447322" y="89951"/>
                </a:cubicBezTo>
                <a:lnTo>
                  <a:pt x="449783" y="91139"/>
                </a:lnTo>
                <a:close/>
                <a:moveTo>
                  <a:pt x="504968" y="109469"/>
                </a:moveTo>
                <a:cubicBezTo>
                  <a:pt x="496992" y="115636"/>
                  <a:pt x="491985" y="119200"/>
                  <a:pt x="489948" y="120161"/>
                </a:cubicBezTo>
                <a:cubicBezTo>
                  <a:pt x="486893" y="121632"/>
                  <a:pt x="483640" y="122368"/>
                  <a:pt x="480189" y="122368"/>
                </a:cubicBezTo>
                <a:cubicBezTo>
                  <a:pt x="474815" y="122368"/>
                  <a:pt x="470388" y="120529"/>
                  <a:pt x="466909" y="116852"/>
                </a:cubicBezTo>
                <a:cubicBezTo>
                  <a:pt x="463430" y="113175"/>
                  <a:pt x="461690" y="108338"/>
                  <a:pt x="461690" y="102341"/>
                </a:cubicBezTo>
                <a:cubicBezTo>
                  <a:pt x="461690" y="98551"/>
                  <a:pt x="462539" y="95269"/>
                  <a:pt x="464236" y="92497"/>
                </a:cubicBezTo>
                <a:cubicBezTo>
                  <a:pt x="466555" y="88650"/>
                  <a:pt x="470586" y="85030"/>
                  <a:pt x="476328" y="81635"/>
                </a:cubicBezTo>
                <a:cubicBezTo>
                  <a:pt x="482070" y="78241"/>
                  <a:pt x="491617" y="74111"/>
                  <a:pt x="504968" y="69246"/>
                </a:cubicBezTo>
                <a:lnTo>
                  <a:pt x="504968" y="66191"/>
                </a:lnTo>
                <a:cubicBezTo>
                  <a:pt x="504968" y="58440"/>
                  <a:pt x="503738" y="53122"/>
                  <a:pt x="501277" y="50237"/>
                </a:cubicBezTo>
                <a:cubicBezTo>
                  <a:pt x="498816" y="47352"/>
                  <a:pt x="495238" y="45909"/>
                  <a:pt x="490542" y="45909"/>
                </a:cubicBezTo>
                <a:cubicBezTo>
                  <a:pt x="486978" y="45909"/>
                  <a:pt x="484150" y="46867"/>
                  <a:pt x="482056" y="48784"/>
                </a:cubicBezTo>
                <a:cubicBezTo>
                  <a:pt x="479907" y="50700"/>
                  <a:pt x="478832" y="52899"/>
                  <a:pt x="478832" y="55379"/>
                </a:cubicBezTo>
                <a:lnTo>
                  <a:pt x="479001" y="60282"/>
                </a:lnTo>
                <a:cubicBezTo>
                  <a:pt x="479001" y="62874"/>
                  <a:pt x="478337" y="64874"/>
                  <a:pt x="477007" y="66283"/>
                </a:cubicBezTo>
                <a:cubicBezTo>
                  <a:pt x="475678" y="67692"/>
                  <a:pt x="473938" y="68397"/>
                  <a:pt x="471788" y="68397"/>
                </a:cubicBezTo>
                <a:cubicBezTo>
                  <a:pt x="469695" y="68397"/>
                  <a:pt x="467984" y="67664"/>
                  <a:pt x="466654" y="66199"/>
                </a:cubicBezTo>
                <a:cubicBezTo>
                  <a:pt x="465325" y="64731"/>
                  <a:pt x="464660" y="62728"/>
                  <a:pt x="464660" y="60189"/>
                </a:cubicBezTo>
                <a:cubicBezTo>
                  <a:pt x="464660" y="55340"/>
                  <a:pt x="467149" y="50885"/>
                  <a:pt x="472128" y="46824"/>
                </a:cubicBezTo>
                <a:cubicBezTo>
                  <a:pt x="477106" y="42763"/>
                  <a:pt x="484093" y="40733"/>
                  <a:pt x="493088" y="40733"/>
                </a:cubicBezTo>
                <a:cubicBezTo>
                  <a:pt x="499990" y="40733"/>
                  <a:pt x="505647" y="41891"/>
                  <a:pt x="510060" y="44207"/>
                </a:cubicBezTo>
                <a:cubicBezTo>
                  <a:pt x="513398" y="45959"/>
                  <a:pt x="515859" y="48700"/>
                  <a:pt x="517443" y="52430"/>
                </a:cubicBezTo>
                <a:cubicBezTo>
                  <a:pt x="518461" y="54859"/>
                  <a:pt x="518970" y="59831"/>
                  <a:pt x="518970" y="67347"/>
                </a:cubicBezTo>
                <a:lnTo>
                  <a:pt x="518970" y="93706"/>
                </a:lnTo>
                <a:cubicBezTo>
                  <a:pt x="518970" y="101109"/>
                  <a:pt x="519112" y="105643"/>
                  <a:pt x="519395" y="107311"/>
                </a:cubicBezTo>
                <a:cubicBezTo>
                  <a:pt x="519678" y="108978"/>
                  <a:pt x="520144" y="110094"/>
                  <a:pt x="520795" y="110660"/>
                </a:cubicBezTo>
                <a:cubicBezTo>
                  <a:pt x="521445" y="111224"/>
                  <a:pt x="522195" y="111506"/>
                  <a:pt x="523044" y="111506"/>
                </a:cubicBezTo>
                <a:cubicBezTo>
                  <a:pt x="523949" y="111506"/>
                  <a:pt x="524741" y="111308"/>
                  <a:pt x="525420" y="110912"/>
                </a:cubicBezTo>
                <a:cubicBezTo>
                  <a:pt x="526608" y="110176"/>
                  <a:pt x="528899" y="108111"/>
                  <a:pt x="532293" y="104717"/>
                </a:cubicBezTo>
                <a:lnTo>
                  <a:pt x="532293" y="109469"/>
                </a:lnTo>
                <a:cubicBezTo>
                  <a:pt x="525957" y="117955"/>
                  <a:pt x="519904" y="122198"/>
                  <a:pt x="514133" y="122198"/>
                </a:cubicBezTo>
                <a:cubicBezTo>
                  <a:pt x="511361" y="122198"/>
                  <a:pt x="509155" y="121236"/>
                  <a:pt x="507514" y="119313"/>
                </a:cubicBezTo>
                <a:cubicBezTo>
                  <a:pt x="505874" y="117389"/>
                  <a:pt x="505025" y="114108"/>
                  <a:pt x="504968" y="109469"/>
                </a:cubicBezTo>
                <a:moveTo>
                  <a:pt x="504968" y="103906"/>
                </a:moveTo>
                <a:lnTo>
                  <a:pt x="504968" y="74422"/>
                </a:lnTo>
                <a:cubicBezTo>
                  <a:pt x="496426" y="77801"/>
                  <a:pt x="490910" y="80194"/>
                  <a:pt x="488421" y="81603"/>
                </a:cubicBezTo>
                <a:cubicBezTo>
                  <a:pt x="483952" y="84082"/>
                  <a:pt x="480755" y="86673"/>
                  <a:pt x="478832" y="89376"/>
                </a:cubicBezTo>
                <a:cubicBezTo>
                  <a:pt x="476908" y="92079"/>
                  <a:pt x="475946" y="95036"/>
                  <a:pt x="475946" y="98246"/>
                </a:cubicBezTo>
                <a:cubicBezTo>
                  <a:pt x="475946" y="102302"/>
                  <a:pt x="477163" y="105667"/>
                  <a:pt x="479595" y="108342"/>
                </a:cubicBezTo>
                <a:cubicBezTo>
                  <a:pt x="482028" y="111017"/>
                  <a:pt x="484828" y="112354"/>
                  <a:pt x="487997" y="112354"/>
                </a:cubicBezTo>
                <a:cubicBezTo>
                  <a:pt x="492296" y="112354"/>
                  <a:pt x="497953" y="109538"/>
                  <a:pt x="504968" y="103906"/>
                </a:cubicBezTo>
                <a:close/>
                <a:moveTo>
                  <a:pt x="560747" y="57196"/>
                </a:moveTo>
                <a:cubicBezTo>
                  <a:pt x="569856" y="46220"/>
                  <a:pt x="578540" y="40733"/>
                  <a:pt x="586799" y="40733"/>
                </a:cubicBezTo>
                <a:cubicBezTo>
                  <a:pt x="591042" y="40733"/>
                  <a:pt x="594691" y="41792"/>
                  <a:pt x="597746" y="43910"/>
                </a:cubicBezTo>
                <a:cubicBezTo>
                  <a:pt x="600801" y="46026"/>
                  <a:pt x="603234" y="49511"/>
                  <a:pt x="605044" y="54366"/>
                </a:cubicBezTo>
                <a:cubicBezTo>
                  <a:pt x="606289" y="57752"/>
                  <a:pt x="606911" y="62945"/>
                  <a:pt x="606911" y="69946"/>
                </a:cubicBezTo>
                <a:lnTo>
                  <a:pt x="606911" y="103052"/>
                </a:lnTo>
                <a:cubicBezTo>
                  <a:pt x="606911" y="107963"/>
                  <a:pt x="607307" y="111294"/>
                  <a:pt x="608099" y="113044"/>
                </a:cubicBezTo>
                <a:cubicBezTo>
                  <a:pt x="608722" y="114455"/>
                  <a:pt x="609726" y="115555"/>
                  <a:pt x="611112" y="116345"/>
                </a:cubicBezTo>
                <a:cubicBezTo>
                  <a:pt x="612498" y="117136"/>
                  <a:pt x="615058" y="117531"/>
                  <a:pt x="618792" y="117531"/>
                </a:cubicBezTo>
                <a:lnTo>
                  <a:pt x="618792" y="120671"/>
                </a:lnTo>
                <a:lnTo>
                  <a:pt x="580350" y="120671"/>
                </a:lnTo>
                <a:lnTo>
                  <a:pt x="580350" y="117531"/>
                </a:lnTo>
                <a:lnTo>
                  <a:pt x="581962" y="117531"/>
                </a:lnTo>
                <a:cubicBezTo>
                  <a:pt x="585583" y="117531"/>
                  <a:pt x="588115" y="116982"/>
                  <a:pt x="589557" y="115884"/>
                </a:cubicBezTo>
                <a:cubicBezTo>
                  <a:pt x="591000" y="114786"/>
                  <a:pt x="592004" y="113169"/>
                  <a:pt x="592570" y="111031"/>
                </a:cubicBezTo>
                <a:cubicBezTo>
                  <a:pt x="592796" y="110186"/>
                  <a:pt x="592909" y="107540"/>
                  <a:pt x="592909" y="103094"/>
                </a:cubicBezTo>
                <a:lnTo>
                  <a:pt x="592909" y="71433"/>
                </a:lnTo>
                <a:cubicBezTo>
                  <a:pt x="592909" y="64399"/>
                  <a:pt x="591990" y="59291"/>
                  <a:pt x="590151" y="56111"/>
                </a:cubicBezTo>
                <a:cubicBezTo>
                  <a:pt x="588313" y="52930"/>
                  <a:pt x="585215" y="51340"/>
                  <a:pt x="580859" y="51340"/>
                </a:cubicBezTo>
                <a:cubicBezTo>
                  <a:pt x="574127" y="51340"/>
                  <a:pt x="567423" y="54999"/>
                  <a:pt x="560747" y="62316"/>
                </a:cubicBezTo>
                <a:lnTo>
                  <a:pt x="560747" y="103094"/>
                </a:lnTo>
                <a:cubicBezTo>
                  <a:pt x="560747" y="108329"/>
                  <a:pt x="561059" y="111565"/>
                  <a:pt x="561681" y="112803"/>
                </a:cubicBezTo>
                <a:cubicBezTo>
                  <a:pt x="562473" y="114434"/>
                  <a:pt x="563562" y="115630"/>
                  <a:pt x="564948" y="116391"/>
                </a:cubicBezTo>
                <a:cubicBezTo>
                  <a:pt x="566334" y="117151"/>
                  <a:pt x="569149" y="117531"/>
                  <a:pt x="573392" y="117531"/>
                </a:cubicBezTo>
                <a:lnTo>
                  <a:pt x="573392" y="120671"/>
                </a:lnTo>
                <a:lnTo>
                  <a:pt x="534950" y="120671"/>
                </a:lnTo>
                <a:lnTo>
                  <a:pt x="534950" y="117531"/>
                </a:lnTo>
                <a:lnTo>
                  <a:pt x="536647" y="117531"/>
                </a:lnTo>
                <a:cubicBezTo>
                  <a:pt x="540607" y="117531"/>
                  <a:pt x="543280" y="116529"/>
                  <a:pt x="544667" y="114526"/>
                </a:cubicBezTo>
                <a:cubicBezTo>
                  <a:pt x="546053" y="112521"/>
                  <a:pt x="546746" y="108697"/>
                  <a:pt x="546746" y="103052"/>
                </a:cubicBezTo>
                <a:lnTo>
                  <a:pt x="546746" y="74263"/>
                </a:lnTo>
                <a:cubicBezTo>
                  <a:pt x="546746" y="64950"/>
                  <a:pt x="546533" y="59277"/>
                  <a:pt x="546109" y="57246"/>
                </a:cubicBezTo>
                <a:cubicBezTo>
                  <a:pt x="545685" y="55213"/>
                  <a:pt x="545034" y="53829"/>
                  <a:pt x="544157" y="53096"/>
                </a:cubicBezTo>
                <a:cubicBezTo>
                  <a:pt x="543280" y="52362"/>
                  <a:pt x="542107" y="51995"/>
                  <a:pt x="540636" y="51995"/>
                </a:cubicBezTo>
                <a:cubicBezTo>
                  <a:pt x="539052" y="51995"/>
                  <a:pt x="537156" y="52419"/>
                  <a:pt x="534950" y="53265"/>
                </a:cubicBezTo>
                <a:lnTo>
                  <a:pt x="533677" y="50216"/>
                </a:lnTo>
                <a:lnTo>
                  <a:pt x="557098" y="40733"/>
                </a:lnTo>
                <a:lnTo>
                  <a:pt x="560747" y="40733"/>
                </a:lnTo>
                <a:lnTo>
                  <a:pt x="560747" y="57196"/>
                </a:lnTo>
                <a:close/>
                <a:moveTo>
                  <a:pt x="688207" y="0"/>
                </a:moveTo>
                <a:cubicBezTo>
                  <a:pt x="690583" y="0"/>
                  <a:pt x="692606" y="839"/>
                  <a:pt x="694275" y="2517"/>
                </a:cubicBezTo>
                <a:cubicBezTo>
                  <a:pt x="695943" y="4193"/>
                  <a:pt x="696778" y="6225"/>
                  <a:pt x="696778" y="8613"/>
                </a:cubicBezTo>
                <a:cubicBezTo>
                  <a:pt x="696778" y="11002"/>
                  <a:pt x="695943" y="13049"/>
                  <a:pt x="694275" y="14755"/>
                </a:cubicBezTo>
                <a:cubicBezTo>
                  <a:pt x="692606" y="16459"/>
                  <a:pt x="690583" y="17311"/>
                  <a:pt x="688207" y="17311"/>
                </a:cubicBezTo>
                <a:cubicBezTo>
                  <a:pt x="685831" y="17311"/>
                  <a:pt x="683794" y="16459"/>
                  <a:pt x="682097" y="14755"/>
                </a:cubicBezTo>
                <a:cubicBezTo>
                  <a:pt x="680400" y="13049"/>
                  <a:pt x="679551" y="11002"/>
                  <a:pt x="679551" y="8613"/>
                </a:cubicBezTo>
                <a:cubicBezTo>
                  <a:pt x="679551" y="6225"/>
                  <a:pt x="680386" y="4193"/>
                  <a:pt x="682055" y="2517"/>
                </a:cubicBezTo>
                <a:cubicBezTo>
                  <a:pt x="683724" y="839"/>
                  <a:pt x="685774" y="0"/>
                  <a:pt x="688207" y="0"/>
                </a:cubicBezTo>
                <a:moveTo>
                  <a:pt x="695250" y="40733"/>
                </a:moveTo>
                <a:lnTo>
                  <a:pt x="695250" y="103052"/>
                </a:lnTo>
                <a:cubicBezTo>
                  <a:pt x="695250" y="107906"/>
                  <a:pt x="695604" y="111138"/>
                  <a:pt x="696311" y="112747"/>
                </a:cubicBezTo>
                <a:cubicBezTo>
                  <a:pt x="697018" y="114356"/>
                  <a:pt x="698065" y="115555"/>
                  <a:pt x="699451" y="116345"/>
                </a:cubicBezTo>
                <a:cubicBezTo>
                  <a:pt x="700837" y="117136"/>
                  <a:pt x="703369" y="117531"/>
                  <a:pt x="707046" y="117531"/>
                </a:cubicBezTo>
                <a:lnTo>
                  <a:pt x="707046" y="120671"/>
                </a:lnTo>
                <a:lnTo>
                  <a:pt x="669283" y="120671"/>
                </a:lnTo>
                <a:lnTo>
                  <a:pt x="669283" y="117531"/>
                </a:lnTo>
                <a:cubicBezTo>
                  <a:pt x="673074" y="117531"/>
                  <a:pt x="675620" y="117164"/>
                  <a:pt x="676921" y="116430"/>
                </a:cubicBezTo>
                <a:cubicBezTo>
                  <a:pt x="678222" y="115697"/>
                  <a:pt x="679254" y="114483"/>
                  <a:pt x="680018" y="112789"/>
                </a:cubicBezTo>
                <a:cubicBezTo>
                  <a:pt x="680782" y="111096"/>
                  <a:pt x="681164" y="107850"/>
                  <a:pt x="681164" y="103052"/>
                </a:cubicBezTo>
                <a:lnTo>
                  <a:pt x="681164" y="73162"/>
                </a:lnTo>
                <a:cubicBezTo>
                  <a:pt x="681164" y="64751"/>
                  <a:pt x="680909" y="59304"/>
                  <a:pt x="680400" y="56822"/>
                </a:cubicBezTo>
                <a:cubicBezTo>
                  <a:pt x="680004" y="55015"/>
                  <a:pt x="679382" y="53759"/>
                  <a:pt x="678533" y="53053"/>
                </a:cubicBezTo>
                <a:cubicBezTo>
                  <a:pt x="677684" y="52348"/>
                  <a:pt x="676525" y="51995"/>
                  <a:pt x="675054" y="51995"/>
                </a:cubicBezTo>
                <a:cubicBezTo>
                  <a:pt x="673470" y="51995"/>
                  <a:pt x="671546" y="52419"/>
                  <a:pt x="669283" y="53265"/>
                </a:cubicBezTo>
                <a:lnTo>
                  <a:pt x="668095" y="50216"/>
                </a:lnTo>
                <a:lnTo>
                  <a:pt x="691517" y="40733"/>
                </a:lnTo>
                <a:lnTo>
                  <a:pt x="695250" y="40733"/>
                </a:lnTo>
                <a:close/>
                <a:moveTo>
                  <a:pt x="806361" y="155124"/>
                </a:moveTo>
                <a:lnTo>
                  <a:pt x="769023" y="155124"/>
                </a:lnTo>
                <a:lnTo>
                  <a:pt x="769023" y="2885"/>
                </a:lnTo>
                <a:lnTo>
                  <a:pt x="806361" y="2885"/>
                </a:lnTo>
                <a:lnTo>
                  <a:pt x="806361" y="9589"/>
                </a:lnTo>
                <a:lnTo>
                  <a:pt x="781752" y="9589"/>
                </a:lnTo>
                <a:lnTo>
                  <a:pt x="781752" y="148590"/>
                </a:lnTo>
                <a:lnTo>
                  <a:pt x="806361" y="148590"/>
                </a:lnTo>
                <a:lnTo>
                  <a:pt x="806361" y="155124"/>
                </a:lnTo>
                <a:close/>
                <a:moveTo>
                  <a:pt x="814931" y="42939"/>
                </a:moveTo>
                <a:lnTo>
                  <a:pt x="851506" y="42939"/>
                </a:lnTo>
                <a:lnTo>
                  <a:pt x="851506" y="46079"/>
                </a:lnTo>
                <a:cubicBezTo>
                  <a:pt x="849186" y="46079"/>
                  <a:pt x="847560" y="46475"/>
                  <a:pt x="846626" y="47267"/>
                </a:cubicBezTo>
                <a:cubicBezTo>
                  <a:pt x="845693" y="48059"/>
                  <a:pt x="845226" y="49106"/>
                  <a:pt x="845226" y="50407"/>
                </a:cubicBezTo>
                <a:cubicBezTo>
                  <a:pt x="845226" y="51764"/>
                  <a:pt x="846216" y="53858"/>
                  <a:pt x="848196" y="56686"/>
                </a:cubicBezTo>
                <a:cubicBezTo>
                  <a:pt x="848819" y="57592"/>
                  <a:pt x="849752" y="59006"/>
                  <a:pt x="850997" y="60929"/>
                </a:cubicBezTo>
                <a:lnTo>
                  <a:pt x="856513" y="69755"/>
                </a:lnTo>
                <a:lnTo>
                  <a:pt x="862877" y="60929"/>
                </a:lnTo>
                <a:cubicBezTo>
                  <a:pt x="866950" y="55329"/>
                  <a:pt x="868987" y="51793"/>
                  <a:pt x="868987" y="50322"/>
                </a:cubicBezTo>
                <a:cubicBezTo>
                  <a:pt x="868987" y="49134"/>
                  <a:pt x="868506" y="48130"/>
                  <a:pt x="867544" y="47309"/>
                </a:cubicBezTo>
                <a:cubicBezTo>
                  <a:pt x="866583" y="46489"/>
                  <a:pt x="865027" y="46079"/>
                  <a:pt x="862877" y="46079"/>
                </a:cubicBezTo>
                <a:lnTo>
                  <a:pt x="862877" y="42939"/>
                </a:lnTo>
                <a:lnTo>
                  <a:pt x="889184" y="42939"/>
                </a:lnTo>
                <a:lnTo>
                  <a:pt x="889184" y="46079"/>
                </a:lnTo>
                <a:cubicBezTo>
                  <a:pt x="886412" y="46249"/>
                  <a:pt x="884007" y="47012"/>
                  <a:pt x="881971" y="48370"/>
                </a:cubicBezTo>
                <a:cubicBezTo>
                  <a:pt x="879199" y="50294"/>
                  <a:pt x="875408" y="54480"/>
                  <a:pt x="870599" y="60929"/>
                </a:cubicBezTo>
                <a:lnTo>
                  <a:pt x="859992" y="75101"/>
                </a:lnTo>
                <a:lnTo>
                  <a:pt x="879340" y="102879"/>
                </a:lnTo>
                <a:cubicBezTo>
                  <a:pt x="884092" y="109710"/>
                  <a:pt x="887486" y="113818"/>
                  <a:pt x="889523" y="115202"/>
                </a:cubicBezTo>
                <a:cubicBezTo>
                  <a:pt x="891560" y="116585"/>
                  <a:pt x="894190" y="117361"/>
                  <a:pt x="897415" y="117531"/>
                </a:cubicBezTo>
                <a:lnTo>
                  <a:pt x="897415" y="120671"/>
                </a:lnTo>
                <a:lnTo>
                  <a:pt x="860756" y="120671"/>
                </a:lnTo>
                <a:lnTo>
                  <a:pt x="860756" y="117531"/>
                </a:lnTo>
                <a:cubicBezTo>
                  <a:pt x="863301" y="117531"/>
                  <a:pt x="865282" y="116967"/>
                  <a:pt x="866696" y="115839"/>
                </a:cubicBezTo>
                <a:cubicBezTo>
                  <a:pt x="867771" y="115049"/>
                  <a:pt x="868308" y="114005"/>
                  <a:pt x="868308" y="112707"/>
                </a:cubicBezTo>
                <a:cubicBezTo>
                  <a:pt x="868308" y="111409"/>
                  <a:pt x="866498" y="108137"/>
                  <a:pt x="862877" y="102890"/>
                </a:cubicBezTo>
                <a:lnTo>
                  <a:pt x="851506" y="86302"/>
                </a:lnTo>
                <a:lnTo>
                  <a:pt x="839032" y="102890"/>
                </a:lnTo>
                <a:cubicBezTo>
                  <a:pt x="835185" y="108024"/>
                  <a:pt x="833261" y="111071"/>
                  <a:pt x="833261" y="112031"/>
                </a:cubicBezTo>
                <a:cubicBezTo>
                  <a:pt x="833261" y="113385"/>
                  <a:pt x="833898" y="114612"/>
                  <a:pt x="835170" y="115712"/>
                </a:cubicBezTo>
                <a:cubicBezTo>
                  <a:pt x="836443" y="116811"/>
                  <a:pt x="838353" y="117418"/>
                  <a:pt x="840898" y="117531"/>
                </a:cubicBezTo>
                <a:lnTo>
                  <a:pt x="840898" y="120671"/>
                </a:lnTo>
                <a:lnTo>
                  <a:pt x="815525" y="120671"/>
                </a:lnTo>
                <a:lnTo>
                  <a:pt x="815525" y="117531"/>
                </a:lnTo>
                <a:cubicBezTo>
                  <a:pt x="817562" y="117248"/>
                  <a:pt x="819344" y="116543"/>
                  <a:pt x="820872" y="115415"/>
                </a:cubicBezTo>
                <a:cubicBezTo>
                  <a:pt x="823021" y="113778"/>
                  <a:pt x="826642" y="109601"/>
                  <a:pt x="831734" y="102885"/>
                </a:cubicBezTo>
                <a:lnTo>
                  <a:pt x="848027" y="81296"/>
                </a:lnTo>
                <a:lnTo>
                  <a:pt x="833261" y="59911"/>
                </a:lnTo>
                <a:cubicBezTo>
                  <a:pt x="829075" y="53801"/>
                  <a:pt x="825836" y="49968"/>
                  <a:pt x="823545" y="48413"/>
                </a:cubicBezTo>
                <a:cubicBezTo>
                  <a:pt x="821253" y="46857"/>
                  <a:pt x="818382" y="46079"/>
                  <a:pt x="814931" y="46079"/>
                </a:cubicBezTo>
                <a:lnTo>
                  <a:pt x="814931" y="42939"/>
                </a:lnTo>
                <a:close/>
                <a:moveTo>
                  <a:pt x="905901" y="2885"/>
                </a:moveTo>
                <a:lnTo>
                  <a:pt x="943239" y="2885"/>
                </a:lnTo>
                <a:lnTo>
                  <a:pt x="943239" y="155124"/>
                </a:lnTo>
                <a:lnTo>
                  <a:pt x="905901" y="155124"/>
                </a:lnTo>
                <a:lnTo>
                  <a:pt x="905901" y="148420"/>
                </a:lnTo>
                <a:lnTo>
                  <a:pt x="930510" y="148420"/>
                </a:lnTo>
                <a:lnTo>
                  <a:pt x="930510" y="9589"/>
                </a:lnTo>
                <a:lnTo>
                  <a:pt x="905901" y="9589"/>
                </a:lnTo>
                <a:lnTo>
                  <a:pt x="905901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8FA63-E560-41DB-8BAB-FCF80021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7591002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3"/>
                  <a:pt x="1978565" y="16042"/>
                </a:cubicBezTo>
                <a:lnTo>
                  <a:pt x="1978565" y="251331"/>
                </a:lnTo>
                <a:cubicBezTo>
                  <a:pt x="1978565" y="255762"/>
                  <a:pt x="1976999" y="259542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4"/>
                </a:cubicBezTo>
                <a:cubicBezTo>
                  <a:pt x="1566" y="259542"/>
                  <a:pt x="0" y="255762"/>
                  <a:pt x="0" y="251331"/>
                </a:cubicBezTo>
                <a:lnTo>
                  <a:pt x="0" y="16042"/>
                </a:lnTo>
                <a:cubicBezTo>
                  <a:pt x="0" y="11613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E9709-8B54-4256-BEAD-024FF150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7591002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6"/>
                  <a:pt x="1973866" y="4699"/>
                </a:cubicBezTo>
                <a:cubicBezTo>
                  <a:pt x="1976999" y="7831"/>
                  <a:pt x="1978565" y="11613"/>
                  <a:pt x="1978565" y="16042"/>
                </a:cubicBezTo>
                <a:lnTo>
                  <a:pt x="1978565" y="251331"/>
                </a:lnTo>
                <a:cubicBezTo>
                  <a:pt x="1978565" y="255762"/>
                  <a:pt x="1976999" y="259542"/>
                  <a:pt x="1973866" y="262675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4"/>
                </a:cubicBezTo>
                <a:cubicBezTo>
                  <a:pt x="1566" y="259542"/>
                  <a:pt x="0" y="255762"/>
                  <a:pt x="0" y="251331"/>
                </a:cubicBezTo>
                <a:lnTo>
                  <a:pt x="0" y="16042"/>
                </a:lnTo>
                <a:cubicBezTo>
                  <a:pt x="0" y="11613"/>
                  <a:pt x="1566" y="7831"/>
                  <a:pt x="4699" y="4699"/>
                </a:cubicBezTo>
                <a:cubicBezTo>
                  <a:pt x="7832" y="1566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57" name="Text Howto[x]">
            <a:extLst xmlns:a="http://schemas.openxmlformats.org/drawingml/2006/main">
              <a:ext uri="{FF2B5EF4-FFF2-40B4-BE49-F238E27FC236}">
                <a16:creationId xmlns:a16="http://schemas.microsoft.com/office/drawing/2014/main" id="{5585570F-281A-403C-BCBE-C1C6FAA5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939" y="7665993"/>
            <a:ext cx="745463" cy="152239"/>
          </a:xfrm>
          <a:custGeom xmlns:a="http://schemas.openxmlformats.org/drawingml/2006/main">
            <a:pathLst>
              <a:path w="745463" h="152239">
                <a:moveTo>
                  <a:pt x="32756" y="56007"/>
                </a:moveTo>
                <a:lnTo>
                  <a:pt x="86218" y="56007"/>
                </a:lnTo>
                <a:lnTo>
                  <a:pt x="86218" y="23138"/>
                </a:lnTo>
                <a:cubicBezTo>
                  <a:pt x="86218" y="17265"/>
                  <a:pt x="85850" y="13395"/>
                  <a:pt x="85114" y="11530"/>
                </a:cubicBezTo>
                <a:cubicBezTo>
                  <a:pt x="84549" y="10120"/>
                  <a:pt x="83361" y="8906"/>
                  <a:pt x="81550" y="7889"/>
                </a:cubicBezTo>
                <a:cubicBezTo>
                  <a:pt x="79118" y="6533"/>
                  <a:pt x="76544" y="5855"/>
                  <a:pt x="73828" y="5855"/>
                </a:cubicBezTo>
                <a:lnTo>
                  <a:pt x="69755" y="5855"/>
                </a:lnTo>
                <a:lnTo>
                  <a:pt x="69755" y="2716"/>
                </a:lnTo>
                <a:lnTo>
                  <a:pt x="118973" y="2716"/>
                </a:lnTo>
                <a:lnTo>
                  <a:pt x="118973" y="5855"/>
                </a:lnTo>
                <a:lnTo>
                  <a:pt x="114900" y="5855"/>
                </a:lnTo>
                <a:cubicBezTo>
                  <a:pt x="112185" y="5855"/>
                  <a:pt x="109611" y="6506"/>
                  <a:pt x="107178" y="7807"/>
                </a:cubicBezTo>
                <a:cubicBezTo>
                  <a:pt x="105368" y="8712"/>
                  <a:pt x="104137" y="10084"/>
                  <a:pt x="103487" y="11923"/>
                </a:cubicBezTo>
                <a:cubicBezTo>
                  <a:pt x="102836" y="13761"/>
                  <a:pt x="102511" y="17509"/>
                  <a:pt x="102511" y="23167"/>
                </a:cubicBezTo>
                <a:lnTo>
                  <a:pt x="102511" y="97419"/>
                </a:lnTo>
                <a:cubicBezTo>
                  <a:pt x="102511" y="103246"/>
                  <a:pt x="102878" y="107093"/>
                  <a:pt x="103614" y="108960"/>
                </a:cubicBezTo>
                <a:cubicBezTo>
                  <a:pt x="104180" y="110374"/>
                  <a:pt x="105339" y="111591"/>
                  <a:pt x="107093" y="112609"/>
                </a:cubicBezTo>
                <a:cubicBezTo>
                  <a:pt x="109582" y="113967"/>
                  <a:pt x="112185" y="114646"/>
                  <a:pt x="114900" y="114646"/>
                </a:cubicBezTo>
                <a:lnTo>
                  <a:pt x="118973" y="114646"/>
                </a:lnTo>
                <a:lnTo>
                  <a:pt x="118973" y="117785"/>
                </a:lnTo>
                <a:lnTo>
                  <a:pt x="69755" y="117785"/>
                </a:lnTo>
                <a:lnTo>
                  <a:pt x="69755" y="114646"/>
                </a:lnTo>
                <a:lnTo>
                  <a:pt x="73828" y="114646"/>
                </a:lnTo>
                <a:cubicBezTo>
                  <a:pt x="78524" y="114646"/>
                  <a:pt x="81946" y="113257"/>
                  <a:pt x="84096" y="110480"/>
                </a:cubicBezTo>
                <a:cubicBezTo>
                  <a:pt x="85510" y="108667"/>
                  <a:pt x="86218" y="104304"/>
                  <a:pt x="86218" y="97390"/>
                </a:cubicBezTo>
                <a:lnTo>
                  <a:pt x="86218" y="62287"/>
                </a:lnTo>
                <a:lnTo>
                  <a:pt x="32756" y="62287"/>
                </a:lnTo>
                <a:lnTo>
                  <a:pt x="32756" y="97390"/>
                </a:lnTo>
                <a:cubicBezTo>
                  <a:pt x="32756" y="103228"/>
                  <a:pt x="33124" y="107082"/>
                  <a:pt x="33859" y="108952"/>
                </a:cubicBezTo>
                <a:cubicBezTo>
                  <a:pt x="34425" y="110368"/>
                  <a:pt x="35613" y="111586"/>
                  <a:pt x="37423" y="112606"/>
                </a:cubicBezTo>
                <a:cubicBezTo>
                  <a:pt x="39856" y="113966"/>
                  <a:pt x="42430" y="114646"/>
                  <a:pt x="45145" y="114646"/>
                </a:cubicBezTo>
                <a:lnTo>
                  <a:pt x="49304" y="114646"/>
                </a:lnTo>
                <a:lnTo>
                  <a:pt x="49304" y="117785"/>
                </a:lnTo>
                <a:lnTo>
                  <a:pt x="0" y="117785"/>
                </a:lnTo>
                <a:lnTo>
                  <a:pt x="0" y="114646"/>
                </a:lnTo>
                <a:lnTo>
                  <a:pt x="4073" y="114646"/>
                </a:lnTo>
                <a:cubicBezTo>
                  <a:pt x="8825" y="114646"/>
                  <a:pt x="12276" y="113260"/>
                  <a:pt x="14426" y="110487"/>
                </a:cubicBezTo>
                <a:cubicBezTo>
                  <a:pt x="15784" y="108677"/>
                  <a:pt x="16463" y="104321"/>
                  <a:pt x="16463" y="97419"/>
                </a:cubicBezTo>
                <a:lnTo>
                  <a:pt x="16463" y="23167"/>
                </a:lnTo>
                <a:cubicBezTo>
                  <a:pt x="16463" y="17283"/>
                  <a:pt x="16095" y="13408"/>
                  <a:pt x="15360" y="11541"/>
                </a:cubicBezTo>
                <a:cubicBezTo>
                  <a:pt x="14794" y="10127"/>
                  <a:pt x="13634" y="8910"/>
                  <a:pt x="11880" y="7892"/>
                </a:cubicBezTo>
                <a:cubicBezTo>
                  <a:pt x="9391" y="6534"/>
                  <a:pt x="6789" y="5855"/>
                  <a:pt x="4073" y="5855"/>
                </a:cubicBezTo>
                <a:lnTo>
                  <a:pt x="0" y="5855"/>
                </a:lnTo>
                <a:lnTo>
                  <a:pt x="0" y="2716"/>
                </a:lnTo>
                <a:lnTo>
                  <a:pt x="49304" y="2716"/>
                </a:lnTo>
                <a:lnTo>
                  <a:pt x="49304" y="5855"/>
                </a:lnTo>
                <a:lnTo>
                  <a:pt x="45145" y="5855"/>
                </a:lnTo>
                <a:cubicBezTo>
                  <a:pt x="42430" y="5855"/>
                  <a:pt x="39856" y="6505"/>
                  <a:pt x="37423" y="7804"/>
                </a:cubicBezTo>
                <a:cubicBezTo>
                  <a:pt x="35669" y="8708"/>
                  <a:pt x="34453" y="10077"/>
                  <a:pt x="33774" y="11912"/>
                </a:cubicBezTo>
                <a:cubicBezTo>
                  <a:pt x="33095" y="13747"/>
                  <a:pt x="32756" y="17489"/>
                  <a:pt x="32756" y="23138"/>
                </a:cubicBezTo>
                <a:lnTo>
                  <a:pt x="32756" y="56007"/>
                </a:lnTo>
                <a:close/>
                <a:moveTo>
                  <a:pt x="165956" y="37847"/>
                </a:moveTo>
                <a:cubicBezTo>
                  <a:pt x="177724" y="37847"/>
                  <a:pt x="187171" y="42312"/>
                  <a:pt x="194300" y="51242"/>
                </a:cubicBezTo>
                <a:cubicBezTo>
                  <a:pt x="200353" y="58871"/>
                  <a:pt x="203380" y="67631"/>
                  <a:pt x="203380" y="77522"/>
                </a:cubicBezTo>
                <a:cubicBezTo>
                  <a:pt x="203380" y="84474"/>
                  <a:pt x="201711" y="91510"/>
                  <a:pt x="198373" y="98631"/>
                </a:cubicBezTo>
                <a:cubicBezTo>
                  <a:pt x="195035" y="105750"/>
                  <a:pt x="190438" y="111119"/>
                  <a:pt x="184583" y="114736"/>
                </a:cubicBezTo>
                <a:cubicBezTo>
                  <a:pt x="178728" y="118353"/>
                  <a:pt x="172208" y="120161"/>
                  <a:pt x="165023" y="120161"/>
                </a:cubicBezTo>
                <a:cubicBezTo>
                  <a:pt x="153312" y="120161"/>
                  <a:pt x="144006" y="115499"/>
                  <a:pt x="137104" y="106173"/>
                </a:cubicBezTo>
                <a:cubicBezTo>
                  <a:pt x="131277" y="98318"/>
                  <a:pt x="128363" y="89502"/>
                  <a:pt x="128363" y="79726"/>
                </a:cubicBezTo>
                <a:cubicBezTo>
                  <a:pt x="128363" y="72605"/>
                  <a:pt x="130131" y="65526"/>
                  <a:pt x="133667" y="58490"/>
                </a:cubicBezTo>
                <a:cubicBezTo>
                  <a:pt x="137203" y="51453"/>
                  <a:pt x="141856" y="46254"/>
                  <a:pt x="147627" y="42891"/>
                </a:cubicBezTo>
                <a:cubicBezTo>
                  <a:pt x="153397" y="39529"/>
                  <a:pt x="159507" y="37847"/>
                  <a:pt x="165956" y="37847"/>
                </a:cubicBezTo>
                <a:moveTo>
                  <a:pt x="163326" y="43448"/>
                </a:moveTo>
                <a:cubicBezTo>
                  <a:pt x="160327" y="43448"/>
                  <a:pt x="157315" y="44338"/>
                  <a:pt x="154288" y="46119"/>
                </a:cubicBezTo>
                <a:cubicBezTo>
                  <a:pt x="151261" y="47899"/>
                  <a:pt x="148815" y="51021"/>
                  <a:pt x="146948" y="55485"/>
                </a:cubicBezTo>
                <a:cubicBezTo>
                  <a:pt x="145081" y="59949"/>
                  <a:pt x="144147" y="65684"/>
                  <a:pt x="144147" y="72690"/>
                </a:cubicBezTo>
                <a:cubicBezTo>
                  <a:pt x="144147" y="83991"/>
                  <a:pt x="146396" y="93738"/>
                  <a:pt x="150894" y="101933"/>
                </a:cubicBezTo>
                <a:cubicBezTo>
                  <a:pt x="155391" y="110125"/>
                  <a:pt x="161317" y="114221"/>
                  <a:pt x="168672" y="114221"/>
                </a:cubicBezTo>
                <a:cubicBezTo>
                  <a:pt x="174160" y="114221"/>
                  <a:pt x="178685" y="111961"/>
                  <a:pt x="182249" y="107440"/>
                </a:cubicBezTo>
                <a:cubicBezTo>
                  <a:pt x="185814" y="102920"/>
                  <a:pt x="187596" y="95151"/>
                  <a:pt x="187596" y="84133"/>
                </a:cubicBezTo>
                <a:cubicBezTo>
                  <a:pt x="187596" y="70345"/>
                  <a:pt x="184626" y="59496"/>
                  <a:pt x="178685" y="51584"/>
                </a:cubicBezTo>
                <a:cubicBezTo>
                  <a:pt x="174669" y="46160"/>
                  <a:pt x="169549" y="43448"/>
                  <a:pt x="163326" y="43448"/>
                </a:cubicBezTo>
                <a:close/>
                <a:moveTo>
                  <a:pt x="210507" y="40054"/>
                </a:moveTo>
                <a:lnTo>
                  <a:pt x="243094" y="40054"/>
                </a:lnTo>
                <a:lnTo>
                  <a:pt x="243094" y="43194"/>
                </a:lnTo>
                <a:cubicBezTo>
                  <a:pt x="240095" y="43420"/>
                  <a:pt x="238129" y="43957"/>
                  <a:pt x="237196" y="44806"/>
                </a:cubicBezTo>
                <a:cubicBezTo>
                  <a:pt x="236262" y="45655"/>
                  <a:pt x="235796" y="46871"/>
                  <a:pt x="235796" y="48455"/>
                </a:cubicBezTo>
                <a:cubicBezTo>
                  <a:pt x="235796" y="50209"/>
                  <a:pt x="236276" y="52330"/>
                  <a:pt x="237238" y="54819"/>
                </a:cubicBezTo>
                <a:lnTo>
                  <a:pt x="253871" y="99541"/>
                </a:lnTo>
                <a:lnTo>
                  <a:pt x="270588" y="63136"/>
                </a:lnTo>
                <a:lnTo>
                  <a:pt x="266175" y="51680"/>
                </a:lnTo>
                <a:cubicBezTo>
                  <a:pt x="264818" y="48285"/>
                  <a:pt x="263036" y="45937"/>
                  <a:pt x="260829" y="44636"/>
                </a:cubicBezTo>
                <a:cubicBezTo>
                  <a:pt x="259585" y="43844"/>
                  <a:pt x="257265" y="43363"/>
                  <a:pt x="253871" y="43194"/>
                </a:cubicBezTo>
                <a:lnTo>
                  <a:pt x="253871" y="40054"/>
                </a:lnTo>
                <a:lnTo>
                  <a:pt x="290870" y="40054"/>
                </a:lnTo>
                <a:lnTo>
                  <a:pt x="290870" y="43194"/>
                </a:lnTo>
                <a:cubicBezTo>
                  <a:pt x="286796" y="43363"/>
                  <a:pt x="283911" y="44099"/>
                  <a:pt x="282214" y="45400"/>
                </a:cubicBezTo>
                <a:cubicBezTo>
                  <a:pt x="281082" y="46305"/>
                  <a:pt x="280517" y="47748"/>
                  <a:pt x="280517" y="49728"/>
                </a:cubicBezTo>
                <a:cubicBezTo>
                  <a:pt x="280517" y="50859"/>
                  <a:pt x="280743" y="52019"/>
                  <a:pt x="281196" y="53207"/>
                </a:cubicBezTo>
                <a:lnTo>
                  <a:pt x="298846" y="97843"/>
                </a:lnTo>
                <a:lnTo>
                  <a:pt x="315224" y="54819"/>
                </a:lnTo>
                <a:cubicBezTo>
                  <a:pt x="316356" y="51764"/>
                  <a:pt x="316922" y="49332"/>
                  <a:pt x="316922" y="47521"/>
                </a:cubicBezTo>
                <a:cubicBezTo>
                  <a:pt x="316922" y="46447"/>
                  <a:pt x="316370" y="45485"/>
                  <a:pt x="315267" y="44636"/>
                </a:cubicBezTo>
                <a:cubicBezTo>
                  <a:pt x="314164" y="43788"/>
                  <a:pt x="312000" y="43307"/>
                  <a:pt x="308775" y="43194"/>
                </a:cubicBezTo>
                <a:lnTo>
                  <a:pt x="308775" y="40054"/>
                </a:lnTo>
                <a:lnTo>
                  <a:pt x="333299" y="40054"/>
                </a:lnTo>
                <a:lnTo>
                  <a:pt x="333299" y="43194"/>
                </a:lnTo>
                <a:cubicBezTo>
                  <a:pt x="328378" y="43929"/>
                  <a:pt x="324757" y="47267"/>
                  <a:pt x="322437" y="53207"/>
                </a:cubicBezTo>
                <a:lnTo>
                  <a:pt x="296470" y="120161"/>
                </a:lnTo>
                <a:lnTo>
                  <a:pt x="292991" y="120161"/>
                </a:lnTo>
                <a:lnTo>
                  <a:pt x="273558" y="70519"/>
                </a:lnTo>
                <a:lnTo>
                  <a:pt x="250901" y="120161"/>
                </a:lnTo>
                <a:lnTo>
                  <a:pt x="247761" y="120161"/>
                </a:lnTo>
                <a:lnTo>
                  <a:pt x="222812" y="54819"/>
                </a:lnTo>
                <a:cubicBezTo>
                  <a:pt x="221171" y="50690"/>
                  <a:pt x="219559" y="47903"/>
                  <a:pt x="217975" y="46461"/>
                </a:cubicBezTo>
                <a:cubicBezTo>
                  <a:pt x="216391" y="45018"/>
                  <a:pt x="213902" y="43929"/>
                  <a:pt x="210507" y="43194"/>
                </a:cubicBezTo>
                <a:lnTo>
                  <a:pt x="210507" y="40054"/>
                </a:lnTo>
                <a:close/>
                <a:moveTo>
                  <a:pt x="406335" y="14426"/>
                </a:moveTo>
                <a:lnTo>
                  <a:pt x="406335" y="40054"/>
                </a:lnTo>
                <a:lnTo>
                  <a:pt x="424495" y="40054"/>
                </a:lnTo>
                <a:lnTo>
                  <a:pt x="424495" y="45994"/>
                </a:lnTo>
                <a:lnTo>
                  <a:pt x="406335" y="45994"/>
                </a:lnTo>
                <a:lnTo>
                  <a:pt x="406335" y="96332"/>
                </a:lnTo>
                <a:cubicBezTo>
                  <a:pt x="406335" y="101362"/>
                  <a:pt x="407056" y="104752"/>
                  <a:pt x="408499" y="106504"/>
                </a:cubicBezTo>
                <a:cubicBezTo>
                  <a:pt x="409941" y="108255"/>
                  <a:pt x="411794" y="109130"/>
                  <a:pt x="414057" y="109130"/>
                </a:cubicBezTo>
                <a:cubicBezTo>
                  <a:pt x="415924" y="109130"/>
                  <a:pt x="417734" y="108550"/>
                  <a:pt x="419488" y="107390"/>
                </a:cubicBezTo>
                <a:cubicBezTo>
                  <a:pt x="421242" y="106230"/>
                  <a:pt x="422600" y="104519"/>
                  <a:pt x="423561" y="102256"/>
                </a:cubicBezTo>
                <a:lnTo>
                  <a:pt x="426871" y="102256"/>
                </a:lnTo>
                <a:cubicBezTo>
                  <a:pt x="424891" y="107816"/>
                  <a:pt x="422090" y="112021"/>
                  <a:pt x="418470" y="114871"/>
                </a:cubicBezTo>
                <a:cubicBezTo>
                  <a:pt x="414849" y="117719"/>
                  <a:pt x="411115" y="119143"/>
                  <a:pt x="407268" y="119143"/>
                </a:cubicBezTo>
                <a:cubicBezTo>
                  <a:pt x="404666" y="119143"/>
                  <a:pt x="402120" y="118421"/>
                  <a:pt x="399631" y="116977"/>
                </a:cubicBezTo>
                <a:cubicBezTo>
                  <a:pt x="397142" y="115532"/>
                  <a:pt x="395303" y="113466"/>
                  <a:pt x="394115" y="110777"/>
                </a:cubicBezTo>
                <a:cubicBezTo>
                  <a:pt x="392927" y="108086"/>
                  <a:pt x="392333" y="103936"/>
                  <a:pt x="392333" y="98329"/>
                </a:cubicBezTo>
                <a:lnTo>
                  <a:pt x="392333" y="45994"/>
                </a:lnTo>
                <a:lnTo>
                  <a:pt x="380028" y="45994"/>
                </a:lnTo>
                <a:lnTo>
                  <a:pt x="380028" y="43194"/>
                </a:lnTo>
                <a:cubicBezTo>
                  <a:pt x="383140" y="41946"/>
                  <a:pt x="386322" y="39832"/>
                  <a:pt x="389575" y="36853"/>
                </a:cubicBezTo>
                <a:cubicBezTo>
                  <a:pt x="392828" y="33874"/>
                  <a:pt x="395727" y="30342"/>
                  <a:pt x="398273" y="26256"/>
                </a:cubicBezTo>
                <a:cubicBezTo>
                  <a:pt x="399574" y="24101"/>
                  <a:pt x="401385" y="20158"/>
                  <a:pt x="403704" y="14426"/>
                </a:cubicBezTo>
                <a:lnTo>
                  <a:pt x="406335" y="14426"/>
                </a:lnTo>
                <a:close/>
                <a:moveTo>
                  <a:pt x="470094" y="37847"/>
                </a:moveTo>
                <a:cubicBezTo>
                  <a:pt x="481861" y="37847"/>
                  <a:pt x="491309" y="42312"/>
                  <a:pt x="498437" y="51242"/>
                </a:cubicBezTo>
                <a:cubicBezTo>
                  <a:pt x="504490" y="58871"/>
                  <a:pt x="507517" y="67631"/>
                  <a:pt x="507517" y="77522"/>
                </a:cubicBezTo>
                <a:cubicBezTo>
                  <a:pt x="507517" y="84474"/>
                  <a:pt x="505848" y="91510"/>
                  <a:pt x="502510" y="98631"/>
                </a:cubicBezTo>
                <a:cubicBezTo>
                  <a:pt x="499172" y="105750"/>
                  <a:pt x="494576" y="111119"/>
                  <a:pt x="488721" y="114736"/>
                </a:cubicBezTo>
                <a:cubicBezTo>
                  <a:pt x="482865" y="118353"/>
                  <a:pt x="476345" y="120161"/>
                  <a:pt x="469160" y="120161"/>
                </a:cubicBezTo>
                <a:cubicBezTo>
                  <a:pt x="457450" y="120161"/>
                  <a:pt x="448143" y="115499"/>
                  <a:pt x="441241" y="106173"/>
                </a:cubicBezTo>
                <a:cubicBezTo>
                  <a:pt x="435414" y="98318"/>
                  <a:pt x="432501" y="89502"/>
                  <a:pt x="432501" y="79726"/>
                </a:cubicBezTo>
                <a:cubicBezTo>
                  <a:pt x="432501" y="72605"/>
                  <a:pt x="434269" y="65526"/>
                  <a:pt x="437805" y="58490"/>
                </a:cubicBezTo>
                <a:cubicBezTo>
                  <a:pt x="441340" y="51453"/>
                  <a:pt x="445994" y="46254"/>
                  <a:pt x="451764" y="42891"/>
                </a:cubicBezTo>
                <a:cubicBezTo>
                  <a:pt x="457535" y="39529"/>
                  <a:pt x="463644" y="37847"/>
                  <a:pt x="470094" y="37847"/>
                </a:cubicBezTo>
                <a:moveTo>
                  <a:pt x="467463" y="43448"/>
                </a:moveTo>
                <a:cubicBezTo>
                  <a:pt x="464465" y="43448"/>
                  <a:pt x="461452" y="44338"/>
                  <a:pt x="458426" y="46119"/>
                </a:cubicBezTo>
                <a:cubicBezTo>
                  <a:pt x="455399" y="47899"/>
                  <a:pt x="452952" y="51021"/>
                  <a:pt x="451085" y="55485"/>
                </a:cubicBezTo>
                <a:cubicBezTo>
                  <a:pt x="449218" y="59949"/>
                  <a:pt x="448285" y="65684"/>
                  <a:pt x="448285" y="72690"/>
                </a:cubicBezTo>
                <a:cubicBezTo>
                  <a:pt x="448285" y="83991"/>
                  <a:pt x="450534" y="93738"/>
                  <a:pt x="455031" y="101933"/>
                </a:cubicBezTo>
                <a:cubicBezTo>
                  <a:pt x="459529" y="110125"/>
                  <a:pt x="465455" y="114221"/>
                  <a:pt x="472809" y="114221"/>
                </a:cubicBezTo>
                <a:cubicBezTo>
                  <a:pt x="478297" y="114221"/>
                  <a:pt x="482823" y="111961"/>
                  <a:pt x="486387" y="107440"/>
                </a:cubicBezTo>
                <a:cubicBezTo>
                  <a:pt x="489951" y="102920"/>
                  <a:pt x="491733" y="95151"/>
                  <a:pt x="491733" y="84133"/>
                </a:cubicBezTo>
                <a:cubicBezTo>
                  <a:pt x="491733" y="70345"/>
                  <a:pt x="488763" y="59496"/>
                  <a:pt x="482823" y="51584"/>
                </a:cubicBezTo>
                <a:cubicBezTo>
                  <a:pt x="478806" y="46160"/>
                  <a:pt x="473686" y="43448"/>
                  <a:pt x="467463" y="43448"/>
                </a:cubicBezTo>
                <a:close/>
                <a:moveTo>
                  <a:pt x="608585" y="152239"/>
                </a:moveTo>
                <a:lnTo>
                  <a:pt x="571247" y="152239"/>
                </a:lnTo>
                <a:lnTo>
                  <a:pt x="571247" y="0"/>
                </a:lnTo>
                <a:lnTo>
                  <a:pt x="608585" y="0"/>
                </a:lnTo>
                <a:lnTo>
                  <a:pt x="608585" y="6704"/>
                </a:lnTo>
                <a:lnTo>
                  <a:pt x="583976" y="6704"/>
                </a:lnTo>
                <a:lnTo>
                  <a:pt x="583976" y="145704"/>
                </a:lnTo>
                <a:lnTo>
                  <a:pt x="608585" y="145704"/>
                </a:lnTo>
                <a:lnTo>
                  <a:pt x="608585" y="152239"/>
                </a:lnTo>
                <a:close/>
                <a:moveTo>
                  <a:pt x="617155" y="40054"/>
                </a:moveTo>
                <a:lnTo>
                  <a:pt x="653729" y="40054"/>
                </a:lnTo>
                <a:lnTo>
                  <a:pt x="653729" y="43194"/>
                </a:lnTo>
                <a:cubicBezTo>
                  <a:pt x="651410" y="43194"/>
                  <a:pt x="649783" y="43590"/>
                  <a:pt x="648850" y="44382"/>
                </a:cubicBezTo>
                <a:cubicBezTo>
                  <a:pt x="647916" y="45174"/>
                  <a:pt x="647450" y="46220"/>
                  <a:pt x="647450" y="47521"/>
                </a:cubicBezTo>
                <a:cubicBezTo>
                  <a:pt x="647450" y="48879"/>
                  <a:pt x="648440" y="50972"/>
                  <a:pt x="650420" y="53801"/>
                </a:cubicBezTo>
                <a:cubicBezTo>
                  <a:pt x="651042" y="54706"/>
                  <a:pt x="651975" y="56121"/>
                  <a:pt x="653220" y="58044"/>
                </a:cubicBezTo>
                <a:lnTo>
                  <a:pt x="658736" y="66870"/>
                </a:lnTo>
                <a:lnTo>
                  <a:pt x="665100" y="58044"/>
                </a:lnTo>
                <a:cubicBezTo>
                  <a:pt x="669174" y="52443"/>
                  <a:pt x="671210" y="48908"/>
                  <a:pt x="671210" y="47437"/>
                </a:cubicBezTo>
                <a:cubicBezTo>
                  <a:pt x="671210" y="46249"/>
                  <a:pt x="670729" y="45244"/>
                  <a:pt x="669768" y="44424"/>
                </a:cubicBezTo>
                <a:cubicBezTo>
                  <a:pt x="668806" y="43604"/>
                  <a:pt x="667250" y="43194"/>
                  <a:pt x="665100" y="43194"/>
                </a:cubicBezTo>
                <a:lnTo>
                  <a:pt x="665100" y="40054"/>
                </a:lnTo>
                <a:lnTo>
                  <a:pt x="691407" y="40054"/>
                </a:lnTo>
                <a:lnTo>
                  <a:pt x="691407" y="43194"/>
                </a:lnTo>
                <a:cubicBezTo>
                  <a:pt x="688635" y="43363"/>
                  <a:pt x="686231" y="44127"/>
                  <a:pt x="684194" y="45485"/>
                </a:cubicBezTo>
                <a:cubicBezTo>
                  <a:pt x="681422" y="47408"/>
                  <a:pt x="677631" y="51595"/>
                  <a:pt x="672823" y="58044"/>
                </a:cubicBezTo>
                <a:lnTo>
                  <a:pt x="662215" y="72216"/>
                </a:lnTo>
                <a:lnTo>
                  <a:pt x="681563" y="99994"/>
                </a:lnTo>
                <a:cubicBezTo>
                  <a:pt x="686315" y="106825"/>
                  <a:pt x="689710" y="110933"/>
                  <a:pt x="691746" y="112317"/>
                </a:cubicBezTo>
                <a:cubicBezTo>
                  <a:pt x="693783" y="113700"/>
                  <a:pt x="696414" y="114476"/>
                  <a:pt x="699638" y="114646"/>
                </a:cubicBezTo>
                <a:lnTo>
                  <a:pt x="699638" y="117785"/>
                </a:lnTo>
                <a:lnTo>
                  <a:pt x="662979" y="117785"/>
                </a:lnTo>
                <a:lnTo>
                  <a:pt x="662979" y="114646"/>
                </a:lnTo>
                <a:cubicBezTo>
                  <a:pt x="665525" y="114646"/>
                  <a:pt x="667505" y="114082"/>
                  <a:pt x="668919" y="112954"/>
                </a:cubicBezTo>
                <a:cubicBezTo>
                  <a:pt x="669994" y="112163"/>
                  <a:pt x="670531" y="111120"/>
                  <a:pt x="670531" y="109822"/>
                </a:cubicBezTo>
                <a:cubicBezTo>
                  <a:pt x="670531" y="108524"/>
                  <a:pt x="668721" y="105252"/>
                  <a:pt x="665100" y="100005"/>
                </a:cubicBezTo>
                <a:lnTo>
                  <a:pt x="653729" y="83417"/>
                </a:lnTo>
                <a:lnTo>
                  <a:pt x="641255" y="100005"/>
                </a:lnTo>
                <a:cubicBezTo>
                  <a:pt x="637408" y="105139"/>
                  <a:pt x="635484" y="108186"/>
                  <a:pt x="635484" y="109146"/>
                </a:cubicBezTo>
                <a:cubicBezTo>
                  <a:pt x="635484" y="110500"/>
                  <a:pt x="636121" y="111727"/>
                  <a:pt x="637394" y="112826"/>
                </a:cubicBezTo>
                <a:cubicBezTo>
                  <a:pt x="638667" y="113926"/>
                  <a:pt x="640576" y="114532"/>
                  <a:pt x="643122" y="114646"/>
                </a:cubicBezTo>
                <a:lnTo>
                  <a:pt x="643122" y="117785"/>
                </a:lnTo>
                <a:lnTo>
                  <a:pt x="617749" y="117785"/>
                </a:lnTo>
                <a:lnTo>
                  <a:pt x="617749" y="114646"/>
                </a:lnTo>
                <a:cubicBezTo>
                  <a:pt x="619785" y="114363"/>
                  <a:pt x="621567" y="113657"/>
                  <a:pt x="623095" y="112529"/>
                </a:cubicBezTo>
                <a:cubicBezTo>
                  <a:pt x="625245" y="110892"/>
                  <a:pt x="628865" y="106716"/>
                  <a:pt x="633957" y="99999"/>
                </a:cubicBezTo>
                <a:lnTo>
                  <a:pt x="650250" y="78410"/>
                </a:lnTo>
                <a:lnTo>
                  <a:pt x="635484" y="57026"/>
                </a:lnTo>
                <a:cubicBezTo>
                  <a:pt x="631298" y="50916"/>
                  <a:pt x="628059" y="47083"/>
                  <a:pt x="625768" y="45527"/>
                </a:cubicBezTo>
                <a:cubicBezTo>
                  <a:pt x="623477" y="43972"/>
                  <a:pt x="620606" y="43194"/>
                  <a:pt x="617155" y="43194"/>
                </a:cubicBezTo>
                <a:lnTo>
                  <a:pt x="617155" y="40054"/>
                </a:lnTo>
                <a:close/>
                <a:moveTo>
                  <a:pt x="708124" y="0"/>
                </a:moveTo>
                <a:lnTo>
                  <a:pt x="745463" y="0"/>
                </a:lnTo>
                <a:lnTo>
                  <a:pt x="745463" y="152239"/>
                </a:lnTo>
                <a:lnTo>
                  <a:pt x="708124" y="152239"/>
                </a:lnTo>
                <a:lnTo>
                  <a:pt x="708124" y="145535"/>
                </a:lnTo>
                <a:lnTo>
                  <a:pt x="732734" y="145535"/>
                </a:lnTo>
                <a:lnTo>
                  <a:pt x="732734" y="6704"/>
                </a:lnTo>
                <a:lnTo>
                  <a:pt x="708124" y="6704"/>
                </a:lnTo>
                <a:lnTo>
                  <a:pt x="70812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BF998-B8A8-44B2-9FAC-EBB7D564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7162135"/>
            <a:ext cx="1978565" cy="401061"/>
          </a:xfrm>
          <a:custGeom xmlns:a="http://schemas.openxmlformats.org/drawingml/2006/main">
            <a:pathLst>
              <a:path w="1978565" h="401061">
                <a:moveTo>
                  <a:pt x="24064" y="0"/>
                </a:moveTo>
                <a:lnTo>
                  <a:pt x="1954502" y="0"/>
                </a:lnTo>
                <a:cubicBezTo>
                  <a:pt x="1957693" y="0"/>
                  <a:pt x="1960762" y="611"/>
                  <a:pt x="1963710" y="1832"/>
                </a:cubicBezTo>
                <a:cubicBezTo>
                  <a:pt x="1966658" y="3053"/>
                  <a:pt x="1969261" y="4791"/>
                  <a:pt x="1971517" y="7048"/>
                </a:cubicBezTo>
                <a:cubicBezTo>
                  <a:pt x="1973773" y="9305"/>
                  <a:pt x="1975512" y="11906"/>
                  <a:pt x="1976733" y="14854"/>
                </a:cubicBezTo>
                <a:cubicBezTo>
                  <a:pt x="1977954" y="17802"/>
                  <a:pt x="1978565" y="20873"/>
                  <a:pt x="1978565" y="24064"/>
                </a:cubicBezTo>
                <a:lnTo>
                  <a:pt x="1978565" y="376997"/>
                </a:lnTo>
                <a:cubicBezTo>
                  <a:pt x="1978565" y="380188"/>
                  <a:pt x="1977954" y="383257"/>
                  <a:pt x="1976733" y="386205"/>
                </a:cubicBezTo>
                <a:cubicBezTo>
                  <a:pt x="1975512" y="389153"/>
                  <a:pt x="1973773" y="391756"/>
                  <a:pt x="1971517" y="394013"/>
                </a:cubicBezTo>
                <a:cubicBezTo>
                  <a:pt x="1969261" y="396269"/>
                  <a:pt x="1966658" y="398007"/>
                  <a:pt x="1963710" y="399228"/>
                </a:cubicBezTo>
                <a:cubicBezTo>
                  <a:pt x="1960762" y="400448"/>
                  <a:pt x="1957693" y="401060"/>
                  <a:pt x="1954502" y="401061"/>
                </a:cubicBezTo>
                <a:lnTo>
                  <a:pt x="24064" y="401061"/>
                </a:lnTo>
                <a:cubicBezTo>
                  <a:pt x="20872" y="401060"/>
                  <a:pt x="17803" y="400448"/>
                  <a:pt x="14854" y="399228"/>
                </a:cubicBezTo>
                <a:cubicBezTo>
                  <a:pt x="11906" y="398007"/>
                  <a:pt x="9304" y="396268"/>
                  <a:pt x="7048" y="394011"/>
                </a:cubicBezTo>
                <a:cubicBezTo>
                  <a:pt x="4791" y="391756"/>
                  <a:pt x="3052" y="389153"/>
                  <a:pt x="1831" y="386205"/>
                </a:cubicBezTo>
                <a:cubicBezTo>
                  <a:pt x="610" y="383257"/>
                  <a:pt x="0" y="380188"/>
                  <a:pt x="0" y="376997"/>
                </a:cubicBezTo>
                <a:lnTo>
                  <a:pt x="0" y="24064"/>
                </a:lnTo>
                <a:cubicBezTo>
                  <a:pt x="0" y="20873"/>
                  <a:pt x="610" y="17802"/>
                  <a:pt x="1831" y="14854"/>
                </a:cubicBezTo>
                <a:cubicBezTo>
                  <a:pt x="3052" y="11906"/>
                  <a:pt x="4791" y="9303"/>
                  <a:pt x="7048" y="7048"/>
                </a:cubicBezTo>
                <a:cubicBezTo>
                  <a:pt x="9304" y="4791"/>
                  <a:pt x="11906" y="3052"/>
                  <a:pt x="14854" y="1831"/>
                </a:cubicBezTo>
                <a:cubicBezTo>
                  <a:pt x="17803" y="611"/>
                  <a:pt x="20872" y="0"/>
                  <a:pt x="24064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66471-9E98-4449-8367-8FC7A61B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7162135"/>
            <a:ext cx="1978565" cy="401061"/>
          </a:xfrm>
          <a:custGeom xmlns:a="http://schemas.openxmlformats.org/drawingml/2006/main">
            <a:pathLst>
              <a:path w="1978565" h="401061" fill="none">
                <a:moveTo>
                  <a:pt x="24064" y="0"/>
                </a:moveTo>
                <a:lnTo>
                  <a:pt x="1954502" y="0"/>
                </a:lnTo>
                <a:cubicBezTo>
                  <a:pt x="1957693" y="0"/>
                  <a:pt x="1960762" y="611"/>
                  <a:pt x="1963710" y="1832"/>
                </a:cubicBezTo>
                <a:cubicBezTo>
                  <a:pt x="1966658" y="3053"/>
                  <a:pt x="1969261" y="4791"/>
                  <a:pt x="1971517" y="7048"/>
                </a:cubicBezTo>
                <a:cubicBezTo>
                  <a:pt x="1973773" y="9305"/>
                  <a:pt x="1975512" y="11906"/>
                  <a:pt x="1976733" y="14854"/>
                </a:cubicBezTo>
                <a:cubicBezTo>
                  <a:pt x="1977954" y="17802"/>
                  <a:pt x="1978565" y="20873"/>
                  <a:pt x="1978565" y="24064"/>
                </a:cubicBezTo>
                <a:lnTo>
                  <a:pt x="1978565" y="376997"/>
                </a:lnTo>
                <a:cubicBezTo>
                  <a:pt x="1978565" y="380188"/>
                  <a:pt x="1977954" y="383257"/>
                  <a:pt x="1976733" y="386205"/>
                </a:cubicBezTo>
                <a:cubicBezTo>
                  <a:pt x="1975512" y="389153"/>
                  <a:pt x="1973773" y="391756"/>
                  <a:pt x="1971517" y="394013"/>
                </a:cubicBezTo>
                <a:cubicBezTo>
                  <a:pt x="1969261" y="396269"/>
                  <a:pt x="1966658" y="398007"/>
                  <a:pt x="1963710" y="399228"/>
                </a:cubicBezTo>
                <a:cubicBezTo>
                  <a:pt x="1960762" y="400448"/>
                  <a:pt x="1957693" y="401060"/>
                  <a:pt x="1954502" y="401061"/>
                </a:cubicBezTo>
                <a:lnTo>
                  <a:pt x="24064" y="401061"/>
                </a:lnTo>
                <a:cubicBezTo>
                  <a:pt x="20872" y="401060"/>
                  <a:pt x="17803" y="400448"/>
                  <a:pt x="14854" y="399228"/>
                </a:cubicBezTo>
                <a:cubicBezTo>
                  <a:pt x="11906" y="398007"/>
                  <a:pt x="9304" y="396268"/>
                  <a:pt x="7048" y="394011"/>
                </a:cubicBezTo>
                <a:cubicBezTo>
                  <a:pt x="4791" y="391756"/>
                  <a:pt x="3052" y="389153"/>
                  <a:pt x="1831" y="386205"/>
                </a:cubicBezTo>
                <a:cubicBezTo>
                  <a:pt x="610" y="383257"/>
                  <a:pt x="0" y="380188"/>
                  <a:pt x="0" y="376997"/>
                </a:cubicBezTo>
                <a:lnTo>
                  <a:pt x="0" y="24064"/>
                </a:lnTo>
                <a:cubicBezTo>
                  <a:pt x="0" y="20873"/>
                  <a:pt x="610" y="17802"/>
                  <a:pt x="1831" y="14854"/>
                </a:cubicBezTo>
                <a:cubicBezTo>
                  <a:pt x="3052" y="11906"/>
                  <a:pt x="4791" y="9303"/>
                  <a:pt x="7048" y="7048"/>
                </a:cubicBezTo>
                <a:cubicBezTo>
                  <a:pt x="9304" y="4791"/>
                  <a:pt x="11906" y="3052"/>
                  <a:pt x="14854" y="1831"/>
                </a:cubicBezTo>
                <a:cubicBezTo>
                  <a:pt x="17803" y="611"/>
                  <a:pt x="20872" y="0"/>
                  <a:pt x="24064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60" name="Text Followthesameprocedure">
            <a:extLst xmlns:a="http://schemas.openxmlformats.org/drawingml/2006/main">
              <a:ext uri="{FF2B5EF4-FFF2-40B4-BE49-F238E27FC236}">
                <a16:creationId xmlns:a16="http://schemas.microsoft.com/office/drawing/2014/main" id="{55FAB532-7E7F-4773-96C5-2901F0DB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769" y="7195204"/>
            <a:ext cx="1879469" cy="157839"/>
          </a:xfrm>
          <a:custGeom xmlns:a="http://schemas.openxmlformats.org/drawingml/2006/main">
            <a:pathLst>
              <a:path w="1879469" h="157839">
                <a:moveTo>
                  <a:pt x="32756" y="11880"/>
                </a:moveTo>
                <a:lnTo>
                  <a:pt x="32756" y="57026"/>
                </a:lnTo>
                <a:lnTo>
                  <a:pt x="53716" y="57026"/>
                </a:lnTo>
                <a:cubicBezTo>
                  <a:pt x="58525" y="57026"/>
                  <a:pt x="62047" y="55965"/>
                  <a:pt x="64281" y="53844"/>
                </a:cubicBezTo>
                <a:cubicBezTo>
                  <a:pt x="66516" y="51722"/>
                  <a:pt x="68001" y="47521"/>
                  <a:pt x="68736" y="41242"/>
                </a:cubicBezTo>
                <a:lnTo>
                  <a:pt x="71876" y="41242"/>
                </a:lnTo>
                <a:lnTo>
                  <a:pt x="71876" y="80277"/>
                </a:lnTo>
                <a:lnTo>
                  <a:pt x="68736" y="80277"/>
                </a:lnTo>
                <a:cubicBezTo>
                  <a:pt x="68680" y="75785"/>
                  <a:pt x="68100" y="72487"/>
                  <a:pt x="66997" y="70383"/>
                </a:cubicBezTo>
                <a:cubicBezTo>
                  <a:pt x="65894" y="68278"/>
                  <a:pt x="64366" y="66699"/>
                  <a:pt x="62414" y="65647"/>
                </a:cubicBezTo>
                <a:cubicBezTo>
                  <a:pt x="60463" y="64595"/>
                  <a:pt x="57563" y="64069"/>
                  <a:pt x="53716" y="64069"/>
                </a:cubicBezTo>
                <a:lnTo>
                  <a:pt x="32756" y="64069"/>
                </a:lnTo>
                <a:lnTo>
                  <a:pt x="32756" y="100278"/>
                </a:lnTo>
                <a:cubicBezTo>
                  <a:pt x="32756" y="106114"/>
                  <a:pt x="33124" y="109967"/>
                  <a:pt x="33859" y="111837"/>
                </a:cubicBezTo>
                <a:cubicBezTo>
                  <a:pt x="34425" y="113253"/>
                  <a:pt x="35613" y="114471"/>
                  <a:pt x="37423" y="115492"/>
                </a:cubicBezTo>
                <a:cubicBezTo>
                  <a:pt x="39912" y="116851"/>
                  <a:pt x="42515" y="117531"/>
                  <a:pt x="45230" y="117531"/>
                </a:cubicBezTo>
                <a:lnTo>
                  <a:pt x="49388" y="117531"/>
                </a:lnTo>
                <a:lnTo>
                  <a:pt x="49388" y="120671"/>
                </a:lnTo>
                <a:lnTo>
                  <a:pt x="0" y="120671"/>
                </a:lnTo>
                <a:lnTo>
                  <a:pt x="0" y="117531"/>
                </a:lnTo>
                <a:lnTo>
                  <a:pt x="4073" y="117531"/>
                </a:lnTo>
                <a:cubicBezTo>
                  <a:pt x="8825" y="117531"/>
                  <a:pt x="12276" y="116145"/>
                  <a:pt x="14426" y="113373"/>
                </a:cubicBezTo>
                <a:cubicBezTo>
                  <a:pt x="15784" y="111562"/>
                  <a:pt x="16463" y="107206"/>
                  <a:pt x="16463" y="100304"/>
                </a:cubicBezTo>
                <a:lnTo>
                  <a:pt x="16463" y="25967"/>
                </a:lnTo>
                <a:cubicBezTo>
                  <a:pt x="16463" y="20140"/>
                  <a:pt x="16095" y="16293"/>
                  <a:pt x="15360" y="14426"/>
                </a:cubicBezTo>
                <a:cubicBezTo>
                  <a:pt x="14794" y="13012"/>
                  <a:pt x="13634" y="11796"/>
                  <a:pt x="11880" y="10777"/>
                </a:cubicBezTo>
                <a:cubicBezTo>
                  <a:pt x="9448" y="9419"/>
                  <a:pt x="6845" y="8741"/>
                  <a:pt x="4073" y="8741"/>
                </a:cubicBezTo>
                <a:lnTo>
                  <a:pt x="0" y="8741"/>
                </a:lnTo>
                <a:lnTo>
                  <a:pt x="0" y="5601"/>
                </a:lnTo>
                <a:lnTo>
                  <a:pt x="85624" y="5601"/>
                </a:lnTo>
                <a:lnTo>
                  <a:pt x="86727" y="30889"/>
                </a:lnTo>
                <a:lnTo>
                  <a:pt x="83757" y="30889"/>
                </a:lnTo>
                <a:cubicBezTo>
                  <a:pt x="82286" y="25515"/>
                  <a:pt x="80574" y="21569"/>
                  <a:pt x="78623" y="19051"/>
                </a:cubicBezTo>
                <a:cubicBezTo>
                  <a:pt x="76671" y="16534"/>
                  <a:pt x="74266" y="14709"/>
                  <a:pt x="71410" y="13578"/>
                </a:cubicBezTo>
                <a:cubicBezTo>
                  <a:pt x="68553" y="12446"/>
                  <a:pt x="64126" y="11880"/>
                  <a:pt x="58129" y="11880"/>
                </a:cubicBezTo>
                <a:lnTo>
                  <a:pt x="32756" y="11880"/>
                </a:lnTo>
                <a:close/>
                <a:moveTo>
                  <a:pt x="137276" y="40733"/>
                </a:moveTo>
                <a:cubicBezTo>
                  <a:pt x="149044" y="40733"/>
                  <a:pt x="158491" y="45198"/>
                  <a:pt x="165620" y="54127"/>
                </a:cubicBezTo>
                <a:cubicBezTo>
                  <a:pt x="171673" y="61756"/>
                  <a:pt x="174700" y="70516"/>
                  <a:pt x="174700" y="80407"/>
                </a:cubicBezTo>
                <a:cubicBezTo>
                  <a:pt x="174700" y="87359"/>
                  <a:pt x="173031" y="94395"/>
                  <a:pt x="169693" y="101516"/>
                </a:cubicBezTo>
                <a:cubicBezTo>
                  <a:pt x="166355" y="108636"/>
                  <a:pt x="161759" y="114004"/>
                  <a:pt x="155903" y="117621"/>
                </a:cubicBezTo>
                <a:cubicBezTo>
                  <a:pt x="150048" y="121238"/>
                  <a:pt x="143528" y="123047"/>
                  <a:pt x="136343" y="123047"/>
                </a:cubicBezTo>
                <a:cubicBezTo>
                  <a:pt x="124632" y="123047"/>
                  <a:pt x="115326" y="118384"/>
                  <a:pt x="108424" y="109058"/>
                </a:cubicBezTo>
                <a:cubicBezTo>
                  <a:pt x="102597" y="101203"/>
                  <a:pt x="99684" y="92388"/>
                  <a:pt x="99684" y="82611"/>
                </a:cubicBezTo>
                <a:cubicBezTo>
                  <a:pt x="99684" y="75490"/>
                  <a:pt x="101452" y="68411"/>
                  <a:pt x="104987" y="61375"/>
                </a:cubicBezTo>
                <a:cubicBezTo>
                  <a:pt x="108523" y="54339"/>
                  <a:pt x="113176" y="49139"/>
                  <a:pt x="118947" y="45777"/>
                </a:cubicBezTo>
                <a:cubicBezTo>
                  <a:pt x="124717" y="42414"/>
                  <a:pt x="130827" y="40733"/>
                  <a:pt x="137276" y="40733"/>
                </a:cubicBezTo>
                <a:moveTo>
                  <a:pt x="134646" y="46333"/>
                </a:moveTo>
                <a:cubicBezTo>
                  <a:pt x="131647" y="46333"/>
                  <a:pt x="128635" y="47224"/>
                  <a:pt x="125608" y="49004"/>
                </a:cubicBezTo>
                <a:cubicBezTo>
                  <a:pt x="122582" y="50784"/>
                  <a:pt x="120135" y="53906"/>
                  <a:pt x="118268" y="58370"/>
                </a:cubicBezTo>
                <a:cubicBezTo>
                  <a:pt x="116401" y="62834"/>
                  <a:pt x="115468" y="68569"/>
                  <a:pt x="115468" y="75576"/>
                </a:cubicBezTo>
                <a:cubicBezTo>
                  <a:pt x="115468" y="86876"/>
                  <a:pt x="117716" y="96624"/>
                  <a:pt x="122214" y="104818"/>
                </a:cubicBezTo>
                <a:cubicBezTo>
                  <a:pt x="126711" y="113010"/>
                  <a:pt x="132637" y="117107"/>
                  <a:pt x="139992" y="117107"/>
                </a:cubicBezTo>
                <a:cubicBezTo>
                  <a:pt x="145480" y="117107"/>
                  <a:pt x="150005" y="114846"/>
                  <a:pt x="153570" y="110326"/>
                </a:cubicBezTo>
                <a:cubicBezTo>
                  <a:pt x="157134" y="105805"/>
                  <a:pt x="158916" y="98036"/>
                  <a:pt x="158916" y="87018"/>
                </a:cubicBezTo>
                <a:cubicBezTo>
                  <a:pt x="158916" y="73230"/>
                  <a:pt x="155946" y="62381"/>
                  <a:pt x="150005" y="54469"/>
                </a:cubicBezTo>
                <a:cubicBezTo>
                  <a:pt x="145989" y="49045"/>
                  <a:pt x="140869" y="46333"/>
                  <a:pt x="134646" y="46333"/>
                </a:cubicBezTo>
                <a:close/>
                <a:moveTo>
                  <a:pt x="212887" y="0"/>
                </a:moveTo>
                <a:lnTo>
                  <a:pt x="212887" y="103030"/>
                </a:lnTo>
                <a:cubicBezTo>
                  <a:pt x="212887" y="107892"/>
                  <a:pt x="213240" y="111115"/>
                  <a:pt x="213947" y="112699"/>
                </a:cubicBezTo>
                <a:cubicBezTo>
                  <a:pt x="214655" y="114281"/>
                  <a:pt x="215744" y="115483"/>
                  <a:pt x="217215" y="116303"/>
                </a:cubicBezTo>
                <a:cubicBezTo>
                  <a:pt x="218685" y="117122"/>
                  <a:pt x="221429" y="117531"/>
                  <a:pt x="225446" y="117531"/>
                </a:cubicBezTo>
                <a:lnTo>
                  <a:pt x="225446" y="120671"/>
                </a:lnTo>
                <a:lnTo>
                  <a:pt x="187344" y="120671"/>
                </a:lnTo>
                <a:lnTo>
                  <a:pt x="187344" y="117531"/>
                </a:lnTo>
                <a:cubicBezTo>
                  <a:pt x="190908" y="117531"/>
                  <a:pt x="193341" y="117164"/>
                  <a:pt x="194642" y="116430"/>
                </a:cubicBezTo>
                <a:cubicBezTo>
                  <a:pt x="195943" y="115695"/>
                  <a:pt x="196961" y="114479"/>
                  <a:pt x="197697" y="112784"/>
                </a:cubicBezTo>
                <a:cubicBezTo>
                  <a:pt x="198432" y="111087"/>
                  <a:pt x="198800" y="107836"/>
                  <a:pt x="198800" y="103030"/>
                </a:cubicBezTo>
                <a:lnTo>
                  <a:pt x="198800" y="32477"/>
                </a:lnTo>
                <a:cubicBezTo>
                  <a:pt x="198800" y="23716"/>
                  <a:pt x="198602" y="18331"/>
                  <a:pt x="198206" y="16325"/>
                </a:cubicBezTo>
                <a:cubicBezTo>
                  <a:pt x="197810" y="14317"/>
                  <a:pt x="197174" y="12946"/>
                  <a:pt x="196297" y="12212"/>
                </a:cubicBezTo>
                <a:cubicBezTo>
                  <a:pt x="195420" y="11476"/>
                  <a:pt x="194302" y="11109"/>
                  <a:pt x="192945" y="11109"/>
                </a:cubicBezTo>
                <a:cubicBezTo>
                  <a:pt x="191474" y="11109"/>
                  <a:pt x="189607" y="11561"/>
                  <a:pt x="187344" y="12466"/>
                </a:cubicBezTo>
                <a:lnTo>
                  <a:pt x="185901" y="9496"/>
                </a:lnTo>
                <a:lnTo>
                  <a:pt x="209068" y="0"/>
                </a:lnTo>
                <a:lnTo>
                  <a:pt x="212887" y="0"/>
                </a:lnTo>
                <a:close/>
                <a:moveTo>
                  <a:pt x="261201" y="0"/>
                </a:moveTo>
                <a:lnTo>
                  <a:pt x="261201" y="103030"/>
                </a:lnTo>
                <a:cubicBezTo>
                  <a:pt x="261201" y="107892"/>
                  <a:pt x="261555" y="111115"/>
                  <a:pt x="262262" y="112699"/>
                </a:cubicBezTo>
                <a:cubicBezTo>
                  <a:pt x="262969" y="114281"/>
                  <a:pt x="264058" y="115483"/>
                  <a:pt x="265529" y="116303"/>
                </a:cubicBezTo>
                <a:cubicBezTo>
                  <a:pt x="267000" y="117122"/>
                  <a:pt x="269744" y="117531"/>
                  <a:pt x="273760" y="117531"/>
                </a:cubicBezTo>
                <a:lnTo>
                  <a:pt x="273760" y="120671"/>
                </a:lnTo>
                <a:lnTo>
                  <a:pt x="235658" y="120671"/>
                </a:lnTo>
                <a:lnTo>
                  <a:pt x="235658" y="117531"/>
                </a:lnTo>
                <a:cubicBezTo>
                  <a:pt x="239222" y="117531"/>
                  <a:pt x="241655" y="117164"/>
                  <a:pt x="242956" y="116430"/>
                </a:cubicBezTo>
                <a:cubicBezTo>
                  <a:pt x="244257" y="115695"/>
                  <a:pt x="245276" y="114479"/>
                  <a:pt x="246011" y="112784"/>
                </a:cubicBezTo>
                <a:cubicBezTo>
                  <a:pt x="246747" y="111087"/>
                  <a:pt x="247114" y="107836"/>
                  <a:pt x="247114" y="103030"/>
                </a:cubicBezTo>
                <a:lnTo>
                  <a:pt x="247114" y="32477"/>
                </a:lnTo>
                <a:cubicBezTo>
                  <a:pt x="247114" y="23716"/>
                  <a:pt x="246916" y="18331"/>
                  <a:pt x="246520" y="16325"/>
                </a:cubicBezTo>
                <a:cubicBezTo>
                  <a:pt x="246124" y="14317"/>
                  <a:pt x="245488" y="12946"/>
                  <a:pt x="244611" y="12212"/>
                </a:cubicBezTo>
                <a:cubicBezTo>
                  <a:pt x="243734" y="11476"/>
                  <a:pt x="242617" y="11109"/>
                  <a:pt x="241259" y="11109"/>
                </a:cubicBezTo>
                <a:cubicBezTo>
                  <a:pt x="239788" y="11109"/>
                  <a:pt x="237921" y="11561"/>
                  <a:pt x="235658" y="12466"/>
                </a:cubicBezTo>
                <a:lnTo>
                  <a:pt x="234216" y="9496"/>
                </a:lnTo>
                <a:lnTo>
                  <a:pt x="257382" y="0"/>
                </a:lnTo>
                <a:lnTo>
                  <a:pt x="261201" y="0"/>
                </a:lnTo>
                <a:close/>
                <a:moveTo>
                  <a:pt x="320802" y="40733"/>
                </a:moveTo>
                <a:cubicBezTo>
                  <a:pt x="332569" y="40733"/>
                  <a:pt x="342017" y="45198"/>
                  <a:pt x="349145" y="54127"/>
                </a:cubicBezTo>
                <a:cubicBezTo>
                  <a:pt x="355199" y="61756"/>
                  <a:pt x="358225" y="70516"/>
                  <a:pt x="358225" y="80407"/>
                </a:cubicBezTo>
                <a:cubicBezTo>
                  <a:pt x="358225" y="87359"/>
                  <a:pt x="356556" y="94395"/>
                  <a:pt x="353218" y="101516"/>
                </a:cubicBezTo>
                <a:cubicBezTo>
                  <a:pt x="349881" y="108636"/>
                  <a:pt x="345284" y="114004"/>
                  <a:pt x="339429" y="117621"/>
                </a:cubicBezTo>
                <a:cubicBezTo>
                  <a:pt x="333573" y="121238"/>
                  <a:pt x="327053" y="123047"/>
                  <a:pt x="319869" y="123047"/>
                </a:cubicBezTo>
                <a:cubicBezTo>
                  <a:pt x="308158" y="123047"/>
                  <a:pt x="298852" y="118384"/>
                  <a:pt x="291950" y="109058"/>
                </a:cubicBezTo>
                <a:cubicBezTo>
                  <a:pt x="286123" y="101203"/>
                  <a:pt x="283209" y="92388"/>
                  <a:pt x="283209" y="82611"/>
                </a:cubicBezTo>
                <a:cubicBezTo>
                  <a:pt x="283209" y="75490"/>
                  <a:pt x="284977" y="68411"/>
                  <a:pt x="288513" y="61375"/>
                </a:cubicBezTo>
                <a:cubicBezTo>
                  <a:pt x="292049" y="54339"/>
                  <a:pt x="296702" y="49139"/>
                  <a:pt x="302472" y="45777"/>
                </a:cubicBezTo>
                <a:cubicBezTo>
                  <a:pt x="308243" y="42414"/>
                  <a:pt x="314353" y="40733"/>
                  <a:pt x="320802" y="40733"/>
                </a:cubicBezTo>
                <a:moveTo>
                  <a:pt x="318171" y="46333"/>
                </a:moveTo>
                <a:cubicBezTo>
                  <a:pt x="315173" y="46333"/>
                  <a:pt x="312160" y="47224"/>
                  <a:pt x="309134" y="49004"/>
                </a:cubicBezTo>
                <a:cubicBezTo>
                  <a:pt x="306107" y="50784"/>
                  <a:pt x="303660" y="53906"/>
                  <a:pt x="301793" y="58370"/>
                </a:cubicBezTo>
                <a:cubicBezTo>
                  <a:pt x="299926" y="62834"/>
                  <a:pt x="298993" y="68569"/>
                  <a:pt x="298993" y="75576"/>
                </a:cubicBezTo>
                <a:cubicBezTo>
                  <a:pt x="298993" y="86876"/>
                  <a:pt x="301242" y="96624"/>
                  <a:pt x="305739" y="104818"/>
                </a:cubicBezTo>
                <a:cubicBezTo>
                  <a:pt x="310237" y="113010"/>
                  <a:pt x="316163" y="117107"/>
                  <a:pt x="323518" y="117107"/>
                </a:cubicBezTo>
                <a:cubicBezTo>
                  <a:pt x="329005" y="117107"/>
                  <a:pt x="333531" y="114846"/>
                  <a:pt x="337095" y="110326"/>
                </a:cubicBezTo>
                <a:cubicBezTo>
                  <a:pt x="340659" y="105805"/>
                  <a:pt x="342441" y="98036"/>
                  <a:pt x="342441" y="87018"/>
                </a:cubicBezTo>
                <a:cubicBezTo>
                  <a:pt x="342441" y="73230"/>
                  <a:pt x="339471" y="62381"/>
                  <a:pt x="333531" y="54469"/>
                </a:cubicBezTo>
                <a:cubicBezTo>
                  <a:pt x="329514" y="49045"/>
                  <a:pt x="324394" y="46333"/>
                  <a:pt x="318171" y="46333"/>
                </a:cubicBezTo>
                <a:close/>
                <a:moveTo>
                  <a:pt x="365354" y="42939"/>
                </a:moveTo>
                <a:lnTo>
                  <a:pt x="397940" y="42939"/>
                </a:lnTo>
                <a:lnTo>
                  <a:pt x="397940" y="46079"/>
                </a:lnTo>
                <a:cubicBezTo>
                  <a:pt x="394941" y="46305"/>
                  <a:pt x="392975" y="46843"/>
                  <a:pt x="392042" y="47691"/>
                </a:cubicBezTo>
                <a:cubicBezTo>
                  <a:pt x="391108" y="48540"/>
                  <a:pt x="390642" y="49756"/>
                  <a:pt x="390642" y="51340"/>
                </a:cubicBezTo>
                <a:cubicBezTo>
                  <a:pt x="390642" y="53094"/>
                  <a:pt x="391123" y="55215"/>
                  <a:pt x="392084" y="57705"/>
                </a:cubicBezTo>
                <a:lnTo>
                  <a:pt x="408717" y="102426"/>
                </a:lnTo>
                <a:lnTo>
                  <a:pt x="425434" y="66021"/>
                </a:lnTo>
                <a:lnTo>
                  <a:pt x="421022" y="54565"/>
                </a:lnTo>
                <a:cubicBezTo>
                  <a:pt x="419664" y="51170"/>
                  <a:pt x="417882" y="48823"/>
                  <a:pt x="415675" y="47521"/>
                </a:cubicBezTo>
                <a:cubicBezTo>
                  <a:pt x="414431" y="46729"/>
                  <a:pt x="412111" y="46249"/>
                  <a:pt x="408717" y="46079"/>
                </a:cubicBezTo>
                <a:lnTo>
                  <a:pt x="408717" y="42939"/>
                </a:lnTo>
                <a:lnTo>
                  <a:pt x="445716" y="42939"/>
                </a:lnTo>
                <a:lnTo>
                  <a:pt x="445716" y="46079"/>
                </a:lnTo>
                <a:cubicBezTo>
                  <a:pt x="441643" y="46249"/>
                  <a:pt x="438757" y="46984"/>
                  <a:pt x="437060" y="48285"/>
                </a:cubicBezTo>
                <a:cubicBezTo>
                  <a:pt x="435929" y="49190"/>
                  <a:pt x="435363" y="50633"/>
                  <a:pt x="435363" y="52613"/>
                </a:cubicBezTo>
                <a:cubicBezTo>
                  <a:pt x="435363" y="53745"/>
                  <a:pt x="435589" y="54904"/>
                  <a:pt x="436042" y="56092"/>
                </a:cubicBezTo>
                <a:lnTo>
                  <a:pt x="453693" y="100729"/>
                </a:lnTo>
                <a:lnTo>
                  <a:pt x="470071" y="57705"/>
                </a:lnTo>
                <a:cubicBezTo>
                  <a:pt x="471202" y="54650"/>
                  <a:pt x="471768" y="52217"/>
                  <a:pt x="471768" y="50407"/>
                </a:cubicBezTo>
                <a:cubicBezTo>
                  <a:pt x="471768" y="49332"/>
                  <a:pt x="471216" y="48370"/>
                  <a:pt x="470113" y="47521"/>
                </a:cubicBezTo>
                <a:cubicBezTo>
                  <a:pt x="469010" y="46673"/>
                  <a:pt x="466846" y="46192"/>
                  <a:pt x="463621" y="46079"/>
                </a:cubicBezTo>
                <a:lnTo>
                  <a:pt x="463621" y="42939"/>
                </a:lnTo>
                <a:lnTo>
                  <a:pt x="488146" y="42939"/>
                </a:lnTo>
                <a:lnTo>
                  <a:pt x="488146" y="46079"/>
                </a:lnTo>
                <a:cubicBezTo>
                  <a:pt x="483224" y="46814"/>
                  <a:pt x="479603" y="50152"/>
                  <a:pt x="477284" y="56092"/>
                </a:cubicBezTo>
                <a:lnTo>
                  <a:pt x="451317" y="123047"/>
                </a:lnTo>
                <a:lnTo>
                  <a:pt x="447837" y="123047"/>
                </a:lnTo>
                <a:lnTo>
                  <a:pt x="428404" y="73404"/>
                </a:lnTo>
                <a:lnTo>
                  <a:pt x="405747" y="123047"/>
                </a:lnTo>
                <a:lnTo>
                  <a:pt x="402607" y="123047"/>
                </a:lnTo>
                <a:lnTo>
                  <a:pt x="377658" y="57705"/>
                </a:lnTo>
                <a:cubicBezTo>
                  <a:pt x="376018" y="53575"/>
                  <a:pt x="374405" y="50789"/>
                  <a:pt x="372821" y="49346"/>
                </a:cubicBezTo>
                <a:cubicBezTo>
                  <a:pt x="371237" y="47903"/>
                  <a:pt x="368748" y="46814"/>
                  <a:pt x="365354" y="46079"/>
                </a:cubicBezTo>
                <a:lnTo>
                  <a:pt x="365354" y="42939"/>
                </a:lnTo>
                <a:close/>
                <a:moveTo>
                  <a:pt x="561181" y="17311"/>
                </a:moveTo>
                <a:lnTo>
                  <a:pt x="561181" y="42939"/>
                </a:lnTo>
                <a:lnTo>
                  <a:pt x="579341" y="42939"/>
                </a:lnTo>
                <a:lnTo>
                  <a:pt x="579341" y="48879"/>
                </a:lnTo>
                <a:lnTo>
                  <a:pt x="561181" y="48879"/>
                </a:lnTo>
                <a:lnTo>
                  <a:pt x="561181" y="99217"/>
                </a:lnTo>
                <a:cubicBezTo>
                  <a:pt x="561181" y="104247"/>
                  <a:pt x="561902" y="107638"/>
                  <a:pt x="563345" y="109390"/>
                </a:cubicBezTo>
                <a:cubicBezTo>
                  <a:pt x="564787" y="111140"/>
                  <a:pt x="566640" y="112015"/>
                  <a:pt x="568903" y="112015"/>
                </a:cubicBezTo>
                <a:cubicBezTo>
                  <a:pt x="570770" y="112015"/>
                  <a:pt x="572580" y="111435"/>
                  <a:pt x="574334" y="110275"/>
                </a:cubicBezTo>
                <a:cubicBezTo>
                  <a:pt x="576088" y="109116"/>
                  <a:pt x="577446" y="107404"/>
                  <a:pt x="578407" y="105141"/>
                </a:cubicBezTo>
                <a:lnTo>
                  <a:pt x="581717" y="105141"/>
                </a:lnTo>
                <a:cubicBezTo>
                  <a:pt x="579737" y="110701"/>
                  <a:pt x="576937" y="114906"/>
                  <a:pt x="573316" y="117756"/>
                </a:cubicBezTo>
                <a:cubicBezTo>
                  <a:pt x="569695" y="120604"/>
                  <a:pt x="565961" y="122028"/>
                  <a:pt x="562114" y="122028"/>
                </a:cubicBezTo>
                <a:cubicBezTo>
                  <a:pt x="559512" y="122028"/>
                  <a:pt x="556966" y="121306"/>
                  <a:pt x="554477" y="119862"/>
                </a:cubicBezTo>
                <a:cubicBezTo>
                  <a:pt x="551988" y="118417"/>
                  <a:pt x="550149" y="116351"/>
                  <a:pt x="548961" y="113662"/>
                </a:cubicBezTo>
                <a:cubicBezTo>
                  <a:pt x="547773" y="110971"/>
                  <a:pt x="547179" y="106822"/>
                  <a:pt x="547179" y="101214"/>
                </a:cubicBezTo>
                <a:lnTo>
                  <a:pt x="547179" y="48879"/>
                </a:lnTo>
                <a:lnTo>
                  <a:pt x="534874" y="48879"/>
                </a:lnTo>
                <a:lnTo>
                  <a:pt x="534874" y="46079"/>
                </a:lnTo>
                <a:cubicBezTo>
                  <a:pt x="537986" y="44831"/>
                  <a:pt x="541168" y="42717"/>
                  <a:pt x="544421" y="39738"/>
                </a:cubicBezTo>
                <a:cubicBezTo>
                  <a:pt x="547674" y="36759"/>
                  <a:pt x="550573" y="33227"/>
                  <a:pt x="553119" y="29141"/>
                </a:cubicBezTo>
                <a:cubicBezTo>
                  <a:pt x="554420" y="26986"/>
                  <a:pt x="556231" y="23043"/>
                  <a:pt x="558550" y="17311"/>
                </a:cubicBezTo>
                <a:lnTo>
                  <a:pt x="561181" y="17311"/>
                </a:lnTo>
                <a:close/>
                <a:moveTo>
                  <a:pt x="609750" y="0"/>
                </a:moveTo>
                <a:lnTo>
                  <a:pt x="609750" y="56941"/>
                </a:lnTo>
                <a:cubicBezTo>
                  <a:pt x="616029" y="50039"/>
                  <a:pt x="621008" y="45612"/>
                  <a:pt x="624685" y="43660"/>
                </a:cubicBezTo>
                <a:cubicBezTo>
                  <a:pt x="628362" y="41709"/>
                  <a:pt x="632040" y="40733"/>
                  <a:pt x="635717" y="40733"/>
                </a:cubicBezTo>
                <a:cubicBezTo>
                  <a:pt x="640130" y="40733"/>
                  <a:pt x="643920" y="41946"/>
                  <a:pt x="647088" y="44374"/>
                </a:cubicBezTo>
                <a:cubicBezTo>
                  <a:pt x="650256" y="46801"/>
                  <a:pt x="652604" y="50611"/>
                  <a:pt x="654132" y="55803"/>
                </a:cubicBezTo>
                <a:cubicBezTo>
                  <a:pt x="655206" y="59417"/>
                  <a:pt x="655744" y="66022"/>
                  <a:pt x="655744" y="75618"/>
                </a:cubicBezTo>
                <a:lnTo>
                  <a:pt x="655744" y="103052"/>
                </a:lnTo>
                <a:cubicBezTo>
                  <a:pt x="655744" y="107963"/>
                  <a:pt x="656140" y="111322"/>
                  <a:pt x="656932" y="113129"/>
                </a:cubicBezTo>
                <a:cubicBezTo>
                  <a:pt x="657498" y="114483"/>
                  <a:pt x="658459" y="115555"/>
                  <a:pt x="659817" y="116345"/>
                </a:cubicBezTo>
                <a:cubicBezTo>
                  <a:pt x="661175" y="117136"/>
                  <a:pt x="663664" y="117531"/>
                  <a:pt x="667285" y="117531"/>
                </a:cubicBezTo>
                <a:lnTo>
                  <a:pt x="667285" y="120671"/>
                </a:lnTo>
                <a:lnTo>
                  <a:pt x="629098" y="120671"/>
                </a:lnTo>
                <a:lnTo>
                  <a:pt x="629098" y="117531"/>
                </a:lnTo>
                <a:lnTo>
                  <a:pt x="630880" y="117531"/>
                </a:lnTo>
                <a:cubicBezTo>
                  <a:pt x="634501" y="117531"/>
                  <a:pt x="637018" y="116979"/>
                  <a:pt x="638432" y="115876"/>
                </a:cubicBezTo>
                <a:cubicBezTo>
                  <a:pt x="639847" y="114773"/>
                  <a:pt x="640837" y="113146"/>
                  <a:pt x="641403" y="110997"/>
                </a:cubicBezTo>
                <a:cubicBezTo>
                  <a:pt x="641572" y="110091"/>
                  <a:pt x="641657" y="107433"/>
                  <a:pt x="641657" y="103020"/>
                </a:cubicBezTo>
                <a:lnTo>
                  <a:pt x="641657" y="75525"/>
                </a:lnTo>
                <a:cubicBezTo>
                  <a:pt x="641657" y="67039"/>
                  <a:pt x="641219" y="61467"/>
                  <a:pt x="640342" y="58808"/>
                </a:cubicBezTo>
                <a:cubicBezTo>
                  <a:pt x="639465" y="56149"/>
                  <a:pt x="638065" y="54155"/>
                  <a:pt x="636141" y="52825"/>
                </a:cubicBezTo>
                <a:cubicBezTo>
                  <a:pt x="634218" y="51496"/>
                  <a:pt x="631898" y="50831"/>
                  <a:pt x="629183" y="50831"/>
                </a:cubicBezTo>
                <a:cubicBezTo>
                  <a:pt x="626411" y="50831"/>
                  <a:pt x="623525" y="51566"/>
                  <a:pt x="620527" y="53037"/>
                </a:cubicBezTo>
                <a:cubicBezTo>
                  <a:pt x="617529" y="54508"/>
                  <a:pt x="613936" y="57478"/>
                  <a:pt x="609750" y="61948"/>
                </a:cubicBezTo>
                <a:lnTo>
                  <a:pt x="609750" y="103020"/>
                </a:lnTo>
                <a:cubicBezTo>
                  <a:pt x="609750" y="108338"/>
                  <a:pt x="610047" y="111647"/>
                  <a:pt x="610641" y="112948"/>
                </a:cubicBezTo>
                <a:cubicBezTo>
                  <a:pt x="611235" y="114250"/>
                  <a:pt x="612338" y="115339"/>
                  <a:pt x="613950" y="116216"/>
                </a:cubicBezTo>
                <a:cubicBezTo>
                  <a:pt x="615563" y="117092"/>
                  <a:pt x="618349" y="117531"/>
                  <a:pt x="622309" y="117531"/>
                </a:cubicBezTo>
                <a:lnTo>
                  <a:pt x="622309" y="120671"/>
                </a:lnTo>
                <a:lnTo>
                  <a:pt x="583783" y="120671"/>
                </a:lnTo>
                <a:lnTo>
                  <a:pt x="583783" y="117531"/>
                </a:lnTo>
                <a:cubicBezTo>
                  <a:pt x="587234" y="117531"/>
                  <a:pt x="589949" y="116993"/>
                  <a:pt x="591929" y="115919"/>
                </a:cubicBezTo>
                <a:cubicBezTo>
                  <a:pt x="593061" y="115355"/>
                  <a:pt x="593966" y="114281"/>
                  <a:pt x="594645" y="112699"/>
                </a:cubicBezTo>
                <a:cubicBezTo>
                  <a:pt x="595324" y="111115"/>
                  <a:pt x="595663" y="107892"/>
                  <a:pt x="595663" y="103030"/>
                </a:cubicBezTo>
                <a:lnTo>
                  <a:pt x="595663" y="32732"/>
                </a:lnTo>
                <a:cubicBezTo>
                  <a:pt x="595663" y="23857"/>
                  <a:pt x="595451" y="18402"/>
                  <a:pt x="595027" y="16367"/>
                </a:cubicBezTo>
                <a:cubicBezTo>
                  <a:pt x="594602" y="14331"/>
                  <a:pt x="593952" y="12946"/>
                  <a:pt x="593075" y="12212"/>
                </a:cubicBezTo>
                <a:cubicBezTo>
                  <a:pt x="592198" y="11476"/>
                  <a:pt x="591024" y="11109"/>
                  <a:pt x="589553" y="11109"/>
                </a:cubicBezTo>
                <a:cubicBezTo>
                  <a:pt x="588365" y="11109"/>
                  <a:pt x="586442" y="11561"/>
                  <a:pt x="583783" y="12466"/>
                </a:cubicBezTo>
                <a:lnTo>
                  <a:pt x="582595" y="9496"/>
                </a:lnTo>
                <a:lnTo>
                  <a:pt x="605846" y="0"/>
                </a:lnTo>
                <a:lnTo>
                  <a:pt x="609750" y="0"/>
                </a:lnTo>
                <a:close/>
                <a:moveTo>
                  <a:pt x="686888" y="72301"/>
                </a:moveTo>
                <a:cubicBezTo>
                  <a:pt x="686831" y="83815"/>
                  <a:pt x="689631" y="92846"/>
                  <a:pt x="695289" y="99395"/>
                </a:cubicBezTo>
                <a:cubicBezTo>
                  <a:pt x="700946" y="105941"/>
                  <a:pt x="707593" y="109215"/>
                  <a:pt x="715231" y="109215"/>
                </a:cubicBezTo>
                <a:cubicBezTo>
                  <a:pt x="720322" y="109215"/>
                  <a:pt x="724749" y="107814"/>
                  <a:pt x="728511" y="105014"/>
                </a:cubicBezTo>
                <a:cubicBezTo>
                  <a:pt x="732273" y="102214"/>
                  <a:pt x="735427" y="97419"/>
                  <a:pt x="737973" y="90630"/>
                </a:cubicBezTo>
                <a:lnTo>
                  <a:pt x="740604" y="92327"/>
                </a:lnTo>
                <a:cubicBezTo>
                  <a:pt x="739416" y="100078"/>
                  <a:pt x="735965" y="107136"/>
                  <a:pt x="730251" y="113500"/>
                </a:cubicBezTo>
                <a:cubicBezTo>
                  <a:pt x="724537" y="119864"/>
                  <a:pt x="717380" y="123047"/>
                  <a:pt x="708781" y="123047"/>
                </a:cubicBezTo>
                <a:cubicBezTo>
                  <a:pt x="699447" y="123047"/>
                  <a:pt x="691456" y="119420"/>
                  <a:pt x="684808" y="112166"/>
                </a:cubicBezTo>
                <a:cubicBezTo>
                  <a:pt x="678161" y="104911"/>
                  <a:pt x="674837" y="95157"/>
                  <a:pt x="674837" y="82905"/>
                </a:cubicBezTo>
                <a:cubicBezTo>
                  <a:pt x="674837" y="69639"/>
                  <a:pt x="678246" y="59294"/>
                  <a:pt x="685063" y="51871"/>
                </a:cubicBezTo>
                <a:cubicBezTo>
                  <a:pt x="691880" y="44445"/>
                  <a:pt x="700437" y="40733"/>
                  <a:pt x="710733" y="40733"/>
                </a:cubicBezTo>
                <a:cubicBezTo>
                  <a:pt x="719445" y="40733"/>
                  <a:pt x="726602" y="43597"/>
                  <a:pt x="732203" y="49325"/>
                </a:cubicBezTo>
                <a:cubicBezTo>
                  <a:pt x="737803" y="55051"/>
                  <a:pt x="740604" y="62710"/>
                  <a:pt x="740604" y="72301"/>
                </a:cubicBezTo>
                <a:lnTo>
                  <a:pt x="686888" y="72301"/>
                </a:lnTo>
                <a:moveTo>
                  <a:pt x="686888" y="67379"/>
                </a:moveTo>
                <a:lnTo>
                  <a:pt x="722868" y="67379"/>
                </a:lnTo>
                <a:cubicBezTo>
                  <a:pt x="722585" y="62400"/>
                  <a:pt x="721991" y="58893"/>
                  <a:pt x="721086" y="56856"/>
                </a:cubicBezTo>
                <a:cubicBezTo>
                  <a:pt x="719672" y="53688"/>
                  <a:pt x="717564" y="51199"/>
                  <a:pt x="714764" y="49388"/>
                </a:cubicBezTo>
                <a:cubicBezTo>
                  <a:pt x="711964" y="47578"/>
                  <a:pt x="709036" y="46673"/>
                  <a:pt x="705981" y="46673"/>
                </a:cubicBezTo>
                <a:cubicBezTo>
                  <a:pt x="701285" y="46673"/>
                  <a:pt x="697085" y="48497"/>
                  <a:pt x="693379" y="52146"/>
                </a:cubicBezTo>
                <a:cubicBezTo>
                  <a:pt x="689674" y="55795"/>
                  <a:pt x="687510" y="60873"/>
                  <a:pt x="686888" y="67379"/>
                </a:cubicBezTo>
                <a:close/>
                <a:moveTo>
                  <a:pt x="844668" y="40733"/>
                </a:moveTo>
                <a:lnTo>
                  <a:pt x="844668" y="67039"/>
                </a:lnTo>
                <a:lnTo>
                  <a:pt x="841868" y="67039"/>
                </a:lnTo>
                <a:cubicBezTo>
                  <a:pt x="839718" y="58788"/>
                  <a:pt x="836960" y="53176"/>
                  <a:pt x="833594" y="50203"/>
                </a:cubicBezTo>
                <a:cubicBezTo>
                  <a:pt x="830228" y="47227"/>
                  <a:pt x="825943" y="45739"/>
                  <a:pt x="820738" y="45739"/>
                </a:cubicBezTo>
                <a:cubicBezTo>
                  <a:pt x="816778" y="45739"/>
                  <a:pt x="813581" y="46785"/>
                  <a:pt x="811149" y="48877"/>
                </a:cubicBezTo>
                <a:cubicBezTo>
                  <a:pt x="808716" y="50966"/>
                  <a:pt x="807500" y="53283"/>
                  <a:pt x="807500" y="55827"/>
                </a:cubicBezTo>
                <a:cubicBezTo>
                  <a:pt x="807500" y="58992"/>
                  <a:pt x="808405" y="61704"/>
                  <a:pt x="810215" y="63963"/>
                </a:cubicBezTo>
                <a:cubicBezTo>
                  <a:pt x="811969" y="66281"/>
                  <a:pt x="815533" y="68739"/>
                  <a:pt x="820908" y="71338"/>
                </a:cubicBezTo>
                <a:lnTo>
                  <a:pt x="833297" y="77358"/>
                </a:lnTo>
                <a:cubicBezTo>
                  <a:pt x="844781" y="82951"/>
                  <a:pt x="850524" y="90326"/>
                  <a:pt x="850524" y="99482"/>
                </a:cubicBezTo>
                <a:cubicBezTo>
                  <a:pt x="850524" y="106545"/>
                  <a:pt x="847851" y="112239"/>
                  <a:pt x="842504" y="116563"/>
                </a:cubicBezTo>
                <a:cubicBezTo>
                  <a:pt x="837158" y="120885"/>
                  <a:pt x="831176" y="123047"/>
                  <a:pt x="824557" y="123047"/>
                </a:cubicBezTo>
                <a:cubicBezTo>
                  <a:pt x="819804" y="123047"/>
                  <a:pt x="814373" y="122198"/>
                  <a:pt x="808263" y="120501"/>
                </a:cubicBezTo>
                <a:cubicBezTo>
                  <a:pt x="806397" y="119935"/>
                  <a:pt x="804869" y="119652"/>
                  <a:pt x="803681" y="119652"/>
                </a:cubicBezTo>
                <a:cubicBezTo>
                  <a:pt x="802380" y="119652"/>
                  <a:pt x="801362" y="120388"/>
                  <a:pt x="800626" y="121859"/>
                </a:cubicBezTo>
                <a:lnTo>
                  <a:pt x="797826" y="121859"/>
                </a:lnTo>
                <a:lnTo>
                  <a:pt x="797826" y="94025"/>
                </a:lnTo>
                <a:lnTo>
                  <a:pt x="800626" y="94025"/>
                </a:lnTo>
                <a:cubicBezTo>
                  <a:pt x="802210" y="101973"/>
                  <a:pt x="805237" y="107963"/>
                  <a:pt x="809706" y="111994"/>
                </a:cubicBezTo>
                <a:cubicBezTo>
                  <a:pt x="814175" y="116025"/>
                  <a:pt x="819182" y="118040"/>
                  <a:pt x="824726" y="118040"/>
                </a:cubicBezTo>
                <a:cubicBezTo>
                  <a:pt x="828630" y="118040"/>
                  <a:pt x="831812" y="116896"/>
                  <a:pt x="834273" y="114608"/>
                </a:cubicBezTo>
                <a:cubicBezTo>
                  <a:pt x="836734" y="112319"/>
                  <a:pt x="837964" y="109564"/>
                  <a:pt x="837964" y="106343"/>
                </a:cubicBezTo>
                <a:cubicBezTo>
                  <a:pt x="837964" y="102443"/>
                  <a:pt x="836593" y="99165"/>
                  <a:pt x="833849" y="96509"/>
                </a:cubicBezTo>
                <a:cubicBezTo>
                  <a:pt x="831105" y="93854"/>
                  <a:pt x="825631" y="90492"/>
                  <a:pt x="817428" y="86424"/>
                </a:cubicBezTo>
                <a:cubicBezTo>
                  <a:pt x="809225" y="82355"/>
                  <a:pt x="803851" y="78681"/>
                  <a:pt x="801305" y="75403"/>
                </a:cubicBezTo>
                <a:cubicBezTo>
                  <a:pt x="798759" y="72182"/>
                  <a:pt x="797486" y="68113"/>
                  <a:pt x="797486" y="63197"/>
                </a:cubicBezTo>
                <a:cubicBezTo>
                  <a:pt x="797486" y="56811"/>
                  <a:pt x="799678" y="51471"/>
                  <a:pt x="804063" y="47177"/>
                </a:cubicBezTo>
                <a:cubicBezTo>
                  <a:pt x="808447" y="42881"/>
                  <a:pt x="814119" y="40733"/>
                  <a:pt x="821077" y="40733"/>
                </a:cubicBezTo>
                <a:cubicBezTo>
                  <a:pt x="824132" y="40733"/>
                  <a:pt x="827838" y="41383"/>
                  <a:pt x="832194" y="42684"/>
                </a:cubicBezTo>
                <a:cubicBezTo>
                  <a:pt x="835079" y="43533"/>
                  <a:pt x="837003" y="43957"/>
                  <a:pt x="837964" y="43957"/>
                </a:cubicBezTo>
                <a:cubicBezTo>
                  <a:pt x="838870" y="43957"/>
                  <a:pt x="839577" y="43759"/>
                  <a:pt x="840086" y="43363"/>
                </a:cubicBezTo>
                <a:cubicBezTo>
                  <a:pt x="840595" y="42967"/>
                  <a:pt x="841189" y="42090"/>
                  <a:pt x="841868" y="40733"/>
                </a:cubicBezTo>
                <a:lnTo>
                  <a:pt x="844668" y="40733"/>
                </a:lnTo>
                <a:close/>
                <a:moveTo>
                  <a:pt x="906079" y="109469"/>
                </a:moveTo>
                <a:cubicBezTo>
                  <a:pt x="898102" y="115636"/>
                  <a:pt x="893095" y="119200"/>
                  <a:pt x="891059" y="120161"/>
                </a:cubicBezTo>
                <a:cubicBezTo>
                  <a:pt x="888004" y="121632"/>
                  <a:pt x="884751" y="122368"/>
                  <a:pt x="881300" y="122368"/>
                </a:cubicBezTo>
                <a:cubicBezTo>
                  <a:pt x="875925" y="122368"/>
                  <a:pt x="871499" y="120529"/>
                  <a:pt x="868019" y="116852"/>
                </a:cubicBezTo>
                <a:cubicBezTo>
                  <a:pt x="864540" y="113175"/>
                  <a:pt x="862800" y="108338"/>
                  <a:pt x="862800" y="102341"/>
                </a:cubicBezTo>
                <a:cubicBezTo>
                  <a:pt x="862800" y="98551"/>
                  <a:pt x="863649" y="95269"/>
                  <a:pt x="865346" y="92497"/>
                </a:cubicBezTo>
                <a:cubicBezTo>
                  <a:pt x="867666" y="88650"/>
                  <a:pt x="871697" y="85030"/>
                  <a:pt x="877439" y="81635"/>
                </a:cubicBezTo>
                <a:cubicBezTo>
                  <a:pt x="883181" y="78241"/>
                  <a:pt x="892728" y="74111"/>
                  <a:pt x="906079" y="69246"/>
                </a:cubicBezTo>
                <a:lnTo>
                  <a:pt x="906079" y="66191"/>
                </a:lnTo>
                <a:cubicBezTo>
                  <a:pt x="906079" y="58440"/>
                  <a:pt x="904848" y="53122"/>
                  <a:pt x="902387" y="50237"/>
                </a:cubicBezTo>
                <a:cubicBezTo>
                  <a:pt x="899927" y="47352"/>
                  <a:pt x="896348" y="45909"/>
                  <a:pt x="891653" y="45909"/>
                </a:cubicBezTo>
                <a:cubicBezTo>
                  <a:pt x="888089" y="45909"/>
                  <a:pt x="885260" y="46867"/>
                  <a:pt x="883167" y="48784"/>
                </a:cubicBezTo>
                <a:cubicBezTo>
                  <a:pt x="881017" y="50700"/>
                  <a:pt x="879942" y="52899"/>
                  <a:pt x="879942" y="55379"/>
                </a:cubicBezTo>
                <a:lnTo>
                  <a:pt x="880112" y="60282"/>
                </a:lnTo>
                <a:cubicBezTo>
                  <a:pt x="880112" y="62874"/>
                  <a:pt x="879447" y="64874"/>
                  <a:pt x="878118" y="66283"/>
                </a:cubicBezTo>
                <a:cubicBezTo>
                  <a:pt x="876788" y="67692"/>
                  <a:pt x="875048" y="68397"/>
                  <a:pt x="872899" y="68397"/>
                </a:cubicBezTo>
                <a:cubicBezTo>
                  <a:pt x="870805" y="68397"/>
                  <a:pt x="869094" y="67664"/>
                  <a:pt x="867765" y="66199"/>
                </a:cubicBezTo>
                <a:cubicBezTo>
                  <a:pt x="866435" y="64731"/>
                  <a:pt x="865770" y="62728"/>
                  <a:pt x="865770" y="60189"/>
                </a:cubicBezTo>
                <a:cubicBezTo>
                  <a:pt x="865770" y="55340"/>
                  <a:pt x="868260" y="50885"/>
                  <a:pt x="873238" y="46824"/>
                </a:cubicBezTo>
                <a:cubicBezTo>
                  <a:pt x="878217" y="42763"/>
                  <a:pt x="885203" y="40733"/>
                  <a:pt x="894199" y="40733"/>
                </a:cubicBezTo>
                <a:cubicBezTo>
                  <a:pt x="901100" y="40733"/>
                  <a:pt x="906758" y="41891"/>
                  <a:pt x="911170" y="44207"/>
                </a:cubicBezTo>
                <a:cubicBezTo>
                  <a:pt x="914508" y="45959"/>
                  <a:pt x="916969" y="48700"/>
                  <a:pt x="918553" y="52430"/>
                </a:cubicBezTo>
                <a:cubicBezTo>
                  <a:pt x="919572" y="54859"/>
                  <a:pt x="920081" y="59831"/>
                  <a:pt x="920081" y="67347"/>
                </a:cubicBezTo>
                <a:lnTo>
                  <a:pt x="920081" y="93706"/>
                </a:lnTo>
                <a:cubicBezTo>
                  <a:pt x="920081" y="101109"/>
                  <a:pt x="920222" y="105643"/>
                  <a:pt x="920505" y="107311"/>
                </a:cubicBezTo>
                <a:cubicBezTo>
                  <a:pt x="920788" y="108978"/>
                  <a:pt x="921255" y="110094"/>
                  <a:pt x="921905" y="110660"/>
                </a:cubicBezTo>
                <a:cubicBezTo>
                  <a:pt x="922556" y="111224"/>
                  <a:pt x="923305" y="111506"/>
                  <a:pt x="924154" y="111506"/>
                </a:cubicBezTo>
                <a:cubicBezTo>
                  <a:pt x="925059" y="111506"/>
                  <a:pt x="925851" y="111308"/>
                  <a:pt x="926530" y="110912"/>
                </a:cubicBezTo>
                <a:cubicBezTo>
                  <a:pt x="927718" y="110176"/>
                  <a:pt x="930009" y="108111"/>
                  <a:pt x="933404" y="104717"/>
                </a:cubicBezTo>
                <a:lnTo>
                  <a:pt x="933404" y="109469"/>
                </a:lnTo>
                <a:cubicBezTo>
                  <a:pt x="927068" y="117955"/>
                  <a:pt x="921014" y="122198"/>
                  <a:pt x="915244" y="122198"/>
                </a:cubicBezTo>
                <a:cubicBezTo>
                  <a:pt x="912472" y="122198"/>
                  <a:pt x="910265" y="121236"/>
                  <a:pt x="908625" y="119313"/>
                </a:cubicBezTo>
                <a:cubicBezTo>
                  <a:pt x="906984" y="117389"/>
                  <a:pt x="906135" y="114108"/>
                  <a:pt x="906079" y="109469"/>
                </a:cubicBezTo>
                <a:moveTo>
                  <a:pt x="906079" y="103906"/>
                </a:moveTo>
                <a:lnTo>
                  <a:pt x="906079" y="74422"/>
                </a:lnTo>
                <a:cubicBezTo>
                  <a:pt x="897536" y="77801"/>
                  <a:pt x="892020" y="80194"/>
                  <a:pt x="889531" y="81603"/>
                </a:cubicBezTo>
                <a:cubicBezTo>
                  <a:pt x="885062" y="84082"/>
                  <a:pt x="881866" y="86673"/>
                  <a:pt x="879942" y="89376"/>
                </a:cubicBezTo>
                <a:cubicBezTo>
                  <a:pt x="878019" y="92079"/>
                  <a:pt x="877057" y="95036"/>
                  <a:pt x="877057" y="98246"/>
                </a:cubicBezTo>
                <a:cubicBezTo>
                  <a:pt x="877057" y="102302"/>
                  <a:pt x="878273" y="105667"/>
                  <a:pt x="880706" y="108342"/>
                </a:cubicBezTo>
                <a:cubicBezTo>
                  <a:pt x="883138" y="111017"/>
                  <a:pt x="885939" y="112354"/>
                  <a:pt x="889107" y="112354"/>
                </a:cubicBezTo>
                <a:cubicBezTo>
                  <a:pt x="893406" y="112354"/>
                  <a:pt x="899064" y="109538"/>
                  <a:pt x="906079" y="103906"/>
                </a:cubicBezTo>
                <a:close/>
                <a:moveTo>
                  <a:pt x="962283" y="57280"/>
                </a:moveTo>
                <a:cubicBezTo>
                  <a:pt x="967940" y="51623"/>
                  <a:pt x="971278" y="48370"/>
                  <a:pt x="972296" y="47521"/>
                </a:cubicBezTo>
                <a:cubicBezTo>
                  <a:pt x="974842" y="45372"/>
                  <a:pt x="977586" y="43703"/>
                  <a:pt x="980528" y="42515"/>
                </a:cubicBezTo>
                <a:cubicBezTo>
                  <a:pt x="983469" y="41327"/>
                  <a:pt x="986383" y="40733"/>
                  <a:pt x="989268" y="40733"/>
                </a:cubicBezTo>
                <a:cubicBezTo>
                  <a:pt x="994133" y="40733"/>
                  <a:pt x="998320" y="42147"/>
                  <a:pt x="1001827" y="44976"/>
                </a:cubicBezTo>
                <a:cubicBezTo>
                  <a:pt x="1005335" y="47804"/>
                  <a:pt x="1007683" y="51906"/>
                  <a:pt x="1008871" y="57280"/>
                </a:cubicBezTo>
                <a:cubicBezTo>
                  <a:pt x="1014698" y="50492"/>
                  <a:pt x="1019620" y="46036"/>
                  <a:pt x="1023636" y="43915"/>
                </a:cubicBezTo>
                <a:cubicBezTo>
                  <a:pt x="1027653" y="41793"/>
                  <a:pt x="1031783" y="40733"/>
                  <a:pt x="1036026" y="40733"/>
                </a:cubicBezTo>
                <a:cubicBezTo>
                  <a:pt x="1040156" y="40733"/>
                  <a:pt x="1043819" y="41792"/>
                  <a:pt x="1047015" y="43910"/>
                </a:cubicBezTo>
                <a:cubicBezTo>
                  <a:pt x="1050212" y="46026"/>
                  <a:pt x="1052743" y="49483"/>
                  <a:pt x="1054610" y="54281"/>
                </a:cubicBezTo>
                <a:cubicBezTo>
                  <a:pt x="1055855" y="57555"/>
                  <a:pt x="1056477" y="62692"/>
                  <a:pt x="1056477" y="69691"/>
                </a:cubicBezTo>
                <a:lnTo>
                  <a:pt x="1056477" y="103052"/>
                </a:lnTo>
                <a:cubicBezTo>
                  <a:pt x="1056477" y="107906"/>
                  <a:pt x="1056845" y="111237"/>
                  <a:pt x="1057580" y="113044"/>
                </a:cubicBezTo>
                <a:cubicBezTo>
                  <a:pt x="1058146" y="114285"/>
                  <a:pt x="1059193" y="115343"/>
                  <a:pt x="1060720" y="116218"/>
                </a:cubicBezTo>
                <a:cubicBezTo>
                  <a:pt x="1062248" y="117093"/>
                  <a:pt x="1064737" y="117531"/>
                  <a:pt x="1068188" y="117531"/>
                </a:cubicBezTo>
                <a:lnTo>
                  <a:pt x="1068188" y="120671"/>
                </a:lnTo>
                <a:lnTo>
                  <a:pt x="1029831" y="120671"/>
                </a:lnTo>
                <a:lnTo>
                  <a:pt x="1029831" y="117531"/>
                </a:lnTo>
                <a:lnTo>
                  <a:pt x="1031443" y="117531"/>
                </a:lnTo>
                <a:cubicBezTo>
                  <a:pt x="1034781" y="117531"/>
                  <a:pt x="1037384" y="116884"/>
                  <a:pt x="1039251" y="115590"/>
                </a:cubicBezTo>
                <a:cubicBezTo>
                  <a:pt x="1040552" y="114688"/>
                  <a:pt x="1041485" y="113252"/>
                  <a:pt x="1042051" y="111283"/>
                </a:cubicBezTo>
                <a:cubicBezTo>
                  <a:pt x="1042277" y="110327"/>
                  <a:pt x="1042390" y="107597"/>
                  <a:pt x="1042390" y="103094"/>
                </a:cubicBezTo>
                <a:lnTo>
                  <a:pt x="1042390" y="69829"/>
                </a:lnTo>
                <a:cubicBezTo>
                  <a:pt x="1042390" y="63525"/>
                  <a:pt x="1041627" y="59078"/>
                  <a:pt x="1040099" y="56490"/>
                </a:cubicBezTo>
                <a:cubicBezTo>
                  <a:pt x="1037893" y="52887"/>
                  <a:pt x="1034357" y="51086"/>
                  <a:pt x="1029492" y="51086"/>
                </a:cubicBezTo>
                <a:cubicBezTo>
                  <a:pt x="1026493" y="51086"/>
                  <a:pt x="1023481" y="51832"/>
                  <a:pt x="1020454" y="53324"/>
                </a:cubicBezTo>
                <a:cubicBezTo>
                  <a:pt x="1017427" y="54814"/>
                  <a:pt x="1013764" y="57586"/>
                  <a:pt x="1009465" y="61640"/>
                </a:cubicBezTo>
                <a:lnTo>
                  <a:pt x="1009295" y="62568"/>
                </a:lnTo>
                <a:lnTo>
                  <a:pt x="1009465" y="66199"/>
                </a:lnTo>
                <a:lnTo>
                  <a:pt x="1009465" y="103094"/>
                </a:lnTo>
                <a:cubicBezTo>
                  <a:pt x="1009465" y="108385"/>
                  <a:pt x="1009762" y="111678"/>
                  <a:pt x="1010356" y="112972"/>
                </a:cubicBezTo>
                <a:cubicBezTo>
                  <a:pt x="1010950" y="114266"/>
                  <a:pt x="1012067" y="115350"/>
                  <a:pt x="1013708" y="116223"/>
                </a:cubicBezTo>
                <a:cubicBezTo>
                  <a:pt x="1015348" y="117095"/>
                  <a:pt x="1018149" y="117531"/>
                  <a:pt x="1022109" y="117531"/>
                </a:cubicBezTo>
                <a:lnTo>
                  <a:pt x="1022109" y="120671"/>
                </a:lnTo>
                <a:lnTo>
                  <a:pt x="982819" y="120671"/>
                </a:lnTo>
                <a:lnTo>
                  <a:pt x="982819" y="117531"/>
                </a:lnTo>
                <a:cubicBezTo>
                  <a:pt x="987118" y="117531"/>
                  <a:pt x="990074" y="117024"/>
                  <a:pt x="991687" y="116011"/>
                </a:cubicBezTo>
                <a:cubicBezTo>
                  <a:pt x="993299" y="114998"/>
                  <a:pt x="994416" y="113479"/>
                  <a:pt x="995039" y="111453"/>
                </a:cubicBezTo>
                <a:cubicBezTo>
                  <a:pt x="995321" y="110495"/>
                  <a:pt x="995463" y="107708"/>
                  <a:pt x="995463" y="103094"/>
                </a:cubicBezTo>
                <a:lnTo>
                  <a:pt x="995463" y="69829"/>
                </a:lnTo>
                <a:cubicBezTo>
                  <a:pt x="995463" y="63525"/>
                  <a:pt x="994529" y="58993"/>
                  <a:pt x="992663" y="56236"/>
                </a:cubicBezTo>
                <a:cubicBezTo>
                  <a:pt x="990173" y="52633"/>
                  <a:pt x="986694" y="50831"/>
                  <a:pt x="982225" y="50831"/>
                </a:cubicBezTo>
                <a:cubicBezTo>
                  <a:pt x="979170" y="50831"/>
                  <a:pt x="976143" y="51647"/>
                  <a:pt x="973145" y="53279"/>
                </a:cubicBezTo>
                <a:cubicBezTo>
                  <a:pt x="968449" y="55756"/>
                  <a:pt x="964829" y="58542"/>
                  <a:pt x="962283" y="61637"/>
                </a:cubicBezTo>
                <a:lnTo>
                  <a:pt x="962283" y="103094"/>
                </a:lnTo>
                <a:cubicBezTo>
                  <a:pt x="962283" y="108159"/>
                  <a:pt x="962636" y="111452"/>
                  <a:pt x="963343" y="112972"/>
                </a:cubicBezTo>
                <a:cubicBezTo>
                  <a:pt x="964051" y="114491"/>
                  <a:pt x="965097" y="115630"/>
                  <a:pt x="966483" y="116391"/>
                </a:cubicBezTo>
                <a:cubicBezTo>
                  <a:pt x="967869" y="117151"/>
                  <a:pt x="970684" y="117531"/>
                  <a:pt x="974927" y="117531"/>
                </a:cubicBezTo>
                <a:lnTo>
                  <a:pt x="974927" y="120671"/>
                </a:lnTo>
                <a:lnTo>
                  <a:pt x="936485" y="120671"/>
                </a:lnTo>
                <a:lnTo>
                  <a:pt x="936485" y="117531"/>
                </a:lnTo>
                <a:cubicBezTo>
                  <a:pt x="940049" y="117531"/>
                  <a:pt x="942539" y="117150"/>
                  <a:pt x="943953" y="116388"/>
                </a:cubicBezTo>
                <a:cubicBezTo>
                  <a:pt x="945367" y="115626"/>
                  <a:pt x="946442" y="114412"/>
                  <a:pt x="947178" y="112747"/>
                </a:cubicBezTo>
                <a:cubicBezTo>
                  <a:pt x="947913" y="111081"/>
                  <a:pt x="948281" y="107850"/>
                  <a:pt x="948281" y="103052"/>
                </a:cubicBezTo>
                <a:lnTo>
                  <a:pt x="948281" y="73417"/>
                </a:lnTo>
                <a:cubicBezTo>
                  <a:pt x="948281" y="64892"/>
                  <a:pt x="948026" y="59389"/>
                  <a:pt x="947517" y="56906"/>
                </a:cubicBezTo>
                <a:cubicBezTo>
                  <a:pt x="947121" y="55043"/>
                  <a:pt x="946499" y="53759"/>
                  <a:pt x="945650" y="53053"/>
                </a:cubicBezTo>
                <a:cubicBezTo>
                  <a:pt x="944802" y="52348"/>
                  <a:pt x="943642" y="51995"/>
                  <a:pt x="942171" y="51995"/>
                </a:cubicBezTo>
                <a:cubicBezTo>
                  <a:pt x="940587" y="51995"/>
                  <a:pt x="938692" y="52419"/>
                  <a:pt x="936485" y="53265"/>
                </a:cubicBezTo>
                <a:lnTo>
                  <a:pt x="935212" y="50216"/>
                </a:lnTo>
                <a:lnTo>
                  <a:pt x="958634" y="40733"/>
                </a:lnTo>
                <a:lnTo>
                  <a:pt x="962283" y="40733"/>
                </a:lnTo>
                <a:lnTo>
                  <a:pt x="962283" y="57280"/>
                </a:lnTo>
                <a:close/>
                <a:moveTo>
                  <a:pt x="1087480" y="72301"/>
                </a:moveTo>
                <a:cubicBezTo>
                  <a:pt x="1087424" y="83815"/>
                  <a:pt x="1090224" y="92846"/>
                  <a:pt x="1095882" y="99395"/>
                </a:cubicBezTo>
                <a:cubicBezTo>
                  <a:pt x="1101539" y="105941"/>
                  <a:pt x="1108186" y="109215"/>
                  <a:pt x="1115824" y="109215"/>
                </a:cubicBezTo>
                <a:cubicBezTo>
                  <a:pt x="1120915" y="109215"/>
                  <a:pt x="1125342" y="107814"/>
                  <a:pt x="1129104" y="105014"/>
                </a:cubicBezTo>
                <a:cubicBezTo>
                  <a:pt x="1132866" y="102214"/>
                  <a:pt x="1136020" y="97419"/>
                  <a:pt x="1138566" y="90630"/>
                </a:cubicBezTo>
                <a:lnTo>
                  <a:pt x="1141197" y="92327"/>
                </a:lnTo>
                <a:cubicBezTo>
                  <a:pt x="1140009" y="100078"/>
                  <a:pt x="1136558" y="107136"/>
                  <a:pt x="1130844" y="113500"/>
                </a:cubicBezTo>
                <a:cubicBezTo>
                  <a:pt x="1125130" y="119864"/>
                  <a:pt x="1117973" y="123047"/>
                  <a:pt x="1109374" y="123047"/>
                </a:cubicBezTo>
                <a:cubicBezTo>
                  <a:pt x="1100040" y="123047"/>
                  <a:pt x="1092049" y="119420"/>
                  <a:pt x="1085401" y="112166"/>
                </a:cubicBezTo>
                <a:cubicBezTo>
                  <a:pt x="1078754" y="104911"/>
                  <a:pt x="1075430" y="95157"/>
                  <a:pt x="1075430" y="82905"/>
                </a:cubicBezTo>
                <a:cubicBezTo>
                  <a:pt x="1075430" y="69639"/>
                  <a:pt x="1078839" y="59294"/>
                  <a:pt x="1085656" y="51871"/>
                </a:cubicBezTo>
                <a:cubicBezTo>
                  <a:pt x="1092473" y="44445"/>
                  <a:pt x="1101030" y="40733"/>
                  <a:pt x="1111326" y="40733"/>
                </a:cubicBezTo>
                <a:cubicBezTo>
                  <a:pt x="1120038" y="40733"/>
                  <a:pt x="1127195" y="43597"/>
                  <a:pt x="1132796" y="49325"/>
                </a:cubicBezTo>
                <a:cubicBezTo>
                  <a:pt x="1138396" y="55051"/>
                  <a:pt x="1141197" y="62710"/>
                  <a:pt x="1141197" y="72301"/>
                </a:cubicBezTo>
                <a:lnTo>
                  <a:pt x="1087480" y="72301"/>
                </a:lnTo>
                <a:moveTo>
                  <a:pt x="1087480" y="67379"/>
                </a:moveTo>
                <a:lnTo>
                  <a:pt x="1123461" y="67379"/>
                </a:lnTo>
                <a:cubicBezTo>
                  <a:pt x="1123178" y="62400"/>
                  <a:pt x="1122584" y="58893"/>
                  <a:pt x="1121679" y="56856"/>
                </a:cubicBezTo>
                <a:cubicBezTo>
                  <a:pt x="1120265" y="53688"/>
                  <a:pt x="1118157" y="51199"/>
                  <a:pt x="1115357" y="49388"/>
                </a:cubicBezTo>
                <a:cubicBezTo>
                  <a:pt x="1112557" y="47578"/>
                  <a:pt x="1109629" y="46673"/>
                  <a:pt x="1106574" y="46673"/>
                </a:cubicBezTo>
                <a:cubicBezTo>
                  <a:pt x="1101878" y="46673"/>
                  <a:pt x="1097678" y="48497"/>
                  <a:pt x="1093972" y="52146"/>
                </a:cubicBezTo>
                <a:cubicBezTo>
                  <a:pt x="1090267" y="55795"/>
                  <a:pt x="1088103" y="60873"/>
                  <a:pt x="1087480" y="67379"/>
                </a:cubicBezTo>
                <a:close/>
                <a:moveTo>
                  <a:pt x="1189424" y="50584"/>
                </a:moveTo>
                <a:lnTo>
                  <a:pt x="1213354" y="40902"/>
                </a:lnTo>
                <a:lnTo>
                  <a:pt x="1216579" y="40902"/>
                </a:lnTo>
                <a:lnTo>
                  <a:pt x="1216579" y="59062"/>
                </a:lnTo>
                <a:cubicBezTo>
                  <a:pt x="1220595" y="52217"/>
                  <a:pt x="1224626" y="47451"/>
                  <a:pt x="1228671" y="44764"/>
                </a:cubicBezTo>
                <a:cubicBezTo>
                  <a:pt x="1232716" y="42076"/>
                  <a:pt x="1236973" y="40733"/>
                  <a:pt x="1241443" y="40733"/>
                </a:cubicBezTo>
                <a:cubicBezTo>
                  <a:pt x="1249250" y="40733"/>
                  <a:pt x="1255756" y="43784"/>
                  <a:pt x="1260960" y="49887"/>
                </a:cubicBezTo>
                <a:cubicBezTo>
                  <a:pt x="1267353" y="57348"/>
                  <a:pt x="1270549" y="67068"/>
                  <a:pt x="1270549" y="79050"/>
                </a:cubicBezTo>
                <a:cubicBezTo>
                  <a:pt x="1270549" y="92443"/>
                  <a:pt x="1266703" y="103520"/>
                  <a:pt x="1259009" y="112280"/>
                </a:cubicBezTo>
                <a:cubicBezTo>
                  <a:pt x="1252672" y="119458"/>
                  <a:pt x="1244696" y="123047"/>
                  <a:pt x="1235078" y="123047"/>
                </a:cubicBezTo>
                <a:cubicBezTo>
                  <a:pt x="1230892" y="123047"/>
                  <a:pt x="1227271" y="122453"/>
                  <a:pt x="1224216" y="121265"/>
                </a:cubicBezTo>
                <a:cubicBezTo>
                  <a:pt x="1221953" y="120416"/>
                  <a:pt x="1219407" y="118719"/>
                  <a:pt x="1216579" y="116173"/>
                </a:cubicBezTo>
                <a:lnTo>
                  <a:pt x="1216579" y="139849"/>
                </a:lnTo>
                <a:cubicBezTo>
                  <a:pt x="1216579" y="145167"/>
                  <a:pt x="1216904" y="148547"/>
                  <a:pt x="1217555" y="149990"/>
                </a:cubicBezTo>
                <a:cubicBezTo>
                  <a:pt x="1218205" y="151432"/>
                  <a:pt x="1219337" y="152578"/>
                  <a:pt x="1220949" y="153427"/>
                </a:cubicBezTo>
                <a:cubicBezTo>
                  <a:pt x="1222561" y="154275"/>
                  <a:pt x="1225489" y="154699"/>
                  <a:pt x="1229732" y="154699"/>
                </a:cubicBezTo>
                <a:lnTo>
                  <a:pt x="1229732" y="157839"/>
                </a:lnTo>
                <a:lnTo>
                  <a:pt x="1188999" y="157839"/>
                </a:lnTo>
                <a:lnTo>
                  <a:pt x="1188999" y="154699"/>
                </a:lnTo>
                <a:lnTo>
                  <a:pt x="1191121" y="154699"/>
                </a:lnTo>
                <a:cubicBezTo>
                  <a:pt x="1194232" y="154756"/>
                  <a:pt x="1196891" y="154161"/>
                  <a:pt x="1199098" y="152915"/>
                </a:cubicBezTo>
                <a:cubicBezTo>
                  <a:pt x="1200172" y="152292"/>
                  <a:pt x="1201007" y="151287"/>
                  <a:pt x="1201601" y="149900"/>
                </a:cubicBezTo>
                <a:cubicBezTo>
                  <a:pt x="1202195" y="148514"/>
                  <a:pt x="1202492" y="144990"/>
                  <a:pt x="1202492" y="139329"/>
                </a:cubicBezTo>
                <a:lnTo>
                  <a:pt x="1202492" y="65785"/>
                </a:lnTo>
                <a:cubicBezTo>
                  <a:pt x="1202492" y="60746"/>
                  <a:pt x="1202266" y="57548"/>
                  <a:pt x="1201813" y="56190"/>
                </a:cubicBezTo>
                <a:cubicBezTo>
                  <a:pt x="1201360" y="54831"/>
                  <a:pt x="1200639" y="53812"/>
                  <a:pt x="1199649" y="53133"/>
                </a:cubicBezTo>
                <a:cubicBezTo>
                  <a:pt x="1198659" y="52452"/>
                  <a:pt x="1197315" y="52112"/>
                  <a:pt x="1195618" y="52112"/>
                </a:cubicBezTo>
                <a:cubicBezTo>
                  <a:pt x="1194261" y="52112"/>
                  <a:pt x="1192535" y="52508"/>
                  <a:pt x="1190442" y="53300"/>
                </a:cubicBezTo>
                <a:lnTo>
                  <a:pt x="1189424" y="50584"/>
                </a:lnTo>
                <a:moveTo>
                  <a:pt x="1216579" y="64223"/>
                </a:moveTo>
                <a:lnTo>
                  <a:pt x="1216579" y="93208"/>
                </a:lnTo>
                <a:cubicBezTo>
                  <a:pt x="1216579" y="99480"/>
                  <a:pt x="1216833" y="103605"/>
                  <a:pt x="1217342" y="105582"/>
                </a:cubicBezTo>
                <a:cubicBezTo>
                  <a:pt x="1218134" y="108859"/>
                  <a:pt x="1220072" y="111741"/>
                  <a:pt x="1223155" y="114227"/>
                </a:cubicBezTo>
                <a:cubicBezTo>
                  <a:pt x="1226239" y="116712"/>
                  <a:pt x="1230128" y="117955"/>
                  <a:pt x="1234824" y="117955"/>
                </a:cubicBezTo>
                <a:cubicBezTo>
                  <a:pt x="1240481" y="117955"/>
                  <a:pt x="1245063" y="115751"/>
                  <a:pt x="1248571" y="111344"/>
                </a:cubicBezTo>
                <a:cubicBezTo>
                  <a:pt x="1253153" y="105582"/>
                  <a:pt x="1255444" y="97475"/>
                  <a:pt x="1255444" y="87021"/>
                </a:cubicBezTo>
                <a:cubicBezTo>
                  <a:pt x="1255444" y="75157"/>
                  <a:pt x="1252842" y="66032"/>
                  <a:pt x="1247637" y="59648"/>
                </a:cubicBezTo>
                <a:cubicBezTo>
                  <a:pt x="1244017" y="55241"/>
                  <a:pt x="1239717" y="53037"/>
                  <a:pt x="1234739" y="53037"/>
                </a:cubicBezTo>
                <a:cubicBezTo>
                  <a:pt x="1232023" y="53037"/>
                  <a:pt x="1229336" y="53715"/>
                  <a:pt x="1226677" y="55071"/>
                </a:cubicBezTo>
                <a:cubicBezTo>
                  <a:pt x="1224640" y="56088"/>
                  <a:pt x="1221274" y="59138"/>
                  <a:pt x="1216579" y="64223"/>
                </a:cubicBezTo>
                <a:close/>
                <a:moveTo>
                  <a:pt x="1304663" y="40733"/>
                </a:moveTo>
                <a:lnTo>
                  <a:pt x="1304663" y="58214"/>
                </a:lnTo>
                <a:cubicBezTo>
                  <a:pt x="1311169" y="46560"/>
                  <a:pt x="1317845" y="40733"/>
                  <a:pt x="1324690" y="40733"/>
                </a:cubicBezTo>
                <a:cubicBezTo>
                  <a:pt x="1327802" y="40733"/>
                  <a:pt x="1330376" y="41680"/>
                  <a:pt x="1332412" y="43576"/>
                </a:cubicBezTo>
                <a:cubicBezTo>
                  <a:pt x="1334449" y="45471"/>
                  <a:pt x="1335467" y="47663"/>
                  <a:pt x="1335467" y="50152"/>
                </a:cubicBezTo>
                <a:cubicBezTo>
                  <a:pt x="1335467" y="52359"/>
                  <a:pt x="1334732" y="54225"/>
                  <a:pt x="1333261" y="55753"/>
                </a:cubicBezTo>
                <a:cubicBezTo>
                  <a:pt x="1331790" y="57280"/>
                  <a:pt x="1330036" y="58044"/>
                  <a:pt x="1328000" y="58044"/>
                </a:cubicBezTo>
                <a:cubicBezTo>
                  <a:pt x="1326020" y="58044"/>
                  <a:pt x="1323799" y="57068"/>
                  <a:pt x="1321338" y="55116"/>
                </a:cubicBezTo>
                <a:cubicBezTo>
                  <a:pt x="1318877" y="53165"/>
                  <a:pt x="1317053" y="52189"/>
                  <a:pt x="1315865" y="52189"/>
                </a:cubicBezTo>
                <a:cubicBezTo>
                  <a:pt x="1314846" y="52189"/>
                  <a:pt x="1313743" y="52753"/>
                  <a:pt x="1312555" y="53881"/>
                </a:cubicBezTo>
                <a:cubicBezTo>
                  <a:pt x="1310009" y="56195"/>
                  <a:pt x="1307379" y="60004"/>
                  <a:pt x="1304663" y="65308"/>
                </a:cubicBezTo>
                <a:lnTo>
                  <a:pt x="1304663" y="102466"/>
                </a:lnTo>
                <a:cubicBezTo>
                  <a:pt x="1304663" y="106753"/>
                  <a:pt x="1305201" y="109997"/>
                  <a:pt x="1306276" y="112198"/>
                </a:cubicBezTo>
                <a:cubicBezTo>
                  <a:pt x="1307011" y="113722"/>
                  <a:pt x="1308312" y="114992"/>
                  <a:pt x="1310179" y="116009"/>
                </a:cubicBezTo>
                <a:cubicBezTo>
                  <a:pt x="1312046" y="117023"/>
                  <a:pt x="1314733" y="117531"/>
                  <a:pt x="1318241" y="117531"/>
                </a:cubicBezTo>
                <a:lnTo>
                  <a:pt x="1318241" y="120671"/>
                </a:lnTo>
                <a:lnTo>
                  <a:pt x="1278442" y="120671"/>
                </a:lnTo>
                <a:lnTo>
                  <a:pt x="1278442" y="117531"/>
                </a:lnTo>
                <a:cubicBezTo>
                  <a:pt x="1282402" y="117531"/>
                  <a:pt x="1285344" y="116910"/>
                  <a:pt x="1287267" y="115669"/>
                </a:cubicBezTo>
                <a:cubicBezTo>
                  <a:pt x="1288681" y="114766"/>
                  <a:pt x="1289671" y="113326"/>
                  <a:pt x="1290237" y="111349"/>
                </a:cubicBezTo>
                <a:cubicBezTo>
                  <a:pt x="1290520" y="110389"/>
                  <a:pt x="1290661" y="107652"/>
                  <a:pt x="1290661" y="103136"/>
                </a:cubicBezTo>
                <a:lnTo>
                  <a:pt x="1290661" y="73078"/>
                </a:lnTo>
                <a:cubicBezTo>
                  <a:pt x="1290661" y="64045"/>
                  <a:pt x="1290478" y="58669"/>
                  <a:pt x="1290110" y="56949"/>
                </a:cubicBezTo>
                <a:cubicBezTo>
                  <a:pt x="1289742" y="55227"/>
                  <a:pt x="1289063" y="53971"/>
                  <a:pt x="1288073" y="53181"/>
                </a:cubicBezTo>
                <a:cubicBezTo>
                  <a:pt x="1287083" y="52390"/>
                  <a:pt x="1285853" y="51995"/>
                  <a:pt x="1284382" y="51995"/>
                </a:cubicBezTo>
                <a:cubicBezTo>
                  <a:pt x="1282628" y="51995"/>
                  <a:pt x="1280648" y="52419"/>
                  <a:pt x="1278442" y="53265"/>
                </a:cubicBezTo>
                <a:lnTo>
                  <a:pt x="1277593" y="50216"/>
                </a:lnTo>
                <a:lnTo>
                  <a:pt x="1301099" y="40733"/>
                </a:lnTo>
                <a:lnTo>
                  <a:pt x="1304663" y="40733"/>
                </a:lnTo>
                <a:close/>
                <a:moveTo>
                  <a:pt x="1377811" y="40733"/>
                </a:moveTo>
                <a:cubicBezTo>
                  <a:pt x="1389578" y="40733"/>
                  <a:pt x="1399026" y="45198"/>
                  <a:pt x="1406154" y="54127"/>
                </a:cubicBezTo>
                <a:cubicBezTo>
                  <a:pt x="1412207" y="61756"/>
                  <a:pt x="1415234" y="70516"/>
                  <a:pt x="1415234" y="80407"/>
                </a:cubicBezTo>
                <a:cubicBezTo>
                  <a:pt x="1415234" y="87359"/>
                  <a:pt x="1413565" y="94395"/>
                  <a:pt x="1410227" y="101516"/>
                </a:cubicBezTo>
                <a:cubicBezTo>
                  <a:pt x="1406890" y="108636"/>
                  <a:pt x="1402293" y="114004"/>
                  <a:pt x="1396438" y="117621"/>
                </a:cubicBezTo>
                <a:cubicBezTo>
                  <a:pt x="1390582" y="121238"/>
                  <a:pt x="1384062" y="123047"/>
                  <a:pt x="1376878" y="123047"/>
                </a:cubicBezTo>
                <a:cubicBezTo>
                  <a:pt x="1365167" y="123047"/>
                  <a:pt x="1355861" y="118384"/>
                  <a:pt x="1348959" y="109058"/>
                </a:cubicBezTo>
                <a:cubicBezTo>
                  <a:pt x="1343132" y="101203"/>
                  <a:pt x="1340218" y="92388"/>
                  <a:pt x="1340218" y="82611"/>
                </a:cubicBezTo>
                <a:cubicBezTo>
                  <a:pt x="1340218" y="75490"/>
                  <a:pt x="1341986" y="68411"/>
                  <a:pt x="1345522" y="61375"/>
                </a:cubicBezTo>
                <a:cubicBezTo>
                  <a:pt x="1349058" y="54339"/>
                  <a:pt x="1353711" y="49139"/>
                  <a:pt x="1359481" y="45777"/>
                </a:cubicBezTo>
                <a:cubicBezTo>
                  <a:pt x="1365252" y="42414"/>
                  <a:pt x="1371362" y="40733"/>
                  <a:pt x="1377811" y="40733"/>
                </a:cubicBezTo>
                <a:moveTo>
                  <a:pt x="1375180" y="46333"/>
                </a:moveTo>
                <a:cubicBezTo>
                  <a:pt x="1372182" y="46333"/>
                  <a:pt x="1369169" y="47224"/>
                  <a:pt x="1366143" y="49004"/>
                </a:cubicBezTo>
                <a:cubicBezTo>
                  <a:pt x="1363116" y="50784"/>
                  <a:pt x="1360669" y="53906"/>
                  <a:pt x="1358802" y="58370"/>
                </a:cubicBezTo>
                <a:cubicBezTo>
                  <a:pt x="1356935" y="62834"/>
                  <a:pt x="1356002" y="68569"/>
                  <a:pt x="1356002" y="75576"/>
                </a:cubicBezTo>
                <a:cubicBezTo>
                  <a:pt x="1356002" y="86876"/>
                  <a:pt x="1358251" y="96624"/>
                  <a:pt x="1362748" y="104818"/>
                </a:cubicBezTo>
                <a:cubicBezTo>
                  <a:pt x="1367246" y="113010"/>
                  <a:pt x="1373172" y="117107"/>
                  <a:pt x="1380526" y="117107"/>
                </a:cubicBezTo>
                <a:cubicBezTo>
                  <a:pt x="1386014" y="117107"/>
                  <a:pt x="1390540" y="114846"/>
                  <a:pt x="1394104" y="110326"/>
                </a:cubicBezTo>
                <a:cubicBezTo>
                  <a:pt x="1397668" y="105805"/>
                  <a:pt x="1399450" y="98036"/>
                  <a:pt x="1399450" y="87018"/>
                </a:cubicBezTo>
                <a:cubicBezTo>
                  <a:pt x="1399450" y="73230"/>
                  <a:pt x="1396480" y="62381"/>
                  <a:pt x="1390540" y="54469"/>
                </a:cubicBezTo>
                <a:cubicBezTo>
                  <a:pt x="1386523" y="49045"/>
                  <a:pt x="1381403" y="46333"/>
                  <a:pt x="1375180" y="46333"/>
                </a:cubicBezTo>
                <a:close/>
                <a:moveTo>
                  <a:pt x="1492711" y="91139"/>
                </a:moveTo>
                <a:cubicBezTo>
                  <a:pt x="1490618" y="101379"/>
                  <a:pt x="1486517" y="109257"/>
                  <a:pt x="1480407" y="114773"/>
                </a:cubicBezTo>
                <a:cubicBezTo>
                  <a:pt x="1474297" y="120289"/>
                  <a:pt x="1467536" y="123047"/>
                  <a:pt x="1460125" y="123047"/>
                </a:cubicBezTo>
                <a:cubicBezTo>
                  <a:pt x="1451300" y="123047"/>
                  <a:pt x="1443606" y="119346"/>
                  <a:pt x="1437043" y="111943"/>
                </a:cubicBezTo>
                <a:cubicBezTo>
                  <a:pt x="1430481" y="104539"/>
                  <a:pt x="1427200" y="94536"/>
                  <a:pt x="1427200" y="81932"/>
                </a:cubicBezTo>
                <a:cubicBezTo>
                  <a:pt x="1427200" y="69725"/>
                  <a:pt x="1430834" y="59807"/>
                  <a:pt x="1438104" y="52178"/>
                </a:cubicBezTo>
                <a:cubicBezTo>
                  <a:pt x="1445374" y="44548"/>
                  <a:pt x="1454100" y="40733"/>
                  <a:pt x="1464283" y="40733"/>
                </a:cubicBezTo>
                <a:cubicBezTo>
                  <a:pt x="1471921" y="40733"/>
                  <a:pt x="1478200" y="42749"/>
                  <a:pt x="1483122" y="46782"/>
                </a:cubicBezTo>
                <a:cubicBezTo>
                  <a:pt x="1488044" y="50812"/>
                  <a:pt x="1490505" y="54999"/>
                  <a:pt x="1490505" y="59341"/>
                </a:cubicBezTo>
                <a:cubicBezTo>
                  <a:pt x="1490505" y="61484"/>
                  <a:pt x="1489812" y="63218"/>
                  <a:pt x="1488426" y="64544"/>
                </a:cubicBezTo>
                <a:cubicBezTo>
                  <a:pt x="1487040" y="65868"/>
                  <a:pt x="1485102" y="66530"/>
                  <a:pt x="1482613" y="66530"/>
                </a:cubicBezTo>
                <a:cubicBezTo>
                  <a:pt x="1479275" y="66530"/>
                  <a:pt x="1476758" y="65455"/>
                  <a:pt x="1475060" y="63305"/>
                </a:cubicBezTo>
                <a:cubicBezTo>
                  <a:pt x="1474099" y="62117"/>
                  <a:pt x="1473462" y="59854"/>
                  <a:pt x="1473151" y="56517"/>
                </a:cubicBezTo>
                <a:cubicBezTo>
                  <a:pt x="1472840" y="53179"/>
                  <a:pt x="1471694" y="50633"/>
                  <a:pt x="1469714" y="48879"/>
                </a:cubicBezTo>
                <a:cubicBezTo>
                  <a:pt x="1467734" y="47182"/>
                  <a:pt x="1464990" y="46333"/>
                  <a:pt x="1461483" y="46333"/>
                </a:cubicBezTo>
                <a:cubicBezTo>
                  <a:pt x="1455826" y="46333"/>
                  <a:pt x="1451271" y="48427"/>
                  <a:pt x="1447820" y="52613"/>
                </a:cubicBezTo>
                <a:cubicBezTo>
                  <a:pt x="1443238" y="58157"/>
                  <a:pt x="1440947" y="65483"/>
                  <a:pt x="1440947" y="74592"/>
                </a:cubicBezTo>
                <a:cubicBezTo>
                  <a:pt x="1440947" y="83870"/>
                  <a:pt x="1443224" y="92059"/>
                  <a:pt x="1447778" y="99159"/>
                </a:cubicBezTo>
                <a:cubicBezTo>
                  <a:pt x="1452332" y="106259"/>
                  <a:pt x="1458484" y="109809"/>
                  <a:pt x="1466235" y="109809"/>
                </a:cubicBezTo>
                <a:cubicBezTo>
                  <a:pt x="1471779" y="109809"/>
                  <a:pt x="1476758" y="107913"/>
                  <a:pt x="1481170" y="104123"/>
                </a:cubicBezTo>
                <a:cubicBezTo>
                  <a:pt x="1484282" y="101521"/>
                  <a:pt x="1487309" y="96797"/>
                  <a:pt x="1490250" y="89951"/>
                </a:cubicBezTo>
                <a:lnTo>
                  <a:pt x="1492711" y="91139"/>
                </a:lnTo>
                <a:close/>
                <a:moveTo>
                  <a:pt x="1516923" y="72301"/>
                </a:moveTo>
                <a:cubicBezTo>
                  <a:pt x="1516866" y="83815"/>
                  <a:pt x="1519667" y="92846"/>
                  <a:pt x="1525324" y="99395"/>
                </a:cubicBezTo>
                <a:cubicBezTo>
                  <a:pt x="1530981" y="105941"/>
                  <a:pt x="1537629" y="109215"/>
                  <a:pt x="1545266" y="109215"/>
                </a:cubicBezTo>
                <a:cubicBezTo>
                  <a:pt x="1550358" y="109215"/>
                  <a:pt x="1554785" y="107814"/>
                  <a:pt x="1558547" y="105014"/>
                </a:cubicBezTo>
                <a:cubicBezTo>
                  <a:pt x="1562309" y="102214"/>
                  <a:pt x="1565463" y="97419"/>
                  <a:pt x="1568009" y="90630"/>
                </a:cubicBezTo>
                <a:lnTo>
                  <a:pt x="1570639" y="92327"/>
                </a:lnTo>
                <a:cubicBezTo>
                  <a:pt x="1569451" y="100078"/>
                  <a:pt x="1566000" y="107136"/>
                  <a:pt x="1560286" y="113500"/>
                </a:cubicBezTo>
                <a:cubicBezTo>
                  <a:pt x="1554572" y="119864"/>
                  <a:pt x="1547416" y="123047"/>
                  <a:pt x="1538817" y="123047"/>
                </a:cubicBezTo>
                <a:cubicBezTo>
                  <a:pt x="1529482" y="123047"/>
                  <a:pt x="1521491" y="119420"/>
                  <a:pt x="1514844" y="112166"/>
                </a:cubicBezTo>
                <a:cubicBezTo>
                  <a:pt x="1508197" y="104911"/>
                  <a:pt x="1504873" y="95157"/>
                  <a:pt x="1504873" y="82905"/>
                </a:cubicBezTo>
                <a:cubicBezTo>
                  <a:pt x="1504873" y="69639"/>
                  <a:pt x="1508281" y="59294"/>
                  <a:pt x="1515098" y="51871"/>
                </a:cubicBezTo>
                <a:cubicBezTo>
                  <a:pt x="1521916" y="44445"/>
                  <a:pt x="1530472" y="40733"/>
                  <a:pt x="1540769" y="40733"/>
                </a:cubicBezTo>
                <a:cubicBezTo>
                  <a:pt x="1549481" y="40733"/>
                  <a:pt x="1556637" y="43597"/>
                  <a:pt x="1562238" y="49325"/>
                </a:cubicBezTo>
                <a:cubicBezTo>
                  <a:pt x="1567839" y="55051"/>
                  <a:pt x="1570639" y="62710"/>
                  <a:pt x="1570639" y="72301"/>
                </a:cubicBezTo>
                <a:lnTo>
                  <a:pt x="1516923" y="72301"/>
                </a:lnTo>
                <a:moveTo>
                  <a:pt x="1516923" y="67379"/>
                </a:moveTo>
                <a:lnTo>
                  <a:pt x="1552904" y="67379"/>
                </a:lnTo>
                <a:cubicBezTo>
                  <a:pt x="1552621" y="62400"/>
                  <a:pt x="1552027" y="58893"/>
                  <a:pt x="1551121" y="56856"/>
                </a:cubicBezTo>
                <a:cubicBezTo>
                  <a:pt x="1549707" y="53688"/>
                  <a:pt x="1547600" y="51199"/>
                  <a:pt x="1544799" y="49388"/>
                </a:cubicBezTo>
                <a:cubicBezTo>
                  <a:pt x="1541999" y="47578"/>
                  <a:pt x="1539071" y="46673"/>
                  <a:pt x="1536016" y="46673"/>
                </a:cubicBezTo>
                <a:cubicBezTo>
                  <a:pt x="1531321" y="46673"/>
                  <a:pt x="1527120" y="48497"/>
                  <a:pt x="1523415" y="52146"/>
                </a:cubicBezTo>
                <a:cubicBezTo>
                  <a:pt x="1519709" y="55795"/>
                  <a:pt x="1517545" y="60873"/>
                  <a:pt x="1516923" y="67379"/>
                </a:cubicBezTo>
                <a:close/>
                <a:moveTo>
                  <a:pt x="1635923" y="111930"/>
                </a:moveTo>
                <a:cubicBezTo>
                  <a:pt x="1632132" y="115890"/>
                  <a:pt x="1628427" y="118733"/>
                  <a:pt x="1624806" y="120459"/>
                </a:cubicBezTo>
                <a:cubicBezTo>
                  <a:pt x="1621185" y="122184"/>
                  <a:pt x="1617282" y="123047"/>
                  <a:pt x="1613095" y="123047"/>
                </a:cubicBezTo>
                <a:cubicBezTo>
                  <a:pt x="1604609" y="123047"/>
                  <a:pt x="1597198" y="119505"/>
                  <a:pt x="1590862" y="112421"/>
                </a:cubicBezTo>
                <a:cubicBezTo>
                  <a:pt x="1584526" y="105335"/>
                  <a:pt x="1581358" y="96230"/>
                  <a:pt x="1581358" y="85106"/>
                </a:cubicBezTo>
                <a:cubicBezTo>
                  <a:pt x="1581358" y="73984"/>
                  <a:pt x="1584865" y="63808"/>
                  <a:pt x="1591880" y="54578"/>
                </a:cubicBezTo>
                <a:cubicBezTo>
                  <a:pt x="1598895" y="45348"/>
                  <a:pt x="1607919" y="40733"/>
                  <a:pt x="1618951" y="40733"/>
                </a:cubicBezTo>
                <a:cubicBezTo>
                  <a:pt x="1625796" y="40733"/>
                  <a:pt x="1631453" y="42911"/>
                  <a:pt x="1635923" y="47267"/>
                </a:cubicBezTo>
                <a:lnTo>
                  <a:pt x="1635923" y="32894"/>
                </a:lnTo>
                <a:cubicBezTo>
                  <a:pt x="1635923" y="23975"/>
                  <a:pt x="1635710" y="18492"/>
                  <a:pt x="1635286" y="16447"/>
                </a:cubicBezTo>
                <a:cubicBezTo>
                  <a:pt x="1634862" y="14401"/>
                  <a:pt x="1634197" y="13010"/>
                  <a:pt x="1633292" y="12273"/>
                </a:cubicBezTo>
                <a:cubicBezTo>
                  <a:pt x="1632387" y="11534"/>
                  <a:pt x="1631255" y="11164"/>
                  <a:pt x="1629897" y="11164"/>
                </a:cubicBezTo>
                <a:cubicBezTo>
                  <a:pt x="1628427" y="11164"/>
                  <a:pt x="1626475" y="11619"/>
                  <a:pt x="1624042" y="12527"/>
                </a:cubicBezTo>
                <a:lnTo>
                  <a:pt x="1622939" y="9544"/>
                </a:lnTo>
                <a:lnTo>
                  <a:pt x="1646106" y="0"/>
                </a:lnTo>
                <a:lnTo>
                  <a:pt x="1649924" y="0"/>
                </a:lnTo>
                <a:lnTo>
                  <a:pt x="1649924" y="89867"/>
                </a:lnTo>
                <a:cubicBezTo>
                  <a:pt x="1649924" y="98975"/>
                  <a:pt x="1650137" y="104533"/>
                  <a:pt x="1650561" y="106541"/>
                </a:cubicBezTo>
                <a:cubicBezTo>
                  <a:pt x="1650985" y="108550"/>
                  <a:pt x="1651664" y="109950"/>
                  <a:pt x="1652597" y="110742"/>
                </a:cubicBezTo>
                <a:cubicBezTo>
                  <a:pt x="1653531" y="111534"/>
                  <a:pt x="1654620" y="111930"/>
                  <a:pt x="1655865" y="111930"/>
                </a:cubicBezTo>
                <a:cubicBezTo>
                  <a:pt x="1657392" y="111930"/>
                  <a:pt x="1659429" y="111449"/>
                  <a:pt x="1661974" y="110487"/>
                </a:cubicBezTo>
                <a:lnTo>
                  <a:pt x="1662908" y="113458"/>
                </a:lnTo>
                <a:lnTo>
                  <a:pt x="1639826" y="123047"/>
                </a:lnTo>
                <a:lnTo>
                  <a:pt x="1635923" y="123047"/>
                </a:lnTo>
                <a:lnTo>
                  <a:pt x="1635923" y="111930"/>
                </a:lnTo>
                <a:moveTo>
                  <a:pt x="1635923" y="106008"/>
                </a:moveTo>
                <a:lnTo>
                  <a:pt x="1635923" y="66055"/>
                </a:lnTo>
                <a:cubicBezTo>
                  <a:pt x="1635583" y="62217"/>
                  <a:pt x="1634565" y="58719"/>
                  <a:pt x="1632868" y="55559"/>
                </a:cubicBezTo>
                <a:cubicBezTo>
                  <a:pt x="1631170" y="52398"/>
                  <a:pt x="1628922" y="50014"/>
                  <a:pt x="1626121" y="48407"/>
                </a:cubicBezTo>
                <a:cubicBezTo>
                  <a:pt x="1623321" y="46798"/>
                  <a:pt x="1620591" y="45994"/>
                  <a:pt x="1617932" y="45994"/>
                </a:cubicBezTo>
                <a:cubicBezTo>
                  <a:pt x="1612954" y="45994"/>
                  <a:pt x="1608513" y="48223"/>
                  <a:pt x="1604609" y="52682"/>
                </a:cubicBezTo>
                <a:cubicBezTo>
                  <a:pt x="1599461" y="58550"/>
                  <a:pt x="1596887" y="67127"/>
                  <a:pt x="1596887" y="78413"/>
                </a:cubicBezTo>
                <a:cubicBezTo>
                  <a:pt x="1596887" y="89813"/>
                  <a:pt x="1599376" y="98546"/>
                  <a:pt x="1604355" y="104614"/>
                </a:cubicBezTo>
                <a:cubicBezTo>
                  <a:pt x="1609333" y="110679"/>
                  <a:pt x="1614877" y="113712"/>
                  <a:pt x="1620987" y="113712"/>
                </a:cubicBezTo>
                <a:cubicBezTo>
                  <a:pt x="1626135" y="113712"/>
                  <a:pt x="1631114" y="111144"/>
                  <a:pt x="1635923" y="106008"/>
                </a:cubicBezTo>
                <a:close/>
                <a:moveTo>
                  <a:pt x="1736057" y="42939"/>
                </a:moveTo>
                <a:lnTo>
                  <a:pt x="1736057" y="90036"/>
                </a:lnTo>
                <a:cubicBezTo>
                  <a:pt x="1736057" y="99031"/>
                  <a:pt x="1736269" y="104533"/>
                  <a:pt x="1736694" y="106541"/>
                </a:cubicBezTo>
                <a:cubicBezTo>
                  <a:pt x="1737118" y="108550"/>
                  <a:pt x="1737797" y="109950"/>
                  <a:pt x="1738730" y="110742"/>
                </a:cubicBezTo>
                <a:cubicBezTo>
                  <a:pt x="1739664" y="111534"/>
                  <a:pt x="1740753" y="111930"/>
                  <a:pt x="1741997" y="111930"/>
                </a:cubicBezTo>
                <a:cubicBezTo>
                  <a:pt x="1743751" y="111930"/>
                  <a:pt x="1745731" y="111449"/>
                  <a:pt x="1747938" y="110487"/>
                </a:cubicBezTo>
                <a:lnTo>
                  <a:pt x="1749126" y="113458"/>
                </a:lnTo>
                <a:lnTo>
                  <a:pt x="1725874" y="123047"/>
                </a:lnTo>
                <a:lnTo>
                  <a:pt x="1722055" y="123047"/>
                </a:lnTo>
                <a:lnTo>
                  <a:pt x="1722055" y="106584"/>
                </a:lnTo>
                <a:cubicBezTo>
                  <a:pt x="1715380" y="113825"/>
                  <a:pt x="1710288" y="118379"/>
                  <a:pt x="1706781" y="120246"/>
                </a:cubicBezTo>
                <a:cubicBezTo>
                  <a:pt x="1703273" y="122113"/>
                  <a:pt x="1699567" y="123047"/>
                  <a:pt x="1695664" y="123047"/>
                </a:cubicBezTo>
                <a:cubicBezTo>
                  <a:pt x="1691308" y="123047"/>
                  <a:pt x="1687532" y="121788"/>
                  <a:pt x="1684335" y="119270"/>
                </a:cubicBezTo>
                <a:cubicBezTo>
                  <a:pt x="1681139" y="116753"/>
                  <a:pt x="1678918" y="113514"/>
                  <a:pt x="1677674" y="109554"/>
                </a:cubicBezTo>
                <a:cubicBezTo>
                  <a:pt x="1676429" y="105594"/>
                  <a:pt x="1675807" y="99993"/>
                  <a:pt x="1675807" y="92752"/>
                </a:cubicBezTo>
                <a:lnTo>
                  <a:pt x="1675807" y="58044"/>
                </a:lnTo>
                <a:cubicBezTo>
                  <a:pt x="1675807" y="54367"/>
                  <a:pt x="1675411" y="51821"/>
                  <a:pt x="1674619" y="50407"/>
                </a:cubicBezTo>
                <a:cubicBezTo>
                  <a:pt x="1673827" y="48992"/>
                  <a:pt x="1672653" y="47903"/>
                  <a:pt x="1671097" y="47140"/>
                </a:cubicBezTo>
                <a:cubicBezTo>
                  <a:pt x="1669541" y="46376"/>
                  <a:pt x="1666727" y="46022"/>
                  <a:pt x="1662653" y="46079"/>
                </a:cubicBezTo>
                <a:lnTo>
                  <a:pt x="1662653" y="42939"/>
                </a:lnTo>
                <a:lnTo>
                  <a:pt x="1689893" y="42939"/>
                </a:lnTo>
                <a:lnTo>
                  <a:pt x="1689893" y="94831"/>
                </a:lnTo>
                <a:cubicBezTo>
                  <a:pt x="1689893" y="102055"/>
                  <a:pt x="1691152" y="106795"/>
                  <a:pt x="1693670" y="109053"/>
                </a:cubicBezTo>
                <a:cubicBezTo>
                  <a:pt x="1696187" y="111310"/>
                  <a:pt x="1699228" y="112439"/>
                  <a:pt x="1702792" y="112439"/>
                </a:cubicBezTo>
                <a:cubicBezTo>
                  <a:pt x="1705225" y="112439"/>
                  <a:pt x="1707983" y="111677"/>
                  <a:pt x="1711066" y="110153"/>
                </a:cubicBezTo>
                <a:cubicBezTo>
                  <a:pt x="1714149" y="108629"/>
                  <a:pt x="1717812" y="105724"/>
                  <a:pt x="1722055" y="101437"/>
                </a:cubicBezTo>
                <a:lnTo>
                  <a:pt x="1722055" y="57506"/>
                </a:lnTo>
                <a:cubicBezTo>
                  <a:pt x="1722055" y="53104"/>
                  <a:pt x="1721249" y="50127"/>
                  <a:pt x="1719637" y="48577"/>
                </a:cubicBezTo>
                <a:cubicBezTo>
                  <a:pt x="1718025" y="47025"/>
                  <a:pt x="1714673" y="46192"/>
                  <a:pt x="1709581" y="46079"/>
                </a:cubicBezTo>
                <a:lnTo>
                  <a:pt x="1709581" y="42939"/>
                </a:lnTo>
                <a:lnTo>
                  <a:pt x="1736057" y="42939"/>
                </a:lnTo>
                <a:close/>
                <a:moveTo>
                  <a:pt x="1777554" y="40733"/>
                </a:moveTo>
                <a:lnTo>
                  <a:pt x="1777554" y="58214"/>
                </a:lnTo>
                <a:cubicBezTo>
                  <a:pt x="1784060" y="46560"/>
                  <a:pt x="1790735" y="40733"/>
                  <a:pt x="1797581" y="40733"/>
                </a:cubicBezTo>
                <a:cubicBezTo>
                  <a:pt x="1800692" y="40733"/>
                  <a:pt x="1803266" y="41680"/>
                  <a:pt x="1805303" y="43576"/>
                </a:cubicBezTo>
                <a:cubicBezTo>
                  <a:pt x="1807340" y="45471"/>
                  <a:pt x="1808358" y="47663"/>
                  <a:pt x="1808358" y="50152"/>
                </a:cubicBezTo>
                <a:cubicBezTo>
                  <a:pt x="1808358" y="52359"/>
                  <a:pt x="1807622" y="54225"/>
                  <a:pt x="1806152" y="55753"/>
                </a:cubicBezTo>
                <a:cubicBezTo>
                  <a:pt x="1804681" y="57280"/>
                  <a:pt x="1802927" y="58044"/>
                  <a:pt x="1800890" y="58044"/>
                </a:cubicBezTo>
                <a:cubicBezTo>
                  <a:pt x="1798910" y="58044"/>
                  <a:pt x="1796690" y="57068"/>
                  <a:pt x="1794229" y="55116"/>
                </a:cubicBezTo>
                <a:cubicBezTo>
                  <a:pt x="1791768" y="53165"/>
                  <a:pt x="1789943" y="52189"/>
                  <a:pt x="1788755" y="52189"/>
                </a:cubicBezTo>
                <a:cubicBezTo>
                  <a:pt x="1787737" y="52189"/>
                  <a:pt x="1786634" y="52753"/>
                  <a:pt x="1785446" y="53881"/>
                </a:cubicBezTo>
                <a:cubicBezTo>
                  <a:pt x="1782900" y="56195"/>
                  <a:pt x="1780269" y="60004"/>
                  <a:pt x="1777554" y="65308"/>
                </a:cubicBezTo>
                <a:lnTo>
                  <a:pt x="1777554" y="102466"/>
                </a:lnTo>
                <a:cubicBezTo>
                  <a:pt x="1777554" y="106753"/>
                  <a:pt x="1778091" y="109997"/>
                  <a:pt x="1779166" y="112198"/>
                </a:cubicBezTo>
                <a:cubicBezTo>
                  <a:pt x="1779902" y="113722"/>
                  <a:pt x="1781203" y="114992"/>
                  <a:pt x="1783070" y="116009"/>
                </a:cubicBezTo>
                <a:cubicBezTo>
                  <a:pt x="1784937" y="117023"/>
                  <a:pt x="1787624" y="117531"/>
                  <a:pt x="1791131" y="117531"/>
                </a:cubicBezTo>
                <a:lnTo>
                  <a:pt x="1791131" y="120671"/>
                </a:lnTo>
                <a:lnTo>
                  <a:pt x="1751332" y="120671"/>
                </a:lnTo>
                <a:lnTo>
                  <a:pt x="1751332" y="117531"/>
                </a:lnTo>
                <a:cubicBezTo>
                  <a:pt x="1755292" y="117531"/>
                  <a:pt x="1758234" y="116910"/>
                  <a:pt x="1760158" y="115669"/>
                </a:cubicBezTo>
                <a:cubicBezTo>
                  <a:pt x="1761572" y="114766"/>
                  <a:pt x="1762562" y="113326"/>
                  <a:pt x="1763128" y="111349"/>
                </a:cubicBezTo>
                <a:cubicBezTo>
                  <a:pt x="1763410" y="110389"/>
                  <a:pt x="1763552" y="107652"/>
                  <a:pt x="1763552" y="103136"/>
                </a:cubicBezTo>
                <a:lnTo>
                  <a:pt x="1763552" y="73078"/>
                </a:lnTo>
                <a:cubicBezTo>
                  <a:pt x="1763552" y="64045"/>
                  <a:pt x="1763368" y="58669"/>
                  <a:pt x="1763000" y="56949"/>
                </a:cubicBezTo>
                <a:cubicBezTo>
                  <a:pt x="1762633" y="55227"/>
                  <a:pt x="1761954" y="53971"/>
                  <a:pt x="1760964" y="53181"/>
                </a:cubicBezTo>
                <a:cubicBezTo>
                  <a:pt x="1759974" y="52390"/>
                  <a:pt x="1758743" y="51995"/>
                  <a:pt x="1757272" y="51995"/>
                </a:cubicBezTo>
                <a:cubicBezTo>
                  <a:pt x="1755519" y="51995"/>
                  <a:pt x="1753538" y="52419"/>
                  <a:pt x="1751332" y="53265"/>
                </a:cubicBezTo>
                <a:lnTo>
                  <a:pt x="1750484" y="50216"/>
                </a:lnTo>
                <a:lnTo>
                  <a:pt x="1773990" y="40733"/>
                </a:lnTo>
                <a:lnTo>
                  <a:pt x="1777554" y="40733"/>
                </a:lnTo>
                <a:close/>
                <a:moveTo>
                  <a:pt x="1825753" y="72301"/>
                </a:moveTo>
                <a:cubicBezTo>
                  <a:pt x="1825696" y="83815"/>
                  <a:pt x="1828497" y="92846"/>
                  <a:pt x="1834154" y="99395"/>
                </a:cubicBezTo>
                <a:cubicBezTo>
                  <a:pt x="1839811" y="105941"/>
                  <a:pt x="1846459" y="109215"/>
                  <a:pt x="1854096" y="109215"/>
                </a:cubicBezTo>
                <a:cubicBezTo>
                  <a:pt x="1859187" y="109215"/>
                  <a:pt x="1863614" y="107814"/>
                  <a:pt x="1867376" y="105014"/>
                </a:cubicBezTo>
                <a:cubicBezTo>
                  <a:pt x="1871139" y="102214"/>
                  <a:pt x="1874293" y="97419"/>
                  <a:pt x="1876838" y="90630"/>
                </a:cubicBezTo>
                <a:lnTo>
                  <a:pt x="1879469" y="92327"/>
                </a:lnTo>
                <a:cubicBezTo>
                  <a:pt x="1878281" y="100078"/>
                  <a:pt x="1874830" y="107136"/>
                  <a:pt x="1869116" y="113500"/>
                </a:cubicBezTo>
                <a:cubicBezTo>
                  <a:pt x="1863402" y="119864"/>
                  <a:pt x="1856246" y="123047"/>
                  <a:pt x="1847647" y="123047"/>
                </a:cubicBezTo>
                <a:cubicBezTo>
                  <a:pt x="1838312" y="123047"/>
                  <a:pt x="1830321" y="119420"/>
                  <a:pt x="1823674" y="112166"/>
                </a:cubicBezTo>
                <a:cubicBezTo>
                  <a:pt x="1817026" y="104911"/>
                  <a:pt x="1813703" y="95157"/>
                  <a:pt x="1813703" y="82905"/>
                </a:cubicBezTo>
                <a:cubicBezTo>
                  <a:pt x="1813703" y="69639"/>
                  <a:pt x="1817111" y="59294"/>
                  <a:pt x="1823928" y="51871"/>
                </a:cubicBezTo>
                <a:cubicBezTo>
                  <a:pt x="1830745" y="44445"/>
                  <a:pt x="1839302" y="40733"/>
                  <a:pt x="1849598" y="40733"/>
                </a:cubicBezTo>
                <a:cubicBezTo>
                  <a:pt x="1858311" y="40733"/>
                  <a:pt x="1865467" y="43597"/>
                  <a:pt x="1871068" y="49325"/>
                </a:cubicBezTo>
                <a:cubicBezTo>
                  <a:pt x="1876669" y="55051"/>
                  <a:pt x="1879469" y="62710"/>
                  <a:pt x="1879469" y="72301"/>
                </a:cubicBezTo>
                <a:lnTo>
                  <a:pt x="1825753" y="72301"/>
                </a:lnTo>
                <a:moveTo>
                  <a:pt x="1825753" y="67379"/>
                </a:moveTo>
                <a:lnTo>
                  <a:pt x="1861733" y="67379"/>
                </a:lnTo>
                <a:cubicBezTo>
                  <a:pt x="1861450" y="62400"/>
                  <a:pt x="1860856" y="58893"/>
                  <a:pt x="1859951" y="56856"/>
                </a:cubicBezTo>
                <a:cubicBezTo>
                  <a:pt x="1858537" y="53688"/>
                  <a:pt x="1856430" y="51199"/>
                  <a:pt x="1853629" y="49388"/>
                </a:cubicBezTo>
                <a:cubicBezTo>
                  <a:pt x="1850829" y="47578"/>
                  <a:pt x="1847901" y="46673"/>
                  <a:pt x="1844846" y="46673"/>
                </a:cubicBezTo>
                <a:cubicBezTo>
                  <a:pt x="1840151" y="46673"/>
                  <a:pt x="1835950" y="48497"/>
                  <a:pt x="1832244" y="52146"/>
                </a:cubicBezTo>
                <a:cubicBezTo>
                  <a:pt x="1828539" y="55795"/>
                  <a:pt x="1826375" y="60873"/>
                  <a:pt x="1825753" y="673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as[x]">
            <a:extLst xmlns:a="http://schemas.openxmlformats.org/drawingml/2006/main">
              <a:ext uri="{FF2B5EF4-FFF2-40B4-BE49-F238E27FC236}">
                <a16:creationId xmlns:a16="http://schemas.microsoft.com/office/drawing/2014/main" id="{2BA7D20A-6275-435B-A1B2-97B4A918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164" y="7411988"/>
            <a:ext cx="370496" cy="152239"/>
          </a:xfrm>
          <a:custGeom xmlns:a="http://schemas.openxmlformats.org/drawingml/2006/main">
            <a:pathLst>
              <a:path w="370496" h="152239">
                <a:moveTo>
                  <a:pt x="43279" y="106584"/>
                </a:moveTo>
                <a:cubicBezTo>
                  <a:pt x="35302" y="112750"/>
                  <a:pt x="30295" y="116315"/>
                  <a:pt x="28258" y="117276"/>
                </a:cubicBezTo>
                <a:cubicBezTo>
                  <a:pt x="25203" y="118747"/>
                  <a:pt x="21950" y="119483"/>
                  <a:pt x="18499" y="119483"/>
                </a:cubicBezTo>
                <a:cubicBezTo>
                  <a:pt x="13125" y="119483"/>
                  <a:pt x="8698" y="117644"/>
                  <a:pt x="5219" y="113967"/>
                </a:cubicBezTo>
                <a:cubicBezTo>
                  <a:pt x="1740" y="110289"/>
                  <a:pt x="0" y="105452"/>
                  <a:pt x="0" y="99456"/>
                </a:cubicBezTo>
                <a:cubicBezTo>
                  <a:pt x="0" y="95665"/>
                  <a:pt x="849" y="92384"/>
                  <a:pt x="2546" y="89612"/>
                </a:cubicBezTo>
                <a:cubicBezTo>
                  <a:pt x="4865" y="85765"/>
                  <a:pt x="8896" y="82144"/>
                  <a:pt x="14638" y="78750"/>
                </a:cubicBezTo>
                <a:cubicBezTo>
                  <a:pt x="20380" y="75356"/>
                  <a:pt x="29927" y="71226"/>
                  <a:pt x="43279" y="66360"/>
                </a:cubicBezTo>
                <a:lnTo>
                  <a:pt x="43279" y="63305"/>
                </a:lnTo>
                <a:cubicBezTo>
                  <a:pt x="43279" y="55555"/>
                  <a:pt x="42048" y="50237"/>
                  <a:pt x="39587" y="47352"/>
                </a:cubicBezTo>
                <a:cubicBezTo>
                  <a:pt x="37126" y="44467"/>
                  <a:pt x="33548" y="43024"/>
                  <a:pt x="28852" y="43024"/>
                </a:cubicBezTo>
                <a:cubicBezTo>
                  <a:pt x="25288" y="43024"/>
                  <a:pt x="22460" y="43982"/>
                  <a:pt x="20366" y="45899"/>
                </a:cubicBezTo>
                <a:cubicBezTo>
                  <a:pt x="18217" y="47815"/>
                  <a:pt x="17142" y="50013"/>
                  <a:pt x="17142" y="52494"/>
                </a:cubicBezTo>
                <a:lnTo>
                  <a:pt x="17311" y="57397"/>
                </a:lnTo>
                <a:cubicBezTo>
                  <a:pt x="17311" y="59989"/>
                  <a:pt x="16647" y="61989"/>
                  <a:pt x="15317" y="63398"/>
                </a:cubicBezTo>
                <a:cubicBezTo>
                  <a:pt x="13988" y="64807"/>
                  <a:pt x="12248" y="65512"/>
                  <a:pt x="10098" y="65512"/>
                </a:cubicBezTo>
                <a:cubicBezTo>
                  <a:pt x="8005" y="65512"/>
                  <a:pt x="6294" y="64779"/>
                  <a:pt x="4964" y="63313"/>
                </a:cubicBezTo>
                <a:cubicBezTo>
                  <a:pt x="3635" y="61846"/>
                  <a:pt x="2970" y="59843"/>
                  <a:pt x="2970" y="57304"/>
                </a:cubicBezTo>
                <a:cubicBezTo>
                  <a:pt x="2970" y="52455"/>
                  <a:pt x="5459" y="48000"/>
                  <a:pt x="10438" y="43939"/>
                </a:cubicBezTo>
                <a:cubicBezTo>
                  <a:pt x="15416" y="39878"/>
                  <a:pt x="22403" y="37847"/>
                  <a:pt x="31398" y="37847"/>
                </a:cubicBezTo>
                <a:cubicBezTo>
                  <a:pt x="38300" y="37847"/>
                  <a:pt x="43957" y="39005"/>
                  <a:pt x="48370" y="41321"/>
                </a:cubicBezTo>
                <a:cubicBezTo>
                  <a:pt x="51708" y="43073"/>
                  <a:pt x="54169" y="45815"/>
                  <a:pt x="55753" y="49545"/>
                </a:cubicBezTo>
                <a:cubicBezTo>
                  <a:pt x="56771" y="51974"/>
                  <a:pt x="57280" y="56946"/>
                  <a:pt x="57280" y="64462"/>
                </a:cubicBezTo>
                <a:lnTo>
                  <a:pt x="57280" y="90821"/>
                </a:lnTo>
                <a:cubicBezTo>
                  <a:pt x="57280" y="98223"/>
                  <a:pt x="57422" y="102758"/>
                  <a:pt x="57705" y="104425"/>
                </a:cubicBezTo>
                <a:cubicBezTo>
                  <a:pt x="57988" y="106092"/>
                  <a:pt x="58454" y="107209"/>
                  <a:pt x="59105" y="107775"/>
                </a:cubicBezTo>
                <a:cubicBezTo>
                  <a:pt x="59755" y="108339"/>
                  <a:pt x="60505" y="108621"/>
                  <a:pt x="61354" y="108621"/>
                </a:cubicBezTo>
                <a:cubicBezTo>
                  <a:pt x="62259" y="108621"/>
                  <a:pt x="63051" y="108423"/>
                  <a:pt x="63730" y="108027"/>
                </a:cubicBezTo>
                <a:cubicBezTo>
                  <a:pt x="64918" y="107291"/>
                  <a:pt x="67209" y="105226"/>
                  <a:pt x="70603" y="101832"/>
                </a:cubicBezTo>
                <a:lnTo>
                  <a:pt x="70603" y="106584"/>
                </a:lnTo>
                <a:cubicBezTo>
                  <a:pt x="64267" y="115070"/>
                  <a:pt x="58214" y="119313"/>
                  <a:pt x="52443" y="119313"/>
                </a:cubicBezTo>
                <a:cubicBezTo>
                  <a:pt x="49671" y="119313"/>
                  <a:pt x="47465" y="118351"/>
                  <a:pt x="45824" y="116428"/>
                </a:cubicBezTo>
                <a:cubicBezTo>
                  <a:pt x="44184" y="114504"/>
                  <a:pt x="43335" y="111223"/>
                  <a:pt x="43279" y="106584"/>
                </a:cubicBezTo>
                <a:moveTo>
                  <a:pt x="43279" y="101020"/>
                </a:moveTo>
                <a:lnTo>
                  <a:pt x="43279" y="71537"/>
                </a:lnTo>
                <a:cubicBezTo>
                  <a:pt x="34736" y="74915"/>
                  <a:pt x="29220" y="77309"/>
                  <a:pt x="26731" y="78718"/>
                </a:cubicBezTo>
                <a:cubicBezTo>
                  <a:pt x="22262" y="81197"/>
                  <a:pt x="19065" y="83788"/>
                  <a:pt x="17142" y="86491"/>
                </a:cubicBezTo>
                <a:cubicBezTo>
                  <a:pt x="15218" y="89194"/>
                  <a:pt x="14256" y="92151"/>
                  <a:pt x="14256" y="95361"/>
                </a:cubicBezTo>
                <a:cubicBezTo>
                  <a:pt x="14256" y="99417"/>
                  <a:pt x="15473" y="102782"/>
                  <a:pt x="17905" y="105457"/>
                </a:cubicBezTo>
                <a:cubicBezTo>
                  <a:pt x="20338" y="108132"/>
                  <a:pt x="23138" y="109469"/>
                  <a:pt x="26307" y="109469"/>
                </a:cubicBezTo>
                <a:cubicBezTo>
                  <a:pt x="30606" y="109469"/>
                  <a:pt x="36263" y="106653"/>
                  <a:pt x="43279" y="101020"/>
                </a:cubicBezTo>
                <a:close/>
                <a:moveTo>
                  <a:pt x="126637" y="37847"/>
                </a:moveTo>
                <a:lnTo>
                  <a:pt x="126637" y="64154"/>
                </a:lnTo>
                <a:lnTo>
                  <a:pt x="123837" y="64154"/>
                </a:lnTo>
                <a:cubicBezTo>
                  <a:pt x="121687" y="55903"/>
                  <a:pt x="118929" y="50291"/>
                  <a:pt x="115563" y="47317"/>
                </a:cubicBezTo>
                <a:cubicBezTo>
                  <a:pt x="112197" y="44342"/>
                  <a:pt x="107911" y="42854"/>
                  <a:pt x="102706" y="42854"/>
                </a:cubicBezTo>
                <a:cubicBezTo>
                  <a:pt x="98746" y="42854"/>
                  <a:pt x="95550" y="43900"/>
                  <a:pt x="93117" y="45991"/>
                </a:cubicBezTo>
                <a:cubicBezTo>
                  <a:pt x="90685" y="48081"/>
                  <a:pt x="89468" y="50398"/>
                  <a:pt x="89468" y="52942"/>
                </a:cubicBezTo>
                <a:cubicBezTo>
                  <a:pt x="89468" y="56106"/>
                  <a:pt x="90373" y="58818"/>
                  <a:pt x="92184" y="61078"/>
                </a:cubicBezTo>
                <a:cubicBezTo>
                  <a:pt x="93938" y="63396"/>
                  <a:pt x="97502" y="65854"/>
                  <a:pt x="102876" y="68453"/>
                </a:cubicBezTo>
                <a:lnTo>
                  <a:pt x="115266" y="74472"/>
                </a:lnTo>
                <a:cubicBezTo>
                  <a:pt x="126750" y="80066"/>
                  <a:pt x="132492" y="87441"/>
                  <a:pt x="132492" y="96597"/>
                </a:cubicBezTo>
                <a:cubicBezTo>
                  <a:pt x="132492" y="103660"/>
                  <a:pt x="129819" y="109353"/>
                  <a:pt x="124473" y="113678"/>
                </a:cubicBezTo>
                <a:cubicBezTo>
                  <a:pt x="119127" y="118000"/>
                  <a:pt x="113144" y="120161"/>
                  <a:pt x="106525" y="120161"/>
                </a:cubicBezTo>
                <a:cubicBezTo>
                  <a:pt x="101773" y="120161"/>
                  <a:pt x="96342" y="119313"/>
                  <a:pt x="90232" y="117616"/>
                </a:cubicBezTo>
                <a:cubicBezTo>
                  <a:pt x="88365" y="117050"/>
                  <a:pt x="86838" y="116767"/>
                  <a:pt x="85650" y="116767"/>
                </a:cubicBezTo>
                <a:cubicBezTo>
                  <a:pt x="84348" y="116767"/>
                  <a:pt x="83330" y="117503"/>
                  <a:pt x="82595" y="118973"/>
                </a:cubicBezTo>
                <a:lnTo>
                  <a:pt x="79794" y="118973"/>
                </a:lnTo>
                <a:lnTo>
                  <a:pt x="79794" y="91139"/>
                </a:lnTo>
                <a:lnTo>
                  <a:pt x="82595" y="91139"/>
                </a:lnTo>
                <a:cubicBezTo>
                  <a:pt x="84179" y="99088"/>
                  <a:pt x="87205" y="105078"/>
                  <a:pt x="91675" y="109109"/>
                </a:cubicBezTo>
                <a:cubicBezTo>
                  <a:pt x="96144" y="113139"/>
                  <a:pt x="101151" y="115155"/>
                  <a:pt x="106695" y="115155"/>
                </a:cubicBezTo>
                <a:cubicBezTo>
                  <a:pt x="110598" y="115155"/>
                  <a:pt x="113781" y="114011"/>
                  <a:pt x="116242" y="111723"/>
                </a:cubicBezTo>
                <a:cubicBezTo>
                  <a:pt x="118703" y="109434"/>
                  <a:pt x="119933" y="106679"/>
                  <a:pt x="119933" y="103457"/>
                </a:cubicBezTo>
                <a:cubicBezTo>
                  <a:pt x="119933" y="99557"/>
                  <a:pt x="118561" y="96280"/>
                  <a:pt x="115817" y="93624"/>
                </a:cubicBezTo>
                <a:cubicBezTo>
                  <a:pt x="113073" y="90969"/>
                  <a:pt x="107600" y="87607"/>
                  <a:pt x="99397" y="83539"/>
                </a:cubicBezTo>
                <a:cubicBezTo>
                  <a:pt x="91194" y="79469"/>
                  <a:pt x="85819" y="75796"/>
                  <a:pt x="83274" y="72518"/>
                </a:cubicBezTo>
                <a:cubicBezTo>
                  <a:pt x="80728" y="69297"/>
                  <a:pt x="79455" y="65228"/>
                  <a:pt x="79455" y="60311"/>
                </a:cubicBezTo>
                <a:cubicBezTo>
                  <a:pt x="79455" y="53926"/>
                  <a:pt x="81647" y="48586"/>
                  <a:pt x="86031" y="44292"/>
                </a:cubicBezTo>
                <a:cubicBezTo>
                  <a:pt x="90416" y="39995"/>
                  <a:pt x="96087" y="37847"/>
                  <a:pt x="103046" y="37847"/>
                </a:cubicBezTo>
                <a:cubicBezTo>
                  <a:pt x="106101" y="37847"/>
                  <a:pt x="109806" y="38498"/>
                  <a:pt x="114163" y="39799"/>
                </a:cubicBezTo>
                <a:cubicBezTo>
                  <a:pt x="117048" y="40648"/>
                  <a:pt x="118971" y="41072"/>
                  <a:pt x="119933" y="41072"/>
                </a:cubicBezTo>
                <a:cubicBezTo>
                  <a:pt x="120838" y="41072"/>
                  <a:pt x="121545" y="40874"/>
                  <a:pt x="122054" y="40478"/>
                </a:cubicBezTo>
                <a:cubicBezTo>
                  <a:pt x="122564" y="40082"/>
                  <a:pt x="123158" y="39205"/>
                  <a:pt x="123837" y="37847"/>
                </a:cubicBezTo>
                <a:lnTo>
                  <a:pt x="126637" y="37847"/>
                </a:lnTo>
                <a:close/>
                <a:moveTo>
                  <a:pt x="233618" y="152239"/>
                </a:moveTo>
                <a:lnTo>
                  <a:pt x="196279" y="152239"/>
                </a:lnTo>
                <a:lnTo>
                  <a:pt x="196279" y="0"/>
                </a:lnTo>
                <a:lnTo>
                  <a:pt x="233618" y="0"/>
                </a:lnTo>
                <a:lnTo>
                  <a:pt x="233618" y="6704"/>
                </a:lnTo>
                <a:lnTo>
                  <a:pt x="209008" y="6704"/>
                </a:lnTo>
                <a:lnTo>
                  <a:pt x="209008" y="145704"/>
                </a:lnTo>
                <a:lnTo>
                  <a:pt x="233618" y="145704"/>
                </a:lnTo>
                <a:lnTo>
                  <a:pt x="233618" y="152239"/>
                </a:lnTo>
                <a:close/>
                <a:moveTo>
                  <a:pt x="242187" y="40054"/>
                </a:moveTo>
                <a:lnTo>
                  <a:pt x="278762" y="40054"/>
                </a:lnTo>
                <a:lnTo>
                  <a:pt x="278762" y="43194"/>
                </a:lnTo>
                <a:cubicBezTo>
                  <a:pt x="276443" y="43194"/>
                  <a:pt x="274816" y="43590"/>
                  <a:pt x="273883" y="44382"/>
                </a:cubicBezTo>
                <a:cubicBezTo>
                  <a:pt x="272949" y="45174"/>
                  <a:pt x="272482" y="46220"/>
                  <a:pt x="272482" y="47521"/>
                </a:cubicBezTo>
                <a:cubicBezTo>
                  <a:pt x="272482" y="48879"/>
                  <a:pt x="273472" y="50972"/>
                  <a:pt x="275453" y="53801"/>
                </a:cubicBezTo>
                <a:cubicBezTo>
                  <a:pt x="276075" y="54706"/>
                  <a:pt x="277008" y="56121"/>
                  <a:pt x="278253" y="58044"/>
                </a:cubicBezTo>
                <a:lnTo>
                  <a:pt x="283769" y="66870"/>
                </a:lnTo>
                <a:lnTo>
                  <a:pt x="290133" y="58044"/>
                </a:lnTo>
                <a:cubicBezTo>
                  <a:pt x="294207" y="52443"/>
                  <a:pt x="296243" y="48908"/>
                  <a:pt x="296243" y="47437"/>
                </a:cubicBezTo>
                <a:cubicBezTo>
                  <a:pt x="296243" y="46249"/>
                  <a:pt x="295762" y="45244"/>
                  <a:pt x="294801" y="44424"/>
                </a:cubicBezTo>
                <a:cubicBezTo>
                  <a:pt x="293839" y="43604"/>
                  <a:pt x="292283" y="43194"/>
                  <a:pt x="290133" y="43194"/>
                </a:cubicBezTo>
                <a:lnTo>
                  <a:pt x="290133" y="40054"/>
                </a:lnTo>
                <a:lnTo>
                  <a:pt x="316440" y="40054"/>
                </a:lnTo>
                <a:lnTo>
                  <a:pt x="316440" y="43194"/>
                </a:lnTo>
                <a:cubicBezTo>
                  <a:pt x="313668" y="43363"/>
                  <a:pt x="311263" y="44127"/>
                  <a:pt x="309227" y="45485"/>
                </a:cubicBezTo>
                <a:cubicBezTo>
                  <a:pt x="306455" y="47408"/>
                  <a:pt x="302664" y="51595"/>
                  <a:pt x="297856" y="58044"/>
                </a:cubicBezTo>
                <a:lnTo>
                  <a:pt x="287248" y="72216"/>
                </a:lnTo>
                <a:lnTo>
                  <a:pt x="306596" y="99994"/>
                </a:lnTo>
                <a:cubicBezTo>
                  <a:pt x="311348" y="106825"/>
                  <a:pt x="314743" y="110933"/>
                  <a:pt x="316779" y="112317"/>
                </a:cubicBezTo>
                <a:cubicBezTo>
                  <a:pt x="318816" y="113700"/>
                  <a:pt x="321447" y="114476"/>
                  <a:pt x="324671" y="114646"/>
                </a:cubicBezTo>
                <a:lnTo>
                  <a:pt x="324671" y="117785"/>
                </a:lnTo>
                <a:lnTo>
                  <a:pt x="288012" y="117785"/>
                </a:lnTo>
                <a:lnTo>
                  <a:pt x="288012" y="114646"/>
                </a:lnTo>
                <a:cubicBezTo>
                  <a:pt x="290558" y="114646"/>
                  <a:pt x="292538" y="114082"/>
                  <a:pt x="293952" y="112954"/>
                </a:cubicBezTo>
                <a:cubicBezTo>
                  <a:pt x="295027" y="112163"/>
                  <a:pt x="295564" y="111120"/>
                  <a:pt x="295564" y="109822"/>
                </a:cubicBezTo>
                <a:cubicBezTo>
                  <a:pt x="295564" y="108524"/>
                  <a:pt x="293754" y="105252"/>
                  <a:pt x="290133" y="100005"/>
                </a:cubicBezTo>
                <a:lnTo>
                  <a:pt x="278762" y="83417"/>
                </a:lnTo>
                <a:lnTo>
                  <a:pt x="266288" y="100005"/>
                </a:lnTo>
                <a:cubicBezTo>
                  <a:pt x="262441" y="105139"/>
                  <a:pt x="260517" y="108186"/>
                  <a:pt x="260517" y="109146"/>
                </a:cubicBezTo>
                <a:cubicBezTo>
                  <a:pt x="260517" y="110500"/>
                  <a:pt x="261154" y="111727"/>
                  <a:pt x="262427" y="112826"/>
                </a:cubicBezTo>
                <a:cubicBezTo>
                  <a:pt x="263699" y="113926"/>
                  <a:pt x="265609" y="114532"/>
                  <a:pt x="268155" y="114646"/>
                </a:cubicBezTo>
                <a:lnTo>
                  <a:pt x="268155" y="117785"/>
                </a:lnTo>
                <a:lnTo>
                  <a:pt x="242782" y="117785"/>
                </a:lnTo>
                <a:lnTo>
                  <a:pt x="242782" y="114646"/>
                </a:lnTo>
                <a:cubicBezTo>
                  <a:pt x="244818" y="114363"/>
                  <a:pt x="246600" y="113657"/>
                  <a:pt x="248128" y="112529"/>
                </a:cubicBezTo>
                <a:cubicBezTo>
                  <a:pt x="250277" y="110892"/>
                  <a:pt x="253898" y="106716"/>
                  <a:pt x="258990" y="99999"/>
                </a:cubicBezTo>
                <a:lnTo>
                  <a:pt x="275283" y="78410"/>
                </a:lnTo>
                <a:lnTo>
                  <a:pt x="260517" y="57026"/>
                </a:lnTo>
                <a:cubicBezTo>
                  <a:pt x="256331" y="50916"/>
                  <a:pt x="253092" y="47083"/>
                  <a:pt x="250801" y="45527"/>
                </a:cubicBezTo>
                <a:cubicBezTo>
                  <a:pt x="248510" y="43972"/>
                  <a:pt x="245638" y="43194"/>
                  <a:pt x="242187" y="43194"/>
                </a:cubicBezTo>
                <a:lnTo>
                  <a:pt x="242187" y="40054"/>
                </a:lnTo>
                <a:close/>
                <a:moveTo>
                  <a:pt x="333157" y="0"/>
                </a:moveTo>
                <a:lnTo>
                  <a:pt x="370496" y="0"/>
                </a:lnTo>
                <a:lnTo>
                  <a:pt x="370496" y="152239"/>
                </a:lnTo>
                <a:lnTo>
                  <a:pt x="333157" y="152239"/>
                </a:lnTo>
                <a:lnTo>
                  <a:pt x="333157" y="145535"/>
                </a:lnTo>
                <a:lnTo>
                  <a:pt x="357767" y="145535"/>
                </a:lnTo>
                <a:lnTo>
                  <a:pt x="357767" y="6704"/>
                </a:lnTo>
                <a:lnTo>
                  <a:pt x="333157" y="6704"/>
                </a:lnTo>
                <a:lnTo>
                  <a:pt x="3331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A8D75-404A-41B0-B0A5-F2E90CD8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714" y="7362665"/>
            <a:ext cx="75266" cy="10"/>
          </a:xfrm>
          <a:custGeom xmlns:a="http://schemas.openxmlformats.org/drawingml/2006/main">
            <a:pathLst>
              <a:path w="75266" h="1" fill="none">
                <a:moveTo>
                  <a:pt x="0" y="0"/>
                </a:moveTo>
                <a:lnTo>
                  <a:pt x="752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8A491-DF92-4E25-A01A-731A0EF8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7315875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F1B77-B34E-43C6-B757-4481D0B8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7315875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0A1098-D521-4150-BB30-369CEFDB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6868024"/>
            <a:ext cx="1898353" cy="989283"/>
          </a:xfrm>
          <a:custGeom xmlns:a="http://schemas.openxmlformats.org/drawingml/2006/main">
            <a:pathLst>
              <a:path w="1898353" h="989283">
                <a:moveTo>
                  <a:pt x="0" y="0"/>
                </a:moveTo>
                <a:lnTo>
                  <a:pt x="1898353" y="0"/>
                </a:lnTo>
                <a:lnTo>
                  <a:pt x="1898353" y="989283"/>
                </a:lnTo>
                <a:lnTo>
                  <a:pt x="0" y="9892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C2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F1974B-5E7A-4C01-B6DF-0A9BB333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6868024"/>
            <a:ext cx="1898353" cy="989283"/>
          </a:xfrm>
          <a:custGeom xmlns:a="http://schemas.openxmlformats.org/drawingml/2006/main">
            <a:pathLst>
              <a:path w="1898353" h="989283" fill="none">
                <a:moveTo>
                  <a:pt x="0" y="0"/>
                </a:moveTo>
                <a:lnTo>
                  <a:pt x="1898353" y="0"/>
                </a:lnTo>
                <a:lnTo>
                  <a:pt x="1898353" y="989283"/>
                </a:lnTo>
                <a:lnTo>
                  <a:pt x="0" y="9892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67" name="Text How-To,">
            <a:extLst xmlns:a="http://schemas.openxmlformats.org/drawingml/2006/main">
              <a:ext uri="{FF2B5EF4-FFF2-40B4-BE49-F238E27FC236}">
                <a16:creationId xmlns:a16="http://schemas.microsoft.com/office/drawing/2014/main" id="{7A3F96EB-3F8F-445C-8109-C18E35D3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2" y="7000275"/>
            <a:ext cx="626435" cy="145619"/>
          </a:xfrm>
          <a:custGeom xmlns:a="http://schemas.openxmlformats.org/drawingml/2006/main">
            <a:pathLst>
              <a:path w="626435" h="145619">
                <a:moveTo>
                  <a:pt x="43873" y="59741"/>
                </a:moveTo>
                <a:lnTo>
                  <a:pt x="43873" y="95382"/>
                </a:lnTo>
                <a:cubicBezTo>
                  <a:pt x="43873" y="101296"/>
                  <a:pt x="44198" y="104993"/>
                  <a:pt x="44848" y="106473"/>
                </a:cubicBezTo>
                <a:cubicBezTo>
                  <a:pt x="45499" y="107951"/>
                  <a:pt x="46772" y="109244"/>
                  <a:pt x="48667" y="110352"/>
                </a:cubicBezTo>
                <a:cubicBezTo>
                  <a:pt x="50562" y="111461"/>
                  <a:pt x="53122" y="112015"/>
                  <a:pt x="56347" y="112015"/>
                </a:cubicBezTo>
                <a:lnTo>
                  <a:pt x="60166" y="112015"/>
                </a:lnTo>
                <a:lnTo>
                  <a:pt x="60166" y="115070"/>
                </a:lnTo>
                <a:lnTo>
                  <a:pt x="0" y="115070"/>
                </a:lnTo>
                <a:lnTo>
                  <a:pt x="0" y="112015"/>
                </a:lnTo>
                <a:lnTo>
                  <a:pt x="3819" y="112015"/>
                </a:lnTo>
                <a:cubicBezTo>
                  <a:pt x="7157" y="112015"/>
                  <a:pt x="9844" y="111418"/>
                  <a:pt x="11880" y="110225"/>
                </a:cubicBezTo>
                <a:cubicBezTo>
                  <a:pt x="13351" y="109428"/>
                  <a:pt x="14483" y="108063"/>
                  <a:pt x="15275" y="106130"/>
                </a:cubicBezTo>
                <a:cubicBezTo>
                  <a:pt x="15897" y="104766"/>
                  <a:pt x="16208" y="101183"/>
                  <a:pt x="16208" y="95382"/>
                </a:cubicBezTo>
                <a:lnTo>
                  <a:pt x="16208" y="19687"/>
                </a:lnTo>
                <a:cubicBezTo>
                  <a:pt x="16208" y="13774"/>
                  <a:pt x="15897" y="10078"/>
                  <a:pt x="15275" y="8600"/>
                </a:cubicBezTo>
                <a:cubicBezTo>
                  <a:pt x="14652" y="7120"/>
                  <a:pt x="13394" y="5826"/>
                  <a:pt x="11499" y="4718"/>
                </a:cubicBezTo>
                <a:cubicBezTo>
                  <a:pt x="9603" y="3609"/>
                  <a:pt x="7043" y="3055"/>
                  <a:pt x="3819" y="3055"/>
                </a:cubicBezTo>
                <a:lnTo>
                  <a:pt x="0" y="3055"/>
                </a:lnTo>
                <a:lnTo>
                  <a:pt x="0" y="0"/>
                </a:lnTo>
                <a:lnTo>
                  <a:pt x="60166" y="0"/>
                </a:lnTo>
                <a:lnTo>
                  <a:pt x="60166" y="3055"/>
                </a:lnTo>
                <a:lnTo>
                  <a:pt x="56347" y="3055"/>
                </a:lnTo>
                <a:cubicBezTo>
                  <a:pt x="53009" y="3055"/>
                  <a:pt x="50322" y="3652"/>
                  <a:pt x="48285" y="4845"/>
                </a:cubicBezTo>
                <a:cubicBezTo>
                  <a:pt x="46814" y="5642"/>
                  <a:pt x="45655" y="7007"/>
                  <a:pt x="44806" y="8939"/>
                </a:cubicBezTo>
                <a:cubicBezTo>
                  <a:pt x="44184" y="10304"/>
                  <a:pt x="43873" y="13887"/>
                  <a:pt x="43873" y="19687"/>
                </a:cubicBezTo>
                <a:lnTo>
                  <a:pt x="43873" y="52274"/>
                </a:lnTo>
                <a:lnTo>
                  <a:pt x="84520" y="52274"/>
                </a:lnTo>
                <a:lnTo>
                  <a:pt x="84520" y="19687"/>
                </a:lnTo>
                <a:cubicBezTo>
                  <a:pt x="84520" y="13774"/>
                  <a:pt x="84209" y="10078"/>
                  <a:pt x="83587" y="8600"/>
                </a:cubicBezTo>
                <a:cubicBezTo>
                  <a:pt x="82965" y="7120"/>
                  <a:pt x="81692" y="5826"/>
                  <a:pt x="79768" y="4718"/>
                </a:cubicBezTo>
                <a:cubicBezTo>
                  <a:pt x="77845" y="3609"/>
                  <a:pt x="75271" y="3055"/>
                  <a:pt x="72046" y="3055"/>
                </a:cubicBezTo>
                <a:lnTo>
                  <a:pt x="68312" y="3055"/>
                </a:lnTo>
                <a:lnTo>
                  <a:pt x="68312" y="0"/>
                </a:lnTo>
                <a:lnTo>
                  <a:pt x="128393" y="0"/>
                </a:lnTo>
                <a:lnTo>
                  <a:pt x="128393" y="3055"/>
                </a:lnTo>
                <a:lnTo>
                  <a:pt x="124659" y="3055"/>
                </a:lnTo>
                <a:cubicBezTo>
                  <a:pt x="121265" y="3055"/>
                  <a:pt x="118577" y="3652"/>
                  <a:pt x="116597" y="4845"/>
                </a:cubicBezTo>
                <a:cubicBezTo>
                  <a:pt x="115126" y="5642"/>
                  <a:pt x="113967" y="7007"/>
                  <a:pt x="113118" y="8939"/>
                </a:cubicBezTo>
                <a:cubicBezTo>
                  <a:pt x="112496" y="10304"/>
                  <a:pt x="112185" y="13887"/>
                  <a:pt x="112185" y="19687"/>
                </a:cubicBezTo>
                <a:lnTo>
                  <a:pt x="112185" y="95382"/>
                </a:lnTo>
                <a:cubicBezTo>
                  <a:pt x="112185" y="101296"/>
                  <a:pt x="112496" y="104993"/>
                  <a:pt x="113118" y="106473"/>
                </a:cubicBezTo>
                <a:cubicBezTo>
                  <a:pt x="113740" y="107951"/>
                  <a:pt x="115013" y="109244"/>
                  <a:pt x="116937" y="110352"/>
                </a:cubicBezTo>
                <a:cubicBezTo>
                  <a:pt x="118860" y="111461"/>
                  <a:pt x="121434" y="112015"/>
                  <a:pt x="124659" y="112015"/>
                </a:cubicBezTo>
                <a:lnTo>
                  <a:pt x="128393" y="112015"/>
                </a:lnTo>
                <a:lnTo>
                  <a:pt x="128393" y="115070"/>
                </a:lnTo>
                <a:lnTo>
                  <a:pt x="68312" y="115070"/>
                </a:lnTo>
                <a:lnTo>
                  <a:pt x="68312" y="112015"/>
                </a:lnTo>
                <a:lnTo>
                  <a:pt x="72046" y="112015"/>
                </a:lnTo>
                <a:cubicBezTo>
                  <a:pt x="75440" y="112015"/>
                  <a:pt x="78128" y="111418"/>
                  <a:pt x="80108" y="110225"/>
                </a:cubicBezTo>
                <a:cubicBezTo>
                  <a:pt x="81579" y="109428"/>
                  <a:pt x="82738" y="108063"/>
                  <a:pt x="83587" y="106130"/>
                </a:cubicBezTo>
                <a:cubicBezTo>
                  <a:pt x="84209" y="104766"/>
                  <a:pt x="84520" y="101183"/>
                  <a:pt x="84520" y="95382"/>
                </a:cubicBezTo>
                <a:lnTo>
                  <a:pt x="84520" y="59741"/>
                </a:lnTo>
                <a:lnTo>
                  <a:pt x="43873" y="59741"/>
                </a:lnTo>
                <a:close/>
                <a:moveTo>
                  <a:pt x="174840" y="33265"/>
                </a:moveTo>
                <a:cubicBezTo>
                  <a:pt x="181742" y="33265"/>
                  <a:pt x="188163" y="35049"/>
                  <a:pt x="194104" y="38617"/>
                </a:cubicBezTo>
                <a:cubicBezTo>
                  <a:pt x="200044" y="42184"/>
                  <a:pt x="204555" y="47253"/>
                  <a:pt x="207639" y="53822"/>
                </a:cubicBezTo>
                <a:cubicBezTo>
                  <a:pt x="210722" y="60392"/>
                  <a:pt x="212264" y="67584"/>
                  <a:pt x="212264" y="75398"/>
                </a:cubicBezTo>
                <a:cubicBezTo>
                  <a:pt x="212264" y="86667"/>
                  <a:pt x="209407" y="96096"/>
                  <a:pt x="203693" y="103685"/>
                </a:cubicBezTo>
                <a:cubicBezTo>
                  <a:pt x="196791" y="112859"/>
                  <a:pt x="187258" y="117446"/>
                  <a:pt x="175095" y="117446"/>
                </a:cubicBezTo>
                <a:cubicBezTo>
                  <a:pt x="163158" y="117446"/>
                  <a:pt x="153965" y="113255"/>
                  <a:pt x="147516" y="104873"/>
                </a:cubicBezTo>
                <a:cubicBezTo>
                  <a:pt x="141066" y="96492"/>
                  <a:pt x="137842" y="86780"/>
                  <a:pt x="137842" y="75737"/>
                </a:cubicBezTo>
                <a:cubicBezTo>
                  <a:pt x="137842" y="64356"/>
                  <a:pt x="141137" y="54431"/>
                  <a:pt x="147728" y="45965"/>
                </a:cubicBezTo>
                <a:cubicBezTo>
                  <a:pt x="154318" y="37498"/>
                  <a:pt x="163356" y="33265"/>
                  <a:pt x="174840" y="33265"/>
                </a:cubicBezTo>
                <a:moveTo>
                  <a:pt x="175180" y="39205"/>
                </a:moveTo>
                <a:cubicBezTo>
                  <a:pt x="172295" y="39205"/>
                  <a:pt x="169820" y="40296"/>
                  <a:pt x="167755" y="42478"/>
                </a:cubicBezTo>
                <a:cubicBezTo>
                  <a:pt x="165690" y="44657"/>
                  <a:pt x="164332" y="48961"/>
                  <a:pt x="163681" y="55390"/>
                </a:cubicBezTo>
                <a:cubicBezTo>
                  <a:pt x="163031" y="61818"/>
                  <a:pt x="162705" y="70753"/>
                  <a:pt x="162705" y="82195"/>
                </a:cubicBezTo>
                <a:cubicBezTo>
                  <a:pt x="162705" y="88255"/>
                  <a:pt x="163101" y="93919"/>
                  <a:pt x="163893" y="99188"/>
                </a:cubicBezTo>
                <a:cubicBezTo>
                  <a:pt x="164516" y="103208"/>
                  <a:pt x="165845" y="106267"/>
                  <a:pt x="167882" y="108363"/>
                </a:cubicBezTo>
                <a:cubicBezTo>
                  <a:pt x="169919" y="110458"/>
                  <a:pt x="172238" y="111506"/>
                  <a:pt x="174840" y="111506"/>
                </a:cubicBezTo>
                <a:cubicBezTo>
                  <a:pt x="177386" y="111506"/>
                  <a:pt x="179508" y="110798"/>
                  <a:pt x="181205" y="109382"/>
                </a:cubicBezTo>
                <a:cubicBezTo>
                  <a:pt x="183411" y="107456"/>
                  <a:pt x="184882" y="104766"/>
                  <a:pt x="185618" y="101309"/>
                </a:cubicBezTo>
                <a:cubicBezTo>
                  <a:pt x="186749" y="95930"/>
                  <a:pt x="187315" y="85055"/>
                  <a:pt x="187315" y="68686"/>
                </a:cubicBezTo>
                <a:cubicBezTo>
                  <a:pt x="187315" y="59058"/>
                  <a:pt x="186777" y="52446"/>
                  <a:pt x="185702" y="48850"/>
                </a:cubicBezTo>
                <a:cubicBezTo>
                  <a:pt x="184628" y="45252"/>
                  <a:pt x="183044" y="42632"/>
                  <a:pt x="180950" y="40990"/>
                </a:cubicBezTo>
                <a:cubicBezTo>
                  <a:pt x="179479" y="39800"/>
                  <a:pt x="177556" y="39205"/>
                  <a:pt x="175180" y="39205"/>
                </a:cubicBezTo>
                <a:close/>
                <a:moveTo>
                  <a:pt x="302979" y="117446"/>
                </a:moveTo>
                <a:lnTo>
                  <a:pt x="281255" y="59176"/>
                </a:lnTo>
                <a:lnTo>
                  <a:pt x="259955" y="117446"/>
                </a:lnTo>
                <a:lnTo>
                  <a:pt x="255542" y="117446"/>
                </a:lnTo>
                <a:lnTo>
                  <a:pt x="234412" y="59885"/>
                </a:lnTo>
                <a:cubicBezTo>
                  <a:pt x="231244" y="51056"/>
                  <a:pt x="228557" y="45303"/>
                  <a:pt x="226350" y="42626"/>
                </a:cubicBezTo>
                <a:cubicBezTo>
                  <a:pt x="224936" y="40803"/>
                  <a:pt x="222786" y="39493"/>
                  <a:pt x="219901" y="38696"/>
                </a:cubicBezTo>
                <a:lnTo>
                  <a:pt x="219901" y="35641"/>
                </a:lnTo>
                <a:lnTo>
                  <a:pt x="259955" y="35641"/>
                </a:lnTo>
                <a:lnTo>
                  <a:pt x="259955" y="38696"/>
                </a:lnTo>
                <a:cubicBezTo>
                  <a:pt x="257239" y="38696"/>
                  <a:pt x="255372" y="39096"/>
                  <a:pt x="254354" y="39895"/>
                </a:cubicBezTo>
                <a:cubicBezTo>
                  <a:pt x="253336" y="40692"/>
                  <a:pt x="252827" y="41604"/>
                  <a:pt x="252827" y="42631"/>
                </a:cubicBezTo>
                <a:cubicBezTo>
                  <a:pt x="252827" y="43600"/>
                  <a:pt x="253732" y="46508"/>
                  <a:pt x="255542" y="51356"/>
                </a:cubicBezTo>
                <a:lnTo>
                  <a:pt x="267168" y="82362"/>
                </a:lnTo>
                <a:lnTo>
                  <a:pt x="278369" y="51452"/>
                </a:lnTo>
                <a:lnTo>
                  <a:pt x="277521" y="49277"/>
                </a:lnTo>
                <a:cubicBezTo>
                  <a:pt x="275824" y="45011"/>
                  <a:pt x="274339" y="42295"/>
                  <a:pt x="273066" y="41128"/>
                </a:cubicBezTo>
                <a:cubicBezTo>
                  <a:pt x="271793" y="39961"/>
                  <a:pt x="269827" y="39150"/>
                  <a:pt x="267168" y="38696"/>
                </a:cubicBezTo>
                <a:lnTo>
                  <a:pt x="267168" y="35641"/>
                </a:lnTo>
                <a:lnTo>
                  <a:pt x="307816" y="35641"/>
                </a:lnTo>
                <a:lnTo>
                  <a:pt x="307816" y="38696"/>
                </a:lnTo>
                <a:cubicBezTo>
                  <a:pt x="304648" y="38868"/>
                  <a:pt x="302639" y="39310"/>
                  <a:pt x="301791" y="40022"/>
                </a:cubicBezTo>
                <a:cubicBezTo>
                  <a:pt x="300942" y="40734"/>
                  <a:pt x="300518" y="41747"/>
                  <a:pt x="300518" y="43058"/>
                </a:cubicBezTo>
                <a:cubicBezTo>
                  <a:pt x="300518" y="44314"/>
                  <a:pt x="301338" y="47080"/>
                  <a:pt x="302979" y="51356"/>
                </a:cubicBezTo>
                <a:lnTo>
                  <a:pt x="314180" y="82362"/>
                </a:lnTo>
                <a:lnTo>
                  <a:pt x="324363" y="53820"/>
                </a:lnTo>
                <a:cubicBezTo>
                  <a:pt x="325834" y="49718"/>
                  <a:pt x="326570" y="46927"/>
                  <a:pt x="326570" y="45445"/>
                </a:cubicBezTo>
                <a:cubicBezTo>
                  <a:pt x="326570" y="43225"/>
                  <a:pt x="326032" y="41602"/>
                  <a:pt x="324957" y="40576"/>
                </a:cubicBezTo>
                <a:cubicBezTo>
                  <a:pt x="323883" y="39551"/>
                  <a:pt x="321789" y="38924"/>
                  <a:pt x="318678" y="38696"/>
                </a:cubicBezTo>
                <a:lnTo>
                  <a:pt x="318678" y="35641"/>
                </a:lnTo>
                <a:lnTo>
                  <a:pt x="342184" y="35641"/>
                </a:lnTo>
                <a:lnTo>
                  <a:pt x="342184" y="38696"/>
                </a:lnTo>
                <a:cubicBezTo>
                  <a:pt x="339582" y="39039"/>
                  <a:pt x="337517" y="39966"/>
                  <a:pt x="335989" y="41478"/>
                </a:cubicBezTo>
                <a:cubicBezTo>
                  <a:pt x="334462" y="42989"/>
                  <a:pt x="332482" y="47284"/>
                  <a:pt x="330049" y="54361"/>
                </a:cubicBezTo>
                <a:lnTo>
                  <a:pt x="307816" y="117446"/>
                </a:lnTo>
                <a:lnTo>
                  <a:pt x="302979" y="117446"/>
                </a:lnTo>
                <a:close/>
                <a:moveTo>
                  <a:pt x="397653" y="83841"/>
                </a:moveTo>
                <a:lnTo>
                  <a:pt x="348180" y="83841"/>
                </a:lnTo>
                <a:lnTo>
                  <a:pt x="348180" y="66191"/>
                </a:lnTo>
                <a:lnTo>
                  <a:pt x="397653" y="66191"/>
                </a:lnTo>
                <a:lnTo>
                  <a:pt x="397653" y="83841"/>
                </a:lnTo>
                <a:close/>
                <a:moveTo>
                  <a:pt x="511449" y="0"/>
                </a:moveTo>
                <a:lnTo>
                  <a:pt x="511449" y="31228"/>
                </a:lnTo>
                <a:lnTo>
                  <a:pt x="508394" y="31228"/>
                </a:lnTo>
                <a:cubicBezTo>
                  <a:pt x="506583" y="24019"/>
                  <a:pt x="504575" y="18839"/>
                  <a:pt x="502369" y="15688"/>
                </a:cubicBezTo>
                <a:cubicBezTo>
                  <a:pt x="500162" y="12538"/>
                  <a:pt x="497136" y="10026"/>
                  <a:pt x="493289" y="8152"/>
                </a:cubicBezTo>
                <a:cubicBezTo>
                  <a:pt x="491139" y="7130"/>
                  <a:pt x="487377" y="6619"/>
                  <a:pt x="482002" y="6619"/>
                </a:cubicBezTo>
                <a:lnTo>
                  <a:pt x="473431" y="6619"/>
                </a:lnTo>
                <a:lnTo>
                  <a:pt x="473431" y="95382"/>
                </a:lnTo>
                <a:cubicBezTo>
                  <a:pt x="473431" y="101296"/>
                  <a:pt x="473757" y="104993"/>
                  <a:pt x="474407" y="106473"/>
                </a:cubicBezTo>
                <a:cubicBezTo>
                  <a:pt x="475058" y="107951"/>
                  <a:pt x="476331" y="109244"/>
                  <a:pt x="478226" y="110352"/>
                </a:cubicBezTo>
                <a:cubicBezTo>
                  <a:pt x="480121" y="111461"/>
                  <a:pt x="482709" y="112015"/>
                  <a:pt x="485991" y="112015"/>
                </a:cubicBezTo>
                <a:lnTo>
                  <a:pt x="489809" y="112015"/>
                </a:lnTo>
                <a:lnTo>
                  <a:pt x="489809" y="115070"/>
                </a:lnTo>
                <a:lnTo>
                  <a:pt x="429559" y="115070"/>
                </a:lnTo>
                <a:lnTo>
                  <a:pt x="429559" y="112015"/>
                </a:lnTo>
                <a:lnTo>
                  <a:pt x="433378" y="112015"/>
                </a:lnTo>
                <a:cubicBezTo>
                  <a:pt x="436715" y="112015"/>
                  <a:pt x="439403" y="111418"/>
                  <a:pt x="441439" y="110225"/>
                </a:cubicBezTo>
                <a:cubicBezTo>
                  <a:pt x="442910" y="109428"/>
                  <a:pt x="444070" y="108063"/>
                  <a:pt x="444919" y="106130"/>
                </a:cubicBezTo>
                <a:cubicBezTo>
                  <a:pt x="445541" y="104766"/>
                  <a:pt x="445852" y="101183"/>
                  <a:pt x="445852" y="95382"/>
                </a:cubicBezTo>
                <a:lnTo>
                  <a:pt x="445852" y="6619"/>
                </a:lnTo>
                <a:lnTo>
                  <a:pt x="437536" y="6619"/>
                </a:lnTo>
                <a:cubicBezTo>
                  <a:pt x="429785" y="6619"/>
                  <a:pt x="424156" y="8265"/>
                  <a:pt x="420649" y="11557"/>
                </a:cubicBezTo>
                <a:cubicBezTo>
                  <a:pt x="415727" y="16155"/>
                  <a:pt x="412615" y="22712"/>
                  <a:pt x="411314" y="31228"/>
                </a:cubicBezTo>
                <a:lnTo>
                  <a:pt x="408089" y="31228"/>
                </a:lnTo>
                <a:lnTo>
                  <a:pt x="408089" y="0"/>
                </a:lnTo>
                <a:lnTo>
                  <a:pt x="511449" y="0"/>
                </a:lnTo>
                <a:close/>
                <a:moveTo>
                  <a:pt x="545055" y="33265"/>
                </a:moveTo>
                <a:cubicBezTo>
                  <a:pt x="551957" y="33265"/>
                  <a:pt x="558378" y="35049"/>
                  <a:pt x="564318" y="38617"/>
                </a:cubicBezTo>
                <a:cubicBezTo>
                  <a:pt x="570258" y="42184"/>
                  <a:pt x="574770" y="47253"/>
                  <a:pt x="577853" y="53822"/>
                </a:cubicBezTo>
                <a:cubicBezTo>
                  <a:pt x="580936" y="60392"/>
                  <a:pt x="582478" y="67584"/>
                  <a:pt x="582478" y="75398"/>
                </a:cubicBezTo>
                <a:cubicBezTo>
                  <a:pt x="582478" y="86667"/>
                  <a:pt x="579621" y="96096"/>
                  <a:pt x="573907" y="103685"/>
                </a:cubicBezTo>
                <a:cubicBezTo>
                  <a:pt x="567005" y="112859"/>
                  <a:pt x="557472" y="117446"/>
                  <a:pt x="545309" y="117446"/>
                </a:cubicBezTo>
                <a:cubicBezTo>
                  <a:pt x="533372" y="117446"/>
                  <a:pt x="524179" y="113255"/>
                  <a:pt x="517730" y="104873"/>
                </a:cubicBezTo>
                <a:cubicBezTo>
                  <a:pt x="511280" y="96492"/>
                  <a:pt x="508056" y="86780"/>
                  <a:pt x="508056" y="75737"/>
                </a:cubicBezTo>
                <a:cubicBezTo>
                  <a:pt x="508056" y="64356"/>
                  <a:pt x="511351" y="54431"/>
                  <a:pt x="517942" y="45965"/>
                </a:cubicBezTo>
                <a:cubicBezTo>
                  <a:pt x="524533" y="37498"/>
                  <a:pt x="533570" y="33265"/>
                  <a:pt x="545055" y="33265"/>
                </a:cubicBezTo>
                <a:moveTo>
                  <a:pt x="545394" y="39205"/>
                </a:moveTo>
                <a:cubicBezTo>
                  <a:pt x="542509" y="39205"/>
                  <a:pt x="540034" y="40296"/>
                  <a:pt x="537969" y="42478"/>
                </a:cubicBezTo>
                <a:cubicBezTo>
                  <a:pt x="535904" y="44657"/>
                  <a:pt x="534546" y="48961"/>
                  <a:pt x="533896" y="55390"/>
                </a:cubicBezTo>
                <a:cubicBezTo>
                  <a:pt x="533245" y="61818"/>
                  <a:pt x="532920" y="70753"/>
                  <a:pt x="532920" y="82195"/>
                </a:cubicBezTo>
                <a:cubicBezTo>
                  <a:pt x="532920" y="88255"/>
                  <a:pt x="533316" y="93919"/>
                  <a:pt x="534108" y="99188"/>
                </a:cubicBezTo>
                <a:cubicBezTo>
                  <a:pt x="534730" y="103208"/>
                  <a:pt x="536059" y="106267"/>
                  <a:pt x="538096" y="108363"/>
                </a:cubicBezTo>
                <a:cubicBezTo>
                  <a:pt x="540133" y="110458"/>
                  <a:pt x="542452" y="111506"/>
                  <a:pt x="545055" y="111506"/>
                </a:cubicBezTo>
                <a:cubicBezTo>
                  <a:pt x="547600" y="111506"/>
                  <a:pt x="549722" y="110798"/>
                  <a:pt x="551419" y="109382"/>
                </a:cubicBezTo>
                <a:cubicBezTo>
                  <a:pt x="553625" y="107456"/>
                  <a:pt x="555096" y="104766"/>
                  <a:pt x="555832" y="101309"/>
                </a:cubicBezTo>
                <a:cubicBezTo>
                  <a:pt x="556963" y="95930"/>
                  <a:pt x="557529" y="85055"/>
                  <a:pt x="557529" y="68686"/>
                </a:cubicBezTo>
                <a:cubicBezTo>
                  <a:pt x="557529" y="59058"/>
                  <a:pt x="556992" y="52446"/>
                  <a:pt x="555917" y="48850"/>
                </a:cubicBezTo>
                <a:cubicBezTo>
                  <a:pt x="554842" y="45252"/>
                  <a:pt x="553258" y="42632"/>
                  <a:pt x="551164" y="40990"/>
                </a:cubicBezTo>
                <a:cubicBezTo>
                  <a:pt x="549694" y="39800"/>
                  <a:pt x="547770" y="39205"/>
                  <a:pt x="545394" y="39205"/>
                </a:cubicBezTo>
                <a:close/>
                <a:moveTo>
                  <a:pt x="597328" y="145619"/>
                </a:moveTo>
                <a:lnTo>
                  <a:pt x="597328" y="141886"/>
                </a:lnTo>
                <a:cubicBezTo>
                  <a:pt x="603891" y="139057"/>
                  <a:pt x="608657" y="135394"/>
                  <a:pt x="611627" y="130896"/>
                </a:cubicBezTo>
                <a:cubicBezTo>
                  <a:pt x="614597" y="126399"/>
                  <a:pt x="616082" y="121802"/>
                  <a:pt x="616082" y="117107"/>
                </a:cubicBezTo>
                <a:cubicBezTo>
                  <a:pt x="616082" y="116145"/>
                  <a:pt x="615884" y="115409"/>
                  <a:pt x="615488" y="114900"/>
                </a:cubicBezTo>
                <a:cubicBezTo>
                  <a:pt x="615092" y="114448"/>
                  <a:pt x="614696" y="114221"/>
                  <a:pt x="614300" y="114221"/>
                </a:cubicBezTo>
                <a:cubicBezTo>
                  <a:pt x="613961" y="114221"/>
                  <a:pt x="613452" y="114419"/>
                  <a:pt x="612773" y="114815"/>
                </a:cubicBezTo>
                <a:cubicBezTo>
                  <a:pt x="611132" y="115777"/>
                  <a:pt x="609095" y="116258"/>
                  <a:pt x="606663" y="116258"/>
                </a:cubicBezTo>
                <a:cubicBezTo>
                  <a:pt x="603325" y="116258"/>
                  <a:pt x="600426" y="114957"/>
                  <a:pt x="597965" y="112354"/>
                </a:cubicBezTo>
                <a:cubicBezTo>
                  <a:pt x="595504" y="109752"/>
                  <a:pt x="594273" y="106697"/>
                  <a:pt x="594273" y="103190"/>
                </a:cubicBezTo>
                <a:cubicBezTo>
                  <a:pt x="594273" y="99456"/>
                  <a:pt x="595688" y="96174"/>
                  <a:pt x="598516" y="93346"/>
                </a:cubicBezTo>
                <a:cubicBezTo>
                  <a:pt x="601345" y="90517"/>
                  <a:pt x="604768" y="89103"/>
                  <a:pt x="608784" y="89103"/>
                </a:cubicBezTo>
                <a:cubicBezTo>
                  <a:pt x="613650" y="89103"/>
                  <a:pt x="617808" y="90984"/>
                  <a:pt x="621259" y="94746"/>
                </a:cubicBezTo>
                <a:cubicBezTo>
                  <a:pt x="624710" y="98508"/>
                  <a:pt x="626435" y="103670"/>
                  <a:pt x="626435" y="110233"/>
                </a:cubicBezTo>
                <a:cubicBezTo>
                  <a:pt x="626435" y="118323"/>
                  <a:pt x="623988" y="125508"/>
                  <a:pt x="619095" y="131787"/>
                </a:cubicBezTo>
                <a:cubicBezTo>
                  <a:pt x="614201" y="138067"/>
                  <a:pt x="606946" y="142678"/>
                  <a:pt x="597328" y="14561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Problem-Solving&amp;">
            <a:extLst xmlns:a="http://schemas.openxmlformats.org/drawingml/2006/main">
              <a:ext uri="{FF2B5EF4-FFF2-40B4-BE49-F238E27FC236}">
                <a16:creationId xmlns:a16="http://schemas.microsoft.com/office/drawing/2014/main" id="{30A5084C-8B45-44B3-920C-BCB52C10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6" y="7211628"/>
            <a:ext cx="1418633" cy="155124"/>
          </a:xfrm>
          <a:custGeom xmlns:a="http://schemas.openxmlformats.org/drawingml/2006/main">
            <a:pathLst>
              <a:path w="1418633" h="155124">
                <a:moveTo>
                  <a:pt x="42515" y="65512"/>
                </a:moveTo>
                <a:lnTo>
                  <a:pt x="42515" y="97419"/>
                </a:lnTo>
                <a:cubicBezTo>
                  <a:pt x="42515" y="103674"/>
                  <a:pt x="42897" y="107612"/>
                  <a:pt x="43660" y="109233"/>
                </a:cubicBezTo>
                <a:cubicBezTo>
                  <a:pt x="44424" y="110853"/>
                  <a:pt x="45782" y="112146"/>
                  <a:pt x="47734" y="113113"/>
                </a:cubicBezTo>
                <a:cubicBezTo>
                  <a:pt x="49685" y="114078"/>
                  <a:pt x="53264" y="114561"/>
                  <a:pt x="58468" y="114561"/>
                </a:cubicBezTo>
                <a:lnTo>
                  <a:pt x="58468" y="117616"/>
                </a:lnTo>
                <a:lnTo>
                  <a:pt x="0" y="117616"/>
                </a:lnTo>
                <a:lnTo>
                  <a:pt x="0" y="114561"/>
                </a:lnTo>
                <a:cubicBezTo>
                  <a:pt x="5318" y="114561"/>
                  <a:pt x="8924" y="114063"/>
                  <a:pt x="10820" y="113068"/>
                </a:cubicBezTo>
                <a:cubicBezTo>
                  <a:pt x="12715" y="112072"/>
                  <a:pt x="14044" y="110779"/>
                  <a:pt x="14808" y="109188"/>
                </a:cubicBezTo>
                <a:cubicBezTo>
                  <a:pt x="15572" y="107597"/>
                  <a:pt x="15954" y="103674"/>
                  <a:pt x="15954" y="97419"/>
                </a:cubicBezTo>
                <a:lnTo>
                  <a:pt x="15954" y="22742"/>
                </a:lnTo>
                <a:cubicBezTo>
                  <a:pt x="15954" y="16488"/>
                  <a:pt x="15572" y="12550"/>
                  <a:pt x="14808" y="10931"/>
                </a:cubicBezTo>
                <a:cubicBezTo>
                  <a:pt x="14044" y="9310"/>
                  <a:pt x="12701" y="8017"/>
                  <a:pt x="10777" y="7051"/>
                </a:cubicBezTo>
                <a:cubicBezTo>
                  <a:pt x="8854" y="6084"/>
                  <a:pt x="5261" y="5601"/>
                  <a:pt x="0" y="5601"/>
                </a:cubicBezTo>
                <a:lnTo>
                  <a:pt x="0" y="2546"/>
                </a:lnTo>
                <a:lnTo>
                  <a:pt x="50152" y="2546"/>
                </a:lnTo>
                <a:cubicBezTo>
                  <a:pt x="66672" y="2546"/>
                  <a:pt x="78524" y="5488"/>
                  <a:pt x="85708" y="11371"/>
                </a:cubicBezTo>
                <a:cubicBezTo>
                  <a:pt x="92893" y="17255"/>
                  <a:pt x="96486" y="24609"/>
                  <a:pt x="96486" y="33435"/>
                </a:cubicBezTo>
                <a:cubicBezTo>
                  <a:pt x="96486" y="40902"/>
                  <a:pt x="94166" y="47295"/>
                  <a:pt x="89527" y="52613"/>
                </a:cubicBezTo>
                <a:cubicBezTo>
                  <a:pt x="84888" y="57931"/>
                  <a:pt x="78495" y="61552"/>
                  <a:pt x="70349" y="63475"/>
                </a:cubicBezTo>
                <a:cubicBezTo>
                  <a:pt x="64861" y="64833"/>
                  <a:pt x="55583" y="65512"/>
                  <a:pt x="42515" y="65512"/>
                </a:cubicBezTo>
                <a:moveTo>
                  <a:pt x="42515" y="9165"/>
                </a:moveTo>
                <a:lnTo>
                  <a:pt x="42515" y="58893"/>
                </a:lnTo>
                <a:cubicBezTo>
                  <a:pt x="44382" y="59006"/>
                  <a:pt x="45796" y="59062"/>
                  <a:pt x="46758" y="59062"/>
                </a:cubicBezTo>
                <a:cubicBezTo>
                  <a:pt x="53660" y="59062"/>
                  <a:pt x="58978" y="57012"/>
                  <a:pt x="62711" y="52910"/>
                </a:cubicBezTo>
                <a:cubicBezTo>
                  <a:pt x="66445" y="48809"/>
                  <a:pt x="68312" y="42458"/>
                  <a:pt x="68312" y="33859"/>
                </a:cubicBezTo>
                <a:cubicBezTo>
                  <a:pt x="68312" y="25317"/>
                  <a:pt x="66445" y="19065"/>
                  <a:pt x="62711" y="15105"/>
                </a:cubicBezTo>
                <a:cubicBezTo>
                  <a:pt x="58978" y="11145"/>
                  <a:pt x="53405" y="9165"/>
                  <a:pt x="45994" y="9165"/>
                </a:cubicBezTo>
                <a:lnTo>
                  <a:pt x="42515" y="9165"/>
                </a:lnTo>
                <a:close/>
                <a:moveTo>
                  <a:pt x="140556" y="38187"/>
                </a:moveTo>
                <a:lnTo>
                  <a:pt x="140556" y="56177"/>
                </a:lnTo>
                <a:cubicBezTo>
                  <a:pt x="145817" y="47974"/>
                  <a:pt x="150428" y="42529"/>
                  <a:pt x="154388" y="39842"/>
                </a:cubicBezTo>
                <a:cubicBezTo>
                  <a:pt x="158348" y="37154"/>
                  <a:pt x="162167" y="35811"/>
                  <a:pt x="165844" y="35811"/>
                </a:cubicBezTo>
                <a:cubicBezTo>
                  <a:pt x="169012" y="35811"/>
                  <a:pt x="171544" y="36790"/>
                  <a:pt x="173439" y="38749"/>
                </a:cubicBezTo>
                <a:cubicBezTo>
                  <a:pt x="175334" y="40708"/>
                  <a:pt x="176282" y="43476"/>
                  <a:pt x="176282" y="47052"/>
                </a:cubicBezTo>
                <a:cubicBezTo>
                  <a:pt x="176282" y="50857"/>
                  <a:pt x="175362" y="53810"/>
                  <a:pt x="173524" y="55912"/>
                </a:cubicBezTo>
                <a:cubicBezTo>
                  <a:pt x="171685" y="58012"/>
                  <a:pt x="169465" y="59062"/>
                  <a:pt x="166862" y="59062"/>
                </a:cubicBezTo>
                <a:cubicBezTo>
                  <a:pt x="163864" y="59062"/>
                  <a:pt x="161261" y="58101"/>
                  <a:pt x="159055" y="56177"/>
                </a:cubicBezTo>
                <a:cubicBezTo>
                  <a:pt x="156849" y="54254"/>
                  <a:pt x="155548" y="53179"/>
                  <a:pt x="155152" y="52953"/>
                </a:cubicBezTo>
                <a:cubicBezTo>
                  <a:pt x="154586" y="52613"/>
                  <a:pt x="153935" y="52443"/>
                  <a:pt x="153200" y="52443"/>
                </a:cubicBezTo>
                <a:cubicBezTo>
                  <a:pt x="151559" y="52443"/>
                  <a:pt x="150003" y="53066"/>
                  <a:pt x="148533" y="54310"/>
                </a:cubicBezTo>
                <a:cubicBezTo>
                  <a:pt x="146213" y="56234"/>
                  <a:pt x="144459" y="58978"/>
                  <a:pt x="143271" y="62542"/>
                </a:cubicBezTo>
                <a:cubicBezTo>
                  <a:pt x="141461" y="68029"/>
                  <a:pt x="140556" y="74083"/>
                  <a:pt x="140556" y="80702"/>
                </a:cubicBezTo>
                <a:lnTo>
                  <a:pt x="140556" y="98947"/>
                </a:lnTo>
                <a:lnTo>
                  <a:pt x="140641" y="103699"/>
                </a:lnTo>
                <a:cubicBezTo>
                  <a:pt x="140641" y="106923"/>
                  <a:pt x="140839" y="108988"/>
                  <a:pt x="141235" y="109893"/>
                </a:cubicBezTo>
                <a:cubicBezTo>
                  <a:pt x="141913" y="111421"/>
                  <a:pt x="142918" y="112538"/>
                  <a:pt x="144247" y="113245"/>
                </a:cubicBezTo>
                <a:cubicBezTo>
                  <a:pt x="145577" y="113953"/>
                  <a:pt x="147825" y="114391"/>
                  <a:pt x="150993" y="114561"/>
                </a:cubicBezTo>
                <a:lnTo>
                  <a:pt x="150993" y="117616"/>
                </a:lnTo>
                <a:lnTo>
                  <a:pt x="108139" y="117616"/>
                </a:lnTo>
                <a:lnTo>
                  <a:pt x="108139" y="114561"/>
                </a:lnTo>
                <a:cubicBezTo>
                  <a:pt x="111590" y="114278"/>
                  <a:pt x="113924" y="113330"/>
                  <a:pt x="115140" y="111718"/>
                </a:cubicBezTo>
                <a:cubicBezTo>
                  <a:pt x="116356" y="110106"/>
                  <a:pt x="116965" y="105848"/>
                  <a:pt x="116965" y="98947"/>
                </a:cubicBezTo>
                <a:lnTo>
                  <a:pt x="116965" y="54989"/>
                </a:lnTo>
                <a:cubicBezTo>
                  <a:pt x="116965" y="50435"/>
                  <a:pt x="116738" y="47532"/>
                  <a:pt x="116286" y="46280"/>
                </a:cubicBezTo>
                <a:cubicBezTo>
                  <a:pt x="115720" y="44686"/>
                  <a:pt x="114900" y="43519"/>
                  <a:pt x="113825" y="42780"/>
                </a:cubicBezTo>
                <a:cubicBezTo>
                  <a:pt x="112750" y="42039"/>
                  <a:pt x="110855" y="41526"/>
                  <a:pt x="108139" y="41242"/>
                </a:cubicBezTo>
                <a:lnTo>
                  <a:pt x="108139" y="38187"/>
                </a:lnTo>
                <a:lnTo>
                  <a:pt x="140556" y="38187"/>
                </a:lnTo>
                <a:close/>
                <a:moveTo>
                  <a:pt x="219023" y="35811"/>
                </a:moveTo>
                <a:cubicBezTo>
                  <a:pt x="225925" y="35811"/>
                  <a:pt x="232346" y="37595"/>
                  <a:pt x="238286" y="41162"/>
                </a:cubicBezTo>
                <a:cubicBezTo>
                  <a:pt x="244227" y="44730"/>
                  <a:pt x="248738" y="49799"/>
                  <a:pt x="251821" y="56368"/>
                </a:cubicBezTo>
                <a:cubicBezTo>
                  <a:pt x="254905" y="62938"/>
                  <a:pt x="256446" y="70130"/>
                  <a:pt x="256446" y="77944"/>
                </a:cubicBezTo>
                <a:cubicBezTo>
                  <a:pt x="256446" y="89212"/>
                  <a:pt x="253589" y="98642"/>
                  <a:pt x="247875" y="106231"/>
                </a:cubicBezTo>
                <a:cubicBezTo>
                  <a:pt x="240974" y="115405"/>
                  <a:pt x="231441" y="119992"/>
                  <a:pt x="219278" y="119992"/>
                </a:cubicBezTo>
                <a:cubicBezTo>
                  <a:pt x="207341" y="119992"/>
                  <a:pt x="198148" y="115801"/>
                  <a:pt x="191698" y="107419"/>
                </a:cubicBezTo>
                <a:cubicBezTo>
                  <a:pt x="185249" y="99038"/>
                  <a:pt x="182024" y="89326"/>
                  <a:pt x="182024" y="78283"/>
                </a:cubicBezTo>
                <a:cubicBezTo>
                  <a:pt x="182024" y="66901"/>
                  <a:pt x="185320" y="56977"/>
                  <a:pt x="191910" y="48511"/>
                </a:cubicBezTo>
                <a:cubicBezTo>
                  <a:pt x="198501" y="40044"/>
                  <a:pt x="207539" y="35811"/>
                  <a:pt x="219023" y="35811"/>
                </a:cubicBezTo>
                <a:moveTo>
                  <a:pt x="219363" y="41751"/>
                </a:moveTo>
                <a:cubicBezTo>
                  <a:pt x="216477" y="41751"/>
                  <a:pt x="214002" y="42842"/>
                  <a:pt x="211937" y="45023"/>
                </a:cubicBezTo>
                <a:cubicBezTo>
                  <a:pt x="209872" y="47203"/>
                  <a:pt x="208515" y="51507"/>
                  <a:pt x="207864" y="57935"/>
                </a:cubicBezTo>
                <a:cubicBezTo>
                  <a:pt x="207214" y="64364"/>
                  <a:pt x="206888" y="73299"/>
                  <a:pt x="206888" y="84740"/>
                </a:cubicBezTo>
                <a:cubicBezTo>
                  <a:pt x="206888" y="90801"/>
                  <a:pt x="207284" y="96465"/>
                  <a:pt x="208076" y="101734"/>
                </a:cubicBezTo>
                <a:cubicBezTo>
                  <a:pt x="208699" y="105754"/>
                  <a:pt x="210028" y="108812"/>
                  <a:pt x="212065" y="110909"/>
                </a:cubicBezTo>
                <a:cubicBezTo>
                  <a:pt x="214101" y="113004"/>
                  <a:pt x="216421" y="114052"/>
                  <a:pt x="219023" y="114052"/>
                </a:cubicBezTo>
                <a:cubicBezTo>
                  <a:pt x="221569" y="114052"/>
                  <a:pt x="223690" y="113344"/>
                  <a:pt x="225388" y="111927"/>
                </a:cubicBezTo>
                <a:cubicBezTo>
                  <a:pt x="227594" y="110002"/>
                  <a:pt x="229065" y="107311"/>
                  <a:pt x="229800" y="103855"/>
                </a:cubicBezTo>
                <a:cubicBezTo>
                  <a:pt x="230932" y="98475"/>
                  <a:pt x="231498" y="87601"/>
                  <a:pt x="231498" y="71232"/>
                </a:cubicBezTo>
                <a:cubicBezTo>
                  <a:pt x="231498" y="61604"/>
                  <a:pt x="230960" y="54992"/>
                  <a:pt x="229885" y="51396"/>
                </a:cubicBezTo>
                <a:cubicBezTo>
                  <a:pt x="228810" y="47798"/>
                  <a:pt x="227226" y="45178"/>
                  <a:pt x="225133" y="43536"/>
                </a:cubicBezTo>
                <a:cubicBezTo>
                  <a:pt x="223662" y="42346"/>
                  <a:pt x="221739" y="41751"/>
                  <a:pt x="219363" y="41751"/>
                </a:cubicBezTo>
                <a:close/>
                <a:moveTo>
                  <a:pt x="299216" y="2546"/>
                </a:moveTo>
                <a:lnTo>
                  <a:pt x="299216" y="46164"/>
                </a:lnTo>
                <a:cubicBezTo>
                  <a:pt x="305891" y="39262"/>
                  <a:pt x="313189" y="35811"/>
                  <a:pt x="321110" y="35811"/>
                </a:cubicBezTo>
                <a:cubicBezTo>
                  <a:pt x="326541" y="35811"/>
                  <a:pt x="331660" y="37411"/>
                  <a:pt x="336469" y="40611"/>
                </a:cubicBezTo>
                <a:cubicBezTo>
                  <a:pt x="341278" y="43811"/>
                  <a:pt x="345040" y="48355"/>
                  <a:pt x="347756" y="54244"/>
                </a:cubicBezTo>
                <a:cubicBezTo>
                  <a:pt x="350471" y="60133"/>
                  <a:pt x="351829" y="66929"/>
                  <a:pt x="351829" y="74632"/>
                </a:cubicBezTo>
                <a:cubicBezTo>
                  <a:pt x="351829" y="83296"/>
                  <a:pt x="350103" y="91168"/>
                  <a:pt x="346652" y="98246"/>
                </a:cubicBezTo>
                <a:cubicBezTo>
                  <a:pt x="343201" y="105325"/>
                  <a:pt x="338591" y="110719"/>
                  <a:pt x="332820" y="114428"/>
                </a:cubicBezTo>
                <a:cubicBezTo>
                  <a:pt x="327050" y="118137"/>
                  <a:pt x="320459" y="119992"/>
                  <a:pt x="313048" y="119992"/>
                </a:cubicBezTo>
                <a:cubicBezTo>
                  <a:pt x="308748" y="119992"/>
                  <a:pt x="304930" y="119313"/>
                  <a:pt x="301592" y="117955"/>
                </a:cubicBezTo>
                <a:cubicBezTo>
                  <a:pt x="298254" y="116597"/>
                  <a:pt x="294973" y="114391"/>
                  <a:pt x="291748" y="111336"/>
                </a:cubicBezTo>
                <a:lnTo>
                  <a:pt x="278595" y="119992"/>
                </a:lnTo>
                <a:lnTo>
                  <a:pt x="275710" y="119992"/>
                </a:lnTo>
                <a:lnTo>
                  <a:pt x="275710" y="19009"/>
                </a:lnTo>
                <a:cubicBezTo>
                  <a:pt x="275710" y="14396"/>
                  <a:pt x="275512" y="11550"/>
                  <a:pt x="275116" y="10470"/>
                </a:cubicBezTo>
                <a:cubicBezTo>
                  <a:pt x="274550" y="8875"/>
                  <a:pt x="273659" y="7693"/>
                  <a:pt x="272442" y="6924"/>
                </a:cubicBezTo>
                <a:cubicBezTo>
                  <a:pt x="271226" y="6155"/>
                  <a:pt x="269175" y="5714"/>
                  <a:pt x="266290" y="5601"/>
                </a:cubicBezTo>
                <a:lnTo>
                  <a:pt x="266290" y="2546"/>
                </a:lnTo>
                <a:lnTo>
                  <a:pt x="299216" y="2546"/>
                </a:lnTo>
                <a:moveTo>
                  <a:pt x="299216" y="53727"/>
                </a:moveTo>
                <a:lnTo>
                  <a:pt x="299216" y="89071"/>
                </a:lnTo>
                <a:cubicBezTo>
                  <a:pt x="299216" y="96265"/>
                  <a:pt x="299385" y="100853"/>
                  <a:pt x="299725" y="102837"/>
                </a:cubicBezTo>
                <a:cubicBezTo>
                  <a:pt x="300291" y="106178"/>
                  <a:pt x="301648" y="108883"/>
                  <a:pt x="303798" y="110952"/>
                </a:cubicBezTo>
                <a:cubicBezTo>
                  <a:pt x="305948" y="113018"/>
                  <a:pt x="308692" y="114052"/>
                  <a:pt x="312030" y="114052"/>
                </a:cubicBezTo>
                <a:cubicBezTo>
                  <a:pt x="314915" y="114052"/>
                  <a:pt x="317390" y="113230"/>
                  <a:pt x="319455" y="111588"/>
                </a:cubicBezTo>
                <a:cubicBezTo>
                  <a:pt x="321520" y="109946"/>
                  <a:pt x="323245" y="106689"/>
                  <a:pt x="324631" y="101819"/>
                </a:cubicBezTo>
                <a:cubicBezTo>
                  <a:pt x="326017" y="96946"/>
                  <a:pt x="326710" y="88166"/>
                  <a:pt x="326710" y="75477"/>
                </a:cubicBezTo>
                <a:cubicBezTo>
                  <a:pt x="326710" y="63298"/>
                  <a:pt x="325183" y="54943"/>
                  <a:pt x="322128" y="50412"/>
                </a:cubicBezTo>
                <a:cubicBezTo>
                  <a:pt x="319921" y="47127"/>
                  <a:pt x="316951" y="45485"/>
                  <a:pt x="313218" y="45485"/>
                </a:cubicBezTo>
                <a:cubicBezTo>
                  <a:pt x="308352" y="45485"/>
                  <a:pt x="303685" y="48232"/>
                  <a:pt x="299216" y="53727"/>
                </a:cubicBezTo>
                <a:close/>
                <a:moveTo>
                  <a:pt x="396184" y="2546"/>
                </a:moveTo>
                <a:lnTo>
                  <a:pt x="396184" y="101153"/>
                </a:lnTo>
                <a:cubicBezTo>
                  <a:pt x="396184" y="106754"/>
                  <a:pt x="396835" y="110332"/>
                  <a:pt x="398136" y="111888"/>
                </a:cubicBezTo>
                <a:cubicBezTo>
                  <a:pt x="399437" y="113443"/>
                  <a:pt x="401983" y="114334"/>
                  <a:pt x="405773" y="114561"/>
                </a:cubicBezTo>
                <a:lnTo>
                  <a:pt x="405773" y="117616"/>
                </a:lnTo>
                <a:lnTo>
                  <a:pt x="362919" y="117616"/>
                </a:lnTo>
                <a:lnTo>
                  <a:pt x="362919" y="114561"/>
                </a:lnTo>
                <a:cubicBezTo>
                  <a:pt x="366426" y="114448"/>
                  <a:pt x="369029" y="113429"/>
                  <a:pt x="370726" y="111506"/>
                </a:cubicBezTo>
                <a:cubicBezTo>
                  <a:pt x="371857" y="110205"/>
                  <a:pt x="372423" y="106754"/>
                  <a:pt x="372423" y="101153"/>
                </a:cubicBezTo>
                <a:lnTo>
                  <a:pt x="372423" y="19009"/>
                </a:lnTo>
                <a:cubicBezTo>
                  <a:pt x="372423" y="13429"/>
                  <a:pt x="371773" y="9857"/>
                  <a:pt x="370471" y="8292"/>
                </a:cubicBezTo>
                <a:cubicBezTo>
                  <a:pt x="369170" y="6726"/>
                  <a:pt x="366653" y="5829"/>
                  <a:pt x="362919" y="5601"/>
                </a:cubicBezTo>
                <a:lnTo>
                  <a:pt x="362919" y="2546"/>
                </a:lnTo>
                <a:lnTo>
                  <a:pt x="396184" y="2546"/>
                </a:lnTo>
                <a:close/>
                <a:moveTo>
                  <a:pt x="480649" y="75016"/>
                </a:moveTo>
                <a:lnTo>
                  <a:pt x="437116" y="75016"/>
                </a:lnTo>
                <a:cubicBezTo>
                  <a:pt x="437625" y="85567"/>
                  <a:pt x="440425" y="93905"/>
                  <a:pt x="445517" y="100031"/>
                </a:cubicBezTo>
                <a:cubicBezTo>
                  <a:pt x="449420" y="104739"/>
                  <a:pt x="454116" y="107093"/>
                  <a:pt x="459603" y="107093"/>
                </a:cubicBezTo>
                <a:cubicBezTo>
                  <a:pt x="462998" y="107093"/>
                  <a:pt x="466081" y="106145"/>
                  <a:pt x="468853" y="104250"/>
                </a:cubicBezTo>
                <a:cubicBezTo>
                  <a:pt x="471625" y="102355"/>
                  <a:pt x="474595" y="98947"/>
                  <a:pt x="477763" y="94025"/>
                </a:cubicBezTo>
                <a:lnTo>
                  <a:pt x="480649" y="95892"/>
                </a:lnTo>
                <a:cubicBezTo>
                  <a:pt x="476349" y="104660"/>
                  <a:pt x="471597" y="110869"/>
                  <a:pt x="466392" y="114518"/>
                </a:cubicBezTo>
                <a:cubicBezTo>
                  <a:pt x="461188" y="118167"/>
                  <a:pt x="455163" y="119992"/>
                  <a:pt x="448317" y="119992"/>
                </a:cubicBezTo>
                <a:cubicBezTo>
                  <a:pt x="436550" y="119992"/>
                  <a:pt x="427640" y="115461"/>
                  <a:pt x="421586" y="106401"/>
                </a:cubicBezTo>
                <a:cubicBezTo>
                  <a:pt x="416721" y="99096"/>
                  <a:pt x="414288" y="90035"/>
                  <a:pt x="414288" y="79219"/>
                </a:cubicBezTo>
                <a:cubicBezTo>
                  <a:pt x="414288" y="65967"/>
                  <a:pt x="417867" y="55420"/>
                  <a:pt x="425023" y="47577"/>
                </a:cubicBezTo>
                <a:cubicBezTo>
                  <a:pt x="432180" y="39733"/>
                  <a:pt x="440567" y="35811"/>
                  <a:pt x="450184" y="35811"/>
                </a:cubicBezTo>
                <a:cubicBezTo>
                  <a:pt x="458217" y="35811"/>
                  <a:pt x="465190" y="39106"/>
                  <a:pt x="471102" y="45697"/>
                </a:cubicBezTo>
                <a:cubicBezTo>
                  <a:pt x="477014" y="52288"/>
                  <a:pt x="480196" y="62061"/>
                  <a:pt x="480649" y="75016"/>
                </a:cubicBezTo>
                <a:moveTo>
                  <a:pt x="459773" y="69415"/>
                </a:moveTo>
                <a:cubicBezTo>
                  <a:pt x="459773" y="60307"/>
                  <a:pt x="459278" y="54056"/>
                  <a:pt x="458288" y="50661"/>
                </a:cubicBezTo>
                <a:cubicBezTo>
                  <a:pt x="457298" y="47267"/>
                  <a:pt x="455757" y="44693"/>
                  <a:pt x="453663" y="42939"/>
                </a:cubicBezTo>
                <a:cubicBezTo>
                  <a:pt x="452475" y="41921"/>
                  <a:pt x="450891" y="41412"/>
                  <a:pt x="448911" y="41412"/>
                </a:cubicBezTo>
                <a:cubicBezTo>
                  <a:pt x="445969" y="41412"/>
                  <a:pt x="443565" y="42854"/>
                  <a:pt x="441698" y="45739"/>
                </a:cubicBezTo>
                <a:cubicBezTo>
                  <a:pt x="438360" y="50774"/>
                  <a:pt x="436691" y="57676"/>
                  <a:pt x="436691" y="66445"/>
                </a:cubicBezTo>
                <a:lnTo>
                  <a:pt x="436691" y="69415"/>
                </a:lnTo>
                <a:lnTo>
                  <a:pt x="459773" y="69415"/>
                </a:lnTo>
                <a:close/>
                <a:moveTo>
                  <a:pt x="523529" y="38187"/>
                </a:moveTo>
                <a:lnTo>
                  <a:pt x="523529" y="48710"/>
                </a:lnTo>
                <a:cubicBezTo>
                  <a:pt x="527886" y="43926"/>
                  <a:pt x="531916" y="40580"/>
                  <a:pt x="535622" y="38672"/>
                </a:cubicBezTo>
                <a:cubicBezTo>
                  <a:pt x="539327" y="36765"/>
                  <a:pt x="543387" y="35811"/>
                  <a:pt x="547799" y="35811"/>
                </a:cubicBezTo>
                <a:cubicBezTo>
                  <a:pt x="552891" y="35811"/>
                  <a:pt x="557162" y="37006"/>
                  <a:pt x="560613" y="39396"/>
                </a:cubicBezTo>
                <a:cubicBezTo>
                  <a:pt x="564064" y="41786"/>
                  <a:pt x="566723" y="45428"/>
                  <a:pt x="568590" y="50322"/>
                </a:cubicBezTo>
                <a:cubicBezTo>
                  <a:pt x="573116" y="45200"/>
                  <a:pt x="577458" y="41502"/>
                  <a:pt x="581616" y="39226"/>
                </a:cubicBezTo>
                <a:cubicBezTo>
                  <a:pt x="585774" y="36949"/>
                  <a:pt x="590116" y="35811"/>
                  <a:pt x="594642" y="35811"/>
                </a:cubicBezTo>
                <a:cubicBezTo>
                  <a:pt x="600129" y="35811"/>
                  <a:pt x="604500" y="37071"/>
                  <a:pt x="607753" y="39592"/>
                </a:cubicBezTo>
                <a:cubicBezTo>
                  <a:pt x="611006" y="42113"/>
                  <a:pt x="613269" y="45314"/>
                  <a:pt x="614542" y="49195"/>
                </a:cubicBezTo>
                <a:cubicBezTo>
                  <a:pt x="615814" y="53075"/>
                  <a:pt x="616451" y="59264"/>
                  <a:pt x="616451" y="67761"/>
                </a:cubicBezTo>
                <a:lnTo>
                  <a:pt x="616451" y="100304"/>
                </a:lnTo>
                <a:cubicBezTo>
                  <a:pt x="616451" y="106414"/>
                  <a:pt x="617002" y="110205"/>
                  <a:pt x="618106" y="111676"/>
                </a:cubicBezTo>
                <a:cubicBezTo>
                  <a:pt x="619209" y="113146"/>
                  <a:pt x="621514" y="114108"/>
                  <a:pt x="625022" y="114561"/>
                </a:cubicBezTo>
                <a:lnTo>
                  <a:pt x="625022" y="117616"/>
                </a:lnTo>
                <a:lnTo>
                  <a:pt x="584034" y="117616"/>
                </a:lnTo>
                <a:lnTo>
                  <a:pt x="584034" y="114561"/>
                </a:lnTo>
                <a:cubicBezTo>
                  <a:pt x="587259" y="114278"/>
                  <a:pt x="589635" y="113033"/>
                  <a:pt x="591163" y="110827"/>
                </a:cubicBezTo>
                <a:cubicBezTo>
                  <a:pt x="592181" y="109299"/>
                  <a:pt x="592690" y="105792"/>
                  <a:pt x="592690" y="100304"/>
                </a:cubicBezTo>
                <a:lnTo>
                  <a:pt x="592690" y="66191"/>
                </a:lnTo>
                <a:cubicBezTo>
                  <a:pt x="592690" y="59119"/>
                  <a:pt x="592407" y="54621"/>
                  <a:pt x="591842" y="52698"/>
                </a:cubicBezTo>
                <a:cubicBezTo>
                  <a:pt x="591276" y="50774"/>
                  <a:pt x="590385" y="49346"/>
                  <a:pt x="589168" y="48413"/>
                </a:cubicBezTo>
                <a:cubicBezTo>
                  <a:pt x="587952" y="47479"/>
                  <a:pt x="586524" y="47012"/>
                  <a:pt x="584883" y="47012"/>
                </a:cubicBezTo>
                <a:cubicBezTo>
                  <a:pt x="582450" y="47012"/>
                  <a:pt x="579989" y="47903"/>
                  <a:pt x="577500" y="49685"/>
                </a:cubicBezTo>
                <a:cubicBezTo>
                  <a:pt x="575011" y="51467"/>
                  <a:pt x="572493" y="54141"/>
                  <a:pt x="569948" y="57705"/>
                </a:cubicBezTo>
                <a:lnTo>
                  <a:pt x="569948" y="100304"/>
                </a:lnTo>
                <a:cubicBezTo>
                  <a:pt x="569948" y="106018"/>
                  <a:pt x="570429" y="109611"/>
                  <a:pt x="571390" y="111081"/>
                </a:cubicBezTo>
                <a:cubicBezTo>
                  <a:pt x="572692" y="113175"/>
                  <a:pt x="575181" y="114334"/>
                  <a:pt x="578858" y="114561"/>
                </a:cubicBezTo>
                <a:lnTo>
                  <a:pt x="578858" y="117616"/>
                </a:lnTo>
                <a:lnTo>
                  <a:pt x="537786" y="117616"/>
                </a:lnTo>
                <a:lnTo>
                  <a:pt x="537786" y="114561"/>
                </a:lnTo>
                <a:cubicBezTo>
                  <a:pt x="539992" y="114448"/>
                  <a:pt x="541732" y="113896"/>
                  <a:pt x="543005" y="112906"/>
                </a:cubicBezTo>
                <a:cubicBezTo>
                  <a:pt x="544278" y="111916"/>
                  <a:pt x="545126" y="110728"/>
                  <a:pt x="545551" y="109342"/>
                </a:cubicBezTo>
                <a:cubicBezTo>
                  <a:pt x="545975" y="107956"/>
                  <a:pt x="546187" y="104943"/>
                  <a:pt x="546187" y="100304"/>
                </a:cubicBezTo>
                <a:lnTo>
                  <a:pt x="546187" y="66138"/>
                </a:lnTo>
                <a:cubicBezTo>
                  <a:pt x="546187" y="58940"/>
                  <a:pt x="545904" y="54436"/>
                  <a:pt x="545338" y="52624"/>
                </a:cubicBezTo>
                <a:cubicBezTo>
                  <a:pt x="544773" y="50810"/>
                  <a:pt x="543825" y="49393"/>
                  <a:pt x="542496" y="48373"/>
                </a:cubicBezTo>
                <a:cubicBezTo>
                  <a:pt x="541166" y="47353"/>
                  <a:pt x="539738" y="46843"/>
                  <a:pt x="538210" y="46843"/>
                </a:cubicBezTo>
                <a:cubicBezTo>
                  <a:pt x="535947" y="46843"/>
                  <a:pt x="533882" y="47441"/>
                  <a:pt x="532015" y="48638"/>
                </a:cubicBezTo>
                <a:cubicBezTo>
                  <a:pt x="529356" y="50406"/>
                  <a:pt x="526528" y="53428"/>
                  <a:pt x="523529" y="57705"/>
                </a:cubicBezTo>
                <a:lnTo>
                  <a:pt x="523529" y="100304"/>
                </a:lnTo>
                <a:cubicBezTo>
                  <a:pt x="523529" y="105905"/>
                  <a:pt x="524081" y="109596"/>
                  <a:pt x="525184" y="111378"/>
                </a:cubicBezTo>
                <a:cubicBezTo>
                  <a:pt x="526287" y="113161"/>
                  <a:pt x="528593" y="114221"/>
                  <a:pt x="532100" y="114561"/>
                </a:cubicBezTo>
                <a:lnTo>
                  <a:pt x="532100" y="117616"/>
                </a:lnTo>
                <a:lnTo>
                  <a:pt x="491198" y="117616"/>
                </a:lnTo>
                <a:lnTo>
                  <a:pt x="491198" y="114561"/>
                </a:lnTo>
                <a:cubicBezTo>
                  <a:pt x="494536" y="114221"/>
                  <a:pt x="496912" y="113146"/>
                  <a:pt x="498326" y="111336"/>
                </a:cubicBezTo>
                <a:cubicBezTo>
                  <a:pt x="499288" y="110091"/>
                  <a:pt x="499769" y="106414"/>
                  <a:pt x="499769" y="100304"/>
                </a:cubicBezTo>
                <a:lnTo>
                  <a:pt x="499769" y="55498"/>
                </a:lnTo>
                <a:cubicBezTo>
                  <a:pt x="499769" y="49429"/>
                  <a:pt x="499217" y="45650"/>
                  <a:pt x="498114" y="44162"/>
                </a:cubicBezTo>
                <a:cubicBezTo>
                  <a:pt x="497011" y="42673"/>
                  <a:pt x="494705" y="41700"/>
                  <a:pt x="491198" y="41242"/>
                </a:cubicBezTo>
                <a:lnTo>
                  <a:pt x="491198" y="38187"/>
                </a:lnTo>
                <a:lnTo>
                  <a:pt x="523529" y="38187"/>
                </a:lnTo>
                <a:close/>
                <a:moveTo>
                  <a:pt x="683234" y="86387"/>
                </a:moveTo>
                <a:lnTo>
                  <a:pt x="633761" y="86387"/>
                </a:lnTo>
                <a:lnTo>
                  <a:pt x="633761" y="68736"/>
                </a:lnTo>
                <a:lnTo>
                  <a:pt x="683234" y="68736"/>
                </a:lnTo>
                <a:lnTo>
                  <a:pt x="683234" y="86387"/>
                </a:lnTo>
                <a:close/>
                <a:moveTo>
                  <a:pt x="769026" y="0"/>
                </a:moveTo>
                <a:lnTo>
                  <a:pt x="769960" y="38357"/>
                </a:lnTo>
                <a:lnTo>
                  <a:pt x="766480" y="38357"/>
                </a:lnTo>
                <a:cubicBezTo>
                  <a:pt x="764840" y="28764"/>
                  <a:pt x="760809" y="21048"/>
                  <a:pt x="754388" y="15208"/>
                </a:cubicBezTo>
                <a:cubicBezTo>
                  <a:pt x="747967" y="9369"/>
                  <a:pt x="741022" y="6449"/>
                  <a:pt x="733555" y="6449"/>
                </a:cubicBezTo>
                <a:cubicBezTo>
                  <a:pt x="727784" y="6449"/>
                  <a:pt x="723216" y="7987"/>
                  <a:pt x="719850" y="11061"/>
                </a:cubicBezTo>
                <a:cubicBezTo>
                  <a:pt x="716484" y="14134"/>
                  <a:pt x="714801" y="17672"/>
                  <a:pt x="714801" y="21676"/>
                </a:cubicBezTo>
                <a:cubicBezTo>
                  <a:pt x="714801" y="24213"/>
                  <a:pt x="715395" y="26469"/>
                  <a:pt x="716583" y="28444"/>
                </a:cubicBezTo>
                <a:cubicBezTo>
                  <a:pt x="718223" y="31094"/>
                  <a:pt x="720854" y="33716"/>
                  <a:pt x="724475" y="36309"/>
                </a:cubicBezTo>
                <a:cubicBezTo>
                  <a:pt x="727134" y="38171"/>
                  <a:pt x="733272" y="41471"/>
                  <a:pt x="742889" y="46209"/>
                </a:cubicBezTo>
                <a:cubicBezTo>
                  <a:pt x="756354" y="52807"/>
                  <a:pt x="765434" y="59039"/>
                  <a:pt x="770129" y="64907"/>
                </a:cubicBezTo>
                <a:cubicBezTo>
                  <a:pt x="774768" y="70773"/>
                  <a:pt x="777088" y="77486"/>
                  <a:pt x="777088" y="85045"/>
                </a:cubicBezTo>
                <a:cubicBezTo>
                  <a:pt x="777088" y="94635"/>
                  <a:pt x="773340" y="102885"/>
                  <a:pt x="765844" y="109795"/>
                </a:cubicBezTo>
                <a:cubicBezTo>
                  <a:pt x="758348" y="116706"/>
                  <a:pt x="748829" y="120161"/>
                  <a:pt x="737289" y="120161"/>
                </a:cubicBezTo>
                <a:cubicBezTo>
                  <a:pt x="733668" y="120161"/>
                  <a:pt x="730245" y="119794"/>
                  <a:pt x="727020" y="119058"/>
                </a:cubicBezTo>
                <a:cubicBezTo>
                  <a:pt x="723796" y="118323"/>
                  <a:pt x="719751" y="116937"/>
                  <a:pt x="714886" y="114900"/>
                </a:cubicBezTo>
                <a:cubicBezTo>
                  <a:pt x="712170" y="113769"/>
                  <a:pt x="709935" y="113203"/>
                  <a:pt x="708182" y="113203"/>
                </a:cubicBezTo>
                <a:cubicBezTo>
                  <a:pt x="706711" y="113203"/>
                  <a:pt x="705155" y="113776"/>
                  <a:pt x="703514" y="114921"/>
                </a:cubicBezTo>
                <a:cubicBezTo>
                  <a:pt x="701874" y="116067"/>
                  <a:pt x="700544" y="117814"/>
                  <a:pt x="699526" y="120161"/>
                </a:cubicBezTo>
                <a:lnTo>
                  <a:pt x="696386" y="120161"/>
                </a:lnTo>
                <a:lnTo>
                  <a:pt x="696386" y="76713"/>
                </a:lnTo>
                <a:lnTo>
                  <a:pt x="699526" y="76713"/>
                </a:lnTo>
                <a:cubicBezTo>
                  <a:pt x="702015" y="88905"/>
                  <a:pt x="706810" y="98204"/>
                  <a:pt x="713910" y="104611"/>
                </a:cubicBezTo>
                <a:cubicBezTo>
                  <a:pt x="721010" y="111018"/>
                  <a:pt x="728661" y="114221"/>
                  <a:pt x="736864" y="114221"/>
                </a:cubicBezTo>
                <a:cubicBezTo>
                  <a:pt x="743200" y="114221"/>
                  <a:pt x="748250" y="112501"/>
                  <a:pt x="752012" y="109061"/>
                </a:cubicBezTo>
                <a:cubicBezTo>
                  <a:pt x="755774" y="105620"/>
                  <a:pt x="757655" y="101616"/>
                  <a:pt x="757655" y="97048"/>
                </a:cubicBezTo>
                <a:cubicBezTo>
                  <a:pt x="757655" y="94341"/>
                  <a:pt x="756934" y="91719"/>
                  <a:pt x="755491" y="89182"/>
                </a:cubicBezTo>
                <a:cubicBezTo>
                  <a:pt x="754048" y="86644"/>
                  <a:pt x="751856" y="84232"/>
                  <a:pt x="748914" y="81948"/>
                </a:cubicBezTo>
                <a:cubicBezTo>
                  <a:pt x="745972" y="79664"/>
                  <a:pt x="740768" y="76689"/>
                  <a:pt x="733300" y="73025"/>
                </a:cubicBezTo>
                <a:cubicBezTo>
                  <a:pt x="722834" y="67892"/>
                  <a:pt x="715310" y="63518"/>
                  <a:pt x="710727" y="59903"/>
                </a:cubicBezTo>
                <a:cubicBezTo>
                  <a:pt x="706145" y="56288"/>
                  <a:pt x="702623" y="52249"/>
                  <a:pt x="700162" y="47787"/>
                </a:cubicBezTo>
                <a:cubicBezTo>
                  <a:pt x="697701" y="43324"/>
                  <a:pt x="696471" y="38411"/>
                  <a:pt x="696471" y="33045"/>
                </a:cubicBezTo>
                <a:cubicBezTo>
                  <a:pt x="696471" y="23894"/>
                  <a:pt x="699837" y="16099"/>
                  <a:pt x="706569" y="9661"/>
                </a:cubicBezTo>
                <a:cubicBezTo>
                  <a:pt x="713301" y="3220"/>
                  <a:pt x="721787" y="0"/>
                  <a:pt x="732027" y="0"/>
                </a:cubicBezTo>
                <a:cubicBezTo>
                  <a:pt x="735761" y="0"/>
                  <a:pt x="739382" y="458"/>
                  <a:pt x="742889" y="1374"/>
                </a:cubicBezTo>
                <a:cubicBezTo>
                  <a:pt x="745548" y="2060"/>
                  <a:pt x="748787" y="3332"/>
                  <a:pt x="752606" y="5190"/>
                </a:cubicBezTo>
                <a:cubicBezTo>
                  <a:pt x="756424" y="7048"/>
                  <a:pt x="759097" y="7977"/>
                  <a:pt x="760625" y="7977"/>
                </a:cubicBezTo>
                <a:cubicBezTo>
                  <a:pt x="762096" y="7977"/>
                  <a:pt x="763256" y="7520"/>
                  <a:pt x="764104" y="6606"/>
                </a:cubicBezTo>
                <a:cubicBezTo>
                  <a:pt x="764953" y="5690"/>
                  <a:pt x="765745" y="3488"/>
                  <a:pt x="766480" y="0"/>
                </a:cubicBezTo>
                <a:lnTo>
                  <a:pt x="769026" y="0"/>
                </a:lnTo>
                <a:close/>
                <a:moveTo>
                  <a:pt x="827298" y="35811"/>
                </a:moveTo>
                <a:cubicBezTo>
                  <a:pt x="834200" y="35811"/>
                  <a:pt x="840621" y="37595"/>
                  <a:pt x="846562" y="41162"/>
                </a:cubicBezTo>
                <a:cubicBezTo>
                  <a:pt x="852502" y="44730"/>
                  <a:pt x="857013" y="49799"/>
                  <a:pt x="860097" y="56368"/>
                </a:cubicBezTo>
                <a:cubicBezTo>
                  <a:pt x="863180" y="62938"/>
                  <a:pt x="864722" y="70130"/>
                  <a:pt x="864722" y="77944"/>
                </a:cubicBezTo>
                <a:cubicBezTo>
                  <a:pt x="864722" y="89212"/>
                  <a:pt x="861865" y="98642"/>
                  <a:pt x="856151" y="106231"/>
                </a:cubicBezTo>
                <a:cubicBezTo>
                  <a:pt x="849249" y="115405"/>
                  <a:pt x="839716" y="119992"/>
                  <a:pt x="827553" y="119992"/>
                </a:cubicBezTo>
                <a:cubicBezTo>
                  <a:pt x="815616" y="119992"/>
                  <a:pt x="806423" y="115801"/>
                  <a:pt x="799973" y="107419"/>
                </a:cubicBezTo>
                <a:cubicBezTo>
                  <a:pt x="793524" y="99038"/>
                  <a:pt x="790299" y="89326"/>
                  <a:pt x="790299" y="78283"/>
                </a:cubicBezTo>
                <a:cubicBezTo>
                  <a:pt x="790299" y="66901"/>
                  <a:pt x="793595" y="56977"/>
                  <a:pt x="800186" y="48511"/>
                </a:cubicBezTo>
                <a:cubicBezTo>
                  <a:pt x="806776" y="40044"/>
                  <a:pt x="815814" y="35811"/>
                  <a:pt x="827298" y="35811"/>
                </a:cubicBezTo>
                <a:moveTo>
                  <a:pt x="827638" y="41751"/>
                </a:moveTo>
                <a:cubicBezTo>
                  <a:pt x="824753" y="41751"/>
                  <a:pt x="822277" y="42842"/>
                  <a:pt x="820213" y="45023"/>
                </a:cubicBezTo>
                <a:cubicBezTo>
                  <a:pt x="818148" y="47203"/>
                  <a:pt x="816790" y="51507"/>
                  <a:pt x="816139" y="57935"/>
                </a:cubicBezTo>
                <a:cubicBezTo>
                  <a:pt x="815489" y="64364"/>
                  <a:pt x="815163" y="73299"/>
                  <a:pt x="815163" y="84740"/>
                </a:cubicBezTo>
                <a:cubicBezTo>
                  <a:pt x="815163" y="90801"/>
                  <a:pt x="815559" y="96465"/>
                  <a:pt x="816351" y="101734"/>
                </a:cubicBezTo>
                <a:cubicBezTo>
                  <a:pt x="816974" y="105754"/>
                  <a:pt x="818303" y="108812"/>
                  <a:pt x="820340" y="110909"/>
                </a:cubicBezTo>
                <a:cubicBezTo>
                  <a:pt x="822376" y="113004"/>
                  <a:pt x="824696" y="114052"/>
                  <a:pt x="827298" y="114052"/>
                </a:cubicBezTo>
                <a:cubicBezTo>
                  <a:pt x="829844" y="114052"/>
                  <a:pt x="831966" y="113344"/>
                  <a:pt x="833663" y="111927"/>
                </a:cubicBezTo>
                <a:cubicBezTo>
                  <a:pt x="835869" y="110002"/>
                  <a:pt x="837340" y="107311"/>
                  <a:pt x="838076" y="103855"/>
                </a:cubicBezTo>
                <a:cubicBezTo>
                  <a:pt x="839207" y="98475"/>
                  <a:pt x="839773" y="87601"/>
                  <a:pt x="839773" y="71232"/>
                </a:cubicBezTo>
                <a:cubicBezTo>
                  <a:pt x="839773" y="61604"/>
                  <a:pt x="839235" y="54992"/>
                  <a:pt x="838160" y="51396"/>
                </a:cubicBezTo>
                <a:cubicBezTo>
                  <a:pt x="837085" y="47798"/>
                  <a:pt x="835501" y="45178"/>
                  <a:pt x="833408" y="43536"/>
                </a:cubicBezTo>
                <a:cubicBezTo>
                  <a:pt x="831937" y="42346"/>
                  <a:pt x="830014" y="41751"/>
                  <a:pt x="827638" y="41751"/>
                </a:cubicBezTo>
                <a:close/>
                <a:moveTo>
                  <a:pt x="907830" y="2546"/>
                </a:moveTo>
                <a:lnTo>
                  <a:pt x="907830" y="101153"/>
                </a:lnTo>
                <a:cubicBezTo>
                  <a:pt x="907830" y="106754"/>
                  <a:pt x="908481" y="110332"/>
                  <a:pt x="909782" y="111888"/>
                </a:cubicBezTo>
                <a:cubicBezTo>
                  <a:pt x="911083" y="113443"/>
                  <a:pt x="913629" y="114334"/>
                  <a:pt x="917419" y="114561"/>
                </a:cubicBezTo>
                <a:lnTo>
                  <a:pt x="917419" y="117616"/>
                </a:lnTo>
                <a:lnTo>
                  <a:pt x="874565" y="117616"/>
                </a:lnTo>
                <a:lnTo>
                  <a:pt x="874565" y="114561"/>
                </a:lnTo>
                <a:cubicBezTo>
                  <a:pt x="878073" y="114448"/>
                  <a:pt x="880675" y="113429"/>
                  <a:pt x="882372" y="111506"/>
                </a:cubicBezTo>
                <a:cubicBezTo>
                  <a:pt x="883504" y="110205"/>
                  <a:pt x="884069" y="106754"/>
                  <a:pt x="884069" y="101153"/>
                </a:cubicBezTo>
                <a:lnTo>
                  <a:pt x="884069" y="19009"/>
                </a:lnTo>
                <a:cubicBezTo>
                  <a:pt x="884069" y="13429"/>
                  <a:pt x="883419" y="9857"/>
                  <a:pt x="882118" y="8292"/>
                </a:cubicBezTo>
                <a:cubicBezTo>
                  <a:pt x="880817" y="6726"/>
                  <a:pt x="878299" y="5829"/>
                  <a:pt x="874565" y="5601"/>
                </a:cubicBezTo>
                <a:lnTo>
                  <a:pt x="874565" y="2546"/>
                </a:lnTo>
                <a:lnTo>
                  <a:pt x="907830" y="2546"/>
                </a:lnTo>
                <a:close/>
                <a:moveTo>
                  <a:pt x="960897" y="119992"/>
                </a:moveTo>
                <a:lnTo>
                  <a:pt x="934166" y="58431"/>
                </a:lnTo>
                <a:cubicBezTo>
                  <a:pt x="930941" y="50962"/>
                  <a:pt x="928424" y="46230"/>
                  <a:pt x="926613" y="44236"/>
                </a:cubicBezTo>
                <a:cubicBezTo>
                  <a:pt x="925312" y="42753"/>
                  <a:pt x="923389" y="41755"/>
                  <a:pt x="920843" y="41242"/>
                </a:cubicBezTo>
                <a:lnTo>
                  <a:pt x="920843" y="38187"/>
                </a:lnTo>
                <a:lnTo>
                  <a:pt x="963018" y="38187"/>
                </a:lnTo>
                <a:lnTo>
                  <a:pt x="963018" y="41242"/>
                </a:lnTo>
                <a:cubicBezTo>
                  <a:pt x="960359" y="41242"/>
                  <a:pt x="958549" y="41725"/>
                  <a:pt x="957587" y="42692"/>
                </a:cubicBezTo>
                <a:cubicBezTo>
                  <a:pt x="956229" y="43946"/>
                  <a:pt x="955551" y="45426"/>
                  <a:pt x="955551" y="47132"/>
                </a:cubicBezTo>
                <a:cubicBezTo>
                  <a:pt x="955551" y="49237"/>
                  <a:pt x="956795" y="53193"/>
                  <a:pt x="959284" y="58999"/>
                </a:cubicBezTo>
                <a:lnTo>
                  <a:pt x="972353" y="88816"/>
                </a:lnTo>
                <a:lnTo>
                  <a:pt x="982791" y="63077"/>
                </a:lnTo>
                <a:cubicBezTo>
                  <a:pt x="985789" y="55686"/>
                  <a:pt x="987288" y="50454"/>
                  <a:pt x="987288" y="47384"/>
                </a:cubicBezTo>
                <a:cubicBezTo>
                  <a:pt x="987288" y="45621"/>
                  <a:pt x="986652" y="44185"/>
                  <a:pt x="985379" y="43077"/>
                </a:cubicBezTo>
                <a:cubicBezTo>
                  <a:pt x="984106" y="41967"/>
                  <a:pt x="981857" y="41355"/>
                  <a:pt x="978632" y="41242"/>
                </a:cubicBezTo>
                <a:lnTo>
                  <a:pt x="978632" y="38187"/>
                </a:lnTo>
                <a:lnTo>
                  <a:pt x="1004600" y="38187"/>
                </a:lnTo>
                <a:lnTo>
                  <a:pt x="1004600" y="41242"/>
                </a:lnTo>
                <a:cubicBezTo>
                  <a:pt x="1002110" y="41583"/>
                  <a:pt x="1000074" y="42521"/>
                  <a:pt x="998490" y="44055"/>
                </a:cubicBezTo>
                <a:cubicBezTo>
                  <a:pt x="996906" y="45590"/>
                  <a:pt x="994529" y="50108"/>
                  <a:pt x="991361" y="57609"/>
                </a:cubicBezTo>
                <a:lnTo>
                  <a:pt x="964885" y="119992"/>
                </a:lnTo>
                <a:lnTo>
                  <a:pt x="960897" y="119992"/>
                </a:lnTo>
                <a:close/>
                <a:moveTo>
                  <a:pt x="1031076" y="0"/>
                </a:moveTo>
                <a:cubicBezTo>
                  <a:pt x="1034753" y="0"/>
                  <a:pt x="1037865" y="1291"/>
                  <a:pt x="1040410" y="3874"/>
                </a:cubicBezTo>
                <a:cubicBezTo>
                  <a:pt x="1042956" y="6456"/>
                  <a:pt x="1044229" y="9563"/>
                  <a:pt x="1044229" y="13196"/>
                </a:cubicBezTo>
                <a:cubicBezTo>
                  <a:pt x="1044229" y="16829"/>
                  <a:pt x="1042942" y="19923"/>
                  <a:pt x="1040368" y="22477"/>
                </a:cubicBezTo>
                <a:cubicBezTo>
                  <a:pt x="1037794" y="25030"/>
                  <a:pt x="1034697" y="26307"/>
                  <a:pt x="1031076" y="26307"/>
                </a:cubicBezTo>
                <a:cubicBezTo>
                  <a:pt x="1027455" y="26307"/>
                  <a:pt x="1024372" y="25030"/>
                  <a:pt x="1021826" y="22477"/>
                </a:cubicBezTo>
                <a:cubicBezTo>
                  <a:pt x="1019280" y="19923"/>
                  <a:pt x="1018007" y="16829"/>
                  <a:pt x="1018007" y="13196"/>
                </a:cubicBezTo>
                <a:cubicBezTo>
                  <a:pt x="1018007" y="9563"/>
                  <a:pt x="1019280" y="6456"/>
                  <a:pt x="1021826" y="3874"/>
                </a:cubicBezTo>
                <a:cubicBezTo>
                  <a:pt x="1024372" y="1291"/>
                  <a:pt x="1027455" y="0"/>
                  <a:pt x="1031076" y="0"/>
                </a:cubicBezTo>
                <a:moveTo>
                  <a:pt x="1042956" y="38187"/>
                </a:moveTo>
                <a:lnTo>
                  <a:pt x="1042956" y="101153"/>
                </a:lnTo>
                <a:cubicBezTo>
                  <a:pt x="1042956" y="106754"/>
                  <a:pt x="1043607" y="110332"/>
                  <a:pt x="1044908" y="111888"/>
                </a:cubicBezTo>
                <a:cubicBezTo>
                  <a:pt x="1046209" y="113443"/>
                  <a:pt x="1048755" y="114334"/>
                  <a:pt x="1052545" y="114561"/>
                </a:cubicBezTo>
                <a:lnTo>
                  <a:pt x="1052545" y="117616"/>
                </a:lnTo>
                <a:lnTo>
                  <a:pt x="1009691" y="117616"/>
                </a:lnTo>
                <a:lnTo>
                  <a:pt x="1009691" y="114561"/>
                </a:lnTo>
                <a:cubicBezTo>
                  <a:pt x="1013199" y="114448"/>
                  <a:pt x="1015801" y="113429"/>
                  <a:pt x="1017498" y="111506"/>
                </a:cubicBezTo>
                <a:cubicBezTo>
                  <a:pt x="1018630" y="110205"/>
                  <a:pt x="1019195" y="106754"/>
                  <a:pt x="1019195" y="101153"/>
                </a:cubicBezTo>
                <a:lnTo>
                  <a:pt x="1019195" y="54819"/>
                </a:lnTo>
                <a:cubicBezTo>
                  <a:pt x="1019195" y="49148"/>
                  <a:pt x="1018545" y="45525"/>
                  <a:pt x="1017244" y="43949"/>
                </a:cubicBezTo>
                <a:cubicBezTo>
                  <a:pt x="1015943" y="42374"/>
                  <a:pt x="1013425" y="41472"/>
                  <a:pt x="1009691" y="41242"/>
                </a:cubicBezTo>
                <a:lnTo>
                  <a:pt x="1009691" y="38187"/>
                </a:lnTo>
                <a:lnTo>
                  <a:pt x="1042956" y="38187"/>
                </a:lnTo>
                <a:close/>
                <a:moveTo>
                  <a:pt x="1092713" y="38187"/>
                </a:moveTo>
                <a:lnTo>
                  <a:pt x="1092713" y="48540"/>
                </a:lnTo>
                <a:cubicBezTo>
                  <a:pt x="1096786" y="44097"/>
                  <a:pt x="1100690" y="40865"/>
                  <a:pt x="1104424" y="38845"/>
                </a:cubicBezTo>
                <a:cubicBezTo>
                  <a:pt x="1108158" y="36822"/>
                  <a:pt x="1112174" y="35811"/>
                  <a:pt x="1116474" y="35811"/>
                </a:cubicBezTo>
                <a:cubicBezTo>
                  <a:pt x="1121622" y="35811"/>
                  <a:pt x="1125893" y="37241"/>
                  <a:pt x="1129288" y="40102"/>
                </a:cubicBezTo>
                <a:cubicBezTo>
                  <a:pt x="1132682" y="42962"/>
                  <a:pt x="1134945" y="46516"/>
                  <a:pt x="1136077" y="50765"/>
                </a:cubicBezTo>
                <a:cubicBezTo>
                  <a:pt x="1136982" y="53995"/>
                  <a:pt x="1137434" y="60198"/>
                  <a:pt x="1137434" y="69376"/>
                </a:cubicBezTo>
                <a:lnTo>
                  <a:pt x="1137434" y="100304"/>
                </a:lnTo>
                <a:cubicBezTo>
                  <a:pt x="1137434" y="106414"/>
                  <a:pt x="1137986" y="110219"/>
                  <a:pt x="1139089" y="111718"/>
                </a:cubicBezTo>
                <a:cubicBezTo>
                  <a:pt x="1140192" y="113217"/>
                  <a:pt x="1142498" y="114165"/>
                  <a:pt x="1146005" y="114561"/>
                </a:cubicBezTo>
                <a:lnTo>
                  <a:pt x="1146005" y="117616"/>
                </a:lnTo>
                <a:lnTo>
                  <a:pt x="1105866" y="117616"/>
                </a:lnTo>
                <a:lnTo>
                  <a:pt x="1105866" y="114561"/>
                </a:lnTo>
                <a:cubicBezTo>
                  <a:pt x="1108865" y="114165"/>
                  <a:pt x="1111015" y="112920"/>
                  <a:pt x="1112316" y="110827"/>
                </a:cubicBezTo>
                <a:cubicBezTo>
                  <a:pt x="1113221" y="109413"/>
                  <a:pt x="1113674" y="105905"/>
                  <a:pt x="1113674" y="100304"/>
                </a:cubicBezTo>
                <a:lnTo>
                  <a:pt x="1113674" y="65003"/>
                </a:lnTo>
                <a:cubicBezTo>
                  <a:pt x="1113674" y="58497"/>
                  <a:pt x="1113419" y="54395"/>
                  <a:pt x="1112910" y="52698"/>
                </a:cubicBezTo>
                <a:cubicBezTo>
                  <a:pt x="1112401" y="51001"/>
                  <a:pt x="1111538" y="49685"/>
                  <a:pt x="1110322" y="48752"/>
                </a:cubicBezTo>
                <a:cubicBezTo>
                  <a:pt x="1109105" y="47818"/>
                  <a:pt x="1107762" y="47352"/>
                  <a:pt x="1106291" y="47352"/>
                </a:cubicBezTo>
                <a:cubicBezTo>
                  <a:pt x="1101426" y="47352"/>
                  <a:pt x="1096900" y="50859"/>
                  <a:pt x="1092713" y="57874"/>
                </a:cubicBezTo>
                <a:lnTo>
                  <a:pt x="1092713" y="100304"/>
                </a:lnTo>
                <a:cubicBezTo>
                  <a:pt x="1092713" y="106244"/>
                  <a:pt x="1093265" y="110007"/>
                  <a:pt x="1094368" y="111591"/>
                </a:cubicBezTo>
                <a:cubicBezTo>
                  <a:pt x="1095471" y="113175"/>
                  <a:pt x="1097522" y="114165"/>
                  <a:pt x="1100520" y="114561"/>
                </a:cubicBezTo>
                <a:lnTo>
                  <a:pt x="1100520" y="117616"/>
                </a:lnTo>
                <a:lnTo>
                  <a:pt x="1060382" y="117616"/>
                </a:lnTo>
                <a:lnTo>
                  <a:pt x="1060382" y="114561"/>
                </a:lnTo>
                <a:cubicBezTo>
                  <a:pt x="1063719" y="114221"/>
                  <a:pt x="1066096" y="113146"/>
                  <a:pt x="1067510" y="111336"/>
                </a:cubicBezTo>
                <a:cubicBezTo>
                  <a:pt x="1068472" y="110091"/>
                  <a:pt x="1068952" y="106414"/>
                  <a:pt x="1068952" y="100304"/>
                </a:cubicBezTo>
                <a:lnTo>
                  <a:pt x="1068952" y="55498"/>
                </a:lnTo>
                <a:cubicBezTo>
                  <a:pt x="1068952" y="49429"/>
                  <a:pt x="1068401" y="45650"/>
                  <a:pt x="1067298" y="44162"/>
                </a:cubicBezTo>
                <a:cubicBezTo>
                  <a:pt x="1066195" y="42673"/>
                  <a:pt x="1063889" y="41700"/>
                  <a:pt x="1060382" y="41242"/>
                </a:cubicBezTo>
                <a:lnTo>
                  <a:pt x="1060382" y="38187"/>
                </a:lnTo>
                <a:lnTo>
                  <a:pt x="1092713" y="38187"/>
                </a:lnTo>
                <a:close/>
                <a:moveTo>
                  <a:pt x="1207842" y="39205"/>
                </a:moveTo>
                <a:lnTo>
                  <a:pt x="1234572" y="39205"/>
                </a:lnTo>
                <a:lnTo>
                  <a:pt x="1234572" y="48540"/>
                </a:lnTo>
                <a:lnTo>
                  <a:pt x="1219382" y="48540"/>
                </a:lnTo>
                <a:cubicBezTo>
                  <a:pt x="1222155" y="51312"/>
                  <a:pt x="1224078" y="53829"/>
                  <a:pt x="1225153" y="56092"/>
                </a:cubicBezTo>
                <a:cubicBezTo>
                  <a:pt x="1226511" y="59147"/>
                  <a:pt x="1227190" y="62344"/>
                  <a:pt x="1227190" y="65681"/>
                </a:cubicBezTo>
                <a:cubicBezTo>
                  <a:pt x="1227190" y="71339"/>
                  <a:pt x="1225620" y="76247"/>
                  <a:pt x="1222480" y="80405"/>
                </a:cubicBezTo>
                <a:cubicBezTo>
                  <a:pt x="1219340" y="84563"/>
                  <a:pt x="1215069" y="87816"/>
                  <a:pt x="1209666" y="90164"/>
                </a:cubicBezTo>
                <a:cubicBezTo>
                  <a:pt x="1204263" y="92511"/>
                  <a:pt x="1199469" y="93685"/>
                  <a:pt x="1195282" y="93685"/>
                </a:cubicBezTo>
                <a:cubicBezTo>
                  <a:pt x="1194943" y="93685"/>
                  <a:pt x="1191548" y="93544"/>
                  <a:pt x="1185099" y="93261"/>
                </a:cubicBezTo>
                <a:cubicBezTo>
                  <a:pt x="1182553" y="93261"/>
                  <a:pt x="1180418" y="94091"/>
                  <a:pt x="1178692" y="95751"/>
                </a:cubicBezTo>
                <a:cubicBezTo>
                  <a:pt x="1176967" y="97411"/>
                  <a:pt x="1176104" y="99394"/>
                  <a:pt x="1176104" y="101699"/>
                </a:cubicBezTo>
                <a:cubicBezTo>
                  <a:pt x="1176104" y="103725"/>
                  <a:pt x="1176882" y="105385"/>
                  <a:pt x="1178438" y="106679"/>
                </a:cubicBezTo>
                <a:cubicBezTo>
                  <a:pt x="1179993" y="107973"/>
                  <a:pt x="1182525" y="108621"/>
                  <a:pt x="1186033" y="108621"/>
                </a:cubicBezTo>
                <a:lnTo>
                  <a:pt x="1200713" y="108451"/>
                </a:lnTo>
                <a:cubicBezTo>
                  <a:pt x="1212594" y="108451"/>
                  <a:pt x="1220769" y="109755"/>
                  <a:pt x="1225238" y="112362"/>
                </a:cubicBezTo>
                <a:cubicBezTo>
                  <a:pt x="1231631" y="115988"/>
                  <a:pt x="1234827" y="121571"/>
                  <a:pt x="1234827" y="129109"/>
                </a:cubicBezTo>
                <a:cubicBezTo>
                  <a:pt x="1234827" y="133926"/>
                  <a:pt x="1233356" y="138305"/>
                  <a:pt x="1230414" y="142244"/>
                </a:cubicBezTo>
                <a:cubicBezTo>
                  <a:pt x="1227472" y="146183"/>
                  <a:pt x="1223597" y="149087"/>
                  <a:pt x="1218788" y="150958"/>
                </a:cubicBezTo>
                <a:cubicBezTo>
                  <a:pt x="1211491" y="153735"/>
                  <a:pt x="1203089" y="155124"/>
                  <a:pt x="1193585" y="155124"/>
                </a:cubicBezTo>
                <a:cubicBezTo>
                  <a:pt x="1186457" y="155124"/>
                  <a:pt x="1179951" y="154431"/>
                  <a:pt x="1174067" y="153045"/>
                </a:cubicBezTo>
                <a:cubicBezTo>
                  <a:pt x="1168184" y="151659"/>
                  <a:pt x="1163969" y="149734"/>
                  <a:pt x="1161423" y="147272"/>
                </a:cubicBezTo>
                <a:cubicBezTo>
                  <a:pt x="1158877" y="144811"/>
                  <a:pt x="1157605" y="142222"/>
                  <a:pt x="1157605" y="139504"/>
                </a:cubicBezTo>
                <a:cubicBezTo>
                  <a:pt x="1157605" y="136902"/>
                  <a:pt x="1158580" y="134567"/>
                  <a:pt x="1160532" y="132501"/>
                </a:cubicBezTo>
                <a:cubicBezTo>
                  <a:pt x="1162484" y="130436"/>
                  <a:pt x="1166119" y="128696"/>
                  <a:pt x="1171437" y="127282"/>
                </a:cubicBezTo>
                <a:cubicBezTo>
                  <a:pt x="1164082" y="123661"/>
                  <a:pt x="1160405" y="118627"/>
                  <a:pt x="1160405" y="112179"/>
                </a:cubicBezTo>
                <a:cubicBezTo>
                  <a:pt x="1160405" y="108276"/>
                  <a:pt x="1161904" y="104486"/>
                  <a:pt x="1164902" y="100811"/>
                </a:cubicBezTo>
                <a:cubicBezTo>
                  <a:pt x="1167901" y="97134"/>
                  <a:pt x="1172653" y="93937"/>
                  <a:pt x="1179159" y="91222"/>
                </a:cubicBezTo>
                <a:cubicBezTo>
                  <a:pt x="1171578" y="88446"/>
                  <a:pt x="1166091" y="84792"/>
                  <a:pt x="1162696" y="80259"/>
                </a:cubicBezTo>
                <a:cubicBezTo>
                  <a:pt x="1159302" y="75726"/>
                  <a:pt x="1157605" y="70485"/>
                  <a:pt x="1157605" y="64536"/>
                </a:cubicBezTo>
                <a:cubicBezTo>
                  <a:pt x="1157605" y="56775"/>
                  <a:pt x="1160773" y="50047"/>
                  <a:pt x="1167109" y="44353"/>
                </a:cubicBezTo>
                <a:cubicBezTo>
                  <a:pt x="1173445" y="38658"/>
                  <a:pt x="1181592" y="35811"/>
                  <a:pt x="1191548" y="35811"/>
                </a:cubicBezTo>
                <a:cubicBezTo>
                  <a:pt x="1196810" y="35811"/>
                  <a:pt x="1202241" y="36942"/>
                  <a:pt x="1207842" y="39205"/>
                </a:cubicBezTo>
                <a:moveTo>
                  <a:pt x="1193161" y="41242"/>
                </a:moveTo>
                <a:cubicBezTo>
                  <a:pt x="1189880" y="41242"/>
                  <a:pt x="1187107" y="42894"/>
                  <a:pt x="1184845" y="46198"/>
                </a:cubicBezTo>
                <a:cubicBezTo>
                  <a:pt x="1182582" y="49501"/>
                  <a:pt x="1181450" y="56348"/>
                  <a:pt x="1181450" y="66740"/>
                </a:cubicBezTo>
                <a:cubicBezTo>
                  <a:pt x="1181450" y="75153"/>
                  <a:pt x="1182567" y="80927"/>
                  <a:pt x="1184802" y="84062"/>
                </a:cubicBezTo>
                <a:cubicBezTo>
                  <a:pt x="1187037" y="87196"/>
                  <a:pt x="1189682" y="88763"/>
                  <a:pt x="1192736" y="88763"/>
                </a:cubicBezTo>
                <a:cubicBezTo>
                  <a:pt x="1196131" y="88763"/>
                  <a:pt x="1198960" y="87210"/>
                  <a:pt x="1201222" y="84104"/>
                </a:cubicBezTo>
                <a:cubicBezTo>
                  <a:pt x="1203485" y="80998"/>
                  <a:pt x="1204617" y="74955"/>
                  <a:pt x="1204617" y="65976"/>
                </a:cubicBezTo>
                <a:cubicBezTo>
                  <a:pt x="1204617" y="55869"/>
                  <a:pt x="1203344" y="48979"/>
                  <a:pt x="1200798" y="45307"/>
                </a:cubicBezTo>
                <a:cubicBezTo>
                  <a:pt x="1198988" y="42597"/>
                  <a:pt x="1196442" y="41242"/>
                  <a:pt x="1193161" y="41242"/>
                </a:cubicBezTo>
                <a:moveTo>
                  <a:pt x="1188154" y="129326"/>
                </a:moveTo>
                <a:cubicBezTo>
                  <a:pt x="1182384" y="129326"/>
                  <a:pt x="1178565" y="129805"/>
                  <a:pt x="1176698" y="130764"/>
                </a:cubicBezTo>
                <a:cubicBezTo>
                  <a:pt x="1173473" y="132509"/>
                  <a:pt x="1171861" y="134874"/>
                  <a:pt x="1171861" y="137860"/>
                </a:cubicBezTo>
                <a:cubicBezTo>
                  <a:pt x="1171861" y="140733"/>
                  <a:pt x="1173530" y="143338"/>
                  <a:pt x="1176868" y="145675"/>
                </a:cubicBezTo>
                <a:cubicBezTo>
                  <a:pt x="1180206" y="148014"/>
                  <a:pt x="1186485" y="149184"/>
                  <a:pt x="1195707" y="149184"/>
                </a:cubicBezTo>
                <a:cubicBezTo>
                  <a:pt x="1203570" y="149184"/>
                  <a:pt x="1209751" y="148141"/>
                  <a:pt x="1214248" y="146057"/>
                </a:cubicBezTo>
                <a:cubicBezTo>
                  <a:pt x="1218746" y="143973"/>
                  <a:pt x="1220995" y="141043"/>
                  <a:pt x="1220995" y="137269"/>
                </a:cubicBezTo>
                <a:cubicBezTo>
                  <a:pt x="1220995" y="135861"/>
                  <a:pt x="1220571" y="134679"/>
                  <a:pt x="1219722" y="133720"/>
                </a:cubicBezTo>
                <a:cubicBezTo>
                  <a:pt x="1218194" y="132030"/>
                  <a:pt x="1215889" y="130875"/>
                  <a:pt x="1212806" y="130255"/>
                </a:cubicBezTo>
                <a:cubicBezTo>
                  <a:pt x="1209723" y="129636"/>
                  <a:pt x="1201505" y="129326"/>
                  <a:pt x="1188154" y="129326"/>
                </a:cubicBezTo>
                <a:close/>
                <a:moveTo>
                  <a:pt x="1380362" y="48879"/>
                </a:moveTo>
                <a:lnTo>
                  <a:pt x="1415663" y="48879"/>
                </a:lnTo>
                <a:lnTo>
                  <a:pt x="1415663" y="52274"/>
                </a:lnTo>
                <a:cubicBezTo>
                  <a:pt x="1411703" y="52838"/>
                  <a:pt x="1408592" y="54007"/>
                  <a:pt x="1406329" y="55782"/>
                </a:cubicBezTo>
                <a:cubicBezTo>
                  <a:pt x="1404066" y="57555"/>
                  <a:pt x="1401124" y="61682"/>
                  <a:pt x="1397503" y="68164"/>
                </a:cubicBezTo>
                <a:cubicBezTo>
                  <a:pt x="1393883" y="74643"/>
                  <a:pt x="1388791" y="81883"/>
                  <a:pt x="1382228" y="89882"/>
                </a:cubicBezTo>
                <a:cubicBezTo>
                  <a:pt x="1387999" y="95080"/>
                  <a:pt x="1392694" y="98696"/>
                  <a:pt x="1396315" y="100731"/>
                </a:cubicBezTo>
                <a:cubicBezTo>
                  <a:pt x="1398861" y="102144"/>
                  <a:pt x="1401350" y="102850"/>
                  <a:pt x="1403783" y="102850"/>
                </a:cubicBezTo>
                <a:cubicBezTo>
                  <a:pt x="1407969" y="102850"/>
                  <a:pt x="1411760" y="100106"/>
                  <a:pt x="1415154" y="94619"/>
                </a:cubicBezTo>
                <a:lnTo>
                  <a:pt x="1418633" y="96486"/>
                </a:lnTo>
                <a:cubicBezTo>
                  <a:pt x="1413994" y="105617"/>
                  <a:pt x="1409044" y="112116"/>
                  <a:pt x="1403783" y="115982"/>
                </a:cubicBezTo>
                <a:cubicBezTo>
                  <a:pt x="1399766" y="118882"/>
                  <a:pt x="1395184" y="120331"/>
                  <a:pt x="1390036" y="120331"/>
                </a:cubicBezTo>
                <a:cubicBezTo>
                  <a:pt x="1385623" y="120331"/>
                  <a:pt x="1381422" y="119378"/>
                  <a:pt x="1377434" y="117472"/>
                </a:cubicBezTo>
                <a:cubicBezTo>
                  <a:pt x="1373445" y="115565"/>
                  <a:pt x="1368594" y="111992"/>
                  <a:pt x="1362880" y="106754"/>
                </a:cubicBezTo>
                <a:cubicBezTo>
                  <a:pt x="1355809" y="111536"/>
                  <a:pt x="1349161" y="114995"/>
                  <a:pt x="1342938" y="117130"/>
                </a:cubicBezTo>
                <a:cubicBezTo>
                  <a:pt x="1336715" y="119264"/>
                  <a:pt x="1330238" y="120331"/>
                  <a:pt x="1323505" y="120331"/>
                </a:cubicBezTo>
                <a:cubicBezTo>
                  <a:pt x="1312757" y="120331"/>
                  <a:pt x="1304214" y="117416"/>
                  <a:pt x="1297878" y="111585"/>
                </a:cubicBezTo>
                <a:cubicBezTo>
                  <a:pt x="1291542" y="105755"/>
                  <a:pt x="1288373" y="98905"/>
                  <a:pt x="1288373" y="91036"/>
                </a:cubicBezTo>
                <a:cubicBezTo>
                  <a:pt x="1288373" y="82545"/>
                  <a:pt x="1291400" y="75158"/>
                  <a:pt x="1297453" y="68874"/>
                </a:cubicBezTo>
                <a:cubicBezTo>
                  <a:pt x="1303507" y="62591"/>
                  <a:pt x="1312304" y="57157"/>
                  <a:pt x="1323845" y="52571"/>
                </a:cubicBezTo>
                <a:cubicBezTo>
                  <a:pt x="1322374" y="48897"/>
                  <a:pt x="1321271" y="45308"/>
                  <a:pt x="1320535" y="41804"/>
                </a:cubicBezTo>
                <a:cubicBezTo>
                  <a:pt x="1319800" y="38298"/>
                  <a:pt x="1319432" y="34906"/>
                  <a:pt x="1319432" y="31626"/>
                </a:cubicBezTo>
                <a:cubicBezTo>
                  <a:pt x="1319432" y="22583"/>
                  <a:pt x="1322614" y="15052"/>
                  <a:pt x="1328979" y="9032"/>
                </a:cubicBezTo>
                <a:cubicBezTo>
                  <a:pt x="1335343" y="3011"/>
                  <a:pt x="1343476" y="0"/>
                  <a:pt x="1353376" y="0"/>
                </a:cubicBezTo>
                <a:cubicBezTo>
                  <a:pt x="1361353" y="0"/>
                  <a:pt x="1367675" y="1994"/>
                  <a:pt x="1372342" y="5983"/>
                </a:cubicBezTo>
                <a:cubicBezTo>
                  <a:pt x="1377010" y="9971"/>
                  <a:pt x="1379343" y="14624"/>
                  <a:pt x="1379343" y="19942"/>
                </a:cubicBezTo>
                <a:cubicBezTo>
                  <a:pt x="1379343" y="26335"/>
                  <a:pt x="1376953" y="31808"/>
                  <a:pt x="1372173" y="36362"/>
                </a:cubicBezTo>
                <a:cubicBezTo>
                  <a:pt x="1367392" y="40917"/>
                  <a:pt x="1359825" y="45089"/>
                  <a:pt x="1349473" y="48879"/>
                </a:cubicBezTo>
                <a:cubicBezTo>
                  <a:pt x="1355865" y="60120"/>
                  <a:pt x="1365228" y="72236"/>
                  <a:pt x="1377561" y="85228"/>
                </a:cubicBezTo>
                <a:cubicBezTo>
                  <a:pt x="1385877" y="75933"/>
                  <a:pt x="1390036" y="67961"/>
                  <a:pt x="1390036" y="61314"/>
                </a:cubicBezTo>
                <a:cubicBezTo>
                  <a:pt x="1390036" y="58948"/>
                  <a:pt x="1389215" y="56935"/>
                  <a:pt x="1387575" y="55273"/>
                </a:cubicBezTo>
                <a:cubicBezTo>
                  <a:pt x="1385934" y="53611"/>
                  <a:pt x="1383530" y="52611"/>
                  <a:pt x="1380362" y="52274"/>
                </a:cubicBezTo>
                <a:lnTo>
                  <a:pt x="1380362" y="48879"/>
                </a:lnTo>
                <a:moveTo>
                  <a:pt x="1346587" y="43740"/>
                </a:moveTo>
                <a:cubicBezTo>
                  <a:pt x="1352527" y="41542"/>
                  <a:pt x="1356516" y="39189"/>
                  <a:pt x="1358553" y="36681"/>
                </a:cubicBezTo>
                <a:cubicBezTo>
                  <a:pt x="1360589" y="34172"/>
                  <a:pt x="1361607" y="31142"/>
                  <a:pt x="1361607" y="27590"/>
                </a:cubicBezTo>
                <a:cubicBezTo>
                  <a:pt x="1361607" y="21277"/>
                  <a:pt x="1359939" y="15950"/>
                  <a:pt x="1356601" y="11610"/>
                </a:cubicBezTo>
                <a:cubicBezTo>
                  <a:pt x="1354394" y="8735"/>
                  <a:pt x="1351679" y="7298"/>
                  <a:pt x="1348454" y="7298"/>
                </a:cubicBezTo>
                <a:cubicBezTo>
                  <a:pt x="1345795" y="7298"/>
                  <a:pt x="1343518" y="8341"/>
                  <a:pt x="1341623" y="10427"/>
                </a:cubicBezTo>
                <a:cubicBezTo>
                  <a:pt x="1339728" y="12512"/>
                  <a:pt x="1338780" y="15330"/>
                  <a:pt x="1338780" y="18881"/>
                </a:cubicBezTo>
                <a:cubicBezTo>
                  <a:pt x="1338780" y="21643"/>
                  <a:pt x="1339233" y="24602"/>
                  <a:pt x="1340138" y="27760"/>
                </a:cubicBezTo>
                <a:cubicBezTo>
                  <a:pt x="1341043" y="30915"/>
                  <a:pt x="1343193" y="36242"/>
                  <a:pt x="1346587" y="43740"/>
                </a:cubicBezTo>
                <a:moveTo>
                  <a:pt x="1326221" y="57999"/>
                </a:moveTo>
                <a:cubicBezTo>
                  <a:pt x="1321695" y="59921"/>
                  <a:pt x="1318499" y="61956"/>
                  <a:pt x="1316632" y="64104"/>
                </a:cubicBezTo>
                <a:cubicBezTo>
                  <a:pt x="1313973" y="67270"/>
                  <a:pt x="1312643" y="70803"/>
                  <a:pt x="1312643" y="74703"/>
                </a:cubicBezTo>
                <a:cubicBezTo>
                  <a:pt x="1312643" y="80016"/>
                  <a:pt x="1314185" y="85301"/>
                  <a:pt x="1317268" y="90559"/>
                </a:cubicBezTo>
                <a:cubicBezTo>
                  <a:pt x="1320351" y="95816"/>
                  <a:pt x="1324071" y="99887"/>
                  <a:pt x="1328427" y="102771"/>
                </a:cubicBezTo>
                <a:cubicBezTo>
                  <a:pt x="1332783" y="105652"/>
                  <a:pt x="1337140" y="107093"/>
                  <a:pt x="1341496" y="107093"/>
                </a:cubicBezTo>
                <a:cubicBezTo>
                  <a:pt x="1343645" y="107093"/>
                  <a:pt x="1346064" y="106627"/>
                  <a:pt x="1348751" y="105696"/>
                </a:cubicBezTo>
                <a:cubicBezTo>
                  <a:pt x="1351438" y="104762"/>
                  <a:pt x="1354366" y="103363"/>
                  <a:pt x="1357534" y="101498"/>
                </a:cubicBezTo>
                <a:cubicBezTo>
                  <a:pt x="1343900" y="87535"/>
                  <a:pt x="1333462" y="73035"/>
                  <a:pt x="1326221" y="5799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Procedural">
            <a:extLst xmlns:a="http://schemas.openxmlformats.org/drawingml/2006/main">
              <a:ext uri="{FF2B5EF4-FFF2-40B4-BE49-F238E27FC236}">
                <a16:creationId xmlns:a16="http://schemas.microsoft.com/office/drawing/2014/main" id="{975224AC-0EF5-4520-8835-11DF2C0E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6" y="7414704"/>
            <a:ext cx="820791" cy="117446"/>
          </a:xfrm>
          <a:custGeom xmlns:a="http://schemas.openxmlformats.org/drawingml/2006/main">
            <a:pathLst>
              <a:path w="820791" h="117446">
                <a:moveTo>
                  <a:pt x="42515" y="62966"/>
                </a:moveTo>
                <a:lnTo>
                  <a:pt x="42515" y="94873"/>
                </a:lnTo>
                <a:cubicBezTo>
                  <a:pt x="42515" y="101128"/>
                  <a:pt x="42897" y="105066"/>
                  <a:pt x="43660" y="106687"/>
                </a:cubicBezTo>
                <a:cubicBezTo>
                  <a:pt x="44424" y="108307"/>
                  <a:pt x="45782" y="109600"/>
                  <a:pt x="47734" y="110567"/>
                </a:cubicBezTo>
                <a:cubicBezTo>
                  <a:pt x="49685" y="111532"/>
                  <a:pt x="53264" y="112015"/>
                  <a:pt x="58468" y="112015"/>
                </a:cubicBezTo>
                <a:lnTo>
                  <a:pt x="58468" y="115070"/>
                </a:lnTo>
                <a:lnTo>
                  <a:pt x="0" y="115070"/>
                </a:lnTo>
                <a:lnTo>
                  <a:pt x="0" y="112015"/>
                </a:lnTo>
                <a:cubicBezTo>
                  <a:pt x="5318" y="112015"/>
                  <a:pt x="8924" y="111517"/>
                  <a:pt x="10820" y="110522"/>
                </a:cubicBezTo>
                <a:cubicBezTo>
                  <a:pt x="12715" y="109527"/>
                  <a:pt x="14044" y="108233"/>
                  <a:pt x="14808" y="106642"/>
                </a:cubicBezTo>
                <a:cubicBezTo>
                  <a:pt x="15572" y="105051"/>
                  <a:pt x="15954" y="101128"/>
                  <a:pt x="15954" y="94873"/>
                </a:cubicBezTo>
                <a:lnTo>
                  <a:pt x="15954" y="20197"/>
                </a:lnTo>
                <a:cubicBezTo>
                  <a:pt x="15954" y="13942"/>
                  <a:pt x="15572" y="10005"/>
                  <a:pt x="14808" y="8385"/>
                </a:cubicBezTo>
                <a:cubicBezTo>
                  <a:pt x="14044" y="6764"/>
                  <a:pt x="12701" y="5471"/>
                  <a:pt x="10777" y="4506"/>
                </a:cubicBezTo>
                <a:cubicBezTo>
                  <a:pt x="8854" y="3538"/>
                  <a:pt x="5261" y="3055"/>
                  <a:pt x="0" y="3055"/>
                </a:cubicBezTo>
                <a:lnTo>
                  <a:pt x="0" y="0"/>
                </a:lnTo>
                <a:lnTo>
                  <a:pt x="50152" y="0"/>
                </a:lnTo>
                <a:cubicBezTo>
                  <a:pt x="66672" y="0"/>
                  <a:pt x="78524" y="2942"/>
                  <a:pt x="85708" y="8825"/>
                </a:cubicBezTo>
                <a:cubicBezTo>
                  <a:pt x="92893" y="14709"/>
                  <a:pt x="96486" y="22064"/>
                  <a:pt x="96486" y="30889"/>
                </a:cubicBezTo>
                <a:cubicBezTo>
                  <a:pt x="96486" y="38357"/>
                  <a:pt x="94166" y="44749"/>
                  <a:pt x="89527" y="50067"/>
                </a:cubicBezTo>
                <a:cubicBezTo>
                  <a:pt x="84888" y="55385"/>
                  <a:pt x="78495" y="59006"/>
                  <a:pt x="70349" y="60929"/>
                </a:cubicBezTo>
                <a:cubicBezTo>
                  <a:pt x="64861" y="62287"/>
                  <a:pt x="55583" y="62966"/>
                  <a:pt x="42515" y="62966"/>
                </a:cubicBezTo>
                <a:moveTo>
                  <a:pt x="42515" y="6619"/>
                </a:moveTo>
                <a:lnTo>
                  <a:pt x="42515" y="56347"/>
                </a:lnTo>
                <a:cubicBezTo>
                  <a:pt x="44382" y="56460"/>
                  <a:pt x="45796" y="56517"/>
                  <a:pt x="46758" y="56517"/>
                </a:cubicBezTo>
                <a:cubicBezTo>
                  <a:pt x="53660" y="56517"/>
                  <a:pt x="58978" y="54466"/>
                  <a:pt x="62711" y="50364"/>
                </a:cubicBezTo>
                <a:cubicBezTo>
                  <a:pt x="66445" y="46263"/>
                  <a:pt x="68312" y="39912"/>
                  <a:pt x="68312" y="31313"/>
                </a:cubicBezTo>
                <a:cubicBezTo>
                  <a:pt x="68312" y="22771"/>
                  <a:pt x="66445" y="16519"/>
                  <a:pt x="62711" y="12559"/>
                </a:cubicBezTo>
                <a:cubicBezTo>
                  <a:pt x="58978" y="8599"/>
                  <a:pt x="53405" y="6619"/>
                  <a:pt x="45994" y="6619"/>
                </a:cubicBezTo>
                <a:lnTo>
                  <a:pt x="42515" y="6619"/>
                </a:lnTo>
                <a:close/>
                <a:moveTo>
                  <a:pt x="140556" y="35641"/>
                </a:moveTo>
                <a:lnTo>
                  <a:pt x="140556" y="53631"/>
                </a:lnTo>
                <a:cubicBezTo>
                  <a:pt x="145817" y="45428"/>
                  <a:pt x="150428" y="39983"/>
                  <a:pt x="154388" y="37296"/>
                </a:cubicBezTo>
                <a:cubicBezTo>
                  <a:pt x="158348" y="34609"/>
                  <a:pt x="162167" y="33265"/>
                  <a:pt x="165844" y="33265"/>
                </a:cubicBezTo>
                <a:cubicBezTo>
                  <a:pt x="169012" y="33265"/>
                  <a:pt x="171544" y="34244"/>
                  <a:pt x="173439" y="36203"/>
                </a:cubicBezTo>
                <a:cubicBezTo>
                  <a:pt x="175334" y="38162"/>
                  <a:pt x="176282" y="40930"/>
                  <a:pt x="176282" y="44506"/>
                </a:cubicBezTo>
                <a:cubicBezTo>
                  <a:pt x="176282" y="48311"/>
                  <a:pt x="175362" y="51264"/>
                  <a:pt x="173524" y="53366"/>
                </a:cubicBezTo>
                <a:cubicBezTo>
                  <a:pt x="171685" y="55466"/>
                  <a:pt x="169465" y="56517"/>
                  <a:pt x="166862" y="56517"/>
                </a:cubicBezTo>
                <a:cubicBezTo>
                  <a:pt x="163864" y="56517"/>
                  <a:pt x="161261" y="55555"/>
                  <a:pt x="159055" y="53631"/>
                </a:cubicBezTo>
                <a:cubicBezTo>
                  <a:pt x="156849" y="51708"/>
                  <a:pt x="155548" y="50633"/>
                  <a:pt x="155152" y="50407"/>
                </a:cubicBezTo>
                <a:cubicBezTo>
                  <a:pt x="154586" y="50067"/>
                  <a:pt x="153935" y="49898"/>
                  <a:pt x="153200" y="49898"/>
                </a:cubicBezTo>
                <a:cubicBezTo>
                  <a:pt x="151559" y="49898"/>
                  <a:pt x="150003" y="50520"/>
                  <a:pt x="148533" y="51764"/>
                </a:cubicBezTo>
                <a:cubicBezTo>
                  <a:pt x="146213" y="53688"/>
                  <a:pt x="144459" y="56432"/>
                  <a:pt x="143271" y="59996"/>
                </a:cubicBezTo>
                <a:cubicBezTo>
                  <a:pt x="141461" y="65483"/>
                  <a:pt x="140556" y="71537"/>
                  <a:pt x="140556" y="78156"/>
                </a:cubicBezTo>
                <a:lnTo>
                  <a:pt x="140556" y="96401"/>
                </a:lnTo>
                <a:lnTo>
                  <a:pt x="140641" y="101153"/>
                </a:lnTo>
                <a:cubicBezTo>
                  <a:pt x="140641" y="104378"/>
                  <a:pt x="140839" y="106442"/>
                  <a:pt x="141235" y="107348"/>
                </a:cubicBezTo>
                <a:cubicBezTo>
                  <a:pt x="141913" y="108875"/>
                  <a:pt x="142918" y="109992"/>
                  <a:pt x="144247" y="110700"/>
                </a:cubicBezTo>
                <a:cubicBezTo>
                  <a:pt x="145577" y="111407"/>
                  <a:pt x="147825" y="111845"/>
                  <a:pt x="150993" y="112015"/>
                </a:cubicBezTo>
                <a:lnTo>
                  <a:pt x="150993" y="115070"/>
                </a:lnTo>
                <a:lnTo>
                  <a:pt x="108139" y="115070"/>
                </a:lnTo>
                <a:lnTo>
                  <a:pt x="108139" y="112015"/>
                </a:lnTo>
                <a:cubicBezTo>
                  <a:pt x="111590" y="111732"/>
                  <a:pt x="113924" y="110784"/>
                  <a:pt x="115140" y="109172"/>
                </a:cubicBezTo>
                <a:cubicBezTo>
                  <a:pt x="116356" y="107560"/>
                  <a:pt x="116965" y="103303"/>
                  <a:pt x="116965" y="96401"/>
                </a:cubicBezTo>
                <a:lnTo>
                  <a:pt x="116965" y="52443"/>
                </a:lnTo>
                <a:cubicBezTo>
                  <a:pt x="116965" y="47889"/>
                  <a:pt x="116738" y="44986"/>
                  <a:pt x="116286" y="43735"/>
                </a:cubicBezTo>
                <a:cubicBezTo>
                  <a:pt x="115720" y="42140"/>
                  <a:pt x="114900" y="40973"/>
                  <a:pt x="113825" y="40234"/>
                </a:cubicBezTo>
                <a:cubicBezTo>
                  <a:pt x="112750" y="39493"/>
                  <a:pt x="110855" y="38981"/>
                  <a:pt x="108139" y="38696"/>
                </a:cubicBezTo>
                <a:lnTo>
                  <a:pt x="108139" y="35641"/>
                </a:lnTo>
                <a:lnTo>
                  <a:pt x="140556" y="35641"/>
                </a:lnTo>
                <a:close/>
                <a:moveTo>
                  <a:pt x="219023" y="33265"/>
                </a:moveTo>
                <a:cubicBezTo>
                  <a:pt x="225925" y="33265"/>
                  <a:pt x="232346" y="35049"/>
                  <a:pt x="238286" y="38617"/>
                </a:cubicBezTo>
                <a:cubicBezTo>
                  <a:pt x="244227" y="42184"/>
                  <a:pt x="248738" y="47253"/>
                  <a:pt x="251821" y="53822"/>
                </a:cubicBezTo>
                <a:cubicBezTo>
                  <a:pt x="254905" y="60392"/>
                  <a:pt x="256446" y="67584"/>
                  <a:pt x="256446" y="75398"/>
                </a:cubicBezTo>
                <a:cubicBezTo>
                  <a:pt x="256446" y="86667"/>
                  <a:pt x="253589" y="96096"/>
                  <a:pt x="247875" y="103685"/>
                </a:cubicBezTo>
                <a:cubicBezTo>
                  <a:pt x="240974" y="112859"/>
                  <a:pt x="231441" y="117446"/>
                  <a:pt x="219278" y="117446"/>
                </a:cubicBezTo>
                <a:cubicBezTo>
                  <a:pt x="207341" y="117446"/>
                  <a:pt x="198148" y="113255"/>
                  <a:pt x="191698" y="104873"/>
                </a:cubicBezTo>
                <a:cubicBezTo>
                  <a:pt x="185249" y="96492"/>
                  <a:pt x="182024" y="86780"/>
                  <a:pt x="182024" y="75737"/>
                </a:cubicBezTo>
                <a:cubicBezTo>
                  <a:pt x="182024" y="64356"/>
                  <a:pt x="185320" y="54431"/>
                  <a:pt x="191910" y="45965"/>
                </a:cubicBezTo>
                <a:cubicBezTo>
                  <a:pt x="198501" y="37498"/>
                  <a:pt x="207539" y="33265"/>
                  <a:pt x="219023" y="33265"/>
                </a:cubicBezTo>
                <a:moveTo>
                  <a:pt x="219363" y="39205"/>
                </a:moveTo>
                <a:cubicBezTo>
                  <a:pt x="216477" y="39205"/>
                  <a:pt x="214002" y="40296"/>
                  <a:pt x="211937" y="42478"/>
                </a:cubicBezTo>
                <a:cubicBezTo>
                  <a:pt x="209872" y="44657"/>
                  <a:pt x="208515" y="48961"/>
                  <a:pt x="207864" y="55390"/>
                </a:cubicBezTo>
                <a:cubicBezTo>
                  <a:pt x="207214" y="61818"/>
                  <a:pt x="206888" y="70753"/>
                  <a:pt x="206888" y="82195"/>
                </a:cubicBezTo>
                <a:cubicBezTo>
                  <a:pt x="206888" y="88255"/>
                  <a:pt x="207284" y="93919"/>
                  <a:pt x="208076" y="99188"/>
                </a:cubicBezTo>
                <a:cubicBezTo>
                  <a:pt x="208699" y="103208"/>
                  <a:pt x="210028" y="106267"/>
                  <a:pt x="212065" y="108363"/>
                </a:cubicBezTo>
                <a:cubicBezTo>
                  <a:pt x="214101" y="110458"/>
                  <a:pt x="216421" y="111506"/>
                  <a:pt x="219023" y="111506"/>
                </a:cubicBezTo>
                <a:cubicBezTo>
                  <a:pt x="221569" y="111506"/>
                  <a:pt x="223690" y="110798"/>
                  <a:pt x="225388" y="109382"/>
                </a:cubicBezTo>
                <a:cubicBezTo>
                  <a:pt x="227594" y="107456"/>
                  <a:pt x="229065" y="104766"/>
                  <a:pt x="229800" y="101309"/>
                </a:cubicBezTo>
                <a:cubicBezTo>
                  <a:pt x="230932" y="95930"/>
                  <a:pt x="231498" y="85055"/>
                  <a:pt x="231498" y="68686"/>
                </a:cubicBezTo>
                <a:cubicBezTo>
                  <a:pt x="231498" y="59058"/>
                  <a:pt x="230960" y="52446"/>
                  <a:pt x="229885" y="48850"/>
                </a:cubicBezTo>
                <a:cubicBezTo>
                  <a:pt x="228810" y="45252"/>
                  <a:pt x="227226" y="42632"/>
                  <a:pt x="225133" y="40990"/>
                </a:cubicBezTo>
                <a:cubicBezTo>
                  <a:pt x="223662" y="39800"/>
                  <a:pt x="221739" y="39205"/>
                  <a:pt x="219363" y="39205"/>
                </a:cubicBezTo>
                <a:close/>
                <a:moveTo>
                  <a:pt x="333244" y="94552"/>
                </a:moveTo>
                <a:lnTo>
                  <a:pt x="335875" y="96586"/>
                </a:lnTo>
                <a:cubicBezTo>
                  <a:pt x="332141" y="103624"/>
                  <a:pt x="327488" y="108861"/>
                  <a:pt x="321916" y="112296"/>
                </a:cubicBezTo>
                <a:cubicBezTo>
                  <a:pt x="316343" y="115729"/>
                  <a:pt x="310417" y="117446"/>
                  <a:pt x="304138" y="117446"/>
                </a:cubicBezTo>
                <a:cubicBezTo>
                  <a:pt x="293558" y="117446"/>
                  <a:pt x="285101" y="113454"/>
                  <a:pt x="278764" y="105470"/>
                </a:cubicBezTo>
                <a:cubicBezTo>
                  <a:pt x="272428" y="97484"/>
                  <a:pt x="269260" y="87886"/>
                  <a:pt x="269260" y="76673"/>
                </a:cubicBezTo>
                <a:cubicBezTo>
                  <a:pt x="269260" y="65856"/>
                  <a:pt x="272145" y="56342"/>
                  <a:pt x="277916" y="48131"/>
                </a:cubicBezTo>
                <a:cubicBezTo>
                  <a:pt x="284874" y="38221"/>
                  <a:pt x="294464" y="33265"/>
                  <a:pt x="306683" y="33265"/>
                </a:cubicBezTo>
                <a:cubicBezTo>
                  <a:pt x="314886" y="33265"/>
                  <a:pt x="321407" y="35336"/>
                  <a:pt x="326244" y="39478"/>
                </a:cubicBezTo>
                <a:cubicBezTo>
                  <a:pt x="331081" y="43619"/>
                  <a:pt x="333499" y="48242"/>
                  <a:pt x="333499" y="53348"/>
                </a:cubicBezTo>
                <a:cubicBezTo>
                  <a:pt x="333499" y="56581"/>
                  <a:pt x="332523" y="59162"/>
                  <a:pt x="330571" y="61091"/>
                </a:cubicBezTo>
                <a:cubicBezTo>
                  <a:pt x="328620" y="63020"/>
                  <a:pt x="326060" y="63984"/>
                  <a:pt x="322892" y="63984"/>
                </a:cubicBezTo>
                <a:cubicBezTo>
                  <a:pt x="319554" y="63984"/>
                  <a:pt x="316796" y="62878"/>
                  <a:pt x="314618" y="60664"/>
                </a:cubicBezTo>
                <a:cubicBezTo>
                  <a:pt x="312440" y="58449"/>
                  <a:pt x="311096" y="54503"/>
                  <a:pt x="310587" y="48826"/>
                </a:cubicBezTo>
                <a:cubicBezTo>
                  <a:pt x="310247" y="45250"/>
                  <a:pt x="309427" y="42752"/>
                  <a:pt x="308126" y="41332"/>
                </a:cubicBezTo>
                <a:cubicBezTo>
                  <a:pt x="306825" y="39914"/>
                  <a:pt x="305297" y="39205"/>
                  <a:pt x="303544" y="39205"/>
                </a:cubicBezTo>
                <a:cubicBezTo>
                  <a:pt x="300828" y="39205"/>
                  <a:pt x="298509" y="40648"/>
                  <a:pt x="296585" y="43533"/>
                </a:cubicBezTo>
                <a:cubicBezTo>
                  <a:pt x="293643" y="47889"/>
                  <a:pt x="292172" y="54565"/>
                  <a:pt x="292172" y="63560"/>
                </a:cubicBezTo>
                <a:cubicBezTo>
                  <a:pt x="292172" y="71028"/>
                  <a:pt x="293360" y="78170"/>
                  <a:pt x="295736" y="84987"/>
                </a:cubicBezTo>
                <a:cubicBezTo>
                  <a:pt x="298113" y="91804"/>
                  <a:pt x="301365" y="96882"/>
                  <a:pt x="305495" y="100219"/>
                </a:cubicBezTo>
                <a:cubicBezTo>
                  <a:pt x="308607" y="102652"/>
                  <a:pt x="312284" y="103868"/>
                  <a:pt x="316527" y="103868"/>
                </a:cubicBezTo>
                <a:cubicBezTo>
                  <a:pt x="319299" y="103868"/>
                  <a:pt x="321930" y="103220"/>
                  <a:pt x="324419" y="101922"/>
                </a:cubicBezTo>
                <a:cubicBezTo>
                  <a:pt x="326908" y="100623"/>
                  <a:pt x="329850" y="98166"/>
                  <a:pt x="333244" y="94552"/>
                </a:cubicBezTo>
                <a:close/>
                <a:moveTo>
                  <a:pt x="412869" y="72470"/>
                </a:moveTo>
                <a:lnTo>
                  <a:pt x="369336" y="72470"/>
                </a:lnTo>
                <a:cubicBezTo>
                  <a:pt x="369846" y="83021"/>
                  <a:pt x="372646" y="91360"/>
                  <a:pt x="377737" y="97485"/>
                </a:cubicBezTo>
                <a:cubicBezTo>
                  <a:pt x="381641" y="102193"/>
                  <a:pt x="386337" y="104547"/>
                  <a:pt x="391824" y="104547"/>
                </a:cubicBezTo>
                <a:cubicBezTo>
                  <a:pt x="395219" y="104547"/>
                  <a:pt x="398302" y="103600"/>
                  <a:pt x="401074" y="101704"/>
                </a:cubicBezTo>
                <a:cubicBezTo>
                  <a:pt x="403846" y="99809"/>
                  <a:pt x="406816" y="96401"/>
                  <a:pt x="409984" y="91479"/>
                </a:cubicBezTo>
                <a:lnTo>
                  <a:pt x="412869" y="93346"/>
                </a:lnTo>
                <a:cubicBezTo>
                  <a:pt x="408570" y="102115"/>
                  <a:pt x="403818" y="108324"/>
                  <a:pt x="398613" y="111973"/>
                </a:cubicBezTo>
                <a:cubicBezTo>
                  <a:pt x="393408" y="115621"/>
                  <a:pt x="387383" y="117446"/>
                  <a:pt x="380538" y="117446"/>
                </a:cubicBezTo>
                <a:cubicBezTo>
                  <a:pt x="368771" y="117446"/>
                  <a:pt x="359860" y="112916"/>
                  <a:pt x="353807" y="103855"/>
                </a:cubicBezTo>
                <a:cubicBezTo>
                  <a:pt x="348942" y="96550"/>
                  <a:pt x="346509" y="87490"/>
                  <a:pt x="346509" y="76673"/>
                </a:cubicBezTo>
                <a:cubicBezTo>
                  <a:pt x="346509" y="63421"/>
                  <a:pt x="350087" y="52874"/>
                  <a:pt x="357244" y="45031"/>
                </a:cubicBezTo>
                <a:cubicBezTo>
                  <a:pt x="364400" y="37187"/>
                  <a:pt x="372787" y="33265"/>
                  <a:pt x="382405" y="33265"/>
                </a:cubicBezTo>
                <a:cubicBezTo>
                  <a:pt x="390438" y="33265"/>
                  <a:pt x="397411" y="36560"/>
                  <a:pt x="403323" y="43151"/>
                </a:cubicBezTo>
                <a:cubicBezTo>
                  <a:pt x="409235" y="49742"/>
                  <a:pt x="412417" y="59515"/>
                  <a:pt x="412869" y="72470"/>
                </a:cubicBezTo>
                <a:moveTo>
                  <a:pt x="391994" y="66870"/>
                </a:moveTo>
                <a:cubicBezTo>
                  <a:pt x="391994" y="57761"/>
                  <a:pt x="391499" y="51510"/>
                  <a:pt x="390509" y="48116"/>
                </a:cubicBezTo>
                <a:cubicBezTo>
                  <a:pt x="389519" y="44721"/>
                  <a:pt x="387977" y="42147"/>
                  <a:pt x="385884" y="40393"/>
                </a:cubicBezTo>
                <a:cubicBezTo>
                  <a:pt x="384696" y="39375"/>
                  <a:pt x="383112" y="38866"/>
                  <a:pt x="381132" y="38866"/>
                </a:cubicBezTo>
                <a:cubicBezTo>
                  <a:pt x="378190" y="38866"/>
                  <a:pt x="375786" y="40308"/>
                  <a:pt x="373919" y="43194"/>
                </a:cubicBezTo>
                <a:cubicBezTo>
                  <a:pt x="370581" y="48229"/>
                  <a:pt x="368912" y="55131"/>
                  <a:pt x="368912" y="63899"/>
                </a:cubicBezTo>
                <a:lnTo>
                  <a:pt x="368912" y="66870"/>
                </a:lnTo>
                <a:lnTo>
                  <a:pt x="391994" y="66870"/>
                </a:lnTo>
                <a:close/>
                <a:moveTo>
                  <a:pt x="499962" y="0"/>
                </a:moveTo>
                <a:lnTo>
                  <a:pt x="499962" y="91309"/>
                </a:lnTo>
                <a:cubicBezTo>
                  <a:pt x="499962" y="97414"/>
                  <a:pt x="500132" y="101026"/>
                  <a:pt x="500471" y="102145"/>
                </a:cubicBezTo>
                <a:cubicBezTo>
                  <a:pt x="500924" y="103994"/>
                  <a:pt x="501787" y="105367"/>
                  <a:pt x="503059" y="106263"/>
                </a:cubicBezTo>
                <a:cubicBezTo>
                  <a:pt x="504332" y="107158"/>
                  <a:pt x="506553" y="107717"/>
                  <a:pt x="509721" y="107942"/>
                </a:cubicBezTo>
                <a:lnTo>
                  <a:pt x="509721" y="110997"/>
                </a:lnTo>
                <a:lnTo>
                  <a:pt x="476201" y="117446"/>
                </a:lnTo>
                <a:lnTo>
                  <a:pt x="476201" y="104887"/>
                </a:lnTo>
                <a:cubicBezTo>
                  <a:pt x="472185" y="109752"/>
                  <a:pt x="468606" y="113062"/>
                  <a:pt x="465467" y="114815"/>
                </a:cubicBezTo>
                <a:cubicBezTo>
                  <a:pt x="462327" y="116569"/>
                  <a:pt x="458777" y="117446"/>
                  <a:pt x="454817" y="117446"/>
                </a:cubicBezTo>
                <a:cubicBezTo>
                  <a:pt x="444690" y="117446"/>
                  <a:pt x="436685" y="112916"/>
                  <a:pt x="430801" y="103855"/>
                </a:cubicBezTo>
                <a:cubicBezTo>
                  <a:pt x="426049" y="96494"/>
                  <a:pt x="423673" y="87461"/>
                  <a:pt x="423673" y="76758"/>
                </a:cubicBezTo>
                <a:cubicBezTo>
                  <a:pt x="423673" y="68207"/>
                  <a:pt x="425144" y="60547"/>
                  <a:pt x="428086" y="53780"/>
                </a:cubicBezTo>
                <a:cubicBezTo>
                  <a:pt x="431028" y="47012"/>
                  <a:pt x="435058" y="41901"/>
                  <a:pt x="440178" y="38447"/>
                </a:cubicBezTo>
                <a:cubicBezTo>
                  <a:pt x="445298" y="34992"/>
                  <a:pt x="450800" y="33265"/>
                  <a:pt x="456684" y="33265"/>
                </a:cubicBezTo>
                <a:cubicBezTo>
                  <a:pt x="460474" y="33265"/>
                  <a:pt x="463840" y="34007"/>
                  <a:pt x="466782" y="35490"/>
                </a:cubicBezTo>
                <a:cubicBezTo>
                  <a:pt x="469724" y="36973"/>
                  <a:pt x="472864" y="39569"/>
                  <a:pt x="476201" y="43279"/>
                </a:cubicBezTo>
                <a:lnTo>
                  <a:pt x="476201" y="19348"/>
                </a:lnTo>
                <a:cubicBezTo>
                  <a:pt x="476201" y="13295"/>
                  <a:pt x="475947" y="9646"/>
                  <a:pt x="475438" y="8401"/>
                </a:cubicBezTo>
                <a:cubicBezTo>
                  <a:pt x="474759" y="6760"/>
                  <a:pt x="473740" y="5544"/>
                  <a:pt x="472383" y="4752"/>
                </a:cubicBezTo>
                <a:cubicBezTo>
                  <a:pt x="471025" y="3960"/>
                  <a:pt x="468479" y="3564"/>
                  <a:pt x="464745" y="3564"/>
                </a:cubicBezTo>
                <a:lnTo>
                  <a:pt x="464745" y="0"/>
                </a:lnTo>
                <a:lnTo>
                  <a:pt x="499962" y="0"/>
                </a:lnTo>
                <a:moveTo>
                  <a:pt x="476201" y="53631"/>
                </a:moveTo>
                <a:cubicBezTo>
                  <a:pt x="472015" y="45711"/>
                  <a:pt x="466895" y="41751"/>
                  <a:pt x="460842" y="41751"/>
                </a:cubicBezTo>
                <a:cubicBezTo>
                  <a:pt x="458748" y="41751"/>
                  <a:pt x="457023" y="42317"/>
                  <a:pt x="455665" y="43448"/>
                </a:cubicBezTo>
                <a:cubicBezTo>
                  <a:pt x="453572" y="45202"/>
                  <a:pt x="451861" y="48285"/>
                  <a:pt x="450531" y="52698"/>
                </a:cubicBezTo>
                <a:cubicBezTo>
                  <a:pt x="449202" y="57111"/>
                  <a:pt x="448537" y="63871"/>
                  <a:pt x="448537" y="72979"/>
                </a:cubicBezTo>
                <a:cubicBezTo>
                  <a:pt x="448537" y="82993"/>
                  <a:pt x="449272" y="90404"/>
                  <a:pt x="450743" y="95213"/>
                </a:cubicBezTo>
                <a:cubicBezTo>
                  <a:pt x="452214" y="100021"/>
                  <a:pt x="454223" y="103501"/>
                  <a:pt x="456768" y="105650"/>
                </a:cubicBezTo>
                <a:cubicBezTo>
                  <a:pt x="458070" y="106725"/>
                  <a:pt x="459852" y="107263"/>
                  <a:pt x="462115" y="107263"/>
                </a:cubicBezTo>
                <a:cubicBezTo>
                  <a:pt x="467093" y="107263"/>
                  <a:pt x="471789" y="103347"/>
                  <a:pt x="476201" y="95515"/>
                </a:cubicBezTo>
                <a:lnTo>
                  <a:pt x="476201" y="53631"/>
                </a:lnTo>
                <a:close/>
                <a:moveTo>
                  <a:pt x="596082" y="35641"/>
                </a:moveTo>
                <a:lnTo>
                  <a:pt x="596082" y="97759"/>
                </a:lnTo>
                <a:cubicBezTo>
                  <a:pt x="596082" y="103849"/>
                  <a:pt x="596648" y="107648"/>
                  <a:pt x="597779" y="109156"/>
                </a:cubicBezTo>
                <a:cubicBezTo>
                  <a:pt x="598910" y="110664"/>
                  <a:pt x="601202" y="111617"/>
                  <a:pt x="604653" y="112015"/>
                </a:cubicBezTo>
                <a:lnTo>
                  <a:pt x="604653" y="115070"/>
                </a:lnTo>
                <a:lnTo>
                  <a:pt x="572321" y="115070"/>
                </a:lnTo>
                <a:lnTo>
                  <a:pt x="572321" y="104462"/>
                </a:lnTo>
                <a:cubicBezTo>
                  <a:pt x="568531" y="108988"/>
                  <a:pt x="564740" y="112284"/>
                  <a:pt x="560950" y="114349"/>
                </a:cubicBezTo>
                <a:cubicBezTo>
                  <a:pt x="557159" y="116414"/>
                  <a:pt x="552916" y="117446"/>
                  <a:pt x="548221" y="117446"/>
                </a:cubicBezTo>
                <a:cubicBezTo>
                  <a:pt x="543752" y="117446"/>
                  <a:pt x="539777" y="116074"/>
                  <a:pt x="536298" y="113330"/>
                </a:cubicBezTo>
                <a:cubicBezTo>
                  <a:pt x="532819" y="110586"/>
                  <a:pt x="530485" y="107376"/>
                  <a:pt x="529297" y="103699"/>
                </a:cubicBezTo>
                <a:cubicBezTo>
                  <a:pt x="528109" y="100021"/>
                  <a:pt x="527515" y="93600"/>
                  <a:pt x="527515" y="84436"/>
                </a:cubicBezTo>
                <a:lnTo>
                  <a:pt x="527515" y="52953"/>
                </a:lnTo>
                <a:cubicBezTo>
                  <a:pt x="527515" y="46883"/>
                  <a:pt x="526963" y="43104"/>
                  <a:pt x="525860" y="41616"/>
                </a:cubicBezTo>
                <a:cubicBezTo>
                  <a:pt x="524757" y="40127"/>
                  <a:pt x="522452" y="39154"/>
                  <a:pt x="518944" y="38696"/>
                </a:cubicBezTo>
                <a:lnTo>
                  <a:pt x="518944" y="35641"/>
                </a:lnTo>
                <a:lnTo>
                  <a:pt x="551276" y="35641"/>
                </a:lnTo>
                <a:lnTo>
                  <a:pt x="551276" y="89933"/>
                </a:lnTo>
                <a:cubicBezTo>
                  <a:pt x="551276" y="95597"/>
                  <a:pt x="551545" y="99251"/>
                  <a:pt x="552082" y="100893"/>
                </a:cubicBezTo>
                <a:cubicBezTo>
                  <a:pt x="552619" y="102535"/>
                  <a:pt x="553468" y="103782"/>
                  <a:pt x="554628" y="104632"/>
                </a:cubicBezTo>
                <a:cubicBezTo>
                  <a:pt x="555788" y="105481"/>
                  <a:pt x="557131" y="105905"/>
                  <a:pt x="558659" y="105905"/>
                </a:cubicBezTo>
                <a:cubicBezTo>
                  <a:pt x="560695" y="105905"/>
                  <a:pt x="562534" y="105368"/>
                  <a:pt x="564175" y="104293"/>
                </a:cubicBezTo>
                <a:cubicBezTo>
                  <a:pt x="566437" y="102822"/>
                  <a:pt x="569153" y="99852"/>
                  <a:pt x="572321" y="95382"/>
                </a:cubicBezTo>
                <a:lnTo>
                  <a:pt x="572321" y="52953"/>
                </a:lnTo>
                <a:cubicBezTo>
                  <a:pt x="572321" y="46883"/>
                  <a:pt x="571769" y="43104"/>
                  <a:pt x="570666" y="41616"/>
                </a:cubicBezTo>
                <a:cubicBezTo>
                  <a:pt x="569563" y="40127"/>
                  <a:pt x="567258" y="39154"/>
                  <a:pt x="563750" y="38696"/>
                </a:cubicBezTo>
                <a:lnTo>
                  <a:pt x="563750" y="35641"/>
                </a:lnTo>
                <a:lnTo>
                  <a:pt x="596082" y="35641"/>
                </a:lnTo>
                <a:close/>
                <a:moveTo>
                  <a:pt x="649008" y="35641"/>
                </a:moveTo>
                <a:lnTo>
                  <a:pt x="649008" y="53631"/>
                </a:lnTo>
                <a:cubicBezTo>
                  <a:pt x="654269" y="45428"/>
                  <a:pt x="658880" y="39983"/>
                  <a:pt x="662840" y="37296"/>
                </a:cubicBezTo>
                <a:cubicBezTo>
                  <a:pt x="666800" y="34609"/>
                  <a:pt x="670619" y="33265"/>
                  <a:pt x="674296" y="33265"/>
                </a:cubicBezTo>
                <a:cubicBezTo>
                  <a:pt x="677464" y="33265"/>
                  <a:pt x="679996" y="34244"/>
                  <a:pt x="681891" y="36203"/>
                </a:cubicBezTo>
                <a:cubicBezTo>
                  <a:pt x="683786" y="38162"/>
                  <a:pt x="684734" y="40930"/>
                  <a:pt x="684734" y="44506"/>
                </a:cubicBezTo>
                <a:cubicBezTo>
                  <a:pt x="684734" y="48311"/>
                  <a:pt x="683814" y="51264"/>
                  <a:pt x="681976" y="53366"/>
                </a:cubicBezTo>
                <a:cubicBezTo>
                  <a:pt x="680137" y="55466"/>
                  <a:pt x="677917" y="56517"/>
                  <a:pt x="675314" y="56517"/>
                </a:cubicBezTo>
                <a:cubicBezTo>
                  <a:pt x="672316" y="56517"/>
                  <a:pt x="669714" y="55555"/>
                  <a:pt x="667507" y="53631"/>
                </a:cubicBezTo>
                <a:cubicBezTo>
                  <a:pt x="665301" y="51708"/>
                  <a:pt x="664000" y="50633"/>
                  <a:pt x="663604" y="50407"/>
                </a:cubicBezTo>
                <a:cubicBezTo>
                  <a:pt x="663038" y="50067"/>
                  <a:pt x="662387" y="49898"/>
                  <a:pt x="661652" y="49898"/>
                </a:cubicBezTo>
                <a:cubicBezTo>
                  <a:pt x="660011" y="49898"/>
                  <a:pt x="658456" y="50520"/>
                  <a:pt x="656985" y="51764"/>
                </a:cubicBezTo>
                <a:cubicBezTo>
                  <a:pt x="654665" y="53688"/>
                  <a:pt x="652911" y="56432"/>
                  <a:pt x="651723" y="59996"/>
                </a:cubicBezTo>
                <a:cubicBezTo>
                  <a:pt x="649913" y="65483"/>
                  <a:pt x="649008" y="71537"/>
                  <a:pt x="649008" y="78156"/>
                </a:cubicBezTo>
                <a:lnTo>
                  <a:pt x="649008" y="96401"/>
                </a:lnTo>
                <a:lnTo>
                  <a:pt x="649093" y="101153"/>
                </a:lnTo>
                <a:cubicBezTo>
                  <a:pt x="649093" y="104378"/>
                  <a:pt x="649291" y="106442"/>
                  <a:pt x="649687" y="107348"/>
                </a:cubicBezTo>
                <a:cubicBezTo>
                  <a:pt x="650366" y="108875"/>
                  <a:pt x="651370" y="109992"/>
                  <a:pt x="652699" y="110700"/>
                </a:cubicBezTo>
                <a:cubicBezTo>
                  <a:pt x="654029" y="111407"/>
                  <a:pt x="656277" y="111845"/>
                  <a:pt x="659446" y="112015"/>
                </a:cubicBezTo>
                <a:lnTo>
                  <a:pt x="659446" y="115070"/>
                </a:lnTo>
                <a:lnTo>
                  <a:pt x="616591" y="115070"/>
                </a:lnTo>
                <a:lnTo>
                  <a:pt x="616591" y="112015"/>
                </a:lnTo>
                <a:cubicBezTo>
                  <a:pt x="620042" y="111732"/>
                  <a:pt x="622376" y="110784"/>
                  <a:pt x="623592" y="109172"/>
                </a:cubicBezTo>
                <a:cubicBezTo>
                  <a:pt x="624809" y="107560"/>
                  <a:pt x="625417" y="103303"/>
                  <a:pt x="625417" y="96401"/>
                </a:cubicBezTo>
                <a:lnTo>
                  <a:pt x="625417" y="52443"/>
                </a:lnTo>
                <a:cubicBezTo>
                  <a:pt x="625417" y="47889"/>
                  <a:pt x="625190" y="44986"/>
                  <a:pt x="624738" y="43735"/>
                </a:cubicBezTo>
                <a:cubicBezTo>
                  <a:pt x="624172" y="42140"/>
                  <a:pt x="623352" y="40973"/>
                  <a:pt x="622277" y="40234"/>
                </a:cubicBezTo>
                <a:cubicBezTo>
                  <a:pt x="621202" y="39493"/>
                  <a:pt x="619307" y="38981"/>
                  <a:pt x="616591" y="38696"/>
                </a:cubicBezTo>
                <a:lnTo>
                  <a:pt x="616591" y="35641"/>
                </a:lnTo>
                <a:lnTo>
                  <a:pt x="649008" y="35641"/>
                </a:lnTo>
                <a:close/>
                <a:moveTo>
                  <a:pt x="737034" y="103359"/>
                </a:moveTo>
                <a:cubicBezTo>
                  <a:pt x="727360" y="111958"/>
                  <a:pt x="718676" y="116258"/>
                  <a:pt x="710982" y="116258"/>
                </a:cubicBezTo>
                <a:cubicBezTo>
                  <a:pt x="706456" y="116258"/>
                  <a:pt x="702694" y="114768"/>
                  <a:pt x="699696" y="111790"/>
                </a:cubicBezTo>
                <a:cubicBezTo>
                  <a:pt x="696697" y="108809"/>
                  <a:pt x="695198" y="105077"/>
                  <a:pt x="695198" y="100593"/>
                </a:cubicBezTo>
                <a:cubicBezTo>
                  <a:pt x="695198" y="94519"/>
                  <a:pt x="697800" y="89055"/>
                  <a:pt x="703005" y="84202"/>
                </a:cubicBezTo>
                <a:cubicBezTo>
                  <a:pt x="708210" y="79349"/>
                  <a:pt x="719553" y="72893"/>
                  <a:pt x="737034" y="64833"/>
                </a:cubicBezTo>
                <a:lnTo>
                  <a:pt x="737034" y="56856"/>
                </a:lnTo>
                <a:cubicBezTo>
                  <a:pt x="737034" y="50859"/>
                  <a:pt x="736709" y="47083"/>
                  <a:pt x="736058" y="45527"/>
                </a:cubicBezTo>
                <a:cubicBezTo>
                  <a:pt x="735407" y="43972"/>
                  <a:pt x="734177" y="42614"/>
                  <a:pt x="732367" y="41454"/>
                </a:cubicBezTo>
                <a:cubicBezTo>
                  <a:pt x="730556" y="40294"/>
                  <a:pt x="728520" y="39714"/>
                  <a:pt x="726257" y="39714"/>
                </a:cubicBezTo>
                <a:cubicBezTo>
                  <a:pt x="722579" y="39714"/>
                  <a:pt x="719553" y="40535"/>
                  <a:pt x="717177" y="42175"/>
                </a:cubicBezTo>
                <a:cubicBezTo>
                  <a:pt x="715706" y="43194"/>
                  <a:pt x="714970" y="44382"/>
                  <a:pt x="714970" y="45739"/>
                </a:cubicBezTo>
                <a:cubicBezTo>
                  <a:pt x="714970" y="46927"/>
                  <a:pt x="715762" y="48398"/>
                  <a:pt x="717346" y="50152"/>
                </a:cubicBezTo>
                <a:cubicBezTo>
                  <a:pt x="719496" y="52585"/>
                  <a:pt x="720571" y="54933"/>
                  <a:pt x="720571" y="57196"/>
                </a:cubicBezTo>
                <a:cubicBezTo>
                  <a:pt x="720571" y="59968"/>
                  <a:pt x="719539" y="62330"/>
                  <a:pt x="717474" y="64281"/>
                </a:cubicBezTo>
                <a:cubicBezTo>
                  <a:pt x="715409" y="66233"/>
                  <a:pt x="712707" y="67209"/>
                  <a:pt x="709370" y="67209"/>
                </a:cubicBezTo>
                <a:cubicBezTo>
                  <a:pt x="705806" y="67209"/>
                  <a:pt x="702821" y="66134"/>
                  <a:pt x="700417" y="63984"/>
                </a:cubicBezTo>
                <a:cubicBezTo>
                  <a:pt x="698013" y="61835"/>
                  <a:pt x="696810" y="59317"/>
                  <a:pt x="696810" y="56432"/>
                </a:cubicBezTo>
                <a:cubicBezTo>
                  <a:pt x="696810" y="52359"/>
                  <a:pt x="698423" y="48469"/>
                  <a:pt x="701647" y="44764"/>
                </a:cubicBezTo>
                <a:cubicBezTo>
                  <a:pt x="704872" y="41058"/>
                  <a:pt x="709370" y="38215"/>
                  <a:pt x="715140" y="36235"/>
                </a:cubicBezTo>
                <a:cubicBezTo>
                  <a:pt x="720911" y="34255"/>
                  <a:pt x="726907" y="33265"/>
                  <a:pt x="733130" y="33265"/>
                </a:cubicBezTo>
                <a:cubicBezTo>
                  <a:pt x="740655" y="33265"/>
                  <a:pt x="746609" y="34868"/>
                  <a:pt x="750993" y="38073"/>
                </a:cubicBezTo>
                <a:cubicBezTo>
                  <a:pt x="755378" y="41276"/>
                  <a:pt x="758221" y="44749"/>
                  <a:pt x="759522" y="48492"/>
                </a:cubicBezTo>
                <a:cubicBezTo>
                  <a:pt x="760314" y="50873"/>
                  <a:pt x="760710" y="56345"/>
                  <a:pt x="760710" y="64907"/>
                </a:cubicBezTo>
                <a:lnTo>
                  <a:pt x="760710" y="95783"/>
                </a:lnTo>
                <a:cubicBezTo>
                  <a:pt x="760710" y="99412"/>
                  <a:pt x="760851" y="101696"/>
                  <a:pt x="761134" y="102633"/>
                </a:cubicBezTo>
                <a:cubicBezTo>
                  <a:pt x="761417" y="103568"/>
                  <a:pt x="761841" y="104263"/>
                  <a:pt x="762407" y="104717"/>
                </a:cubicBezTo>
                <a:cubicBezTo>
                  <a:pt x="762973" y="105170"/>
                  <a:pt x="763623" y="105396"/>
                  <a:pt x="764359" y="105396"/>
                </a:cubicBezTo>
                <a:cubicBezTo>
                  <a:pt x="765830" y="105396"/>
                  <a:pt x="767329" y="104349"/>
                  <a:pt x="768856" y="102256"/>
                </a:cubicBezTo>
                <a:lnTo>
                  <a:pt x="771402" y="104293"/>
                </a:lnTo>
                <a:cubicBezTo>
                  <a:pt x="768573" y="108479"/>
                  <a:pt x="765646" y="111520"/>
                  <a:pt x="762619" y="113415"/>
                </a:cubicBezTo>
                <a:cubicBezTo>
                  <a:pt x="759592" y="115310"/>
                  <a:pt x="756156" y="116258"/>
                  <a:pt x="752309" y="116258"/>
                </a:cubicBezTo>
                <a:cubicBezTo>
                  <a:pt x="747783" y="116258"/>
                  <a:pt x="744247" y="115190"/>
                  <a:pt x="741701" y="113054"/>
                </a:cubicBezTo>
                <a:cubicBezTo>
                  <a:pt x="739155" y="110919"/>
                  <a:pt x="737600" y="107687"/>
                  <a:pt x="737034" y="103359"/>
                </a:cubicBezTo>
                <a:moveTo>
                  <a:pt x="737034" y="97080"/>
                </a:moveTo>
                <a:lnTo>
                  <a:pt x="737034" y="70534"/>
                </a:lnTo>
                <a:cubicBezTo>
                  <a:pt x="730189" y="74571"/>
                  <a:pt x="725097" y="78891"/>
                  <a:pt x="721759" y="83497"/>
                </a:cubicBezTo>
                <a:cubicBezTo>
                  <a:pt x="719553" y="86566"/>
                  <a:pt x="718450" y="89664"/>
                  <a:pt x="718450" y="92792"/>
                </a:cubicBezTo>
                <a:cubicBezTo>
                  <a:pt x="718450" y="95406"/>
                  <a:pt x="719383" y="97709"/>
                  <a:pt x="721250" y="99700"/>
                </a:cubicBezTo>
                <a:cubicBezTo>
                  <a:pt x="722664" y="101234"/>
                  <a:pt x="724644" y="102001"/>
                  <a:pt x="727190" y="102001"/>
                </a:cubicBezTo>
                <a:cubicBezTo>
                  <a:pt x="730019" y="102001"/>
                  <a:pt x="733300" y="100361"/>
                  <a:pt x="737034" y="97080"/>
                </a:cubicBezTo>
                <a:close/>
                <a:moveTo>
                  <a:pt x="811201" y="0"/>
                </a:moveTo>
                <a:lnTo>
                  <a:pt x="811201" y="98607"/>
                </a:lnTo>
                <a:cubicBezTo>
                  <a:pt x="811201" y="104208"/>
                  <a:pt x="811852" y="107786"/>
                  <a:pt x="813153" y="109342"/>
                </a:cubicBezTo>
                <a:cubicBezTo>
                  <a:pt x="814454" y="110898"/>
                  <a:pt x="817000" y="111789"/>
                  <a:pt x="820791" y="112015"/>
                </a:cubicBezTo>
                <a:lnTo>
                  <a:pt x="820791" y="115070"/>
                </a:lnTo>
                <a:lnTo>
                  <a:pt x="777936" y="115070"/>
                </a:lnTo>
                <a:lnTo>
                  <a:pt x="777936" y="112015"/>
                </a:lnTo>
                <a:cubicBezTo>
                  <a:pt x="781444" y="111902"/>
                  <a:pt x="784046" y="110883"/>
                  <a:pt x="785743" y="108960"/>
                </a:cubicBezTo>
                <a:cubicBezTo>
                  <a:pt x="786875" y="107659"/>
                  <a:pt x="787441" y="104208"/>
                  <a:pt x="787441" y="98607"/>
                </a:cubicBezTo>
                <a:lnTo>
                  <a:pt x="787441" y="16463"/>
                </a:lnTo>
                <a:cubicBezTo>
                  <a:pt x="787441" y="10883"/>
                  <a:pt x="786790" y="7311"/>
                  <a:pt x="785489" y="5747"/>
                </a:cubicBezTo>
                <a:cubicBezTo>
                  <a:pt x="784188" y="4180"/>
                  <a:pt x="781670" y="3283"/>
                  <a:pt x="777936" y="3055"/>
                </a:cubicBezTo>
                <a:lnTo>
                  <a:pt x="777936" y="0"/>
                </a:lnTo>
                <a:lnTo>
                  <a:pt x="81120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F1F77-84F5-45E8-8BC5-FA240793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8057837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294111"/>
                </a:moveTo>
                <a:cubicBezTo>
                  <a:pt x="89125" y="294111"/>
                  <a:pt x="133687" y="245092"/>
                  <a:pt x="133687" y="147056"/>
                </a:cubicBezTo>
                <a:cubicBezTo>
                  <a:pt x="133687" y="49019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3C5A8-73C8-4615-9C83-DD1F128A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8011046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051494-58C9-4CFD-92C6-BB2FA1A0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8011046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E780E-2054-4AF3-A440-F83D5D12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8351948"/>
            <a:ext cx="182215" cy="10"/>
          </a:xfrm>
          <a:custGeom xmlns:a="http://schemas.openxmlformats.org/drawingml/2006/main">
            <a:pathLst>
              <a:path w="182215" h="1" fill="none">
                <a:moveTo>
                  <a:pt x="0" y="0"/>
                </a:moveTo>
                <a:cubicBezTo>
                  <a:pt x="89125" y="0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9AF821-97A8-42A2-BB51-906BA14A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8305157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47D23-F876-44CD-90E6-D0BECCCB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8305157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6E477-BC10-45B1-B615-6F00CF5D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8351948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0"/>
                </a:moveTo>
                <a:cubicBezTo>
                  <a:pt x="89125" y="0"/>
                  <a:pt x="133687" y="49019"/>
                  <a:pt x="133687" y="147056"/>
                </a:cubicBezTo>
                <a:cubicBezTo>
                  <a:pt x="133687" y="245092"/>
                  <a:pt x="149863" y="294111"/>
                  <a:pt x="182215" y="29411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22CE8F-1272-4187-87A7-9B62B001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8599268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962AF1-889C-4DEB-A460-220551C8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8599268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71052-869B-465E-91CC-3975F625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7924150"/>
            <a:ext cx="1804772" cy="855596"/>
          </a:xfrm>
          <a:custGeom xmlns:a="http://schemas.openxmlformats.org/drawingml/2006/main">
            <a:pathLst>
              <a:path w="1804772" h="855596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7"/>
                  <a:pt x="1804772" y="17112"/>
                </a:cubicBezTo>
                <a:lnTo>
                  <a:pt x="1804772" y="838484"/>
                </a:lnTo>
                <a:cubicBezTo>
                  <a:pt x="1804772" y="843208"/>
                  <a:pt x="1803101" y="847242"/>
                  <a:pt x="1799760" y="850583"/>
                </a:cubicBezTo>
                <a:cubicBezTo>
                  <a:pt x="1796419" y="853925"/>
                  <a:pt x="1792386" y="855596"/>
                  <a:pt x="1787661" y="855596"/>
                </a:cubicBezTo>
                <a:lnTo>
                  <a:pt x="17112" y="855596"/>
                </a:lnTo>
                <a:cubicBezTo>
                  <a:pt x="12387" y="855596"/>
                  <a:pt x="8353" y="853925"/>
                  <a:pt x="5012" y="850583"/>
                </a:cubicBezTo>
                <a:cubicBezTo>
                  <a:pt x="1671" y="847242"/>
                  <a:pt x="0" y="843208"/>
                  <a:pt x="0" y="838484"/>
                </a:cubicBezTo>
                <a:lnTo>
                  <a:pt x="0" y="17112"/>
                </a:lnTo>
                <a:cubicBezTo>
                  <a:pt x="0" y="12387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solidFill xmlns:a="http://schemas.openxmlformats.org/drawingml/2006/main">
            <a:srgbClr val="B8F5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11F0C5-ED2C-4B95-9AE5-A04CFC88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7924150"/>
            <a:ext cx="1804772" cy="855596"/>
          </a:xfrm>
          <a:custGeom xmlns:a="http://schemas.openxmlformats.org/drawingml/2006/main">
            <a:pathLst>
              <a:path w="1804772" h="855596" fill="none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7"/>
                  <a:pt x="1804772" y="17112"/>
                </a:cubicBezTo>
                <a:lnTo>
                  <a:pt x="1804772" y="838484"/>
                </a:lnTo>
                <a:cubicBezTo>
                  <a:pt x="1804772" y="843208"/>
                  <a:pt x="1803101" y="847242"/>
                  <a:pt x="1799760" y="850583"/>
                </a:cubicBezTo>
                <a:cubicBezTo>
                  <a:pt x="1796419" y="853925"/>
                  <a:pt x="1792386" y="855596"/>
                  <a:pt x="1787661" y="855596"/>
                </a:cubicBezTo>
                <a:lnTo>
                  <a:pt x="17112" y="855596"/>
                </a:lnTo>
                <a:cubicBezTo>
                  <a:pt x="12387" y="855596"/>
                  <a:pt x="8353" y="853925"/>
                  <a:pt x="5012" y="850583"/>
                </a:cubicBezTo>
                <a:cubicBezTo>
                  <a:pt x="1671" y="847242"/>
                  <a:pt x="0" y="843208"/>
                  <a:pt x="0" y="838484"/>
                </a:cubicBezTo>
                <a:lnTo>
                  <a:pt x="0" y="17112"/>
                </a:lnTo>
                <a:cubicBezTo>
                  <a:pt x="0" y="12387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81" name="Text Queriestestingwhether">
            <a:extLst xmlns:a="http://schemas.openxmlformats.org/drawingml/2006/main">
              <a:ext uri="{FF2B5EF4-FFF2-40B4-BE49-F238E27FC236}">
                <a16:creationId xmlns:a16="http://schemas.microsoft.com/office/drawing/2014/main" id="{3501EFB8-EDE2-42A0-8AE9-BD124D5C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643" y="7997325"/>
            <a:ext cx="1645680" cy="158179"/>
          </a:xfrm>
          <a:custGeom xmlns:a="http://schemas.openxmlformats.org/drawingml/2006/main">
            <a:pathLst>
              <a:path w="1645680" h="158179">
                <a:moveTo>
                  <a:pt x="70434" y="122028"/>
                </a:moveTo>
                <a:cubicBezTo>
                  <a:pt x="76204" y="131957"/>
                  <a:pt x="82441" y="139262"/>
                  <a:pt x="89145" y="143943"/>
                </a:cubicBezTo>
                <a:cubicBezTo>
                  <a:pt x="95849" y="148627"/>
                  <a:pt x="103472" y="151307"/>
                  <a:pt x="112015" y="151984"/>
                </a:cubicBezTo>
                <a:lnTo>
                  <a:pt x="112015" y="154784"/>
                </a:lnTo>
                <a:cubicBezTo>
                  <a:pt x="104208" y="154501"/>
                  <a:pt x="95863" y="152932"/>
                  <a:pt x="86981" y="150075"/>
                </a:cubicBezTo>
                <a:cubicBezTo>
                  <a:pt x="78099" y="147218"/>
                  <a:pt x="69684" y="143258"/>
                  <a:pt x="61736" y="138194"/>
                </a:cubicBezTo>
                <a:cubicBezTo>
                  <a:pt x="53787" y="133131"/>
                  <a:pt x="46927" y="127742"/>
                  <a:pt x="41157" y="122028"/>
                </a:cubicBezTo>
                <a:cubicBezTo>
                  <a:pt x="33010" y="118747"/>
                  <a:pt x="26561" y="115268"/>
                  <a:pt x="21809" y="111591"/>
                </a:cubicBezTo>
                <a:cubicBezTo>
                  <a:pt x="14907" y="106103"/>
                  <a:pt x="9547" y="99357"/>
                  <a:pt x="5728" y="91352"/>
                </a:cubicBezTo>
                <a:cubicBezTo>
                  <a:pt x="1909" y="83346"/>
                  <a:pt x="0" y="73885"/>
                  <a:pt x="0" y="62966"/>
                </a:cubicBezTo>
                <a:cubicBezTo>
                  <a:pt x="0" y="45768"/>
                  <a:pt x="5572" y="31483"/>
                  <a:pt x="16717" y="20112"/>
                </a:cubicBezTo>
                <a:cubicBezTo>
                  <a:pt x="27862" y="8741"/>
                  <a:pt x="41355" y="3055"/>
                  <a:pt x="57196" y="3055"/>
                </a:cubicBezTo>
                <a:cubicBezTo>
                  <a:pt x="72244" y="3055"/>
                  <a:pt x="85270" y="8755"/>
                  <a:pt x="96273" y="20154"/>
                </a:cubicBezTo>
                <a:cubicBezTo>
                  <a:pt x="107277" y="31554"/>
                  <a:pt x="112779" y="45937"/>
                  <a:pt x="112779" y="63305"/>
                </a:cubicBezTo>
                <a:cubicBezTo>
                  <a:pt x="112779" y="77392"/>
                  <a:pt x="108861" y="89753"/>
                  <a:pt x="101026" y="100389"/>
                </a:cubicBezTo>
                <a:cubicBezTo>
                  <a:pt x="93190" y="111025"/>
                  <a:pt x="82993" y="118238"/>
                  <a:pt x="70434" y="122028"/>
                </a:cubicBezTo>
                <a:moveTo>
                  <a:pt x="56177" y="9589"/>
                </a:moveTo>
                <a:cubicBezTo>
                  <a:pt x="45881" y="9589"/>
                  <a:pt x="37593" y="13266"/>
                  <a:pt x="31313" y="20621"/>
                </a:cubicBezTo>
                <a:cubicBezTo>
                  <a:pt x="23393" y="29842"/>
                  <a:pt x="19433" y="43957"/>
                  <a:pt x="19433" y="62966"/>
                </a:cubicBezTo>
                <a:cubicBezTo>
                  <a:pt x="19433" y="81579"/>
                  <a:pt x="23450" y="95920"/>
                  <a:pt x="31483" y="105990"/>
                </a:cubicBezTo>
                <a:cubicBezTo>
                  <a:pt x="37706" y="113740"/>
                  <a:pt x="45937" y="117616"/>
                  <a:pt x="56177" y="117616"/>
                </a:cubicBezTo>
                <a:cubicBezTo>
                  <a:pt x="66813" y="117616"/>
                  <a:pt x="75384" y="113740"/>
                  <a:pt x="81890" y="105990"/>
                </a:cubicBezTo>
                <a:cubicBezTo>
                  <a:pt x="89527" y="96825"/>
                  <a:pt x="93346" y="83304"/>
                  <a:pt x="93346" y="65427"/>
                </a:cubicBezTo>
                <a:cubicBezTo>
                  <a:pt x="93346" y="51680"/>
                  <a:pt x="91253" y="40110"/>
                  <a:pt x="87066" y="30719"/>
                </a:cubicBezTo>
                <a:cubicBezTo>
                  <a:pt x="83841" y="23478"/>
                  <a:pt x="79556" y="18146"/>
                  <a:pt x="74210" y="14723"/>
                </a:cubicBezTo>
                <a:cubicBezTo>
                  <a:pt x="68864" y="11300"/>
                  <a:pt x="62853" y="9589"/>
                  <a:pt x="56177" y="9589"/>
                </a:cubicBezTo>
                <a:close/>
                <a:moveTo>
                  <a:pt x="192942" y="42939"/>
                </a:moveTo>
                <a:lnTo>
                  <a:pt x="192942" y="90036"/>
                </a:lnTo>
                <a:cubicBezTo>
                  <a:pt x="192942" y="99031"/>
                  <a:pt x="193154" y="104533"/>
                  <a:pt x="193579" y="106541"/>
                </a:cubicBezTo>
                <a:cubicBezTo>
                  <a:pt x="194003" y="108550"/>
                  <a:pt x="194682" y="109950"/>
                  <a:pt x="195615" y="110742"/>
                </a:cubicBezTo>
                <a:cubicBezTo>
                  <a:pt x="196549" y="111534"/>
                  <a:pt x="197638" y="111930"/>
                  <a:pt x="198882" y="111930"/>
                </a:cubicBezTo>
                <a:cubicBezTo>
                  <a:pt x="200636" y="111930"/>
                  <a:pt x="202616" y="111449"/>
                  <a:pt x="204822" y="110487"/>
                </a:cubicBezTo>
                <a:lnTo>
                  <a:pt x="206011" y="113458"/>
                </a:lnTo>
                <a:lnTo>
                  <a:pt x="182759" y="123047"/>
                </a:lnTo>
                <a:lnTo>
                  <a:pt x="178940" y="123047"/>
                </a:lnTo>
                <a:lnTo>
                  <a:pt x="178940" y="106584"/>
                </a:lnTo>
                <a:cubicBezTo>
                  <a:pt x="172265" y="113825"/>
                  <a:pt x="167173" y="118379"/>
                  <a:pt x="163665" y="120246"/>
                </a:cubicBezTo>
                <a:cubicBezTo>
                  <a:pt x="160158" y="122113"/>
                  <a:pt x="156452" y="123047"/>
                  <a:pt x="152549" y="123047"/>
                </a:cubicBezTo>
                <a:cubicBezTo>
                  <a:pt x="148193" y="123047"/>
                  <a:pt x="144416" y="121788"/>
                  <a:pt x="141220" y="119270"/>
                </a:cubicBezTo>
                <a:cubicBezTo>
                  <a:pt x="138024" y="116753"/>
                  <a:pt x="135803" y="113514"/>
                  <a:pt x="134559" y="109554"/>
                </a:cubicBezTo>
                <a:cubicBezTo>
                  <a:pt x="133314" y="105594"/>
                  <a:pt x="132692" y="99993"/>
                  <a:pt x="132692" y="92752"/>
                </a:cubicBezTo>
                <a:lnTo>
                  <a:pt x="132692" y="58044"/>
                </a:lnTo>
                <a:cubicBezTo>
                  <a:pt x="132692" y="54367"/>
                  <a:pt x="132296" y="51821"/>
                  <a:pt x="131504" y="50407"/>
                </a:cubicBezTo>
                <a:cubicBezTo>
                  <a:pt x="130712" y="48992"/>
                  <a:pt x="129538" y="47903"/>
                  <a:pt x="127982" y="47140"/>
                </a:cubicBezTo>
                <a:cubicBezTo>
                  <a:pt x="126426" y="46376"/>
                  <a:pt x="123612" y="46022"/>
                  <a:pt x="119538" y="46079"/>
                </a:cubicBezTo>
                <a:lnTo>
                  <a:pt x="119538" y="42939"/>
                </a:lnTo>
                <a:lnTo>
                  <a:pt x="146778" y="42939"/>
                </a:lnTo>
                <a:lnTo>
                  <a:pt x="146778" y="94831"/>
                </a:lnTo>
                <a:cubicBezTo>
                  <a:pt x="146778" y="102055"/>
                  <a:pt x="148037" y="106795"/>
                  <a:pt x="150555" y="109053"/>
                </a:cubicBezTo>
                <a:cubicBezTo>
                  <a:pt x="153072" y="111310"/>
                  <a:pt x="156113" y="112439"/>
                  <a:pt x="159677" y="112439"/>
                </a:cubicBezTo>
                <a:cubicBezTo>
                  <a:pt x="162110" y="112439"/>
                  <a:pt x="164868" y="111677"/>
                  <a:pt x="167951" y="110153"/>
                </a:cubicBezTo>
                <a:cubicBezTo>
                  <a:pt x="171034" y="108629"/>
                  <a:pt x="174697" y="105724"/>
                  <a:pt x="178940" y="101437"/>
                </a:cubicBezTo>
                <a:lnTo>
                  <a:pt x="178940" y="57506"/>
                </a:lnTo>
                <a:cubicBezTo>
                  <a:pt x="178940" y="53104"/>
                  <a:pt x="178134" y="50127"/>
                  <a:pt x="176522" y="48577"/>
                </a:cubicBezTo>
                <a:cubicBezTo>
                  <a:pt x="174909" y="47025"/>
                  <a:pt x="171557" y="46192"/>
                  <a:pt x="166466" y="46079"/>
                </a:cubicBezTo>
                <a:lnTo>
                  <a:pt x="166466" y="42939"/>
                </a:lnTo>
                <a:lnTo>
                  <a:pt x="192942" y="42939"/>
                </a:lnTo>
                <a:close/>
                <a:moveTo>
                  <a:pt x="224764" y="72301"/>
                </a:moveTo>
                <a:cubicBezTo>
                  <a:pt x="224708" y="83815"/>
                  <a:pt x="227508" y="92846"/>
                  <a:pt x="233165" y="99395"/>
                </a:cubicBezTo>
                <a:cubicBezTo>
                  <a:pt x="238823" y="105941"/>
                  <a:pt x="245470" y="109215"/>
                  <a:pt x="253108" y="109215"/>
                </a:cubicBezTo>
                <a:cubicBezTo>
                  <a:pt x="258199" y="109215"/>
                  <a:pt x="262626" y="107814"/>
                  <a:pt x="266388" y="105014"/>
                </a:cubicBezTo>
                <a:cubicBezTo>
                  <a:pt x="270150" y="102214"/>
                  <a:pt x="273304" y="97419"/>
                  <a:pt x="275850" y="90630"/>
                </a:cubicBezTo>
                <a:lnTo>
                  <a:pt x="278481" y="92327"/>
                </a:lnTo>
                <a:cubicBezTo>
                  <a:pt x="277293" y="100078"/>
                  <a:pt x="273842" y="107136"/>
                  <a:pt x="268128" y="113500"/>
                </a:cubicBezTo>
                <a:cubicBezTo>
                  <a:pt x="262414" y="119864"/>
                  <a:pt x="255257" y="123047"/>
                  <a:pt x="246658" y="123047"/>
                </a:cubicBezTo>
                <a:cubicBezTo>
                  <a:pt x="237324" y="123047"/>
                  <a:pt x="229333" y="119420"/>
                  <a:pt x="222685" y="112166"/>
                </a:cubicBezTo>
                <a:cubicBezTo>
                  <a:pt x="216038" y="104911"/>
                  <a:pt x="212714" y="95157"/>
                  <a:pt x="212714" y="82905"/>
                </a:cubicBezTo>
                <a:cubicBezTo>
                  <a:pt x="212714" y="69639"/>
                  <a:pt x="216123" y="59294"/>
                  <a:pt x="222940" y="51871"/>
                </a:cubicBezTo>
                <a:cubicBezTo>
                  <a:pt x="229757" y="44445"/>
                  <a:pt x="238314" y="40733"/>
                  <a:pt x="248610" y="40733"/>
                </a:cubicBezTo>
                <a:cubicBezTo>
                  <a:pt x="257322" y="40733"/>
                  <a:pt x="264479" y="43597"/>
                  <a:pt x="270079" y="49325"/>
                </a:cubicBezTo>
                <a:cubicBezTo>
                  <a:pt x="275680" y="55051"/>
                  <a:pt x="278481" y="62710"/>
                  <a:pt x="278481" y="72301"/>
                </a:cubicBezTo>
                <a:lnTo>
                  <a:pt x="224764" y="72301"/>
                </a:lnTo>
                <a:moveTo>
                  <a:pt x="224764" y="67379"/>
                </a:moveTo>
                <a:lnTo>
                  <a:pt x="260745" y="67379"/>
                </a:lnTo>
                <a:cubicBezTo>
                  <a:pt x="260462" y="62400"/>
                  <a:pt x="259868" y="58893"/>
                  <a:pt x="258963" y="56856"/>
                </a:cubicBezTo>
                <a:cubicBezTo>
                  <a:pt x="257549" y="53688"/>
                  <a:pt x="255441" y="51199"/>
                  <a:pt x="252641" y="49388"/>
                </a:cubicBezTo>
                <a:cubicBezTo>
                  <a:pt x="249840" y="47578"/>
                  <a:pt x="246913" y="46673"/>
                  <a:pt x="243858" y="46673"/>
                </a:cubicBezTo>
                <a:cubicBezTo>
                  <a:pt x="239162" y="46673"/>
                  <a:pt x="234962" y="48497"/>
                  <a:pt x="231256" y="52146"/>
                </a:cubicBezTo>
                <a:cubicBezTo>
                  <a:pt x="227551" y="55795"/>
                  <a:pt x="225387" y="60873"/>
                  <a:pt x="224764" y="67379"/>
                </a:cubicBezTo>
                <a:close/>
                <a:moveTo>
                  <a:pt x="311603" y="40733"/>
                </a:moveTo>
                <a:lnTo>
                  <a:pt x="311603" y="58214"/>
                </a:lnTo>
                <a:cubicBezTo>
                  <a:pt x="318109" y="46560"/>
                  <a:pt x="324784" y="40733"/>
                  <a:pt x="331630" y="40733"/>
                </a:cubicBezTo>
                <a:cubicBezTo>
                  <a:pt x="334741" y="40733"/>
                  <a:pt x="337315" y="41680"/>
                  <a:pt x="339352" y="43576"/>
                </a:cubicBezTo>
                <a:cubicBezTo>
                  <a:pt x="341388" y="45471"/>
                  <a:pt x="342407" y="47663"/>
                  <a:pt x="342407" y="50152"/>
                </a:cubicBezTo>
                <a:cubicBezTo>
                  <a:pt x="342407" y="52359"/>
                  <a:pt x="341671" y="54225"/>
                  <a:pt x="340200" y="55753"/>
                </a:cubicBezTo>
                <a:cubicBezTo>
                  <a:pt x="338729" y="57280"/>
                  <a:pt x="336976" y="58044"/>
                  <a:pt x="334939" y="58044"/>
                </a:cubicBezTo>
                <a:cubicBezTo>
                  <a:pt x="332959" y="58044"/>
                  <a:pt x="330738" y="57068"/>
                  <a:pt x="328278" y="55116"/>
                </a:cubicBezTo>
                <a:cubicBezTo>
                  <a:pt x="325817" y="53165"/>
                  <a:pt x="323992" y="52189"/>
                  <a:pt x="322804" y="52189"/>
                </a:cubicBezTo>
                <a:cubicBezTo>
                  <a:pt x="321786" y="52189"/>
                  <a:pt x="320683" y="52753"/>
                  <a:pt x="319495" y="53881"/>
                </a:cubicBezTo>
                <a:cubicBezTo>
                  <a:pt x="316949" y="56195"/>
                  <a:pt x="314318" y="60004"/>
                  <a:pt x="311603" y="65308"/>
                </a:cubicBezTo>
                <a:lnTo>
                  <a:pt x="311603" y="102466"/>
                </a:lnTo>
                <a:cubicBezTo>
                  <a:pt x="311603" y="106753"/>
                  <a:pt x="312140" y="109997"/>
                  <a:pt x="313215" y="112198"/>
                </a:cubicBezTo>
                <a:cubicBezTo>
                  <a:pt x="313950" y="113722"/>
                  <a:pt x="315252" y="114992"/>
                  <a:pt x="317118" y="116009"/>
                </a:cubicBezTo>
                <a:cubicBezTo>
                  <a:pt x="318985" y="117023"/>
                  <a:pt x="321673" y="117531"/>
                  <a:pt x="325180" y="117531"/>
                </a:cubicBezTo>
                <a:lnTo>
                  <a:pt x="325180" y="120671"/>
                </a:lnTo>
                <a:lnTo>
                  <a:pt x="285381" y="120671"/>
                </a:lnTo>
                <a:lnTo>
                  <a:pt x="285381" y="117531"/>
                </a:lnTo>
                <a:cubicBezTo>
                  <a:pt x="289341" y="117531"/>
                  <a:pt x="292283" y="116910"/>
                  <a:pt x="294206" y="115669"/>
                </a:cubicBezTo>
                <a:cubicBezTo>
                  <a:pt x="295621" y="114766"/>
                  <a:pt x="296611" y="113326"/>
                  <a:pt x="297176" y="111349"/>
                </a:cubicBezTo>
                <a:cubicBezTo>
                  <a:pt x="297459" y="110389"/>
                  <a:pt x="297601" y="107652"/>
                  <a:pt x="297601" y="103136"/>
                </a:cubicBezTo>
                <a:lnTo>
                  <a:pt x="297601" y="73078"/>
                </a:lnTo>
                <a:cubicBezTo>
                  <a:pt x="297601" y="64045"/>
                  <a:pt x="297417" y="58669"/>
                  <a:pt x="297049" y="56949"/>
                </a:cubicBezTo>
                <a:cubicBezTo>
                  <a:pt x="296681" y="55227"/>
                  <a:pt x="296003" y="53971"/>
                  <a:pt x="295013" y="53181"/>
                </a:cubicBezTo>
                <a:cubicBezTo>
                  <a:pt x="294022" y="52390"/>
                  <a:pt x="292792" y="51995"/>
                  <a:pt x="291321" y="51995"/>
                </a:cubicBezTo>
                <a:cubicBezTo>
                  <a:pt x="289567" y="51995"/>
                  <a:pt x="287587" y="52419"/>
                  <a:pt x="285381" y="53265"/>
                </a:cubicBezTo>
                <a:lnTo>
                  <a:pt x="284532" y="50216"/>
                </a:lnTo>
                <a:lnTo>
                  <a:pt x="308038" y="40733"/>
                </a:lnTo>
                <a:lnTo>
                  <a:pt x="311603" y="40733"/>
                </a:lnTo>
                <a:close/>
                <a:moveTo>
                  <a:pt x="366505" y="0"/>
                </a:moveTo>
                <a:cubicBezTo>
                  <a:pt x="368882" y="0"/>
                  <a:pt x="370904" y="839"/>
                  <a:pt x="372573" y="2517"/>
                </a:cubicBezTo>
                <a:cubicBezTo>
                  <a:pt x="374242" y="4193"/>
                  <a:pt x="375076" y="6225"/>
                  <a:pt x="375076" y="8613"/>
                </a:cubicBezTo>
                <a:cubicBezTo>
                  <a:pt x="375076" y="11002"/>
                  <a:pt x="374242" y="13049"/>
                  <a:pt x="372573" y="14755"/>
                </a:cubicBezTo>
                <a:cubicBezTo>
                  <a:pt x="370904" y="16459"/>
                  <a:pt x="368882" y="17311"/>
                  <a:pt x="366505" y="17311"/>
                </a:cubicBezTo>
                <a:cubicBezTo>
                  <a:pt x="364129" y="17311"/>
                  <a:pt x="362093" y="16459"/>
                  <a:pt x="360396" y="14755"/>
                </a:cubicBezTo>
                <a:cubicBezTo>
                  <a:pt x="358698" y="13049"/>
                  <a:pt x="357850" y="11002"/>
                  <a:pt x="357850" y="8613"/>
                </a:cubicBezTo>
                <a:cubicBezTo>
                  <a:pt x="357850" y="6225"/>
                  <a:pt x="358684" y="4193"/>
                  <a:pt x="360353" y="2517"/>
                </a:cubicBezTo>
                <a:cubicBezTo>
                  <a:pt x="362022" y="839"/>
                  <a:pt x="364073" y="0"/>
                  <a:pt x="366505" y="0"/>
                </a:cubicBezTo>
                <a:moveTo>
                  <a:pt x="373549" y="40733"/>
                </a:moveTo>
                <a:lnTo>
                  <a:pt x="373549" y="103052"/>
                </a:lnTo>
                <a:cubicBezTo>
                  <a:pt x="373549" y="107906"/>
                  <a:pt x="373902" y="111138"/>
                  <a:pt x="374610" y="112747"/>
                </a:cubicBezTo>
                <a:cubicBezTo>
                  <a:pt x="375317" y="114356"/>
                  <a:pt x="376363" y="115555"/>
                  <a:pt x="377749" y="116345"/>
                </a:cubicBezTo>
                <a:cubicBezTo>
                  <a:pt x="379135" y="117136"/>
                  <a:pt x="381667" y="117531"/>
                  <a:pt x="385344" y="117531"/>
                </a:cubicBezTo>
                <a:lnTo>
                  <a:pt x="385344" y="120671"/>
                </a:lnTo>
                <a:lnTo>
                  <a:pt x="347582" y="120671"/>
                </a:lnTo>
                <a:lnTo>
                  <a:pt x="347582" y="117531"/>
                </a:lnTo>
                <a:cubicBezTo>
                  <a:pt x="351372" y="117531"/>
                  <a:pt x="353918" y="117164"/>
                  <a:pt x="355219" y="116430"/>
                </a:cubicBezTo>
                <a:cubicBezTo>
                  <a:pt x="356520" y="115697"/>
                  <a:pt x="357553" y="114483"/>
                  <a:pt x="358316" y="112789"/>
                </a:cubicBezTo>
                <a:cubicBezTo>
                  <a:pt x="359080" y="111096"/>
                  <a:pt x="359462" y="107850"/>
                  <a:pt x="359462" y="103052"/>
                </a:cubicBezTo>
                <a:lnTo>
                  <a:pt x="359462" y="73162"/>
                </a:lnTo>
                <a:cubicBezTo>
                  <a:pt x="359462" y="64751"/>
                  <a:pt x="359208" y="59304"/>
                  <a:pt x="358698" y="56822"/>
                </a:cubicBezTo>
                <a:cubicBezTo>
                  <a:pt x="358302" y="55015"/>
                  <a:pt x="357680" y="53759"/>
                  <a:pt x="356831" y="53053"/>
                </a:cubicBezTo>
                <a:cubicBezTo>
                  <a:pt x="355983" y="52348"/>
                  <a:pt x="354823" y="51995"/>
                  <a:pt x="353352" y="51995"/>
                </a:cubicBezTo>
                <a:cubicBezTo>
                  <a:pt x="351768" y="51995"/>
                  <a:pt x="349845" y="52419"/>
                  <a:pt x="347582" y="53265"/>
                </a:cubicBezTo>
                <a:lnTo>
                  <a:pt x="346394" y="50216"/>
                </a:lnTo>
                <a:lnTo>
                  <a:pt x="369815" y="40733"/>
                </a:lnTo>
                <a:lnTo>
                  <a:pt x="373549" y="40733"/>
                </a:lnTo>
                <a:close/>
                <a:moveTo>
                  <a:pt x="408116" y="72301"/>
                </a:moveTo>
                <a:cubicBezTo>
                  <a:pt x="408059" y="83815"/>
                  <a:pt x="410860" y="92846"/>
                  <a:pt x="416517" y="99395"/>
                </a:cubicBezTo>
                <a:cubicBezTo>
                  <a:pt x="422174" y="105941"/>
                  <a:pt x="428822" y="109215"/>
                  <a:pt x="436459" y="109215"/>
                </a:cubicBezTo>
                <a:cubicBezTo>
                  <a:pt x="441551" y="109215"/>
                  <a:pt x="445977" y="107814"/>
                  <a:pt x="449740" y="105014"/>
                </a:cubicBezTo>
                <a:cubicBezTo>
                  <a:pt x="453502" y="102214"/>
                  <a:pt x="456656" y="97419"/>
                  <a:pt x="459201" y="90630"/>
                </a:cubicBezTo>
                <a:lnTo>
                  <a:pt x="461832" y="92327"/>
                </a:lnTo>
                <a:cubicBezTo>
                  <a:pt x="460644" y="100078"/>
                  <a:pt x="457193" y="107136"/>
                  <a:pt x="451479" y="113500"/>
                </a:cubicBezTo>
                <a:cubicBezTo>
                  <a:pt x="445765" y="119864"/>
                  <a:pt x="438609" y="123047"/>
                  <a:pt x="430010" y="123047"/>
                </a:cubicBezTo>
                <a:cubicBezTo>
                  <a:pt x="420675" y="123047"/>
                  <a:pt x="412684" y="119420"/>
                  <a:pt x="406037" y="112166"/>
                </a:cubicBezTo>
                <a:cubicBezTo>
                  <a:pt x="399389" y="104911"/>
                  <a:pt x="396066" y="95157"/>
                  <a:pt x="396066" y="82905"/>
                </a:cubicBezTo>
                <a:cubicBezTo>
                  <a:pt x="396066" y="69639"/>
                  <a:pt x="399474" y="59294"/>
                  <a:pt x="406291" y="51871"/>
                </a:cubicBezTo>
                <a:cubicBezTo>
                  <a:pt x="413108" y="44445"/>
                  <a:pt x="421665" y="40733"/>
                  <a:pt x="431961" y="40733"/>
                </a:cubicBezTo>
                <a:cubicBezTo>
                  <a:pt x="440674" y="40733"/>
                  <a:pt x="447830" y="43597"/>
                  <a:pt x="453431" y="49325"/>
                </a:cubicBezTo>
                <a:cubicBezTo>
                  <a:pt x="459032" y="55051"/>
                  <a:pt x="461832" y="62710"/>
                  <a:pt x="461832" y="72301"/>
                </a:cubicBezTo>
                <a:lnTo>
                  <a:pt x="408116" y="72301"/>
                </a:lnTo>
                <a:moveTo>
                  <a:pt x="408116" y="67379"/>
                </a:moveTo>
                <a:lnTo>
                  <a:pt x="444096" y="67379"/>
                </a:lnTo>
                <a:cubicBezTo>
                  <a:pt x="443814" y="62400"/>
                  <a:pt x="443220" y="58893"/>
                  <a:pt x="442314" y="56856"/>
                </a:cubicBezTo>
                <a:cubicBezTo>
                  <a:pt x="440900" y="53688"/>
                  <a:pt x="438793" y="51199"/>
                  <a:pt x="435992" y="49388"/>
                </a:cubicBezTo>
                <a:cubicBezTo>
                  <a:pt x="433192" y="47578"/>
                  <a:pt x="430264" y="46673"/>
                  <a:pt x="427209" y="46673"/>
                </a:cubicBezTo>
                <a:cubicBezTo>
                  <a:pt x="422514" y="46673"/>
                  <a:pt x="418313" y="48497"/>
                  <a:pt x="414608" y="52146"/>
                </a:cubicBezTo>
                <a:cubicBezTo>
                  <a:pt x="410902" y="55795"/>
                  <a:pt x="408738" y="60873"/>
                  <a:pt x="408116" y="67379"/>
                </a:cubicBezTo>
                <a:close/>
                <a:moveTo>
                  <a:pt x="522449" y="40733"/>
                </a:moveTo>
                <a:lnTo>
                  <a:pt x="522449" y="67039"/>
                </a:lnTo>
                <a:lnTo>
                  <a:pt x="519648" y="67039"/>
                </a:lnTo>
                <a:cubicBezTo>
                  <a:pt x="517499" y="58788"/>
                  <a:pt x="514741" y="53176"/>
                  <a:pt x="511374" y="50203"/>
                </a:cubicBezTo>
                <a:cubicBezTo>
                  <a:pt x="508008" y="47227"/>
                  <a:pt x="503723" y="45739"/>
                  <a:pt x="498518" y="45739"/>
                </a:cubicBezTo>
                <a:cubicBezTo>
                  <a:pt x="494558" y="45739"/>
                  <a:pt x="491362" y="46785"/>
                  <a:pt x="488929" y="48877"/>
                </a:cubicBezTo>
                <a:cubicBezTo>
                  <a:pt x="486496" y="50966"/>
                  <a:pt x="485280" y="53283"/>
                  <a:pt x="485280" y="55827"/>
                </a:cubicBezTo>
                <a:cubicBezTo>
                  <a:pt x="485280" y="58992"/>
                  <a:pt x="486185" y="61704"/>
                  <a:pt x="487996" y="63963"/>
                </a:cubicBezTo>
                <a:cubicBezTo>
                  <a:pt x="489749" y="66281"/>
                  <a:pt x="493313" y="68739"/>
                  <a:pt x="498688" y="71338"/>
                </a:cubicBezTo>
                <a:lnTo>
                  <a:pt x="511077" y="77358"/>
                </a:lnTo>
                <a:cubicBezTo>
                  <a:pt x="522562" y="82951"/>
                  <a:pt x="528304" y="90326"/>
                  <a:pt x="528304" y="99482"/>
                </a:cubicBezTo>
                <a:cubicBezTo>
                  <a:pt x="528304" y="106545"/>
                  <a:pt x="525631" y="112239"/>
                  <a:pt x="520285" y="116563"/>
                </a:cubicBezTo>
                <a:cubicBezTo>
                  <a:pt x="514939" y="120885"/>
                  <a:pt x="508956" y="123047"/>
                  <a:pt x="502337" y="123047"/>
                </a:cubicBezTo>
                <a:cubicBezTo>
                  <a:pt x="497585" y="123047"/>
                  <a:pt x="492154" y="122198"/>
                  <a:pt x="486044" y="120501"/>
                </a:cubicBezTo>
                <a:cubicBezTo>
                  <a:pt x="484177" y="119935"/>
                  <a:pt x="482649" y="119652"/>
                  <a:pt x="481461" y="119652"/>
                </a:cubicBezTo>
                <a:cubicBezTo>
                  <a:pt x="480160" y="119652"/>
                  <a:pt x="479142" y="120388"/>
                  <a:pt x="478406" y="121859"/>
                </a:cubicBezTo>
                <a:lnTo>
                  <a:pt x="475606" y="121859"/>
                </a:lnTo>
                <a:lnTo>
                  <a:pt x="475606" y="94025"/>
                </a:lnTo>
                <a:lnTo>
                  <a:pt x="478406" y="94025"/>
                </a:lnTo>
                <a:cubicBezTo>
                  <a:pt x="479990" y="101973"/>
                  <a:pt x="483017" y="107963"/>
                  <a:pt x="487486" y="111994"/>
                </a:cubicBezTo>
                <a:cubicBezTo>
                  <a:pt x="491956" y="116025"/>
                  <a:pt x="496962" y="118040"/>
                  <a:pt x="502507" y="118040"/>
                </a:cubicBezTo>
                <a:cubicBezTo>
                  <a:pt x="506410" y="118040"/>
                  <a:pt x="509592" y="116896"/>
                  <a:pt x="512053" y="114608"/>
                </a:cubicBezTo>
                <a:cubicBezTo>
                  <a:pt x="514514" y="112319"/>
                  <a:pt x="515745" y="109564"/>
                  <a:pt x="515745" y="106343"/>
                </a:cubicBezTo>
                <a:cubicBezTo>
                  <a:pt x="515745" y="102443"/>
                  <a:pt x="514373" y="99165"/>
                  <a:pt x="511629" y="96509"/>
                </a:cubicBezTo>
                <a:cubicBezTo>
                  <a:pt x="508885" y="93854"/>
                  <a:pt x="503412" y="90492"/>
                  <a:pt x="495209" y="86424"/>
                </a:cubicBezTo>
                <a:cubicBezTo>
                  <a:pt x="487006" y="82355"/>
                  <a:pt x="481631" y="78681"/>
                  <a:pt x="479085" y="75403"/>
                </a:cubicBezTo>
                <a:cubicBezTo>
                  <a:pt x="476540" y="72182"/>
                  <a:pt x="475267" y="68113"/>
                  <a:pt x="475267" y="63197"/>
                </a:cubicBezTo>
                <a:cubicBezTo>
                  <a:pt x="475267" y="56811"/>
                  <a:pt x="477459" y="51471"/>
                  <a:pt x="481843" y="47177"/>
                </a:cubicBezTo>
                <a:cubicBezTo>
                  <a:pt x="486228" y="42881"/>
                  <a:pt x="491899" y="40733"/>
                  <a:pt x="498858" y="40733"/>
                </a:cubicBezTo>
                <a:cubicBezTo>
                  <a:pt x="501913" y="40733"/>
                  <a:pt x="505618" y="41383"/>
                  <a:pt x="509974" y="42684"/>
                </a:cubicBezTo>
                <a:cubicBezTo>
                  <a:pt x="512860" y="43533"/>
                  <a:pt x="514783" y="43957"/>
                  <a:pt x="515745" y="43957"/>
                </a:cubicBezTo>
                <a:cubicBezTo>
                  <a:pt x="516650" y="43957"/>
                  <a:pt x="517357" y="43759"/>
                  <a:pt x="517866" y="43363"/>
                </a:cubicBezTo>
                <a:cubicBezTo>
                  <a:pt x="518375" y="42967"/>
                  <a:pt x="518969" y="42090"/>
                  <a:pt x="519648" y="40733"/>
                </a:cubicBezTo>
                <a:lnTo>
                  <a:pt x="522449" y="40733"/>
                </a:lnTo>
                <a:close/>
                <a:moveTo>
                  <a:pt x="605838" y="17311"/>
                </a:moveTo>
                <a:lnTo>
                  <a:pt x="605838" y="42939"/>
                </a:lnTo>
                <a:lnTo>
                  <a:pt x="623998" y="42939"/>
                </a:lnTo>
                <a:lnTo>
                  <a:pt x="623998" y="48879"/>
                </a:lnTo>
                <a:lnTo>
                  <a:pt x="605838" y="48879"/>
                </a:lnTo>
                <a:lnTo>
                  <a:pt x="605838" y="99217"/>
                </a:lnTo>
                <a:cubicBezTo>
                  <a:pt x="605838" y="104247"/>
                  <a:pt x="606559" y="107638"/>
                  <a:pt x="608002" y="109390"/>
                </a:cubicBezTo>
                <a:cubicBezTo>
                  <a:pt x="609444" y="111140"/>
                  <a:pt x="611297" y="112015"/>
                  <a:pt x="613560" y="112015"/>
                </a:cubicBezTo>
                <a:cubicBezTo>
                  <a:pt x="615427" y="112015"/>
                  <a:pt x="617237" y="111435"/>
                  <a:pt x="618991" y="110275"/>
                </a:cubicBezTo>
                <a:cubicBezTo>
                  <a:pt x="620745" y="109116"/>
                  <a:pt x="622103" y="107404"/>
                  <a:pt x="623064" y="105141"/>
                </a:cubicBezTo>
                <a:lnTo>
                  <a:pt x="626374" y="105141"/>
                </a:lnTo>
                <a:cubicBezTo>
                  <a:pt x="624394" y="110701"/>
                  <a:pt x="621594" y="114906"/>
                  <a:pt x="617973" y="117756"/>
                </a:cubicBezTo>
                <a:cubicBezTo>
                  <a:pt x="614352" y="120604"/>
                  <a:pt x="610618" y="122028"/>
                  <a:pt x="606771" y="122028"/>
                </a:cubicBezTo>
                <a:cubicBezTo>
                  <a:pt x="604169" y="122028"/>
                  <a:pt x="601623" y="121306"/>
                  <a:pt x="599134" y="119862"/>
                </a:cubicBezTo>
                <a:cubicBezTo>
                  <a:pt x="596645" y="118417"/>
                  <a:pt x="594806" y="116351"/>
                  <a:pt x="593618" y="113662"/>
                </a:cubicBezTo>
                <a:cubicBezTo>
                  <a:pt x="592430" y="110971"/>
                  <a:pt x="591836" y="106822"/>
                  <a:pt x="591836" y="101214"/>
                </a:cubicBezTo>
                <a:lnTo>
                  <a:pt x="591836" y="48879"/>
                </a:lnTo>
                <a:lnTo>
                  <a:pt x="579531" y="48879"/>
                </a:lnTo>
                <a:lnTo>
                  <a:pt x="579531" y="46079"/>
                </a:lnTo>
                <a:cubicBezTo>
                  <a:pt x="582643" y="44831"/>
                  <a:pt x="585825" y="42717"/>
                  <a:pt x="589078" y="39738"/>
                </a:cubicBezTo>
                <a:cubicBezTo>
                  <a:pt x="592331" y="36759"/>
                  <a:pt x="595230" y="33227"/>
                  <a:pt x="597776" y="29141"/>
                </a:cubicBezTo>
                <a:cubicBezTo>
                  <a:pt x="599077" y="26986"/>
                  <a:pt x="600888" y="23043"/>
                  <a:pt x="603207" y="17311"/>
                </a:cubicBezTo>
                <a:lnTo>
                  <a:pt x="605838" y="17311"/>
                </a:lnTo>
                <a:close/>
                <a:moveTo>
                  <a:pt x="644648" y="72301"/>
                </a:moveTo>
                <a:cubicBezTo>
                  <a:pt x="644591" y="83815"/>
                  <a:pt x="647392" y="92846"/>
                  <a:pt x="653049" y="99395"/>
                </a:cubicBezTo>
                <a:cubicBezTo>
                  <a:pt x="658706" y="105941"/>
                  <a:pt x="665354" y="109215"/>
                  <a:pt x="672991" y="109215"/>
                </a:cubicBezTo>
                <a:cubicBezTo>
                  <a:pt x="678083" y="109215"/>
                  <a:pt x="682510" y="107814"/>
                  <a:pt x="686272" y="105014"/>
                </a:cubicBezTo>
                <a:cubicBezTo>
                  <a:pt x="690034" y="102214"/>
                  <a:pt x="693188" y="97419"/>
                  <a:pt x="695734" y="90630"/>
                </a:cubicBezTo>
                <a:lnTo>
                  <a:pt x="698364" y="92327"/>
                </a:lnTo>
                <a:cubicBezTo>
                  <a:pt x="697176" y="100078"/>
                  <a:pt x="693725" y="107136"/>
                  <a:pt x="688011" y="113500"/>
                </a:cubicBezTo>
                <a:cubicBezTo>
                  <a:pt x="682297" y="119864"/>
                  <a:pt x="675141" y="123047"/>
                  <a:pt x="666542" y="123047"/>
                </a:cubicBezTo>
                <a:cubicBezTo>
                  <a:pt x="657207" y="123047"/>
                  <a:pt x="649216" y="119420"/>
                  <a:pt x="642569" y="112166"/>
                </a:cubicBezTo>
                <a:cubicBezTo>
                  <a:pt x="635922" y="104911"/>
                  <a:pt x="632598" y="95157"/>
                  <a:pt x="632598" y="82905"/>
                </a:cubicBezTo>
                <a:cubicBezTo>
                  <a:pt x="632598" y="69639"/>
                  <a:pt x="636006" y="59294"/>
                  <a:pt x="642823" y="51871"/>
                </a:cubicBezTo>
                <a:cubicBezTo>
                  <a:pt x="649641" y="44445"/>
                  <a:pt x="658197" y="40733"/>
                  <a:pt x="668494" y="40733"/>
                </a:cubicBezTo>
                <a:cubicBezTo>
                  <a:pt x="677206" y="40733"/>
                  <a:pt x="684362" y="43597"/>
                  <a:pt x="689963" y="49325"/>
                </a:cubicBezTo>
                <a:cubicBezTo>
                  <a:pt x="695564" y="55051"/>
                  <a:pt x="698364" y="62710"/>
                  <a:pt x="698364" y="72301"/>
                </a:cubicBezTo>
                <a:lnTo>
                  <a:pt x="644648" y="72301"/>
                </a:lnTo>
                <a:moveTo>
                  <a:pt x="644648" y="67379"/>
                </a:moveTo>
                <a:lnTo>
                  <a:pt x="680629" y="67379"/>
                </a:lnTo>
                <a:cubicBezTo>
                  <a:pt x="680346" y="62400"/>
                  <a:pt x="679752" y="58893"/>
                  <a:pt x="678846" y="56856"/>
                </a:cubicBezTo>
                <a:cubicBezTo>
                  <a:pt x="677432" y="53688"/>
                  <a:pt x="675325" y="51199"/>
                  <a:pt x="672524" y="49388"/>
                </a:cubicBezTo>
                <a:cubicBezTo>
                  <a:pt x="669724" y="47578"/>
                  <a:pt x="666796" y="46673"/>
                  <a:pt x="663741" y="46673"/>
                </a:cubicBezTo>
                <a:cubicBezTo>
                  <a:pt x="659046" y="46673"/>
                  <a:pt x="654845" y="48497"/>
                  <a:pt x="651140" y="52146"/>
                </a:cubicBezTo>
                <a:cubicBezTo>
                  <a:pt x="647434" y="55795"/>
                  <a:pt x="645270" y="60873"/>
                  <a:pt x="644648" y="67379"/>
                </a:cubicBezTo>
                <a:close/>
                <a:moveTo>
                  <a:pt x="758981" y="40733"/>
                </a:moveTo>
                <a:lnTo>
                  <a:pt x="758981" y="67039"/>
                </a:lnTo>
                <a:lnTo>
                  <a:pt x="756180" y="67039"/>
                </a:lnTo>
                <a:cubicBezTo>
                  <a:pt x="754031" y="58788"/>
                  <a:pt x="751273" y="53176"/>
                  <a:pt x="747907" y="50203"/>
                </a:cubicBezTo>
                <a:cubicBezTo>
                  <a:pt x="744540" y="47227"/>
                  <a:pt x="740255" y="45739"/>
                  <a:pt x="735050" y="45739"/>
                </a:cubicBezTo>
                <a:cubicBezTo>
                  <a:pt x="731090" y="45739"/>
                  <a:pt x="727894" y="46785"/>
                  <a:pt x="725461" y="48877"/>
                </a:cubicBezTo>
                <a:cubicBezTo>
                  <a:pt x="723029" y="50966"/>
                  <a:pt x="721812" y="53283"/>
                  <a:pt x="721812" y="55827"/>
                </a:cubicBezTo>
                <a:cubicBezTo>
                  <a:pt x="721812" y="58992"/>
                  <a:pt x="722717" y="61704"/>
                  <a:pt x="724528" y="63963"/>
                </a:cubicBezTo>
                <a:cubicBezTo>
                  <a:pt x="726281" y="66281"/>
                  <a:pt x="729846" y="68739"/>
                  <a:pt x="735220" y="71338"/>
                </a:cubicBezTo>
                <a:lnTo>
                  <a:pt x="747610" y="77358"/>
                </a:lnTo>
                <a:cubicBezTo>
                  <a:pt x="759094" y="82951"/>
                  <a:pt x="764836" y="90326"/>
                  <a:pt x="764836" y="99482"/>
                </a:cubicBezTo>
                <a:cubicBezTo>
                  <a:pt x="764836" y="106545"/>
                  <a:pt x="762163" y="112239"/>
                  <a:pt x="756817" y="116563"/>
                </a:cubicBezTo>
                <a:cubicBezTo>
                  <a:pt x="751471" y="120885"/>
                  <a:pt x="745488" y="123047"/>
                  <a:pt x="738869" y="123047"/>
                </a:cubicBezTo>
                <a:cubicBezTo>
                  <a:pt x="734117" y="123047"/>
                  <a:pt x="728686" y="122198"/>
                  <a:pt x="722576" y="120501"/>
                </a:cubicBezTo>
                <a:cubicBezTo>
                  <a:pt x="720709" y="119935"/>
                  <a:pt x="719182" y="119652"/>
                  <a:pt x="717994" y="119652"/>
                </a:cubicBezTo>
                <a:cubicBezTo>
                  <a:pt x="716692" y="119652"/>
                  <a:pt x="715674" y="120388"/>
                  <a:pt x="714939" y="121859"/>
                </a:cubicBezTo>
                <a:lnTo>
                  <a:pt x="712138" y="121859"/>
                </a:lnTo>
                <a:lnTo>
                  <a:pt x="712138" y="94025"/>
                </a:lnTo>
                <a:lnTo>
                  <a:pt x="714939" y="94025"/>
                </a:lnTo>
                <a:cubicBezTo>
                  <a:pt x="716523" y="101973"/>
                  <a:pt x="719549" y="107963"/>
                  <a:pt x="724019" y="111994"/>
                </a:cubicBezTo>
                <a:cubicBezTo>
                  <a:pt x="728488" y="116025"/>
                  <a:pt x="733495" y="118040"/>
                  <a:pt x="739039" y="118040"/>
                </a:cubicBezTo>
                <a:cubicBezTo>
                  <a:pt x="742942" y="118040"/>
                  <a:pt x="746125" y="116896"/>
                  <a:pt x="748585" y="114608"/>
                </a:cubicBezTo>
                <a:cubicBezTo>
                  <a:pt x="751046" y="112319"/>
                  <a:pt x="752277" y="109564"/>
                  <a:pt x="752277" y="106343"/>
                </a:cubicBezTo>
                <a:cubicBezTo>
                  <a:pt x="752277" y="102443"/>
                  <a:pt x="750905" y="99165"/>
                  <a:pt x="748161" y="96509"/>
                </a:cubicBezTo>
                <a:cubicBezTo>
                  <a:pt x="745417" y="93854"/>
                  <a:pt x="739944" y="90492"/>
                  <a:pt x="731741" y="86424"/>
                </a:cubicBezTo>
                <a:cubicBezTo>
                  <a:pt x="723538" y="82355"/>
                  <a:pt x="718163" y="78681"/>
                  <a:pt x="715617" y="75403"/>
                </a:cubicBezTo>
                <a:cubicBezTo>
                  <a:pt x="713072" y="72182"/>
                  <a:pt x="711799" y="68113"/>
                  <a:pt x="711799" y="63197"/>
                </a:cubicBezTo>
                <a:cubicBezTo>
                  <a:pt x="711799" y="56811"/>
                  <a:pt x="713991" y="51471"/>
                  <a:pt x="718375" y="47177"/>
                </a:cubicBezTo>
                <a:cubicBezTo>
                  <a:pt x="722760" y="42881"/>
                  <a:pt x="728431" y="40733"/>
                  <a:pt x="735390" y="40733"/>
                </a:cubicBezTo>
                <a:cubicBezTo>
                  <a:pt x="738445" y="40733"/>
                  <a:pt x="742150" y="41383"/>
                  <a:pt x="746506" y="42684"/>
                </a:cubicBezTo>
                <a:cubicBezTo>
                  <a:pt x="749392" y="43533"/>
                  <a:pt x="751315" y="43957"/>
                  <a:pt x="752277" y="43957"/>
                </a:cubicBezTo>
                <a:cubicBezTo>
                  <a:pt x="753182" y="43957"/>
                  <a:pt x="753889" y="43759"/>
                  <a:pt x="754398" y="43363"/>
                </a:cubicBezTo>
                <a:cubicBezTo>
                  <a:pt x="754908" y="42967"/>
                  <a:pt x="755502" y="42090"/>
                  <a:pt x="756180" y="40733"/>
                </a:cubicBezTo>
                <a:lnTo>
                  <a:pt x="758981" y="40733"/>
                </a:lnTo>
                <a:close/>
                <a:moveTo>
                  <a:pt x="798922" y="17311"/>
                </a:moveTo>
                <a:lnTo>
                  <a:pt x="798922" y="42939"/>
                </a:lnTo>
                <a:lnTo>
                  <a:pt x="817082" y="42939"/>
                </a:lnTo>
                <a:lnTo>
                  <a:pt x="817082" y="48879"/>
                </a:lnTo>
                <a:lnTo>
                  <a:pt x="798922" y="48879"/>
                </a:lnTo>
                <a:lnTo>
                  <a:pt x="798922" y="99217"/>
                </a:lnTo>
                <a:cubicBezTo>
                  <a:pt x="798922" y="104247"/>
                  <a:pt x="799644" y="107638"/>
                  <a:pt x="801086" y="109390"/>
                </a:cubicBezTo>
                <a:cubicBezTo>
                  <a:pt x="802529" y="111140"/>
                  <a:pt x="804382" y="112015"/>
                  <a:pt x="806645" y="112015"/>
                </a:cubicBezTo>
                <a:cubicBezTo>
                  <a:pt x="808511" y="112015"/>
                  <a:pt x="810322" y="111435"/>
                  <a:pt x="812076" y="110275"/>
                </a:cubicBezTo>
                <a:cubicBezTo>
                  <a:pt x="813829" y="109116"/>
                  <a:pt x="815187" y="107404"/>
                  <a:pt x="816149" y="105141"/>
                </a:cubicBezTo>
                <a:lnTo>
                  <a:pt x="819458" y="105141"/>
                </a:lnTo>
                <a:cubicBezTo>
                  <a:pt x="817478" y="110701"/>
                  <a:pt x="814678" y="114906"/>
                  <a:pt x="811057" y="117756"/>
                </a:cubicBezTo>
                <a:cubicBezTo>
                  <a:pt x="807437" y="120604"/>
                  <a:pt x="803703" y="122028"/>
                  <a:pt x="799856" y="122028"/>
                </a:cubicBezTo>
                <a:cubicBezTo>
                  <a:pt x="797253" y="122028"/>
                  <a:pt x="794708" y="121306"/>
                  <a:pt x="792218" y="119862"/>
                </a:cubicBezTo>
                <a:cubicBezTo>
                  <a:pt x="789729" y="118417"/>
                  <a:pt x="787891" y="116351"/>
                  <a:pt x="786703" y="113662"/>
                </a:cubicBezTo>
                <a:cubicBezTo>
                  <a:pt x="785514" y="110971"/>
                  <a:pt x="784920" y="106822"/>
                  <a:pt x="784920" y="101214"/>
                </a:cubicBezTo>
                <a:lnTo>
                  <a:pt x="784920" y="48879"/>
                </a:lnTo>
                <a:lnTo>
                  <a:pt x="772616" y="48879"/>
                </a:lnTo>
                <a:lnTo>
                  <a:pt x="772616" y="46079"/>
                </a:lnTo>
                <a:cubicBezTo>
                  <a:pt x="775727" y="44831"/>
                  <a:pt x="778910" y="42717"/>
                  <a:pt x="782163" y="39738"/>
                </a:cubicBezTo>
                <a:cubicBezTo>
                  <a:pt x="785415" y="36759"/>
                  <a:pt x="788315" y="33227"/>
                  <a:pt x="790861" y="29141"/>
                </a:cubicBezTo>
                <a:cubicBezTo>
                  <a:pt x="792162" y="26986"/>
                  <a:pt x="793972" y="23043"/>
                  <a:pt x="796292" y="17311"/>
                </a:cubicBezTo>
                <a:lnTo>
                  <a:pt x="798922" y="17311"/>
                </a:lnTo>
                <a:close/>
                <a:moveTo>
                  <a:pt x="844436" y="0"/>
                </a:moveTo>
                <a:cubicBezTo>
                  <a:pt x="846812" y="0"/>
                  <a:pt x="848835" y="839"/>
                  <a:pt x="850503" y="2517"/>
                </a:cubicBezTo>
                <a:cubicBezTo>
                  <a:pt x="852172" y="4193"/>
                  <a:pt x="853007" y="6225"/>
                  <a:pt x="853007" y="8613"/>
                </a:cubicBezTo>
                <a:cubicBezTo>
                  <a:pt x="853007" y="11002"/>
                  <a:pt x="852172" y="13049"/>
                  <a:pt x="850503" y="14755"/>
                </a:cubicBezTo>
                <a:cubicBezTo>
                  <a:pt x="848835" y="16459"/>
                  <a:pt x="846812" y="17311"/>
                  <a:pt x="844436" y="17311"/>
                </a:cubicBezTo>
                <a:cubicBezTo>
                  <a:pt x="842060" y="17311"/>
                  <a:pt x="840023" y="16459"/>
                  <a:pt x="838326" y="14755"/>
                </a:cubicBezTo>
                <a:cubicBezTo>
                  <a:pt x="836629" y="13049"/>
                  <a:pt x="835780" y="11002"/>
                  <a:pt x="835780" y="8613"/>
                </a:cubicBezTo>
                <a:cubicBezTo>
                  <a:pt x="835780" y="6225"/>
                  <a:pt x="836615" y="4193"/>
                  <a:pt x="838284" y="2517"/>
                </a:cubicBezTo>
                <a:cubicBezTo>
                  <a:pt x="839953" y="839"/>
                  <a:pt x="842003" y="0"/>
                  <a:pt x="844436" y="0"/>
                </a:cubicBezTo>
                <a:moveTo>
                  <a:pt x="851479" y="40733"/>
                </a:moveTo>
                <a:lnTo>
                  <a:pt x="851479" y="103052"/>
                </a:lnTo>
                <a:cubicBezTo>
                  <a:pt x="851479" y="107906"/>
                  <a:pt x="851833" y="111138"/>
                  <a:pt x="852540" y="112747"/>
                </a:cubicBezTo>
                <a:cubicBezTo>
                  <a:pt x="853247" y="114356"/>
                  <a:pt x="854294" y="115555"/>
                  <a:pt x="855680" y="116345"/>
                </a:cubicBezTo>
                <a:cubicBezTo>
                  <a:pt x="857066" y="117136"/>
                  <a:pt x="859598" y="117531"/>
                  <a:pt x="863275" y="117531"/>
                </a:cubicBezTo>
                <a:lnTo>
                  <a:pt x="863275" y="120671"/>
                </a:lnTo>
                <a:lnTo>
                  <a:pt x="825512" y="120671"/>
                </a:lnTo>
                <a:lnTo>
                  <a:pt x="825512" y="117531"/>
                </a:lnTo>
                <a:cubicBezTo>
                  <a:pt x="829303" y="117531"/>
                  <a:pt x="831848" y="117164"/>
                  <a:pt x="833150" y="116430"/>
                </a:cubicBezTo>
                <a:cubicBezTo>
                  <a:pt x="834451" y="115697"/>
                  <a:pt x="835483" y="114483"/>
                  <a:pt x="836247" y="112789"/>
                </a:cubicBezTo>
                <a:cubicBezTo>
                  <a:pt x="837011" y="111096"/>
                  <a:pt x="837393" y="107850"/>
                  <a:pt x="837393" y="103052"/>
                </a:cubicBezTo>
                <a:lnTo>
                  <a:pt x="837393" y="73162"/>
                </a:lnTo>
                <a:cubicBezTo>
                  <a:pt x="837393" y="64751"/>
                  <a:pt x="837138" y="59304"/>
                  <a:pt x="836629" y="56822"/>
                </a:cubicBezTo>
                <a:cubicBezTo>
                  <a:pt x="836233" y="55015"/>
                  <a:pt x="835611" y="53759"/>
                  <a:pt x="834762" y="53053"/>
                </a:cubicBezTo>
                <a:cubicBezTo>
                  <a:pt x="833913" y="52348"/>
                  <a:pt x="832754" y="51995"/>
                  <a:pt x="831283" y="51995"/>
                </a:cubicBezTo>
                <a:cubicBezTo>
                  <a:pt x="829699" y="51995"/>
                  <a:pt x="827775" y="52419"/>
                  <a:pt x="825512" y="53265"/>
                </a:cubicBezTo>
                <a:lnTo>
                  <a:pt x="824324" y="50216"/>
                </a:lnTo>
                <a:lnTo>
                  <a:pt x="847746" y="40733"/>
                </a:lnTo>
                <a:lnTo>
                  <a:pt x="851479" y="40733"/>
                </a:lnTo>
                <a:close/>
                <a:moveTo>
                  <a:pt x="895636" y="57196"/>
                </a:moveTo>
                <a:cubicBezTo>
                  <a:pt x="904744" y="46220"/>
                  <a:pt x="913428" y="40733"/>
                  <a:pt x="921688" y="40733"/>
                </a:cubicBezTo>
                <a:cubicBezTo>
                  <a:pt x="925931" y="40733"/>
                  <a:pt x="929580" y="41792"/>
                  <a:pt x="932634" y="43910"/>
                </a:cubicBezTo>
                <a:cubicBezTo>
                  <a:pt x="935689" y="46026"/>
                  <a:pt x="938122" y="49511"/>
                  <a:pt x="939932" y="54366"/>
                </a:cubicBezTo>
                <a:cubicBezTo>
                  <a:pt x="941177" y="57752"/>
                  <a:pt x="941799" y="62945"/>
                  <a:pt x="941799" y="69946"/>
                </a:cubicBezTo>
                <a:lnTo>
                  <a:pt x="941799" y="103052"/>
                </a:lnTo>
                <a:cubicBezTo>
                  <a:pt x="941799" y="107963"/>
                  <a:pt x="942195" y="111294"/>
                  <a:pt x="942987" y="113044"/>
                </a:cubicBezTo>
                <a:cubicBezTo>
                  <a:pt x="943610" y="114455"/>
                  <a:pt x="944614" y="115555"/>
                  <a:pt x="946000" y="116345"/>
                </a:cubicBezTo>
                <a:cubicBezTo>
                  <a:pt x="947386" y="117136"/>
                  <a:pt x="949946" y="117531"/>
                  <a:pt x="953680" y="117531"/>
                </a:cubicBezTo>
                <a:lnTo>
                  <a:pt x="953680" y="120671"/>
                </a:lnTo>
                <a:lnTo>
                  <a:pt x="915238" y="120671"/>
                </a:lnTo>
                <a:lnTo>
                  <a:pt x="915238" y="117531"/>
                </a:lnTo>
                <a:lnTo>
                  <a:pt x="916851" y="117531"/>
                </a:lnTo>
                <a:cubicBezTo>
                  <a:pt x="920471" y="117531"/>
                  <a:pt x="923003" y="116982"/>
                  <a:pt x="924446" y="115884"/>
                </a:cubicBezTo>
                <a:cubicBezTo>
                  <a:pt x="925888" y="114786"/>
                  <a:pt x="926892" y="113169"/>
                  <a:pt x="927458" y="111031"/>
                </a:cubicBezTo>
                <a:cubicBezTo>
                  <a:pt x="927684" y="110186"/>
                  <a:pt x="927797" y="107540"/>
                  <a:pt x="927797" y="103094"/>
                </a:cubicBezTo>
                <a:lnTo>
                  <a:pt x="927797" y="71433"/>
                </a:lnTo>
                <a:cubicBezTo>
                  <a:pt x="927797" y="64399"/>
                  <a:pt x="926878" y="59291"/>
                  <a:pt x="925040" y="56111"/>
                </a:cubicBezTo>
                <a:cubicBezTo>
                  <a:pt x="923201" y="52930"/>
                  <a:pt x="920104" y="51340"/>
                  <a:pt x="915747" y="51340"/>
                </a:cubicBezTo>
                <a:cubicBezTo>
                  <a:pt x="909015" y="51340"/>
                  <a:pt x="902311" y="54999"/>
                  <a:pt x="895636" y="62316"/>
                </a:cubicBezTo>
                <a:lnTo>
                  <a:pt x="895636" y="103094"/>
                </a:lnTo>
                <a:cubicBezTo>
                  <a:pt x="895636" y="108329"/>
                  <a:pt x="895947" y="111565"/>
                  <a:pt x="896569" y="112803"/>
                </a:cubicBezTo>
                <a:cubicBezTo>
                  <a:pt x="897361" y="114434"/>
                  <a:pt x="898450" y="115630"/>
                  <a:pt x="899836" y="116391"/>
                </a:cubicBezTo>
                <a:cubicBezTo>
                  <a:pt x="901222" y="117151"/>
                  <a:pt x="904037" y="117531"/>
                  <a:pt x="908280" y="117531"/>
                </a:cubicBezTo>
                <a:lnTo>
                  <a:pt x="908280" y="120671"/>
                </a:lnTo>
                <a:lnTo>
                  <a:pt x="869838" y="120671"/>
                </a:lnTo>
                <a:lnTo>
                  <a:pt x="869838" y="117531"/>
                </a:lnTo>
                <a:lnTo>
                  <a:pt x="871535" y="117531"/>
                </a:lnTo>
                <a:cubicBezTo>
                  <a:pt x="875496" y="117531"/>
                  <a:pt x="878169" y="116529"/>
                  <a:pt x="879555" y="114526"/>
                </a:cubicBezTo>
                <a:cubicBezTo>
                  <a:pt x="880941" y="112521"/>
                  <a:pt x="881634" y="108697"/>
                  <a:pt x="881634" y="103052"/>
                </a:cubicBezTo>
                <a:lnTo>
                  <a:pt x="881634" y="74263"/>
                </a:lnTo>
                <a:cubicBezTo>
                  <a:pt x="881634" y="64950"/>
                  <a:pt x="881422" y="59277"/>
                  <a:pt x="880997" y="57246"/>
                </a:cubicBezTo>
                <a:cubicBezTo>
                  <a:pt x="880573" y="55213"/>
                  <a:pt x="879922" y="53829"/>
                  <a:pt x="879046" y="53096"/>
                </a:cubicBezTo>
                <a:cubicBezTo>
                  <a:pt x="878169" y="52362"/>
                  <a:pt x="876995" y="51995"/>
                  <a:pt x="875524" y="51995"/>
                </a:cubicBezTo>
                <a:cubicBezTo>
                  <a:pt x="873940" y="51995"/>
                  <a:pt x="872045" y="52419"/>
                  <a:pt x="869838" y="53265"/>
                </a:cubicBezTo>
                <a:lnTo>
                  <a:pt x="868565" y="50216"/>
                </a:lnTo>
                <a:lnTo>
                  <a:pt x="891987" y="40733"/>
                </a:lnTo>
                <a:lnTo>
                  <a:pt x="895636" y="40733"/>
                </a:lnTo>
                <a:lnTo>
                  <a:pt x="895636" y="57196"/>
                </a:lnTo>
                <a:close/>
                <a:moveTo>
                  <a:pt x="980665" y="92346"/>
                </a:moveTo>
                <a:cubicBezTo>
                  <a:pt x="975913" y="90030"/>
                  <a:pt x="972264" y="86796"/>
                  <a:pt x="969718" y="82643"/>
                </a:cubicBezTo>
                <a:cubicBezTo>
                  <a:pt x="967173" y="78490"/>
                  <a:pt x="965900" y="73899"/>
                  <a:pt x="965900" y="68869"/>
                </a:cubicBezTo>
                <a:cubicBezTo>
                  <a:pt x="965900" y="61186"/>
                  <a:pt x="968799" y="54575"/>
                  <a:pt x="974598" y="49038"/>
                </a:cubicBezTo>
                <a:cubicBezTo>
                  <a:pt x="980397" y="43501"/>
                  <a:pt x="987822" y="40733"/>
                  <a:pt x="996873" y="40733"/>
                </a:cubicBezTo>
                <a:cubicBezTo>
                  <a:pt x="1004285" y="40733"/>
                  <a:pt x="1010706" y="42543"/>
                  <a:pt x="1016137" y="46164"/>
                </a:cubicBezTo>
                <a:lnTo>
                  <a:pt x="1032599" y="46164"/>
                </a:lnTo>
                <a:cubicBezTo>
                  <a:pt x="1035032" y="46164"/>
                  <a:pt x="1036446" y="46234"/>
                  <a:pt x="1036842" y="46373"/>
                </a:cubicBezTo>
                <a:cubicBezTo>
                  <a:pt x="1037238" y="46513"/>
                  <a:pt x="1037521" y="46751"/>
                  <a:pt x="1037691" y="47087"/>
                </a:cubicBezTo>
                <a:cubicBezTo>
                  <a:pt x="1038030" y="47590"/>
                  <a:pt x="1038200" y="48486"/>
                  <a:pt x="1038200" y="49773"/>
                </a:cubicBezTo>
                <a:cubicBezTo>
                  <a:pt x="1038200" y="51226"/>
                  <a:pt x="1038059" y="52233"/>
                  <a:pt x="1037776" y="52793"/>
                </a:cubicBezTo>
                <a:cubicBezTo>
                  <a:pt x="1037606" y="53073"/>
                  <a:pt x="1037309" y="53296"/>
                  <a:pt x="1036885" y="53464"/>
                </a:cubicBezTo>
                <a:cubicBezTo>
                  <a:pt x="1036461" y="53632"/>
                  <a:pt x="1035032" y="53716"/>
                  <a:pt x="1032599" y="53716"/>
                </a:cubicBezTo>
                <a:lnTo>
                  <a:pt x="1022501" y="53716"/>
                </a:lnTo>
                <a:cubicBezTo>
                  <a:pt x="1025669" y="57798"/>
                  <a:pt x="1027253" y="63014"/>
                  <a:pt x="1027253" y="69362"/>
                </a:cubicBezTo>
                <a:cubicBezTo>
                  <a:pt x="1027253" y="76618"/>
                  <a:pt x="1024481" y="82825"/>
                  <a:pt x="1018937" y="87984"/>
                </a:cubicBezTo>
                <a:cubicBezTo>
                  <a:pt x="1013393" y="93142"/>
                  <a:pt x="1005953" y="95722"/>
                  <a:pt x="996619" y="95722"/>
                </a:cubicBezTo>
                <a:cubicBezTo>
                  <a:pt x="992772" y="95722"/>
                  <a:pt x="988840" y="95145"/>
                  <a:pt x="984823" y="93990"/>
                </a:cubicBezTo>
                <a:cubicBezTo>
                  <a:pt x="982334" y="96138"/>
                  <a:pt x="980651" y="98018"/>
                  <a:pt x="979774" y="99631"/>
                </a:cubicBezTo>
                <a:cubicBezTo>
                  <a:pt x="978897" y="101241"/>
                  <a:pt x="978459" y="102611"/>
                  <a:pt x="978459" y="103741"/>
                </a:cubicBezTo>
                <a:cubicBezTo>
                  <a:pt x="978459" y="104703"/>
                  <a:pt x="978926" y="105636"/>
                  <a:pt x="979859" y="106541"/>
                </a:cubicBezTo>
                <a:cubicBezTo>
                  <a:pt x="980793" y="107445"/>
                  <a:pt x="982617" y="108095"/>
                  <a:pt x="985333" y="108491"/>
                </a:cubicBezTo>
                <a:cubicBezTo>
                  <a:pt x="986917" y="108717"/>
                  <a:pt x="990877" y="108915"/>
                  <a:pt x="997213" y="109085"/>
                </a:cubicBezTo>
                <a:cubicBezTo>
                  <a:pt x="1008867" y="109366"/>
                  <a:pt x="1016420" y="109761"/>
                  <a:pt x="1019870" y="110270"/>
                </a:cubicBezTo>
                <a:cubicBezTo>
                  <a:pt x="1025132" y="111005"/>
                  <a:pt x="1029332" y="112956"/>
                  <a:pt x="1032472" y="116123"/>
                </a:cubicBezTo>
                <a:cubicBezTo>
                  <a:pt x="1035612" y="119287"/>
                  <a:pt x="1037182" y="123187"/>
                  <a:pt x="1037182" y="127823"/>
                </a:cubicBezTo>
                <a:cubicBezTo>
                  <a:pt x="1037182" y="134210"/>
                  <a:pt x="1034184" y="140203"/>
                  <a:pt x="1028187" y="145800"/>
                </a:cubicBezTo>
                <a:cubicBezTo>
                  <a:pt x="1019361" y="154052"/>
                  <a:pt x="1007849" y="158179"/>
                  <a:pt x="993649" y="158179"/>
                </a:cubicBezTo>
                <a:cubicBezTo>
                  <a:pt x="982730" y="158179"/>
                  <a:pt x="973509" y="155721"/>
                  <a:pt x="965985" y="150806"/>
                </a:cubicBezTo>
                <a:cubicBezTo>
                  <a:pt x="961742" y="147981"/>
                  <a:pt x="959620" y="145043"/>
                  <a:pt x="959620" y="141992"/>
                </a:cubicBezTo>
                <a:cubicBezTo>
                  <a:pt x="959620" y="140637"/>
                  <a:pt x="959931" y="139282"/>
                  <a:pt x="960553" y="137926"/>
                </a:cubicBezTo>
                <a:cubicBezTo>
                  <a:pt x="961515" y="135835"/>
                  <a:pt x="963495" y="132925"/>
                  <a:pt x="966494" y="129196"/>
                </a:cubicBezTo>
                <a:cubicBezTo>
                  <a:pt x="966890" y="128689"/>
                  <a:pt x="969775" y="125638"/>
                  <a:pt x="975149" y="120045"/>
                </a:cubicBezTo>
                <a:cubicBezTo>
                  <a:pt x="972208" y="118289"/>
                  <a:pt x="970128" y="116718"/>
                  <a:pt x="968912" y="115330"/>
                </a:cubicBezTo>
                <a:cubicBezTo>
                  <a:pt x="967696" y="113942"/>
                  <a:pt x="967088" y="112370"/>
                  <a:pt x="967088" y="110615"/>
                </a:cubicBezTo>
                <a:cubicBezTo>
                  <a:pt x="967088" y="108631"/>
                  <a:pt x="967894" y="106308"/>
                  <a:pt x="969506" y="103646"/>
                </a:cubicBezTo>
                <a:cubicBezTo>
                  <a:pt x="971119" y="100983"/>
                  <a:pt x="974838" y="97217"/>
                  <a:pt x="980665" y="92346"/>
                </a:cubicBezTo>
                <a:moveTo>
                  <a:pt x="995431" y="44976"/>
                </a:moveTo>
                <a:cubicBezTo>
                  <a:pt x="991244" y="44976"/>
                  <a:pt x="987737" y="46636"/>
                  <a:pt x="984908" y="49956"/>
                </a:cubicBezTo>
                <a:cubicBezTo>
                  <a:pt x="982080" y="53274"/>
                  <a:pt x="980665" y="58366"/>
                  <a:pt x="980665" y="65231"/>
                </a:cubicBezTo>
                <a:cubicBezTo>
                  <a:pt x="980665" y="74122"/>
                  <a:pt x="982589" y="81014"/>
                  <a:pt x="986436" y="85907"/>
                </a:cubicBezTo>
                <a:cubicBezTo>
                  <a:pt x="989378" y="89622"/>
                  <a:pt x="993111" y="91479"/>
                  <a:pt x="997637" y="91479"/>
                </a:cubicBezTo>
                <a:cubicBezTo>
                  <a:pt x="1001937" y="91479"/>
                  <a:pt x="1005473" y="89875"/>
                  <a:pt x="1008245" y="86668"/>
                </a:cubicBezTo>
                <a:cubicBezTo>
                  <a:pt x="1011017" y="83461"/>
                  <a:pt x="1012403" y="78425"/>
                  <a:pt x="1012403" y="71561"/>
                </a:cubicBezTo>
                <a:cubicBezTo>
                  <a:pt x="1012403" y="62615"/>
                  <a:pt x="1010451" y="55610"/>
                  <a:pt x="1006548" y="50545"/>
                </a:cubicBezTo>
                <a:cubicBezTo>
                  <a:pt x="1003662" y="46832"/>
                  <a:pt x="999957" y="44976"/>
                  <a:pt x="995431" y="44976"/>
                </a:cubicBezTo>
                <a:moveTo>
                  <a:pt x="979817" y="120721"/>
                </a:moveTo>
                <a:cubicBezTo>
                  <a:pt x="977158" y="123601"/>
                  <a:pt x="975149" y="126283"/>
                  <a:pt x="973792" y="128767"/>
                </a:cubicBezTo>
                <a:cubicBezTo>
                  <a:pt x="972434" y="131252"/>
                  <a:pt x="971755" y="133540"/>
                  <a:pt x="971755" y="135630"/>
                </a:cubicBezTo>
                <a:cubicBezTo>
                  <a:pt x="971755" y="138340"/>
                  <a:pt x="973396" y="140712"/>
                  <a:pt x="976677" y="142745"/>
                </a:cubicBezTo>
                <a:cubicBezTo>
                  <a:pt x="982334" y="146245"/>
                  <a:pt x="990509" y="147996"/>
                  <a:pt x="1001201" y="147996"/>
                </a:cubicBezTo>
                <a:cubicBezTo>
                  <a:pt x="1011385" y="147996"/>
                  <a:pt x="1018895" y="146202"/>
                  <a:pt x="1023732" y="142615"/>
                </a:cubicBezTo>
                <a:cubicBezTo>
                  <a:pt x="1028569" y="139030"/>
                  <a:pt x="1030987" y="135205"/>
                  <a:pt x="1030987" y="131140"/>
                </a:cubicBezTo>
                <a:cubicBezTo>
                  <a:pt x="1030987" y="128204"/>
                  <a:pt x="1029545" y="126114"/>
                  <a:pt x="1026659" y="124871"/>
                </a:cubicBezTo>
                <a:cubicBezTo>
                  <a:pt x="1023717" y="123628"/>
                  <a:pt x="1017890" y="122895"/>
                  <a:pt x="1009178" y="122670"/>
                </a:cubicBezTo>
                <a:cubicBezTo>
                  <a:pt x="996449" y="122331"/>
                  <a:pt x="986662" y="121681"/>
                  <a:pt x="979817" y="120721"/>
                </a:cubicBezTo>
                <a:close/>
                <a:moveTo>
                  <a:pt x="1085892" y="42939"/>
                </a:moveTo>
                <a:lnTo>
                  <a:pt x="1118478" y="42939"/>
                </a:lnTo>
                <a:lnTo>
                  <a:pt x="1118478" y="46079"/>
                </a:lnTo>
                <a:cubicBezTo>
                  <a:pt x="1115479" y="46305"/>
                  <a:pt x="1113513" y="46843"/>
                  <a:pt x="1112580" y="47691"/>
                </a:cubicBezTo>
                <a:cubicBezTo>
                  <a:pt x="1111647" y="48540"/>
                  <a:pt x="1111180" y="49756"/>
                  <a:pt x="1111180" y="51340"/>
                </a:cubicBezTo>
                <a:cubicBezTo>
                  <a:pt x="1111180" y="53094"/>
                  <a:pt x="1111661" y="55215"/>
                  <a:pt x="1112622" y="57705"/>
                </a:cubicBezTo>
                <a:lnTo>
                  <a:pt x="1129255" y="102426"/>
                </a:lnTo>
                <a:lnTo>
                  <a:pt x="1145972" y="66021"/>
                </a:lnTo>
                <a:lnTo>
                  <a:pt x="1141560" y="54565"/>
                </a:lnTo>
                <a:cubicBezTo>
                  <a:pt x="1140202" y="51170"/>
                  <a:pt x="1138420" y="48823"/>
                  <a:pt x="1136213" y="47521"/>
                </a:cubicBezTo>
                <a:cubicBezTo>
                  <a:pt x="1134969" y="46729"/>
                  <a:pt x="1132649" y="46249"/>
                  <a:pt x="1129255" y="46079"/>
                </a:cubicBezTo>
                <a:lnTo>
                  <a:pt x="1129255" y="42939"/>
                </a:lnTo>
                <a:lnTo>
                  <a:pt x="1166254" y="42939"/>
                </a:lnTo>
                <a:lnTo>
                  <a:pt x="1166254" y="46079"/>
                </a:lnTo>
                <a:cubicBezTo>
                  <a:pt x="1162181" y="46249"/>
                  <a:pt x="1159295" y="46984"/>
                  <a:pt x="1157598" y="48285"/>
                </a:cubicBezTo>
                <a:cubicBezTo>
                  <a:pt x="1156467" y="49190"/>
                  <a:pt x="1155901" y="50633"/>
                  <a:pt x="1155901" y="52613"/>
                </a:cubicBezTo>
                <a:cubicBezTo>
                  <a:pt x="1155901" y="53745"/>
                  <a:pt x="1156127" y="54904"/>
                  <a:pt x="1156580" y="56092"/>
                </a:cubicBezTo>
                <a:lnTo>
                  <a:pt x="1174231" y="100729"/>
                </a:lnTo>
                <a:lnTo>
                  <a:pt x="1190609" y="57705"/>
                </a:lnTo>
                <a:cubicBezTo>
                  <a:pt x="1191740" y="54650"/>
                  <a:pt x="1192306" y="52217"/>
                  <a:pt x="1192306" y="50407"/>
                </a:cubicBezTo>
                <a:cubicBezTo>
                  <a:pt x="1192306" y="49332"/>
                  <a:pt x="1191754" y="48370"/>
                  <a:pt x="1190651" y="47521"/>
                </a:cubicBezTo>
                <a:cubicBezTo>
                  <a:pt x="1189548" y="46673"/>
                  <a:pt x="1187384" y="46192"/>
                  <a:pt x="1184159" y="46079"/>
                </a:cubicBezTo>
                <a:lnTo>
                  <a:pt x="1184159" y="42939"/>
                </a:lnTo>
                <a:lnTo>
                  <a:pt x="1208684" y="42939"/>
                </a:lnTo>
                <a:lnTo>
                  <a:pt x="1208684" y="46079"/>
                </a:lnTo>
                <a:cubicBezTo>
                  <a:pt x="1203762" y="46814"/>
                  <a:pt x="1200141" y="50152"/>
                  <a:pt x="1197822" y="56092"/>
                </a:cubicBezTo>
                <a:lnTo>
                  <a:pt x="1171855" y="123047"/>
                </a:lnTo>
                <a:lnTo>
                  <a:pt x="1168375" y="123047"/>
                </a:lnTo>
                <a:lnTo>
                  <a:pt x="1148942" y="73404"/>
                </a:lnTo>
                <a:lnTo>
                  <a:pt x="1126285" y="123047"/>
                </a:lnTo>
                <a:lnTo>
                  <a:pt x="1123145" y="123047"/>
                </a:lnTo>
                <a:lnTo>
                  <a:pt x="1098196" y="57705"/>
                </a:lnTo>
                <a:cubicBezTo>
                  <a:pt x="1096556" y="53575"/>
                  <a:pt x="1094943" y="50789"/>
                  <a:pt x="1093359" y="49346"/>
                </a:cubicBezTo>
                <a:cubicBezTo>
                  <a:pt x="1091775" y="47903"/>
                  <a:pt x="1089286" y="46814"/>
                  <a:pt x="1085892" y="46079"/>
                </a:cubicBezTo>
                <a:lnTo>
                  <a:pt x="1085892" y="42939"/>
                </a:lnTo>
                <a:close/>
                <a:moveTo>
                  <a:pt x="1238525" y="0"/>
                </a:moveTo>
                <a:lnTo>
                  <a:pt x="1238525" y="56941"/>
                </a:lnTo>
                <a:cubicBezTo>
                  <a:pt x="1244805" y="50039"/>
                  <a:pt x="1249783" y="45612"/>
                  <a:pt x="1253460" y="43660"/>
                </a:cubicBezTo>
                <a:cubicBezTo>
                  <a:pt x="1257138" y="41709"/>
                  <a:pt x="1260815" y="40733"/>
                  <a:pt x="1264492" y="40733"/>
                </a:cubicBezTo>
                <a:cubicBezTo>
                  <a:pt x="1268905" y="40733"/>
                  <a:pt x="1272695" y="41946"/>
                  <a:pt x="1275863" y="44374"/>
                </a:cubicBezTo>
                <a:cubicBezTo>
                  <a:pt x="1279031" y="46801"/>
                  <a:pt x="1281379" y="50611"/>
                  <a:pt x="1282907" y="55803"/>
                </a:cubicBezTo>
                <a:cubicBezTo>
                  <a:pt x="1283981" y="59417"/>
                  <a:pt x="1284519" y="66022"/>
                  <a:pt x="1284519" y="75618"/>
                </a:cubicBezTo>
                <a:lnTo>
                  <a:pt x="1284519" y="103052"/>
                </a:lnTo>
                <a:cubicBezTo>
                  <a:pt x="1284519" y="107963"/>
                  <a:pt x="1284915" y="111322"/>
                  <a:pt x="1285707" y="113129"/>
                </a:cubicBezTo>
                <a:cubicBezTo>
                  <a:pt x="1286273" y="114483"/>
                  <a:pt x="1287234" y="115555"/>
                  <a:pt x="1288592" y="116345"/>
                </a:cubicBezTo>
                <a:cubicBezTo>
                  <a:pt x="1289950" y="117136"/>
                  <a:pt x="1292439" y="117531"/>
                  <a:pt x="1296060" y="117531"/>
                </a:cubicBezTo>
                <a:lnTo>
                  <a:pt x="1296060" y="120671"/>
                </a:lnTo>
                <a:lnTo>
                  <a:pt x="1257873" y="120671"/>
                </a:lnTo>
                <a:lnTo>
                  <a:pt x="1257873" y="117531"/>
                </a:lnTo>
                <a:lnTo>
                  <a:pt x="1259655" y="117531"/>
                </a:lnTo>
                <a:cubicBezTo>
                  <a:pt x="1263276" y="117531"/>
                  <a:pt x="1265793" y="116979"/>
                  <a:pt x="1267208" y="115876"/>
                </a:cubicBezTo>
                <a:cubicBezTo>
                  <a:pt x="1268622" y="114773"/>
                  <a:pt x="1269612" y="113146"/>
                  <a:pt x="1270178" y="110997"/>
                </a:cubicBezTo>
                <a:cubicBezTo>
                  <a:pt x="1270347" y="110091"/>
                  <a:pt x="1270432" y="107433"/>
                  <a:pt x="1270432" y="103020"/>
                </a:cubicBezTo>
                <a:lnTo>
                  <a:pt x="1270432" y="75525"/>
                </a:lnTo>
                <a:cubicBezTo>
                  <a:pt x="1270432" y="67039"/>
                  <a:pt x="1269994" y="61467"/>
                  <a:pt x="1269117" y="58808"/>
                </a:cubicBezTo>
                <a:cubicBezTo>
                  <a:pt x="1268240" y="56149"/>
                  <a:pt x="1266840" y="54155"/>
                  <a:pt x="1264916" y="52825"/>
                </a:cubicBezTo>
                <a:cubicBezTo>
                  <a:pt x="1262993" y="51496"/>
                  <a:pt x="1260673" y="50831"/>
                  <a:pt x="1257958" y="50831"/>
                </a:cubicBezTo>
                <a:cubicBezTo>
                  <a:pt x="1255186" y="50831"/>
                  <a:pt x="1252301" y="51566"/>
                  <a:pt x="1249302" y="53037"/>
                </a:cubicBezTo>
                <a:cubicBezTo>
                  <a:pt x="1246304" y="54508"/>
                  <a:pt x="1242711" y="57478"/>
                  <a:pt x="1238525" y="61948"/>
                </a:cubicBezTo>
                <a:lnTo>
                  <a:pt x="1238525" y="103020"/>
                </a:lnTo>
                <a:cubicBezTo>
                  <a:pt x="1238525" y="108338"/>
                  <a:pt x="1238822" y="111647"/>
                  <a:pt x="1239416" y="112948"/>
                </a:cubicBezTo>
                <a:cubicBezTo>
                  <a:pt x="1240010" y="114250"/>
                  <a:pt x="1241113" y="115339"/>
                  <a:pt x="1242725" y="116216"/>
                </a:cubicBezTo>
                <a:cubicBezTo>
                  <a:pt x="1244338" y="117092"/>
                  <a:pt x="1247124" y="117531"/>
                  <a:pt x="1251084" y="117531"/>
                </a:cubicBezTo>
                <a:lnTo>
                  <a:pt x="1251084" y="120671"/>
                </a:lnTo>
                <a:lnTo>
                  <a:pt x="1212558" y="120671"/>
                </a:lnTo>
                <a:lnTo>
                  <a:pt x="1212558" y="117531"/>
                </a:lnTo>
                <a:cubicBezTo>
                  <a:pt x="1216009" y="117531"/>
                  <a:pt x="1218724" y="116993"/>
                  <a:pt x="1220704" y="115919"/>
                </a:cubicBezTo>
                <a:cubicBezTo>
                  <a:pt x="1221836" y="115355"/>
                  <a:pt x="1222741" y="114281"/>
                  <a:pt x="1223420" y="112699"/>
                </a:cubicBezTo>
                <a:cubicBezTo>
                  <a:pt x="1224099" y="111115"/>
                  <a:pt x="1224438" y="107892"/>
                  <a:pt x="1224438" y="103030"/>
                </a:cubicBezTo>
                <a:lnTo>
                  <a:pt x="1224438" y="32732"/>
                </a:lnTo>
                <a:cubicBezTo>
                  <a:pt x="1224438" y="23857"/>
                  <a:pt x="1224226" y="18402"/>
                  <a:pt x="1223802" y="16367"/>
                </a:cubicBezTo>
                <a:cubicBezTo>
                  <a:pt x="1223377" y="14331"/>
                  <a:pt x="1222727" y="12946"/>
                  <a:pt x="1221850" y="12212"/>
                </a:cubicBezTo>
                <a:cubicBezTo>
                  <a:pt x="1220973" y="11476"/>
                  <a:pt x="1219799" y="11109"/>
                  <a:pt x="1218328" y="11109"/>
                </a:cubicBezTo>
                <a:cubicBezTo>
                  <a:pt x="1217140" y="11109"/>
                  <a:pt x="1215217" y="11561"/>
                  <a:pt x="1212558" y="12466"/>
                </a:cubicBezTo>
                <a:lnTo>
                  <a:pt x="1211370" y="9496"/>
                </a:lnTo>
                <a:lnTo>
                  <a:pt x="1234621" y="0"/>
                </a:lnTo>
                <a:lnTo>
                  <a:pt x="1238525" y="0"/>
                </a:lnTo>
                <a:close/>
                <a:moveTo>
                  <a:pt x="1315663" y="72301"/>
                </a:moveTo>
                <a:cubicBezTo>
                  <a:pt x="1315606" y="83815"/>
                  <a:pt x="1318406" y="92846"/>
                  <a:pt x="1324064" y="99395"/>
                </a:cubicBezTo>
                <a:cubicBezTo>
                  <a:pt x="1329721" y="105941"/>
                  <a:pt x="1336368" y="109215"/>
                  <a:pt x="1344006" y="109215"/>
                </a:cubicBezTo>
                <a:cubicBezTo>
                  <a:pt x="1349097" y="109215"/>
                  <a:pt x="1353524" y="107814"/>
                  <a:pt x="1357286" y="105014"/>
                </a:cubicBezTo>
                <a:cubicBezTo>
                  <a:pt x="1361049" y="102214"/>
                  <a:pt x="1364202" y="97419"/>
                  <a:pt x="1366748" y="90630"/>
                </a:cubicBezTo>
                <a:lnTo>
                  <a:pt x="1369379" y="92327"/>
                </a:lnTo>
                <a:cubicBezTo>
                  <a:pt x="1368191" y="100078"/>
                  <a:pt x="1364740" y="107136"/>
                  <a:pt x="1359026" y="113500"/>
                </a:cubicBezTo>
                <a:cubicBezTo>
                  <a:pt x="1353312" y="119864"/>
                  <a:pt x="1346156" y="123047"/>
                  <a:pt x="1337556" y="123047"/>
                </a:cubicBezTo>
                <a:cubicBezTo>
                  <a:pt x="1328222" y="123047"/>
                  <a:pt x="1320231" y="119420"/>
                  <a:pt x="1313584" y="112166"/>
                </a:cubicBezTo>
                <a:cubicBezTo>
                  <a:pt x="1306936" y="104911"/>
                  <a:pt x="1303613" y="95157"/>
                  <a:pt x="1303613" y="82905"/>
                </a:cubicBezTo>
                <a:cubicBezTo>
                  <a:pt x="1303613" y="69639"/>
                  <a:pt x="1307021" y="59294"/>
                  <a:pt x="1313838" y="51871"/>
                </a:cubicBezTo>
                <a:cubicBezTo>
                  <a:pt x="1320655" y="44445"/>
                  <a:pt x="1329212" y="40733"/>
                  <a:pt x="1339508" y="40733"/>
                </a:cubicBezTo>
                <a:cubicBezTo>
                  <a:pt x="1348221" y="40733"/>
                  <a:pt x="1355377" y="43597"/>
                  <a:pt x="1360978" y="49325"/>
                </a:cubicBezTo>
                <a:cubicBezTo>
                  <a:pt x="1366579" y="55051"/>
                  <a:pt x="1369379" y="62710"/>
                  <a:pt x="1369379" y="72301"/>
                </a:cubicBezTo>
                <a:lnTo>
                  <a:pt x="1315663" y="72301"/>
                </a:lnTo>
                <a:moveTo>
                  <a:pt x="1315663" y="67379"/>
                </a:moveTo>
                <a:lnTo>
                  <a:pt x="1351643" y="67379"/>
                </a:lnTo>
                <a:cubicBezTo>
                  <a:pt x="1351360" y="62400"/>
                  <a:pt x="1350766" y="58893"/>
                  <a:pt x="1349861" y="56856"/>
                </a:cubicBezTo>
                <a:cubicBezTo>
                  <a:pt x="1348447" y="53688"/>
                  <a:pt x="1346339" y="51199"/>
                  <a:pt x="1343539" y="49388"/>
                </a:cubicBezTo>
                <a:cubicBezTo>
                  <a:pt x="1340739" y="47578"/>
                  <a:pt x="1337811" y="46673"/>
                  <a:pt x="1334756" y="46673"/>
                </a:cubicBezTo>
                <a:cubicBezTo>
                  <a:pt x="1330061" y="46673"/>
                  <a:pt x="1325860" y="48497"/>
                  <a:pt x="1322154" y="52146"/>
                </a:cubicBezTo>
                <a:cubicBezTo>
                  <a:pt x="1318449" y="55795"/>
                  <a:pt x="1316285" y="60873"/>
                  <a:pt x="1315663" y="67379"/>
                </a:cubicBezTo>
                <a:close/>
                <a:moveTo>
                  <a:pt x="1402331" y="17311"/>
                </a:moveTo>
                <a:lnTo>
                  <a:pt x="1402331" y="42939"/>
                </a:lnTo>
                <a:lnTo>
                  <a:pt x="1420491" y="42939"/>
                </a:lnTo>
                <a:lnTo>
                  <a:pt x="1420491" y="48879"/>
                </a:lnTo>
                <a:lnTo>
                  <a:pt x="1402331" y="48879"/>
                </a:lnTo>
                <a:lnTo>
                  <a:pt x="1402331" y="99217"/>
                </a:lnTo>
                <a:cubicBezTo>
                  <a:pt x="1402331" y="104247"/>
                  <a:pt x="1403052" y="107638"/>
                  <a:pt x="1404495" y="109390"/>
                </a:cubicBezTo>
                <a:cubicBezTo>
                  <a:pt x="1405937" y="111140"/>
                  <a:pt x="1407790" y="112015"/>
                  <a:pt x="1410053" y="112015"/>
                </a:cubicBezTo>
                <a:cubicBezTo>
                  <a:pt x="1411920" y="112015"/>
                  <a:pt x="1413730" y="111435"/>
                  <a:pt x="1415484" y="110275"/>
                </a:cubicBezTo>
                <a:cubicBezTo>
                  <a:pt x="1417238" y="109116"/>
                  <a:pt x="1418595" y="107404"/>
                  <a:pt x="1419557" y="105141"/>
                </a:cubicBezTo>
                <a:lnTo>
                  <a:pt x="1422867" y="105141"/>
                </a:lnTo>
                <a:cubicBezTo>
                  <a:pt x="1420887" y="110701"/>
                  <a:pt x="1418086" y="114906"/>
                  <a:pt x="1414466" y="117756"/>
                </a:cubicBezTo>
                <a:cubicBezTo>
                  <a:pt x="1410845" y="120604"/>
                  <a:pt x="1407111" y="122028"/>
                  <a:pt x="1403264" y="122028"/>
                </a:cubicBezTo>
                <a:cubicBezTo>
                  <a:pt x="1400662" y="122028"/>
                  <a:pt x="1398116" y="121306"/>
                  <a:pt x="1395627" y="119862"/>
                </a:cubicBezTo>
                <a:cubicBezTo>
                  <a:pt x="1393138" y="118417"/>
                  <a:pt x="1391299" y="116351"/>
                  <a:pt x="1390111" y="113662"/>
                </a:cubicBezTo>
                <a:cubicBezTo>
                  <a:pt x="1388923" y="110971"/>
                  <a:pt x="1388329" y="106822"/>
                  <a:pt x="1388329" y="101214"/>
                </a:cubicBezTo>
                <a:lnTo>
                  <a:pt x="1388329" y="48879"/>
                </a:lnTo>
                <a:lnTo>
                  <a:pt x="1376024" y="48879"/>
                </a:lnTo>
                <a:lnTo>
                  <a:pt x="1376024" y="46079"/>
                </a:lnTo>
                <a:cubicBezTo>
                  <a:pt x="1379136" y="44831"/>
                  <a:pt x="1382318" y="42717"/>
                  <a:pt x="1385571" y="39738"/>
                </a:cubicBezTo>
                <a:cubicBezTo>
                  <a:pt x="1388824" y="36759"/>
                  <a:pt x="1391723" y="33227"/>
                  <a:pt x="1394269" y="29141"/>
                </a:cubicBezTo>
                <a:cubicBezTo>
                  <a:pt x="1395570" y="26986"/>
                  <a:pt x="1397380" y="23043"/>
                  <a:pt x="1399700" y="17311"/>
                </a:cubicBezTo>
                <a:lnTo>
                  <a:pt x="1402331" y="17311"/>
                </a:lnTo>
                <a:close/>
                <a:moveTo>
                  <a:pt x="1450900" y="0"/>
                </a:moveTo>
                <a:lnTo>
                  <a:pt x="1450900" y="56941"/>
                </a:lnTo>
                <a:cubicBezTo>
                  <a:pt x="1457179" y="50039"/>
                  <a:pt x="1462158" y="45612"/>
                  <a:pt x="1465835" y="43660"/>
                </a:cubicBezTo>
                <a:cubicBezTo>
                  <a:pt x="1469512" y="41709"/>
                  <a:pt x="1473190" y="40733"/>
                  <a:pt x="1476867" y="40733"/>
                </a:cubicBezTo>
                <a:cubicBezTo>
                  <a:pt x="1481280" y="40733"/>
                  <a:pt x="1485070" y="41946"/>
                  <a:pt x="1488238" y="44374"/>
                </a:cubicBezTo>
                <a:cubicBezTo>
                  <a:pt x="1491406" y="46801"/>
                  <a:pt x="1493754" y="50611"/>
                  <a:pt x="1495281" y="55803"/>
                </a:cubicBezTo>
                <a:cubicBezTo>
                  <a:pt x="1496356" y="59417"/>
                  <a:pt x="1496894" y="66022"/>
                  <a:pt x="1496894" y="75618"/>
                </a:cubicBezTo>
                <a:lnTo>
                  <a:pt x="1496894" y="103052"/>
                </a:lnTo>
                <a:cubicBezTo>
                  <a:pt x="1496894" y="107963"/>
                  <a:pt x="1497290" y="111322"/>
                  <a:pt x="1498082" y="113129"/>
                </a:cubicBezTo>
                <a:cubicBezTo>
                  <a:pt x="1498648" y="114483"/>
                  <a:pt x="1499609" y="115555"/>
                  <a:pt x="1500967" y="116345"/>
                </a:cubicBezTo>
                <a:cubicBezTo>
                  <a:pt x="1502325" y="117136"/>
                  <a:pt x="1504814" y="117531"/>
                  <a:pt x="1508435" y="117531"/>
                </a:cubicBezTo>
                <a:lnTo>
                  <a:pt x="1508435" y="120671"/>
                </a:lnTo>
                <a:lnTo>
                  <a:pt x="1470248" y="120671"/>
                </a:lnTo>
                <a:lnTo>
                  <a:pt x="1470248" y="117531"/>
                </a:lnTo>
                <a:lnTo>
                  <a:pt x="1472030" y="117531"/>
                </a:lnTo>
                <a:cubicBezTo>
                  <a:pt x="1475651" y="117531"/>
                  <a:pt x="1478168" y="116979"/>
                  <a:pt x="1479582" y="115876"/>
                </a:cubicBezTo>
                <a:cubicBezTo>
                  <a:pt x="1480997" y="114773"/>
                  <a:pt x="1481987" y="113146"/>
                  <a:pt x="1482552" y="110997"/>
                </a:cubicBezTo>
                <a:cubicBezTo>
                  <a:pt x="1482722" y="110091"/>
                  <a:pt x="1482807" y="107433"/>
                  <a:pt x="1482807" y="103020"/>
                </a:cubicBezTo>
                <a:lnTo>
                  <a:pt x="1482807" y="75525"/>
                </a:lnTo>
                <a:cubicBezTo>
                  <a:pt x="1482807" y="67039"/>
                  <a:pt x="1482369" y="61467"/>
                  <a:pt x="1481492" y="58808"/>
                </a:cubicBezTo>
                <a:cubicBezTo>
                  <a:pt x="1480615" y="56149"/>
                  <a:pt x="1479215" y="54155"/>
                  <a:pt x="1477291" y="52825"/>
                </a:cubicBezTo>
                <a:cubicBezTo>
                  <a:pt x="1475368" y="51496"/>
                  <a:pt x="1473048" y="50831"/>
                  <a:pt x="1470333" y="50831"/>
                </a:cubicBezTo>
                <a:cubicBezTo>
                  <a:pt x="1467561" y="50831"/>
                  <a:pt x="1464675" y="51566"/>
                  <a:pt x="1461677" y="53037"/>
                </a:cubicBezTo>
                <a:cubicBezTo>
                  <a:pt x="1458679" y="54508"/>
                  <a:pt x="1455086" y="57478"/>
                  <a:pt x="1450900" y="61948"/>
                </a:cubicBezTo>
                <a:lnTo>
                  <a:pt x="1450900" y="103020"/>
                </a:lnTo>
                <a:cubicBezTo>
                  <a:pt x="1450900" y="108338"/>
                  <a:pt x="1451197" y="111647"/>
                  <a:pt x="1451791" y="112948"/>
                </a:cubicBezTo>
                <a:cubicBezTo>
                  <a:pt x="1452385" y="114250"/>
                  <a:pt x="1453488" y="115339"/>
                  <a:pt x="1455100" y="116216"/>
                </a:cubicBezTo>
                <a:cubicBezTo>
                  <a:pt x="1456713" y="117092"/>
                  <a:pt x="1459499" y="117531"/>
                  <a:pt x="1463459" y="117531"/>
                </a:cubicBezTo>
                <a:lnTo>
                  <a:pt x="1463459" y="120671"/>
                </a:lnTo>
                <a:lnTo>
                  <a:pt x="1424933" y="120671"/>
                </a:lnTo>
                <a:lnTo>
                  <a:pt x="1424933" y="117531"/>
                </a:lnTo>
                <a:cubicBezTo>
                  <a:pt x="1428384" y="117531"/>
                  <a:pt x="1431099" y="116993"/>
                  <a:pt x="1433079" y="115919"/>
                </a:cubicBezTo>
                <a:cubicBezTo>
                  <a:pt x="1434211" y="115355"/>
                  <a:pt x="1435116" y="114281"/>
                  <a:pt x="1435795" y="112699"/>
                </a:cubicBezTo>
                <a:cubicBezTo>
                  <a:pt x="1436474" y="111115"/>
                  <a:pt x="1436813" y="107892"/>
                  <a:pt x="1436813" y="103030"/>
                </a:cubicBezTo>
                <a:lnTo>
                  <a:pt x="1436813" y="32732"/>
                </a:lnTo>
                <a:cubicBezTo>
                  <a:pt x="1436813" y="23857"/>
                  <a:pt x="1436601" y="18402"/>
                  <a:pt x="1436177" y="16367"/>
                </a:cubicBezTo>
                <a:cubicBezTo>
                  <a:pt x="1435752" y="14331"/>
                  <a:pt x="1435102" y="12946"/>
                  <a:pt x="1434225" y="12212"/>
                </a:cubicBezTo>
                <a:cubicBezTo>
                  <a:pt x="1433348" y="11476"/>
                  <a:pt x="1432174" y="11109"/>
                  <a:pt x="1430703" y="11109"/>
                </a:cubicBezTo>
                <a:cubicBezTo>
                  <a:pt x="1429515" y="11109"/>
                  <a:pt x="1427592" y="11561"/>
                  <a:pt x="1424933" y="12466"/>
                </a:cubicBezTo>
                <a:lnTo>
                  <a:pt x="1423745" y="9496"/>
                </a:lnTo>
                <a:lnTo>
                  <a:pt x="1446996" y="0"/>
                </a:lnTo>
                <a:lnTo>
                  <a:pt x="1450900" y="0"/>
                </a:lnTo>
                <a:close/>
                <a:moveTo>
                  <a:pt x="1528038" y="72301"/>
                </a:moveTo>
                <a:cubicBezTo>
                  <a:pt x="1527981" y="83815"/>
                  <a:pt x="1530781" y="92846"/>
                  <a:pt x="1536439" y="99395"/>
                </a:cubicBezTo>
                <a:cubicBezTo>
                  <a:pt x="1542096" y="105941"/>
                  <a:pt x="1548743" y="109215"/>
                  <a:pt x="1556381" y="109215"/>
                </a:cubicBezTo>
                <a:cubicBezTo>
                  <a:pt x="1561472" y="109215"/>
                  <a:pt x="1565899" y="107814"/>
                  <a:pt x="1569661" y="105014"/>
                </a:cubicBezTo>
                <a:cubicBezTo>
                  <a:pt x="1573423" y="102214"/>
                  <a:pt x="1576577" y="97419"/>
                  <a:pt x="1579123" y="90630"/>
                </a:cubicBezTo>
                <a:lnTo>
                  <a:pt x="1581754" y="92327"/>
                </a:lnTo>
                <a:cubicBezTo>
                  <a:pt x="1580566" y="100078"/>
                  <a:pt x="1577115" y="107136"/>
                  <a:pt x="1571401" y="113500"/>
                </a:cubicBezTo>
                <a:cubicBezTo>
                  <a:pt x="1565687" y="119864"/>
                  <a:pt x="1558530" y="123047"/>
                  <a:pt x="1549931" y="123047"/>
                </a:cubicBezTo>
                <a:cubicBezTo>
                  <a:pt x="1540597" y="123047"/>
                  <a:pt x="1532606" y="119420"/>
                  <a:pt x="1525958" y="112166"/>
                </a:cubicBezTo>
                <a:cubicBezTo>
                  <a:pt x="1519311" y="104911"/>
                  <a:pt x="1515987" y="95157"/>
                  <a:pt x="1515987" y="82905"/>
                </a:cubicBezTo>
                <a:cubicBezTo>
                  <a:pt x="1515987" y="69639"/>
                  <a:pt x="1519396" y="59294"/>
                  <a:pt x="1526213" y="51871"/>
                </a:cubicBezTo>
                <a:cubicBezTo>
                  <a:pt x="1533030" y="44445"/>
                  <a:pt x="1541587" y="40733"/>
                  <a:pt x="1551883" y="40733"/>
                </a:cubicBezTo>
                <a:cubicBezTo>
                  <a:pt x="1560595" y="40733"/>
                  <a:pt x="1567752" y="43597"/>
                  <a:pt x="1573353" y="49325"/>
                </a:cubicBezTo>
                <a:cubicBezTo>
                  <a:pt x="1578953" y="55051"/>
                  <a:pt x="1581754" y="62710"/>
                  <a:pt x="1581754" y="72301"/>
                </a:cubicBezTo>
                <a:lnTo>
                  <a:pt x="1528038" y="72301"/>
                </a:lnTo>
                <a:moveTo>
                  <a:pt x="1528038" y="67379"/>
                </a:moveTo>
                <a:lnTo>
                  <a:pt x="1564018" y="67379"/>
                </a:lnTo>
                <a:cubicBezTo>
                  <a:pt x="1563735" y="62400"/>
                  <a:pt x="1563141" y="58893"/>
                  <a:pt x="1562236" y="56856"/>
                </a:cubicBezTo>
                <a:cubicBezTo>
                  <a:pt x="1560822" y="53688"/>
                  <a:pt x="1558714" y="51199"/>
                  <a:pt x="1555914" y="49388"/>
                </a:cubicBezTo>
                <a:cubicBezTo>
                  <a:pt x="1553114" y="47578"/>
                  <a:pt x="1550186" y="46673"/>
                  <a:pt x="1547131" y="46673"/>
                </a:cubicBezTo>
                <a:cubicBezTo>
                  <a:pt x="1542435" y="46673"/>
                  <a:pt x="1538235" y="48497"/>
                  <a:pt x="1534529" y="52146"/>
                </a:cubicBezTo>
                <a:cubicBezTo>
                  <a:pt x="1530824" y="55795"/>
                  <a:pt x="1528660" y="60873"/>
                  <a:pt x="1528038" y="67379"/>
                </a:cubicBezTo>
                <a:close/>
                <a:moveTo>
                  <a:pt x="1614876" y="40733"/>
                </a:moveTo>
                <a:lnTo>
                  <a:pt x="1614876" y="58214"/>
                </a:lnTo>
                <a:cubicBezTo>
                  <a:pt x="1621382" y="46560"/>
                  <a:pt x="1628057" y="40733"/>
                  <a:pt x="1634903" y="40733"/>
                </a:cubicBezTo>
                <a:cubicBezTo>
                  <a:pt x="1638014" y="40733"/>
                  <a:pt x="1640588" y="41680"/>
                  <a:pt x="1642625" y="43576"/>
                </a:cubicBezTo>
                <a:cubicBezTo>
                  <a:pt x="1644662" y="45471"/>
                  <a:pt x="1645680" y="47663"/>
                  <a:pt x="1645680" y="50152"/>
                </a:cubicBezTo>
                <a:cubicBezTo>
                  <a:pt x="1645680" y="52359"/>
                  <a:pt x="1644944" y="54225"/>
                  <a:pt x="1643474" y="55753"/>
                </a:cubicBezTo>
                <a:cubicBezTo>
                  <a:pt x="1642003" y="57280"/>
                  <a:pt x="1640249" y="58044"/>
                  <a:pt x="1638212" y="58044"/>
                </a:cubicBezTo>
                <a:cubicBezTo>
                  <a:pt x="1636232" y="58044"/>
                  <a:pt x="1634012" y="57068"/>
                  <a:pt x="1631551" y="55116"/>
                </a:cubicBezTo>
                <a:cubicBezTo>
                  <a:pt x="1629090" y="53165"/>
                  <a:pt x="1627265" y="52189"/>
                  <a:pt x="1626077" y="52189"/>
                </a:cubicBezTo>
                <a:cubicBezTo>
                  <a:pt x="1625059" y="52189"/>
                  <a:pt x="1623956" y="52753"/>
                  <a:pt x="1622768" y="53881"/>
                </a:cubicBezTo>
                <a:cubicBezTo>
                  <a:pt x="1620222" y="56195"/>
                  <a:pt x="1617591" y="60004"/>
                  <a:pt x="1614876" y="65308"/>
                </a:cubicBezTo>
                <a:lnTo>
                  <a:pt x="1614876" y="102466"/>
                </a:lnTo>
                <a:cubicBezTo>
                  <a:pt x="1614876" y="106753"/>
                  <a:pt x="1615413" y="109997"/>
                  <a:pt x="1616488" y="112198"/>
                </a:cubicBezTo>
                <a:cubicBezTo>
                  <a:pt x="1617224" y="113722"/>
                  <a:pt x="1618525" y="114992"/>
                  <a:pt x="1620392" y="116009"/>
                </a:cubicBezTo>
                <a:cubicBezTo>
                  <a:pt x="1622259" y="117023"/>
                  <a:pt x="1624946" y="117531"/>
                  <a:pt x="1628453" y="117531"/>
                </a:cubicBezTo>
                <a:lnTo>
                  <a:pt x="1628453" y="120671"/>
                </a:lnTo>
                <a:lnTo>
                  <a:pt x="1588654" y="120671"/>
                </a:lnTo>
                <a:lnTo>
                  <a:pt x="1588654" y="117531"/>
                </a:lnTo>
                <a:cubicBezTo>
                  <a:pt x="1592614" y="117531"/>
                  <a:pt x="1595556" y="116910"/>
                  <a:pt x="1597480" y="115669"/>
                </a:cubicBezTo>
                <a:cubicBezTo>
                  <a:pt x="1598894" y="114766"/>
                  <a:pt x="1599884" y="113326"/>
                  <a:pt x="1600450" y="111349"/>
                </a:cubicBezTo>
                <a:cubicBezTo>
                  <a:pt x="1600732" y="110389"/>
                  <a:pt x="1600874" y="107652"/>
                  <a:pt x="1600874" y="103136"/>
                </a:cubicBezTo>
                <a:lnTo>
                  <a:pt x="1600874" y="73078"/>
                </a:lnTo>
                <a:cubicBezTo>
                  <a:pt x="1600874" y="64045"/>
                  <a:pt x="1600690" y="58669"/>
                  <a:pt x="1600322" y="56949"/>
                </a:cubicBezTo>
                <a:cubicBezTo>
                  <a:pt x="1599955" y="55227"/>
                  <a:pt x="1599276" y="53971"/>
                  <a:pt x="1598286" y="53181"/>
                </a:cubicBezTo>
                <a:cubicBezTo>
                  <a:pt x="1597296" y="52390"/>
                  <a:pt x="1596065" y="51995"/>
                  <a:pt x="1594594" y="51995"/>
                </a:cubicBezTo>
                <a:cubicBezTo>
                  <a:pt x="1592841" y="51995"/>
                  <a:pt x="1590860" y="52419"/>
                  <a:pt x="1588654" y="53265"/>
                </a:cubicBezTo>
                <a:lnTo>
                  <a:pt x="1587805" y="50216"/>
                </a:lnTo>
                <a:lnTo>
                  <a:pt x="1611312" y="40733"/>
                </a:lnTo>
                <a:lnTo>
                  <a:pt x="1614876" y="4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theLLMcanperf">
            <a:extLst xmlns:a="http://schemas.openxmlformats.org/drawingml/2006/main">
              <a:ext uri="{FF2B5EF4-FFF2-40B4-BE49-F238E27FC236}">
                <a16:creationId xmlns:a16="http://schemas.microsoft.com/office/drawing/2014/main" id="{B1CAB3A9-F9E3-4760-8CF9-629E6709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839" y="8184487"/>
            <a:ext cx="1246582" cy="157839"/>
          </a:xfrm>
          <a:custGeom xmlns:a="http://schemas.openxmlformats.org/drawingml/2006/main">
            <a:pathLst>
              <a:path w="1246582" h="157839">
                <a:moveTo>
                  <a:pt x="26307" y="17311"/>
                </a:moveTo>
                <a:lnTo>
                  <a:pt x="26307" y="42939"/>
                </a:lnTo>
                <a:lnTo>
                  <a:pt x="44467" y="42939"/>
                </a:lnTo>
                <a:lnTo>
                  <a:pt x="44467" y="48879"/>
                </a:lnTo>
                <a:lnTo>
                  <a:pt x="26307" y="48879"/>
                </a:lnTo>
                <a:lnTo>
                  <a:pt x="26307" y="99217"/>
                </a:lnTo>
                <a:cubicBezTo>
                  <a:pt x="26307" y="104247"/>
                  <a:pt x="27028" y="107638"/>
                  <a:pt x="28470" y="109390"/>
                </a:cubicBezTo>
                <a:cubicBezTo>
                  <a:pt x="29913" y="111140"/>
                  <a:pt x="31766" y="112015"/>
                  <a:pt x="34029" y="112015"/>
                </a:cubicBezTo>
                <a:cubicBezTo>
                  <a:pt x="35896" y="112015"/>
                  <a:pt x="37706" y="111435"/>
                  <a:pt x="39460" y="110275"/>
                </a:cubicBezTo>
                <a:cubicBezTo>
                  <a:pt x="41214" y="109116"/>
                  <a:pt x="42571" y="107404"/>
                  <a:pt x="43533" y="105141"/>
                </a:cubicBezTo>
                <a:lnTo>
                  <a:pt x="46843" y="105141"/>
                </a:lnTo>
                <a:cubicBezTo>
                  <a:pt x="44863" y="110701"/>
                  <a:pt x="42062" y="114906"/>
                  <a:pt x="38441" y="117756"/>
                </a:cubicBezTo>
                <a:cubicBezTo>
                  <a:pt x="34821" y="120604"/>
                  <a:pt x="31087" y="122028"/>
                  <a:pt x="27240" y="122028"/>
                </a:cubicBezTo>
                <a:cubicBezTo>
                  <a:pt x="24638" y="122028"/>
                  <a:pt x="22092" y="121306"/>
                  <a:pt x="19603" y="119862"/>
                </a:cubicBezTo>
                <a:cubicBezTo>
                  <a:pt x="17113" y="118417"/>
                  <a:pt x="15275" y="116351"/>
                  <a:pt x="14087" y="113662"/>
                </a:cubicBezTo>
                <a:cubicBezTo>
                  <a:pt x="12899" y="110971"/>
                  <a:pt x="12305" y="106822"/>
                  <a:pt x="12305" y="101214"/>
                </a:cubicBezTo>
                <a:lnTo>
                  <a:pt x="12305" y="48879"/>
                </a:lnTo>
                <a:lnTo>
                  <a:pt x="0" y="48879"/>
                </a:lnTo>
                <a:lnTo>
                  <a:pt x="0" y="46079"/>
                </a:lnTo>
                <a:cubicBezTo>
                  <a:pt x="3112" y="44831"/>
                  <a:pt x="6294" y="42717"/>
                  <a:pt x="9547" y="39738"/>
                </a:cubicBezTo>
                <a:cubicBezTo>
                  <a:pt x="12800" y="36759"/>
                  <a:pt x="15699" y="33227"/>
                  <a:pt x="18245" y="29141"/>
                </a:cubicBezTo>
                <a:cubicBezTo>
                  <a:pt x="19546" y="26986"/>
                  <a:pt x="21356" y="23043"/>
                  <a:pt x="23676" y="17311"/>
                </a:cubicBezTo>
                <a:lnTo>
                  <a:pt x="26307" y="17311"/>
                </a:lnTo>
                <a:close/>
                <a:moveTo>
                  <a:pt x="74875" y="0"/>
                </a:moveTo>
                <a:lnTo>
                  <a:pt x="74875" y="56941"/>
                </a:lnTo>
                <a:cubicBezTo>
                  <a:pt x="81155" y="50039"/>
                  <a:pt x="86134" y="45612"/>
                  <a:pt x="89811" y="43660"/>
                </a:cubicBezTo>
                <a:cubicBezTo>
                  <a:pt x="93488" y="41709"/>
                  <a:pt x="97165" y="40733"/>
                  <a:pt x="100843" y="40733"/>
                </a:cubicBezTo>
                <a:cubicBezTo>
                  <a:pt x="105255" y="40733"/>
                  <a:pt x="109046" y="41946"/>
                  <a:pt x="112214" y="44374"/>
                </a:cubicBezTo>
                <a:cubicBezTo>
                  <a:pt x="115382" y="46801"/>
                  <a:pt x="117730" y="50611"/>
                  <a:pt x="119257" y="55803"/>
                </a:cubicBezTo>
                <a:cubicBezTo>
                  <a:pt x="120332" y="59417"/>
                  <a:pt x="120869" y="66022"/>
                  <a:pt x="120869" y="75618"/>
                </a:cubicBezTo>
                <a:lnTo>
                  <a:pt x="120869" y="103052"/>
                </a:lnTo>
                <a:cubicBezTo>
                  <a:pt x="120869" y="107963"/>
                  <a:pt x="121265" y="111322"/>
                  <a:pt x="122058" y="113129"/>
                </a:cubicBezTo>
                <a:cubicBezTo>
                  <a:pt x="122623" y="114483"/>
                  <a:pt x="123585" y="115555"/>
                  <a:pt x="124943" y="116345"/>
                </a:cubicBezTo>
                <a:cubicBezTo>
                  <a:pt x="126300" y="117136"/>
                  <a:pt x="128790" y="117531"/>
                  <a:pt x="132410" y="117531"/>
                </a:cubicBezTo>
                <a:lnTo>
                  <a:pt x="132410" y="120671"/>
                </a:lnTo>
                <a:lnTo>
                  <a:pt x="94223" y="120671"/>
                </a:lnTo>
                <a:lnTo>
                  <a:pt x="94223" y="117531"/>
                </a:lnTo>
                <a:lnTo>
                  <a:pt x="96006" y="117531"/>
                </a:lnTo>
                <a:cubicBezTo>
                  <a:pt x="99626" y="117531"/>
                  <a:pt x="102144" y="116979"/>
                  <a:pt x="103558" y="115876"/>
                </a:cubicBezTo>
                <a:cubicBezTo>
                  <a:pt x="104972" y="114773"/>
                  <a:pt x="105962" y="113146"/>
                  <a:pt x="106528" y="110997"/>
                </a:cubicBezTo>
                <a:cubicBezTo>
                  <a:pt x="106698" y="110091"/>
                  <a:pt x="106783" y="107433"/>
                  <a:pt x="106783" y="103020"/>
                </a:cubicBezTo>
                <a:lnTo>
                  <a:pt x="106783" y="75525"/>
                </a:lnTo>
                <a:cubicBezTo>
                  <a:pt x="106783" y="67039"/>
                  <a:pt x="106344" y="61467"/>
                  <a:pt x="105467" y="58808"/>
                </a:cubicBezTo>
                <a:cubicBezTo>
                  <a:pt x="104591" y="56149"/>
                  <a:pt x="103190" y="54155"/>
                  <a:pt x="101267" y="52825"/>
                </a:cubicBezTo>
                <a:cubicBezTo>
                  <a:pt x="99343" y="51496"/>
                  <a:pt x="97024" y="50831"/>
                  <a:pt x="94308" y="50831"/>
                </a:cubicBezTo>
                <a:cubicBezTo>
                  <a:pt x="91536" y="50831"/>
                  <a:pt x="88651" y="51566"/>
                  <a:pt x="85653" y="53037"/>
                </a:cubicBezTo>
                <a:cubicBezTo>
                  <a:pt x="82654" y="54508"/>
                  <a:pt x="79062" y="57478"/>
                  <a:pt x="74875" y="61948"/>
                </a:cubicBezTo>
                <a:lnTo>
                  <a:pt x="74875" y="103020"/>
                </a:lnTo>
                <a:cubicBezTo>
                  <a:pt x="74875" y="108338"/>
                  <a:pt x="75172" y="111647"/>
                  <a:pt x="75766" y="112948"/>
                </a:cubicBezTo>
                <a:cubicBezTo>
                  <a:pt x="76360" y="114250"/>
                  <a:pt x="77464" y="115339"/>
                  <a:pt x="79076" y="116216"/>
                </a:cubicBezTo>
                <a:cubicBezTo>
                  <a:pt x="80688" y="117092"/>
                  <a:pt x="83475" y="117531"/>
                  <a:pt x="87435" y="117531"/>
                </a:cubicBezTo>
                <a:lnTo>
                  <a:pt x="87435" y="120671"/>
                </a:lnTo>
                <a:lnTo>
                  <a:pt x="48908" y="120671"/>
                </a:lnTo>
                <a:lnTo>
                  <a:pt x="48908" y="117531"/>
                </a:lnTo>
                <a:cubicBezTo>
                  <a:pt x="52359" y="117531"/>
                  <a:pt x="55075" y="116993"/>
                  <a:pt x="57055" y="115919"/>
                </a:cubicBezTo>
                <a:cubicBezTo>
                  <a:pt x="58186" y="115355"/>
                  <a:pt x="59092" y="114281"/>
                  <a:pt x="59770" y="112699"/>
                </a:cubicBezTo>
                <a:cubicBezTo>
                  <a:pt x="60449" y="111115"/>
                  <a:pt x="60789" y="107892"/>
                  <a:pt x="60789" y="103030"/>
                </a:cubicBezTo>
                <a:lnTo>
                  <a:pt x="60789" y="32732"/>
                </a:lnTo>
                <a:cubicBezTo>
                  <a:pt x="60789" y="23857"/>
                  <a:pt x="60577" y="18402"/>
                  <a:pt x="60152" y="16367"/>
                </a:cubicBezTo>
                <a:cubicBezTo>
                  <a:pt x="59728" y="14331"/>
                  <a:pt x="59077" y="12946"/>
                  <a:pt x="58200" y="12212"/>
                </a:cubicBezTo>
                <a:cubicBezTo>
                  <a:pt x="57324" y="11476"/>
                  <a:pt x="56150" y="11109"/>
                  <a:pt x="54679" y="11109"/>
                </a:cubicBezTo>
                <a:cubicBezTo>
                  <a:pt x="53491" y="11109"/>
                  <a:pt x="51567" y="11561"/>
                  <a:pt x="48908" y="12466"/>
                </a:cubicBezTo>
                <a:lnTo>
                  <a:pt x="47720" y="9496"/>
                </a:lnTo>
                <a:lnTo>
                  <a:pt x="70972" y="0"/>
                </a:lnTo>
                <a:lnTo>
                  <a:pt x="74875" y="0"/>
                </a:lnTo>
                <a:close/>
                <a:moveTo>
                  <a:pt x="152013" y="72301"/>
                </a:moveTo>
                <a:cubicBezTo>
                  <a:pt x="151957" y="83815"/>
                  <a:pt x="154757" y="92846"/>
                  <a:pt x="160414" y="99395"/>
                </a:cubicBezTo>
                <a:cubicBezTo>
                  <a:pt x="166072" y="105941"/>
                  <a:pt x="172719" y="109215"/>
                  <a:pt x="180356" y="109215"/>
                </a:cubicBezTo>
                <a:cubicBezTo>
                  <a:pt x="185448" y="109215"/>
                  <a:pt x="189875" y="107814"/>
                  <a:pt x="193637" y="105014"/>
                </a:cubicBezTo>
                <a:cubicBezTo>
                  <a:pt x="197399" y="102214"/>
                  <a:pt x="200553" y="97419"/>
                  <a:pt x="203099" y="90630"/>
                </a:cubicBezTo>
                <a:lnTo>
                  <a:pt x="205729" y="92327"/>
                </a:lnTo>
                <a:cubicBezTo>
                  <a:pt x="204541" y="100078"/>
                  <a:pt x="201090" y="107136"/>
                  <a:pt x="195377" y="113500"/>
                </a:cubicBezTo>
                <a:cubicBezTo>
                  <a:pt x="189663" y="119864"/>
                  <a:pt x="182506" y="123047"/>
                  <a:pt x="173907" y="123047"/>
                </a:cubicBezTo>
                <a:cubicBezTo>
                  <a:pt x="164572" y="123047"/>
                  <a:pt x="156581" y="119420"/>
                  <a:pt x="149934" y="112166"/>
                </a:cubicBezTo>
                <a:cubicBezTo>
                  <a:pt x="143287" y="104911"/>
                  <a:pt x="139963" y="95157"/>
                  <a:pt x="139963" y="82905"/>
                </a:cubicBezTo>
                <a:cubicBezTo>
                  <a:pt x="139963" y="69639"/>
                  <a:pt x="143372" y="59294"/>
                  <a:pt x="150189" y="51871"/>
                </a:cubicBezTo>
                <a:cubicBezTo>
                  <a:pt x="157006" y="44445"/>
                  <a:pt x="165562" y="40733"/>
                  <a:pt x="175859" y="40733"/>
                </a:cubicBezTo>
                <a:cubicBezTo>
                  <a:pt x="184571" y="40733"/>
                  <a:pt x="191728" y="43597"/>
                  <a:pt x="197328" y="49325"/>
                </a:cubicBezTo>
                <a:cubicBezTo>
                  <a:pt x="202929" y="55051"/>
                  <a:pt x="205729" y="62710"/>
                  <a:pt x="205729" y="72301"/>
                </a:cubicBezTo>
                <a:lnTo>
                  <a:pt x="152013" y="72301"/>
                </a:lnTo>
                <a:moveTo>
                  <a:pt x="152013" y="67379"/>
                </a:moveTo>
                <a:lnTo>
                  <a:pt x="187994" y="67379"/>
                </a:lnTo>
                <a:cubicBezTo>
                  <a:pt x="187711" y="62400"/>
                  <a:pt x="187117" y="58893"/>
                  <a:pt x="186212" y="56856"/>
                </a:cubicBezTo>
                <a:cubicBezTo>
                  <a:pt x="184797" y="53688"/>
                  <a:pt x="182690" y="51199"/>
                  <a:pt x="179890" y="49388"/>
                </a:cubicBezTo>
                <a:cubicBezTo>
                  <a:pt x="177089" y="47578"/>
                  <a:pt x="174162" y="46673"/>
                  <a:pt x="171107" y="46673"/>
                </a:cubicBezTo>
                <a:cubicBezTo>
                  <a:pt x="166411" y="46673"/>
                  <a:pt x="162210" y="48497"/>
                  <a:pt x="158505" y="52146"/>
                </a:cubicBezTo>
                <a:cubicBezTo>
                  <a:pt x="154799" y="55795"/>
                  <a:pt x="152635" y="60873"/>
                  <a:pt x="152013" y="67379"/>
                </a:cubicBezTo>
                <a:close/>
                <a:moveTo>
                  <a:pt x="353752" y="88763"/>
                </a:moveTo>
                <a:lnTo>
                  <a:pt x="356552" y="89360"/>
                </a:lnTo>
                <a:lnTo>
                  <a:pt x="346708" y="120671"/>
                </a:lnTo>
                <a:lnTo>
                  <a:pt x="257605" y="120671"/>
                </a:lnTo>
                <a:lnTo>
                  <a:pt x="257605" y="117531"/>
                </a:lnTo>
                <a:lnTo>
                  <a:pt x="261933" y="117531"/>
                </a:lnTo>
                <a:cubicBezTo>
                  <a:pt x="266799" y="117531"/>
                  <a:pt x="270278" y="115947"/>
                  <a:pt x="272371" y="112779"/>
                </a:cubicBezTo>
                <a:cubicBezTo>
                  <a:pt x="273559" y="110968"/>
                  <a:pt x="274153" y="106782"/>
                  <a:pt x="274153" y="100219"/>
                </a:cubicBezTo>
                <a:lnTo>
                  <a:pt x="274153" y="25967"/>
                </a:lnTo>
                <a:cubicBezTo>
                  <a:pt x="274153" y="18782"/>
                  <a:pt x="273361" y="14285"/>
                  <a:pt x="271777" y="12474"/>
                </a:cubicBezTo>
                <a:cubicBezTo>
                  <a:pt x="269571" y="9985"/>
                  <a:pt x="266289" y="8741"/>
                  <a:pt x="261933" y="8741"/>
                </a:cubicBezTo>
                <a:lnTo>
                  <a:pt x="257605" y="8741"/>
                </a:lnTo>
                <a:lnTo>
                  <a:pt x="257605" y="5601"/>
                </a:lnTo>
                <a:lnTo>
                  <a:pt x="309709" y="5601"/>
                </a:lnTo>
                <a:lnTo>
                  <a:pt x="309709" y="8741"/>
                </a:lnTo>
                <a:cubicBezTo>
                  <a:pt x="303599" y="8684"/>
                  <a:pt x="299314" y="9251"/>
                  <a:pt x="296853" y="10440"/>
                </a:cubicBezTo>
                <a:cubicBezTo>
                  <a:pt x="294392" y="11628"/>
                  <a:pt x="292709" y="13129"/>
                  <a:pt x="291804" y="14941"/>
                </a:cubicBezTo>
                <a:cubicBezTo>
                  <a:pt x="290899" y="16753"/>
                  <a:pt x="290446" y="21084"/>
                  <a:pt x="290446" y="27935"/>
                </a:cubicBezTo>
                <a:lnTo>
                  <a:pt x="290446" y="100294"/>
                </a:lnTo>
                <a:cubicBezTo>
                  <a:pt x="290446" y="104993"/>
                  <a:pt x="290899" y="108220"/>
                  <a:pt x="291804" y="109976"/>
                </a:cubicBezTo>
                <a:cubicBezTo>
                  <a:pt x="292483" y="111164"/>
                  <a:pt x="293529" y="112041"/>
                  <a:pt x="294944" y="112609"/>
                </a:cubicBezTo>
                <a:cubicBezTo>
                  <a:pt x="296358" y="113175"/>
                  <a:pt x="300771" y="113458"/>
                  <a:pt x="308182" y="113458"/>
                </a:cubicBezTo>
                <a:lnTo>
                  <a:pt x="316583" y="113458"/>
                </a:lnTo>
                <a:cubicBezTo>
                  <a:pt x="325408" y="113458"/>
                  <a:pt x="331603" y="112803"/>
                  <a:pt x="335167" y="111493"/>
                </a:cubicBezTo>
                <a:cubicBezTo>
                  <a:pt x="338731" y="110183"/>
                  <a:pt x="341984" y="107861"/>
                  <a:pt x="344926" y="104529"/>
                </a:cubicBezTo>
                <a:cubicBezTo>
                  <a:pt x="347868" y="101196"/>
                  <a:pt x="350810" y="95941"/>
                  <a:pt x="353752" y="88763"/>
                </a:cubicBezTo>
                <a:close/>
                <a:moveTo>
                  <a:pt x="459939" y="88763"/>
                </a:moveTo>
                <a:lnTo>
                  <a:pt x="462739" y="89360"/>
                </a:lnTo>
                <a:lnTo>
                  <a:pt x="452896" y="120671"/>
                </a:lnTo>
                <a:lnTo>
                  <a:pt x="363793" y="120671"/>
                </a:lnTo>
                <a:lnTo>
                  <a:pt x="363793" y="117531"/>
                </a:lnTo>
                <a:lnTo>
                  <a:pt x="368121" y="117531"/>
                </a:lnTo>
                <a:cubicBezTo>
                  <a:pt x="372986" y="117531"/>
                  <a:pt x="376465" y="115947"/>
                  <a:pt x="378558" y="112779"/>
                </a:cubicBezTo>
                <a:cubicBezTo>
                  <a:pt x="379746" y="110968"/>
                  <a:pt x="380340" y="106782"/>
                  <a:pt x="380340" y="100219"/>
                </a:cubicBezTo>
                <a:lnTo>
                  <a:pt x="380340" y="25967"/>
                </a:lnTo>
                <a:cubicBezTo>
                  <a:pt x="380340" y="18782"/>
                  <a:pt x="379548" y="14285"/>
                  <a:pt x="377964" y="12474"/>
                </a:cubicBezTo>
                <a:cubicBezTo>
                  <a:pt x="375758" y="9985"/>
                  <a:pt x="372477" y="8741"/>
                  <a:pt x="368121" y="8741"/>
                </a:cubicBezTo>
                <a:lnTo>
                  <a:pt x="363793" y="8741"/>
                </a:lnTo>
                <a:lnTo>
                  <a:pt x="363793" y="5601"/>
                </a:lnTo>
                <a:lnTo>
                  <a:pt x="415897" y="5601"/>
                </a:lnTo>
                <a:lnTo>
                  <a:pt x="415897" y="8741"/>
                </a:lnTo>
                <a:cubicBezTo>
                  <a:pt x="409787" y="8684"/>
                  <a:pt x="405501" y="9251"/>
                  <a:pt x="403040" y="10440"/>
                </a:cubicBezTo>
                <a:cubicBezTo>
                  <a:pt x="400579" y="11628"/>
                  <a:pt x="398896" y="13129"/>
                  <a:pt x="397991" y="14941"/>
                </a:cubicBezTo>
                <a:cubicBezTo>
                  <a:pt x="397086" y="16753"/>
                  <a:pt x="396633" y="21084"/>
                  <a:pt x="396633" y="27935"/>
                </a:cubicBezTo>
                <a:lnTo>
                  <a:pt x="396633" y="100294"/>
                </a:lnTo>
                <a:cubicBezTo>
                  <a:pt x="396633" y="104993"/>
                  <a:pt x="397086" y="108220"/>
                  <a:pt x="397991" y="109976"/>
                </a:cubicBezTo>
                <a:cubicBezTo>
                  <a:pt x="398670" y="111164"/>
                  <a:pt x="399717" y="112041"/>
                  <a:pt x="401131" y="112609"/>
                </a:cubicBezTo>
                <a:cubicBezTo>
                  <a:pt x="402545" y="113175"/>
                  <a:pt x="406958" y="113458"/>
                  <a:pt x="414369" y="113458"/>
                </a:cubicBezTo>
                <a:lnTo>
                  <a:pt x="422770" y="113458"/>
                </a:lnTo>
                <a:cubicBezTo>
                  <a:pt x="431596" y="113458"/>
                  <a:pt x="437790" y="112803"/>
                  <a:pt x="441355" y="111493"/>
                </a:cubicBezTo>
                <a:cubicBezTo>
                  <a:pt x="444919" y="110183"/>
                  <a:pt x="448172" y="107861"/>
                  <a:pt x="451113" y="104529"/>
                </a:cubicBezTo>
                <a:cubicBezTo>
                  <a:pt x="454055" y="101196"/>
                  <a:pt x="456997" y="95941"/>
                  <a:pt x="459939" y="88763"/>
                </a:cubicBezTo>
                <a:close/>
                <a:moveTo>
                  <a:pt x="537613" y="120671"/>
                </a:moveTo>
                <a:lnTo>
                  <a:pt x="493147" y="23846"/>
                </a:lnTo>
                <a:lnTo>
                  <a:pt x="493147" y="100729"/>
                </a:lnTo>
                <a:cubicBezTo>
                  <a:pt x="493147" y="107800"/>
                  <a:pt x="493911" y="112213"/>
                  <a:pt x="495438" y="113967"/>
                </a:cubicBezTo>
                <a:cubicBezTo>
                  <a:pt x="497531" y="116343"/>
                  <a:pt x="500841" y="117531"/>
                  <a:pt x="505367" y="117531"/>
                </a:cubicBezTo>
                <a:lnTo>
                  <a:pt x="509440" y="117531"/>
                </a:lnTo>
                <a:lnTo>
                  <a:pt x="509440" y="120671"/>
                </a:lnTo>
                <a:lnTo>
                  <a:pt x="469386" y="120671"/>
                </a:lnTo>
                <a:lnTo>
                  <a:pt x="469386" y="117531"/>
                </a:lnTo>
                <a:lnTo>
                  <a:pt x="473459" y="117531"/>
                </a:lnTo>
                <a:cubicBezTo>
                  <a:pt x="478325" y="117531"/>
                  <a:pt x="481776" y="116060"/>
                  <a:pt x="483812" y="113118"/>
                </a:cubicBezTo>
                <a:cubicBezTo>
                  <a:pt x="485057" y="111308"/>
                  <a:pt x="485679" y="107178"/>
                  <a:pt x="485679" y="100729"/>
                </a:cubicBezTo>
                <a:lnTo>
                  <a:pt x="485679" y="25543"/>
                </a:lnTo>
                <a:cubicBezTo>
                  <a:pt x="485679" y="20451"/>
                  <a:pt x="485114" y="16774"/>
                  <a:pt x="483982" y="14511"/>
                </a:cubicBezTo>
                <a:cubicBezTo>
                  <a:pt x="483190" y="12870"/>
                  <a:pt x="481733" y="11499"/>
                  <a:pt x="479612" y="10395"/>
                </a:cubicBezTo>
                <a:cubicBezTo>
                  <a:pt x="477490" y="9292"/>
                  <a:pt x="474082" y="8741"/>
                  <a:pt x="469386" y="8741"/>
                </a:cubicBezTo>
                <a:lnTo>
                  <a:pt x="469386" y="5601"/>
                </a:lnTo>
                <a:lnTo>
                  <a:pt x="501972" y="5601"/>
                </a:lnTo>
                <a:lnTo>
                  <a:pt x="543723" y="95637"/>
                </a:lnTo>
                <a:lnTo>
                  <a:pt x="584796" y="5601"/>
                </a:lnTo>
                <a:lnTo>
                  <a:pt x="617382" y="5601"/>
                </a:lnTo>
                <a:lnTo>
                  <a:pt x="617382" y="8741"/>
                </a:lnTo>
                <a:lnTo>
                  <a:pt x="613393" y="8741"/>
                </a:lnTo>
                <a:cubicBezTo>
                  <a:pt x="608471" y="8741"/>
                  <a:pt x="604992" y="10211"/>
                  <a:pt x="602956" y="13153"/>
                </a:cubicBezTo>
                <a:cubicBezTo>
                  <a:pt x="601711" y="14964"/>
                  <a:pt x="601089" y="19093"/>
                  <a:pt x="601089" y="25543"/>
                </a:cubicBezTo>
                <a:lnTo>
                  <a:pt x="601089" y="100729"/>
                </a:lnTo>
                <a:cubicBezTo>
                  <a:pt x="601089" y="107800"/>
                  <a:pt x="601881" y="112213"/>
                  <a:pt x="603465" y="113967"/>
                </a:cubicBezTo>
                <a:cubicBezTo>
                  <a:pt x="605558" y="116343"/>
                  <a:pt x="608867" y="117531"/>
                  <a:pt x="613393" y="117531"/>
                </a:cubicBezTo>
                <a:lnTo>
                  <a:pt x="617382" y="117531"/>
                </a:lnTo>
                <a:lnTo>
                  <a:pt x="617382" y="120671"/>
                </a:lnTo>
                <a:lnTo>
                  <a:pt x="568502" y="120671"/>
                </a:lnTo>
                <a:lnTo>
                  <a:pt x="568502" y="117531"/>
                </a:lnTo>
                <a:lnTo>
                  <a:pt x="572576" y="117531"/>
                </a:lnTo>
                <a:cubicBezTo>
                  <a:pt x="577498" y="117531"/>
                  <a:pt x="580949" y="116060"/>
                  <a:pt x="582929" y="113118"/>
                </a:cubicBezTo>
                <a:cubicBezTo>
                  <a:pt x="584173" y="111308"/>
                  <a:pt x="584796" y="107178"/>
                  <a:pt x="584796" y="100729"/>
                </a:cubicBezTo>
                <a:lnTo>
                  <a:pt x="584796" y="23846"/>
                </a:lnTo>
                <a:lnTo>
                  <a:pt x="540414" y="120671"/>
                </a:lnTo>
                <a:lnTo>
                  <a:pt x="537613" y="120671"/>
                </a:lnTo>
                <a:close/>
                <a:moveTo>
                  <a:pt x="735903" y="91139"/>
                </a:moveTo>
                <a:cubicBezTo>
                  <a:pt x="733810" y="101379"/>
                  <a:pt x="729708" y="109257"/>
                  <a:pt x="723598" y="114773"/>
                </a:cubicBezTo>
                <a:cubicBezTo>
                  <a:pt x="717488" y="120289"/>
                  <a:pt x="710728" y="123047"/>
                  <a:pt x="703317" y="123047"/>
                </a:cubicBezTo>
                <a:cubicBezTo>
                  <a:pt x="694491" y="123047"/>
                  <a:pt x="686797" y="119346"/>
                  <a:pt x="680235" y="111943"/>
                </a:cubicBezTo>
                <a:cubicBezTo>
                  <a:pt x="673672" y="104539"/>
                  <a:pt x="670391" y="94536"/>
                  <a:pt x="670391" y="81932"/>
                </a:cubicBezTo>
                <a:cubicBezTo>
                  <a:pt x="670391" y="69725"/>
                  <a:pt x="674026" y="59807"/>
                  <a:pt x="681296" y="52178"/>
                </a:cubicBezTo>
                <a:cubicBezTo>
                  <a:pt x="688565" y="44548"/>
                  <a:pt x="697292" y="40733"/>
                  <a:pt x="707475" y="40733"/>
                </a:cubicBezTo>
                <a:cubicBezTo>
                  <a:pt x="715112" y="40733"/>
                  <a:pt x="721392" y="42749"/>
                  <a:pt x="726314" y="46782"/>
                </a:cubicBezTo>
                <a:cubicBezTo>
                  <a:pt x="731236" y="50812"/>
                  <a:pt x="733697" y="54999"/>
                  <a:pt x="733697" y="59341"/>
                </a:cubicBezTo>
                <a:cubicBezTo>
                  <a:pt x="733697" y="61484"/>
                  <a:pt x="733004" y="63218"/>
                  <a:pt x="731617" y="64544"/>
                </a:cubicBezTo>
                <a:cubicBezTo>
                  <a:pt x="730231" y="65868"/>
                  <a:pt x="728294" y="66530"/>
                  <a:pt x="725805" y="66530"/>
                </a:cubicBezTo>
                <a:cubicBezTo>
                  <a:pt x="722467" y="66530"/>
                  <a:pt x="719949" y="65455"/>
                  <a:pt x="718252" y="63305"/>
                </a:cubicBezTo>
                <a:cubicBezTo>
                  <a:pt x="717290" y="62117"/>
                  <a:pt x="716654" y="59854"/>
                  <a:pt x="716343" y="56517"/>
                </a:cubicBezTo>
                <a:cubicBezTo>
                  <a:pt x="716032" y="53179"/>
                  <a:pt x="714886" y="50633"/>
                  <a:pt x="712906" y="48879"/>
                </a:cubicBezTo>
                <a:cubicBezTo>
                  <a:pt x="710926" y="47182"/>
                  <a:pt x="708182" y="46333"/>
                  <a:pt x="704674" y="46333"/>
                </a:cubicBezTo>
                <a:cubicBezTo>
                  <a:pt x="699017" y="46333"/>
                  <a:pt x="694463" y="48427"/>
                  <a:pt x="691012" y="52613"/>
                </a:cubicBezTo>
                <a:cubicBezTo>
                  <a:pt x="686430" y="58157"/>
                  <a:pt x="684138" y="65483"/>
                  <a:pt x="684138" y="74592"/>
                </a:cubicBezTo>
                <a:cubicBezTo>
                  <a:pt x="684138" y="83870"/>
                  <a:pt x="686415" y="92059"/>
                  <a:pt x="690970" y="99159"/>
                </a:cubicBezTo>
                <a:cubicBezTo>
                  <a:pt x="695524" y="106259"/>
                  <a:pt x="701676" y="109809"/>
                  <a:pt x="709427" y="109809"/>
                </a:cubicBezTo>
                <a:cubicBezTo>
                  <a:pt x="714971" y="109809"/>
                  <a:pt x="719949" y="107913"/>
                  <a:pt x="724362" y="104123"/>
                </a:cubicBezTo>
                <a:cubicBezTo>
                  <a:pt x="727473" y="101521"/>
                  <a:pt x="730500" y="96797"/>
                  <a:pt x="733442" y="89951"/>
                </a:cubicBezTo>
                <a:lnTo>
                  <a:pt x="735903" y="91139"/>
                </a:lnTo>
                <a:close/>
                <a:moveTo>
                  <a:pt x="791088" y="109469"/>
                </a:moveTo>
                <a:cubicBezTo>
                  <a:pt x="783112" y="115636"/>
                  <a:pt x="778105" y="119200"/>
                  <a:pt x="776068" y="120161"/>
                </a:cubicBezTo>
                <a:cubicBezTo>
                  <a:pt x="773013" y="121632"/>
                  <a:pt x="769760" y="122368"/>
                  <a:pt x="766309" y="122368"/>
                </a:cubicBezTo>
                <a:cubicBezTo>
                  <a:pt x="760935" y="122368"/>
                  <a:pt x="756508" y="120529"/>
                  <a:pt x="753029" y="116852"/>
                </a:cubicBezTo>
                <a:cubicBezTo>
                  <a:pt x="749550" y="113175"/>
                  <a:pt x="747810" y="108338"/>
                  <a:pt x="747810" y="102341"/>
                </a:cubicBezTo>
                <a:cubicBezTo>
                  <a:pt x="747810" y="98551"/>
                  <a:pt x="748658" y="95269"/>
                  <a:pt x="750356" y="92497"/>
                </a:cubicBezTo>
                <a:cubicBezTo>
                  <a:pt x="752675" y="88650"/>
                  <a:pt x="756706" y="85030"/>
                  <a:pt x="762448" y="81635"/>
                </a:cubicBezTo>
                <a:cubicBezTo>
                  <a:pt x="768190" y="78241"/>
                  <a:pt x="777737" y="74111"/>
                  <a:pt x="791088" y="69246"/>
                </a:cubicBezTo>
                <a:lnTo>
                  <a:pt x="791088" y="66191"/>
                </a:lnTo>
                <a:cubicBezTo>
                  <a:pt x="791088" y="58440"/>
                  <a:pt x="789858" y="53122"/>
                  <a:pt x="787397" y="50237"/>
                </a:cubicBezTo>
                <a:cubicBezTo>
                  <a:pt x="784936" y="47352"/>
                  <a:pt x="781358" y="45909"/>
                  <a:pt x="776662" y="45909"/>
                </a:cubicBezTo>
                <a:cubicBezTo>
                  <a:pt x="773098" y="45909"/>
                  <a:pt x="770269" y="46867"/>
                  <a:pt x="768176" y="48784"/>
                </a:cubicBezTo>
                <a:cubicBezTo>
                  <a:pt x="766026" y="50700"/>
                  <a:pt x="764952" y="52899"/>
                  <a:pt x="764952" y="55379"/>
                </a:cubicBezTo>
                <a:lnTo>
                  <a:pt x="765121" y="60282"/>
                </a:lnTo>
                <a:cubicBezTo>
                  <a:pt x="765121" y="62874"/>
                  <a:pt x="764457" y="64874"/>
                  <a:pt x="763127" y="66283"/>
                </a:cubicBezTo>
                <a:cubicBezTo>
                  <a:pt x="761798" y="67692"/>
                  <a:pt x="760058" y="68397"/>
                  <a:pt x="757908" y="68397"/>
                </a:cubicBezTo>
                <a:cubicBezTo>
                  <a:pt x="755815" y="68397"/>
                  <a:pt x="754104" y="67664"/>
                  <a:pt x="752774" y="66199"/>
                </a:cubicBezTo>
                <a:cubicBezTo>
                  <a:pt x="751445" y="64731"/>
                  <a:pt x="750780" y="62728"/>
                  <a:pt x="750780" y="60189"/>
                </a:cubicBezTo>
                <a:cubicBezTo>
                  <a:pt x="750780" y="55340"/>
                  <a:pt x="753269" y="50885"/>
                  <a:pt x="758248" y="46824"/>
                </a:cubicBezTo>
                <a:cubicBezTo>
                  <a:pt x="763226" y="42763"/>
                  <a:pt x="770213" y="40733"/>
                  <a:pt x="779208" y="40733"/>
                </a:cubicBezTo>
                <a:cubicBezTo>
                  <a:pt x="786110" y="40733"/>
                  <a:pt x="791767" y="41891"/>
                  <a:pt x="796180" y="44207"/>
                </a:cubicBezTo>
                <a:cubicBezTo>
                  <a:pt x="799518" y="45959"/>
                  <a:pt x="801979" y="48700"/>
                  <a:pt x="803563" y="52430"/>
                </a:cubicBezTo>
                <a:cubicBezTo>
                  <a:pt x="804581" y="54859"/>
                  <a:pt x="805090" y="59831"/>
                  <a:pt x="805090" y="67347"/>
                </a:cubicBezTo>
                <a:lnTo>
                  <a:pt x="805090" y="93706"/>
                </a:lnTo>
                <a:cubicBezTo>
                  <a:pt x="805090" y="101109"/>
                  <a:pt x="805232" y="105643"/>
                  <a:pt x="805515" y="107311"/>
                </a:cubicBezTo>
                <a:cubicBezTo>
                  <a:pt x="805797" y="108978"/>
                  <a:pt x="806264" y="110094"/>
                  <a:pt x="806915" y="110660"/>
                </a:cubicBezTo>
                <a:cubicBezTo>
                  <a:pt x="807565" y="111224"/>
                  <a:pt x="808315" y="111506"/>
                  <a:pt x="809164" y="111506"/>
                </a:cubicBezTo>
                <a:cubicBezTo>
                  <a:pt x="810069" y="111506"/>
                  <a:pt x="810861" y="111308"/>
                  <a:pt x="811540" y="110912"/>
                </a:cubicBezTo>
                <a:cubicBezTo>
                  <a:pt x="812728" y="110176"/>
                  <a:pt x="815019" y="108111"/>
                  <a:pt x="818413" y="104717"/>
                </a:cubicBezTo>
                <a:lnTo>
                  <a:pt x="818413" y="109469"/>
                </a:lnTo>
                <a:cubicBezTo>
                  <a:pt x="812077" y="117955"/>
                  <a:pt x="806024" y="122198"/>
                  <a:pt x="800253" y="122198"/>
                </a:cubicBezTo>
                <a:cubicBezTo>
                  <a:pt x="797481" y="122198"/>
                  <a:pt x="795275" y="121236"/>
                  <a:pt x="793634" y="119313"/>
                </a:cubicBezTo>
                <a:cubicBezTo>
                  <a:pt x="791994" y="117389"/>
                  <a:pt x="791145" y="114108"/>
                  <a:pt x="791088" y="109469"/>
                </a:cubicBezTo>
                <a:moveTo>
                  <a:pt x="791088" y="103906"/>
                </a:moveTo>
                <a:lnTo>
                  <a:pt x="791088" y="74422"/>
                </a:lnTo>
                <a:cubicBezTo>
                  <a:pt x="782546" y="77801"/>
                  <a:pt x="777030" y="80194"/>
                  <a:pt x="774541" y="81603"/>
                </a:cubicBezTo>
                <a:cubicBezTo>
                  <a:pt x="770071" y="84082"/>
                  <a:pt x="766875" y="86673"/>
                  <a:pt x="764952" y="89376"/>
                </a:cubicBezTo>
                <a:cubicBezTo>
                  <a:pt x="763028" y="92079"/>
                  <a:pt x="762066" y="95036"/>
                  <a:pt x="762066" y="98246"/>
                </a:cubicBezTo>
                <a:cubicBezTo>
                  <a:pt x="762066" y="102302"/>
                  <a:pt x="763283" y="105667"/>
                  <a:pt x="765715" y="108342"/>
                </a:cubicBezTo>
                <a:cubicBezTo>
                  <a:pt x="768148" y="111017"/>
                  <a:pt x="770948" y="112354"/>
                  <a:pt x="774116" y="112354"/>
                </a:cubicBezTo>
                <a:cubicBezTo>
                  <a:pt x="778416" y="112354"/>
                  <a:pt x="784073" y="109538"/>
                  <a:pt x="791088" y="103906"/>
                </a:cubicBezTo>
                <a:close/>
                <a:moveTo>
                  <a:pt x="846868" y="57196"/>
                </a:moveTo>
                <a:cubicBezTo>
                  <a:pt x="855976" y="46220"/>
                  <a:pt x="864660" y="40733"/>
                  <a:pt x="872920" y="40733"/>
                </a:cubicBezTo>
                <a:cubicBezTo>
                  <a:pt x="877163" y="40733"/>
                  <a:pt x="880812" y="41792"/>
                  <a:pt x="883867" y="43910"/>
                </a:cubicBezTo>
                <a:cubicBezTo>
                  <a:pt x="886922" y="46026"/>
                  <a:pt x="889354" y="49511"/>
                  <a:pt x="891165" y="54366"/>
                </a:cubicBezTo>
                <a:cubicBezTo>
                  <a:pt x="892409" y="57752"/>
                  <a:pt x="893032" y="62945"/>
                  <a:pt x="893032" y="69946"/>
                </a:cubicBezTo>
                <a:lnTo>
                  <a:pt x="893032" y="103052"/>
                </a:lnTo>
                <a:cubicBezTo>
                  <a:pt x="893032" y="107963"/>
                  <a:pt x="893428" y="111294"/>
                  <a:pt x="894220" y="113044"/>
                </a:cubicBezTo>
                <a:cubicBezTo>
                  <a:pt x="894842" y="114455"/>
                  <a:pt x="895846" y="115555"/>
                  <a:pt x="897232" y="116345"/>
                </a:cubicBezTo>
                <a:cubicBezTo>
                  <a:pt x="898618" y="117136"/>
                  <a:pt x="901178" y="117531"/>
                  <a:pt x="904912" y="117531"/>
                </a:cubicBezTo>
                <a:lnTo>
                  <a:pt x="904912" y="120671"/>
                </a:lnTo>
                <a:lnTo>
                  <a:pt x="866471" y="120671"/>
                </a:lnTo>
                <a:lnTo>
                  <a:pt x="866471" y="117531"/>
                </a:lnTo>
                <a:lnTo>
                  <a:pt x="868083" y="117531"/>
                </a:lnTo>
                <a:cubicBezTo>
                  <a:pt x="871704" y="117531"/>
                  <a:pt x="874235" y="116982"/>
                  <a:pt x="875678" y="115884"/>
                </a:cubicBezTo>
                <a:cubicBezTo>
                  <a:pt x="877120" y="114786"/>
                  <a:pt x="878125" y="113169"/>
                  <a:pt x="878690" y="111031"/>
                </a:cubicBezTo>
                <a:cubicBezTo>
                  <a:pt x="878917" y="110186"/>
                  <a:pt x="879030" y="107540"/>
                  <a:pt x="879030" y="103094"/>
                </a:cubicBezTo>
                <a:lnTo>
                  <a:pt x="879030" y="71433"/>
                </a:lnTo>
                <a:cubicBezTo>
                  <a:pt x="879030" y="64399"/>
                  <a:pt x="878110" y="59291"/>
                  <a:pt x="876272" y="56111"/>
                </a:cubicBezTo>
                <a:cubicBezTo>
                  <a:pt x="874433" y="52930"/>
                  <a:pt x="871336" y="51340"/>
                  <a:pt x="866980" y="51340"/>
                </a:cubicBezTo>
                <a:cubicBezTo>
                  <a:pt x="860247" y="51340"/>
                  <a:pt x="853544" y="54999"/>
                  <a:pt x="846868" y="62316"/>
                </a:cubicBezTo>
                <a:lnTo>
                  <a:pt x="846868" y="103094"/>
                </a:lnTo>
                <a:cubicBezTo>
                  <a:pt x="846868" y="108329"/>
                  <a:pt x="847179" y="111565"/>
                  <a:pt x="847801" y="112803"/>
                </a:cubicBezTo>
                <a:cubicBezTo>
                  <a:pt x="848593" y="114434"/>
                  <a:pt x="849682" y="115630"/>
                  <a:pt x="851068" y="116391"/>
                </a:cubicBezTo>
                <a:cubicBezTo>
                  <a:pt x="852455" y="117151"/>
                  <a:pt x="855269" y="117531"/>
                  <a:pt x="859512" y="117531"/>
                </a:cubicBezTo>
                <a:lnTo>
                  <a:pt x="859512" y="120671"/>
                </a:lnTo>
                <a:lnTo>
                  <a:pt x="821071" y="120671"/>
                </a:lnTo>
                <a:lnTo>
                  <a:pt x="821071" y="117531"/>
                </a:lnTo>
                <a:lnTo>
                  <a:pt x="822768" y="117531"/>
                </a:lnTo>
                <a:cubicBezTo>
                  <a:pt x="826728" y="117531"/>
                  <a:pt x="829401" y="116529"/>
                  <a:pt x="830787" y="114526"/>
                </a:cubicBezTo>
                <a:cubicBezTo>
                  <a:pt x="832173" y="112521"/>
                  <a:pt x="832866" y="108697"/>
                  <a:pt x="832866" y="103052"/>
                </a:cubicBezTo>
                <a:lnTo>
                  <a:pt x="832866" y="74263"/>
                </a:lnTo>
                <a:cubicBezTo>
                  <a:pt x="832866" y="64950"/>
                  <a:pt x="832654" y="59277"/>
                  <a:pt x="832230" y="57246"/>
                </a:cubicBezTo>
                <a:cubicBezTo>
                  <a:pt x="831805" y="55213"/>
                  <a:pt x="831155" y="53829"/>
                  <a:pt x="830278" y="53096"/>
                </a:cubicBezTo>
                <a:cubicBezTo>
                  <a:pt x="829401" y="52362"/>
                  <a:pt x="828227" y="51995"/>
                  <a:pt x="826756" y="51995"/>
                </a:cubicBezTo>
                <a:cubicBezTo>
                  <a:pt x="825172" y="51995"/>
                  <a:pt x="823277" y="52419"/>
                  <a:pt x="821071" y="53265"/>
                </a:cubicBezTo>
                <a:lnTo>
                  <a:pt x="819798" y="50216"/>
                </a:lnTo>
                <a:lnTo>
                  <a:pt x="843219" y="40733"/>
                </a:lnTo>
                <a:lnTo>
                  <a:pt x="846868" y="40733"/>
                </a:lnTo>
                <a:lnTo>
                  <a:pt x="846868" y="57196"/>
                </a:lnTo>
                <a:close/>
                <a:moveTo>
                  <a:pt x="948954" y="50584"/>
                </a:moveTo>
                <a:lnTo>
                  <a:pt x="972885" y="40902"/>
                </a:lnTo>
                <a:lnTo>
                  <a:pt x="976109" y="40902"/>
                </a:lnTo>
                <a:lnTo>
                  <a:pt x="976109" y="59062"/>
                </a:lnTo>
                <a:cubicBezTo>
                  <a:pt x="980126" y="52217"/>
                  <a:pt x="984157" y="47451"/>
                  <a:pt x="988202" y="44764"/>
                </a:cubicBezTo>
                <a:cubicBezTo>
                  <a:pt x="992247" y="42076"/>
                  <a:pt x="996504" y="40733"/>
                  <a:pt x="1000973" y="40733"/>
                </a:cubicBezTo>
                <a:cubicBezTo>
                  <a:pt x="1008780" y="40733"/>
                  <a:pt x="1015286" y="43784"/>
                  <a:pt x="1020491" y="49887"/>
                </a:cubicBezTo>
                <a:cubicBezTo>
                  <a:pt x="1026884" y="57348"/>
                  <a:pt x="1030080" y="67068"/>
                  <a:pt x="1030080" y="79050"/>
                </a:cubicBezTo>
                <a:cubicBezTo>
                  <a:pt x="1030080" y="92443"/>
                  <a:pt x="1026233" y="103520"/>
                  <a:pt x="1018539" y="112280"/>
                </a:cubicBezTo>
                <a:cubicBezTo>
                  <a:pt x="1012203" y="119458"/>
                  <a:pt x="1004226" y="123047"/>
                  <a:pt x="994609" y="123047"/>
                </a:cubicBezTo>
                <a:cubicBezTo>
                  <a:pt x="990422" y="123047"/>
                  <a:pt x="986802" y="122453"/>
                  <a:pt x="983747" y="121265"/>
                </a:cubicBezTo>
                <a:cubicBezTo>
                  <a:pt x="981484" y="120416"/>
                  <a:pt x="978938" y="118719"/>
                  <a:pt x="976109" y="116173"/>
                </a:cubicBezTo>
                <a:lnTo>
                  <a:pt x="976109" y="139849"/>
                </a:lnTo>
                <a:cubicBezTo>
                  <a:pt x="976109" y="145167"/>
                  <a:pt x="976435" y="148547"/>
                  <a:pt x="977085" y="149990"/>
                </a:cubicBezTo>
                <a:cubicBezTo>
                  <a:pt x="977736" y="151432"/>
                  <a:pt x="978867" y="152578"/>
                  <a:pt x="980480" y="153427"/>
                </a:cubicBezTo>
                <a:cubicBezTo>
                  <a:pt x="982092" y="154275"/>
                  <a:pt x="985020" y="154699"/>
                  <a:pt x="989263" y="154699"/>
                </a:cubicBezTo>
                <a:lnTo>
                  <a:pt x="989263" y="157839"/>
                </a:lnTo>
                <a:lnTo>
                  <a:pt x="948530" y="157839"/>
                </a:lnTo>
                <a:lnTo>
                  <a:pt x="948530" y="154699"/>
                </a:lnTo>
                <a:lnTo>
                  <a:pt x="950651" y="154699"/>
                </a:lnTo>
                <a:cubicBezTo>
                  <a:pt x="953763" y="154756"/>
                  <a:pt x="956422" y="154161"/>
                  <a:pt x="958628" y="152915"/>
                </a:cubicBezTo>
                <a:cubicBezTo>
                  <a:pt x="959703" y="152292"/>
                  <a:pt x="960538" y="151287"/>
                  <a:pt x="961132" y="149900"/>
                </a:cubicBezTo>
                <a:cubicBezTo>
                  <a:pt x="961726" y="148514"/>
                  <a:pt x="962023" y="144990"/>
                  <a:pt x="962023" y="139329"/>
                </a:cubicBezTo>
                <a:lnTo>
                  <a:pt x="962023" y="65785"/>
                </a:lnTo>
                <a:cubicBezTo>
                  <a:pt x="962023" y="60746"/>
                  <a:pt x="961796" y="57548"/>
                  <a:pt x="961344" y="56190"/>
                </a:cubicBezTo>
                <a:cubicBezTo>
                  <a:pt x="960891" y="54831"/>
                  <a:pt x="960170" y="53812"/>
                  <a:pt x="959180" y="53133"/>
                </a:cubicBezTo>
                <a:cubicBezTo>
                  <a:pt x="958190" y="52452"/>
                  <a:pt x="956846" y="52112"/>
                  <a:pt x="955149" y="52112"/>
                </a:cubicBezTo>
                <a:cubicBezTo>
                  <a:pt x="953791" y="52112"/>
                  <a:pt x="952066" y="52508"/>
                  <a:pt x="949973" y="53300"/>
                </a:cubicBezTo>
                <a:lnTo>
                  <a:pt x="948954" y="50584"/>
                </a:lnTo>
                <a:moveTo>
                  <a:pt x="976109" y="64223"/>
                </a:moveTo>
                <a:lnTo>
                  <a:pt x="976109" y="93208"/>
                </a:lnTo>
                <a:cubicBezTo>
                  <a:pt x="976109" y="99480"/>
                  <a:pt x="976364" y="103605"/>
                  <a:pt x="976873" y="105582"/>
                </a:cubicBezTo>
                <a:cubicBezTo>
                  <a:pt x="977665" y="108859"/>
                  <a:pt x="979603" y="111741"/>
                  <a:pt x="982686" y="114227"/>
                </a:cubicBezTo>
                <a:cubicBezTo>
                  <a:pt x="985769" y="116712"/>
                  <a:pt x="989659" y="117955"/>
                  <a:pt x="994354" y="117955"/>
                </a:cubicBezTo>
                <a:cubicBezTo>
                  <a:pt x="1000012" y="117955"/>
                  <a:pt x="1004594" y="115751"/>
                  <a:pt x="1008101" y="111344"/>
                </a:cubicBezTo>
                <a:cubicBezTo>
                  <a:pt x="1012684" y="105582"/>
                  <a:pt x="1014975" y="97475"/>
                  <a:pt x="1014975" y="87021"/>
                </a:cubicBezTo>
                <a:cubicBezTo>
                  <a:pt x="1014975" y="75157"/>
                  <a:pt x="1012373" y="66032"/>
                  <a:pt x="1007168" y="59648"/>
                </a:cubicBezTo>
                <a:cubicBezTo>
                  <a:pt x="1003547" y="55241"/>
                  <a:pt x="999248" y="53037"/>
                  <a:pt x="994269" y="53037"/>
                </a:cubicBezTo>
                <a:cubicBezTo>
                  <a:pt x="991554" y="53037"/>
                  <a:pt x="988867" y="53715"/>
                  <a:pt x="986208" y="55071"/>
                </a:cubicBezTo>
                <a:cubicBezTo>
                  <a:pt x="984171" y="56088"/>
                  <a:pt x="980805" y="59138"/>
                  <a:pt x="976109" y="64223"/>
                </a:cubicBezTo>
                <a:close/>
                <a:moveTo>
                  <a:pt x="1054519" y="72301"/>
                </a:moveTo>
                <a:cubicBezTo>
                  <a:pt x="1054463" y="83815"/>
                  <a:pt x="1057263" y="92846"/>
                  <a:pt x="1062920" y="99395"/>
                </a:cubicBezTo>
                <a:cubicBezTo>
                  <a:pt x="1068578" y="105941"/>
                  <a:pt x="1075225" y="109215"/>
                  <a:pt x="1082863" y="109215"/>
                </a:cubicBezTo>
                <a:cubicBezTo>
                  <a:pt x="1087954" y="109215"/>
                  <a:pt x="1092381" y="107814"/>
                  <a:pt x="1096143" y="105014"/>
                </a:cubicBezTo>
                <a:cubicBezTo>
                  <a:pt x="1099905" y="102214"/>
                  <a:pt x="1103059" y="97419"/>
                  <a:pt x="1105605" y="90630"/>
                </a:cubicBezTo>
                <a:lnTo>
                  <a:pt x="1108236" y="92327"/>
                </a:lnTo>
                <a:cubicBezTo>
                  <a:pt x="1107048" y="100078"/>
                  <a:pt x="1103597" y="107136"/>
                  <a:pt x="1097883" y="113500"/>
                </a:cubicBezTo>
                <a:cubicBezTo>
                  <a:pt x="1092169" y="119864"/>
                  <a:pt x="1085012" y="123047"/>
                  <a:pt x="1076413" y="123047"/>
                </a:cubicBezTo>
                <a:cubicBezTo>
                  <a:pt x="1067079" y="123047"/>
                  <a:pt x="1059088" y="119420"/>
                  <a:pt x="1052440" y="112166"/>
                </a:cubicBezTo>
                <a:cubicBezTo>
                  <a:pt x="1045793" y="104911"/>
                  <a:pt x="1042469" y="95157"/>
                  <a:pt x="1042469" y="82905"/>
                </a:cubicBezTo>
                <a:cubicBezTo>
                  <a:pt x="1042469" y="69639"/>
                  <a:pt x="1045878" y="59294"/>
                  <a:pt x="1052695" y="51871"/>
                </a:cubicBezTo>
                <a:cubicBezTo>
                  <a:pt x="1059512" y="44445"/>
                  <a:pt x="1068069" y="40733"/>
                  <a:pt x="1078365" y="40733"/>
                </a:cubicBezTo>
                <a:cubicBezTo>
                  <a:pt x="1087077" y="40733"/>
                  <a:pt x="1094234" y="43597"/>
                  <a:pt x="1099835" y="49325"/>
                </a:cubicBezTo>
                <a:cubicBezTo>
                  <a:pt x="1105435" y="55051"/>
                  <a:pt x="1108236" y="62710"/>
                  <a:pt x="1108236" y="72301"/>
                </a:cubicBezTo>
                <a:lnTo>
                  <a:pt x="1054519" y="72301"/>
                </a:lnTo>
                <a:moveTo>
                  <a:pt x="1054519" y="67379"/>
                </a:moveTo>
                <a:lnTo>
                  <a:pt x="1090500" y="67379"/>
                </a:lnTo>
                <a:cubicBezTo>
                  <a:pt x="1090217" y="62400"/>
                  <a:pt x="1089623" y="58893"/>
                  <a:pt x="1088718" y="56856"/>
                </a:cubicBezTo>
                <a:cubicBezTo>
                  <a:pt x="1087304" y="53688"/>
                  <a:pt x="1085196" y="51199"/>
                  <a:pt x="1082396" y="49388"/>
                </a:cubicBezTo>
                <a:cubicBezTo>
                  <a:pt x="1079595" y="47578"/>
                  <a:pt x="1076668" y="46673"/>
                  <a:pt x="1073613" y="46673"/>
                </a:cubicBezTo>
                <a:cubicBezTo>
                  <a:pt x="1068917" y="46673"/>
                  <a:pt x="1064717" y="48497"/>
                  <a:pt x="1061011" y="52146"/>
                </a:cubicBezTo>
                <a:cubicBezTo>
                  <a:pt x="1057306" y="55795"/>
                  <a:pt x="1055142" y="60873"/>
                  <a:pt x="1054519" y="67379"/>
                </a:cubicBezTo>
                <a:close/>
                <a:moveTo>
                  <a:pt x="1141358" y="40733"/>
                </a:moveTo>
                <a:lnTo>
                  <a:pt x="1141358" y="58214"/>
                </a:lnTo>
                <a:cubicBezTo>
                  <a:pt x="1147864" y="46560"/>
                  <a:pt x="1154539" y="40733"/>
                  <a:pt x="1161385" y="40733"/>
                </a:cubicBezTo>
                <a:cubicBezTo>
                  <a:pt x="1164496" y="40733"/>
                  <a:pt x="1167070" y="41680"/>
                  <a:pt x="1169107" y="43576"/>
                </a:cubicBezTo>
                <a:cubicBezTo>
                  <a:pt x="1171143" y="45471"/>
                  <a:pt x="1172162" y="47663"/>
                  <a:pt x="1172162" y="50152"/>
                </a:cubicBezTo>
                <a:cubicBezTo>
                  <a:pt x="1172162" y="52359"/>
                  <a:pt x="1171426" y="54225"/>
                  <a:pt x="1169955" y="55753"/>
                </a:cubicBezTo>
                <a:cubicBezTo>
                  <a:pt x="1168484" y="57280"/>
                  <a:pt x="1166731" y="58044"/>
                  <a:pt x="1164694" y="58044"/>
                </a:cubicBezTo>
                <a:cubicBezTo>
                  <a:pt x="1162714" y="58044"/>
                  <a:pt x="1160493" y="57068"/>
                  <a:pt x="1158033" y="55116"/>
                </a:cubicBezTo>
                <a:cubicBezTo>
                  <a:pt x="1155572" y="53165"/>
                  <a:pt x="1153747" y="52189"/>
                  <a:pt x="1152559" y="52189"/>
                </a:cubicBezTo>
                <a:cubicBezTo>
                  <a:pt x="1151541" y="52189"/>
                  <a:pt x="1150438" y="52753"/>
                  <a:pt x="1149250" y="53881"/>
                </a:cubicBezTo>
                <a:cubicBezTo>
                  <a:pt x="1146704" y="56195"/>
                  <a:pt x="1144073" y="60004"/>
                  <a:pt x="1141358" y="65308"/>
                </a:cubicBezTo>
                <a:lnTo>
                  <a:pt x="1141358" y="102466"/>
                </a:lnTo>
                <a:cubicBezTo>
                  <a:pt x="1141358" y="106753"/>
                  <a:pt x="1141895" y="109997"/>
                  <a:pt x="1142970" y="112198"/>
                </a:cubicBezTo>
                <a:cubicBezTo>
                  <a:pt x="1143705" y="113722"/>
                  <a:pt x="1145007" y="114992"/>
                  <a:pt x="1146873" y="116009"/>
                </a:cubicBezTo>
                <a:cubicBezTo>
                  <a:pt x="1148740" y="117023"/>
                  <a:pt x="1151428" y="117531"/>
                  <a:pt x="1154935" y="117531"/>
                </a:cubicBezTo>
                <a:lnTo>
                  <a:pt x="1154935" y="120671"/>
                </a:lnTo>
                <a:lnTo>
                  <a:pt x="1115136" y="120671"/>
                </a:lnTo>
                <a:lnTo>
                  <a:pt x="1115136" y="117531"/>
                </a:lnTo>
                <a:cubicBezTo>
                  <a:pt x="1119096" y="117531"/>
                  <a:pt x="1122038" y="116910"/>
                  <a:pt x="1123961" y="115669"/>
                </a:cubicBezTo>
                <a:cubicBezTo>
                  <a:pt x="1125376" y="114766"/>
                  <a:pt x="1126366" y="113326"/>
                  <a:pt x="1126931" y="111349"/>
                </a:cubicBezTo>
                <a:cubicBezTo>
                  <a:pt x="1127214" y="110389"/>
                  <a:pt x="1127356" y="107652"/>
                  <a:pt x="1127356" y="103136"/>
                </a:cubicBezTo>
                <a:lnTo>
                  <a:pt x="1127356" y="73078"/>
                </a:lnTo>
                <a:cubicBezTo>
                  <a:pt x="1127356" y="64045"/>
                  <a:pt x="1127172" y="58669"/>
                  <a:pt x="1126804" y="56949"/>
                </a:cubicBezTo>
                <a:cubicBezTo>
                  <a:pt x="1126436" y="55227"/>
                  <a:pt x="1125758" y="53971"/>
                  <a:pt x="1124768" y="53181"/>
                </a:cubicBezTo>
                <a:cubicBezTo>
                  <a:pt x="1123777" y="52390"/>
                  <a:pt x="1122547" y="51995"/>
                  <a:pt x="1121076" y="51995"/>
                </a:cubicBezTo>
                <a:cubicBezTo>
                  <a:pt x="1119322" y="51995"/>
                  <a:pt x="1117342" y="52419"/>
                  <a:pt x="1115136" y="53265"/>
                </a:cubicBezTo>
                <a:lnTo>
                  <a:pt x="1114287" y="50216"/>
                </a:lnTo>
                <a:lnTo>
                  <a:pt x="1137793" y="40733"/>
                </a:lnTo>
                <a:lnTo>
                  <a:pt x="1141358" y="40733"/>
                </a:lnTo>
                <a:close/>
                <a:moveTo>
                  <a:pt x="1206868" y="48879"/>
                </a:moveTo>
                <a:lnTo>
                  <a:pt x="1206868" y="100029"/>
                </a:lnTo>
                <a:cubicBezTo>
                  <a:pt x="1206868" y="107279"/>
                  <a:pt x="1207660" y="111866"/>
                  <a:pt x="1209244" y="113792"/>
                </a:cubicBezTo>
                <a:cubicBezTo>
                  <a:pt x="1211337" y="116284"/>
                  <a:pt x="1214138" y="117531"/>
                  <a:pt x="1217645" y="117531"/>
                </a:cubicBezTo>
                <a:lnTo>
                  <a:pt x="1224688" y="117531"/>
                </a:lnTo>
                <a:lnTo>
                  <a:pt x="1224688" y="120671"/>
                </a:lnTo>
                <a:lnTo>
                  <a:pt x="1178270" y="120671"/>
                </a:lnTo>
                <a:lnTo>
                  <a:pt x="1178270" y="117531"/>
                </a:lnTo>
                <a:lnTo>
                  <a:pt x="1181749" y="117531"/>
                </a:lnTo>
                <a:cubicBezTo>
                  <a:pt x="1184012" y="117531"/>
                  <a:pt x="1186077" y="116964"/>
                  <a:pt x="1187944" y="115831"/>
                </a:cubicBezTo>
                <a:cubicBezTo>
                  <a:pt x="1189811" y="114698"/>
                  <a:pt x="1191098" y="113169"/>
                  <a:pt x="1191805" y="111243"/>
                </a:cubicBezTo>
                <a:cubicBezTo>
                  <a:pt x="1192512" y="109318"/>
                  <a:pt x="1192866" y="105580"/>
                  <a:pt x="1192866" y="100029"/>
                </a:cubicBezTo>
                <a:lnTo>
                  <a:pt x="1192866" y="48879"/>
                </a:lnTo>
                <a:lnTo>
                  <a:pt x="1177761" y="48879"/>
                </a:lnTo>
                <a:lnTo>
                  <a:pt x="1177761" y="42939"/>
                </a:lnTo>
                <a:lnTo>
                  <a:pt x="1192866" y="42939"/>
                </a:lnTo>
                <a:lnTo>
                  <a:pt x="1192866" y="37826"/>
                </a:lnTo>
                <a:cubicBezTo>
                  <a:pt x="1192866" y="30046"/>
                  <a:pt x="1194111" y="23458"/>
                  <a:pt x="1196600" y="18062"/>
                </a:cubicBezTo>
                <a:cubicBezTo>
                  <a:pt x="1199089" y="12666"/>
                  <a:pt x="1202894" y="8307"/>
                  <a:pt x="1208014" y="4986"/>
                </a:cubicBezTo>
                <a:cubicBezTo>
                  <a:pt x="1213133" y="1662"/>
                  <a:pt x="1218890" y="0"/>
                  <a:pt x="1225283" y="0"/>
                </a:cubicBezTo>
                <a:cubicBezTo>
                  <a:pt x="1231223" y="0"/>
                  <a:pt x="1236682" y="1923"/>
                  <a:pt x="1241660" y="5770"/>
                </a:cubicBezTo>
                <a:cubicBezTo>
                  <a:pt x="1244942" y="8316"/>
                  <a:pt x="1246582" y="11173"/>
                  <a:pt x="1246582" y="14341"/>
                </a:cubicBezTo>
                <a:cubicBezTo>
                  <a:pt x="1246582" y="16039"/>
                  <a:pt x="1245847" y="17637"/>
                  <a:pt x="1244376" y="19136"/>
                </a:cubicBezTo>
                <a:cubicBezTo>
                  <a:pt x="1242905" y="20635"/>
                  <a:pt x="1241321" y="21385"/>
                  <a:pt x="1239624" y="21385"/>
                </a:cubicBezTo>
                <a:cubicBezTo>
                  <a:pt x="1238323" y="21385"/>
                  <a:pt x="1236951" y="20913"/>
                  <a:pt x="1235508" y="19969"/>
                </a:cubicBezTo>
                <a:cubicBezTo>
                  <a:pt x="1234066" y="19025"/>
                  <a:pt x="1232298" y="16994"/>
                  <a:pt x="1230204" y="13877"/>
                </a:cubicBezTo>
                <a:cubicBezTo>
                  <a:pt x="1228111" y="10760"/>
                  <a:pt x="1226188" y="8658"/>
                  <a:pt x="1224434" y="7571"/>
                </a:cubicBezTo>
                <a:cubicBezTo>
                  <a:pt x="1222680" y="6484"/>
                  <a:pt x="1220728" y="5940"/>
                  <a:pt x="1218579" y="5940"/>
                </a:cubicBezTo>
                <a:cubicBezTo>
                  <a:pt x="1215976" y="5940"/>
                  <a:pt x="1213770" y="6640"/>
                  <a:pt x="1211960" y="8040"/>
                </a:cubicBezTo>
                <a:cubicBezTo>
                  <a:pt x="1210149" y="9439"/>
                  <a:pt x="1208848" y="11608"/>
                  <a:pt x="1208056" y="14548"/>
                </a:cubicBezTo>
                <a:cubicBezTo>
                  <a:pt x="1207264" y="17488"/>
                  <a:pt x="1206868" y="25067"/>
                  <a:pt x="1206868" y="37285"/>
                </a:cubicBezTo>
                <a:lnTo>
                  <a:pt x="1206868" y="42939"/>
                </a:lnTo>
                <a:lnTo>
                  <a:pt x="1226895" y="42939"/>
                </a:lnTo>
                <a:lnTo>
                  <a:pt x="1226895" y="48879"/>
                </a:lnTo>
                <a:lnTo>
                  <a:pt x="1206868" y="48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orma">
            <a:extLst xmlns:a="http://schemas.openxmlformats.org/drawingml/2006/main">
              <a:ext uri="{FF2B5EF4-FFF2-40B4-BE49-F238E27FC236}">
                <a16:creationId xmlns:a16="http://schemas.microsoft.com/office/drawing/2014/main" id="{07B795B6-C635-49DE-974D-590D9989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625" y="8225220"/>
            <a:ext cx="394372" cy="82314"/>
          </a:xfrm>
          <a:custGeom xmlns:a="http://schemas.openxmlformats.org/drawingml/2006/main">
            <a:pathLst>
              <a:path w="394372" h="82314">
                <a:moveTo>
                  <a:pt x="37593" y="0"/>
                </a:moveTo>
                <a:cubicBezTo>
                  <a:pt x="49360" y="0"/>
                  <a:pt x="58808" y="4465"/>
                  <a:pt x="65936" y="13395"/>
                </a:cubicBezTo>
                <a:cubicBezTo>
                  <a:pt x="71989" y="21023"/>
                  <a:pt x="75016" y="29783"/>
                  <a:pt x="75016" y="39675"/>
                </a:cubicBezTo>
                <a:cubicBezTo>
                  <a:pt x="75016" y="46626"/>
                  <a:pt x="73347" y="53662"/>
                  <a:pt x="70009" y="60783"/>
                </a:cubicBezTo>
                <a:cubicBezTo>
                  <a:pt x="66672" y="67903"/>
                  <a:pt x="62075" y="73271"/>
                  <a:pt x="56220" y="76888"/>
                </a:cubicBezTo>
                <a:cubicBezTo>
                  <a:pt x="50364" y="80505"/>
                  <a:pt x="43844" y="82314"/>
                  <a:pt x="36659" y="82314"/>
                </a:cubicBezTo>
                <a:cubicBezTo>
                  <a:pt x="24949" y="82314"/>
                  <a:pt x="15642" y="77651"/>
                  <a:pt x="8741" y="68325"/>
                </a:cubicBezTo>
                <a:cubicBezTo>
                  <a:pt x="2914" y="60471"/>
                  <a:pt x="0" y="51655"/>
                  <a:pt x="0" y="41878"/>
                </a:cubicBezTo>
                <a:cubicBezTo>
                  <a:pt x="0" y="34757"/>
                  <a:pt x="1768" y="27678"/>
                  <a:pt x="5304" y="20642"/>
                </a:cubicBezTo>
                <a:cubicBezTo>
                  <a:pt x="8840" y="13606"/>
                  <a:pt x="13493" y="8406"/>
                  <a:pt x="19263" y="5044"/>
                </a:cubicBezTo>
                <a:cubicBezTo>
                  <a:pt x="25034" y="1681"/>
                  <a:pt x="31144" y="0"/>
                  <a:pt x="37593" y="0"/>
                </a:cubicBezTo>
                <a:moveTo>
                  <a:pt x="34962" y="5601"/>
                </a:moveTo>
                <a:cubicBezTo>
                  <a:pt x="31964" y="5601"/>
                  <a:pt x="28951" y="6491"/>
                  <a:pt x="25925" y="8271"/>
                </a:cubicBezTo>
                <a:cubicBezTo>
                  <a:pt x="22898" y="10051"/>
                  <a:pt x="20451" y="13174"/>
                  <a:pt x="18584" y="17638"/>
                </a:cubicBezTo>
                <a:cubicBezTo>
                  <a:pt x="16717" y="22102"/>
                  <a:pt x="15784" y="27837"/>
                  <a:pt x="15784" y="34843"/>
                </a:cubicBezTo>
                <a:cubicBezTo>
                  <a:pt x="15784" y="46143"/>
                  <a:pt x="18033" y="55891"/>
                  <a:pt x="22530" y="64085"/>
                </a:cubicBezTo>
                <a:cubicBezTo>
                  <a:pt x="27028" y="72278"/>
                  <a:pt x="32954" y="76374"/>
                  <a:pt x="40308" y="76374"/>
                </a:cubicBezTo>
                <a:cubicBezTo>
                  <a:pt x="45796" y="76374"/>
                  <a:pt x="50322" y="74114"/>
                  <a:pt x="53886" y="69593"/>
                </a:cubicBezTo>
                <a:cubicBezTo>
                  <a:pt x="57450" y="65072"/>
                  <a:pt x="59232" y="57303"/>
                  <a:pt x="59232" y="46286"/>
                </a:cubicBezTo>
                <a:cubicBezTo>
                  <a:pt x="59232" y="32498"/>
                  <a:pt x="56262" y="21648"/>
                  <a:pt x="50322" y="13737"/>
                </a:cubicBezTo>
                <a:cubicBezTo>
                  <a:pt x="46305" y="8313"/>
                  <a:pt x="41185" y="5601"/>
                  <a:pt x="34962" y="5601"/>
                </a:cubicBezTo>
                <a:close/>
                <a:moveTo>
                  <a:pt x="109215" y="0"/>
                </a:moveTo>
                <a:lnTo>
                  <a:pt x="109215" y="17481"/>
                </a:lnTo>
                <a:cubicBezTo>
                  <a:pt x="115721" y="5827"/>
                  <a:pt x="122396" y="0"/>
                  <a:pt x="129242" y="0"/>
                </a:cubicBezTo>
                <a:cubicBezTo>
                  <a:pt x="132353" y="0"/>
                  <a:pt x="134927" y="948"/>
                  <a:pt x="136964" y="2843"/>
                </a:cubicBezTo>
                <a:cubicBezTo>
                  <a:pt x="139000" y="4738"/>
                  <a:pt x="140019" y="6930"/>
                  <a:pt x="140019" y="9419"/>
                </a:cubicBezTo>
                <a:cubicBezTo>
                  <a:pt x="140019" y="11626"/>
                  <a:pt x="139283" y="13493"/>
                  <a:pt x="137812" y="15020"/>
                </a:cubicBezTo>
                <a:cubicBezTo>
                  <a:pt x="136342" y="16548"/>
                  <a:pt x="134588" y="17311"/>
                  <a:pt x="132551" y="17311"/>
                </a:cubicBezTo>
                <a:cubicBezTo>
                  <a:pt x="130571" y="17311"/>
                  <a:pt x="128351" y="16336"/>
                  <a:pt x="125890" y="14384"/>
                </a:cubicBezTo>
                <a:cubicBezTo>
                  <a:pt x="123429" y="12432"/>
                  <a:pt x="121604" y="11456"/>
                  <a:pt x="120416" y="11456"/>
                </a:cubicBezTo>
                <a:cubicBezTo>
                  <a:pt x="119398" y="11456"/>
                  <a:pt x="118295" y="12020"/>
                  <a:pt x="117107" y="13148"/>
                </a:cubicBezTo>
                <a:cubicBezTo>
                  <a:pt x="114561" y="15462"/>
                  <a:pt x="111930" y="19271"/>
                  <a:pt x="109215" y="24575"/>
                </a:cubicBezTo>
                <a:lnTo>
                  <a:pt x="109215" y="61733"/>
                </a:lnTo>
                <a:cubicBezTo>
                  <a:pt x="109215" y="66020"/>
                  <a:pt x="109752" y="69264"/>
                  <a:pt x="110827" y="71465"/>
                </a:cubicBezTo>
                <a:cubicBezTo>
                  <a:pt x="111562" y="72989"/>
                  <a:pt x="112864" y="74259"/>
                  <a:pt x="114731" y="75276"/>
                </a:cubicBezTo>
                <a:cubicBezTo>
                  <a:pt x="116598" y="76291"/>
                  <a:pt x="119285" y="76798"/>
                  <a:pt x="122792" y="76798"/>
                </a:cubicBezTo>
                <a:lnTo>
                  <a:pt x="122792" y="79938"/>
                </a:lnTo>
                <a:lnTo>
                  <a:pt x="82993" y="79938"/>
                </a:lnTo>
                <a:lnTo>
                  <a:pt x="82993" y="76798"/>
                </a:lnTo>
                <a:cubicBezTo>
                  <a:pt x="86953" y="76798"/>
                  <a:pt x="89895" y="76178"/>
                  <a:pt x="91818" y="74937"/>
                </a:cubicBezTo>
                <a:cubicBezTo>
                  <a:pt x="93233" y="74033"/>
                  <a:pt x="94223" y="72593"/>
                  <a:pt x="94789" y="70617"/>
                </a:cubicBezTo>
                <a:cubicBezTo>
                  <a:pt x="95071" y="69657"/>
                  <a:pt x="95213" y="66919"/>
                  <a:pt x="95213" y="62404"/>
                </a:cubicBezTo>
                <a:lnTo>
                  <a:pt x="95213" y="32345"/>
                </a:lnTo>
                <a:cubicBezTo>
                  <a:pt x="95213" y="23313"/>
                  <a:pt x="95029" y="17936"/>
                  <a:pt x="94661" y="16216"/>
                </a:cubicBezTo>
                <a:cubicBezTo>
                  <a:pt x="94294" y="14494"/>
                  <a:pt x="93615" y="13238"/>
                  <a:pt x="92625" y="12448"/>
                </a:cubicBezTo>
                <a:cubicBezTo>
                  <a:pt x="91635" y="11658"/>
                  <a:pt x="90404" y="11262"/>
                  <a:pt x="88933" y="11262"/>
                </a:cubicBezTo>
                <a:cubicBezTo>
                  <a:pt x="87179" y="11262"/>
                  <a:pt x="85199" y="11686"/>
                  <a:pt x="82993" y="12533"/>
                </a:cubicBezTo>
                <a:lnTo>
                  <a:pt x="82144" y="9483"/>
                </a:lnTo>
                <a:lnTo>
                  <a:pt x="105651" y="0"/>
                </a:lnTo>
                <a:lnTo>
                  <a:pt x="109215" y="0"/>
                </a:lnTo>
                <a:close/>
                <a:moveTo>
                  <a:pt x="167427" y="16548"/>
                </a:moveTo>
                <a:cubicBezTo>
                  <a:pt x="173084" y="10890"/>
                  <a:pt x="176422" y="7637"/>
                  <a:pt x="177441" y="6789"/>
                </a:cubicBezTo>
                <a:cubicBezTo>
                  <a:pt x="179986" y="4639"/>
                  <a:pt x="182730" y="2970"/>
                  <a:pt x="185672" y="1782"/>
                </a:cubicBezTo>
                <a:cubicBezTo>
                  <a:pt x="188614" y="594"/>
                  <a:pt x="191527" y="0"/>
                  <a:pt x="194412" y="0"/>
                </a:cubicBezTo>
                <a:cubicBezTo>
                  <a:pt x="199278" y="0"/>
                  <a:pt x="203464" y="1414"/>
                  <a:pt x="206972" y="4243"/>
                </a:cubicBezTo>
                <a:cubicBezTo>
                  <a:pt x="210479" y="7072"/>
                  <a:pt x="212827" y="11173"/>
                  <a:pt x="214015" y="16548"/>
                </a:cubicBezTo>
                <a:cubicBezTo>
                  <a:pt x="219842" y="9759"/>
                  <a:pt x="224764" y="5304"/>
                  <a:pt x="228781" y="3182"/>
                </a:cubicBezTo>
                <a:cubicBezTo>
                  <a:pt x="232797" y="1061"/>
                  <a:pt x="236927" y="0"/>
                  <a:pt x="241170" y="0"/>
                </a:cubicBezTo>
                <a:cubicBezTo>
                  <a:pt x="245300" y="0"/>
                  <a:pt x="248963" y="1059"/>
                  <a:pt x="252160" y="3177"/>
                </a:cubicBezTo>
                <a:cubicBezTo>
                  <a:pt x="255356" y="5293"/>
                  <a:pt x="257888" y="8750"/>
                  <a:pt x="259755" y="13548"/>
                </a:cubicBezTo>
                <a:cubicBezTo>
                  <a:pt x="260999" y="16823"/>
                  <a:pt x="261621" y="21959"/>
                  <a:pt x="261621" y="28958"/>
                </a:cubicBezTo>
                <a:lnTo>
                  <a:pt x="261621" y="62319"/>
                </a:lnTo>
                <a:cubicBezTo>
                  <a:pt x="261621" y="67174"/>
                  <a:pt x="261989" y="70504"/>
                  <a:pt x="262725" y="72311"/>
                </a:cubicBezTo>
                <a:cubicBezTo>
                  <a:pt x="263290" y="73552"/>
                  <a:pt x="264337" y="74610"/>
                  <a:pt x="265864" y="75485"/>
                </a:cubicBezTo>
                <a:cubicBezTo>
                  <a:pt x="267392" y="76361"/>
                  <a:pt x="269881" y="76798"/>
                  <a:pt x="273332" y="76798"/>
                </a:cubicBezTo>
                <a:lnTo>
                  <a:pt x="273332" y="79938"/>
                </a:lnTo>
                <a:lnTo>
                  <a:pt x="234975" y="79938"/>
                </a:lnTo>
                <a:lnTo>
                  <a:pt x="234975" y="76798"/>
                </a:lnTo>
                <a:lnTo>
                  <a:pt x="236588" y="76798"/>
                </a:lnTo>
                <a:cubicBezTo>
                  <a:pt x="239926" y="76798"/>
                  <a:pt x="242528" y="76151"/>
                  <a:pt x="244395" y="74857"/>
                </a:cubicBezTo>
                <a:cubicBezTo>
                  <a:pt x="245696" y="73955"/>
                  <a:pt x="246630" y="72520"/>
                  <a:pt x="247195" y="70550"/>
                </a:cubicBezTo>
                <a:cubicBezTo>
                  <a:pt x="247422" y="69594"/>
                  <a:pt x="247535" y="66864"/>
                  <a:pt x="247535" y="62361"/>
                </a:cubicBezTo>
                <a:lnTo>
                  <a:pt x="247535" y="29096"/>
                </a:lnTo>
                <a:cubicBezTo>
                  <a:pt x="247535" y="22792"/>
                  <a:pt x="246771" y="18346"/>
                  <a:pt x="245244" y="15757"/>
                </a:cubicBezTo>
                <a:cubicBezTo>
                  <a:pt x="243037" y="12154"/>
                  <a:pt x="239501" y="10353"/>
                  <a:pt x="234636" y="10353"/>
                </a:cubicBezTo>
                <a:cubicBezTo>
                  <a:pt x="231638" y="10353"/>
                  <a:pt x="228625" y="11099"/>
                  <a:pt x="225598" y="12591"/>
                </a:cubicBezTo>
                <a:cubicBezTo>
                  <a:pt x="222572" y="14081"/>
                  <a:pt x="218909" y="16854"/>
                  <a:pt x="214609" y="20907"/>
                </a:cubicBezTo>
                <a:lnTo>
                  <a:pt x="214439" y="21835"/>
                </a:lnTo>
                <a:lnTo>
                  <a:pt x="214609" y="25466"/>
                </a:lnTo>
                <a:lnTo>
                  <a:pt x="214609" y="62361"/>
                </a:lnTo>
                <a:cubicBezTo>
                  <a:pt x="214609" y="67653"/>
                  <a:pt x="214906" y="70945"/>
                  <a:pt x="215500" y="72240"/>
                </a:cubicBezTo>
                <a:cubicBezTo>
                  <a:pt x="216094" y="73534"/>
                  <a:pt x="217211" y="74617"/>
                  <a:pt x="218852" y="75491"/>
                </a:cubicBezTo>
                <a:cubicBezTo>
                  <a:pt x="220493" y="76362"/>
                  <a:pt x="223293" y="76798"/>
                  <a:pt x="227253" y="76798"/>
                </a:cubicBezTo>
                <a:lnTo>
                  <a:pt x="227253" y="79938"/>
                </a:lnTo>
                <a:lnTo>
                  <a:pt x="187963" y="79938"/>
                </a:lnTo>
                <a:lnTo>
                  <a:pt x="187963" y="76798"/>
                </a:lnTo>
                <a:cubicBezTo>
                  <a:pt x="192263" y="76798"/>
                  <a:pt x="195219" y="76292"/>
                  <a:pt x="196831" y="75279"/>
                </a:cubicBezTo>
                <a:cubicBezTo>
                  <a:pt x="198443" y="74266"/>
                  <a:pt x="199561" y="72746"/>
                  <a:pt x="200183" y="70720"/>
                </a:cubicBezTo>
                <a:cubicBezTo>
                  <a:pt x="200466" y="69762"/>
                  <a:pt x="200607" y="66976"/>
                  <a:pt x="200607" y="62361"/>
                </a:cubicBezTo>
                <a:lnTo>
                  <a:pt x="200607" y="29096"/>
                </a:lnTo>
                <a:cubicBezTo>
                  <a:pt x="200607" y="22792"/>
                  <a:pt x="199674" y="18261"/>
                  <a:pt x="197807" y="15503"/>
                </a:cubicBezTo>
                <a:cubicBezTo>
                  <a:pt x="195318" y="11900"/>
                  <a:pt x="191838" y="10098"/>
                  <a:pt x="187369" y="10098"/>
                </a:cubicBezTo>
                <a:cubicBezTo>
                  <a:pt x="184314" y="10098"/>
                  <a:pt x="181287" y="10914"/>
                  <a:pt x="178289" y="12546"/>
                </a:cubicBezTo>
                <a:cubicBezTo>
                  <a:pt x="173594" y="15023"/>
                  <a:pt x="169973" y="17809"/>
                  <a:pt x="167427" y="20905"/>
                </a:cubicBezTo>
                <a:lnTo>
                  <a:pt x="167427" y="62361"/>
                </a:lnTo>
                <a:cubicBezTo>
                  <a:pt x="167427" y="67426"/>
                  <a:pt x="167781" y="70719"/>
                  <a:pt x="168488" y="72240"/>
                </a:cubicBezTo>
                <a:cubicBezTo>
                  <a:pt x="169195" y="73758"/>
                  <a:pt x="170242" y="74898"/>
                  <a:pt x="171628" y="75658"/>
                </a:cubicBezTo>
                <a:cubicBezTo>
                  <a:pt x="173014" y="76418"/>
                  <a:pt x="175828" y="76798"/>
                  <a:pt x="180071" y="76798"/>
                </a:cubicBezTo>
                <a:lnTo>
                  <a:pt x="180071" y="79938"/>
                </a:lnTo>
                <a:lnTo>
                  <a:pt x="141630" y="79938"/>
                </a:lnTo>
                <a:lnTo>
                  <a:pt x="141630" y="76798"/>
                </a:lnTo>
                <a:cubicBezTo>
                  <a:pt x="145194" y="76798"/>
                  <a:pt x="147683" y="76417"/>
                  <a:pt x="149097" y="75655"/>
                </a:cubicBezTo>
                <a:cubicBezTo>
                  <a:pt x="150512" y="74893"/>
                  <a:pt x="151587" y="73680"/>
                  <a:pt x="152322" y="72014"/>
                </a:cubicBezTo>
                <a:cubicBezTo>
                  <a:pt x="153057" y="70349"/>
                  <a:pt x="153425" y="67117"/>
                  <a:pt x="153425" y="62319"/>
                </a:cubicBezTo>
                <a:lnTo>
                  <a:pt x="153425" y="32684"/>
                </a:lnTo>
                <a:cubicBezTo>
                  <a:pt x="153425" y="24159"/>
                  <a:pt x="153171" y="18656"/>
                  <a:pt x="152661" y="16174"/>
                </a:cubicBezTo>
                <a:cubicBezTo>
                  <a:pt x="152265" y="14310"/>
                  <a:pt x="151643" y="13026"/>
                  <a:pt x="150795" y="12321"/>
                </a:cubicBezTo>
                <a:cubicBezTo>
                  <a:pt x="149946" y="11615"/>
                  <a:pt x="148786" y="11262"/>
                  <a:pt x="147315" y="11262"/>
                </a:cubicBezTo>
                <a:cubicBezTo>
                  <a:pt x="145731" y="11262"/>
                  <a:pt x="143836" y="11686"/>
                  <a:pt x="141630" y="12533"/>
                </a:cubicBezTo>
                <a:lnTo>
                  <a:pt x="140357" y="9483"/>
                </a:lnTo>
                <a:lnTo>
                  <a:pt x="163778" y="0"/>
                </a:lnTo>
                <a:lnTo>
                  <a:pt x="167427" y="0"/>
                </a:lnTo>
                <a:lnTo>
                  <a:pt x="167427" y="16548"/>
                </a:lnTo>
                <a:close/>
                <a:moveTo>
                  <a:pt x="367047" y="68736"/>
                </a:moveTo>
                <a:cubicBezTo>
                  <a:pt x="359070" y="74903"/>
                  <a:pt x="354063" y="78467"/>
                  <a:pt x="352026" y="79429"/>
                </a:cubicBezTo>
                <a:cubicBezTo>
                  <a:pt x="348972" y="80900"/>
                  <a:pt x="345719" y="81635"/>
                  <a:pt x="342268" y="81635"/>
                </a:cubicBezTo>
                <a:cubicBezTo>
                  <a:pt x="336893" y="81635"/>
                  <a:pt x="332466" y="79797"/>
                  <a:pt x="328987" y="76119"/>
                </a:cubicBezTo>
                <a:cubicBezTo>
                  <a:pt x="325508" y="72442"/>
                  <a:pt x="323768" y="67605"/>
                  <a:pt x="323768" y="61608"/>
                </a:cubicBezTo>
                <a:cubicBezTo>
                  <a:pt x="323768" y="57818"/>
                  <a:pt x="324617" y="54537"/>
                  <a:pt x="326314" y="51764"/>
                </a:cubicBezTo>
                <a:cubicBezTo>
                  <a:pt x="328633" y="47918"/>
                  <a:pt x="332664" y="44297"/>
                  <a:pt x="338406" y="40902"/>
                </a:cubicBezTo>
                <a:cubicBezTo>
                  <a:pt x="344149" y="37508"/>
                  <a:pt x="353695" y="33378"/>
                  <a:pt x="367047" y="28513"/>
                </a:cubicBezTo>
                <a:lnTo>
                  <a:pt x="367047" y="25458"/>
                </a:lnTo>
                <a:cubicBezTo>
                  <a:pt x="367047" y="17707"/>
                  <a:pt x="365816" y="12390"/>
                  <a:pt x="363355" y="9504"/>
                </a:cubicBezTo>
                <a:cubicBezTo>
                  <a:pt x="360894" y="6619"/>
                  <a:pt x="357316" y="5176"/>
                  <a:pt x="352621" y="5176"/>
                </a:cubicBezTo>
                <a:cubicBezTo>
                  <a:pt x="349056" y="5176"/>
                  <a:pt x="346228" y="6135"/>
                  <a:pt x="344135" y="8051"/>
                </a:cubicBezTo>
                <a:cubicBezTo>
                  <a:pt x="341985" y="9967"/>
                  <a:pt x="340910" y="12166"/>
                  <a:pt x="340910" y="14646"/>
                </a:cubicBezTo>
                <a:lnTo>
                  <a:pt x="341080" y="19550"/>
                </a:lnTo>
                <a:cubicBezTo>
                  <a:pt x="341080" y="22141"/>
                  <a:pt x="340415" y="24142"/>
                  <a:pt x="339085" y="25551"/>
                </a:cubicBezTo>
                <a:cubicBezTo>
                  <a:pt x="337756" y="26960"/>
                  <a:pt x="336016" y="27664"/>
                  <a:pt x="333866" y="27664"/>
                </a:cubicBezTo>
                <a:cubicBezTo>
                  <a:pt x="331773" y="27664"/>
                  <a:pt x="330062" y="26931"/>
                  <a:pt x="328732" y="25466"/>
                </a:cubicBezTo>
                <a:cubicBezTo>
                  <a:pt x="327403" y="23999"/>
                  <a:pt x="326738" y="21995"/>
                  <a:pt x="326738" y="19457"/>
                </a:cubicBezTo>
                <a:cubicBezTo>
                  <a:pt x="326738" y="14607"/>
                  <a:pt x="329227" y="10152"/>
                  <a:pt x="334206" y="6091"/>
                </a:cubicBezTo>
                <a:cubicBezTo>
                  <a:pt x="339184" y="2030"/>
                  <a:pt x="346171" y="0"/>
                  <a:pt x="355166" y="0"/>
                </a:cubicBezTo>
                <a:cubicBezTo>
                  <a:pt x="362068" y="0"/>
                  <a:pt x="367726" y="1158"/>
                  <a:pt x="372138" y="3474"/>
                </a:cubicBezTo>
                <a:cubicBezTo>
                  <a:pt x="375476" y="5226"/>
                  <a:pt x="377937" y="7967"/>
                  <a:pt x="379521" y="11697"/>
                </a:cubicBezTo>
                <a:cubicBezTo>
                  <a:pt x="380539" y="14127"/>
                  <a:pt x="381049" y="19099"/>
                  <a:pt x="381049" y="26614"/>
                </a:cubicBezTo>
                <a:lnTo>
                  <a:pt x="381049" y="52974"/>
                </a:lnTo>
                <a:cubicBezTo>
                  <a:pt x="381049" y="60376"/>
                  <a:pt x="381190" y="64911"/>
                  <a:pt x="381473" y="66578"/>
                </a:cubicBezTo>
                <a:cubicBezTo>
                  <a:pt x="381756" y="68245"/>
                  <a:pt x="382222" y="69361"/>
                  <a:pt x="382873" y="69927"/>
                </a:cubicBezTo>
                <a:cubicBezTo>
                  <a:pt x="383524" y="70491"/>
                  <a:pt x="384273" y="70773"/>
                  <a:pt x="385122" y="70773"/>
                </a:cubicBezTo>
                <a:cubicBezTo>
                  <a:pt x="386027" y="70773"/>
                  <a:pt x="386819" y="70575"/>
                  <a:pt x="387498" y="70179"/>
                </a:cubicBezTo>
                <a:cubicBezTo>
                  <a:pt x="388686" y="69444"/>
                  <a:pt x="390977" y="67379"/>
                  <a:pt x="394372" y="63984"/>
                </a:cubicBezTo>
                <a:lnTo>
                  <a:pt x="394372" y="68736"/>
                </a:lnTo>
                <a:cubicBezTo>
                  <a:pt x="388035" y="77222"/>
                  <a:pt x="381982" y="81465"/>
                  <a:pt x="376212" y="81465"/>
                </a:cubicBezTo>
                <a:cubicBezTo>
                  <a:pt x="373439" y="81465"/>
                  <a:pt x="371233" y="80504"/>
                  <a:pt x="369592" y="78580"/>
                </a:cubicBezTo>
                <a:cubicBezTo>
                  <a:pt x="367952" y="76657"/>
                  <a:pt x="367103" y="73375"/>
                  <a:pt x="367047" y="68736"/>
                </a:cubicBezTo>
                <a:moveTo>
                  <a:pt x="367047" y="63173"/>
                </a:moveTo>
                <a:lnTo>
                  <a:pt x="367047" y="33689"/>
                </a:lnTo>
                <a:cubicBezTo>
                  <a:pt x="358504" y="37068"/>
                  <a:pt x="352988" y="39462"/>
                  <a:pt x="350499" y="40871"/>
                </a:cubicBezTo>
                <a:cubicBezTo>
                  <a:pt x="346030" y="43349"/>
                  <a:pt x="342833" y="45940"/>
                  <a:pt x="340910" y="48643"/>
                </a:cubicBezTo>
                <a:cubicBezTo>
                  <a:pt x="338986" y="51346"/>
                  <a:pt x="338025" y="54303"/>
                  <a:pt x="338025" y="57514"/>
                </a:cubicBezTo>
                <a:cubicBezTo>
                  <a:pt x="338025" y="61569"/>
                  <a:pt x="339241" y="64935"/>
                  <a:pt x="341674" y="67609"/>
                </a:cubicBezTo>
                <a:cubicBezTo>
                  <a:pt x="344106" y="70284"/>
                  <a:pt x="346907" y="71622"/>
                  <a:pt x="350075" y="71622"/>
                </a:cubicBezTo>
                <a:cubicBezTo>
                  <a:pt x="354374" y="71622"/>
                  <a:pt x="360032" y="68805"/>
                  <a:pt x="367047" y="631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certainactionorprocess">
            <a:extLst xmlns:a="http://schemas.openxmlformats.org/drawingml/2006/main">
              <a:ext uri="{FF2B5EF4-FFF2-40B4-BE49-F238E27FC236}">
                <a16:creationId xmlns:a16="http://schemas.microsoft.com/office/drawing/2014/main" id="{DD70D16F-06D7-410A-8EC7-CB1E9B64B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49" y="8385016"/>
            <a:ext cx="1681937" cy="157839"/>
          </a:xfrm>
          <a:custGeom xmlns:a="http://schemas.openxmlformats.org/drawingml/2006/main">
            <a:pathLst>
              <a:path w="1681937" h="157839">
                <a:moveTo>
                  <a:pt x="65512" y="91139"/>
                </a:moveTo>
                <a:cubicBezTo>
                  <a:pt x="63419" y="101379"/>
                  <a:pt x="59317" y="109257"/>
                  <a:pt x="53207" y="114773"/>
                </a:cubicBezTo>
                <a:cubicBezTo>
                  <a:pt x="47097" y="120289"/>
                  <a:pt x="40337" y="123047"/>
                  <a:pt x="32926" y="123047"/>
                </a:cubicBezTo>
                <a:cubicBezTo>
                  <a:pt x="24100" y="123047"/>
                  <a:pt x="16406" y="119346"/>
                  <a:pt x="9844" y="111943"/>
                </a:cubicBezTo>
                <a:cubicBezTo>
                  <a:pt x="3281" y="104539"/>
                  <a:pt x="0" y="94536"/>
                  <a:pt x="0" y="81932"/>
                </a:cubicBezTo>
                <a:cubicBezTo>
                  <a:pt x="0" y="69725"/>
                  <a:pt x="3635" y="59807"/>
                  <a:pt x="10904" y="52178"/>
                </a:cubicBezTo>
                <a:cubicBezTo>
                  <a:pt x="18174" y="44548"/>
                  <a:pt x="26901" y="40733"/>
                  <a:pt x="37084" y="40733"/>
                </a:cubicBezTo>
                <a:cubicBezTo>
                  <a:pt x="44721" y="40733"/>
                  <a:pt x="51001" y="42749"/>
                  <a:pt x="55923" y="46782"/>
                </a:cubicBezTo>
                <a:cubicBezTo>
                  <a:pt x="60844" y="50812"/>
                  <a:pt x="63305" y="54999"/>
                  <a:pt x="63305" y="59341"/>
                </a:cubicBezTo>
                <a:cubicBezTo>
                  <a:pt x="63305" y="61484"/>
                  <a:pt x="62612" y="63218"/>
                  <a:pt x="61226" y="64544"/>
                </a:cubicBezTo>
                <a:cubicBezTo>
                  <a:pt x="59840" y="65868"/>
                  <a:pt x="57903" y="66530"/>
                  <a:pt x="55413" y="66530"/>
                </a:cubicBezTo>
                <a:cubicBezTo>
                  <a:pt x="52076" y="66530"/>
                  <a:pt x="49558" y="65455"/>
                  <a:pt x="47861" y="63305"/>
                </a:cubicBezTo>
                <a:cubicBezTo>
                  <a:pt x="46899" y="62117"/>
                  <a:pt x="46263" y="59854"/>
                  <a:pt x="45952" y="56517"/>
                </a:cubicBezTo>
                <a:cubicBezTo>
                  <a:pt x="45640" y="53179"/>
                  <a:pt x="44495" y="50633"/>
                  <a:pt x="42515" y="48879"/>
                </a:cubicBezTo>
                <a:cubicBezTo>
                  <a:pt x="40535" y="47182"/>
                  <a:pt x="37791" y="46333"/>
                  <a:pt x="34283" y="46333"/>
                </a:cubicBezTo>
                <a:cubicBezTo>
                  <a:pt x="28626" y="46333"/>
                  <a:pt x="24072" y="48427"/>
                  <a:pt x="20621" y="52613"/>
                </a:cubicBezTo>
                <a:cubicBezTo>
                  <a:pt x="16039" y="58157"/>
                  <a:pt x="13747" y="65483"/>
                  <a:pt x="13747" y="74592"/>
                </a:cubicBezTo>
                <a:cubicBezTo>
                  <a:pt x="13747" y="83870"/>
                  <a:pt x="16024" y="92059"/>
                  <a:pt x="20579" y="99159"/>
                </a:cubicBezTo>
                <a:cubicBezTo>
                  <a:pt x="25133" y="106259"/>
                  <a:pt x="31285" y="109809"/>
                  <a:pt x="39036" y="109809"/>
                </a:cubicBezTo>
                <a:cubicBezTo>
                  <a:pt x="44580" y="109809"/>
                  <a:pt x="49558" y="107913"/>
                  <a:pt x="53971" y="104123"/>
                </a:cubicBezTo>
                <a:cubicBezTo>
                  <a:pt x="57082" y="101521"/>
                  <a:pt x="60109" y="96797"/>
                  <a:pt x="63051" y="89951"/>
                </a:cubicBezTo>
                <a:lnTo>
                  <a:pt x="65512" y="91139"/>
                </a:lnTo>
                <a:close/>
                <a:moveTo>
                  <a:pt x="89723" y="72301"/>
                </a:moveTo>
                <a:cubicBezTo>
                  <a:pt x="89667" y="83815"/>
                  <a:pt x="92467" y="92846"/>
                  <a:pt x="98124" y="99395"/>
                </a:cubicBezTo>
                <a:cubicBezTo>
                  <a:pt x="103782" y="105941"/>
                  <a:pt x="110429" y="109215"/>
                  <a:pt x="118066" y="109215"/>
                </a:cubicBezTo>
                <a:cubicBezTo>
                  <a:pt x="123158" y="109215"/>
                  <a:pt x="127585" y="107814"/>
                  <a:pt x="131347" y="105014"/>
                </a:cubicBezTo>
                <a:cubicBezTo>
                  <a:pt x="135109" y="102214"/>
                  <a:pt x="138263" y="97419"/>
                  <a:pt x="140809" y="90630"/>
                </a:cubicBezTo>
                <a:lnTo>
                  <a:pt x="143439" y="92327"/>
                </a:lnTo>
                <a:cubicBezTo>
                  <a:pt x="142251" y="100078"/>
                  <a:pt x="138800" y="107136"/>
                  <a:pt x="133087" y="113500"/>
                </a:cubicBezTo>
                <a:cubicBezTo>
                  <a:pt x="127373" y="119864"/>
                  <a:pt x="120216" y="123047"/>
                  <a:pt x="111617" y="123047"/>
                </a:cubicBezTo>
                <a:cubicBezTo>
                  <a:pt x="102282" y="123047"/>
                  <a:pt x="94292" y="119420"/>
                  <a:pt x="87644" y="112166"/>
                </a:cubicBezTo>
                <a:cubicBezTo>
                  <a:pt x="80997" y="104911"/>
                  <a:pt x="77673" y="95157"/>
                  <a:pt x="77673" y="82905"/>
                </a:cubicBezTo>
                <a:cubicBezTo>
                  <a:pt x="77673" y="69639"/>
                  <a:pt x="81082" y="59294"/>
                  <a:pt x="87899" y="51871"/>
                </a:cubicBezTo>
                <a:cubicBezTo>
                  <a:pt x="94716" y="44445"/>
                  <a:pt x="103273" y="40733"/>
                  <a:pt x="113569" y="40733"/>
                </a:cubicBezTo>
                <a:cubicBezTo>
                  <a:pt x="122281" y="40733"/>
                  <a:pt x="129438" y="43597"/>
                  <a:pt x="135038" y="49325"/>
                </a:cubicBezTo>
                <a:cubicBezTo>
                  <a:pt x="140639" y="55051"/>
                  <a:pt x="143439" y="62710"/>
                  <a:pt x="143439" y="72301"/>
                </a:cubicBezTo>
                <a:lnTo>
                  <a:pt x="89723" y="72301"/>
                </a:lnTo>
                <a:moveTo>
                  <a:pt x="89723" y="67379"/>
                </a:moveTo>
                <a:lnTo>
                  <a:pt x="125704" y="67379"/>
                </a:lnTo>
                <a:cubicBezTo>
                  <a:pt x="125421" y="62400"/>
                  <a:pt x="124827" y="58893"/>
                  <a:pt x="123922" y="56856"/>
                </a:cubicBezTo>
                <a:cubicBezTo>
                  <a:pt x="122507" y="53688"/>
                  <a:pt x="120400" y="51199"/>
                  <a:pt x="117600" y="49388"/>
                </a:cubicBezTo>
                <a:cubicBezTo>
                  <a:pt x="114799" y="47578"/>
                  <a:pt x="111872" y="46673"/>
                  <a:pt x="108817" y="46673"/>
                </a:cubicBezTo>
                <a:cubicBezTo>
                  <a:pt x="104121" y="46673"/>
                  <a:pt x="99921" y="48497"/>
                  <a:pt x="96215" y="52146"/>
                </a:cubicBezTo>
                <a:cubicBezTo>
                  <a:pt x="92509" y="55795"/>
                  <a:pt x="90346" y="60873"/>
                  <a:pt x="89723" y="67379"/>
                </a:cubicBezTo>
                <a:close/>
                <a:moveTo>
                  <a:pt x="176561" y="40733"/>
                </a:moveTo>
                <a:lnTo>
                  <a:pt x="176561" y="58214"/>
                </a:lnTo>
                <a:cubicBezTo>
                  <a:pt x="183067" y="46560"/>
                  <a:pt x="189743" y="40733"/>
                  <a:pt x="196588" y="40733"/>
                </a:cubicBezTo>
                <a:cubicBezTo>
                  <a:pt x="199700" y="40733"/>
                  <a:pt x="202274" y="41680"/>
                  <a:pt x="204311" y="43576"/>
                </a:cubicBezTo>
                <a:cubicBezTo>
                  <a:pt x="206347" y="45471"/>
                  <a:pt x="207366" y="47663"/>
                  <a:pt x="207366" y="50152"/>
                </a:cubicBezTo>
                <a:cubicBezTo>
                  <a:pt x="207366" y="52359"/>
                  <a:pt x="206630" y="54225"/>
                  <a:pt x="205159" y="55753"/>
                </a:cubicBezTo>
                <a:cubicBezTo>
                  <a:pt x="203688" y="57280"/>
                  <a:pt x="201935" y="58044"/>
                  <a:pt x="199898" y="58044"/>
                </a:cubicBezTo>
                <a:cubicBezTo>
                  <a:pt x="197918" y="58044"/>
                  <a:pt x="195697" y="57068"/>
                  <a:pt x="193236" y="55116"/>
                </a:cubicBezTo>
                <a:cubicBezTo>
                  <a:pt x="190775" y="53165"/>
                  <a:pt x="188951" y="52189"/>
                  <a:pt x="187763" y="52189"/>
                </a:cubicBezTo>
                <a:cubicBezTo>
                  <a:pt x="186745" y="52189"/>
                  <a:pt x="185641" y="52753"/>
                  <a:pt x="184453" y="53881"/>
                </a:cubicBezTo>
                <a:cubicBezTo>
                  <a:pt x="181908" y="56195"/>
                  <a:pt x="179277" y="60004"/>
                  <a:pt x="176561" y="65308"/>
                </a:cubicBezTo>
                <a:lnTo>
                  <a:pt x="176561" y="102466"/>
                </a:lnTo>
                <a:cubicBezTo>
                  <a:pt x="176561" y="106753"/>
                  <a:pt x="177099" y="109997"/>
                  <a:pt x="178174" y="112198"/>
                </a:cubicBezTo>
                <a:cubicBezTo>
                  <a:pt x="178909" y="113722"/>
                  <a:pt x="180210" y="114992"/>
                  <a:pt x="182077" y="116009"/>
                </a:cubicBezTo>
                <a:cubicBezTo>
                  <a:pt x="183944" y="117023"/>
                  <a:pt x="186632" y="117531"/>
                  <a:pt x="190139" y="117531"/>
                </a:cubicBezTo>
                <a:lnTo>
                  <a:pt x="190139" y="120671"/>
                </a:lnTo>
                <a:lnTo>
                  <a:pt x="150340" y="120671"/>
                </a:lnTo>
                <a:lnTo>
                  <a:pt x="150340" y="117531"/>
                </a:lnTo>
                <a:cubicBezTo>
                  <a:pt x="154300" y="117531"/>
                  <a:pt x="157242" y="116910"/>
                  <a:pt x="159165" y="115669"/>
                </a:cubicBezTo>
                <a:cubicBezTo>
                  <a:pt x="160580" y="114766"/>
                  <a:pt x="161570" y="113326"/>
                  <a:pt x="162135" y="111349"/>
                </a:cubicBezTo>
                <a:cubicBezTo>
                  <a:pt x="162418" y="110389"/>
                  <a:pt x="162560" y="107652"/>
                  <a:pt x="162560" y="103136"/>
                </a:cubicBezTo>
                <a:lnTo>
                  <a:pt x="162560" y="73078"/>
                </a:lnTo>
                <a:cubicBezTo>
                  <a:pt x="162560" y="64045"/>
                  <a:pt x="162376" y="58669"/>
                  <a:pt x="162008" y="56949"/>
                </a:cubicBezTo>
                <a:cubicBezTo>
                  <a:pt x="161640" y="55227"/>
                  <a:pt x="160961" y="53971"/>
                  <a:pt x="159971" y="53181"/>
                </a:cubicBezTo>
                <a:cubicBezTo>
                  <a:pt x="158981" y="52390"/>
                  <a:pt x="157751" y="51995"/>
                  <a:pt x="156280" y="51995"/>
                </a:cubicBezTo>
                <a:cubicBezTo>
                  <a:pt x="154526" y="51995"/>
                  <a:pt x="152546" y="52419"/>
                  <a:pt x="150340" y="53265"/>
                </a:cubicBezTo>
                <a:lnTo>
                  <a:pt x="149491" y="50216"/>
                </a:lnTo>
                <a:lnTo>
                  <a:pt x="172997" y="40733"/>
                </a:lnTo>
                <a:lnTo>
                  <a:pt x="176561" y="40733"/>
                </a:lnTo>
                <a:close/>
                <a:moveTo>
                  <a:pt x="234265" y="17311"/>
                </a:moveTo>
                <a:lnTo>
                  <a:pt x="234265" y="42939"/>
                </a:lnTo>
                <a:lnTo>
                  <a:pt x="252425" y="42939"/>
                </a:lnTo>
                <a:lnTo>
                  <a:pt x="252425" y="48879"/>
                </a:lnTo>
                <a:lnTo>
                  <a:pt x="234265" y="48879"/>
                </a:lnTo>
                <a:lnTo>
                  <a:pt x="234265" y="99217"/>
                </a:lnTo>
                <a:cubicBezTo>
                  <a:pt x="234265" y="104247"/>
                  <a:pt x="234986" y="107638"/>
                  <a:pt x="236429" y="109390"/>
                </a:cubicBezTo>
                <a:cubicBezTo>
                  <a:pt x="237871" y="111140"/>
                  <a:pt x="239724" y="112015"/>
                  <a:pt x="241987" y="112015"/>
                </a:cubicBezTo>
                <a:cubicBezTo>
                  <a:pt x="243854" y="112015"/>
                  <a:pt x="245664" y="111435"/>
                  <a:pt x="247418" y="110275"/>
                </a:cubicBezTo>
                <a:cubicBezTo>
                  <a:pt x="249172" y="109116"/>
                  <a:pt x="250530" y="107404"/>
                  <a:pt x="251491" y="105141"/>
                </a:cubicBezTo>
                <a:lnTo>
                  <a:pt x="254801" y="105141"/>
                </a:lnTo>
                <a:cubicBezTo>
                  <a:pt x="252821" y="110701"/>
                  <a:pt x="250020" y="114906"/>
                  <a:pt x="246400" y="117756"/>
                </a:cubicBezTo>
                <a:cubicBezTo>
                  <a:pt x="242779" y="120604"/>
                  <a:pt x="239045" y="122028"/>
                  <a:pt x="235198" y="122028"/>
                </a:cubicBezTo>
                <a:cubicBezTo>
                  <a:pt x="232596" y="122028"/>
                  <a:pt x="230050" y="121306"/>
                  <a:pt x="227561" y="119862"/>
                </a:cubicBezTo>
                <a:cubicBezTo>
                  <a:pt x="225072" y="118417"/>
                  <a:pt x="223233" y="116351"/>
                  <a:pt x="222045" y="113662"/>
                </a:cubicBezTo>
                <a:cubicBezTo>
                  <a:pt x="220857" y="110971"/>
                  <a:pt x="220263" y="106822"/>
                  <a:pt x="220263" y="101214"/>
                </a:cubicBezTo>
                <a:lnTo>
                  <a:pt x="220263" y="48879"/>
                </a:lnTo>
                <a:lnTo>
                  <a:pt x="207958" y="48879"/>
                </a:lnTo>
                <a:lnTo>
                  <a:pt x="207958" y="46079"/>
                </a:lnTo>
                <a:cubicBezTo>
                  <a:pt x="211070" y="44831"/>
                  <a:pt x="214252" y="42717"/>
                  <a:pt x="217505" y="39738"/>
                </a:cubicBezTo>
                <a:cubicBezTo>
                  <a:pt x="220758" y="36759"/>
                  <a:pt x="223657" y="33227"/>
                  <a:pt x="226203" y="29141"/>
                </a:cubicBezTo>
                <a:cubicBezTo>
                  <a:pt x="227504" y="26986"/>
                  <a:pt x="229315" y="23043"/>
                  <a:pt x="231634" y="17311"/>
                </a:cubicBezTo>
                <a:lnTo>
                  <a:pt x="234265" y="17311"/>
                </a:lnTo>
                <a:close/>
                <a:moveTo>
                  <a:pt x="304049" y="109469"/>
                </a:moveTo>
                <a:cubicBezTo>
                  <a:pt x="296072" y="115636"/>
                  <a:pt x="291065" y="119200"/>
                  <a:pt x="289029" y="120161"/>
                </a:cubicBezTo>
                <a:cubicBezTo>
                  <a:pt x="285974" y="121632"/>
                  <a:pt x="282721" y="122368"/>
                  <a:pt x="279270" y="122368"/>
                </a:cubicBezTo>
                <a:cubicBezTo>
                  <a:pt x="273895" y="122368"/>
                  <a:pt x="269468" y="120529"/>
                  <a:pt x="265989" y="116852"/>
                </a:cubicBezTo>
                <a:cubicBezTo>
                  <a:pt x="262510" y="113175"/>
                  <a:pt x="260770" y="108338"/>
                  <a:pt x="260770" y="102341"/>
                </a:cubicBezTo>
                <a:cubicBezTo>
                  <a:pt x="260770" y="98551"/>
                  <a:pt x="261619" y="95269"/>
                  <a:pt x="263316" y="92497"/>
                </a:cubicBezTo>
                <a:cubicBezTo>
                  <a:pt x="265636" y="88650"/>
                  <a:pt x="269666" y="85030"/>
                  <a:pt x="275409" y="81635"/>
                </a:cubicBezTo>
                <a:cubicBezTo>
                  <a:pt x="281151" y="78241"/>
                  <a:pt x="290698" y="74111"/>
                  <a:pt x="304049" y="69246"/>
                </a:cubicBezTo>
                <a:lnTo>
                  <a:pt x="304049" y="66191"/>
                </a:lnTo>
                <a:cubicBezTo>
                  <a:pt x="304049" y="58440"/>
                  <a:pt x="302818" y="53122"/>
                  <a:pt x="300357" y="50237"/>
                </a:cubicBezTo>
                <a:cubicBezTo>
                  <a:pt x="297897" y="47352"/>
                  <a:pt x="294318" y="45909"/>
                  <a:pt x="289623" y="45909"/>
                </a:cubicBezTo>
                <a:cubicBezTo>
                  <a:pt x="286059" y="45909"/>
                  <a:pt x="283230" y="46867"/>
                  <a:pt x="281137" y="48784"/>
                </a:cubicBezTo>
                <a:cubicBezTo>
                  <a:pt x="278987" y="50700"/>
                  <a:pt x="277912" y="52899"/>
                  <a:pt x="277912" y="55379"/>
                </a:cubicBezTo>
                <a:lnTo>
                  <a:pt x="278082" y="60282"/>
                </a:lnTo>
                <a:cubicBezTo>
                  <a:pt x="278082" y="62874"/>
                  <a:pt x="277417" y="64874"/>
                  <a:pt x="276088" y="66283"/>
                </a:cubicBezTo>
                <a:cubicBezTo>
                  <a:pt x="274758" y="67692"/>
                  <a:pt x="273018" y="68397"/>
                  <a:pt x="270869" y="68397"/>
                </a:cubicBezTo>
                <a:cubicBezTo>
                  <a:pt x="268775" y="68397"/>
                  <a:pt x="267064" y="67664"/>
                  <a:pt x="265735" y="66199"/>
                </a:cubicBezTo>
                <a:cubicBezTo>
                  <a:pt x="264405" y="64731"/>
                  <a:pt x="263740" y="62728"/>
                  <a:pt x="263740" y="60189"/>
                </a:cubicBezTo>
                <a:cubicBezTo>
                  <a:pt x="263740" y="55340"/>
                  <a:pt x="266230" y="50885"/>
                  <a:pt x="271208" y="46824"/>
                </a:cubicBezTo>
                <a:cubicBezTo>
                  <a:pt x="276187" y="42763"/>
                  <a:pt x="283173" y="40733"/>
                  <a:pt x="292168" y="40733"/>
                </a:cubicBezTo>
                <a:cubicBezTo>
                  <a:pt x="299070" y="40733"/>
                  <a:pt x="304728" y="41891"/>
                  <a:pt x="309140" y="44207"/>
                </a:cubicBezTo>
                <a:cubicBezTo>
                  <a:pt x="312478" y="45959"/>
                  <a:pt x="314939" y="48700"/>
                  <a:pt x="316523" y="52430"/>
                </a:cubicBezTo>
                <a:cubicBezTo>
                  <a:pt x="317542" y="54859"/>
                  <a:pt x="318051" y="59831"/>
                  <a:pt x="318051" y="67347"/>
                </a:cubicBezTo>
                <a:lnTo>
                  <a:pt x="318051" y="93706"/>
                </a:lnTo>
                <a:cubicBezTo>
                  <a:pt x="318051" y="101109"/>
                  <a:pt x="318192" y="105643"/>
                  <a:pt x="318475" y="107311"/>
                </a:cubicBezTo>
                <a:cubicBezTo>
                  <a:pt x="318758" y="108978"/>
                  <a:pt x="319225" y="110094"/>
                  <a:pt x="319875" y="110660"/>
                </a:cubicBezTo>
                <a:cubicBezTo>
                  <a:pt x="320526" y="111224"/>
                  <a:pt x="321275" y="111506"/>
                  <a:pt x="322124" y="111506"/>
                </a:cubicBezTo>
                <a:cubicBezTo>
                  <a:pt x="323029" y="111506"/>
                  <a:pt x="323821" y="111308"/>
                  <a:pt x="324500" y="110912"/>
                </a:cubicBezTo>
                <a:cubicBezTo>
                  <a:pt x="325688" y="110176"/>
                  <a:pt x="327979" y="108111"/>
                  <a:pt x="331374" y="104717"/>
                </a:cubicBezTo>
                <a:lnTo>
                  <a:pt x="331374" y="109469"/>
                </a:lnTo>
                <a:cubicBezTo>
                  <a:pt x="325038" y="117955"/>
                  <a:pt x="318984" y="122198"/>
                  <a:pt x="313214" y="122198"/>
                </a:cubicBezTo>
                <a:cubicBezTo>
                  <a:pt x="310442" y="122198"/>
                  <a:pt x="308235" y="121236"/>
                  <a:pt x="306595" y="119313"/>
                </a:cubicBezTo>
                <a:cubicBezTo>
                  <a:pt x="304954" y="117389"/>
                  <a:pt x="304105" y="114108"/>
                  <a:pt x="304049" y="109469"/>
                </a:cubicBezTo>
                <a:moveTo>
                  <a:pt x="304049" y="103906"/>
                </a:moveTo>
                <a:lnTo>
                  <a:pt x="304049" y="74422"/>
                </a:lnTo>
                <a:cubicBezTo>
                  <a:pt x="295506" y="77801"/>
                  <a:pt x="289990" y="80194"/>
                  <a:pt x="287501" y="81603"/>
                </a:cubicBezTo>
                <a:cubicBezTo>
                  <a:pt x="283032" y="84082"/>
                  <a:pt x="279836" y="86673"/>
                  <a:pt x="277912" y="89376"/>
                </a:cubicBezTo>
                <a:cubicBezTo>
                  <a:pt x="275989" y="92079"/>
                  <a:pt x="275027" y="95036"/>
                  <a:pt x="275027" y="98246"/>
                </a:cubicBezTo>
                <a:cubicBezTo>
                  <a:pt x="275027" y="102302"/>
                  <a:pt x="276243" y="105667"/>
                  <a:pt x="278676" y="108342"/>
                </a:cubicBezTo>
                <a:cubicBezTo>
                  <a:pt x="281108" y="111017"/>
                  <a:pt x="283909" y="112354"/>
                  <a:pt x="287077" y="112354"/>
                </a:cubicBezTo>
                <a:cubicBezTo>
                  <a:pt x="291376" y="112354"/>
                  <a:pt x="297034" y="109538"/>
                  <a:pt x="304049" y="103906"/>
                </a:cubicBezTo>
                <a:close/>
                <a:moveTo>
                  <a:pt x="356943" y="0"/>
                </a:moveTo>
                <a:cubicBezTo>
                  <a:pt x="359319" y="0"/>
                  <a:pt x="361342" y="839"/>
                  <a:pt x="363011" y="2517"/>
                </a:cubicBezTo>
                <a:cubicBezTo>
                  <a:pt x="364680" y="4193"/>
                  <a:pt x="365514" y="6225"/>
                  <a:pt x="365514" y="8613"/>
                </a:cubicBezTo>
                <a:cubicBezTo>
                  <a:pt x="365514" y="11002"/>
                  <a:pt x="364680" y="13049"/>
                  <a:pt x="363011" y="14755"/>
                </a:cubicBezTo>
                <a:cubicBezTo>
                  <a:pt x="361342" y="16459"/>
                  <a:pt x="359319" y="17311"/>
                  <a:pt x="356943" y="17311"/>
                </a:cubicBezTo>
                <a:cubicBezTo>
                  <a:pt x="354567" y="17311"/>
                  <a:pt x="352530" y="16459"/>
                  <a:pt x="350833" y="14755"/>
                </a:cubicBezTo>
                <a:cubicBezTo>
                  <a:pt x="349136" y="13049"/>
                  <a:pt x="348287" y="11002"/>
                  <a:pt x="348287" y="8613"/>
                </a:cubicBezTo>
                <a:cubicBezTo>
                  <a:pt x="348287" y="6225"/>
                  <a:pt x="349122" y="4193"/>
                  <a:pt x="350791" y="2517"/>
                </a:cubicBezTo>
                <a:cubicBezTo>
                  <a:pt x="352460" y="839"/>
                  <a:pt x="354510" y="0"/>
                  <a:pt x="356943" y="0"/>
                </a:cubicBezTo>
                <a:moveTo>
                  <a:pt x="363986" y="40733"/>
                </a:moveTo>
                <a:lnTo>
                  <a:pt x="363986" y="103052"/>
                </a:lnTo>
                <a:cubicBezTo>
                  <a:pt x="363986" y="107906"/>
                  <a:pt x="364340" y="111138"/>
                  <a:pt x="365047" y="112747"/>
                </a:cubicBezTo>
                <a:cubicBezTo>
                  <a:pt x="365754" y="114356"/>
                  <a:pt x="366801" y="115555"/>
                  <a:pt x="368187" y="116345"/>
                </a:cubicBezTo>
                <a:cubicBezTo>
                  <a:pt x="369573" y="117136"/>
                  <a:pt x="372105" y="117531"/>
                  <a:pt x="375782" y="117531"/>
                </a:cubicBezTo>
                <a:lnTo>
                  <a:pt x="375782" y="120671"/>
                </a:lnTo>
                <a:lnTo>
                  <a:pt x="338019" y="120671"/>
                </a:lnTo>
                <a:lnTo>
                  <a:pt x="338019" y="117531"/>
                </a:lnTo>
                <a:cubicBezTo>
                  <a:pt x="341810" y="117531"/>
                  <a:pt x="344356" y="117164"/>
                  <a:pt x="345657" y="116430"/>
                </a:cubicBezTo>
                <a:cubicBezTo>
                  <a:pt x="346958" y="115697"/>
                  <a:pt x="347990" y="114483"/>
                  <a:pt x="348754" y="112789"/>
                </a:cubicBezTo>
                <a:cubicBezTo>
                  <a:pt x="349518" y="111096"/>
                  <a:pt x="349900" y="107850"/>
                  <a:pt x="349900" y="103052"/>
                </a:cubicBezTo>
                <a:lnTo>
                  <a:pt x="349900" y="73162"/>
                </a:lnTo>
                <a:cubicBezTo>
                  <a:pt x="349900" y="64751"/>
                  <a:pt x="349645" y="59304"/>
                  <a:pt x="349136" y="56822"/>
                </a:cubicBezTo>
                <a:cubicBezTo>
                  <a:pt x="348740" y="55015"/>
                  <a:pt x="348118" y="53759"/>
                  <a:pt x="347269" y="53053"/>
                </a:cubicBezTo>
                <a:cubicBezTo>
                  <a:pt x="346421" y="52348"/>
                  <a:pt x="345261" y="51995"/>
                  <a:pt x="343790" y="51995"/>
                </a:cubicBezTo>
                <a:cubicBezTo>
                  <a:pt x="342206" y="51995"/>
                  <a:pt x="340282" y="52419"/>
                  <a:pt x="338019" y="53265"/>
                </a:cubicBezTo>
                <a:lnTo>
                  <a:pt x="336831" y="50216"/>
                </a:lnTo>
                <a:lnTo>
                  <a:pt x="360253" y="40733"/>
                </a:lnTo>
                <a:lnTo>
                  <a:pt x="363986" y="40733"/>
                </a:lnTo>
                <a:close/>
                <a:moveTo>
                  <a:pt x="408142" y="57196"/>
                </a:moveTo>
                <a:cubicBezTo>
                  <a:pt x="417251" y="46220"/>
                  <a:pt x="425935" y="40733"/>
                  <a:pt x="434194" y="40733"/>
                </a:cubicBezTo>
                <a:cubicBezTo>
                  <a:pt x="438437" y="40733"/>
                  <a:pt x="442086" y="41792"/>
                  <a:pt x="445141" y="43910"/>
                </a:cubicBezTo>
                <a:cubicBezTo>
                  <a:pt x="448196" y="46026"/>
                  <a:pt x="450629" y="49511"/>
                  <a:pt x="452439" y="54366"/>
                </a:cubicBezTo>
                <a:cubicBezTo>
                  <a:pt x="453684" y="57752"/>
                  <a:pt x="454306" y="62945"/>
                  <a:pt x="454306" y="69946"/>
                </a:cubicBezTo>
                <a:lnTo>
                  <a:pt x="454306" y="103052"/>
                </a:lnTo>
                <a:cubicBezTo>
                  <a:pt x="454306" y="107963"/>
                  <a:pt x="454702" y="111294"/>
                  <a:pt x="455494" y="113044"/>
                </a:cubicBezTo>
                <a:cubicBezTo>
                  <a:pt x="456117" y="114455"/>
                  <a:pt x="457121" y="115555"/>
                  <a:pt x="458507" y="116345"/>
                </a:cubicBezTo>
                <a:cubicBezTo>
                  <a:pt x="459893" y="117136"/>
                  <a:pt x="462453" y="117531"/>
                  <a:pt x="466187" y="117531"/>
                </a:cubicBezTo>
                <a:lnTo>
                  <a:pt x="466187" y="120671"/>
                </a:lnTo>
                <a:lnTo>
                  <a:pt x="427745" y="120671"/>
                </a:lnTo>
                <a:lnTo>
                  <a:pt x="427745" y="117531"/>
                </a:lnTo>
                <a:lnTo>
                  <a:pt x="429357" y="117531"/>
                </a:lnTo>
                <a:cubicBezTo>
                  <a:pt x="432978" y="117531"/>
                  <a:pt x="435510" y="116982"/>
                  <a:pt x="436952" y="115884"/>
                </a:cubicBezTo>
                <a:cubicBezTo>
                  <a:pt x="438395" y="114786"/>
                  <a:pt x="439399" y="113169"/>
                  <a:pt x="439965" y="111031"/>
                </a:cubicBezTo>
                <a:cubicBezTo>
                  <a:pt x="440191" y="110186"/>
                  <a:pt x="440304" y="107540"/>
                  <a:pt x="440304" y="103094"/>
                </a:cubicBezTo>
                <a:lnTo>
                  <a:pt x="440304" y="71433"/>
                </a:lnTo>
                <a:cubicBezTo>
                  <a:pt x="440304" y="64399"/>
                  <a:pt x="439385" y="59291"/>
                  <a:pt x="437546" y="56111"/>
                </a:cubicBezTo>
                <a:cubicBezTo>
                  <a:pt x="435708" y="52930"/>
                  <a:pt x="432610" y="51340"/>
                  <a:pt x="428254" y="51340"/>
                </a:cubicBezTo>
                <a:cubicBezTo>
                  <a:pt x="421522" y="51340"/>
                  <a:pt x="414818" y="54999"/>
                  <a:pt x="408142" y="62316"/>
                </a:cubicBezTo>
                <a:lnTo>
                  <a:pt x="408142" y="103094"/>
                </a:lnTo>
                <a:cubicBezTo>
                  <a:pt x="408142" y="108329"/>
                  <a:pt x="408454" y="111565"/>
                  <a:pt x="409076" y="112803"/>
                </a:cubicBezTo>
                <a:cubicBezTo>
                  <a:pt x="409868" y="114434"/>
                  <a:pt x="410957" y="115630"/>
                  <a:pt x="412343" y="116391"/>
                </a:cubicBezTo>
                <a:cubicBezTo>
                  <a:pt x="413729" y="117151"/>
                  <a:pt x="416544" y="117531"/>
                  <a:pt x="420787" y="117531"/>
                </a:cubicBezTo>
                <a:lnTo>
                  <a:pt x="420787" y="120671"/>
                </a:lnTo>
                <a:lnTo>
                  <a:pt x="382345" y="120671"/>
                </a:lnTo>
                <a:lnTo>
                  <a:pt x="382345" y="117531"/>
                </a:lnTo>
                <a:lnTo>
                  <a:pt x="384042" y="117531"/>
                </a:lnTo>
                <a:cubicBezTo>
                  <a:pt x="388002" y="117531"/>
                  <a:pt x="390675" y="116529"/>
                  <a:pt x="392061" y="114526"/>
                </a:cubicBezTo>
                <a:cubicBezTo>
                  <a:pt x="393448" y="112521"/>
                  <a:pt x="394141" y="108697"/>
                  <a:pt x="394141" y="103052"/>
                </a:cubicBezTo>
                <a:lnTo>
                  <a:pt x="394141" y="74263"/>
                </a:lnTo>
                <a:cubicBezTo>
                  <a:pt x="394141" y="64950"/>
                  <a:pt x="393928" y="59277"/>
                  <a:pt x="393504" y="57246"/>
                </a:cubicBezTo>
                <a:cubicBezTo>
                  <a:pt x="393080" y="55213"/>
                  <a:pt x="392429" y="53829"/>
                  <a:pt x="391552" y="53096"/>
                </a:cubicBezTo>
                <a:cubicBezTo>
                  <a:pt x="390675" y="52362"/>
                  <a:pt x="389502" y="51995"/>
                  <a:pt x="388031" y="51995"/>
                </a:cubicBezTo>
                <a:cubicBezTo>
                  <a:pt x="386447" y="51995"/>
                  <a:pt x="384551" y="52419"/>
                  <a:pt x="382345" y="53265"/>
                </a:cubicBezTo>
                <a:lnTo>
                  <a:pt x="381072" y="50216"/>
                </a:lnTo>
                <a:lnTo>
                  <a:pt x="404493" y="40733"/>
                </a:lnTo>
                <a:lnTo>
                  <a:pt x="408142" y="40733"/>
                </a:lnTo>
                <a:lnTo>
                  <a:pt x="408142" y="57196"/>
                </a:lnTo>
                <a:close/>
                <a:moveTo>
                  <a:pt x="559872" y="109469"/>
                </a:moveTo>
                <a:cubicBezTo>
                  <a:pt x="551895" y="115636"/>
                  <a:pt x="546888" y="119200"/>
                  <a:pt x="544851" y="120161"/>
                </a:cubicBezTo>
                <a:cubicBezTo>
                  <a:pt x="541797" y="121632"/>
                  <a:pt x="538544" y="122368"/>
                  <a:pt x="535093" y="122368"/>
                </a:cubicBezTo>
                <a:cubicBezTo>
                  <a:pt x="529718" y="122368"/>
                  <a:pt x="525291" y="120529"/>
                  <a:pt x="521812" y="116852"/>
                </a:cubicBezTo>
                <a:cubicBezTo>
                  <a:pt x="518333" y="113175"/>
                  <a:pt x="516593" y="108338"/>
                  <a:pt x="516593" y="102341"/>
                </a:cubicBezTo>
                <a:cubicBezTo>
                  <a:pt x="516593" y="98551"/>
                  <a:pt x="517442" y="95269"/>
                  <a:pt x="519139" y="92497"/>
                </a:cubicBezTo>
                <a:cubicBezTo>
                  <a:pt x="521458" y="88650"/>
                  <a:pt x="525489" y="85030"/>
                  <a:pt x="531231" y="81635"/>
                </a:cubicBezTo>
                <a:cubicBezTo>
                  <a:pt x="536974" y="78241"/>
                  <a:pt x="546520" y="74111"/>
                  <a:pt x="559872" y="69246"/>
                </a:cubicBezTo>
                <a:lnTo>
                  <a:pt x="559872" y="66191"/>
                </a:lnTo>
                <a:cubicBezTo>
                  <a:pt x="559872" y="58440"/>
                  <a:pt x="558641" y="53122"/>
                  <a:pt x="556180" y="50237"/>
                </a:cubicBezTo>
                <a:cubicBezTo>
                  <a:pt x="553719" y="47352"/>
                  <a:pt x="550141" y="45909"/>
                  <a:pt x="545446" y="45909"/>
                </a:cubicBezTo>
                <a:cubicBezTo>
                  <a:pt x="541881" y="45909"/>
                  <a:pt x="539053" y="46867"/>
                  <a:pt x="536960" y="48784"/>
                </a:cubicBezTo>
                <a:cubicBezTo>
                  <a:pt x="534810" y="50700"/>
                  <a:pt x="533735" y="52899"/>
                  <a:pt x="533735" y="55379"/>
                </a:cubicBezTo>
                <a:lnTo>
                  <a:pt x="533905" y="60282"/>
                </a:lnTo>
                <a:cubicBezTo>
                  <a:pt x="533905" y="62874"/>
                  <a:pt x="533240" y="64874"/>
                  <a:pt x="531910" y="66283"/>
                </a:cubicBezTo>
                <a:cubicBezTo>
                  <a:pt x="530581" y="67692"/>
                  <a:pt x="528841" y="68397"/>
                  <a:pt x="526691" y="68397"/>
                </a:cubicBezTo>
                <a:cubicBezTo>
                  <a:pt x="524598" y="68397"/>
                  <a:pt x="522887" y="67664"/>
                  <a:pt x="521557" y="66199"/>
                </a:cubicBezTo>
                <a:cubicBezTo>
                  <a:pt x="520228" y="64731"/>
                  <a:pt x="519563" y="62728"/>
                  <a:pt x="519563" y="60189"/>
                </a:cubicBezTo>
                <a:cubicBezTo>
                  <a:pt x="519563" y="55340"/>
                  <a:pt x="522052" y="50885"/>
                  <a:pt x="527031" y="46824"/>
                </a:cubicBezTo>
                <a:cubicBezTo>
                  <a:pt x="532009" y="42763"/>
                  <a:pt x="538996" y="40733"/>
                  <a:pt x="547991" y="40733"/>
                </a:cubicBezTo>
                <a:cubicBezTo>
                  <a:pt x="554893" y="40733"/>
                  <a:pt x="560551" y="41891"/>
                  <a:pt x="564963" y="44207"/>
                </a:cubicBezTo>
                <a:cubicBezTo>
                  <a:pt x="568301" y="45959"/>
                  <a:pt x="570762" y="48700"/>
                  <a:pt x="572346" y="52430"/>
                </a:cubicBezTo>
                <a:cubicBezTo>
                  <a:pt x="573364" y="54859"/>
                  <a:pt x="573874" y="59831"/>
                  <a:pt x="573874" y="67347"/>
                </a:cubicBezTo>
                <a:lnTo>
                  <a:pt x="573874" y="93706"/>
                </a:lnTo>
                <a:cubicBezTo>
                  <a:pt x="573874" y="101109"/>
                  <a:pt x="574015" y="105643"/>
                  <a:pt x="574298" y="107311"/>
                </a:cubicBezTo>
                <a:cubicBezTo>
                  <a:pt x="574581" y="108978"/>
                  <a:pt x="575047" y="110094"/>
                  <a:pt x="575698" y="110660"/>
                </a:cubicBezTo>
                <a:cubicBezTo>
                  <a:pt x="576349" y="111224"/>
                  <a:pt x="577098" y="111506"/>
                  <a:pt x="577947" y="111506"/>
                </a:cubicBezTo>
                <a:cubicBezTo>
                  <a:pt x="578852" y="111506"/>
                  <a:pt x="579644" y="111308"/>
                  <a:pt x="580323" y="110912"/>
                </a:cubicBezTo>
                <a:cubicBezTo>
                  <a:pt x="581511" y="110176"/>
                  <a:pt x="583802" y="108111"/>
                  <a:pt x="587197" y="104717"/>
                </a:cubicBezTo>
                <a:lnTo>
                  <a:pt x="587197" y="109469"/>
                </a:lnTo>
                <a:cubicBezTo>
                  <a:pt x="580860" y="117955"/>
                  <a:pt x="574807" y="122198"/>
                  <a:pt x="569037" y="122198"/>
                </a:cubicBezTo>
                <a:cubicBezTo>
                  <a:pt x="566264" y="122198"/>
                  <a:pt x="564058" y="121236"/>
                  <a:pt x="562417" y="119313"/>
                </a:cubicBezTo>
                <a:cubicBezTo>
                  <a:pt x="560777" y="117389"/>
                  <a:pt x="559928" y="114108"/>
                  <a:pt x="559872" y="109469"/>
                </a:cubicBezTo>
                <a:moveTo>
                  <a:pt x="559872" y="103906"/>
                </a:moveTo>
                <a:lnTo>
                  <a:pt x="559872" y="74422"/>
                </a:lnTo>
                <a:cubicBezTo>
                  <a:pt x="551329" y="77801"/>
                  <a:pt x="545813" y="80194"/>
                  <a:pt x="543324" y="81603"/>
                </a:cubicBezTo>
                <a:cubicBezTo>
                  <a:pt x="538855" y="84082"/>
                  <a:pt x="535658" y="86673"/>
                  <a:pt x="533735" y="89376"/>
                </a:cubicBezTo>
                <a:cubicBezTo>
                  <a:pt x="531811" y="92079"/>
                  <a:pt x="530850" y="95036"/>
                  <a:pt x="530850" y="98246"/>
                </a:cubicBezTo>
                <a:cubicBezTo>
                  <a:pt x="530850" y="102302"/>
                  <a:pt x="532066" y="105667"/>
                  <a:pt x="534499" y="108342"/>
                </a:cubicBezTo>
                <a:cubicBezTo>
                  <a:pt x="536931" y="111017"/>
                  <a:pt x="539732" y="112354"/>
                  <a:pt x="542900" y="112354"/>
                </a:cubicBezTo>
                <a:cubicBezTo>
                  <a:pt x="547199" y="112354"/>
                  <a:pt x="552857" y="109538"/>
                  <a:pt x="559872" y="103906"/>
                </a:cubicBezTo>
                <a:close/>
                <a:moveTo>
                  <a:pt x="659015" y="91139"/>
                </a:moveTo>
                <a:cubicBezTo>
                  <a:pt x="656921" y="101379"/>
                  <a:pt x="652820" y="109257"/>
                  <a:pt x="646710" y="114773"/>
                </a:cubicBezTo>
                <a:cubicBezTo>
                  <a:pt x="640600" y="120289"/>
                  <a:pt x="633840" y="123047"/>
                  <a:pt x="626428" y="123047"/>
                </a:cubicBezTo>
                <a:cubicBezTo>
                  <a:pt x="617603" y="123047"/>
                  <a:pt x="609909" y="119346"/>
                  <a:pt x="603347" y="111943"/>
                </a:cubicBezTo>
                <a:cubicBezTo>
                  <a:pt x="596784" y="104539"/>
                  <a:pt x="593503" y="94536"/>
                  <a:pt x="593503" y="81932"/>
                </a:cubicBezTo>
                <a:cubicBezTo>
                  <a:pt x="593503" y="69725"/>
                  <a:pt x="597138" y="59807"/>
                  <a:pt x="604407" y="52178"/>
                </a:cubicBezTo>
                <a:cubicBezTo>
                  <a:pt x="611677" y="44548"/>
                  <a:pt x="620403" y="40733"/>
                  <a:pt x="630587" y="40733"/>
                </a:cubicBezTo>
                <a:cubicBezTo>
                  <a:pt x="638224" y="40733"/>
                  <a:pt x="644504" y="42749"/>
                  <a:pt x="649425" y="46782"/>
                </a:cubicBezTo>
                <a:cubicBezTo>
                  <a:pt x="654347" y="50812"/>
                  <a:pt x="656808" y="54999"/>
                  <a:pt x="656808" y="59341"/>
                </a:cubicBezTo>
                <a:cubicBezTo>
                  <a:pt x="656808" y="61484"/>
                  <a:pt x="656115" y="63218"/>
                  <a:pt x="654729" y="64544"/>
                </a:cubicBezTo>
                <a:cubicBezTo>
                  <a:pt x="653343" y="65868"/>
                  <a:pt x="651405" y="66530"/>
                  <a:pt x="648916" y="66530"/>
                </a:cubicBezTo>
                <a:cubicBezTo>
                  <a:pt x="645578" y="66530"/>
                  <a:pt x="643061" y="65455"/>
                  <a:pt x="641364" y="63305"/>
                </a:cubicBezTo>
                <a:cubicBezTo>
                  <a:pt x="640402" y="62117"/>
                  <a:pt x="639766" y="59854"/>
                  <a:pt x="639454" y="56517"/>
                </a:cubicBezTo>
                <a:cubicBezTo>
                  <a:pt x="639143" y="53179"/>
                  <a:pt x="637998" y="50633"/>
                  <a:pt x="636018" y="48879"/>
                </a:cubicBezTo>
                <a:cubicBezTo>
                  <a:pt x="634038" y="47182"/>
                  <a:pt x="631294" y="46333"/>
                  <a:pt x="627786" y="46333"/>
                </a:cubicBezTo>
                <a:cubicBezTo>
                  <a:pt x="622129" y="46333"/>
                  <a:pt x="617575" y="48427"/>
                  <a:pt x="614124" y="52613"/>
                </a:cubicBezTo>
                <a:cubicBezTo>
                  <a:pt x="609541" y="58157"/>
                  <a:pt x="607250" y="65483"/>
                  <a:pt x="607250" y="74592"/>
                </a:cubicBezTo>
                <a:cubicBezTo>
                  <a:pt x="607250" y="83870"/>
                  <a:pt x="609527" y="92059"/>
                  <a:pt x="614081" y="99159"/>
                </a:cubicBezTo>
                <a:cubicBezTo>
                  <a:pt x="618635" y="106259"/>
                  <a:pt x="624788" y="109809"/>
                  <a:pt x="632538" y="109809"/>
                </a:cubicBezTo>
                <a:cubicBezTo>
                  <a:pt x="638082" y="109809"/>
                  <a:pt x="643061" y="107913"/>
                  <a:pt x="647474" y="104123"/>
                </a:cubicBezTo>
                <a:cubicBezTo>
                  <a:pt x="650585" y="101521"/>
                  <a:pt x="653612" y="96797"/>
                  <a:pt x="656554" y="89951"/>
                </a:cubicBezTo>
                <a:lnTo>
                  <a:pt x="659015" y="91139"/>
                </a:lnTo>
                <a:close/>
                <a:moveTo>
                  <a:pt x="692731" y="17311"/>
                </a:moveTo>
                <a:lnTo>
                  <a:pt x="692731" y="42939"/>
                </a:lnTo>
                <a:lnTo>
                  <a:pt x="710891" y="42939"/>
                </a:lnTo>
                <a:lnTo>
                  <a:pt x="710891" y="48879"/>
                </a:lnTo>
                <a:lnTo>
                  <a:pt x="692731" y="48879"/>
                </a:lnTo>
                <a:lnTo>
                  <a:pt x="692731" y="99217"/>
                </a:lnTo>
                <a:cubicBezTo>
                  <a:pt x="692731" y="104247"/>
                  <a:pt x="693452" y="107638"/>
                  <a:pt x="694894" y="109390"/>
                </a:cubicBezTo>
                <a:cubicBezTo>
                  <a:pt x="696337" y="111140"/>
                  <a:pt x="698190" y="112015"/>
                  <a:pt x="700453" y="112015"/>
                </a:cubicBezTo>
                <a:cubicBezTo>
                  <a:pt x="702320" y="112015"/>
                  <a:pt x="704130" y="111435"/>
                  <a:pt x="705884" y="110275"/>
                </a:cubicBezTo>
                <a:cubicBezTo>
                  <a:pt x="707638" y="109116"/>
                  <a:pt x="708995" y="107404"/>
                  <a:pt x="709957" y="105141"/>
                </a:cubicBezTo>
                <a:lnTo>
                  <a:pt x="713267" y="105141"/>
                </a:lnTo>
                <a:cubicBezTo>
                  <a:pt x="711287" y="110701"/>
                  <a:pt x="708486" y="114906"/>
                  <a:pt x="704866" y="117756"/>
                </a:cubicBezTo>
                <a:cubicBezTo>
                  <a:pt x="701245" y="120604"/>
                  <a:pt x="697511" y="122028"/>
                  <a:pt x="693664" y="122028"/>
                </a:cubicBezTo>
                <a:cubicBezTo>
                  <a:pt x="691062" y="122028"/>
                  <a:pt x="688516" y="121306"/>
                  <a:pt x="686027" y="119862"/>
                </a:cubicBezTo>
                <a:cubicBezTo>
                  <a:pt x="683537" y="118417"/>
                  <a:pt x="681699" y="116351"/>
                  <a:pt x="680511" y="113662"/>
                </a:cubicBezTo>
                <a:cubicBezTo>
                  <a:pt x="679323" y="110971"/>
                  <a:pt x="678729" y="106822"/>
                  <a:pt x="678729" y="101214"/>
                </a:cubicBezTo>
                <a:lnTo>
                  <a:pt x="678729" y="48879"/>
                </a:lnTo>
                <a:lnTo>
                  <a:pt x="666424" y="48879"/>
                </a:lnTo>
                <a:lnTo>
                  <a:pt x="666424" y="46079"/>
                </a:lnTo>
                <a:cubicBezTo>
                  <a:pt x="669536" y="44831"/>
                  <a:pt x="672718" y="42717"/>
                  <a:pt x="675971" y="39738"/>
                </a:cubicBezTo>
                <a:cubicBezTo>
                  <a:pt x="679224" y="36759"/>
                  <a:pt x="682123" y="33227"/>
                  <a:pt x="684669" y="29141"/>
                </a:cubicBezTo>
                <a:cubicBezTo>
                  <a:pt x="685970" y="26986"/>
                  <a:pt x="687780" y="23043"/>
                  <a:pt x="690100" y="17311"/>
                </a:cubicBezTo>
                <a:lnTo>
                  <a:pt x="692731" y="17311"/>
                </a:lnTo>
                <a:close/>
                <a:moveTo>
                  <a:pt x="738245" y="0"/>
                </a:moveTo>
                <a:cubicBezTo>
                  <a:pt x="740621" y="0"/>
                  <a:pt x="742643" y="839"/>
                  <a:pt x="744312" y="2517"/>
                </a:cubicBezTo>
                <a:cubicBezTo>
                  <a:pt x="745981" y="4193"/>
                  <a:pt x="746815" y="6225"/>
                  <a:pt x="746815" y="8613"/>
                </a:cubicBezTo>
                <a:cubicBezTo>
                  <a:pt x="746815" y="11002"/>
                  <a:pt x="745981" y="13049"/>
                  <a:pt x="744312" y="14755"/>
                </a:cubicBezTo>
                <a:cubicBezTo>
                  <a:pt x="742643" y="16459"/>
                  <a:pt x="740621" y="17311"/>
                  <a:pt x="738245" y="17311"/>
                </a:cubicBezTo>
                <a:cubicBezTo>
                  <a:pt x="735868" y="17311"/>
                  <a:pt x="733832" y="16459"/>
                  <a:pt x="732135" y="14755"/>
                </a:cubicBezTo>
                <a:cubicBezTo>
                  <a:pt x="730437" y="13049"/>
                  <a:pt x="729589" y="11002"/>
                  <a:pt x="729589" y="8613"/>
                </a:cubicBezTo>
                <a:cubicBezTo>
                  <a:pt x="729589" y="6225"/>
                  <a:pt x="730423" y="4193"/>
                  <a:pt x="732092" y="2517"/>
                </a:cubicBezTo>
                <a:cubicBezTo>
                  <a:pt x="733761" y="839"/>
                  <a:pt x="735812" y="0"/>
                  <a:pt x="738245" y="0"/>
                </a:cubicBezTo>
                <a:moveTo>
                  <a:pt x="745288" y="40733"/>
                </a:moveTo>
                <a:lnTo>
                  <a:pt x="745288" y="103052"/>
                </a:lnTo>
                <a:cubicBezTo>
                  <a:pt x="745288" y="107906"/>
                  <a:pt x="745641" y="111138"/>
                  <a:pt x="746349" y="112747"/>
                </a:cubicBezTo>
                <a:cubicBezTo>
                  <a:pt x="747056" y="114356"/>
                  <a:pt x="748102" y="115555"/>
                  <a:pt x="749488" y="116345"/>
                </a:cubicBezTo>
                <a:cubicBezTo>
                  <a:pt x="750874" y="117136"/>
                  <a:pt x="753406" y="117531"/>
                  <a:pt x="757083" y="117531"/>
                </a:cubicBezTo>
                <a:lnTo>
                  <a:pt x="757083" y="120671"/>
                </a:lnTo>
                <a:lnTo>
                  <a:pt x="719321" y="120671"/>
                </a:lnTo>
                <a:lnTo>
                  <a:pt x="719321" y="117531"/>
                </a:lnTo>
                <a:cubicBezTo>
                  <a:pt x="723111" y="117531"/>
                  <a:pt x="725657" y="117164"/>
                  <a:pt x="726958" y="116430"/>
                </a:cubicBezTo>
                <a:cubicBezTo>
                  <a:pt x="728259" y="115697"/>
                  <a:pt x="729292" y="114483"/>
                  <a:pt x="730056" y="112789"/>
                </a:cubicBezTo>
                <a:cubicBezTo>
                  <a:pt x="730819" y="111096"/>
                  <a:pt x="731201" y="107850"/>
                  <a:pt x="731201" y="103052"/>
                </a:cubicBezTo>
                <a:lnTo>
                  <a:pt x="731201" y="73162"/>
                </a:lnTo>
                <a:cubicBezTo>
                  <a:pt x="731201" y="64751"/>
                  <a:pt x="730947" y="59304"/>
                  <a:pt x="730437" y="56822"/>
                </a:cubicBezTo>
                <a:cubicBezTo>
                  <a:pt x="730041" y="55015"/>
                  <a:pt x="729419" y="53759"/>
                  <a:pt x="728571" y="53053"/>
                </a:cubicBezTo>
                <a:cubicBezTo>
                  <a:pt x="727722" y="52348"/>
                  <a:pt x="726562" y="51995"/>
                  <a:pt x="725091" y="51995"/>
                </a:cubicBezTo>
                <a:cubicBezTo>
                  <a:pt x="723507" y="51995"/>
                  <a:pt x="721584" y="52419"/>
                  <a:pt x="719321" y="53265"/>
                </a:cubicBezTo>
                <a:lnTo>
                  <a:pt x="718133" y="50216"/>
                </a:lnTo>
                <a:lnTo>
                  <a:pt x="741554" y="40733"/>
                </a:lnTo>
                <a:lnTo>
                  <a:pt x="745288" y="40733"/>
                </a:lnTo>
                <a:close/>
                <a:moveTo>
                  <a:pt x="804804" y="40733"/>
                </a:moveTo>
                <a:cubicBezTo>
                  <a:pt x="816571" y="40733"/>
                  <a:pt x="826019" y="45198"/>
                  <a:pt x="833147" y="54127"/>
                </a:cubicBezTo>
                <a:cubicBezTo>
                  <a:pt x="839200" y="61756"/>
                  <a:pt x="842227" y="70516"/>
                  <a:pt x="842227" y="80407"/>
                </a:cubicBezTo>
                <a:cubicBezTo>
                  <a:pt x="842227" y="87359"/>
                  <a:pt x="840558" y="94395"/>
                  <a:pt x="837220" y="101516"/>
                </a:cubicBezTo>
                <a:cubicBezTo>
                  <a:pt x="833882" y="108636"/>
                  <a:pt x="829286" y="114004"/>
                  <a:pt x="823430" y="117621"/>
                </a:cubicBezTo>
                <a:cubicBezTo>
                  <a:pt x="817575" y="121238"/>
                  <a:pt x="811055" y="123047"/>
                  <a:pt x="803870" y="123047"/>
                </a:cubicBezTo>
                <a:cubicBezTo>
                  <a:pt x="792160" y="123047"/>
                  <a:pt x="782853" y="118384"/>
                  <a:pt x="775951" y="109058"/>
                </a:cubicBezTo>
                <a:cubicBezTo>
                  <a:pt x="770124" y="101203"/>
                  <a:pt x="767211" y="92388"/>
                  <a:pt x="767211" y="82611"/>
                </a:cubicBezTo>
                <a:cubicBezTo>
                  <a:pt x="767211" y="75490"/>
                  <a:pt x="768979" y="68411"/>
                  <a:pt x="772514" y="61375"/>
                </a:cubicBezTo>
                <a:cubicBezTo>
                  <a:pt x="776050" y="54339"/>
                  <a:pt x="780703" y="49139"/>
                  <a:pt x="786474" y="45777"/>
                </a:cubicBezTo>
                <a:cubicBezTo>
                  <a:pt x="792244" y="42414"/>
                  <a:pt x="798354" y="40733"/>
                  <a:pt x="804804" y="40733"/>
                </a:cubicBezTo>
                <a:moveTo>
                  <a:pt x="802173" y="46333"/>
                </a:moveTo>
                <a:cubicBezTo>
                  <a:pt x="799175" y="46333"/>
                  <a:pt x="796162" y="47224"/>
                  <a:pt x="793135" y="49004"/>
                </a:cubicBezTo>
                <a:cubicBezTo>
                  <a:pt x="790109" y="50784"/>
                  <a:pt x="787662" y="53906"/>
                  <a:pt x="785795" y="58370"/>
                </a:cubicBezTo>
                <a:cubicBezTo>
                  <a:pt x="783928" y="62834"/>
                  <a:pt x="782995" y="68569"/>
                  <a:pt x="782995" y="75576"/>
                </a:cubicBezTo>
                <a:cubicBezTo>
                  <a:pt x="782995" y="86876"/>
                  <a:pt x="785243" y="96624"/>
                  <a:pt x="789741" y="104818"/>
                </a:cubicBezTo>
                <a:cubicBezTo>
                  <a:pt x="794239" y="113010"/>
                  <a:pt x="800165" y="117107"/>
                  <a:pt x="807519" y="117107"/>
                </a:cubicBezTo>
                <a:cubicBezTo>
                  <a:pt x="813007" y="117107"/>
                  <a:pt x="817533" y="114846"/>
                  <a:pt x="821097" y="110326"/>
                </a:cubicBezTo>
                <a:cubicBezTo>
                  <a:pt x="824661" y="105805"/>
                  <a:pt x="826443" y="98036"/>
                  <a:pt x="826443" y="87018"/>
                </a:cubicBezTo>
                <a:cubicBezTo>
                  <a:pt x="826443" y="73230"/>
                  <a:pt x="823473" y="62381"/>
                  <a:pt x="817533" y="54469"/>
                </a:cubicBezTo>
                <a:cubicBezTo>
                  <a:pt x="813516" y="49045"/>
                  <a:pt x="808396" y="46333"/>
                  <a:pt x="802173" y="46333"/>
                </a:cubicBezTo>
                <a:close/>
                <a:moveTo>
                  <a:pt x="876341" y="57196"/>
                </a:moveTo>
                <a:cubicBezTo>
                  <a:pt x="885449" y="46220"/>
                  <a:pt x="894133" y="40733"/>
                  <a:pt x="902393" y="40733"/>
                </a:cubicBezTo>
                <a:cubicBezTo>
                  <a:pt x="906636" y="40733"/>
                  <a:pt x="910285" y="41792"/>
                  <a:pt x="913339" y="43910"/>
                </a:cubicBezTo>
                <a:cubicBezTo>
                  <a:pt x="916394" y="46026"/>
                  <a:pt x="918827" y="49511"/>
                  <a:pt x="920637" y="54366"/>
                </a:cubicBezTo>
                <a:cubicBezTo>
                  <a:pt x="921882" y="57752"/>
                  <a:pt x="922504" y="62945"/>
                  <a:pt x="922504" y="69946"/>
                </a:cubicBezTo>
                <a:lnTo>
                  <a:pt x="922504" y="103052"/>
                </a:lnTo>
                <a:cubicBezTo>
                  <a:pt x="922504" y="107963"/>
                  <a:pt x="922900" y="111294"/>
                  <a:pt x="923692" y="113044"/>
                </a:cubicBezTo>
                <a:cubicBezTo>
                  <a:pt x="924315" y="114455"/>
                  <a:pt x="925319" y="115555"/>
                  <a:pt x="926705" y="116345"/>
                </a:cubicBezTo>
                <a:cubicBezTo>
                  <a:pt x="928091" y="117136"/>
                  <a:pt x="930651" y="117531"/>
                  <a:pt x="934385" y="117531"/>
                </a:cubicBezTo>
                <a:lnTo>
                  <a:pt x="934385" y="120671"/>
                </a:lnTo>
                <a:lnTo>
                  <a:pt x="895943" y="120671"/>
                </a:lnTo>
                <a:lnTo>
                  <a:pt x="895943" y="117531"/>
                </a:lnTo>
                <a:lnTo>
                  <a:pt x="897556" y="117531"/>
                </a:lnTo>
                <a:cubicBezTo>
                  <a:pt x="901176" y="117531"/>
                  <a:pt x="903708" y="116982"/>
                  <a:pt x="905151" y="115884"/>
                </a:cubicBezTo>
                <a:cubicBezTo>
                  <a:pt x="906593" y="114786"/>
                  <a:pt x="907597" y="113169"/>
                  <a:pt x="908163" y="111031"/>
                </a:cubicBezTo>
                <a:cubicBezTo>
                  <a:pt x="908389" y="110186"/>
                  <a:pt x="908502" y="107540"/>
                  <a:pt x="908502" y="103094"/>
                </a:cubicBezTo>
                <a:lnTo>
                  <a:pt x="908502" y="71433"/>
                </a:lnTo>
                <a:cubicBezTo>
                  <a:pt x="908502" y="64399"/>
                  <a:pt x="907583" y="59291"/>
                  <a:pt x="905745" y="56111"/>
                </a:cubicBezTo>
                <a:cubicBezTo>
                  <a:pt x="903906" y="52930"/>
                  <a:pt x="900809" y="51340"/>
                  <a:pt x="896452" y="51340"/>
                </a:cubicBezTo>
                <a:cubicBezTo>
                  <a:pt x="889720" y="51340"/>
                  <a:pt x="883016" y="54999"/>
                  <a:pt x="876341" y="62316"/>
                </a:cubicBezTo>
                <a:lnTo>
                  <a:pt x="876341" y="103094"/>
                </a:lnTo>
                <a:cubicBezTo>
                  <a:pt x="876341" y="108329"/>
                  <a:pt x="876652" y="111565"/>
                  <a:pt x="877274" y="112803"/>
                </a:cubicBezTo>
                <a:cubicBezTo>
                  <a:pt x="878066" y="114434"/>
                  <a:pt x="879155" y="115630"/>
                  <a:pt x="880541" y="116391"/>
                </a:cubicBezTo>
                <a:cubicBezTo>
                  <a:pt x="881927" y="117151"/>
                  <a:pt x="884742" y="117531"/>
                  <a:pt x="888985" y="117531"/>
                </a:cubicBezTo>
                <a:lnTo>
                  <a:pt x="888985" y="120671"/>
                </a:lnTo>
                <a:lnTo>
                  <a:pt x="850543" y="120671"/>
                </a:lnTo>
                <a:lnTo>
                  <a:pt x="850543" y="117531"/>
                </a:lnTo>
                <a:lnTo>
                  <a:pt x="852240" y="117531"/>
                </a:lnTo>
                <a:cubicBezTo>
                  <a:pt x="856201" y="117531"/>
                  <a:pt x="858874" y="116529"/>
                  <a:pt x="860260" y="114526"/>
                </a:cubicBezTo>
                <a:cubicBezTo>
                  <a:pt x="861646" y="112521"/>
                  <a:pt x="862339" y="108697"/>
                  <a:pt x="862339" y="103052"/>
                </a:cubicBezTo>
                <a:lnTo>
                  <a:pt x="862339" y="74263"/>
                </a:lnTo>
                <a:cubicBezTo>
                  <a:pt x="862339" y="64950"/>
                  <a:pt x="862127" y="59277"/>
                  <a:pt x="861702" y="57246"/>
                </a:cubicBezTo>
                <a:cubicBezTo>
                  <a:pt x="861278" y="55213"/>
                  <a:pt x="860627" y="53829"/>
                  <a:pt x="859751" y="53096"/>
                </a:cubicBezTo>
                <a:cubicBezTo>
                  <a:pt x="858874" y="52362"/>
                  <a:pt x="857700" y="51995"/>
                  <a:pt x="856229" y="51995"/>
                </a:cubicBezTo>
                <a:cubicBezTo>
                  <a:pt x="854645" y="51995"/>
                  <a:pt x="852750" y="52419"/>
                  <a:pt x="850543" y="53265"/>
                </a:cubicBezTo>
                <a:lnTo>
                  <a:pt x="849270" y="50216"/>
                </a:lnTo>
                <a:lnTo>
                  <a:pt x="872692" y="40733"/>
                </a:lnTo>
                <a:lnTo>
                  <a:pt x="876341" y="40733"/>
                </a:lnTo>
                <a:lnTo>
                  <a:pt x="876341" y="57196"/>
                </a:lnTo>
                <a:close/>
                <a:moveTo>
                  <a:pt x="1022045" y="40733"/>
                </a:moveTo>
                <a:cubicBezTo>
                  <a:pt x="1033812" y="40733"/>
                  <a:pt x="1043260" y="45198"/>
                  <a:pt x="1050388" y="54127"/>
                </a:cubicBezTo>
                <a:cubicBezTo>
                  <a:pt x="1056441" y="61756"/>
                  <a:pt x="1059468" y="70516"/>
                  <a:pt x="1059468" y="80407"/>
                </a:cubicBezTo>
                <a:cubicBezTo>
                  <a:pt x="1059468" y="87359"/>
                  <a:pt x="1057799" y="94395"/>
                  <a:pt x="1054461" y="101516"/>
                </a:cubicBezTo>
                <a:cubicBezTo>
                  <a:pt x="1051123" y="108636"/>
                  <a:pt x="1046527" y="114004"/>
                  <a:pt x="1040672" y="117621"/>
                </a:cubicBezTo>
                <a:cubicBezTo>
                  <a:pt x="1034816" y="121238"/>
                  <a:pt x="1028296" y="123047"/>
                  <a:pt x="1021111" y="123047"/>
                </a:cubicBezTo>
                <a:cubicBezTo>
                  <a:pt x="1009401" y="123047"/>
                  <a:pt x="1000094" y="118384"/>
                  <a:pt x="993193" y="109058"/>
                </a:cubicBezTo>
                <a:cubicBezTo>
                  <a:pt x="987365" y="101203"/>
                  <a:pt x="984452" y="92388"/>
                  <a:pt x="984452" y="82611"/>
                </a:cubicBezTo>
                <a:cubicBezTo>
                  <a:pt x="984452" y="75490"/>
                  <a:pt x="986220" y="68411"/>
                  <a:pt x="989756" y="61375"/>
                </a:cubicBezTo>
                <a:cubicBezTo>
                  <a:pt x="993292" y="54339"/>
                  <a:pt x="997945" y="49139"/>
                  <a:pt x="1003715" y="45777"/>
                </a:cubicBezTo>
                <a:cubicBezTo>
                  <a:pt x="1009486" y="42414"/>
                  <a:pt x="1015596" y="40733"/>
                  <a:pt x="1022045" y="40733"/>
                </a:cubicBezTo>
                <a:moveTo>
                  <a:pt x="1019414" y="46333"/>
                </a:moveTo>
                <a:cubicBezTo>
                  <a:pt x="1016416" y="46333"/>
                  <a:pt x="1013403" y="47224"/>
                  <a:pt x="1010377" y="49004"/>
                </a:cubicBezTo>
                <a:cubicBezTo>
                  <a:pt x="1007350" y="50784"/>
                  <a:pt x="1004903" y="53906"/>
                  <a:pt x="1003036" y="58370"/>
                </a:cubicBezTo>
                <a:cubicBezTo>
                  <a:pt x="1001169" y="62834"/>
                  <a:pt x="1000236" y="68569"/>
                  <a:pt x="1000236" y="75576"/>
                </a:cubicBezTo>
                <a:cubicBezTo>
                  <a:pt x="1000236" y="86876"/>
                  <a:pt x="1002485" y="96624"/>
                  <a:pt x="1006982" y="104818"/>
                </a:cubicBezTo>
                <a:cubicBezTo>
                  <a:pt x="1011480" y="113010"/>
                  <a:pt x="1017406" y="117107"/>
                  <a:pt x="1024760" y="117107"/>
                </a:cubicBezTo>
                <a:cubicBezTo>
                  <a:pt x="1030248" y="117107"/>
                  <a:pt x="1034774" y="114846"/>
                  <a:pt x="1038338" y="110326"/>
                </a:cubicBezTo>
                <a:cubicBezTo>
                  <a:pt x="1041902" y="105805"/>
                  <a:pt x="1043684" y="98036"/>
                  <a:pt x="1043684" y="87018"/>
                </a:cubicBezTo>
                <a:cubicBezTo>
                  <a:pt x="1043684" y="73230"/>
                  <a:pt x="1040714" y="62381"/>
                  <a:pt x="1034774" y="54469"/>
                </a:cubicBezTo>
                <a:cubicBezTo>
                  <a:pt x="1030757" y="49045"/>
                  <a:pt x="1025637" y="46333"/>
                  <a:pt x="1019414" y="46333"/>
                </a:cubicBezTo>
                <a:close/>
                <a:moveTo>
                  <a:pt x="1093667" y="40733"/>
                </a:moveTo>
                <a:lnTo>
                  <a:pt x="1093667" y="58214"/>
                </a:lnTo>
                <a:cubicBezTo>
                  <a:pt x="1100173" y="46560"/>
                  <a:pt x="1106848" y="40733"/>
                  <a:pt x="1113694" y="40733"/>
                </a:cubicBezTo>
                <a:cubicBezTo>
                  <a:pt x="1116805" y="40733"/>
                  <a:pt x="1119379" y="41680"/>
                  <a:pt x="1121416" y="43576"/>
                </a:cubicBezTo>
                <a:cubicBezTo>
                  <a:pt x="1123452" y="45471"/>
                  <a:pt x="1124471" y="47663"/>
                  <a:pt x="1124471" y="50152"/>
                </a:cubicBezTo>
                <a:cubicBezTo>
                  <a:pt x="1124471" y="52359"/>
                  <a:pt x="1123735" y="54225"/>
                  <a:pt x="1122264" y="55753"/>
                </a:cubicBezTo>
                <a:cubicBezTo>
                  <a:pt x="1120794" y="57280"/>
                  <a:pt x="1119040" y="58044"/>
                  <a:pt x="1117003" y="58044"/>
                </a:cubicBezTo>
                <a:cubicBezTo>
                  <a:pt x="1115023" y="58044"/>
                  <a:pt x="1112803" y="57068"/>
                  <a:pt x="1110342" y="55116"/>
                </a:cubicBezTo>
                <a:cubicBezTo>
                  <a:pt x="1107881" y="53165"/>
                  <a:pt x="1106056" y="52189"/>
                  <a:pt x="1104868" y="52189"/>
                </a:cubicBezTo>
                <a:cubicBezTo>
                  <a:pt x="1103850" y="52189"/>
                  <a:pt x="1102747" y="52753"/>
                  <a:pt x="1101559" y="53881"/>
                </a:cubicBezTo>
                <a:cubicBezTo>
                  <a:pt x="1099013" y="56195"/>
                  <a:pt x="1096382" y="60004"/>
                  <a:pt x="1093667" y="65308"/>
                </a:cubicBezTo>
                <a:lnTo>
                  <a:pt x="1093667" y="102466"/>
                </a:lnTo>
                <a:cubicBezTo>
                  <a:pt x="1093667" y="106753"/>
                  <a:pt x="1094204" y="109997"/>
                  <a:pt x="1095279" y="112198"/>
                </a:cubicBezTo>
                <a:cubicBezTo>
                  <a:pt x="1096014" y="113722"/>
                  <a:pt x="1097316" y="114992"/>
                  <a:pt x="1099183" y="116009"/>
                </a:cubicBezTo>
                <a:cubicBezTo>
                  <a:pt x="1101049" y="117023"/>
                  <a:pt x="1103737" y="117531"/>
                  <a:pt x="1107244" y="117531"/>
                </a:cubicBezTo>
                <a:lnTo>
                  <a:pt x="1107244" y="120671"/>
                </a:lnTo>
                <a:lnTo>
                  <a:pt x="1067445" y="120671"/>
                </a:lnTo>
                <a:lnTo>
                  <a:pt x="1067445" y="117531"/>
                </a:lnTo>
                <a:cubicBezTo>
                  <a:pt x="1071405" y="117531"/>
                  <a:pt x="1074347" y="116910"/>
                  <a:pt x="1076270" y="115669"/>
                </a:cubicBezTo>
                <a:cubicBezTo>
                  <a:pt x="1077685" y="114766"/>
                  <a:pt x="1078675" y="113326"/>
                  <a:pt x="1079240" y="111349"/>
                </a:cubicBezTo>
                <a:cubicBezTo>
                  <a:pt x="1079523" y="110389"/>
                  <a:pt x="1079665" y="107652"/>
                  <a:pt x="1079665" y="103136"/>
                </a:cubicBezTo>
                <a:lnTo>
                  <a:pt x="1079665" y="73078"/>
                </a:lnTo>
                <a:cubicBezTo>
                  <a:pt x="1079665" y="64045"/>
                  <a:pt x="1079481" y="58669"/>
                  <a:pt x="1079113" y="56949"/>
                </a:cubicBezTo>
                <a:cubicBezTo>
                  <a:pt x="1078745" y="55227"/>
                  <a:pt x="1078067" y="53971"/>
                  <a:pt x="1077077" y="53181"/>
                </a:cubicBezTo>
                <a:cubicBezTo>
                  <a:pt x="1076087" y="52390"/>
                  <a:pt x="1074856" y="51995"/>
                  <a:pt x="1073385" y="51995"/>
                </a:cubicBezTo>
                <a:cubicBezTo>
                  <a:pt x="1071631" y="51995"/>
                  <a:pt x="1069651" y="52419"/>
                  <a:pt x="1067445" y="53265"/>
                </a:cubicBezTo>
                <a:lnTo>
                  <a:pt x="1066596" y="50216"/>
                </a:lnTo>
                <a:lnTo>
                  <a:pt x="1090103" y="40733"/>
                </a:lnTo>
                <a:lnTo>
                  <a:pt x="1093667" y="40733"/>
                </a:lnTo>
                <a:close/>
                <a:moveTo>
                  <a:pt x="1166644" y="50584"/>
                </a:moveTo>
                <a:lnTo>
                  <a:pt x="1190575" y="40902"/>
                </a:lnTo>
                <a:lnTo>
                  <a:pt x="1193800" y="40902"/>
                </a:lnTo>
                <a:lnTo>
                  <a:pt x="1193800" y="59062"/>
                </a:lnTo>
                <a:cubicBezTo>
                  <a:pt x="1197816" y="52217"/>
                  <a:pt x="1201847" y="47451"/>
                  <a:pt x="1205892" y="44764"/>
                </a:cubicBezTo>
                <a:cubicBezTo>
                  <a:pt x="1209937" y="42076"/>
                  <a:pt x="1214194" y="40733"/>
                  <a:pt x="1218664" y="40733"/>
                </a:cubicBezTo>
                <a:cubicBezTo>
                  <a:pt x="1226471" y="40733"/>
                  <a:pt x="1232977" y="43784"/>
                  <a:pt x="1238181" y="49887"/>
                </a:cubicBezTo>
                <a:cubicBezTo>
                  <a:pt x="1244574" y="57348"/>
                  <a:pt x="1247770" y="67068"/>
                  <a:pt x="1247770" y="79050"/>
                </a:cubicBezTo>
                <a:cubicBezTo>
                  <a:pt x="1247770" y="92443"/>
                  <a:pt x="1243923" y="103520"/>
                  <a:pt x="1236229" y="112280"/>
                </a:cubicBezTo>
                <a:cubicBezTo>
                  <a:pt x="1229893" y="119458"/>
                  <a:pt x="1221916" y="123047"/>
                  <a:pt x="1212299" y="123047"/>
                </a:cubicBezTo>
                <a:cubicBezTo>
                  <a:pt x="1208113" y="123047"/>
                  <a:pt x="1204492" y="122453"/>
                  <a:pt x="1201437" y="121265"/>
                </a:cubicBezTo>
                <a:cubicBezTo>
                  <a:pt x="1199174" y="120416"/>
                  <a:pt x="1196628" y="118719"/>
                  <a:pt x="1193800" y="116173"/>
                </a:cubicBezTo>
                <a:lnTo>
                  <a:pt x="1193800" y="139849"/>
                </a:lnTo>
                <a:cubicBezTo>
                  <a:pt x="1193800" y="145167"/>
                  <a:pt x="1194125" y="148547"/>
                  <a:pt x="1194775" y="149990"/>
                </a:cubicBezTo>
                <a:cubicBezTo>
                  <a:pt x="1195426" y="151432"/>
                  <a:pt x="1196558" y="152578"/>
                  <a:pt x="1198170" y="153427"/>
                </a:cubicBezTo>
                <a:cubicBezTo>
                  <a:pt x="1199782" y="154275"/>
                  <a:pt x="1202710" y="154699"/>
                  <a:pt x="1206953" y="154699"/>
                </a:cubicBezTo>
                <a:lnTo>
                  <a:pt x="1206953" y="157839"/>
                </a:lnTo>
                <a:lnTo>
                  <a:pt x="1166220" y="157839"/>
                </a:lnTo>
                <a:lnTo>
                  <a:pt x="1166220" y="154699"/>
                </a:lnTo>
                <a:lnTo>
                  <a:pt x="1168342" y="154699"/>
                </a:lnTo>
                <a:cubicBezTo>
                  <a:pt x="1171453" y="154756"/>
                  <a:pt x="1174112" y="154161"/>
                  <a:pt x="1176318" y="152915"/>
                </a:cubicBezTo>
                <a:cubicBezTo>
                  <a:pt x="1177393" y="152292"/>
                  <a:pt x="1178228" y="151287"/>
                  <a:pt x="1178822" y="149900"/>
                </a:cubicBezTo>
                <a:cubicBezTo>
                  <a:pt x="1179416" y="148514"/>
                  <a:pt x="1179713" y="144990"/>
                  <a:pt x="1179713" y="139329"/>
                </a:cubicBezTo>
                <a:lnTo>
                  <a:pt x="1179713" y="65785"/>
                </a:lnTo>
                <a:cubicBezTo>
                  <a:pt x="1179713" y="60746"/>
                  <a:pt x="1179487" y="57548"/>
                  <a:pt x="1179034" y="56190"/>
                </a:cubicBezTo>
                <a:cubicBezTo>
                  <a:pt x="1178581" y="54831"/>
                  <a:pt x="1177860" y="53812"/>
                  <a:pt x="1176870" y="53133"/>
                </a:cubicBezTo>
                <a:cubicBezTo>
                  <a:pt x="1175880" y="52452"/>
                  <a:pt x="1174536" y="52112"/>
                  <a:pt x="1172839" y="52112"/>
                </a:cubicBezTo>
                <a:cubicBezTo>
                  <a:pt x="1171481" y="52112"/>
                  <a:pt x="1169756" y="52508"/>
                  <a:pt x="1167663" y="53300"/>
                </a:cubicBezTo>
                <a:lnTo>
                  <a:pt x="1166644" y="50584"/>
                </a:lnTo>
                <a:moveTo>
                  <a:pt x="1193800" y="64223"/>
                </a:moveTo>
                <a:lnTo>
                  <a:pt x="1193800" y="93208"/>
                </a:lnTo>
                <a:cubicBezTo>
                  <a:pt x="1193800" y="99480"/>
                  <a:pt x="1194054" y="103605"/>
                  <a:pt x="1194563" y="105582"/>
                </a:cubicBezTo>
                <a:cubicBezTo>
                  <a:pt x="1195355" y="108859"/>
                  <a:pt x="1197293" y="111741"/>
                  <a:pt x="1200376" y="114227"/>
                </a:cubicBezTo>
                <a:cubicBezTo>
                  <a:pt x="1203459" y="116712"/>
                  <a:pt x="1207349" y="117955"/>
                  <a:pt x="1212044" y="117955"/>
                </a:cubicBezTo>
                <a:cubicBezTo>
                  <a:pt x="1217702" y="117955"/>
                  <a:pt x="1222284" y="115751"/>
                  <a:pt x="1225792" y="111344"/>
                </a:cubicBezTo>
                <a:cubicBezTo>
                  <a:pt x="1230374" y="105582"/>
                  <a:pt x="1232665" y="97475"/>
                  <a:pt x="1232665" y="87021"/>
                </a:cubicBezTo>
                <a:cubicBezTo>
                  <a:pt x="1232665" y="75157"/>
                  <a:pt x="1230063" y="66032"/>
                  <a:pt x="1224858" y="59648"/>
                </a:cubicBezTo>
                <a:cubicBezTo>
                  <a:pt x="1221238" y="55241"/>
                  <a:pt x="1216938" y="53037"/>
                  <a:pt x="1211960" y="53037"/>
                </a:cubicBezTo>
                <a:cubicBezTo>
                  <a:pt x="1209244" y="53037"/>
                  <a:pt x="1206557" y="53715"/>
                  <a:pt x="1203898" y="55071"/>
                </a:cubicBezTo>
                <a:cubicBezTo>
                  <a:pt x="1201861" y="56088"/>
                  <a:pt x="1198495" y="59138"/>
                  <a:pt x="1193800" y="64223"/>
                </a:cubicBezTo>
                <a:close/>
                <a:moveTo>
                  <a:pt x="1281884" y="40733"/>
                </a:moveTo>
                <a:lnTo>
                  <a:pt x="1281884" y="58214"/>
                </a:lnTo>
                <a:cubicBezTo>
                  <a:pt x="1288390" y="46560"/>
                  <a:pt x="1295066" y="40733"/>
                  <a:pt x="1301911" y="40733"/>
                </a:cubicBezTo>
                <a:cubicBezTo>
                  <a:pt x="1305023" y="40733"/>
                  <a:pt x="1307597" y="41680"/>
                  <a:pt x="1309633" y="43576"/>
                </a:cubicBezTo>
                <a:cubicBezTo>
                  <a:pt x="1311670" y="45471"/>
                  <a:pt x="1312688" y="47663"/>
                  <a:pt x="1312688" y="50152"/>
                </a:cubicBezTo>
                <a:cubicBezTo>
                  <a:pt x="1312688" y="52359"/>
                  <a:pt x="1311953" y="54225"/>
                  <a:pt x="1310482" y="55753"/>
                </a:cubicBezTo>
                <a:cubicBezTo>
                  <a:pt x="1309011" y="57280"/>
                  <a:pt x="1307257" y="58044"/>
                  <a:pt x="1305221" y="58044"/>
                </a:cubicBezTo>
                <a:cubicBezTo>
                  <a:pt x="1303241" y="58044"/>
                  <a:pt x="1301020" y="57068"/>
                  <a:pt x="1298559" y="55116"/>
                </a:cubicBezTo>
                <a:cubicBezTo>
                  <a:pt x="1296098" y="53165"/>
                  <a:pt x="1294274" y="52189"/>
                  <a:pt x="1293086" y="52189"/>
                </a:cubicBezTo>
                <a:cubicBezTo>
                  <a:pt x="1292067" y="52189"/>
                  <a:pt x="1290964" y="52753"/>
                  <a:pt x="1289776" y="53881"/>
                </a:cubicBezTo>
                <a:cubicBezTo>
                  <a:pt x="1287230" y="56195"/>
                  <a:pt x="1284600" y="60004"/>
                  <a:pt x="1281884" y="65308"/>
                </a:cubicBezTo>
                <a:lnTo>
                  <a:pt x="1281884" y="102466"/>
                </a:lnTo>
                <a:cubicBezTo>
                  <a:pt x="1281884" y="106753"/>
                  <a:pt x="1282422" y="109997"/>
                  <a:pt x="1283497" y="112198"/>
                </a:cubicBezTo>
                <a:cubicBezTo>
                  <a:pt x="1284232" y="113722"/>
                  <a:pt x="1285533" y="114992"/>
                  <a:pt x="1287400" y="116009"/>
                </a:cubicBezTo>
                <a:cubicBezTo>
                  <a:pt x="1289267" y="117023"/>
                  <a:pt x="1291954" y="117531"/>
                  <a:pt x="1295462" y="117531"/>
                </a:cubicBezTo>
                <a:lnTo>
                  <a:pt x="1295462" y="120671"/>
                </a:lnTo>
                <a:lnTo>
                  <a:pt x="1255663" y="120671"/>
                </a:lnTo>
                <a:lnTo>
                  <a:pt x="1255663" y="117531"/>
                </a:lnTo>
                <a:cubicBezTo>
                  <a:pt x="1259623" y="117531"/>
                  <a:pt x="1262564" y="116910"/>
                  <a:pt x="1264488" y="115669"/>
                </a:cubicBezTo>
                <a:cubicBezTo>
                  <a:pt x="1265902" y="114766"/>
                  <a:pt x="1266892" y="113326"/>
                  <a:pt x="1267458" y="111349"/>
                </a:cubicBezTo>
                <a:cubicBezTo>
                  <a:pt x="1267741" y="110389"/>
                  <a:pt x="1267882" y="107652"/>
                  <a:pt x="1267882" y="103136"/>
                </a:cubicBezTo>
                <a:lnTo>
                  <a:pt x="1267882" y="73078"/>
                </a:lnTo>
                <a:cubicBezTo>
                  <a:pt x="1267882" y="64045"/>
                  <a:pt x="1267698" y="58669"/>
                  <a:pt x="1267331" y="56949"/>
                </a:cubicBezTo>
                <a:cubicBezTo>
                  <a:pt x="1266963" y="55227"/>
                  <a:pt x="1266284" y="53971"/>
                  <a:pt x="1265294" y="53181"/>
                </a:cubicBezTo>
                <a:cubicBezTo>
                  <a:pt x="1264304" y="52390"/>
                  <a:pt x="1263074" y="51995"/>
                  <a:pt x="1261603" y="51995"/>
                </a:cubicBezTo>
                <a:cubicBezTo>
                  <a:pt x="1259849" y="51995"/>
                  <a:pt x="1257869" y="52419"/>
                  <a:pt x="1255663" y="53265"/>
                </a:cubicBezTo>
                <a:lnTo>
                  <a:pt x="1254814" y="50216"/>
                </a:lnTo>
                <a:lnTo>
                  <a:pt x="1278320" y="40733"/>
                </a:lnTo>
                <a:lnTo>
                  <a:pt x="1281884" y="40733"/>
                </a:lnTo>
                <a:close/>
                <a:moveTo>
                  <a:pt x="1355032" y="40733"/>
                </a:moveTo>
                <a:cubicBezTo>
                  <a:pt x="1366799" y="40733"/>
                  <a:pt x="1376247" y="45198"/>
                  <a:pt x="1383375" y="54127"/>
                </a:cubicBezTo>
                <a:cubicBezTo>
                  <a:pt x="1389428" y="61756"/>
                  <a:pt x="1392455" y="70516"/>
                  <a:pt x="1392455" y="80407"/>
                </a:cubicBezTo>
                <a:cubicBezTo>
                  <a:pt x="1392455" y="87359"/>
                  <a:pt x="1390786" y="94395"/>
                  <a:pt x="1387448" y="101516"/>
                </a:cubicBezTo>
                <a:cubicBezTo>
                  <a:pt x="1384111" y="108636"/>
                  <a:pt x="1379514" y="114004"/>
                  <a:pt x="1373659" y="117621"/>
                </a:cubicBezTo>
                <a:cubicBezTo>
                  <a:pt x="1367803" y="121238"/>
                  <a:pt x="1361283" y="123047"/>
                  <a:pt x="1354098" y="123047"/>
                </a:cubicBezTo>
                <a:cubicBezTo>
                  <a:pt x="1342388" y="123047"/>
                  <a:pt x="1333082" y="118384"/>
                  <a:pt x="1326180" y="109058"/>
                </a:cubicBezTo>
                <a:cubicBezTo>
                  <a:pt x="1320353" y="101203"/>
                  <a:pt x="1317439" y="92388"/>
                  <a:pt x="1317439" y="82611"/>
                </a:cubicBezTo>
                <a:cubicBezTo>
                  <a:pt x="1317439" y="75490"/>
                  <a:pt x="1319207" y="68411"/>
                  <a:pt x="1322743" y="61375"/>
                </a:cubicBezTo>
                <a:cubicBezTo>
                  <a:pt x="1326279" y="54339"/>
                  <a:pt x="1330932" y="49139"/>
                  <a:pt x="1336702" y="45777"/>
                </a:cubicBezTo>
                <a:cubicBezTo>
                  <a:pt x="1342473" y="42414"/>
                  <a:pt x="1348583" y="40733"/>
                  <a:pt x="1355032" y="40733"/>
                </a:cubicBezTo>
                <a:moveTo>
                  <a:pt x="1352401" y="46333"/>
                </a:moveTo>
                <a:cubicBezTo>
                  <a:pt x="1349403" y="46333"/>
                  <a:pt x="1346390" y="47224"/>
                  <a:pt x="1343364" y="49004"/>
                </a:cubicBezTo>
                <a:cubicBezTo>
                  <a:pt x="1340337" y="50784"/>
                  <a:pt x="1337890" y="53906"/>
                  <a:pt x="1336023" y="58370"/>
                </a:cubicBezTo>
                <a:cubicBezTo>
                  <a:pt x="1334156" y="62834"/>
                  <a:pt x="1333223" y="68569"/>
                  <a:pt x="1333223" y="75576"/>
                </a:cubicBezTo>
                <a:cubicBezTo>
                  <a:pt x="1333223" y="86876"/>
                  <a:pt x="1335472" y="96624"/>
                  <a:pt x="1339969" y="104818"/>
                </a:cubicBezTo>
                <a:cubicBezTo>
                  <a:pt x="1344467" y="113010"/>
                  <a:pt x="1350393" y="117107"/>
                  <a:pt x="1357747" y="117107"/>
                </a:cubicBezTo>
                <a:cubicBezTo>
                  <a:pt x="1363235" y="117107"/>
                  <a:pt x="1367761" y="114846"/>
                  <a:pt x="1371325" y="110326"/>
                </a:cubicBezTo>
                <a:cubicBezTo>
                  <a:pt x="1374889" y="105805"/>
                  <a:pt x="1376671" y="98036"/>
                  <a:pt x="1376671" y="87018"/>
                </a:cubicBezTo>
                <a:cubicBezTo>
                  <a:pt x="1376671" y="73230"/>
                  <a:pt x="1373701" y="62381"/>
                  <a:pt x="1367761" y="54469"/>
                </a:cubicBezTo>
                <a:cubicBezTo>
                  <a:pt x="1363744" y="49045"/>
                  <a:pt x="1358624" y="46333"/>
                  <a:pt x="1352401" y="46333"/>
                </a:cubicBezTo>
                <a:close/>
                <a:moveTo>
                  <a:pt x="1469932" y="91139"/>
                </a:moveTo>
                <a:cubicBezTo>
                  <a:pt x="1467839" y="101379"/>
                  <a:pt x="1463737" y="109257"/>
                  <a:pt x="1457628" y="114773"/>
                </a:cubicBezTo>
                <a:cubicBezTo>
                  <a:pt x="1451518" y="120289"/>
                  <a:pt x="1444757" y="123047"/>
                  <a:pt x="1437346" y="123047"/>
                </a:cubicBezTo>
                <a:cubicBezTo>
                  <a:pt x="1428521" y="123047"/>
                  <a:pt x="1420827" y="119346"/>
                  <a:pt x="1414264" y="111943"/>
                </a:cubicBezTo>
                <a:cubicBezTo>
                  <a:pt x="1407702" y="104539"/>
                  <a:pt x="1404420" y="94536"/>
                  <a:pt x="1404420" y="81932"/>
                </a:cubicBezTo>
                <a:cubicBezTo>
                  <a:pt x="1404420" y="69725"/>
                  <a:pt x="1408055" y="59807"/>
                  <a:pt x="1415325" y="52178"/>
                </a:cubicBezTo>
                <a:cubicBezTo>
                  <a:pt x="1422595" y="44548"/>
                  <a:pt x="1431321" y="40733"/>
                  <a:pt x="1441504" y="40733"/>
                </a:cubicBezTo>
                <a:cubicBezTo>
                  <a:pt x="1449142" y="40733"/>
                  <a:pt x="1455421" y="42749"/>
                  <a:pt x="1460343" y="46782"/>
                </a:cubicBezTo>
                <a:cubicBezTo>
                  <a:pt x="1465265" y="50812"/>
                  <a:pt x="1467726" y="54999"/>
                  <a:pt x="1467726" y="59341"/>
                </a:cubicBezTo>
                <a:cubicBezTo>
                  <a:pt x="1467726" y="61484"/>
                  <a:pt x="1467033" y="63218"/>
                  <a:pt x="1465647" y="64544"/>
                </a:cubicBezTo>
                <a:cubicBezTo>
                  <a:pt x="1464261" y="65868"/>
                  <a:pt x="1462323" y="66530"/>
                  <a:pt x="1459834" y="66530"/>
                </a:cubicBezTo>
                <a:cubicBezTo>
                  <a:pt x="1456496" y="66530"/>
                  <a:pt x="1453979" y="65455"/>
                  <a:pt x="1452281" y="63305"/>
                </a:cubicBezTo>
                <a:cubicBezTo>
                  <a:pt x="1451320" y="62117"/>
                  <a:pt x="1450683" y="59854"/>
                  <a:pt x="1450372" y="56517"/>
                </a:cubicBezTo>
                <a:cubicBezTo>
                  <a:pt x="1450061" y="53179"/>
                  <a:pt x="1448915" y="50633"/>
                  <a:pt x="1446935" y="48879"/>
                </a:cubicBezTo>
                <a:cubicBezTo>
                  <a:pt x="1444955" y="47182"/>
                  <a:pt x="1442211" y="46333"/>
                  <a:pt x="1438704" y="46333"/>
                </a:cubicBezTo>
                <a:cubicBezTo>
                  <a:pt x="1433046" y="46333"/>
                  <a:pt x="1428492" y="48427"/>
                  <a:pt x="1425041" y="52613"/>
                </a:cubicBezTo>
                <a:cubicBezTo>
                  <a:pt x="1420459" y="58157"/>
                  <a:pt x="1418168" y="65483"/>
                  <a:pt x="1418168" y="74592"/>
                </a:cubicBezTo>
                <a:cubicBezTo>
                  <a:pt x="1418168" y="83870"/>
                  <a:pt x="1420445" y="92059"/>
                  <a:pt x="1424999" y="99159"/>
                </a:cubicBezTo>
                <a:cubicBezTo>
                  <a:pt x="1429553" y="106259"/>
                  <a:pt x="1435705" y="109809"/>
                  <a:pt x="1443456" y="109809"/>
                </a:cubicBezTo>
                <a:cubicBezTo>
                  <a:pt x="1449000" y="109809"/>
                  <a:pt x="1453979" y="107913"/>
                  <a:pt x="1458391" y="104123"/>
                </a:cubicBezTo>
                <a:cubicBezTo>
                  <a:pt x="1461503" y="101521"/>
                  <a:pt x="1464529" y="96797"/>
                  <a:pt x="1467471" y="89951"/>
                </a:cubicBezTo>
                <a:lnTo>
                  <a:pt x="1469932" y="91139"/>
                </a:lnTo>
                <a:close/>
                <a:moveTo>
                  <a:pt x="1494144" y="72301"/>
                </a:moveTo>
                <a:cubicBezTo>
                  <a:pt x="1494087" y="83815"/>
                  <a:pt x="1496888" y="92846"/>
                  <a:pt x="1502545" y="99395"/>
                </a:cubicBezTo>
                <a:cubicBezTo>
                  <a:pt x="1508202" y="105941"/>
                  <a:pt x="1514850" y="109215"/>
                  <a:pt x="1522487" y="109215"/>
                </a:cubicBezTo>
                <a:cubicBezTo>
                  <a:pt x="1527579" y="109215"/>
                  <a:pt x="1532006" y="107814"/>
                  <a:pt x="1535768" y="105014"/>
                </a:cubicBezTo>
                <a:cubicBezTo>
                  <a:pt x="1539530" y="102214"/>
                  <a:pt x="1542684" y="97419"/>
                  <a:pt x="1545230" y="90630"/>
                </a:cubicBezTo>
                <a:lnTo>
                  <a:pt x="1547860" y="92327"/>
                </a:lnTo>
                <a:cubicBezTo>
                  <a:pt x="1546672" y="100078"/>
                  <a:pt x="1543221" y="107136"/>
                  <a:pt x="1537507" y="113500"/>
                </a:cubicBezTo>
                <a:cubicBezTo>
                  <a:pt x="1531793" y="119864"/>
                  <a:pt x="1524637" y="123047"/>
                  <a:pt x="1516038" y="123047"/>
                </a:cubicBezTo>
                <a:cubicBezTo>
                  <a:pt x="1506703" y="123047"/>
                  <a:pt x="1498712" y="119420"/>
                  <a:pt x="1492065" y="112166"/>
                </a:cubicBezTo>
                <a:cubicBezTo>
                  <a:pt x="1485417" y="104911"/>
                  <a:pt x="1482094" y="95157"/>
                  <a:pt x="1482094" y="82905"/>
                </a:cubicBezTo>
                <a:cubicBezTo>
                  <a:pt x="1482094" y="69639"/>
                  <a:pt x="1485502" y="59294"/>
                  <a:pt x="1492319" y="51871"/>
                </a:cubicBezTo>
                <a:cubicBezTo>
                  <a:pt x="1499136" y="44445"/>
                  <a:pt x="1507693" y="40733"/>
                  <a:pt x="1517990" y="40733"/>
                </a:cubicBezTo>
                <a:cubicBezTo>
                  <a:pt x="1526702" y="40733"/>
                  <a:pt x="1533858" y="43597"/>
                  <a:pt x="1539459" y="49325"/>
                </a:cubicBezTo>
                <a:cubicBezTo>
                  <a:pt x="1545060" y="55051"/>
                  <a:pt x="1547860" y="62710"/>
                  <a:pt x="1547860" y="72301"/>
                </a:cubicBezTo>
                <a:lnTo>
                  <a:pt x="1494144" y="72301"/>
                </a:lnTo>
                <a:moveTo>
                  <a:pt x="1494144" y="67379"/>
                </a:moveTo>
                <a:lnTo>
                  <a:pt x="1530124" y="67379"/>
                </a:lnTo>
                <a:cubicBezTo>
                  <a:pt x="1529842" y="62400"/>
                  <a:pt x="1529248" y="58893"/>
                  <a:pt x="1528342" y="56856"/>
                </a:cubicBezTo>
                <a:cubicBezTo>
                  <a:pt x="1526928" y="53688"/>
                  <a:pt x="1524821" y="51199"/>
                  <a:pt x="1522020" y="49388"/>
                </a:cubicBezTo>
                <a:cubicBezTo>
                  <a:pt x="1519220" y="47578"/>
                  <a:pt x="1516292" y="46673"/>
                  <a:pt x="1513237" y="46673"/>
                </a:cubicBezTo>
                <a:cubicBezTo>
                  <a:pt x="1508542" y="46673"/>
                  <a:pt x="1504341" y="48497"/>
                  <a:pt x="1500636" y="52146"/>
                </a:cubicBezTo>
                <a:cubicBezTo>
                  <a:pt x="1496930" y="55795"/>
                  <a:pt x="1494766" y="60873"/>
                  <a:pt x="1494144" y="67379"/>
                </a:cubicBezTo>
                <a:close/>
                <a:moveTo>
                  <a:pt x="1608476" y="40733"/>
                </a:moveTo>
                <a:lnTo>
                  <a:pt x="1608476" y="67039"/>
                </a:lnTo>
                <a:lnTo>
                  <a:pt x="1605676" y="67039"/>
                </a:lnTo>
                <a:cubicBezTo>
                  <a:pt x="1603526" y="58788"/>
                  <a:pt x="1600768" y="53176"/>
                  <a:pt x="1597402" y="50203"/>
                </a:cubicBezTo>
                <a:cubicBezTo>
                  <a:pt x="1594036" y="47227"/>
                  <a:pt x="1589750" y="45739"/>
                  <a:pt x="1584546" y="45739"/>
                </a:cubicBezTo>
                <a:cubicBezTo>
                  <a:pt x="1580586" y="45739"/>
                  <a:pt x="1577389" y="46785"/>
                  <a:pt x="1574957" y="48877"/>
                </a:cubicBezTo>
                <a:cubicBezTo>
                  <a:pt x="1572524" y="50966"/>
                  <a:pt x="1571308" y="53283"/>
                  <a:pt x="1571308" y="55827"/>
                </a:cubicBezTo>
                <a:cubicBezTo>
                  <a:pt x="1571308" y="58992"/>
                  <a:pt x="1572213" y="61704"/>
                  <a:pt x="1574023" y="63963"/>
                </a:cubicBezTo>
                <a:cubicBezTo>
                  <a:pt x="1575777" y="66281"/>
                  <a:pt x="1579341" y="68739"/>
                  <a:pt x="1584715" y="71338"/>
                </a:cubicBezTo>
                <a:lnTo>
                  <a:pt x="1597105" y="77358"/>
                </a:lnTo>
                <a:cubicBezTo>
                  <a:pt x="1608589" y="82951"/>
                  <a:pt x="1614331" y="90326"/>
                  <a:pt x="1614331" y="99482"/>
                </a:cubicBezTo>
                <a:cubicBezTo>
                  <a:pt x="1614331" y="106545"/>
                  <a:pt x="1611658" y="112239"/>
                  <a:pt x="1606312" y="116563"/>
                </a:cubicBezTo>
                <a:cubicBezTo>
                  <a:pt x="1600966" y="120885"/>
                  <a:pt x="1594983" y="123047"/>
                  <a:pt x="1588364" y="123047"/>
                </a:cubicBezTo>
                <a:cubicBezTo>
                  <a:pt x="1583612" y="123047"/>
                  <a:pt x="1578181" y="122198"/>
                  <a:pt x="1572071" y="120501"/>
                </a:cubicBezTo>
                <a:cubicBezTo>
                  <a:pt x="1570204" y="119935"/>
                  <a:pt x="1568677" y="119652"/>
                  <a:pt x="1567489" y="119652"/>
                </a:cubicBezTo>
                <a:cubicBezTo>
                  <a:pt x="1566188" y="119652"/>
                  <a:pt x="1565169" y="120388"/>
                  <a:pt x="1564434" y="121859"/>
                </a:cubicBezTo>
                <a:lnTo>
                  <a:pt x="1561634" y="121859"/>
                </a:lnTo>
                <a:lnTo>
                  <a:pt x="1561634" y="94025"/>
                </a:lnTo>
                <a:lnTo>
                  <a:pt x="1564434" y="94025"/>
                </a:lnTo>
                <a:cubicBezTo>
                  <a:pt x="1566018" y="101973"/>
                  <a:pt x="1569045" y="107963"/>
                  <a:pt x="1573514" y="111994"/>
                </a:cubicBezTo>
                <a:cubicBezTo>
                  <a:pt x="1577983" y="116025"/>
                  <a:pt x="1582990" y="118040"/>
                  <a:pt x="1588534" y="118040"/>
                </a:cubicBezTo>
                <a:cubicBezTo>
                  <a:pt x="1592438" y="118040"/>
                  <a:pt x="1595620" y="116896"/>
                  <a:pt x="1598081" y="114608"/>
                </a:cubicBezTo>
                <a:cubicBezTo>
                  <a:pt x="1600542" y="112319"/>
                  <a:pt x="1601772" y="109564"/>
                  <a:pt x="1601772" y="106343"/>
                </a:cubicBezTo>
                <a:cubicBezTo>
                  <a:pt x="1601772" y="102443"/>
                  <a:pt x="1600400" y="99165"/>
                  <a:pt x="1597657" y="96509"/>
                </a:cubicBezTo>
                <a:cubicBezTo>
                  <a:pt x="1594913" y="93854"/>
                  <a:pt x="1589439" y="90492"/>
                  <a:pt x="1581236" y="86424"/>
                </a:cubicBezTo>
                <a:cubicBezTo>
                  <a:pt x="1573033" y="82355"/>
                  <a:pt x="1567659" y="78681"/>
                  <a:pt x="1565113" y="75403"/>
                </a:cubicBezTo>
                <a:cubicBezTo>
                  <a:pt x="1562567" y="72182"/>
                  <a:pt x="1561294" y="68113"/>
                  <a:pt x="1561294" y="63197"/>
                </a:cubicBezTo>
                <a:cubicBezTo>
                  <a:pt x="1561294" y="56811"/>
                  <a:pt x="1563486" y="51471"/>
                  <a:pt x="1567871" y="47177"/>
                </a:cubicBezTo>
                <a:cubicBezTo>
                  <a:pt x="1572255" y="42881"/>
                  <a:pt x="1577927" y="40733"/>
                  <a:pt x="1584885" y="40733"/>
                </a:cubicBezTo>
                <a:cubicBezTo>
                  <a:pt x="1587940" y="40733"/>
                  <a:pt x="1591646" y="41383"/>
                  <a:pt x="1596002" y="42684"/>
                </a:cubicBezTo>
                <a:cubicBezTo>
                  <a:pt x="1598887" y="43533"/>
                  <a:pt x="1600810" y="43957"/>
                  <a:pt x="1601772" y="43957"/>
                </a:cubicBezTo>
                <a:cubicBezTo>
                  <a:pt x="1602677" y="43957"/>
                  <a:pt x="1603385" y="43759"/>
                  <a:pt x="1603894" y="43363"/>
                </a:cubicBezTo>
                <a:cubicBezTo>
                  <a:pt x="1604403" y="42967"/>
                  <a:pt x="1604997" y="42090"/>
                  <a:pt x="1605676" y="40733"/>
                </a:cubicBezTo>
                <a:lnTo>
                  <a:pt x="1608476" y="40733"/>
                </a:lnTo>
                <a:close/>
                <a:moveTo>
                  <a:pt x="1676082" y="40733"/>
                </a:moveTo>
                <a:lnTo>
                  <a:pt x="1676082" y="67039"/>
                </a:lnTo>
                <a:lnTo>
                  <a:pt x="1673282" y="67039"/>
                </a:lnTo>
                <a:cubicBezTo>
                  <a:pt x="1671132" y="58788"/>
                  <a:pt x="1668374" y="53176"/>
                  <a:pt x="1665008" y="50203"/>
                </a:cubicBezTo>
                <a:cubicBezTo>
                  <a:pt x="1661642" y="47227"/>
                  <a:pt x="1657356" y="45739"/>
                  <a:pt x="1652152" y="45739"/>
                </a:cubicBezTo>
                <a:cubicBezTo>
                  <a:pt x="1648191" y="45739"/>
                  <a:pt x="1644995" y="46785"/>
                  <a:pt x="1642562" y="48877"/>
                </a:cubicBezTo>
                <a:cubicBezTo>
                  <a:pt x="1640130" y="50966"/>
                  <a:pt x="1638913" y="53283"/>
                  <a:pt x="1638913" y="55827"/>
                </a:cubicBezTo>
                <a:cubicBezTo>
                  <a:pt x="1638913" y="58992"/>
                  <a:pt x="1639819" y="61704"/>
                  <a:pt x="1641629" y="63963"/>
                </a:cubicBezTo>
                <a:cubicBezTo>
                  <a:pt x="1643383" y="66281"/>
                  <a:pt x="1646947" y="68739"/>
                  <a:pt x="1652321" y="71338"/>
                </a:cubicBezTo>
                <a:lnTo>
                  <a:pt x="1664711" y="77358"/>
                </a:lnTo>
                <a:cubicBezTo>
                  <a:pt x="1676195" y="82951"/>
                  <a:pt x="1681937" y="90326"/>
                  <a:pt x="1681937" y="99482"/>
                </a:cubicBezTo>
                <a:cubicBezTo>
                  <a:pt x="1681937" y="106545"/>
                  <a:pt x="1679264" y="112239"/>
                  <a:pt x="1673918" y="116563"/>
                </a:cubicBezTo>
                <a:cubicBezTo>
                  <a:pt x="1668572" y="120885"/>
                  <a:pt x="1662589" y="123047"/>
                  <a:pt x="1655970" y="123047"/>
                </a:cubicBezTo>
                <a:cubicBezTo>
                  <a:pt x="1651218" y="123047"/>
                  <a:pt x="1645787" y="122198"/>
                  <a:pt x="1639677" y="120501"/>
                </a:cubicBezTo>
                <a:cubicBezTo>
                  <a:pt x="1637810" y="119935"/>
                  <a:pt x="1636283" y="119652"/>
                  <a:pt x="1635095" y="119652"/>
                </a:cubicBezTo>
                <a:cubicBezTo>
                  <a:pt x="1633794" y="119652"/>
                  <a:pt x="1632775" y="120388"/>
                  <a:pt x="1632040" y="121859"/>
                </a:cubicBezTo>
                <a:lnTo>
                  <a:pt x="1629239" y="121859"/>
                </a:lnTo>
                <a:lnTo>
                  <a:pt x="1629239" y="94025"/>
                </a:lnTo>
                <a:lnTo>
                  <a:pt x="1632040" y="94025"/>
                </a:lnTo>
                <a:cubicBezTo>
                  <a:pt x="1633624" y="101973"/>
                  <a:pt x="1636651" y="107963"/>
                  <a:pt x="1641120" y="111994"/>
                </a:cubicBezTo>
                <a:cubicBezTo>
                  <a:pt x="1645589" y="116025"/>
                  <a:pt x="1650596" y="118040"/>
                  <a:pt x="1656140" y="118040"/>
                </a:cubicBezTo>
                <a:cubicBezTo>
                  <a:pt x="1660044" y="118040"/>
                  <a:pt x="1663226" y="116896"/>
                  <a:pt x="1665687" y="114608"/>
                </a:cubicBezTo>
                <a:cubicBezTo>
                  <a:pt x="1668148" y="112319"/>
                  <a:pt x="1669378" y="109564"/>
                  <a:pt x="1669378" y="106343"/>
                </a:cubicBezTo>
                <a:cubicBezTo>
                  <a:pt x="1669378" y="102443"/>
                  <a:pt x="1668006" y="99165"/>
                  <a:pt x="1665262" y="96509"/>
                </a:cubicBezTo>
                <a:cubicBezTo>
                  <a:pt x="1662519" y="93854"/>
                  <a:pt x="1657045" y="90492"/>
                  <a:pt x="1648842" y="86424"/>
                </a:cubicBezTo>
                <a:cubicBezTo>
                  <a:pt x="1640639" y="82355"/>
                  <a:pt x="1635264" y="78681"/>
                  <a:pt x="1632719" y="75403"/>
                </a:cubicBezTo>
                <a:cubicBezTo>
                  <a:pt x="1630173" y="72182"/>
                  <a:pt x="1628900" y="68113"/>
                  <a:pt x="1628900" y="63197"/>
                </a:cubicBezTo>
                <a:cubicBezTo>
                  <a:pt x="1628900" y="56811"/>
                  <a:pt x="1631092" y="51471"/>
                  <a:pt x="1635477" y="47177"/>
                </a:cubicBezTo>
                <a:cubicBezTo>
                  <a:pt x="1639861" y="42881"/>
                  <a:pt x="1645532" y="40733"/>
                  <a:pt x="1652491" y="40733"/>
                </a:cubicBezTo>
                <a:cubicBezTo>
                  <a:pt x="1655546" y="40733"/>
                  <a:pt x="1659252" y="41383"/>
                  <a:pt x="1663608" y="42684"/>
                </a:cubicBezTo>
                <a:cubicBezTo>
                  <a:pt x="1666493" y="43533"/>
                  <a:pt x="1668416" y="43957"/>
                  <a:pt x="1669378" y="43957"/>
                </a:cubicBezTo>
                <a:cubicBezTo>
                  <a:pt x="1670283" y="43957"/>
                  <a:pt x="1670990" y="43759"/>
                  <a:pt x="1671500" y="43363"/>
                </a:cubicBezTo>
                <a:cubicBezTo>
                  <a:pt x="1672009" y="42967"/>
                  <a:pt x="1672603" y="42090"/>
                  <a:pt x="1673282" y="40733"/>
                </a:cubicBezTo>
                <a:lnTo>
                  <a:pt x="1676082" y="4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Text aspecif">
            <a:extLst xmlns:a="http://schemas.openxmlformats.org/drawingml/2006/main">
              <a:ext uri="{FF2B5EF4-FFF2-40B4-BE49-F238E27FC236}">
                <a16:creationId xmlns:a16="http://schemas.microsoft.com/office/drawing/2014/main" id="{38776451-30DB-48E2-8D5C-3E802DF5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048" y="8572178"/>
            <a:ext cx="547087" cy="157839"/>
          </a:xfrm>
          <a:custGeom xmlns:a="http://schemas.openxmlformats.org/drawingml/2006/main">
            <a:pathLst>
              <a:path w="547087" h="157839">
                <a:moveTo>
                  <a:pt x="43279" y="109469"/>
                </a:moveTo>
                <a:cubicBezTo>
                  <a:pt x="35302" y="115636"/>
                  <a:pt x="30295" y="119200"/>
                  <a:pt x="28258" y="120161"/>
                </a:cubicBezTo>
                <a:cubicBezTo>
                  <a:pt x="25203" y="121632"/>
                  <a:pt x="21950" y="122368"/>
                  <a:pt x="18499" y="122368"/>
                </a:cubicBezTo>
                <a:cubicBezTo>
                  <a:pt x="13125" y="122368"/>
                  <a:pt x="8698" y="120529"/>
                  <a:pt x="5219" y="116852"/>
                </a:cubicBezTo>
                <a:cubicBezTo>
                  <a:pt x="1740" y="113175"/>
                  <a:pt x="0" y="108338"/>
                  <a:pt x="0" y="102341"/>
                </a:cubicBezTo>
                <a:cubicBezTo>
                  <a:pt x="0" y="98551"/>
                  <a:pt x="849" y="95269"/>
                  <a:pt x="2546" y="92497"/>
                </a:cubicBezTo>
                <a:cubicBezTo>
                  <a:pt x="4865" y="88650"/>
                  <a:pt x="8896" y="85030"/>
                  <a:pt x="14638" y="81635"/>
                </a:cubicBezTo>
                <a:cubicBezTo>
                  <a:pt x="20380" y="78241"/>
                  <a:pt x="29927" y="74111"/>
                  <a:pt x="43279" y="69246"/>
                </a:cubicBezTo>
                <a:lnTo>
                  <a:pt x="43279" y="66191"/>
                </a:lnTo>
                <a:cubicBezTo>
                  <a:pt x="43279" y="58440"/>
                  <a:pt x="42048" y="53122"/>
                  <a:pt x="39587" y="50237"/>
                </a:cubicBezTo>
                <a:cubicBezTo>
                  <a:pt x="37126" y="47352"/>
                  <a:pt x="33548" y="45909"/>
                  <a:pt x="28852" y="45909"/>
                </a:cubicBezTo>
                <a:cubicBezTo>
                  <a:pt x="25288" y="45909"/>
                  <a:pt x="22460" y="46867"/>
                  <a:pt x="20366" y="48784"/>
                </a:cubicBezTo>
                <a:cubicBezTo>
                  <a:pt x="18217" y="50700"/>
                  <a:pt x="17142" y="52899"/>
                  <a:pt x="17142" y="55379"/>
                </a:cubicBezTo>
                <a:lnTo>
                  <a:pt x="17311" y="60282"/>
                </a:lnTo>
                <a:cubicBezTo>
                  <a:pt x="17311" y="62874"/>
                  <a:pt x="16647" y="64874"/>
                  <a:pt x="15317" y="66283"/>
                </a:cubicBezTo>
                <a:cubicBezTo>
                  <a:pt x="13988" y="67692"/>
                  <a:pt x="12248" y="68397"/>
                  <a:pt x="10098" y="68397"/>
                </a:cubicBezTo>
                <a:cubicBezTo>
                  <a:pt x="8005" y="68397"/>
                  <a:pt x="6294" y="67664"/>
                  <a:pt x="4964" y="66199"/>
                </a:cubicBezTo>
                <a:cubicBezTo>
                  <a:pt x="3635" y="64731"/>
                  <a:pt x="2970" y="62728"/>
                  <a:pt x="2970" y="60189"/>
                </a:cubicBezTo>
                <a:cubicBezTo>
                  <a:pt x="2970" y="55340"/>
                  <a:pt x="5459" y="50885"/>
                  <a:pt x="10438" y="46824"/>
                </a:cubicBezTo>
                <a:cubicBezTo>
                  <a:pt x="15416" y="42763"/>
                  <a:pt x="22403" y="40733"/>
                  <a:pt x="31398" y="40733"/>
                </a:cubicBezTo>
                <a:cubicBezTo>
                  <a:pt x="38300" y="40733"/>
                  <a:pt x="43957" y="41891"/>
                  <a:pt x="48370" y="44207"/>
                </a:cubicBezTo>
                <a:cubicBezTo>
                  <a:pt x="51708" y="45959"/>
                  <a:pt x="54169" y="48700"/>
                  <a:pt x="55753" y="52430"/>
                </a:cubicBezTo>
                <a:cubicBezTo>
                  <a:pt x="56771" y="54859"/>
                  <a:pt x="57280" y="59831"/>
                  <a:pt x="57280" y="67347"/>
                </a:cubicBezTo>
                <a:lnTo>
                  <a:pt x="57280" y="93706"/>
                </a:lnTo>
                <a:cubicBezTo>
                  <a:pt x="57280" y="101109"/>
                  <a:pt x="57422" y="105643"/>
                  <a:pt x="57705" y="107311"/>
                </a:cubicBezTo>
                <a:cubicBezTo>
                  <a:pt x="57988" y="108978"/>
                  <a:pt x="58454" y="110094"/>
                  <a:pt x="59105" y="110660"/>
                </a:cubicBezTo>
                <a:cubicBezTo>
                  <a:pt x="59755" y="111224"/>
                  <a:pt x="60505" y="111506"/>
                  <a:pt x="61354" y="111506"/>
                </a:cubicBezTo>
                <a:cubicBezTo>
                  <a:pt x="62259" y="111506"/>
                  <a:pt x="63051" y="111308"/>
                  <a:pt x="63730" y="110912"/>
                </a:cubicBezTo>
                <a:cubicBezTo>
                  <a:pt x="64918" y="110176"/>
                  <a:pt x="67209" y="108111"/>
                  <a:pt x="70603" y="104717"/>
                </a:cubicBezTo>
                <a:lnTo>
                  <a:pt x="70603" y="109469"/>
                </a:lnTo>
                <a:cubicBezTo>
                  <a:pt x="64267" y="117955"/>
                  <a:pt x="58214" y="122198"/>
                  <a:pt x="52443" y="122198"/>
                </a:cubicBezTo>
                <a:cubicBezTo>
                  <a:pt x="49671" y="122198"/>
                  <a:pt x="47465" y="121236"/>
                  <a:pt x="45824" y="119313"/>
                </a:cubicBezTo>
                <a:cubicBezTo>
                  <a:pt x="44184" y="117389"/>
                  <a:pt x="43335" y="114108"/>
                  <a:pt x="43279" y="109469"/>
                </a:cubicBezTo>
                <a:moveTo>
                  <a:pt x="43279" y="103906"/>
                </a:moveTo>
                <a:lnTo>
                  <a:pt x="43279" y="74422"/>
                </a:lnTo>
                <a:cubicBezTo>
                  <a:pt x="34736" y="77801"/>
                  <a:pt x="29220" y="80194"/>
                  <a:pt x="26731" y="81603"/>
                </a:cubicBezTo>
                <a:cubicBezTo>
                  <a:pt x="22262" y="84082"/>
                  <a:pt x="19065" y="86673"/>
                  <a:pt x="17142" y="89376"/>
                </a:cubicBezTo>
                <a:cubicBezTo>
                  <a:pt x="15218" y="92079"/>
                  <a:pt x="14256" y="95036"/>
                  <a:pt x="14256" y="98246"/>
                </a:cubicBezTo>
                <a:cubicBezTo>
                  <a:pt x="14256" y="102302"/>
                  <a:pt x="15473" y="105667"/>
                  <a:pt x="17905" y="108342"/>
                </a:cubicBezTo>
                <a:cubicBezTo>
                  <a:pt x="20338" y="111017"/>
                  <a:pt x="23138" y="112354"/>
                  <a:pt x="26307" y="112354"/>
                </a:cubicBezTo>
                <a:cubicBezTo>
                  <a:pt x="30606" y="112354"/>
                  <a:pt x="36263" y="109538"/>
                  <a:pt x="43279" y="103906"/>
                </a:cubicBezTo>
                <a:close/>
                <a:moveTo>
                  <a:pt x="170085" y="40733"/>
                </a:moveTo>
                <a:lnTo>
                  <a:pt x="170085" y="67039"/>
                </a:lnTo>
                <a:lnTo>
                  <a:pt x="167285" y="67039"/>
                </a:lnTo>
                <a:cubicBezTo>
                  <a:pt x="165135" y="58788"/>
                  <a:pt x="162377" y="53176"/>
                  <a:pt x="159011" y="50203"/>
                </a:cubicBezTo>
                <a:cubicBezTo>
                  <a:pt x="155645" y="47227"/>
                  <a:pt x="151360" y="45739"/>
                  <a:pt x="146155" y="45739"/>
                </a:cubicBezTo>
                <a:cubicBezTo>
                  <a:pt x="142195" y="45739"/>
                  <a:pt x="138999" y="46785"/>
                  <a:pt x="136566" y="48877"/>
                </a:cubicBezTo>
                <a:cubicBezTo>
                  <a:pt x="134133" y="50966"/>
                  <a:pt x="132917" y="53283"/>
                  <a:pt x="132917" y="55827"/>
                </a:cubicBezTo>
                <a:cubicBezTo>
                  <a:pt x="132917" y="58992"/>
                  <a:pt x="133822" y="61704"/>
                  <a:pt x="135632" y="63963"/>
                </a:cubicBezTo>
                <a:cubicBezTo>
                  <a:pt x="137386" y="66281"/>
                  <a:pt x="140950" y="68739"/>
                  <a:pt x="146325" y="71338"/>
                </a:cubicBezTo>
                <a:lnTo>
                  <a:pt x="158714" y="77358"/>
                </a:lnTo>
                <a:cubicBezTo>
                  <a:pt x="170199" y="82951"/>
                  <a:pt x="175941" y="90326"/>
                  <a:pt x="175941" y="99482"/>
                </a:cubicBezTo>
                <a:cubicBezTo>
                  <a:pt x="175941" y="106545"/>
                  <a:pt x="173268" y="112239"/>
                  <a:pt x="167922" y="116563"/>
                </a:cubicBezTo>
                <a:cubicBezTo>
                  <a:pt x="162575" y="120885"/>
                  <a:pt x="156593" y="123047"/>
                  <a:pt x="149974" y="123047"/>
                </a:cubicBezTo>
                <a:cubicBezTo>
                  <a:pt x="145222" y="123047"/>
                  <a:pt x="139791" y="122198"/>
                  <a:pt x="133681" y="120501"/>
                </a:cubicBezTo>
                <a:cubicBezTo>
                  <a:pt x="131814" y="119935"/>
                  <a:pt x="130286" y="119652"/>
                  <a:pt x="129098" y="119652"/>
                </a:cubicBezTo>
                <a:cubicBezTo>
                  <a:pt x="127797" y="119652"/>
                  <a:pt x="126779" y="120388"/>
                  <a:pt x="126043" y="121859"/>
                </a:cubicBezTo>
                <a:lnTo>
                  <a:pt x="123243" y="121859"/>
                </a:lnTo>
                <a:lnTo>
                  <a:pt x="123243" y="94025"/>
                </a:lnTo>
                <a:lnTo>
                  <a:pt x="126043" y="94025"/>
                </a:lnTo>
                <a:cubicBezTo>
                  <a:pt x="127627" y="101973"/>
                  <a:pt x="130654" y="107963"/>
                  <a:pt x="135123" y="111994"/>
                </a:cubicBezTo>
                <a:cubicBezTo>
                  <a:pt x="139593" y="116025"/>
                  <a:pt x="144599" y="118040"/>
                  <a:pt x="150143" y="118040"/>
                </a:cubicBezTo>
                <a:cubicBezTo>
                  <a:pt x="154047" y="118040"/>
                  <a:pt x="157229" y="116896"/>
                  <a:pt x="159690" y="114608"/>
                </a:cubicBezTo>
                <a:cubicBezTo>
                  <a:pt x="162151" y="112319"/>
                  <a:pt x="163382" y="109564"/>
                  <a:pt x="163382" y="106343"/>
                </a:cubicBezTo>
                <a:cubicBezTo>
                  <a:pt x="163382" y="102443"/>
                  <a:pt x="162010" y="99165"/>
                  <a:pt x="159266" y="96509"/>
                </a:cubicBezTo>
                <a:cubicBezTo>
                  <a:pt x="156522" y="93854"/>
                  <a:pt x="151049" y="90492"/>
                  <a:pt x="142845" y="86424"/>
                </a:cubicBezTo>
                <a:cubicBezTo>
                  <a:pt x="134642" y="82355"/>
                  <a:pt x="129268" y="78681"/>
                  <a:pt x="126722" y="75403"/>
                </a:cubicBezTo>
                <a:cubicBezTo>
                  <a:pt x="124176" y="72182"/>
                  <a:pt x="122903" y="68113"/>
                  <a:pt x="122903" y="63197"/>
                </a:cubicBezTo>
                <a:cubicBezTo>
                  <a:pt x="122903" y="56811"/>
                  <a:pt x="125096" y="51471"/>
                  <a:pt x="129480" y="47177"/>
                </a:cubicBezTo>
                <a:cubicBezTo>
                  <a:pt x="133864" y="42881"/>
                  <a:pt x="139536" y="40733"/>
                  <a:pt x="146494" y="40733"/>
                </a:cubicBezTo>
                <a:cubicBezTo>
                  <a:pt x="149549" y="40733"/>
                  <a:pt x="153255" y="41383"/>
                  <a:pt x="157611" y="42684"/>
                </a:cubicBezTo>
                <a:cubicBezTo>
                  <a:pt x="160496" y="43533"/>
                  <a:pt x="162420" y="43957"/>
                  <a:pt x="163382" y="43957"/>
                </a:cubicBezTo>
                <a:cubicBezTo>
                  <a:pt x="164287" y="43957"/>
                  <a:pt x="164994" y="43759"/>
                  <a:pt x="165503" y="43363"/>
                </a:cubicBezTo>
                <a:cubicBezTo>
                  <a:pt x="166012" y="42967"/>
                  <a:pt x="166606" y="42090"/>
                  <a:pt x="167285" y="40733"/>
                </a:cubicBezTo>
                <a:lnTo>
                  <a:pt x="170085" y="40733"/>
                </a:lnTo>
                <a:close/>
                <a:moveTo>
                  <a:pt x="181854" y="50584"/>
                </a:moveTo>
                <a:lnTo>
                  <a:pt x="205784" y="40902"/>
                </a:lnTo>
                <a:lnTo>
                  <a:pt x="209009" y="40902"/>
                </a:lnTo>
                <a:lnTo>
                  <a:pt x="209009" y="59062"/>
                </a:lnTo>
                <a:cubicBezTo>
                  <a:pt x="213025" y="52217"/>
                  <a:pt x="217056" y="47451"/>
                  <a:pt x="221101" y="44764"/>
                </a:cubicBezTo>
                <a:cubicBezTo>
                  <a:pt x="225146" y="42076"/>
                  <a:pt x="229403" y="40733"/>
                  <a:pt x="233873" y="40733"/>
                </a:cubicBezTo>
                <a:cubicBezTo>
                  <a:pt x="241680" y="40733"/>
                  <a:pt x="248186" y="43784"/>
                  <a:pt x="253390" y="49887"/>
                </a:cubicBezTo>
                <a:cubicBezTo>
                  <a:pt x="259783" y="57348"/>
                  <a:pt x="262980" y="67068"/>
                  <a:pt x="262980" y="79050"/>
                </a:cubicBezTo>
                <a:cubicBezTo>
                  <a:pt x="262980" y="92443"/>
                  <a:pt x="259133" y="103520"/>
                  <a:pt x="251439" y="112280"/>
                </a:cubicBezTo>
                <a:cubicBezTo>
                  <a:pt x="245102" y="119458"/>
                  <a:pt x="237126" y="123047"/>
                  <a:pt x="227508" y="123047"/>
                </a:cubicBezTo>
                <a:cubicBezTo>
                  <a:pt x="223322" y="123047"/>
                  <a:pt x="219701" y="122453"/>
                  <a:pt x="216646" y="121265"/>
                </a:cubicBezTo>
                <a:cubicBezTo>
                  <a:pt x="214383" y="120416"/>
                  <a:pt x="211837" y="118719"/>
                  <a:pt x="209009" y="116173"/>
                </a:cubicBezTo>
                <a:lnTo>
                  <a:pt x="209009" y="139849"/>
                </a:lnTo>
                <a:cubicBezTo>
                  <a:pt x="209009" y="145167"/>
                  <a:pt x="209334" y="148547"/>
                  <a:pt x="209985" y="149990"/>
                </a:cubicBezTo>
                <a:cubicBezTo>
                  <a:pt x="210635" y="151432"/>
                  <a:pt x="211767" y="152578"/>
                  <a:pt x="213379" y="153427"/>
                </a:cubicBezTo>
                <a:cubicBezTo>
                  <a:pt x="214991" y="154275"/>
                  <a:pt x="217919" y="154699"/>
                  <a:pt x="222162" y="154699"/>
                </a:cubicBezTo>
                <a:lnTo>
                  <a:pt x="222162" y="157839"/>
                </a:lnTo>
                <a:lnTo>
                  <a:pt x="181429" y="157839"/>
                </a:lnTo>
                <a:lnTo>
                  <a:pt x="181429" y="154699"/>
                </a:lnTo>
                <a:lnTo>
                  <a:pt x="183551" y="154699"/>
                </a:lnTo>
                <a:cubicBezTo>
                  <a:pt x="186662" y="154756"/>
                  <a:pt x="189321" y="154161"/>
                  <a:pt x="191528" y="152915"/>
                </a:cubicBezTo>
                <a:cubicBezTo>
                  <a:pt x="192603" y="152292"/>
                  <a:pt x="193437" y="151287"/>
                  <a:pt x="194031" y="149900"/>
                </a:cubicBezTo>
                <a:cubicBezTo>
                  <a:pt x="194625" y="148514"/>
                  <a:pt x="194922" y="144990"/>
                  <a:pt x="194922" y="139329"/>
                </a:cubicBezTo>
                <a:lnTo>
                  <a:pt x="194922" y="65785"/>
                </a:lnTo>
                <a:cubicBezTo>
                  <a:pt x="194922" y="60746"/>
                  <a:pt x="194696" y="57548"/>
                  <a:pt x="194243" y="56190"/>
                </a:cubicBezTo>
                <a:cubicBezTo>
                  <a:pt x="193791" y="54831"/>
                  <a:pt x="193069" y="53812"/>
                  <a:pt x="192079" y="53133"/>
                </a:cubicBezTo>
                <a:cubicBezTo>
                  <a:pt x="191089" y="52452"/>
                  <a:pt x="189746" y="52112"/>
                  <a:pt x="188048" y="52112"/>
                </a:cubicBezTo>
                <a:cubicBezTo>
                  <a:pt x="186691" y="52112"/>
                  <a:pt x="184965" y="52508"/>
                  <a:pt x="182872" y="53300"/>
                </a:cubicBezTo>
                <a:lnTo>
                  <a:pt x="181854" y="50584"/>
                </a:lnTo>
                <a:moveTo>
                  <a:pt x="209009" y="64223"/>
                </a:moveTo>
                <a:lnTo>
                  <a:pt x="209009" y="93208"/>
                </a:lnTo>
                <a:cubicBezTo>
                  <a:pt x="209009" y="99480"/>
                  <a:pt x="209263" y="103605"/>
                  <a:pt x="209772" y="105582"/>
                </a:cubicBezTo>
                <a:cubicBezTo>
                  <a:pt x="210565" y="108859"/>
                  <a:pt x="212502" y="111741"/>
                  <a:pt x="215585" y="114227"/>
                </a:cubicBezTo>
                <a:cubicBezTo>
                  <a:pt x="218669" y="116712"/>
                  <a:pt x="222558" y="117955"/>
                  <a:pt x="227254" y="117955"/>
                </a:cubicBezTo>
                <a:cubicBezTo>
                  <a:pt x="232911" y="117955"/>
                  <a:pt x="237493" y="115751"/>
                  <a:pt x="241001" y="111344"/>
                </a:cubicBezTo>
                <a:cubicBezTo>
                  <a:pt x="245583" y="105582"/>
                  <a:pt x="247875" y="97475"/>
                  <a:pt x="247875" y="87021"/>
                </a:cubicBezTo>
                <a:cubicBezTo>
                  <a:pt x="247875" y="75157"/>
                  <a:pt x="245272" y="66032"/>
                  <a:pt x="240067" y="59648"/>
                </a:cubicBezTo>
                <a:cubicBezTo>
                  <a:pt x="236447" y="55241"/>
                  <a:pt x="232147" y="53037"/>
                  <a:pt x="227169" y="53037"/>
                </a:cubicBezTo>
                <a:cubicBezTo>
                  <a:pt x="224453" y="53037"/>
                  <a:pt x="221766" y="53715"/>
                  <a:pt x="219107" y="55071"/>
                </a:cubicBezTo>
                <a:cubicBezTo>
                  <a:pt x="217070" y="56088"/>
                  <a:pt x="213704" y="59138"/>
                  <a:pt x="209009" y="64223"/>
                </a:cubicBezTo>
                <a:close/>
                <a:moveTo>
                  <a:pt x="287419" y="72301"/>
                </a:moveTo>
                <a:cubicBezTo>
                  <a:pt x="287362" y="83815"/>
                  <a:pt x="290163" y="92846"/>
                  <a:pt x="295820" y="99395"/>
                </a:cubicBezTo>
                <a:cubicBezTo>
                  <a:pt x="301477" y="105941"/>
                  <a:pt x="308125" y="109215"/>
                  <a:pt x="315762" y="109215"/>
                </a:cubicBezTo>
                <a:cubicBezTo>
                  <a:pt x="320854" y="109215"/>
                  <a:pt x="325280" y="107814"/>
                  <a:pt x="329043" y="105014"/>
                </a:cubicBezTo>
                <a:cubicBezTo>
                  <a:pt x="332805" y="102214"/>
                  <a:pt x="335959" y="97419"/>
                  <a:pt x="338504" y="90630"/>
                </a:cubicBezTo>
                <a:lnTo>
                  <a:pt x="341135" y="92327"/>
                </a:lnTo>
                <a:cubicBezTo>
                  <a:pt x="339947" y="100078"/>
                  <a:pt x="336496" y="107136"/>
                  <a:pt x="330782" y="113500"/>
                </a:cubicBezTo>
                <a:cubicBezTo>
                  <a:pt x="325068" y="119864"/>
                  <a:pt x="317912" y="123047"/>
                  <a:pt x="309313" y="123047"/>
                </a:cubicBezTo>
                <a:cubicBezTo>
                  <a:pt x="299978" y="123047"/>
                  <a:pt x="291987" y="119420"/>
                  <a:pt x="285340" y="112166"/>
                </a:cubicBezTo>
                <a:cubicBezTo>
                  <a:pt x="278692" y="104911"/>
                  <a:pt x="275369" y="95157"/>
                  <a:pt x="275369" y="82905"/>
                </a:cubicBezTo>
                <a:cubicBezTo>
                  <a:pt x="275369" y="69639"/>
                  <a:pt x="278777" y="59294"/>
                  <a:pt x="285594" y="51871"/>
                </a:cubicBezTo>
                <a:cubicBezTo>
                  <a:pt x="292411" y="44445"/>
                  <a:pt x="300968" y="40733"/>
                  <a:pt x="311264" y="40733"/>
                </a:cubicBezTo>
                <a:cubicBezTo>
                  <a:pt x="319977" y="40733"/>
                  <a:pt x="327133" y="43597"/>
                  <a:pt x="332734" y="49325"/>
                </a:cubicBezTo>
                <a:cubicBezTo>
                  <a:pt x="338335" y="55051"/>
                  <a:pt x="341135" y="62710"/>
                  <a:pt x="341135" y="72301"/>
                </a:cubicBezTo>
                <a:lnTo>
                  <a:pt x="287419" y="72301"/>
                </a:lnTo>
                <a:moveTo>
                  <a:pt x="287419" y="67379"/>
                </a:moveTo>
                <a:lnTo>
                  <a:pt x="323399" y="67379"/>
                </a:lnTo>
                <a:cubicBezTo>
                  <a:pt x="323116" y="62400"/>
                  <a:pt x="322522" y="58893"/>
                  <a:pt x="321617" y="56856"/>
                </a:cubicBezTo>
                <a:cubicBezTo>
                  <a:pt x="320203" y="53688"/>
                  <a:pt x="318096" y="51199"/>
                  <a:pt x="315295" y="49388"/>
                </a:cubicBezTo>
                <a:cubicBezTo>
                  <a:pt x="312495" y="47578"/>
                  <a:pt x="309567" y="46673"/>
                  <a:pt x="306512" y="46673"/>
                </a:cubicBezTo>
                <a:cubicBezTo>
                  <a:pt x="301817" y="46673"/>
                  <a:pt x="297616" y="48497"/>
                  <a:pt x="293911" y="52146"/>
                </a:cubicBezTo>
                <a:cubicBezTo>
                  <a:pt x="290205" y="55795"/>
                  <a:pt x="288041" y="60873"/>
                  <a:pt x="287419" y="67379"/>
                </a:cubicBezTo>
                <a:close/>
                <a:moveTo>
                  <a:pt x="417536" y="91139"/>
                </a:moveTo>
                <a:cubicBezTo>
                  <a:pt x="415442" y="101379"/>
                  <a:pt x="411341" y="109257"/>
                  <a:pt x="405231" y="114773"/>
                </a:cubicBezTo>
                <a:cubicBezTo>
                  <a:pt x="399121" y="120289"/>
                  <a:pt x="392360" y="123047"/>
                  <a:pt x="384949" y="123047"/>
                </a:cubicBezTo>
                <a:cubicBezTo>
                  <a:pt x="376124" y="123047"/>
                  <a:pt x="368430" y="119346"/>
                  <a:pt x="361867" y="111943"/>
                </a:cubicBezTo>
                <a:cubicBezTo>
                  <a:pt x="355305" y="104539"/>
                  <a:pt x="352024" y="94536"/>
                  <a:pt x="352024" y="81932"/>
                </a:cubicBezTo>
                <a:cubicBezTo>
                  <a:pt x="352024" y="69725"/>
                  <a:pt x="355659" y="59807"/>
                  <a:pt x="362928" y="52178"/>
                </a:cubicBezTo>
                <a:cubicBezTo>
                  <a:pt x="370198" y="44548"/>
                  <a:pt x="378924" y="40733"/>
                  <a:pt x="389107" y="40733"/>
                </a:cubicBezTo>
                <a:cubicBezTo>
                  <a:pt x="396745" y="40733"/>
                  <a:pt x="403024" y="42749"/>
                  <a:pt x="407946" y="46782"/>
                </a:cubicBezTo>
                <a:cubicBezTo>
                  <a:pt x="412868" y="50812"/>
                  <a:pt x="415329" y="54999"/>
                  <a:pt x="415329" y="59341"/>
                </a:cubicBezTo>
                <a:cubicBezTo>
                  <a:pt x="415329" y="61484"/>
                  <a:pt x="414636" y="63218"/>
                  <a:pt x="413250" y="64544"/>
                </a:cubicBezTo>
                <a:cubicBezTo>
                  <a:pt x="411864" y="65868"/>
                  <a:pt x="409926" y="66530"/>
                  <a:pt x="407437" y="66530"/>
                </a:cubicBezTo>
                <a:cubicBezTo>
                  <a:pt x="404099" y="66530"/>
                  <a:pt x="401582" y="65455"/>
                  <a:pt x="399885" y="63305"/>
                </a:cubicBezTo>
                <a:cubicBezTo>
                  <a:pt x="398923" y="62117"/>
                  <a:pt x="398286" y="59854"/>
                  <a:pt x="397975" y="56517"/>
                </a:cubicBezTo>
                <a:cubicBezTo>
                  <a:pt x="397664" y="53179"/>
                  <a:pt x="396519" y="50633"/>
                  <a:pt x="394539" y="48879"/>
                </a:cubicBezTo>
                <a:cubicBezTo>
                  <a:pt x="392558" y="47182"/>
                  <a:pt x="389815" y="46333"/>
                  <a:pt x="386307" y="46333"/>
                </a:cubicBezTo>
                <a:cubicBezTo>
                  <a:pt x="380650" y="46333"/>
                  <a:pt x="376096" y="48427"/>
                  <a:pt x="372645" y="52613"/>
                </a:cubicBezTo>
                <a:cubicBezTo>
                  <a:pt x="368062" y="58157"/>
                  <a:pt x="365771" y="65483"/>
                  <a:pt x="365771" y="74592"/>
                </a:cubicBezTo>
                <a:cubicBezTo>
                  <a:pt x="365771" y="83870"/>
                  <a:pt x="368048" y="92059"/>
                  <a:pt x="372602" y="99159"/>
                </a:cubicBezTo>
                <a:cubicBezTo>
                  <a:pt x="377156" y="106259"/>
                  <a:pt x="383309" y="109809"/>
                  <a:pt x="391059" y="109809"/>
                </a:cubicBezTo>
                <a:cubicBezTo>
                  <a:pt x="396603" y="109809"/>
                  <a:pt x="401582" y="107913"/>
                  <a:pt x="405995" y="104123"/>
                </a:cubicBezTo>
                <a:cubicBezTo>
                  <a:pt x="409106" y="101521"/>
                  <a:pt x="412133" y="96797"/>
                  <a:pt x="415075" y="89951"/>
                </a:cubicBezTo>
                <a:lnTo>
                  <a:pt x="417536" y="91139"/>
                </a:lnTo>
                <a:close/>
                <a:moveTo>
                  <a:pt x="448451" y="0"/>
                </a:moveTo>
                <a:cubicBezTo>
                  <a:pt x="450827" y="0"/>
                  <a:pt x="452850" y="839"/>
                  <a:pt x="454519" y="2517"/>
                </a:cubicBezTo>
                <a:cubicBezTo>
                  <a:pt x="456188" y="4193"/>
                  <a:pt x="457022" y="6225"/>
                  <a:pt x="457022" y="8613"/>
                </a:cubicBezTo>
                <a:cubicBezTo>
                  <a:pt x="457022" y="11002"/>
                  <a:pt x="456188" y="13049"/>
                  <a:pt x="454519" y="14755"/>
                </a:cubicBezTo>
                <a:cubicBezTo>
                  <a:pt x="452850" y="16459"/>
                  <a:pt x="450827" y="17311"/>
                  <a:pt x="448451" y="17311"/>
                </a:cubicBezTo>
                <a:cubicBezTo>
                  <a:pt x="446075" y="17311"/>
                  <a:pt x="444038" y="16459"/>
                  <a:pt x="442341" y="14755"/>
                </a:cubicBezTo>
                <a:cubicBezTo>
                  <a:pt x="440644" y="13049"/>
                  <a:pt x="439795" y="11002"/>
                  <a:pt x="439795" y="8613"/>
                </a:cubicBezTo>
                <a:cubicBezTo>
                  <a:pt x="439795" y="6225"/>
                  <a:pt x="440630" y="4193"/>
                  <a:pt x="442299" y="2517"/>
                </a:cubicBezTo>
                <a:cubicBezTo>
                  <a:pt x="443968" y="839"/>
                  <a:pt x="446018" y="0"/>
                  <a:pt x="448451" y="0"/>
                </a:cubicBezTo>
                <a:moveTo>
                  <a:pt x="455494" y="40733"/>
                </a:moveTo>
                <a:lnTo>
                  <a:pt x="455494" y="103052"/>
                </a:lnTo>
                <a:cubicBezTo>
                  <a:pt x="455494" y="107906"/>
                  <a:pt x="455848" y="111138"/>
                  <a:pt x="456555" y="112747"/>
                </a:cubicBezTo>
                <a:cubicBezTo>
                  <a:pt x="457262" y="114356"/>
                  <a:pt x="458309" y="115555"/>
                  <a:pt x="459695" y="116345"/>
                </a:cubicBezTo>
                <a:cubicBezTo>
                  <a:pt x="461081" y="117136"/>
                  <a:pt x="463613" y="117531"/>
                  <a:pt x="467290" y="117531"/>
                </a:cubicBezTo>
                <a:lnTo>
                  <a:pt x="467290" y="120671"/>
                </a:lnTo>
                <a:lnTo>
                  <a:pt x="429527" y="120671"/>
                </a:lnTo>
                <a:lnTo>
                  <a:pt x="429527" y="117531"/>
                </a:lnTo>
                <a:cubicBezTo>
                  <a:pt x="433318" y="117531"/>
                  <a:pt x="435864" y="117164"/>
                  <a:pt x="437165" y="116430"/>
                </a:cubicBezTo>
                <a:cubicBezTo>
                  <a:pt x="438466" y="115697"/>
                  <a:pt x="439498" y="114483"/>
                  <a:pt x="440262" y="112789"/>
                </a:cubicBezTo>
                <a:cubicBezTo>
                  <a:pt x="441026" y="111096"/>
                  <a:pt x="441408" y="107850"/>
                  <a:pt x="441408" y="103052"/>
                </a:cubicBezTo>
                <a:lnTo>
                  <a:pt x="441408" y="73162"/>
                </a:lnTo>
                <a:cubicBezTo>
                  <a:pt x="441408" y="64751"/>
                  <a:pt x="441153" y="59304"/>
                  <a:pt x="440644" y="56822"/>
                </a:cubicBezTo>
                <a:cubicBezTo>
                  <a:pt x="440248" y="55015"/>
                  <a:pt x="439626" y="53759"/>
                  <a:pt x="438777" y="53053"/>
                </a:cubicBezTo>
                <a:cubicBezTo>
                  <a:pt x="437929" y="52348"/>
                  <a:pt x="436769" y="51995"/>
                  <a:pt x="435298" y="51995"/>
                </a:cubicBezTo>
                <a:cubicBezTo>
                  <a:pt x="433714" y="51995"/>
                  <a:pt x="431790" y="52419"/>
                  <a:pt x="429527" y="53265"/>
                </a:cubicBezTo>
                <a:lnTo>
                  <a:pt x="428339" y="50216"/>
                </a:lnTo>
                <a:lnTo>
                  <a:pt x="451761" y="40733"/>
                </a:lnTo>
                <a:lnTo>
                  <a:pt x="455494" y="40733"/>
                </a:lnTo>
                <a:close/>
                <a:moveTo>
                  <a:pt x="507373" y="48879"/>
                </a:moveTo>
                <a:lnTo>
                  <a:pt x="507373" y="100029"/>
                </a:lnTo>
                <a:cubicBezTo>
                  <a:pt x="507373" y="107279"/>
                  <a:pt x="508165" y="111866"/>
                  <a:pt x="509749" y="113792"/>
                </a:cubicBezTo>
                <a:cubicBezTo>
                  <a:pt x="511842" y="116284"/>
                  <a:pt x="514642" y="117531"/>
                  <a:pt x="518150" y="117531"/>
                </a:cubicBezTo>
                <a:lnTo>
                  <a:pt x="525193" y="117531"/>
                </a:lnTo>
                <a:lnTo>
                  <a:pt x="525193" y="120671"/>
                </a:lnTo>
                <a:lnTo>
                  <a:pt x="478775" y="120671"/>
                </a:lnTo>
                <a:lnTo>
                  <a:pt x="478775" y="117531"/>
                </a:lnTo>
                <a:lnTo>
                  <a:pt x="482254" y="117531"/>
                </a:lnTo>
                <a:cubicBezTo>
                  <a:pt x="484517" y="117531"/>
                  <a:pt x="486582" y="116964"/>
                  <a:pt x="488449" y="115831"/>
                </a:cubicBezTo>
                <a:cubicBezTo>
                  <a:pt x="490316" y="114698"/>
                  <a:pt x="491603" y="113169"/>
                  <a:pt x="492310" y="111243"/>
                </a:cubicBezTo>
                <a:cubicBezTo>
                  <a:pt x="493017" y="109318"/>
                  <a:pt x="493371" y="105580"/>
                  <a:pt x="493371" y="100029"/>
                </a:cubicBezTo>
                <a:lnTo>
                  <a:pt x="493371" y="48879"/>
                </a:lnTo>
                <a:lnTo>
                  <a:pt x="478266" y="48879"/>
                </a:lnTo>
                <a:lnTo>
                  <a:pt x="478266" y="42939"/>
                </a:lnTo>
                <a:lnTo>
                  <a:pt x="493371" y="42939"/>
                </a:lnTo>
                <a:lnTo>
                  <a:pt x="493371" y="37826"/>
                </a:lnTo>
                <a:cubicBezTo>
                  <a:pt x="493371" y="30046"/>
                  <a:pt x="494615" y="23458"/>
                  <a:pt x="497105" y="18062"/>
                </a:cubicBezTo>
                <a:cubicBezTo>
                  <a:pt x="499594" y="12666"/>
                  <a:pt x="503398" y="8307"/>
                  <a:pt x="508518" y="4986"/>
                </a:cubicBezTo>
                <a:cubicBezTo>
                  <a:pt x="513638" y="1662"/>
                  <a:pt x="519394" y="0"/>
                  <a:pt x="525787" y="0"/>
                </a:cubicBezTo>
                <a:cubicBezTo>
                  <a:pt x="531727" y="0"/>
                  <a:pt x="537187" y="1923"/>
                  <a:pt x="542165" y="5770"/>
                </a:cubicBezTo>
                <a:cubicBezTo>
                  <a:pt x="545446" y="8316"/>
                  <a:pt x="547087" y="11173"/>
                  <a:pt x="547087" y="14341"/>
                </a:cubicBezTo>
                <a:cubicBezTo>
                  <a:pt x="547087" y="16039"/>
                  <a:pt x="546352" y="17637"/>
                  <a:pt x="544881" y="19136"/>
                </a:cubicBezTo>
                <a:cubicBezTo>
                  <a:pt x="543410" y="20635"/>
                  <a:pt x="541826" y="21385"/>
                  <a:pt x="540129" y="21385"/>
                </a:cubicBezTo>
                <a:cubicBezTo>
                  <a:pt x="538827" y="21385"/>
                  <a:pt x="537455" y="20913"/>
                  <a:pt x="536013" y="19969"/>
                </a:cubicBezTo>
                <a:cubicBezTo>
                  <a:pt x="534570" y="19025"/>
                  <a:pt x="532802" y="16994"/>
                  <a:pt x="530709" y="13877"/>
                </a:cubicBezTo>
                <a:cubicBezTo>
                  <a:pt x="528616" y="10760"/>
                  <a:pt x="526692" y="8658"/>
                  <a:pt x="524939" y="7571"/>
                </a:cubicBezTo>
                <a:cubicBezTo>
                  <a:pt x="523185" y="6484"/>
                  <a:pt x="521233" y="5940"/>
                  <a:pt x="519083" y="5940"/>
                </a:cubicBezTo>
                <a:cubicBezTo>
                  <a:pt x="516481" y="5940"/>
                  <a:pt x="514275" y="6640"/>
                  <a:pt x="512464" y="8040"/>
                </a:cubicBezTo>
                <a:cubicBezTo>
                  <a:pt x="510654" y="9439"/>
                  <a:pt x="509353" y="11608"/>
                  <a:pt x="508561" y="14548"/>
                </a:cubicBezTo>
                <a:cubicBezTo>
                  <a:pt x="507769" y="17488"/>
                  <a:pt x="507373" y="25067"/>
                  <a:pt x="507373" y="37285"/>
                </a:cubicBezTo>
                <a:lnTo>
                  <a:pt x="507373" y="42939"/>
                </a:lnTo>
                <a:lnTo>
                  <a:pt x="527400" y="42939"/>
                </a:lnTo>
                <a:lnTo>
                  <a:pt x="527400" y="48879"/>
                </a:lnTo>
                <a:lnTo>
                  <a:pt x="507373" y="48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icinput">
            <a:extLst xmlns:a="http://schemas.openxmlformats.org/drawingml/2006/main">
              <a:ext uri="{FF2B5EF4-FFF2-40B4-BE49-F238E27FC236}">
                <a16:creationId xmlns:a16="http://schemas.microsoft.com/office/drawing/2014/main" id="{4C2C2233-7FD8-4183-84DB-0C5AA4B9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8575" y="8572178"/>
            <a:ext cx="521378" cy="157839"/>
          </a:xfrm>
          <a:custGeom xmlns:a="http://schemas.openxmlformats.org/drawingml/2006/main">
            <a:pathLst>
              <a:path w="521378" h="157839">
                <a:moveTo>
                  <a:pt x="20112" y="0"/>
                </a:moveTo>
                <a:cubicBezTo>
                  <a:pt x="22488" y="0"/>
                  <a:pt x="24510" y="839"/>
                  <a:pt x="26179" y="2517"/>
                </a:cubicBezTo>
                <a:cubicBezTo>
                  <a:pt x="27848" y="4193"/>
                  <a:pt x="28683" y="6225"/>
                  <a:pt x="28683" y="8613"/>
                </a:cubicBezTo>
                <a:cubicBezTo>
                  <a:pt x="28683" y="11002"/>
                  <a:pt x="27848" y="13049"/>
                  <a:pt x="26179" y="14755"/>
                </a:cubicBezTo>
                <a:cubicBezTo>
                  <a:pt x="24510" y="16459"/>
                  <a:pt x="22488" y="17311"/>
                  <a:pt x="20112" y="17311"/>
                </a:cubicBezTo>
                <a:cubicBezTo>
                  <a:pt x="17736" y="17311"/>
                  <a:pt x="15699" y="16459"/>
                  <a:pt x="14002" y="14755"/>
                </a:cubicBezTo>
                <a:cubicBezTo>
                  <a:pt x="12305" y="13049"/>
                  <a:pt x="11456" y="11002"/>
                  <a:pt x="11456" y="8613"/>
                </a:cubicBezTo>
                <a:cubicBezTo>
                  <a:pt x="11456" y="6225"/>
                  <a:pt x="12291" y="4193"/>
                  <a:pt x="13959" y="2517"/>
                </a:cubicBezTo>
                <a:cubicBezTo>
                  <a:pt x="15628" y="839"/>
                  <a:pt x="17679" y="0"/>
                  <a:pt x="20112" y="0"/>
                </a:cubicBezTo>
                <a:moveTo>
                  <a:pt x="27155" y="40733"/>
                </a:moveTo>
                <a:lnTo>
                  <a:pt x="27155" y="103052"/>
                </a:lnTo>
                <a:cubicBezTo>
                  <a:pt x="27155" y="107906"/>
                  <a:pt x="27509" y="111138"/>
                  <a:pt x="28216" y="112747"/>
                </a:cubicBezTo>
                <a:cubicBezTo>
                  <a:pt x="28923" y="114356"/>
                  <a:pt x="29970" y="115555"/>
                  <a:pt x="31356" y="116345"/>
                </a:cubicBezTo>
                <a:cubicBezTo>
                  <a:pt x="32742" y="117136"/>
                  <a:pt x="35273" y="117531"/>
                  <a:pt x="38951" y="117531"/>
                </a:cubicBezTo>
                <a:lnTo>
                  <a:pt x="38951" y="120671"/>
                </a:lnTo>
                <a:lnTo>
                  <a:pt x="1188" y="120671"/>
                </a:lnTo>
                <a:lnTo>
                  <a:pt x="1188" y="117531"/>
                </a:lnTo>
                <a:cubicBezTo>
                  <a:pt x="4978" y="117531"/>
                  <a:pt x="7524" y="117164"/>
                  <a:pt x="8825" y="116430"/>
                </a:cubicBezTo>
                <a:cubicBezTo>
                  <a:pt x="10127" y="115697"/>
                  <a:pt x="11159" y="114483"/>
                  <a:pt x="11923" y="112789"/>
                </a:cubicBezTo>
                <a:cubicBezTo>
                  <a:pt x="12687" y="111096"/>
                  <a:pt x="13068" y="107850"/>
                  <a:pt x="13068" y="103052"/>
                </a:cubicBezTo>
                <a:lnTo>
                  <a:pt x="13068" y="73162"/>
                </a:lnTo>
                <a:cubicBezTo>
                  <a:pt x="13068" y="64751"/>
                  <a:pt x="12814" y="59304"/>
                  <a:pt x="12305" y="56822"/>
                </a:cubicBezTo>
                <a:cubicBezTo>
                  <a:pt x="11909" y="55015"/>
                  <a:pt x="11286" y="53759"/>
                  <a:pt x="10438" y="53053"/>
                </a:cubicBezTo>
                <a:cubicBezTo>
                  <a:pt x="9589" y="52348"/>
                  <a:pt x="8429" y="51995"/>
                  <a:pt x="6959" y="51995"/>
                </a:cubicBezTo>
                <a:cubicBezTo>
                  <a:pt x="5374" y="51995"/>
                  <a:pt x="3451" y="52419"/>
                  <a:pt x="1188" y="53265"/>
                </a:cubicBezTo>
                <a:lnTo>
                  <a:pt x="0" y="50216"/>
                </a:lnTo>
                <a:lnTo>
                  <a:pt x="23421" y="40733"/>
                </a:lnTo>
                <a:lnTo>
                  <a:pt x="27155" y="40733"/>
                </a:lnTo>
                <a:close/>
                <a:moveTo>
                  <a:pt x="114674" y="91139"/>
                </a:moveTo>
                <a:cubicBezTo>
                  <a:pt x="112581" y="101379"/>
                  <a:pt x="108480" y="109257"/>
                  <a:pt x="102370" y="114773"/>
                </a:cubicBezTo>
                <a:cubicBezTo>
                  <a:pt x="96260" y="120289"/>
                  <a:pt x="89499" y="123047"/>
                  <a:pt x="82088" y="123047"/>
                </a:cubicBezTo>
                <a:cubicBezTo>
                  <a:pt x="73263" y="123047"/>
                  <a:pt x="65569" y="119346"/>
                  <a:pt x="59006" y="111943"/>
                </a:cubicBezTo>
                <a:cubicBezTo>
                  <a:pt x="52444" y="104539"/>
                  <a:pt x="49163" y="94536"/>
                  <a:pt x="49163" y="81932"/>
                </a:cubicBezTo>
                <a:cubicBezTo>
                  <a:pt x="49163" y="69725"/>
                  <a:pt x="52797" y="59807"/>
                  <a:pt x="60067" y="52178"/>
                </a:cubicBezTo>
                <a:cubicBezTo>
                  <a:pt x="67337" y="44548"/>
                  <a:pt x="76063" y="40733"/>
                  <a:pt x="86246" y="40733"/>
                </a:cubicBezTo>
                <a:cubicBezTo>
                  <a:pt x="93884" y="40733"/>
                  <a:pt x="100163" y="42749"/>
                  <a:pt x="105085" y="46782"/>
                </a:cubicBezTo>
                <a:cubicBezTo>
                  <a:pt x="110007" y="50812"/>
                  <a:pt x="112468" y="54999"/>
                  <a:pt x="112468" y="59341"/>
                </a:cubicBezTo>
                <a:cubicBezTo>
                  <a:pt x="112468" y="61484"/>
                  <a:pt x="111775" y="63218"/>
                  <a:pt x="110389" y="64544"/>
                </a:cubicBezTo>
                <a:cubicBezTo>
                  <a:pt x="109003" y="65868"/>
                  <a:pt x="107065" y="66530"/>
                  <a:pt x="104576" y="66530"/>
                </a:cubicBezTo>
                <a:cubicBezTo>
                  <a:pt x="101238" y="66530"/>
                  <a:pt x="98721" y="65455"/>
                  <a:pt x="97024" y="63305"/>
                </a:cubicBezTo>
                <a:cubicBezTo>
                  <a:pt x="96062" y="62117"/>
                  <a:pt x="95425" y="59854"/>
                  <a:pt x="95114" y="56517"/>
                </a:cubicBezTo>
                <a:cubicBezTo>
                  <a:pt x="94803" y="53179"/>
                  <a:pt x="93657" y="50633"/>
                  <a:pt x="91677" y="48879"/>
                </a:cubicBezTo>
                <a:cubicBezTo>
                  <a:pt x="89697" y="47182"/>
                  <a:pt x="86954" y="46333"/>
                  <a:pt x="83446" y="46333"/>
                </a:cubicBezTo>
                <a:cubicBezTo>
                  <a:pt x="77789" y="46333"/>
                  <a:pt x="73235" y="48427"/>
                  <a:pt x="69784" y="52613"/>
                </a:cubicBezTo>
                <a:cubicBezTo>
                  <a:pt x="65201" y="58157"/>
                  <a:pt x="62910" y="65483"/>
                  <a:pt x="62910" y="74592"/>
                </a:cubicBezTo>
                <a:cubicBezTo>
                  <a:pt x="62910" y="83870"/>
                  <a:pt x="65187" y="92059"/>
                  <a:pt x="69741" y="99159"/>
                </a:cubicBezTo>
                <a:cubicBezTo>
                  <a:pt x="74295" y="106259"/>
                  <a:pt x="80448" y="109809"/>
                  <a:pt x="88198" y="109809"/>
                </a:cubicBezTo>
                <a:cubicBezTo>
                  <a:pt x="93742" y="109809"/>
                  <a:pt x="98721" y="107913"/>
                  <a:pt x="103134" y="104123"/>
                </a:cubicBezTo>
                <a:cubicBezTo>
                  <a:pt x="106245" y="101521"/>
                  <a:pt x="109272" y="96797"/>
                  <a:pt x="112214" y="89951"/>
                </a:cubicBezTo>
                <a:lnTo>
                  <a:pt x="114674" y="91139"/>
                </a:lnTo>
                <a:close/>
                <a:moveTo>
                  <a:pt x="189038" y="0"/>
                </a:moveTo>
                <a:cubicBezTo>
                  <a:pt x="191414" y="0"/>
                  <a:pt x="193437" y="839"/>
                  <a:pt x="195106" y="2517"/>
                </a:cubicBezTo>
                <a:cubicBezTo>
                  <a:pt x="196774" y="4193"/>
                  <a:pt x="197609" y="6225"/>
                  <a:pt x="197609" y="8613"/>
                </a:cubicBezTo>
                <a:cubicBezTo>
                  <a:pt x="197609" y="11002"/>
                  <a:pt x="196774" y="13049"/>
                  <a:pt x="195106" y="14755"/>
                </a:cubicBezTo>
                <a:cubicBezTo>
                  <a:pt x="193437" y="16459"/>
                  <a:pt x="191414" y="17311"/>
                  <a:pt x="189038" y="17311"/>
                </a:cubicBezTo>
                <a:cubicBezTo>
                  <a:pt x="186662" y="17311"/>
                  <a:pt x="184625" y="16459"/>
                  <a:pt x="182928" y="14755"/>
                </a:cubicBezTo>
                <a:cubicBezTo>
                  <a:pt x="181231" y="13049"/>
                  <a:pt x="180382" y="11002"/>
                  <a:pt x="180382" y="8613"/>
                </a:cubicBezTo>
                <a:cubicBezTo>
                  <a:pt x="180382" y="6225"/>
                  <a:pt x="181217" y="4193"/>
                  <a:pt x="182886" y="2517"/>
                </a:cubicBezTo>
                <a:cubicBezTo>
                  <a:pt x="184555" y="839"/>
                  <a:pt x="186605" y="0"/>
                  <a:pt x="189038" y="0"/>
                </a:cubicBezTo>
                <a:moveTo>
                  <a:pt x="196081" y="40733"/>
                </a:moveTo>
                <a:lnTo>
                  <a:pt x="196081" y="103052"/>
                </a:lnTo>
                <a:cubicBezTo>
                  <a:pt x="196081" y="107906"/>
                  <a:pt x="196435" y="111138"/>
                  <a:pt x="197142" y="112747"/>
                </a:cubicBezTo>
                <a:cubicBezTo>
                  <a:pt x="197849" y="114356"/>
                  <a:pt x="198896" y="115555"/>
                  <a:pt x="200282" y="116345"/>
                </a:cubicBezTo>
                <a:cubicBezTo>
                  <a:pt x="201668" y="117136"/>
                  <a:pt x="204200" y="117531"/>
                  <a:pt x="207877" y="117531"/>
                </a:cubicBezTo>
                <a:lnTo>
                  <a:pt x="207877" y="120671"/>
                </a:lnTo>
                <a:lnTo>
                  <a:pt x="170114" y="120671"/>
                </a:lnTo>
                <a:lnTo>
                  <a:pt x="170114" y="117531"/>
                </a:lnTo>
                <a:cubicBezTo>
                  <a:pt x="173905" y="117531"/>
                  <a:pt x="176451" y="117164"/>
                  <a:pt x="177752" y="116430"/>
                </a:cubicBezTo>
                <a:cubicBezTo>
                  <a:pt x="179053" y="115697"/>
                  <a:pt x="180085" y="114483"/>
                  <a:pt x="180849" y="112789"/>
                </a:cubicBezTo>
                <a:cubicBezTo>
                  <a:pt x="181613" y="111096"/>
                  <a:pt x="181995" y="107850"/>
                  <a:pt x="181995" y="103052"/>
                </a:cubicBezTo>
                <a:lnTo>
                  <a:pt x="181995" y="73162"/>
                </a:lnTo>
                <a:cubicBezTo>
                  <a:pt x="181995" y="64751"/>
                  <a:pt x="181740" y="59304"/>
                  <a:pt x="181231" y="56822"/>
                </a:cubicBezTo>
                <a:cubicBezTo>
                  <a:pt x="180835" y="55015"/>
                  <a:pt x="180213" y="53759"/>
                  <a:pt x="179364" y="53053"/>
                </a:cubicBezTo>
                <a:cubicBezTo>
                  <a:pt x="178515" y="52348"/>
                  <a:pt x="177356" y="51995"/>
                  <a:pt x="175885" y="51995"/>
                </a:cubicBezTo>
                <a:cubicBezTo>
                  <a:pt x="174301" y="51995"/>
                  <a:pt x="172377" y="52419"/>
                  <a:pt x="170114" y="53265"/>
                </a:cubicBezTo>
                <a:lnTo>
                  <a:pt x="168926" y="50216"/>
                </a:lnTo>
                <a:lnTo>
                  <a:pt x="192348" y="40733"/>
                </a:lnTo>
                <a:lnTo>
                  <a:pt x="196081" y="40733"/>
                </a:lnTo>
                <a:close/>
                <a:moveTo>
                  <a:pt x="240238" y="57196"/>
                </a:moveTo>
                <a:cubicBezTo>
                  <a:pt x="249346" y="46220"/>
                  <a:pt x="258030" y="40733"/>
                  <a:pt x="266290" y="40733"/>
                </a:cubicBezTo>
                <a:cubicBezTo>
                  <a:pt x="270533" y="40733"/>
                  <a:pt x="274182" y="41792"/>
                  <a:pt x="277237" y="43910"/>
                </a:cubicBezTo>
                <a:cubicBezTo>
                  <a:pt x="280291" y="46026"/>
                  <a:pt x="282724" y="49511"/>
                  <a:pt x="284534" y="54366"/>
                </a:cubicBezTo>
                <a:cubicBezTo>
                  <a:pt x="285779" y="57752"/>
                  <a:pt x="286401" y="62945"/>
                  <a:pt x="286401" y="69946"/>
                </a:cubicBezTo>
                <a:lnTo>
                  <a:pt x="286401" y="103052"/>
                </a:lnTo>
                <a:cubicBezTo>
                  <a:pt x="286401" y="107963"/>
                  <a:pt x="286797" y="111294"/>
                  <a:pt x="287589" y="113044"/>
                </a:cubicBezTo>
                <a:cubicBezTo>
                  <a:pt x="288212" y="114455"/>
                  <a:pt x="289216" y="115555"/>
                  <a:pt x="290602" y="116345"/>
                </a:cubicBezTo>
                <a:cubicBezTo>
                  <a:pt x="291988" y="117136"/>
                  <a:pt x="294548" y="117531"/>
                  <a:pt x="298282" y="117531"/>
                </a:cubicBezTo>
                <a:lnTo>
                  <a:pt x="298282" y="120671"/>
                </a:lnTo>
                <a:lnTo>
                  <a:pt x="259840" y="120671"/>
                </a:lnTo>
                <a:lnTo>
                  <a:pt x="259840" y="117531"/>
                </a:lnTo>
                <a:lnTo>
                  <a:pt x="261453" y="117531"/>
                </a:lnTo>
                <a:cubicBezTo>
                  <a:pt x="265073" y="117531"/>
                  <a:pt x="267605" y="116982"/>
                  <a:pt x="269048" y="115884"/>
                </a:cubicBezTo>
                <a:cubicBezTo>
                  <a:pt x="270490" y="114786"/>
                  <a:pt x="271494" y="113169"/>
                  <a:pt x="272060" y="111031"/>
                </a:cubicBezTo>
                <a:cubicBezTo>
                  <a:pt x="272286" y="110186"/>
                  <a:pt x="272400" y="107540"/>
                  <a:pt x="272400" y="103094"/>
                </a:cubicBezTo>
                <a:lnTo>
                  <a:pt x="272400" y="71433"/>
                </a:lnTo>
                <a:cubicBezTo>
                  <a:pt x="272400" y="64399"/>
                  <a:pt x="271480" y="59291"/>
                  <a:pt x="269642" y="56111"/>
                </a:cubicBezTo>
                <a:cubicBezTo>
                  <a:pt x="267803" y="52930"/>
                  <a:pt x="264706" y="51340"/>
                  <a:pt x="260349" y="51340"/>
                </a:cubicBezTo>
                <a:cubicBezTo>
                  <a:pt x="253617" y="51340"/>
                  <a:pt x="246913" y="54999"/>
                  <a:pt x="240238" y="62316"/>
                </a:cubicBezTo>
                <a:lnTo>
                  <a:pt x="240238" y="103094"/>
                </a:lnTo>
                <a:cubicBezTo>
                  <a:pt x="240238" y="108329"/>
                  <a:pt x="240549" y="111565"/>
                  <a:pt x="241171" y="112803"/>
                </a:cubicBezTo>
                <a:cubicBezTo>
                  <a:pt x="241963" y="114434"/>
                  <a:pt x="243052" y="115630"/>
                  <a:pt x="244438" y="116391"/>
                </a:cubicBezTo>
                <a:cubicBezTo>
                  <a:pt x="245824" y="117151"/>
                  <a:pt x="248639" y="117531"/>
                  <a:pt x="252882" y="117531"/>
                </a:cubicBezTo>
                <a:lnTo>
                  <a:pt x="252882" y="120671"/>
                </a:lnTo>
                <a:lnTo>
                  <a:pt x="214440" y="120671"/>
                </a:lnTo>
                <a:lnTo>
                  <a:pt x="214440" y="117531"/>
                </a:lnTo>
                <a:lnTo>
                  <a:pt x="216137" y="117531"/>
                </a:lnTo>
                <a:cubicBezTo>
                  <a:pt x="220098" y="117531"/>
                  <a:pt x="222771" y="116529"/>
                  <a:pt x="224157" y="114526"/>
                </a:cubicBezTo>
                <a:cubicBezTo>
                  <a:pt x="225543" y="112521"/>
                  <a:pt x="226236" y="108697"/>
                  <a:pt x="226236" y="103052"/>
                </a:cubicBezTo>
                <a:lnTo>
                  <a:pt x="226236" y="74263"/>
                </a:lnTo>
                <a:cubicBezTo>
                  <a:pt x="226236" y="64950"/>
                  <a:pt x="226024" y="59277"/>
                  <a:pt x="225599" y="57246"/>
                </a:cubicBezTo>
                <a:cubicBezTo>
                  <a:pt x="225175" y="55213"/>
                  <a:pt x="224524" y="53829"/>
                  <a:pt x="223648" y="53096"/>
                </a:cubicBezTo>
                <a:cubicBezTo>
                  <a:pt x="222771" y="52362"/>
                  <a:pt x="221597" y="51995"/>
                  <a:pt x="220126" y="51995"/>
                </a:cubicBezTo>
                <a:cubicBezTo>
                  <a:pt x="218542" y="51995"/>
                  <a:pt x="216647" y="52419"/>
                  <a:pt x="214440" y="53265"/>
                </a:cubicBezTo>
                <a:lnTo>
                  <a:pt x="213167" y="50216"/>
                </a:lnTo>
                <a:lnTo>
                  <a:pt x="236589" y="40733"/>
                </a:lnTo>
                <a:lnTo>
                  <a:pt x="240238" y="40733"/>
                </a:lnTo>
                <a:lnTo>
                  <a:pt x="240238" y="57196"/>
                </a:lnTo>
                <a:close/>
                <a:moveTo>
                  <a:pt x="298876" y="50584"/>
                </a:moveTo>
                <a:lnTo>
                  <a:pt x="322806" y="40902"/>
                </a:lnTo>
                <a:lnTo>
                  <a:pt x="326031" y="40902"/>
                </a:lnTo>
                <a:lnTo>
                  <a:pt x="326031" y="59062"/>
                </a:lnTo>
                <a:cubicBezTo>
                  <a:pt x="330048" y="52217"/>
                  <a:pt x="334079" y="47451"/>
                  <a:pt x="338124" y="44764"/>
                </a:cubicBezTo>
                <a:cubicBezTo>
                  <a:pt x="342169" y="42076"/>
                  <a:pt x="346426" y="40733"/>
                  <a:pt x="350895" y="40733"/>
                </a:cubicBezTo>
                <a:cubicBezTo>
                  <a:pt x="358702" y="40733"/>
                  <a:pt x="365208" y="43784"/>
                  <a:pt x="370413" y="49887"/>
                </a:cubicBezTo>
                <a:cubicBezTo>
                  <a:pt x="376805" y="57348"/>
                  <a:pt x="380002" y="67068"/>
                  <a:pt x="380002" y="79050"/>
                </a:cubicBezTo>
                <a:cubicBezTo>
                  <a:pt x="380002" y="92443"/>
                  <a:pt x="376155" y="103520"/>
                  <a:pt x="368461" y="112280"/>
                </a:cubicBezTo>
                <a:cubicBezTo>
                  <a:pt x="362125" y="119458"/>
                  <a:pt x="354148" y="123047"/>
                  <a:pt x="344530" y="123047"/>
                </a:cubicBezTo>
                <a:cubicBezTo>
                  <a:pt x="340344" y="123047"/>
                  <a:pt x="336723" y="122453"/>
                  <a:pt x="333668" y="121265"/>
                </a:cubicBezTo>
                <a:cubicBezTo>
                  <a:pt x="331405" y="120416"/>
                  <a:pt x="328860" y="118719"/>
                  <a:pt x="326031" y="116173"/>
                </a:cubicBezTo>
                <a:lnTo>
                  <a:pt x="326031" y="139849"/>
                </a:lnTo>
                <a:cubicBezTo>
                  <a:pt x="326031" y="145167"/>
                  <a:pt x="326356" y="148547"/>
                  <a:pt x="327007" y="149990"/>
                </a:cubicBezTo>
                <a:cubicBezTo>
                  <a:pt x="327658" y="151432"/>
                  <a:pt x="328789" y="152578"/>
                  <a:pt x="330401" y="153427"/>
                </a:cubicBezTo>
                <a:cubicBezTo>
                  <a:pt x="332014" y="154275"/>
                  <a:pt x="334941" y="154699"/>
                  <a:pt x="339184" y="154699"/>
                </a:cubicBezTo>
                <a:lnTo>
                  <a:pt x="339184" y="157839"/>
                </a:lnTo>
                <a:lnTo>
                  <a:pt x="298452" y="157839"/>
                </a:lnTo>
                <a:lnTo>
                  <a:pt x="298452" y="154699"/>
                </a:lnTo>
                <a:lnTo>
                  <a:pt x="300573" y="154699"/>
                </a:lnTo>
                <a:cubicBezTo>
                  <a:pt x="303685" y="154756"/>
                  <a:pt x="306344" y="154161"/>
                  <a:pt x="308550" y="152915"/>
                </a:cubicBezTo>
                <a:cubicBezTo>
                  <a:pt x="309625" y="152292"/>
                  <a:pt x="310459" y="151287"/>
                  <a:pt x="311053" y="149900"/>
                </a:cubicBezTo>
                <a:cubicBezTo>
                  <a:pt x="311647" y="148514"/>
                  <a:pt x="311944" y="144990"/>
                  <a:pt x="311944" y="139329"/>
                </a:cubicBezTo>
                <a:lnTo>
                  <a:pt x="311944" y="65785"/>
                </a:lnTo>
                <a:cubicBezTo>
                  <a:pt x="311944" y="60746"/>
                  <a:pt x="311718" y="57548"/>
                  <a:pt x="311265" y="56190"/>
                </a:cubicBezTo>
                <a:cubicBezTo>
                  <a:pt x="310813" y="54831"/>
                  <a:pt x="310092" y="53812"/>
                  <a:pt x="309102" y="53133"/>
                </a:cubicBezTo>
                <a:cubicBezTo>
                  <a:pt x="308111" y="52452"/>
                  <a:pt x="306768" y="52112"/>
                  <a:pt x="305071" y="52112"/>
                </a:cubicBezTo>
                <a:cubicBezTo>
                  <a:pt x="303713" y="52112"/>
                  <a:pt x="301987" y="52508"/>
                  <a:pt x="299894" y="53300"/>
                </a:cubicBezTo>
                <a:lnTo>
                  <a:pt x="298876" y="50584"/>
                </a:lnTo>
                <a:moveTo>
                  <a:pt x="326031" y="64223"/>
                </a:moveTo>
                <a:lnTo>
                  <a:pt x="326031" y="93208"/>
                </a:lnTo>
                <a:cubicBezTo>
                  <a:pt x="326031" y="99480"/>
                  <a:pt x="326286" y="103605"/>
                  <a:pt x="326795" y="105582"/>
                </a:cubicBezTo>
                <a:cubicBezTo>
                  <a:pt x="327587" y="108859"/>
                  <a:pt x="329524" y="111741"/>
                  <a:pt x="332608" y="114227"/>
                </a:cubicBezTo>
                <a:cubicBezTo>
                  <a:pt x="335691" y="116712"/>
                  <a:pt x="339580" y="117955"/>
                  <a:pt x="344276" y="117955"/>
                </a:cubicBezTo>
                <a:cubicBezTo>
                  <a:pt x="349933" y="117955"/>
                  <a:pt x="354516" y="115751"/>
                  <a:pt x="358023" y="111344"/>
                </a:cubicBezTo>
                <a:cubicBezTo>
                  <a:pt x="362606" y="105582"/>
                  <a:pt x="364897" y="97475"/>
                  <a:pt x="364897" y="87021"/>
                </a:cubicBezTo>
                <a:cubicBezTo>
                  <a:pt x="364897" y="75157"/>
                  <a:pt x="362294" y="66032"/>
                  <a:pt x="357090" y="59648"/>
                </a:cubicBezTo>
                <a:cubicBezTo>
                  <a:pt x="353469" y="55241"/>
                  <a:pt x="349169" y="53037"/>
                  <a:pt x="344191" y="53037"/>
                </a:cubicBezTo>
                <a:cubicBezTo>
                  <a:pt x="341476" y="53037"/>
                  <a:pt x="338788" y="53715"/>
                  <a:pt x="336129" y="55071"/>
                </a:cubicBezTo>
                <a:cubicBezTo>
                  <a:pt x="334093" y="56088"/>
                  <a:pt x="330727" y="59138"/>
                  <a:pt x="326031" y="64223"/>
                </a:cubicBezTo>
                <a:close/>
                <a:moveTo>
                  <a:pt x="459516" y="42939"/>
                </a:moveTo>
                <a:lnTo>
                  <a:pt x="459516" y="90036"/>
                </a:lnTo>
                <a:cubicBezTo>
                  <a:pt x="459516" y="99031"/>
                  <a:pt x="459728" y="104533"/>
                  <a:pt x="460152" y="106541"/>
                </a:cubicBezTo>
                <a:cubicBezTo>
                  <a:pt x="460576" y="108550"/>
                  <a:pt x="461255" y="109950"/>
                  <a:pt x="462189" y="110742"/>
                </a:cubicBezTo>
                <a:cubicBezTo>
                  <a:pt x="463122" y="111534"/>
                  <a:pt x="464211" y="111930"/>
                  <a:pt x="465456" y="111930"/>
                </a:cubicBezTo>
                <a:cubicBezTo>
                  <a:pt x="467210" y="111930"/>
                  <a:pt x="469190" y="111449"/>
                  <a:pt x="471396" y="110487"/>
                </a:cubicBezTo>
                <a:lnTo>
                  <a:pt x="472584" y="113458"/>
                </a:lnTo>
                <a:lnTo>
                  <a:pt x="449332" y="123047"/>
                </a:lnTo>
                <a:lnTo>
                  <a:pt x="445514" y="123047"/>
                </a:lnTo>
                <a:lnTo>
                  <a:pt x="445514" y="106584"/>
                </a:lnTo>
                <a:cubicBezTo>
                  <a:pt x="438838" y="113825"/>
                  <a:pt x="433747" y="118379"/>
                  <a:pt x="430239" y="120246"/>
                </a:cubicBezTo>
                <a:cubicBezTo>
                  <a:pt x="426731" y="122113"/>
                  <a:pt x="423026" y="123047"/>
                  <a:pt x="419122" y="123047"/>
                </a:cubicBezTo>
                <a:cubicBezTo>
                  <a:pt x="414766" y="123047"/>
                  <a:pt x="410990" y="121788"/>
                  <a:pt x="407794" y="119270"/>
                </a:cubicBezTo>
                <a:cubicBezTo>
                  <a:pt x="404597" y="116753"/>
                  <a:pt x="402377" y="113514"/>
                  <a:pt x="401132" y="109554"/>
                </a:cubicBezTo>
                <a:cubicBezTo>
                  <a:pt x="399887" y="105594"/>
                  <a:pt x="399265" y="99993"/>
                  <a:pt x="399265" y="92752"/>
                </a:cubicBezTo>
                <a:lnTo>
                  <a:pt x="399265" y="58044"/>
                </a:lnTo>
                <a:cubicBezTo>
                  <a:pt x="399265" y="54367"/>
                  <a:pt x="398869" y="51821"/>
                  <a:pt x="398077" y="50407"/>
                </a:cubicBezTo>
                <a:cubicBezTo>
                  <a:pt x="397285" y="48992"/>
                  <a:pt x="396111" y="47903"/>
                  <a:pt x="394555" y="47140"/>
                </a:cubicBezTo>
                <a:cubicBezTo>
                  <a:pt x="393000" y="46376"/>
                  <a:pt x="390185" y="46022"/>
                  <a:pt x="386112" y="46079"/>
                </a:cubicBezTo>
                <a:lnTo>
                  <a:pt x="386112" y="42939"/>
                </a:lnTo>
                <a:lnTo>
                  <a:pt x="413352" y="42939"/>
                </a:lnTo>
                <a:lnTo>
                  <a:pt x="413352" y="94831"/>
                </a:lnTo>
                <a:cubicBezTo>
                  <a:pt x="413352" y="102055"/>
                  <a:pt x="414611" y="106795"/>
                  <a:pt x="417128" y="109053"/>
                </a:cubicBezTo>
                <a:cubicBezTo>
                  <a:pt x="419646" y="111310"/>
                  <a:pt x="422686" y="112439"/>
                  <a:pt x="426251" y="112439"/>
                </a:cubicBezTo>
                <a:cubicBezTo>
                  <a:pt x="428683" y="112439"/>
                  <a:pt x="431441" y="111677"/>
                  <a:pt x="434524" y="110153"/>
                </a:cubicBezTo>
                <a:cubicBezTo>
                  <a:pt x="437608" y="108629"/>
                  <a:pt x="441271" y="105724"/>
                  <a:pt x="445514" y="101437"/>
                </a:cubicBezTo>
                <a:lnTo>
                  <a:pt x="445514" y="57506"/>
                </a:lnTo>
                <a:cubicBezTo>
                  <a:pt x="445514" y="53104"/>
                  <a:pt x="444708" y="50127"/>
                  <a:pt x="443095" y="48577"/>
                </a:cubicBezTo>
                <a:cubicBezTo>
                  <a:pt x="441483" y="47025"/>
                  <a:pt x="438131" y="46192"/>
                  <a:pt x="433039" y="46079"/>
                </a:cubicBezTo>
                <a:lnTo>
                  <a:pt x="433039" y="42939"/>
                </a:lnTo>
                <a:lnTo>
                  <a:pt x="459516" y="42939"/>
                </a:lnTo>
                <a:close/>
                <a:moveTo>
                  <a:pt x="500842" y="17311"/>
                </a:moveTo>
                <a:lnTo>
                  <a:pt x="500842" y="42939"/>
                </a:lnTo>
                <a:lnTo>
                  <a:pt x="519002" y="42939"/>
                </a:lnTo>
                <a:lnTo>
                  <a:pt x="519002" y="48879"/>
                </a:lnTo>
                <a:lnTo>
                  <a:pt x="500842" y="48879"/>
                </a:lnTo>
                <a:lnTo>
                  <a:pt x="500842" y="99217"/>
                </a:lnTo>
                <a:cubicBezTo>
                  <a:pt x="500842" y="104247"/>
                  <a:pt x="501564" y="107638"/>
                  <a:pt x="503006" y="109390"/>
                </a:cubicBezTo>
                <a:cubicBezTo>
                  <a:pt x="504449" y="111140"/>
                  <a:pt x="506302" y="112015"/>
                  <a:pt x="508564" y="112015"/>
                </a:cubicBezTo>
                <a:cubicBezTo>
                  <a:pt x="510431" y="112015"/>
                  <a:pt x="512242" y="111435"/>
                  <a:pt x="513995" y="110275"/>
                </a:cubicBezTo>
                <a:cubicBezTo>
                  <a:pt x="515749" y="109116"/>
                  <a:pt x="517107" y="107404"/>
                  <a:pt x="518069" y="105141"/>
                </a:cubicBezTo>
                <a:lnTo>
                  <a:pt x="521378" y="105141"/>
                </a:lnTo>
                <a:cubicBezTo>
                  <a:pt x="519398" y="110701"/>
                  <a:pt x="516598" y="114906"/>
                  <a:pt x="512977" y="117756"/>
                </a:cubicBezTo>
                <a:cubicBezTo>
                  <a:pt x="509356" y="120604"/>
                  <a:pt x="505623" y="122028"/>
                  <a:pt x="501776" y="122028"/>
                </a:cubicBezTo>
                <a:cubicBezTo>
                  <a:pt x="499173" y="122028"/>
                  <a:pt x="496628" y="121306"/>
                  <a:pt x="494138" y="119862"/>
                </a:cubicBezTo>
                <a:cubicBezTo>
                  <a:pt x="491649" y="118417"/>
                  <a:pt x="489810" y="116351"/>
                  <a:pt x="488622" y="113662"/>
                </a:cubicBezTo>
                <a:cubicBezTo>
                  <a:pt x="487434" y="110971"/>
                  <a:pt x="486840" y="106822"/>
                  <a:pt x="486840" y="101214"/>
                </a:cubicBezTo>
                <a:lnTo>
                  <a:pt x="486840" y="48879"/>
                </a:lnTo>
                <a:lnTo>
                  <a:pt x="474536" y="48879"/>
                </a:lnTo>
                <a:lnTo>
                  <a:pt x="474536" y="46079"/>
                </a:lnTo>
                <a:cubicBezTo>
                  <a:pt x="477647" y="44831"/>
                  <a:pt x="480829" y="42717"/>
                  <a:pt x="484082" y="39738"/>
                </a:cubicBezTo>
                <a:cubicBezTo>
                  <a:pt x="487335" y="36759"/>
                  <a:pt x="490235" y="33227"/>
                  <a:pt x="492781" y="29141"/>
                </a:cubicBezTo>
                <a:cubicBezTo>
                  <a:pt x="494082" y="26986"/>
                  <a:pt x="495892" y="23043"/>
                  <a:pt x="498212" y="17311"/>
                </a:cubicBezTo>
                <a:lnTo>
                  <a:pt x="500842" y="173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9E291D-F863-4CA0-AE32-C2CA16DF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7924150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C4CE05-5CFA-4F89-81E0-4423B96A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7924150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89" name="Text Canyou[x]">
            <a:extLst xmlns:a="http://schemas.openxmlformats.org/drawingml/2006/main">
              <a:ext uri="{FF2B5EF4-FFF2-40B4-BE49-F238E27FC236}">
                <a16:creationId xmlns:a16="http://schemas.microsoft.com/office/drawing/2014/main" id="{93416088-4637-42CE-B7FD-A23C385C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249" y="8000210"/>
            <a:ext cx="809759" cy="155293"/>
          </a:xfrm>
          <a:custGeom xmlns:a="http://schemas.openxmlformats.org/drawingml/2006/main">
            <a:pathLst>
              <a:path w="809759" h="155293">
                <a:moveTo>
                  <a:pt x="98353" y="170"/>
                </a:moveTo>
                <a:lnTo>
                  <a:pt x="100983" y="39205"/>
                </a:lnTo>
                <a:lnTo>
                  <a:pt x="98353" y="39205"/>
                </a:lnTo>
                <a:cubicBezTo>
                  <a:pt x="94845" y="27465"/>
                  <a:pt x="89838" y="19014"/>
                  <a:pt x="83332" y="13853"/>
                </a:cubicBezTo>
                <a:cubicBezTo>
                  <a:pt x="76826" y="8691"/>
                  <a:pt x="69019" y="6110"/>
                  <a:pt x="59911" y="6110"/>
                </a:cubicBezTo>
                <a:cubicBezTo>
                  <a:pt x="52274" y="6110"/>
                  <a:pt x="45372" y="8049"/>
                  <a:pt x="39205" y="11928"/>
                </a:cubicBezTo>
                <a:cubicBezTo>
                  <a:pt x="33039" y="15805"/>
                  <a:pt x="28188" y="21990"/>
                  <a:pt x="24652" y="30483"/>
                </a:cubicBezTo>
                <a:cubicBezTo>
                  <a:pt x="21116" y="38976"/>
                  <a:pt x="19348" y="49536"/>
                  <a:pt x="19348" y="62162"/>
                </a:cubicBezTo>
                <a:cubicBezTo>
                  <a:pt x="19348" y="72579"/>
                  <a:pt x="21017" y="81610"/>
                  <a:pt x="24355" y="89254"/>
                </a:cubicBezTo>
                <a:cubicBezTo>
                  <a:pt x="27693" y="96897"/>
                  <a:pt x="32713" y="102756"/>
                  <a:pt x="39417" y="106833"/>
                </a:cubicBezTo>
                <a:cubicBezTo>
                  <a:pt x="46121" y="110910"/>
                  <a:pt x="53773" y="112948"/>
                  <a:pt x="62372" y="112948"/>
                </a:cubicBezTo>
                <a:cubicBezTo>
                  <a:pt x="69840" y="112948"/>
                  <a:pt x="76430" y="111350"/>
                  <a:pt x="82144" y="108154"/>
                </a:cubicBezTo>
                <a:cubicBezTo>
                  <a:pt x="87858" y="104957"/>
                  <a:pt x="94138" y="98607"/>
                  <a:pt x="100983" y="89103"/>
                </a:cubicBezTo>
                <a:lnTo>
                  <a:pt x="103614" y="90795"/>
                </a:lnTo>
                <a:cubicBezTo>
                  <a:pt x="97843" y="101008"/>
                  <a:pt x="91111" y="108484"/>
                  <a:pt x="83417" y="113224"/>
                </a:cubicBezTo>
                <a:cubicBezTo>
                  <a:pt x="75723" y="117962"/>
                  <a:pt x="66587" y="120331"/>
                  <a:pt x="56007" y="120331"/>
                </a:cubicBezTo>
                <a:cubicBezTo>
                  <a:pt x="36942" y="120331"/>
                  <a:pt x="22177" y="113269"/>
                  <a:pt x="11711" y="99145"/>
                </a:cubicBezTo>
                <a:cubicBezTo>
                  <a:pt x="3904" y="88639"/>
                  <a:pt x="0" y="76267"/>
                  <a:pt x="0" y="62030"/>
                </a:cubicBezTo>
                <a:cubicBezTo>
                  <a:pt x="0" y="50561"/>
                  <a:pt x="2574" y="40026"/>
                  <a:pt x="7722" y="30422"/>
                </a:cubicBezTo>
                <a:cubicBezTo>
                  <a:pt x="12870" y="20819"/>
                  <a:pt x="19956" y="13376"/>
                  <a:pt x="28980" y="8094"/>
                </a:cubicBezTo>
                <a:cubicBezTo>
                  <a:pt x="38003" y="2811"/>
                  <a:pt x="47861" y="170"/>
                  <a:pt x="58553" y="170"/>
                </a:cubicBezTo>
                <a:cubicBezTo>
                  <a:pt x="66870" y="170"/>
                  <a:pt x="75073" y="2206"/>
                  <a:pt x="83163" y="6280"/>
                </a:cubicBezTo>
                <a:cubicBezTo>
                  <a:pt x="85539" y="7524"/>
                  <a:pt x="87236" y="8147"/>
                  <a:pt x="88254" y="8147"/>
                </a:cubicBezTo>
                <a:cubicBezTo>
                  <a:pt x="89782" y="8147"/>
                  <a:pt x="91111" y="7609"/>
                  <a:pt x="92243" y="6534"/>
                </a:cubicBezTo>
                <a:cubicBezTo>
                  <a:pt x="93714" y="5007"/>
                  <a:pt x="94760" y="2885"/>
                  <a:pt x="95382" y="170"/>
                </a:cubicBezTo>
                <a:lnTo>
                  <a:pt x="98353" y="170"/>
                </a:lnTo>
                <a:close/>
                <a:moveTo>
                  <a:pt x="159114" y="106584"/>
                </a:moveTo>
                <a:cubicBezTo>
                  <a:pt x="151137" y="112750"/>
                  <a:pt x="146130" y="116315"/>
                  <a:pt x="144093" y="117276"/>
                </a:cubicBezTo>
                <a:cubicBezTo>
                  <a:pt x="141038" y="118747"/>
                  <a:pt x="137785" y="119483"/>
                  <a:pt x="134334" y="119483"/>
                </a:cubicBezTo>
                <a:cubicBezTo>
                  <a:pt x="128960" y="119483"/>
                  <a:pt x="124533" y="117644"/>
                  <a:pt x="121054" y="113967"/>
                </a:cubicBezTo>
                <a:cubicBezTo>
                  <a:pt x="117575" y="110289"/>
                  <a:pt x="115835" y="105452"/>
                  <a:pt x="115835" y="99456"/>
                </a:cubicBezTo>
                <a:cubicBezTo>
                  <a:pt x="115835" y="95665"/>
                  <a:pt x="116684" y="92384"/>
                  <a:pt x="118381" y="89612"/>
                </a:cubicBezTo>
                <a:cubicBezTo>
                  <a:pt x="120700" y="85765"/>
                  <a:pt x="124731" y="82144"/>
                  <a:pt x="130473" y="78750"/>
                </a:cubicBezTo>
                <a:cubicBezTo>
                  <a:pt x="136216" y="75356"/>
                  <a:pt x="145762" y="71226"/>
                  <a:pt x="159114" y="66360"/>
                </a:cubicBezTo>
                <a:lnTo>
                  <a:pt x="159114" y="63305"/>
                </a:lnTo>
                <a:cubicBezTo>
                  <a:pt x="159114" y="55555"/>
                  <a:pt x="157883" y="50237"/>
                  <a:pt x="155422" y="47352"/>
                </a:cubicBezTo>
                <a:cubicBezTo>
                  <a:pt x="152961" y="44467"/>
                  <a:pt x="149383" y="43024"/>
                  <a:pt x="144687" y="43024"/>
                </a:cubicBezTo>
                <a:cubicBezTo>
                  <a:pt x="141123" y="43024"/>
                  <a:pt x="138295" y="43982"/>
                  <a:pt x="136201" y="45899"/>
                </a:cubicBezTo>
                <a:cubicBezTo>
                  <a:pt x="134052" y="47815"/>
                  <a:pt x="132977" y="50013"/>
                  <a:pt x="132977" y="52494"/>
                </a:cubicBezTo>
                <a:lnTo>
                  <a:pt x="133146" y="57397"/>
                </a:lnTo>
                <a:cubicBezTo>
                  <a:pt x="133146" y="59989"/>
                  <a:pt x="132482" y="61989"/>
                  <a:pt x="131152" y="63398"/>
                </a:cubicBezTo>
                <a:cubicBezTo>
                  <a:pt x="129823" y="64807"/>
                  <a:pt x="128083" y="65512"/>
                  <a:pt x="125933" y="65512"/>
                </a:cubicBezTo>
                <a:cubicBezTo>
                  <a:pt x="123840" y="65512"/>
                  <a:pt x="122129" y="64779"/>
                  <a:pt x="120799" y="63313"/>
                </a:cubicBezTo>
                <a:cubicBezTo>
                  <a:pt x="119470" y="61846"/>
                  <a:pt x="118805" y="59843"/>
                  <a:pt x="118805" y="57304"/>
                </a:cubicBezTo>
                <a:cubicBezTo>
                  <a:pt x="118805" y="52455"/>
                  <a:pt x="121294" y="48000"/>
                  <a:pt x="126273" y="43939"/>
                </a:cubicBezTo>
                <a:cubicBezTo>
                  <a:pt x="131251" y="39878"/>
                  <a:pt x="138238" y="37847"/>
                  <a:pt x="147233" y="37847"/>
                </a:cubicBezTo>
                <a:cubicBezTo>
                  <a:pt x="154135" y="37847"/>
                  <a:pt x="159792" y="39005"/>
                  <a:pt x="164205" y="41321"/>
                </a:cubicBezTo>
                <a:cubicBezTo>
                  <a:pt x="167543" y="43073"/>
                  <a:pt x="170004" y="45815"/>
                  <a:pt x="171588" y="49545"/>
                </a:cubicBezTo>
                <a:cubicBezTo>
                  <a:pt x="172606" y="51974"/>
                  <a:pt x="173115" y="56946"/>
                  <a:pt x="173115" y="64462"/>
                </a:cubicBezTo>
                <a:lnTo>
                  <a:pt x="173115" y="90821"/>
                </a:lnTo>
                <a:cubicBezTo>
                  <a:pt x="173115" y="98223"/>
                  <a:pt x="173257" y="102758"/>
                  <a:pt x="173540" y="104425"/>
                </a:cubicBezTo>
                <a:cubicBezTo>
                  <a:pt x="173823" y="106092"/>
                  <a:pt x="174289" y="107209"/>
                  <a:pt x="174940" y="107775"/>
                </a:cubicBezTo>
                <a:cubicBezTo>
                  <a:pt x="175591" y="108339"/>
                  <a:pt x="176340" y="108621"/>
                  <a:pt x="177189" y="108621"/>
                </a:cubicBezTo>
                <a:cubicBezTo>
                  <a:pt x="178094" y="108621"/>
                  <a:pt x="178886" y="108423"/>
                  <a:pt x="179565" y="108027"/>
                </a:cubicBezTo>
                <a:cubicBezTo>
                  <a:pt x="180753" y="107291"/>
                  <a:pt x="183044" y="105226"/>
                  <a:pt x="186438" y="101832"/>
                </a:cubicBezTo>
                <a:lnTo>
                  <a:pt x="186438" y="106584"/>
                </a:lnTo>
                <a:cubicBezTo>
                  <a:pt x="180102" y="115070"/>
                  <a:pt x="174049" y="119313"/>
                  <a:pt x="168278" y="119313"/>
                </a:cubicBezTo>
                <a:cubicBezTo>
                  <a:pt x="165506" y="119313"/>
                  <a:pt x="163300" y="118351"/>
                  <a:pt x="161659" y="116428"/>
                </a:cubicBezTo>
                <a:cubicBezTo>
                  <a:pt x="160019" y="114504"/>
                  <a:pt x="159170" y="111223"/>
                  <a:pt x="159114" y="106584"/>
                </a:cubicBezTo>
                <a:moveTo>
                  <a:pt x="159114" y="101020"/>
                </a:moveTo>
                <a:lnTo>
                  <a:pt x="159114" y="71537"/>
                </a:lnTo>
                <a:cubicBezTo>
                  <a:pt x="150571" y="74915"/>
                  <a:pt x="145055" y="77309"/>
                  <a:pt x="142566" y="78718"/>
                </a:cubicBezTo>
                <a:cubicBezTo>
                  <a:pt x="138097" y="81197"/>
                  <a:pt x="134900" y="83788"/>
                  <a:pt x="132977" y="86491"/>
                </a:cubicBezTo>
                <a:cubicBezTo>
                  <a:pt x="131053" y="89194"/>
                  <a:pt x="130092" y="92151"/>
                  <a:pt x="130092" y="95361"/>
                </a:cubicBezTo>
                <a:cubicBezTo>
                  <a:pt x="130092" y="99417"/>
                  <a:pt x="131308" y="102782"/>
                  <a:pt x="133740" y="105457"/>
                </a:cubicBezTo>
                <a:cubicBezTo>
                  <a:pt x="136173" y="108132"/>
                  <a:pt x="138973" y="109469"/>
                  <a:pt x="142142" y="109469"/>
                </a:cubicBezTo>
                <a:cubicBezTo>
                  <a:pt x="146441" y="109469"/>
                  <a:pt x="152098" y="106653"/>
                  <a:pt x="159114" y="101020"/>
                </a:cubicBezTo>
                <a:close/>
                <a:moveTo>
                  <a:pt x="214893" y="54310"/>
                </a:moveTo>
                <a:cubicBezTo>
                  <a:pt x="224001" y="43335"/>
                  <a:pt x="232685" y="37847"/>
                  <a:pt x="240944" y="37847"/>
                </a:cubicBezTo>
                <a:cubicBezTo>
                  <a:pt x="245187" y="37847"/>
                  <a:pt x="248836" y="38906"/>
                  <a:pt x="251891" y="41024"/>
                </a:cubicBezTo>
                <a:cubicBezTo>
                  <a:pt x="254946" y="43141"/>
                  <a:pt x="257379" y="46626"/>
                  <a:pt x="259189" y="51481"/>
                </a:cubicBezTo>
                <a:cubicBezTo>
                  <a:pt x="260434" y="54866"/>
                  <a:pt x="261056" y="60060"/>
                  <a:pt x="261056" y="67060"/>
                </a:cubicBezTo>
                <a:lnTo>
                  <a:pt x="261056" y="100166"/>
                </a:lnTo>
                <a:cubicBezTo>
                  <a:pt x="261056" y="105078"/>
                  <a:pt x="261452" y="108408"/>
                  <a:pt x="262244" y="110159"/>
                </a:cubicBezTo>
                <a:cubicBezTo>
                  <a:pt x="262867" y="111569"/>
                  <a:pt x="263871" y="112670"/>
                  <a:pt x="265257" y="113460"/>
                </a:cubicBezTo>
                <a:cubicBezTo>
                  <a:pt x="266643" y="114250"/>
                  <a:pt x="269203" y="114646"/>
                  <a:pt x="272937" y="114646"/>
                </a:cubicBezTo>
                <a:lnTo>
                  <a:pt x="272937" y="117785"/>
                </a:lnTo>
                <a:lnTo>
                  <a:pt x="234495" y="117785"/>
                </a:lnTo>
                <a:lnTo>
                  <a:pt x="234495" y="114646"/>
                </a:lnTo>
                <a:lnTo>
                  <a:pt x="236107" y="114646"/>
                </a:lnTo>
                <a:cubicBezTo>
                  <a:pt x="239728" y="114646"/>
                  <a:pt x="242260" y="114097"/>
                  <a:pt x="243702" y="112999"/>
                </a:cubicBezTo>
                <a:cubicBezTo>
                  <a:pt x="245145" y="111901"/>
                  <a:pt x="246149" y="110283"/>
                  <a:pt x="246715" y="108146"/>
                </a:cubicBezTo>
                <a:cubicBezTo>
                  <a:pt x="246941" y="107301"/>
                  <a:pt x="247054" y="104655"/>
                  <a:pt x="247054" y="100209"/>
                </a:cubicBezTo>
                <a:lnTo>
                  <a:pt x="247054" y="68548"/>
                </a:lnTo>
                <a:cubicBezTo>
                  <a:pt x="247054" y="61514"/>
                  <a:pt x="246135" y="56406"/>
                  <a:pt x="244296" y="53226"/>
                </a:cubicBezTo>
                <a:cubicBezTo>
                  <a:pt x="242458" y="50045"/>
                  <a:pt x="239360" y="48455"/>
                  <a:pt x="235004" y="48455"/>
                </a:cubicBezTo>
                <a:cubicBezTo>
                  <a:pt x="228272" y="48455"/>
                  <a:pt x="221568" y="52114"/>
                  <a:pt x="214893" y="59431"/>
                </a:cubicBezTo>
                <a:lnTo>
                  <a:pt x="214893" y="100209"/>
                </a:lnTo>
                <a:cubicBezTo>
                  <a:pt x="214893" y="105444"/>
                  <a:pt x="215204" y="108680"/>
                  <a:pt x="215826" y="109917"/>
                </a:cubicBezTo>
                <a:cubicBezTo>
                  <a:pt x="216618" y="111549"/>
                  <a:pt x="217707" y="112745"/>
                  <a:pt x="219093" y="113505"/>
                </a:cubicBezTo>
                <a:cubicBezTo>
                  <a:pt x="220479" y="114266"/>
                  <a:pt x="223294" y="114646"/>
                  <a:pt x="227537" y="114646"/>
                </a:cubicBezTo>
                <a:lnTo>
                  <a:pt x="227537" y="117785"/>
                </a:lnTo>
                <a:lnTo>
                  <a:pt x="189095" y="117785"/>
                </a:lnTo>
                <a:lnTo>
                  <a:pt x="189095" y="114646"/>
                </a:lnTo>
                <a:lnTo>
                  <a:pt x="190792" y="114646"/>
                </a:lnTo>
                <a:cubicBezTo>
                  <a:pt x="194752" y="114646"/>
                  <a:pt x="197426" y="113644"/>
                  <a:pt x="198812" y="111641"/>
                </a:cubicBezTo>
                <a:cubicBezTo>
                  <a:pt x="200198" y="109636"/>
                  <a:pt x="200891" y="105811"/>
                  <a:pt x="200891" y="100166"/>
                </a:cubicBezTo>
                <a:lnTo>
                  <a:pt x="200891" y="71378"/>
                </a:lnTo>
                <a:cubicBezTo>
                  <a:pt x="200891" y="62064"/>
                  <a:pt x="200679" y="56392"/>
                  <a:pt x="200254" y="54361"/>
                </a:cubicBezTo>
                <a:cubicBezTo>
                  <a:pt x="199830" y="52328"/>
                  <a:pt x="199179" y="50944"/>
                  <a:pt x="198302" y="50210"/>
                </a:cubicBezTo>
                <a:cubicBezTo>
                  <a:pt x="197426" y="49477"/>
                  <a:pt x="196252" y="49110"/>
                  <a:pt x="194781" y="49110"/>
                </a:cubicBezTo>
                <a:cubicBezTo>
                  <a:pt x="193197" y="49110"/>
                  <a:pt x="191302" y="49533"/>
                  <a:pt x="189095" y="50380"/>
                </a:cubicBezTo>
                <a:lnTo>
                  <a:pt x="187822" y="47331"/>
                </a:lnTo>
                <a:lnTo>
                  <a:pt x="211244" y="37847"/>
                </a:lnTo>
                <a:lnTo>
                  <a:pt x="214893" y="37847"/>
                </a:lnTo>
                <a:lnTo>
                  <a:pt x="214893" y="54310"/>
                </a:lnTo>
                <a:close/>
                <a:moveTo>
                  <a:pt x="318167" y="40054"/>
                </a:moveTo>
                <a:lnTo>
                  <a:pt x="354402" y="40054"/>
                </a:lnTo>
                <a:lnTo>
                  <a:pt x="354402" y="43194"/>
                </a:lnTo>
                <a:lnTo>
                  <a:pt x="352620" y="43194"/>
                </a:lnTo>
                <a:cubicBezTo>
                  <a:pt x="350074" y="43194"/>
                  <a:pt x="348165" y="43745"/>
                  <a:pt x="346892" y="44848"/>
                </a:cubicBezTo>
                <a:cubicBezTo>
                  <a:pt x="345619" y="45952"/>
                  <a:pt x="344983" y="47323"/>
                  <a:pt x="344983" y="48964"/>
                </a:cubicBezTo>
                <a:cubicBezTo>
                  <a:pt x="344983" y="51170"/>
                  <a:pt x="345916" y="54225"/>
                  <a:pt x="347783" y="58129"/>
                </a:cubicBezTo>
                <a:lnTo>
                  <a:pt x="366707" y="97334"/>
                </a:lnTo>
                <a:lnTo>
                  <a:pt x="384103" y="54395"/>
                </a:lnTo>
                <a:cubicBezTo>
                  <a:pt x="385065" y="52076"/>
                  <a:pt x="385546" y="49784"/>
                  <a:pt x="385546" y="47521"/>
                </a:cubicBezTo>
                <a:cubicBezTo>
                  <a:pt x="385546" y="46503"/>
                  <a:pt x="385348" y="45739"/>
                  <a:pt x="384952" y="45230"/>
                </a:cubicBezTo>
                <a:cubicBezTo>
                  <a:pt x="384499" y="44608"/>
                  <a:pt x="383792" y="44113"/>
                  <a:pt x="382830" y="43745"/>
                </a:cubicBezTo>
                <a:cubicBezTo>
                  <a:pt x="381868" y="43378"/>
                  <a:pt x="380171" y="43194"/>
                  <a:pt x="377738" y="43194"/>
                </a:cubicBezTo>
                <a:lnTo>
                  <a:pt x="377738" y="40054"/>
                </a:lnTo>
                <a:lnTo>
                  <a:pt x="403027" y="40054"/>
                </a:lnTo>
                <a:lnTo>
                  <a:pt x="403027" y="43194"/>
                </a:lnTo>
                <a:cubicBezTo>
                  <a:pt x="400933" y="43420"/>
                  <a:pt x="399321" y="43873"/>
                  <a:pt x="398190" y="44551"/>
                </a:cubicBezTo>
                <a:cubicBezTo>
                  <a:pt x="397058" y="45230"/>
                  <a:pt x="395814" y="46503"/>
                  <a:pt x="394456" y="48370"/>
                </a:cubicBezTo>
                <a:cubicBezTo>
                  <a:pt x="393947" y="49162"/>
                  <a:pt x="392985" y="51340"/>
                  <a:pt x="391571" y="54904"/>
                </a:cubicBezTo>
                <a:lnTo>
                  <a:pt x="359918" y="132466"/>
                </a:lnTo>
                <a:cubicBezTo>
                  <a:pt x="356863" y="139990"/>
                  <a:pt x="352860" y="145676"/>
                  <a:pt x="347910" y="149523"/>
                </a:cubicBezTo>
                <a:cubicBezTo>
                  <a:pt x="342960" y="153370"/>
                  <a:pt x="338194" y="155293"/>
                  <a:pt x="333611" y="155293"/>
                </a:cubicBezTo>
                <a:cubicBezTo>
                  <a:pt x="330273" y="155293"/>
                  <a:pt x="327530" y="154343"/>
                  <a:pt x="325380" y="152443"/>
                </a:cubicBezTo>
                <a:cubicBezTo>
                  <a:pt x="323230" y="150542"/>
                  <a:pt x="322155" y="148362"/>
                  <a:pt x="322155" y="145903"/>
                </a:cubicBezTo>
                <a:cubicBezTo>
                  <a:pt x="322155" y="143555"/>
                  <a:pt x="322933" y="141662"/>
                  <a:pt x="324489" y="140223"/>
                </a:cubicBezTo>
                <a:cubicBezTo>
                  <a:pt x="326045" y="138786"/>
                  <a:pt x="328180" y="138067"/>
                  <a:pt x="330896" y="138067"/>
                </a:cubicBezTo>
                <a:cubicBezTo>
                  <a:pt x="332763" y="138067"/>
                  <a:pt x="335309" y="138689"/>
                  <a:pt x="338533" y="139934"/>
                </a:cubicBezTo>
                <a:cubicBezTo>
                  <a:pt x="340796" y="140782"/>
                  <a:pt x="342210" y="141207"/>
                  <a:pt x="342776" y="141207"/>
                </a:cubicBezTo>
                <a:cubicBezTo>
                  <a:pt x="344473" y="141207"/>
                  <a:pt x="346326" y="140324"/>
                  <a:pt x="348334" y="138558"/>
                </a:cubicBezTo>
                <a:cubicBezTo>
                  <a:pt x="350343" y="136793"/>
                  <a:pt x="352365" y="133378"/>
                  <a:pt x="354402" y="128311"/>
                </a:cubicBezTo>
                <a:lnTo>
                  <a:pt x="359918" y="114730"/>
                </a:lnTo>
                <a:lnTo>
                  <a:pt x="331999" y="56092"/>
                </a:lnTo>
                <a:cubicBezTo>
                  <a:pt x="331150" y="54339"/>
                  <a:pt x="329793" y="52161"/>
                  <a:pt x="327926" y="49558"/>
                </a:cubicBezTo>
                <a:cubicBezTo>
                  <a:pt x="326511" y="47578"/>
                  <a:pt x="325352" y="46249"/>
                  <a:pt x="324446" y="45570"/>
                </a:cubicBezTo>
                <a:cubicBezTo>
                  <a:pt x="323145" y="44665"/>
                  <a:pt x="321052" y="43873"/>
                  <a:pt x="318167" y="43194"/>
                </a:cubicBezTo>
                <a:lnTo>
                  <a:pt x="318167" y="40054"/>
                </a:lnTo>
                <a:close/>
                <a:moveTo>
                  <a:pt x="447493" y="37847"/>
                </a:moveTo>
                <a:cubicBezTo>
                  <a:pt x="459261" y="37847"/>
                  <a:pt x="468708" y="42312"/>
                  <a:pt x="475836" y="51242"/>
                </a:cubicBezTo>
                <a:cubicBezTo>
                  <a:pt x="481890" y="58871"/>
                  <a:pt x="484916" y="67631"/>
                  <a:pt x="484916" y="77522"/>
                </a:cubicBezTo>
                <a:cubicBezTo>
                  <a:pt x="484916" y="84474"/>
                  <a:pt x="483248" y="91510"/>
                  <a:pt x="479910" y="98631"/>
                </a:cubicBezTo>
                <a:cubicBezTo>
                  <a:pt x="476572" y="105750"/>
                  <a:pt x="471975" y="111119"/>
                  <a:pt x="466120" y="114736"/>
                </a:cubicBezTo>
                <a:cubicBezTo>
                  <a:pt x="460265" y="118353"/>
                  <a:pt x="453745" y="120161"/>
                  <a:pt x="446560" y="120161"/>
                </a:cubicBezTo>
                <a:cubicBezTo>
                  <a:pt x="434849" y="120161"/>
                  <a:pt x="425543" y="115499"/>
                  <a:pt x="418641" y="106173"/>
                </a:cubicBezTo>
                <a:cubicBezTo>
                  <a:pt x="412814" y="98318"/>
                  <a:pt x="409900" y="89502"/>
                  <a:pt x="409900" y="79726"/>
                </a:cubicBezTo>
                <a:cubicBezTo>
                  <a:pt x="409900" y="72605"/>
                  <a:pt x="411668" y="65526"/>
                  <a:pt x="415204" y="58490"/>
                </a:cubicBezTo>
                <a:cubicBezTo>
                  <a:pt x="418740" y="51453"/>
                  <a:pt x="423393" y="46254"/>
                  <a:pt x="429164" y="42891"/>
                </a:cubicBezTo>
                <a:cubicBezTo>
                  <a:pt x="434934" y="39529"/>
                  <a:pt x="441044" y="37847"/>
                  <a:pt x="447493" y="37847"/>
                </a:cubicBezTo>
                <a:moveTo>
                  <a:pt x="444863" y="43448"/>
                </a:moveTo>
                <a:cubicBezTo>
                  <a:pt x="441864" y="43448"/>
                  <a:pt x="438852" y="44338"/>
                  <a:pt x="435825" y="46119"/>
                </a:cubicBezTo>
                <a:cubicBezTo>
                  <a:pt x="432798" y="47899"/>
                  <a:pt x="430352" y="51021"/>
                  <a:pt x="428485" y="55485"/>
                </a:cubicBezTo>
                <a:cubicBezTo>
                  <a:pt x="426618" y="59949"/>
                  <a:pt x="425684" y="65684"/>
                  <a:pt x="425684" y="72690"/>
                </a:cubicBezTo>
                <a:cubicBezTo>
                  <a:pt x="425684" y="83991"/>
                  <a:pt x="427933" y="93738"/>
                  <a:pt x="432431" y="101933"/>
                </a:cubicBezTo>
                <a:cubicBezTo>
                  <a:pt x="436928" y="110125"/>
                  <a:pt x="442854" y="114221"/>
                  <a:pt x="450209" y="114221"/>
                </a:cubicBezTo>
                <a:cubicBezTo>
                  <a:pt x="455696" y="114221"/>
                  <a:pt x="460222" y="111961"/>
                  <a:pt x="463786" y="107440"/>
                </a:cubicBezTo>
                <a:cubicBezTo>
                  <a:pt x="467351" y="102920"/>
                  <a:pt x="469133" y="95151"/>
                  <a:pt x="469133" y="84133"/>
                </a:cubicBezTo>
                <a:cubicBezTo>
                  <a:pt x="469133" y="70345"/>
                  <a:pt x="466162" y="59496"/>
                  <a:pt x="460222" y="51584"/>
                </a:cubicBezTo>
                <a:cubicBezTo>
                  <a:pt x="456206" y="46160"/>
                  <a:pt x="451086" y="43448"/>
                  <a:pt x="444863" y="43448"/>
                </a:cubicBezTo>
                <a:close/>
                <a:moveTo>
                  <a:pt x="564515" y="40054"/>
                </a:moveTo>
                <a:lnTo>
                  <a:pt x="564515" y="87151"/>
                </a:lnTo>
                <a:cubicBezTo>
                  <a:pt x="564515" y="96146"/>
                  <a:pt x="564727" y="101648"/>
                  <a:pt x="565152" y="103656"/>
                </a:cubicBezTo>
                <a:cubicBezTo>
                  <a:pt x="565576" y="105665"/>
                  <a:pt x="566255" y="107065"/>
                  <a:pt x="567188" y="107857"/>
                </a:cubicBezTo>
                <a:cubicBezTo>
                  <a:pt x="568122" y="108649"/>
                  <a:pt x="569211" y="109045"/>
                  <a:pt x="570455" y="109045"/>
                </a:cubicBezTo>
                <a:cubicBezTo>
                  <a:pt x="572209" y="109045"/>
                  <a:pt x="574189" y="108564"/>
                  <a:pt x="576395" y="107602"/>
                </a:cubicBezTo>
                <a:lnTo>
                  <a:pt x="577584" y="110572"/>
                </a:lnTo>
                <a:lnTo>
                  <a:pt x="554332" y="120161"/>
                </a:lnTo>
                <a:lnTo>
                  <a:pt x="550513" y="120161"/>
                </a:lnTo>
                <a:lnTo>
                  <a:pt x="550513" y="103699"/>
                </a:lnTo>
                <a:cubicBezTo>
                  <a:pt x="543838" y="110940"/>
                  <a:pt x="538746" y="115494"/>
                  <a:pt x="535238" y="117361"/>
                </a:cubicBezTo>
                <a:cubicBezTo>
                  <a:pt x="531731" y="119228"/>
                  <a:pt x="528025" y="120161"/>
                  <a:pt x="524122" y="120161"/>
                </a:cubicBezTo>
                <a:cubicBezTo>
                  <a:pt x="519766" y="120161"/>
                  <a:pt x="515989" y="118903"/>
                  <a:pt x="512793" y="116385"/>
                </a:cubicBezTo>
                <a:cubicBezTo>
                  <a:pt x="509597" y="113868"/>
                  <a:pt x="507376" y="110629"/>
                  <a:pt x="506132" y="106669"/>
                </a:cubicBezTo>
                <a:cubicBezTo>
                  <a:pt x="504887" y="102709"/>
                  <a:pt x="504265" y="97108"/>
                  <a:pt x="504265" y="89867"/>
                </a:cubicBezTo>
                <a:lnTo>
                  <a:pt x="504265" y="55159"/>
                </a:lnTo>
                <a:cubicBezTo>
                  <a:pt x="504265" y="51482"/>
                  <a:pt x="503869" y="48936"/>
                  <a:pt x="503077" y="47521"/>
                </a:cubicBezTo>
                <a:cubicBezTo>
                  <a:pt x="502285" y="46107"/>
                  <a:pt x="501111" y="45018"/>
                  <a:pt x="499555" y="44254"/>
                </a:cubicBezTo>
                <a:cubicBezTo>
                  <a:pt x="497999" y="43491"/>
                  <a:pt x="495185" y="43137"/>
                  <a:pt x="491111" y="43194"/>
                </a:cubicBezTo>
                <a:lnTo>
                  <a:pt x="491111" y="40054"/>
                </a:lnTo>
                <a:lnTo>
                  <a:pt x="518351" y="40054"/>
                </a:lnTo>
                <a:lnTo>
                  <a:pt x="518351" y="91946"/>
                </a:lnTo>
                <a:cubicBezTo>
                  <a:pt x="518351" y="99169"/>
                  <a:pt x="519610" y="103910"/>
                  <a:pt x="522128" y="106168"/>
                </a:cubicBezTo>
                <a:cubicBezTo>
                  <a:pt x="524645" y="108425"/>
                  <a:pt x="527686" y="109554"/>
                  <a:pt x="531250" y="109554"/>
                </a:cubicBezTo>
                <a:cubicBezTo>
                  <a:pt x="533683" y="109554"/>
                  <a:pt x="536441" y="108792"/>
                  <a:pt x="539524" y="107268"/>
                </a:cubicBezTo>
                <a:cubicBezTo>
                  <a:pt x="542607" y="105744"/>
                  <a:pt x="546270" y="102839"/>
                  <a:pt x="550513" y="98551"/>
                </a:cubicBezTo>
                <a:lnTo>
                  <a:pt x="550513" y="54621"/>
                </a:lnTo>
                <a:cubicBezTo>
                  <a:pt x="550513" y="50218"/>
                  <a:pt x="549707" y="47242"/>
                  <a:pt x="548095" y="45692"/>
                </a:cubicBezTo>
                <a:cubicBezTo>
                  <a:pt x="546482" y="44139"/>
                  <a:pt x="543130" y="43307"/>
                  <a:pt x="538039" y="43194"/>
                </a:cubicBezTo>
                <a:lnTo>
                  <a:pt x="538039" y="40054"/>
                </a:lnTo>
                <a:lnTo>
                  <a:pt x="564515" y="40054"/>
                </a:lnTo>
                <a:close/>
                <a:moveTo>
                  <a:pt x="672881" y="152239"/>
                </a:moveTo>
                <a:lnTo>
                  <a:pt x="635543" y="152239"/>
                </a:lnTo>
                <a:lnTo>
                  <a:pt x="635543" y="0"/>
                </a:lnTo>
                <a:lnTo>
                  <a:pt x="672881" y="0"/>
                </a:lnTo>
                <a:lnTo>
                  <a:pt x="672881" y="6704"/>
                </a:lnTo>
                <a:lnTo>
                  <a:pt x="648272" y="6704"/>
                </a:lnTo>
                <a:lnTo>
                  <a:pt x="648272" y="145704"/>
                </a:lnTo>
                <a:lnTo>
                  <a:pt x="672881" y="145704"/>
                </a:lnTo>
                <a:lnTo>
                  <a:pt x="672881" y="152239"/>
                </a:lnTo>
                <a:close/>
                <a:moveTo>
                  <a:pt x="681451" y="40054"/>
                </a:moveTo>
                <a:lnTo>
                  <a:pt x="718025" y="40054"/>
                </a:lnTo>
                <a:lnTo>
                  <a:pt x="718025" y="43194"/>
                </a:lnTo>
                <a:cubicBezTo>
                  <a:pt x="715706" y="43194"/>
                  <a:pt x="714079" y="43590"/>
                  <a:pt x="713146" y="44382"/>
                </a:cubicBezTo>
                <a:cubicBezTo>
                  <a:pt x="712212" y="45174"/>
                  <a:pt x="711746" y="46220"/>
                  <a:pt x="711746" y="47521"/>
                </a:cubicBezTo>
                <a:cubicBezTo>
                  <a:pt x="711746" y="48879"/>
                  <a:pt x="712736" y="50972"/>
                  <a:pt x="714716" y="53801"/>
                </a:cubicBezTo>
                <a:cubicBezTo>
                  <a:pt x="715338" y="54706"/>
                  <a:pt x="716271" y="56121"/>
                  <a:pt x="717516" y="58044"/>
                </a:cubicBezTo>
                <a:lnTo>
                  <a:pt x="723032" y="66870"/>
                </a:lnTo>
                <a:lnTo>
                  <a:pt x="729396" y="58044"/>
                </a:lnTo>
                <a:cubicBezTo>
                  <a:pt x="733470" y="52443"/>
                  <a:pt x="735506" y="48908"/>
                  <a:pt x="735506" y="47437"/>
                </a:cubicBezTo>
                <a:cubicBezTo>
                  <a:pt x="735506" y="46249"/>
                  <a:pt x="735026" y="45244"/>
                  <a:pt x="734064" y="44424"/>
                </a:cubicBezTo>
                <a:cubicBezTo>
                  <a:pt x="733102" y="43604"/>
                  <a:pt x="731546" y="43194"/>
                  <a:pt x="729396" y="43194"/>
                </a:cubicBezTo>
                <a:lnTo>
                  <a:pt x="729396" y="40054"/>
                </a:lnTo>
                <a:lnTo>
                  <a:pt x="755703" y="40054"/>
                </a:lnTo>
                <a:lnTo>
                  <a:pt x="755703" y="43194"/>
                </a:lnTo>
                <a:cubicBezTo>
                  <a:pt x="752931" y="43363"/>
                  <a:pt x="750527" y="44127"/>
                  <a:pt x="748490" y="45485"/>
                </a:cubicBezTo>
                <a:cubicBezTo>
                  <a:pt x="745718" y="47408"/>
                  <a:pt x="741927" y="51595"/>
                  <a:pt x="737119" y="58044"/>
                </a:cubicBezTo>
                <a:lnTo>
                  <a:pt x="726511" y="72216"/>
                </a:lnTo>
                <a:lnTo>
                  <a:pt x="745859" y="99994"/>
                </a:lnTo>
                <a:cubicBezTo>
                  <a:pt x="750611" y="106825"/>
                  <a:pt x="754006" y="110933"/>
                  <a:pt x="756042" y="112317"/>
                </a:cubicBezTo>
                <a:cubicBezTo>
                  <a:pt x="758079" y="113700"/>
                  <a:pt x="760710" y="114476"/>
                  <a:pt x="763934" y="114646"/>
                </a:cubicBezTo>
                <a:lnTo>
                  <a:pt x="763934" y="117785"/>
                </a:lnTo>
                <a:lnTo>
                  <a:pt x="727275" y="117785"/>
                </a:lnTo>
                <a:lnTo>
                  <a:pt x="727275" y="114646"/>
                </a:lnTo>
                <a:cubicBezTo>
                  <a:pt x="729821" y="114646"/>
                  <a:pt x="731801" y="114082"/>
                  <a:pt x="733215" y="112954"/>
                </a:cubicBezTo>
                <a:cubicBezTo>
                  <a:pt x="734290" y="112163"/>
                  <a:pt x="734828" y="111120"/>
                  <a:pt x="734828" y="109822"/>
                </a:cubicBezTo>
                <a:cubicBezTo>
                  <a:pt x="734828" y="108524"/>
                  <a:pt x="733017" y="105252"/>
                  <a:pt x="729396" y="100005"/>
                </a:cubicBezTo>
                <a:lnTo>
                  <a:pt x="718025" y="83417"/>
                </a:lnTo>
                <a:lnTo>
                  <a:pt x="705551" y="100005"/>
                </a:lnTo>
                <a:cubicBezTo>
                  <a:pt x="701704" y="105139"/>
                  <a:pt x="699780" y="108186"/>
                  <a:pt x="699780" y="109146"/>
                </a:cubicBezTo>
                <a:cubicBezTo>
                  <a:pt x="699780" y="110500"/>
                  <a:pt x="700417" y="111727"/>
                  <a:pt x="701690" y="112826"/>
                </a:cubicBezTo>
                <a:cubicBezTo>
                  <a:pt x="702963" y="113926"/>
                  <a:pt x="704872" y="114532"/>
                  <a:pt x="707418" y="114646"/>
                </a:cubicBezTo>
                <a:lnTo>
                  <a:pt x="707418" y="117785"/>
                </a:lnTo>
                <a:lnTo>
                  <a:pt x="682045" y="117785"/>
                </a:lnTo>
                <a:lnTo>
                  <a:pt x="682045" y="114646"/>
                </a:lnTo>
                <a:cubicBezTo>
                  <a:pt x="684081" y="114363"/>
                  <a:pt x="685863" y="113657"/>
                  <a:pt x="687391" y="112529"/>
                </a:cubicBezTo>
                <a:cubicBezTo>
                  <a:pt x="689541" y="110892"/>
                  <a:pt x="693161" y="106716"/>
                  <a:pt x="698253" y="99999"/>
                </a:cubicBezTo>
                <a:lnTo>
                  <a:pt x="714546" y="78410"/>
                </a:lnTo>
                <a:lnTo>
                  <a:pt x="699780" y="57026"/>
                </a:lnTo>
                <a:cubicBezTo>
                  <a:pt x="695594" y="50916"/>
                  <a:pt x="692355" y="47083"/>
                  <a:pt x="690064" y="45527"/>
                </a:cubicBezTo>
                <a:cubicBezTo>
                  <a:pt x="687773" y="43972"/>
                  <a:pt x="684902" y="43194"/>
                  <a:pt x="681451" y="43194"/>
                </a:cubicBezTo>
                <a:lnTo>
                  <a:pt x="681451" y="40054"/>
                </a:lnTo>
                <a:close/>
                <a:moveTo>
                  <a:pt x="772421" y="0"/>
                </a:moveTo>
                <a:lnTo>
                  <a:pt x="809759" y="0"/>
                </a:lnTo>
                <a:lnTo>
                  <a:pt x="809759" y="152239"/>
                </a:lnTo>
                <a:lnTo>
                  <a:pt x="772421" y="152239"/>
                </a:lnTo>
                <a:lnTo>
                  <a:pt x="772421" y="145535"/>
                </a:lnTo>
                <a:lnTo>
                  <a:pt x="797030" y="145535"/>
                </a:lnTo>
                <a:lnTo>
                  <a:pt x="797030" y="6704"/>
                </a:lnTo>
                <a:lnTo>
                  <a:pt x="772421" y="6704"/>
                </a:lnTo>
                <a:lnTo>
                  <a:pt x="77242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B1D46-40D1-4E0C-A89E-5A3BEEB9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8218261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17C2A-F38C-4378-B91A-5BC23B44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8218261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92" name="Text Canyou[x]thef">
            <a:extLst xmlns:a="http://schemas.openxmlformats.org/drawingml/2006/main">
              <a:ext uri="{FF2B5EF4-FFF2-40B4-BE49-F238E27FC236}">
                <a16:creationId xmlns:a16="http://schemas.microsoft.com/office/drawing/2014/main" id="{2A6151A8-6BC1-4FD2-AB70-4AE6B8E1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766" y="8300719"/>
            <a:ext cx="1106516" cy="146011"/>
          </a:xfrm>
          <a:custGeom xmlns:a="http://schemas.openxmlformats.org/drawingml/2006/main">
            <a:pathLst>
              <a:path w="1106516" h="146011">
                <a:moveTo>
                  <a:pt x="90787" y="2820"/>
                </a:moveTo>
                <a:lnTo>
                  <a:pt x="93215" y="38853"/>
                </a:lnTo>
                <a:lnTo>
                  <a:pt x="90787" y="38853"/>
                </a:lnTo>
                <a:cubicBezTo>
                  <a:pt x="87549" y="28015"/>
                  <a:pt x="82928" y="20215"/>
                  <a:pt x="76922" y="15451"/>
                </a:cubicBezTo>
                <a:cubicBezTo>
                  <a:pt x="70917" y="10686"/>
                  <a:pt x="63710" y="8303"/>
                  <a:pt x="55302" y="8303"/>
                </a:cubicBezTo>
                <a:cubicBezTo>
                  <a:pt x="48253" y="8303"/>
                  <a:pt x="41882" y="10093"/>
                  <a:pt x="36189" y="13674"/>
                </a:cubicBezTo>
                <a:cubicBezTo>
                  <a:pt x="30497" y="17253"/>
                  <a:pt x="26019" y="22962"/>
                  <a:pt x="22755" y="30802"/>
                </a:cubicBezTo>
                <a:cubicBezTo>
                  <a:pt x="19492" y="38641"/>
                  <a:pt x="17860" y="48389"/>
                  <a:pt x="17860" y="60044"/>
                </a:cubicBezTo>
                <a:cubicBezTo>
                  <a:pt x="17860" y="69659"/>
                  <a:pt x="19400" y="77995"/>
                  <a:pt x="22481" y="85052"/>
                </a:cubicBezTo>
                <a:cubicBezTo>
                  <a:pt x="25562" y="92106"/>
                  <a:pt x="30197" y="97515"/>
                  <a:pt x="36385" y="101279"/>
                </a:cubicBezTo>
                <a:cubicBezTo>
                  <a:pt x="42574" y="105042"/>
                  <a:pt x="49636" y="106923"/>
                  <a:pt x="57574" y="106923"/>
                </a:cubicBezTo>
                <a:cubicBezTo>
                  <a:pt x="64467" y="106923"/>
                  <a:pt x="70551" y="105448"/>
                  <a:pt x="75826" y="102498"/>
                </a:cubicBezTo>
                <a:cubicBezTo>
                  <a:pt x="81100" y="99547"/>
                  <a:pt x="86896" y="93685"/>
                  <a:pt x="93215" y="84912"/>
                </a:cubicBezTo>
                <a:lnTo>
                  <a:pt x="95644" y="86474"/>
                </a:lnTo>
                <a:cubicBezTo>
                  <a:pt x="90317" y="95901"/>
                  <a:pt x="84103" y="102803"/>
                  <a:pt x="77000" y="107178"/>
                </a:cubicBezTo>
                <a:cubicBezTo>
                  <a:pt x="69898" y="111551"/>
                  <a:pt x="61465" y="113738"/>
                  <a:pt x="51699" y="113738"/>
                </a:cubicBezTo>
                <a:cubicBezTo>
                  <a:pt x="34101" y="113738"/>
                  <a:pt x="20471" y="107220"/>
                  <a:pt x="10810" y="94182"/>
                </a:cubicBezTo>
                <a:cubicBezTo>
                  <a:pt x="3603" y="84484"/>
                  <a:pt x="0" y="73063"/>
                  <a:pt x="0" y="59922"/>
                </a:cubicBezTo>
                <a:cubicBezTo>
                  <a:pt x="0" y="49335"/>
                  <a:pt x="2376" y="39610"/>
                  <a:pt x="7128" y="30745"/>
                </a:cubicBezTo>
                <a:cubicBezTo>
                  <a:pt x="11880" y="21881"/>
                  <a:pt x="18421" y="15010"/>
                  <a:pt x="26750" y="10134"/>
                </a:cubicBezTo>
                <a:cubicBezTo>
                  <a:pt x="35080" y="5258"/>
                  <a:pt x="44179" y="2820"/>
                  <a:pt x="54049" y="2820"/>
                </a:cubicBezTo>
                <a:cubicBezTo>
                  <a:pt x="61726" y="2820"/>
                  <a:pt x="69298" y="4700"/>
                  <a:pt x="76765" y="8460"/>
                </a:cubicBezTo>
                <a:cubicBezTo>
                  <a:pt x="78959" y="9609"/>
                  <a:pt x="80525" y="10183"/>
                  <a:pt x="81465" y="10183"/>
                </a:cubicBezTo>
                <a:cubicBezTo>
                  <a:pt x="82875" y="10183"/>
                  <a:pt x="84103" y="9687"/>
                  <a:pt x="85147" y="8695"/>
                </a:cubicBezTo>
                <a:cubicBezTo>
                  <a:pt x="86505" y="7285"/>
                  <a:pt x="87471" y="5327"/>
                  <a:pt x="88045" y="2820"/>
                </a:cubicBezTo>
                <a:lnTo>
                  <a:pt x="90787" y="2820"/>
                </a:lnTo>
                <a:close/>
                <a:moveTo>
                  <a:pt x="146874" y="101048"/>
                </a:moveTo>
                <a:cubicBezTo>
                  <a:pt x="139510" y="106741"/>
                  <a:pt x="134889" y="110031"/>
                  <a:pt x="133009" y="110918"/>
                </a:cubicBezTo>
                <a:cubicBezTo>
                  <a:pt x="130189" y="112276"/>
                  <a:pt x="127186" y="112955"/>
                  <a:pt x="124001" y="112955"/>
                </a:cubicBezTo>
                <a:cubicBezTo>
                  <a:pt x="119040" y="112955"/>
                  <a:pt x="114953" y="111258"/>
                  <a:pt x="111742" y="107863"/>
                </a:cubicBezTo>
                <a:cubicBezTo>
                  <a:pt x="108530" y="104469"/>
                  <a:pt x="106924" y="100004"/>
                  <a:pt x="106924" y="94469"/>
                </a:cubicBezTo>
                <a:cubicBezTo>
                  <a:pt x="106924" y="90970"/>
                  <a:pt x="107708" y="87941"/>
                  <a:pt x="109274" y="85382"/>
                </a:cubicBezTo>
                <a:cubicBezTo>
                  <a:pt x="111415" y="81831"/>
                  <a:pt x="115136" y="78489"/>
                  <a:pt x="120436" y="75356"/>
                </a:cubicBezTo>
                <a:cubicBezTo>
                  <a:pt x="125737" y="72222"/>
                  <a:pt x="134549" y="68410"/>
                  <a:pt x="146874" y="63919"/>
                </a:cubicBezTo>
                <a:lnTo>
                  <a:pt x="146874" y="61099"/>
                </a:lnTo>
                <a:cubicBezTo>
                  <a:pt x="146874" y="53945"/>
                  <a:pt x="145738" y="49036"/>
                  <a:pt x="143466" y="46373"/>
                </a:cubicBezTo>
                <a:cubicBezTo>
                  <a:pt x="141194" y="43709"/>
                  <a:pt x="137891" y="42378"/>
                  <a:pt x="133557" y="42378"/>
                </a:cubicBezTo>
                <a:cubicBezTo>
                  <a:pt x="130267" y="42378"/>
                  <a:pt x="127656" y="43262"/>
                  <a:pt x="125724" y="45031"/>
                </a:cubicBezTo>
                <a:cubicBezTo>
                  <a:pt x="123739" y="46800"/>
                  <a:pt x="122747" y="48829"/>
                  <a:pt x="122747" y="51119"/>
                </a:cubicBezTo>
                <a:lnTo>
                  <a:pt x="122904" y="55645"/>
                </a:lnTo>
                <a:cubicBezTo>
                  <a:pt x="122904" y="58038"/>
                  <a:pt x="122290" y="59884"/>
                  <a:pt x="121063" y="61185"/>
                </a:cubicBezTo>
                <a:cubicBezTo>
                  <a:pt x="119836" y="62485"/>
                  <a:pt x="118230" y="63136"/>
                  <a:pt x="116246" y="63136"/>
                </a:cubicBezTo>
                <a:cubicBezTo>
                  <a:pt x="114314" y="63136"/>
                  <a:pt x="112734" y="62459"/>
                  <a:pt x="111507" y="61106"/>
                </a:cubicBezTo>
                <a:cubicBezTo>
                  <a:pt x="110279" y="59752"/>
                  <a:pt x="109666" y="57903"/>
                  <a:pt x="109666" y="55560"/>
                </a:cubicBezTo>
                <a:cubicBezTo>
                  <a:pt x="109666" y="51083"/>
                  <a:pt x="111964" y="46971"/>
                  <a:pt x="116559" y="43222"/>
                </a:cubicBezTo>
                <a:cubicBezTo>
                  <a:pt x="121155" y="39474"/>
                  <a:pt x="127604" y="37599"/>
                  <a:pt x="135907" y="37599"/>
                </a:cubicBezTo>
                <a:cubicBezTo>
                  <a:pt x="142278" y="37599"/>
                  <a:pt x="147500" y="38668"/>
                  <a:pt x="151574" y="40806"/>
                </a:cubicBezTo>
                <a:cubicBezTo>
                  <a:pt x="154655" y="42423"/>
                  <a:pt x="156926" y="44954"/>
                  <a:pt x="158388" y="48397"/>
                </a:cubicBezTo>
                <a:cubicBezTo>
                  <a:pt x="159328" y="50639"/>
                  <a:pt x="159798" y="55229"/>
                  <a:pt x="159798" y="62166"/>
                </a:cubicBezTo>
                <a:lnTo>
                  <a:pt x="159798" y="86498"/>
                </a:lnTo>
                <a:cubicBezTo>
                  <a:pt x="159798" y="93331"/>
                  <a:pt x="159929" y="97517"/>
                  <a:pt x="160190" y="99056"/>
                </a:cubicBezTo>
                <a:cubicBezTo>
                  <a:pt x="160451" y="100595"/>
                  <a:pt x="160882" y="101625"/>
                  <a:pt x="161483" y="102148"/>
                </a:cubicBezTo>
                <a:cubicBezTo>
                  <a:pt x="162083" y="102668"/>
                  <a:pt x="162775" y="102928"/>
                  <a:pt x="163558" y="102928"/>
                </a:cubicBezTo>
                <a:cubicBezTo>
                  <a:pt x="164394" y="102928"/>
                  <a:pt x="165125" y="102746"/>
                  <a:pt x="165752" y="102380"/>
                </a:cubicBezTo>
                <a:cubicBezTo>
                  <a:pt x="166848" y="101701"/>
                  <a:pt x="168963" y="99795"/>
                  <a:pt x="172097" y="96662"/>
                </a:cubicBezTo>
                <a:lnTo>
                  <a:pt x="172097" y="101048"/>
                </a:lnTo>
                <a:cubicBezTo>
                  <a:pt x="166248" y="108882"/>
                  <a:pt x="160660" y="112798"/>
                  <a:pt x="155333" y="112798"/>
                </a:cubicBezTo>
                <a:cubicBezTo>
                  <a:pt x="152775" y="112798"/>
                  <a:pt x="150738" y="111911"/>
                  <a:pt x="149224" y="110135"/>
                </a:cubicBezTo>
                <a:cubicBezTo>
                  <a:pt x="147709" y="108359"/>
                  <a:pt x="146926" y="105331"/>
                  <a:pt x="146874" y="101048"/>
                </a:cubicBezTo>
                <a:moveTo>
                  <a:pt x="146874" y="95913"/>
                </a:moveTo>
                <a:lnTo>
                  <a:pt x="146874" y="68697"/>
                </a:lnTo>
                <a:cubicBezTo>
                  <a:pt x="138988" y="71816"/>
                  <a:pt x="133897" y="74026"/>
                  <a:pt x="131599" y="75326"/>
                </a:cubicBezTo>
                <a:cubicBezTo>
                  <a:pt x="127473" y="77614"/>
                  <a:pt x="124523" y="80006"/>
                  <a:pt x="122747" y="82501"/>
                </a:cubicBezTo>
                <a:cubicBezTo>
                  <a:pt x="120972" y="84996"/>
                  <a:pt x="120084" y="87725"/>
                  <a:pt x="120084" y="90689"/>
                </a:cubicBezTo>
                <a:cubicBezTo>
                  <a:pt x="120084" y="94433"/>
                  <a:pt x="121207" y="97539"/>
                  <a:pt x="123452" y="100008"/>
                </a:cubicBezTo>
                <a:cubicBezTo>
                  <a:pt x="125698" y="102477"/>
                  <a:pt x="128283" y="103712"/>
                  <a:pt x="131207" y="103712"/>
                </a:cubicBezTo>
                <a:cubicBezTo>
                  <a:pt x="135176" y="103712"/>
                  <a:pt x="140398" y="101112"/>
                  <a:pt x="146874" y="95913"/>
                </a:cubicBezTo>
                <a:close/>
                <a:moveTo>
                  <a:pt x="198362" y="52796"/>
                </a:moveTo>
                <a:cubicBezTo>
                  <a:pt x="206770" y="42665"/>
                  <a:pt x="214786" y="37599"/>
                  <a:pt x="222410" y="37599"/>
                </a:cubicBezTo>
                <a:cubicBezTo>
                  <a:pt x="226327" y="37599"/>
                  <a:pt x="229695" y="38577"/>
                  <a:pt x="232515" y="40532"/>
                </a:cubicBezTo>
                <a:cubicBezTo>
                  <a:pt x="235335" y="42485"/>
                  <a:pt x="237580" y="45703"/>
                  <a:pt x="239252" y="50184"/>
                </a:cubicBezTo>
                <a:cubicBezTo>
                  <a:pt x="240400" y="53309"/>
                  <a:pt x="240975" y="58103"/>
                  <a:pt x="240975" y="64565"/>
                </a:cubicBezTo>
                <a:lnTo>
                  <a:pt x="240975" y="95125"/>
                </a:lnTo>
                <a:cubicBezTo>
                  <a:pt x="240975" y="99658"/>
                  <a:pt x="241340" y="102733"/>
                  <a:pt x="242072" y="104348"/>
                </a:cubicBezTo>
                <a:cubicBezTo>
                  <a:pt x="242646" y="105650"/>
                  <a:pt x="243573" y="106666"/>
                  <a:pt x="244852" y="107396"/>
                </a:cubicBezTo>
                <a:cubicBezTo>
                  <a:pt x="246132" y="108125"/>
                  <a:pt x="248495" y="108490"/>
                  <a:pt x="251941" y="108490"/>
                </a:cubicBezTo>
                <a:lnTo>
                  <a:pt x="251941" y="111388"/>
                </a:lnTo>
                <a:lnTo>
                  <a:pt x="216457" y="111388"/>
                </a:lnTo>
                <a:lnTo>
                  <a:pt x="216457" y="108490"/>
                </a:lnTo>
                <a:lnTo>
                  <a:pt x="217945" y="108490"/>
                </a:lnTo>
                <a:cubicBezTo>
                  <a:pt x="221287" y="108490"/>
                  <a:pt x="223624" y="107983"/>
                  <a:pt x="224956" y="106970"/>
                </a:cubicBezTo>
                <a:cubicBezTo>
                  <a:pt x="226288" y="105956"/>
                  <a:pt x="227215" y="104463"/>
                  <a:pt x="227737" y="102490"/>
                </a:cubicBezTo>
                <a:cubicBezTo>
                  <a:pt x="227946" y="101710"/>
                  <a:pt x="228050" y="99268"/>
                  <a:pt x="228050" y="95164"/>
                </a:cubicBezTo>
                <a:lnTo>
                  <a:pt x="228050" y="65939"/>
                </a:lnTo>
                <a:cubicBezTo>
                  <a:pt x="228050" y="59445"/>
                  <a:pt x="227201" y="54731"/>
                  <a:pt x="225504" y="51795"/>
                </a:cubicBezTo>
                <a:cubicBezTo>
                  <a:pt x="223807" y="48859"/>
                  <a:pt x="220948" y="47391"/>
                  <a:pt x="216927" y="47391"/>
                </a:cubicBezTo>
                <a:cubicBezTo>
                  <a:pt x="210713" y="47391"/>
                  <a:pt x="204524" y="50768"/>
                  <a:pt x="198362" y="57523"/>
                </a:cubicBezTo>
                <a:lnTo>
                  <a:pt x="198362" y="95164"/>
                </a:lnTo>
                <a:cubicBezTo>
                  <a:pt x="198362" y="99996"/>
                  <a:pt x="198649" y="102983"/>
                  <a:pt x="199224" y="104125"/>
                </a:cubicBezTo>
                <a:cubicBezTo>
                  <a:pt x="199955" y="105632"/>
                  <a:pt x="200960" y="106736"/>
                  <a:pt x="202240" y="107437"/>
                </a:cubicBezTo>
                <a:cubicBezTo>
                  <a:pt x="203519" y="108139"/>
                  <a:pt x="206117" y="108490"/>
                  <a:pt x="210034" y="108490"/>
                </a:cubicBezTo>
                <a:lnTo>
                  <a:pt x="210034" y="111388"/>
                </a:lnTo>
                <a:lnTo>
                  <a:pt x="174549" y="111388"/>
                </a:lnTo>
                <a:lnTo>
                  <a:pt x="174549" y="108490"/>
                </a:lnTo>
                <a:lnTo>
                  <a:pt x="176116" y="108490"/>
                </a:lnTo>
                <a:cubicBezTo>
                  <a:pt x="179771" y="108490"/>
                  <a:pt x="182239" y="107566"/>
                  <a:pt x="183518" y="105717"/>
                </a:cubicBezTo>
                <a:cubicBezTo>
                  <a:pt x="184798" y="103866"/>
                  <a:pt x="185437" y="100335"/>
                  <a:pt x="185437" y="95125"/>
                </a:cubicBezTo>
                <a:lnTo>
                  <a:pt x="185437" y="68550"/>
                </a:lnTo>
                <a:cubicBezTo>
                  <a:pt x="185437" y="59953"/>
                  <a:pt x="185242" y="54717"/>
                  <a:pt x="184850" y="52842"/>
                </a:cubicBezTo>
                <a:cubicBezTo>
                  <a:pt x="184458" y="50966"/>
                  <a:pt x="183858" y="49689"/>
                  <a:pt x="183048" y="49011"/>
                </a:cubicBezTo>
                <a:cubicBezTo>
                  <a:pt x="182239" y="48334"/>
                  <a:pt x="181155" y="47996"/>
                  <a:pt x="179797" y="47996"/>
                </a:cubicBezTo>
                <a:cubicBezTo>
                  <a:pt x="178335" y="47996"/>
                  <a:pt x="176586" y="48386"/>
                  <a:pt x="174549" y="49168"/>
                </a:cubicBezTo>
                <a:lnTo>
                  <a:pt x="173374" y="46353"/>
                </a:lnTo>
                <a:lnTo>
                  <a:pt x="194994" y="37599"/>
                </a:lnTo>
                <a:lnTo>
                  <a:pt x="198362" y="37599"/>
                </a:lnTo>
                <a:lnTo>
                  <a:pt x="198362" y="52796"/>
                </a:lnTo>
                <a:close/>
                <a:moveTo>
                  <a:pt x="293693" y="39636"/>
                </a:moveTo>
                <a:lnTo>
                  <a:pt x="327141" y="39636"/>
                </a:lnTo>
                <a:lnTo>
                  <a:pt x="327141" y="42534"/>
                </a:lnTo>
                <a:lnTo>
                  <a:pt x="325496" y="42534"/>
                </a:lnTo>
                <a:cubicBezTo>
                  <a:pt x="323146" y="42534"/>
                  <a:pt x="321383" y="43044"/>
                  <a:pt x="320208" y="44062"/>
                </a:cubicBezTo>
                <a:cubicBezTo>
                  <a:pt x="319033" y="45080"/>
                  <a:pt x="318446" y="46347"/>
                  <a:pt x="318446" y="47861"/>
                </a:cubicBezTo>
                <a:cubicBezTo>
                  <a:pt x="318446" y="49898"/>
                  <a:pt x="319307" y="52718"/>
                  <a:pt x="321031" y="56321"/>
                </a:cubicBezTo>
                <a:lnTo>
                  <a:pt x="338499" y="92510"/>
                </a:lnTo>
                <a:lnTo>
                  <a:pt x="354557" y="52874"/>
                </a:lnTo>
                <a:cubicBezTo>
                  <a:pt x="355445" y="50733"/>
                  <a:pt x="355888" y="48618"/>
                  <a:pt x="355888" y="46529"/>
                </a:cubicBezTo>
                <a:cubicBezTo>
                  <a:pt x="355888" y="45589"/>
                  <a:pt x="355706" y="44884"/>
                  <a:pt x="355340" y="44414"/>
                </a:cubicBezTo>
                <a:cubicBezTo>
                  <a:pt x="354922" y="43840"/>
                  <a:pt x="354270" y="43383"/>
                  <a:pt x="353382" y="43044"/>
                </a:cubicBezTo>
                <a:cubicBezTo>
                  <a:pt x="352494" y="42704"/>
                  <a:pt x="350927" y="42534"/>
                  <a:pt x="348682" y="42534"/>
                </a:cubicBezTo>
                <a:lnTo>
                  <a:pt x="348682" y="39636"/>
                </a:lnTo>
                <a:lnTo>
                  <a:pt x="372025" y="39636"/>
                </a:lnTo>
                <a:lnTo>
                  <a:pt x="372025" y="42534"/>
                </a:lnTo>
                <a:cubicBezTo>
                  <a:pt x="370093" y="42743"/>
                  <a:pt x="368604" y="43161"/>
                  <a:pt x="367560" y="43788"/>
                </a:cubicBezTo>
                <a:cubicBezTo>
                  <a:pt x="366515" y="44414"/>
                  <a:pt x="365367" y="45589"/>
                  <a:pt x="364113" y="47313"/>
                </a:cubicBezTo>
                <a:cubicBezTo>
                  <a:pt x="363643" y="48044"/>
                  <a:pt x="362756" y="50054"/>
                  <a:pt x="361450" y="53344"/>
                </a:cubicBezTo>
                <a:lnTo>
                  <a:pt x="332232" y="124940"/>
                </a:lnTo>
                <a:cubicBezTo>
                  <a:pt x="329412" y="131885"/>
                  <a:pt x="325718" y="137133"/>
                  <a:pt x="321148" y="140685"/>
                </a:cubicBezTo>
                <a:cubicBezTo>
                  <a:pt x="316579" y="144236"/>
                  <a:pt x="312179" y="146011"/>
                  <a:pt x="307949" y="146011"/>
                </a:cubicBezTo>
                <a:cubicBezTo>
                  <a:pt x="304868" y="146011"/>
                  <a:pt x="302335" y="145134"/>
                  <a:pt x="300351" y="143380"/>
                </a:cubicBezTo>
                <a:cubicBezTo>
                  <a:pt x="298367" y="141625"/>
                  <a:pt x="297374" y="139613"/>
                  <a:pt x="297374" y="137343"/>
                </a:cubicBezTo>
                <a:cubicBezTo>
                  <a:pt x="297374" y="135176"/>
                  <a:pt x="298092" y="133428"/>
                  <a:pt x="299528" y="132100"/>
                </a:cubicBezTo>
                <a:cubicBezTo>
                  <a:pt x="300965" y="130773"/>
                  <a:pt x="302936" y="130110"/>
                  <a:pt x="305443" y="130110"/>
                </a:cubicBezTo>
                <a:cubicBezTo>
                  <a:pt x="307166" y="130110"/>
                  <a:pt x="309516" y="130684"/>
                  <a:pt x="312492" y="131833"/>
                </a:cubicBezTo>
                <a:cubicBezTo>
                  <a:pt x="314581" y="132616"/>
                  <a:pt x="315887" y="133008"/>
                  <a:pt x="316409" y="133008"/>
                </a:cubicBezTo>
                <a:cubicBezTo>
                  <a:pt x="317976" y="133008"/>
                  <a:pt x="319686" y="132193"/>
                  <a:pt x="321540" y="130563"/>
                </a:cubicBezTo>
                <a:cubicBezTo>
                  <a:pt x="323394" y="128934"/>
                  <a:pt x="325261" y="125781"/>
                  <a:pt x="327141" y="121104"/>
                </a:cubicBezTo>
                <a:lnTo>
                  <a:pt x="332232" y="108568"/>
                </a:lnTo>
                <a:lnTo>
                  <a:pt x="306461" y="54441"/>
                </a:lnTo>
                <a:cubicBezTo>
                  <a:pt x="305678" y="52822"/>
                  <a:pt x="304424" y="50811"/>
                  <a:pt x="302701" y="48409"/>
                </a:cubicBezTo>
                <a:cubicBezTo>
                  <a:pt x="301395" y="46582"/>
                  <a:pt x="300325" y="45354"/>
                  <a:pt x="299489" y="44728"/>
                </a:cubicBezTo>
                <a:cubicBezTo>
                  <a:pt x="298288" y="43892"/>
                  <a:pt x="296356" y="43161"/>
                  <a:pt x="293693" y="42534"/>
                </a:cubicBezTo>
                <a:lnTo>
                  <a:pt x="293693" y="39636"/>
                </a:lnTo>
                <a:close/>
                <a:moveTo>
                  <a:pt x="413071" y="37599"/>
                </a:moveTo>
                <a:cubicBezTo>
                  <a:pt x="423933" y="37599"/>
                  <a:pt x="432654" y="41721"/>
                  <a:pt x="439234" y="49964"/>
                </a:cubicBezTo>
                <a:cubicBezTo>
                  <a:pt x="444821" y="57005"/>
                  <a:pt x="447615" y="65092"/>
                  <a:pt x="447615" y="74222"/>
                </a:cubicBezTo>
                <a:cubicBezTo>
                  <a:pt x="447615" y="80639"/>
                  <a:pt x="446075" y="87134"/>
                  <a:pt x="442994" y="93707"/>
                </a:cubicBezTo>
                <a:cubicBezTo>
                  <a:pt x="439913" y="100279"/>
                  <a:pt x="435670" y="105234"/>
                  <a:pt x="430265" y="108573"/>
                </a:cubicBezTo>
                <a:cubicBezTo>
                  <a:pt x="424860" y="111912"/>
                  <a:pt x="418841" y="113582"/>
                  <a:pt x="412209" y="113582"/>
                </a:cubicBezTo>
                <a:cubicBezTo>
                  <a:pt x="401399" y="113582"/>
                  <a:pt x="392809" y="109277"/>
                  <a:pt x="386438" y="100669"/>
                </a:cubicBezTo>
                <a:cubicBezTo>
                  <a:pt x="381059" y="93418"/>
                  <a:pt x="378370" y="85281"/>
                  <a:pt x="378370" y="76256"/>
                </a:cubicBezTo>
                <a:cubicBezTo>
                  <a:pt x="378370" y="69683"/>
                  <a:pt x="380002" y="63149"/>
                  <a:pt x="383265" y="56654"/>
                </a:cubicBezTo>
                <a:cubicBezTo>
                  <a:pt x="386529" y="50159"/>
                  <a:pt x="390824" y="45359"/>
                  <a:pt x="396151" y="42255"/>
                </a:cubicBezTo>
                <a:cubicBezTo>
                  <a:pt x="401478" y="39151"/>
                  <a:pt x="407118" y="37599"/>
                  <a:pt x="413071" y="37599"/>
                </a:cubicBezTo>
                <a:moveTo>
                  <a:pt x="410643" y="42769"/>
                </a:moveTo>
                <a:cubicBezTo>
                  <a:pt x="407875" y="42769"/>
                  <a:pt x="405094" y="43591"/>
                  <a:pt x="402300" y="45234"/>
                </a:cubicBezTo>
                <a:cubicBezTo>
                  <a:pt x="399506" y="46878"/>
                  <a:pt x="397248" y="49760"/>
                  <a:pt x="395524" y="53880"/>
                </a:cubicBezTo>
                <a:cubicBezTo>
                  <a:pt x="393801" y="58001"/>
                  <a:pt x="392939" y="63295"/>
                  <a:pt x="392939" y="69762"/>
                </a:cubicBezTo>
                <a:cubicBezTo>
                  <a:pt x="392939" y="80193"/>
                  <a:pt x="395015" y="89191"/>
                  <a:pt x="399167" y="96755"/>
                </a:cubicBezTo>
                <a:cubicBezTo>
                  <a:pt x="403318" y="104317"/>
                  <a:pt x="408789" y="108098"/>
                  <a:pt x="415577" y="108098"/>
                </a:cubicBezTo>
                <a:cubicBezTo>
                  <a:pt x="420643" y="108098"/>
                  <a:pt x="424821" y="106012"/>
                  <a:pt x="428111" y="101839"/>
                </a:cubicBezTo>
                <a:cubicBezTo>
                  <a:pt x="431401" y="97666"/>
                  <a:pt x="433046" y="90495"/>
                  <a:pt x="433046" y="80325"/>
                </a:cubicBezTo>
                <a:cubicBezTo>
                  <a:pt x="433046" y="67597"/>
                  <a:pt x="430304" y="57582"/>
                  <a:pt x="424821" y="50279"/>
                </a:cubicBezTo>
                <a:cubicBezTo>
                  <a:pt x="421113" y="45273"/>
                  <a:pt x="416387" y="42769"/>
                  <a:pt x="410643" y="42769"/>
                </a:cubicBezTo>
                <a:close/>
                <a:moveTo>
                  <a:pt x="521091" y="39636"/>
                </a:moveTo>
                <a:lnTo>
                  <a:pt x="521091" y="83110"/>
                </a:lnTo>
                <a:cubicBezTo>
                  <a:pt x="521091" y="91414"/>
                  <a:pt x="521287" y="96492"/>
                  <a:pt x="521679" y="98346"/>
                </a:cubicBezTo>
                <a:cubicBezTo>
                  <a:pt x="522070" y="100200"/>
                  <a:pt x="522697" y="101492"/>
                  <a:pt x="523558" y="102223"/>
                </a:cubicBezTo>
                <a:cubicBezTo>
                  <a:pt x="524420" y="102955"/>
                  <a:pt x="525425" y="103320"/>
                  <a:pt x="526574" y="103320"/>
                </a:cubicBezTo>
                <a:cubicBezTo>
                  <a:pt x="528193" y="103320"/>
                  <a:pt x="530021" y="102876"/>
                  <a:pt x="532058" y="101988"/>
                </a:cubicBezTo>
                <a:lnTo>
                  <a:pt x="533154" y="104730"/>
                </a:lnTo>
                <a:lnTo>
                  <a:pt x="511691" y="113582"/>
                </a:lnTo>
                <a:lnTo>
                  <a:pt x="508166" y="113582"/>
                </a:lnTo>
                <a:lnTo>
                  <a:pt x="508166" y="98385"/>
                </a:lnTo>
                <a:cubicBezTo>
                  <a:pt x="502004" y="105070"/>
                  <a:pt x="497304" y="109273"/>
                  <a:pt x="494066" y="110997"/>
                </a:cubicBezTo>
                <a:cubicBezTo>
                  <a:pt x="490829" y="112720"/>
                  <a:pt x="487408" y="113582"/>
                  <a:pt x="483805" y="113582"/>
                </a:cubicBezTo>
                <a:cubicBezTo>
                  <a:pt x="479784" y="113582"/>
                  <a:pt x="476298" y="112420"/>
                  <a:pt x="473348" y="110096"/>
                </a:cubicBezTo>
                <a:cubicBezTo>
                  <a:pt x="470397" y="107772"/>
                  <a:pt x="468347" y="104782"/>
                  <a:pt x="467199" y="101127"/>
                </a:cubicBezTo>
                <a:cubicBezTo>
                  <a:pt x="466050" y="97471"/>
                  <a:pt x="465475" y="92301"/>
                  <a:pt x="465475" y="85617"/>
                </a:cubicBezTo>
                <a:lnTo>
                  <a:pt x="465475" y="53579"/>
                </a:lnTo>
                <a:cubicBezTo>
                  <a:pt x="465475" y="50185"/>
                  <a:pt x="465110" y="47835"/>
                  <a:pt x="464379" y="46529"/>
                </a:cubicBezTo>
                <a:cubicBezTo>
                  <a:pt x="463647" y="45224"/>
                  <a:pt x="462564" y="44218"/>
                  <a:pt x="461128" y="43514"/>
                </a:cubicBezTo>
                <a:cubicBezTo>
                  <a:pt x="459692" y="42809"/>
                  <a:pt x="457094" y="42482"/>
                  <a:pt x="453334" y="42534"/>
                </a:cubicBezTo>
                <a:lnTo>
                  <a:pt x="453334" y="39636"/>
                </a:lnTo>
                <a:lnTo>
                  <a:pt x="478478" y="39636"/>
                </a:lnTo>
                <a:lnTo>
                  <a:pt x="478478" y="87536"/>
                </a:lnTo>
                <a:cubicBezTo>
                  <a:pt x="478478" y="94204"/>
                  <a:pt x="479640" y="98580"/>
                  <a:pt x="481964" y="100664"/>
                </a:cubicBezTo>
                <a:cubicBezTo>
                  <a:pt x="484288" y="102748"/>
                  <a:pt x="487095" y="103790"/>
                  <a:pt x="490385" y="103790"/>
                </a:cubicBezTo>
                <a:cubicBezTo>
                  <a:pt x="492630" y="103790"/>
                  <a:pt x="495176" y="103087"/>
                  <a:pt x="498022" y="101680"/>
                </a:cubicBezTo>
                <a:cubicBezTo>
                  <a:pt x="500868" y="100273"/>
                  <a:pt x="504250" y="97591"/>
                  <a:pt x="508166" y="93634"/>
                </a:cubicBezTo>
                <a:lnTo>
                  <a:pt x="508166" y="53082"/>
                </a:lnTo>
                <a:cubicBezTo>
                  <a:pt x="508166" y="49019"/>
                  <a:pt x="507422" y="46271"/>
                  <a:pt x="505934" y="44840"/>
                </a:cubicBezTo>
                <a:cubicBezTo>
                  <a:pt x="504445" y="43407"/>
                  <a:pt x="501351" y="42639"/>
                  <a:pt x="496651" y="42534"/>
                </a:cubicBezTo>
                <a:lnTo>
                  <a:pt x="496651" y="39636"/>
                </a:lnTo>
                <a:lnTo>
                  <a:pt x="521091" y="39636"/>
                </a:lnTo>
                <a:close/>
                <a:moveTo>
                  <a:pt x="621121" y="143191"/>
                </a:moveTo>
                <a:lnTo>
                  <a:pt x="586655" y="143191"/>
                </a:lnTo>
                <a:lnTo>
                  <a:pt x="586655" y="2663"/>
                </a:lnTo>
                <a:lnTo>
                  <a:pt x="621121" y="2663"/>
                </a:lnTo>
                <a:lnTo>
                  <a:pt x="621121" y="8852"/>
                </a:lnTo>
                <a:lnTo>
                  <a:pt x="598405" y="8852"/>
                </a:lnTo>
                <a:lnTo>
                  <a:pt x="598405" y="137160"/>
                </a:lnTo>
                <a:lnTo>
                  <a:pt x="621121" y="137160"/>
                </a:lnTo>
                <a:lnTo>
                  <a:pt x="621121" y="143191"/>
                </a:lnTo>
                <a:close/>
                <a:moveTo>
                  <a:pt x="629031" y="39636"/>
                </a:moveTo>
                <a:lnTo>
                  <a:pt x="662792" y="39636"/>
                </a:lnTo>
                <a:lnTo>
                  <a:pt x="662792" y="42534"/>
                </a:lnTo>
                <a:cubicBezTo>
                  <a:pt x="660651" y="42534"/>
                  <a:pt x="659150" y="42900"/>
                  <a:pt x="658288" y="43631"/>
                </a:cubicBezTo>
                <a:cubicBezTo>
                  <a:pt x="657427" y="44362"/>
                  <a:pt x="656996" y="45328"/>
                  <a:pt x="656996" y="46529"/>
                </a:cubicBezTo>
                <a:cubicBezTo>
                  <a:pt x="656996" y="47783"/>
                  <a:pt x="657910" y="49715"/>
                  <a:pt x="659737" y="52326"/>
                </a:cubicBezTo>
                <a:cubicBezTo>
                  <a:pt x="660312" y="53161"/>
                  <a:pt x="661173" y="54467"/>
                  <a:pt x="662322" y="56242"/>
                </a:cubicBezTo>
                <a:lnTo>
                  <a:pt x="667414" y="64389"/>
                </a:lnTo>
                <a:lnTo>
                  <a:pt x="673289" y="56242"/>
                </a:lnTo>
                <a:cubicBezTo>
                  <a:pt x="677049" y="51073"/>
                  <a:pt x="678929" y="47809"/>
                  <a:pt x="678929" y="46451"/>
                </a:cubicBezTo>
                <a:cubicBezTo>
                  <a:pt x="678929" y="45354"/>
                  <a:pt x="678485" y="44427"/>
                  <a:pt x="677597" y="43670"/>
                </a:cubicBezTo>
                <a:cubicBezTo>
                  <a:pt x="676709" y="42913"/>
                  <a:pt x="675273" y="42534"/>
                  <a:pt x="673289" y="42534"/>
                </a:cubicBezTo>
                <a:lnTo>
                  <a:pt x="673289" y="39636"/>
                </a:lnTo>
                <a:lnTo>
                  <a:pt x="697572" y="39636"/>
                </a:lnTo>
                <a:lnTo>
                  <a:pt x="697572" y="42534"/>
                </a:lnTo>
                <a:cubicBezTo>
                  <a:pt x="695013" y="42691"/>
                  <a:pt x="692794" y="43396"/>
                  <a:pt x="690914" y="44649"/>
                </a:cubicBezTo>
                <a:cubicBezTo>
                  <a:pt x="688355" y="46425"/>
                  <a:pt x="684856" y="50289"/>
                  <a:pt x="680417" y="56242"/>
                </a:cubicBezTo>
                <a:lnTo>
                  <a:pt x="670626" y="69324"/>
                </a:lnTo>
                <a:lnTo>
                  <a:pt x="688485" y="94965"/>
                </a:lnTo>
                <a:cubicBezTo>
                  <a:pt x="692872" y="101271"/>
                  <a:pt x="696005" y="105063"/>
                  <a:pt x="697885" y="106341"/>
                </a:cubicBezTo>
                <a:cubicBezTo>
                  <a:pt x="699765" y="107617"/>
                  <a:pt x="702193" y="108333"/>
                  <a:pt x="705170" y="108490"/>
                </a:cubicBezTo>
                <a:lnTo>
                  <a:pt x="705170" y="111388"/>
                </a:lnTo>
                <a:lnTo>
                  <a:pt x="671331" y="111388"/>
                </a:lnTo>
                <a:lnTo>
                  <a:pt x="671331" y="108490"/>
                </a:lnTo>
                <a:cubicBezTo>
                  <a:pt x="673680" y="108490"/>
                  <a:pt x="675508" y="107969"/>
                  <a:pt x="676814" y="106928"/>
                </a:cubicBezTo>
                <a:cubicBezTo>
                  <a:pt x="677806" y="106199"/>
                  <a:pt x="678302" y="105235"/>
                  <a:pt x="678302" y="104037"/>
                </a:cubicBezTo>
                <a:cubicBezTo>
                  <a:pt x="678302" y="102839"/>
                  <a:pt x="676631" y="99819"/>
                  <a:pt x="673289" y="94975"/>
                </a:cubicBezTo>
                <a:lnTo>
                  <a:pt x="662792" y="79664"/>
                </a:lnTo>
                <a:lnTo>
                  <a:pt x="651278" y="94975"/>
                </a:lnTo>
                <a:cubicBezTo>
                  <a:pt x="647726" y="99714"/>
                  <a:pt x="645951" y="102527"/>
                  <a:pt x="645951" y="103413"/>
                </a:cubicBezTo>
                <a:cubicBezTo>
                  <a:pt x="645951" y="104663"/>
                  <a:pt x="646538" y="105796"/>
                  <a:pt x="647713" y="106811"/>
                </a:cubicBezTo>
                <a:cubicBezTo>
                  <a:pt x="648888" y="107826"/>
                  <a:pt x="650651" y="108386"/>
                  <a:pt x="653001" y="108490"/>
                </a:cubicBezTo>
                <a:lnTo>
                  <a:pt x="653001" y="111388"/>
                </a:lnTo>
                <a:lnTo>
                  <a:pt x="629580" y="111388"/>
                </a:lnTo>
                <a:lnTo>
                  <a:pt x="629580" y="108490"/>
                </a:lnTo>
                <a:cubicBezTo>
                  <a:pt x="631459" y="108229"/>
                  <a:pt x="633104" y="107578"/>
                  <a:pt x="634514" y="106537"/>
                </a:cubicBezTo>
                <a:cubicBezTo>
                  <a:pt x="636499" y="105025"/>
                  <a:pt x="639841" y="101170"/>
                  <a:pt x="644541" y="94970"/>
                </a:cubicBezTo>
                <a:lnTo>
                  <a:pt x="659581" y="75042"/>
                </a:lnTo>
                <a:lnTo>
                  <a:pt x="645951" y="55302"/>
                </a:lnTo>
                <a:cubicBezTo>
                  <a:pt x="642087" y="49663"/>
                  <a:pt x="639097" y="46125"/>
                  <a:pt x="636982" y="44688"/>
                </a:cubicBezTo>
                <a:cubicBezTo>
                  <a:pt x="634867" y="43252"/>
                  <a:pt x="632217" y="42534"/>
                  <a:pt x="629031" y="42534"/>
                </a:cubicBezTo>
                <a:lnTo>
                  <a:pt x="629031" y="39636"/>
                </a:lnTo>
                <a:close/>
                <a:moveTo>
                  <a:pt x="713003" y="2663"/>
                </a:moveTo>
                <a:lnTo>
                  <a:pt x="747470" y="2663"/>
                </a:lnTo>
                <a:lnTo>
                  <a:pt x="747470" y="143191"/>
                </a:lnTo>
                <a:lnTo>
                  <a:pt x="713003" y="143191"/>
                </a:lnTo>
                <a:lnTo>
                  <a:pt x="713003" y="137003"/>
                </a:lnTo>
                <a:lnTo>
                  <a:pt x="735720" y="137003"/>
                </a:lnTo>
                <a:lnTo>
                  <a:pt x="735720" y="8852"/>
                </a:lnTo>
                <a:lnTo>
                  <a:pt x="713003" y="8852"/>
                </a:lnTo>
                <a:lnTo>
                  <a:pt x="713003" y="2663"/>
                </a:lnTo>
                <a:close/>
                <a:moveTo>
                  <a:pt x="826505" y="15980"/>
                </a:moveTo>
                <a:lnTo>
                  <a:pt x="826505" y="39636"/>
                </a:lnTo>
                <a:lnTo>
                  <a:pt x="843268" y="39636"/>
                </a:lnTo>
                <a:lnTo>
                  <a:pt x="843268" y="45119"/>
                </a:lnTo>
                <a:lnTo>
                  <a:pt x="826505" y="45119"/>
                </a:lnTo>
                <a:lnTo>
                  <a:pt x="826505" y="91585"/>
                </a:lnTo>
                <a:cubicBezTo>
                  <a:pt x="826505" y="96228"/>
                  <a:pt x="827171" y="99358"/>
                  <a:pt x="828503" y="100975"/>
                </a:cubicBezTo>
                <a:cubicBezTo>
                  <a:pt x="829834" y="102591"/>
                  <a:pt x="831545" y="103398"/>
                  <a:pt x="833633" y="103398"/>
                </a:cubicBezTo>
                <a:cubicBezTo>
                  <a:pt x="835357" y="103398"/>
                  <a:pt x="837028" y="102863"/>
                  <a:pt x="838647" y="101793"/>
                </a:cubicBezTo>
                <a:cubicBezTo>
                  <a:pt x="840266" y="100722"/>
                  <a:pt x="841519" y="99142"/>
                  <a:pt x="842407" y="97054"/>
                </a:cubicBezTo>
                <a:lnTo>
                  <a:pt x="845462" y="97054"/>
                </a:lnTo>
                <a:cubicBezTo>
                  <a:pt x="843634" y="102186"/>
                  <a:pt x="841049" y="106067"/>
                  <a:pt x="837707" y="108698"/>
                </a:cubicBezTo>
                <a:cubicBezTo>
                  <a:pt x="834365" y="111327"/>
                  <a:pt x="830918" y="112642"/>
                  <a:pt x="827367" y="112642"/>
                </a:cubicBezTo>
                <a:cubicBezTo>
                  <a:pt x="824965" y="112642"/>
                  <a:pt x="822615" y="111975"/>
                  <a:pt x="820317" y="110642"/>
                </a:cubicBezTo>
                <a:cubicBezTo>
                  <a:pt x="818019" y="109308"/>
                  <a:pt x="816322" y="107401"/>
                  <a:pt x="815225" y="104919"/>
                </a:cubicBezTo>
                <a:cubicBezTo>
                  <a:pt x="814129" y="102435"/>
                  <a:pt x="813580" y="98605"/>
                  <a:pt x="813580" y="93428"/>
                </a:cubicBezTo>
                <a:lnTo>
                  <a:pt x="813580" y="45119"/>
                </a:lnTo>
                <a:lnTo>
                  <a:pt x="802222" y="45119"/>
                </a:lnTo>
                <a:lnTo>
                  <a:pt x="802222" y="42534"/>
                </a:lnTo>
                <a:cubicBezTo>
                  <a:pt x="805094" y="41382"/>
                  <a:pt x="808032" y="39431"/>
                  <a:pt x="811035" y="36681"/>
                </a:cubicBezTo>
                <a:cubicBezTo>
                  <a:pt x="814037" y="33932"/>
                  <a:pt x="816714" y="30671"/>
                  <a:pt x="819064" y="26900"/>
                </a:cubicBezTo>
                <a:cubicBezTo>
                  <a:pt x="820265" y="24910"/>
                  <a:pt x="821936" y="21270"/>
                  <a:pt x="824077" y="15980"/>
                </a:cubicBezTo>
                <a:lnTo>
                  <a:pt x="826505" y="15980"/>
                </a:lnTo>
                <a:close/>
                <a:moveTo>
                  <a:pt x="871338" y="0"/>
                </a:moveTo>
                <a:lnTo>
                  <a:pt x="871338" y="52561"/>
                </a:lnTo>
                <a:cubicBezTo>
                  <a:pt x="877135" y="46190"/>
                  <a:pt x="881730" y="42104"/>
                  <a:pt x="885125" y="40302"/>
                </a:cubicBezTo>
                <a:cubicBezTo>
                  <a:pt x="888519" y="38500"/>
                  <a:pt x="891913" y="37599"/>
                  <a:pt x="895308" y="37599"/>
                </a:cubicBezTo>
                <a:cubicBezTo>
                  <a:pt x="899381" y="37599"/>
                  <a:pt x="902880" y="38720"/>
                  <a:pt x="905804" y="40960"/>
                </a:cubicBezTo>
                <a:cubicBezTo>
                  <a:pt x="908729" y="43201"/>
                  <a:pt x="910896" y="46718"/>
                  <a:pt x="912306" y="51511"/>
                </a:cubicBezTo>
                <a:cubicBezTo>
                  <a:pt x="913298" y="54846"/>
                  <a:pt x="913794" y="60943"/>
                  <a:pt x="913794" y="69801"/>
                </a:cubicBezTo>
                <a:lnTo>
                  <a:pt x="913794" y="95125"/>
                </a:lnTo>
                <a:cubicBezTo>
                  <a:pt x="913794" y="99658"/>
                  <a:pt x="914160" y="102759"/>
                  <a:pt x="914891" y="104427"/>
                </a:cubicBezTo>
                <a:cubicBezTo>
                  <a:pt x="915413" y="105677"/>
                  <a:pt x="916301" y="106666"/>
                  <a:pt x="917554" y="107396"/>
                </a:cubicBezTo>
                <a:cubicBezTo>
                  <a:pt x="918807" y="108125"/>
                  <a:pt x="921105" y="108490"/>
                  <a:pt x="924447" y="108490"/>
                </a:cubicBezTo>
                <a:lnTo>
                  <a:pt x="924447" y="111388"/>
                </a:lnTo>
                <a:lnTo>
                  <a:pt x="889198" y="111388"/>
                </a:lnTo>
                <a:lnTo>
                  <a:pt x="889198" y="108490"/>
                </a:lnTo>
                <a:lnTo>
                  <a:pt x="890843" y="108490"/>
                </a:lnTo>
                <a:cubicBezTo>
                  <a:pt x="894185" y="108490"/>
                  <a:pt x="896509" y="107981"/>
                  <a:pt x="897814" y="106963"/>
                </a:cubicBezTo>
                <a:cubicBezTo>
                  <a:pt x="899120" y="105944"/>
                  <a:pt x="900034" y="104443"/>
                  <a:pt x="900556" y="102458"/>
                </a:cubicBezTo>
                <a:cubicBezTo>
                  <a:pt x="900713" y="101623"/>
                  <a:pt x="900791" y="99168"/>
                  <a:pt x="900791" y="95095"/>
                </a:cubicBezTo>
                <a:lnTo>
                  <a:pt x="900791" y="69716"/>
                </a:lnTo>
                <a:cubicBezTo>
                  <a:pt x="900791" y="61882"/>
                  <a:pt x="900386" y="56739"/>
                  <a:pt x="899577" y="54284"/>
                </a:cubicBezTo>
                <a:cubicBezTo>
                  <a:pt x="898767" y="51830"/>
                  <a:pt x="897475" y="49989"/>
                  <a:pt x="895699" y="48762"/>
                </a:cubicBezTo>
                <a:cubicBezTo>
                  <a:pt x="893924" y="47535"/>
                  <a:pt x="891783" y="46921"/>
                  <a:pt x="889276" y="46921"/>
                </a:cubicBezTo>
                <a:cubicBezTo>
                  <a:pt x="886717" y="46921"/>
                  <a:pt x="884054" y="47600"/>
                  <a:pt x="881286" y="48958"/>
                </a:cubicBezTo>
                <a:cubicBezTo>
                  <a:pt x="878519" y="50315"/>
                  <a:pt x="875202" y="53057"/>
                  <a:pt x="871338" y="57182"/>
                </a:cubicBezTo>
                <a:lnTo>
                  <a:pt x="871338" y="95095"/>
                </a:lnTo>
                <a:cubicBezTo>
                  <a:pt x="871338" y="100004"/>
                  <a:pt x="871612" y="103059"/>
                  <a:pt x="872161" y="104260"/>
                </a:cubicBezTo>
                <a:cubicBezTo>
                  <a:pt x="872709" y="105461"/>
                  <a:pt x="873727" y="106466"/>
                  <a:pt x="875216" y="107276"/>
                </a:cubicBezTo>
                <a:cubicBezTo>
                  <a:pt x="876704" y="108085"/>
                  <a:pt x="879276" y="108490"/>
                  <a:pt x="882931" y="108490"/>
                </a:cubicBezTo>
                <a:lnTo>
                  <a:pt x="882931" y="111388"/>
                </a:lnTo>
                <a:lnTo>
                  <a:pt x="847368" y="111388"/>
                </a:lnTo>
                <a:lnTo>
                  <a:pt x="847368" y="108490"/>
                </a:lnTo>
                <a:cubicBezTo>
                  <a:pt x="850554" y="108490"/>
                  <a:pt x="853061" y="107994"/>
                  <a:pt x="854888" y="107002"/>
                </a:cubicBezTo>
                <a:cubicBezTo>
                  <a:pt x="855933" y="106481"/>
                  <a:pt x="856768" y="105491"/>
                  <a:pt x="857395" y="104030"/>
                </a:cubicBezTo>
                <a:cubicBezTo>
                  <a:pt x="858022" y="102568"/>
                  <a:pt x="858335" y="99593"/>
                  <a:pt x="858335" y="95105"/>
                </a:cubicBezTo>
                <a:lnTo>
                  <a:pt x="858335" y="30214"/>
                </a:lnTo>
                <a:cubicBezTo>
                  <a:pt x="858335" y="22022"/>
                  <a:pt x="858139" y="16987"/>
                  <a:pt x="857747" y="15108"/>
                </a:cubicBezTo>
                <a:cubicBezTo>
                  <a:pt x="857356" y="13228"/>
                  <a:pt x="856755" y="11950"/>
                  <a:pt x="855946" y="11272"/>
                </a:cubicBezTo>
                <a:cubicBezTo>
                  <a:pt x="855136" y="10594"/>
                  <a:pt x="854053" y="10254"/>
                  <a:pt x="852695" y="10254"/>
                </a:cubicBezTo>
                <a:cubicBezTo>
                  <a:pt x="851598" y="10254"/>
                  <a:pt x="849823" y="10672"/>
                  <a:pt x="847368" y="11507"/>
                </a:cubicBezTo>
                <a:lnTo>
                  <a:pt x="846272" y="8766"/>
                </a:lnTo>
                <a:lnTo>
                  <a:pt x="867735" y="0"/>
                </a:lnTo>
                <a:lnTo>
                  <a:pt x="871338" y="0"/>
                </a:lnTo>
                <a:close/>
                <a:moveTo>
                  <a:pt x="942542" y="66739"/>
                </a:moveTo>
                <a:cubicBezTo>
                  <a:pt x="942490" y="77368"/>
                  <a:pt x="945075" y="85704"/>
                  <a:pt x="950297" y="91749"/>
                </a:cubicBezTo>
                <a:cubicBezTo>
                  <a:pt x="955519" y="97792"/>
                  <a:pt x="961655" y="100813"/>
                  <a:pt x="968705" y="100813"/>
                </a:cubicBezTo>
                <a:cubicBezTo>
                  <a:pt x="973405" y="100813"/>
                  <a:pt x="977491" y="99521"/>
                  <a:pt x="980964" y="96936"/>
                </a:cubicBezTo>
                <a:cubicBezTo>
                  <a:pt x="984437" y="94351"/>
                  <a:pt x="987348" y="89925"/>
                  <a:pt x="989698" y="83659"/>
                </a:cubicBezTo>
                <a:lnTo>
                  <a:pt x="992126" y="85225"/>
                </a:lnTo>
                <a:cubicBezTo>
                  <a:pt x="991030" y="92380"/>
                  <a:pt x="987844" y="98894"/>
                  <a:pt x="982570" y="104769"/>
                </a:cubicBezTo>
                <a:cubicBezTo>
                  <a:pt x="977295" y="110644"/>
                  <a:pt x="970689" y="113582"/>
                  <a:pt x="962752" y="113582"/>
                </a:cubicBezTo>
                <a:cubicBezTo>
                  <a:pt x="954135" y="113582"/>
                  <a:pt x="946759" y="110234"/>
                  <a:pt x="940623" y="103538"/>
                </a:cubicBezTo>
                <a:cubicBezTo>
                  <a:pt x="934487" y="96841"/>
                  <a:pt x="931419" y="87837"/>
                  <a:pt x="931419" y="76528"/>
                </a:cubicBezTo>
                <a:cubicBezTo>
                  <a:pt x="931419" y="64282"/>
                  <a:pt x="934565" y="54733"/>
                  <a:pt x="940858" y="47881"/>
                </a:cubicBezTo>
                <a:cubicBezTo>
                  <a:pt x="947150" y="41026"/>
                  <a:pt x="955049" y="37599"/>
                  <a:pt x="964553" y="37599"/>
                </a:cubicBezTo>
                <a:cubicBezTo>
                  <a:pt x="972595" y="37599"/>
                  <a:pt x="979201" y="40243"/>
                  <a:pt x="984371" y="45531"/>
                </a:cubicBezTo>
                <a:cubicBezTo>
                  <a:pt x="989541" y="50816"/>
                  <a:pt x="992126" y="57886"/>
                  <a:pt x="992126" y="66739"/>
                </a:cubicBezTo>
                <a:lnTo>
                  <a:pt x="942542" y="66739"/>
                </a:lnTo>
                <a:moveTo>
                  <a:pt x="942542" y="62196"/>
                </a:moveTo>
                <a:lnTo>
                  <a:pt x="975755" y="62196"/>
                </a:lnTo>
                <a:cubicBezTo>
                  <a:pt x="975494" y="57600"/>
                  <a:pt x="974945" y="54363"/>
                  <a:pt x="974110" y="52483"/>
                </a:cubicBezTo>
                <a:cubicBezTo>
                  <a:pt x="972804" y="49558"/>
                  <a:pt x="970859" y="47260"/>
                  <a:pt x="968274" y="45589"/>
                </a:cubicBezTo>
                <a:cubicBezTo>
                  <a:pt x="965689" y="43918"/>
                  <a:pt x="962987" y="43083"/>
                  <a:pt x="960167" y="43083"/>
                </a:cubicBezTo>
                <a:cubicBezTo>
                  <a:pt x="955832" y="43083"/>
                  <a:pt x="951955" y="44767"/>
                  <a:pt x="948534" y="48135"/>
                </a:cubicBezTo>
                <a:cubicBezTo>
                  <a:pt x="945114" y="51503"/>
                  <a:pt x="943116" y="56190"/>
                  <a:pt x="942542" y="62196"/>
                </a:cubicBezTo>
                <a:close/>
                <a:moveTo>
                  <a:pt x="1069856" y="45119"/>
                </a:moveTo>
                <a:lnTo>
                  <a:pt x="1069856" y="92334"/>
                </a:lnTo>
                <a:cubicBezTo>
                  <a:pt x="1069856" y="99027"/>
                  <a:pt x="1070587" y="103261"/>
                  <a:pt x="1072049" y="105038"/>
                </a:cubicBezTo>
                <a:cubicBezTo>
                  <a:pt x="1073982" y="107340"/>
                  <a:pt x="1076567" y="108490"/>
                  <a:pt x="1079804" y="108490"/>
                </a:cubicBezTo>
                <a:lnTo>
                  <a:pt x="1086306" y="108490"/>
                </a:lnTo>
                <a:lnTo>
                  <a:pt x="1086306" y="111388"/>
                </a:lnTo>
                <a:lnTo>
                  <a:pt x="1043458" y="111388"/>
                </a:lnTo>
                <a:lnTo>
                  <a:pt x="1043458" y="108490"/>
                </a:lnTo>
                <a:lnTo>
                  <a:pt x="1046670" y="108490"/>
                </a:lnTo>
                <a:cubicBezTo>
                  <a:pt x="1048759" y="108490"/>
                  <a:pt x="1050665" y="107967"/>
                  <a:pt x="1052388" y="106921"/>
                </a:cubicBezTo>
                <a:cubicBezTo>
                  <a:pt x="1054111" y="105875"/>
                  <a:pt x="1055299" y="104463"/>
                  <a:pt x="1055952" y="102686"/>
                </a:cubicBezTo>
                <a:cubicBezTo>
                  <a:pt x="1056605" y="100909"/>
                  <a:pt x="1056931" y="97458"/>
                  <a:pt x="1056931" y="92334"/>
                </a:cubicBezTo>
                <a:lnTo>
                  <a:pt x="1056931" y="45119"/>
                </a:lnTo>
                <a:lnTo>
                  <a:pt x="1042988" y="45119"/>
                </a:lnTo>
                <a:lnTo>
                  <a:pt x="1042988" y="39636"/>
                </a:lnTo>
                <a:lnTo>
                  <a:pt x="1056931" y="39636"/>
                </a:lnTo>
                <a:lnTo>
                  <a:pt x="1056931" y="34917"/>
                </a:lnTo>
                <a:cubicBezTo>
                  <a:pt x="1056931" y="27734"/>
                  <a:pt x="1058080" y="21653"/>
                  <a:pt x="1060378" y="16673"/>
                </a:cubicBezTo>
                <a:cubicBezTo>
                  <a:pt x="1062676" y="11692"/>
                  <a:pt x="1066188" y="7668"/>
                  <a:pt x="1070914" y="4602"/>
                </a:cubicBezTo>
                <a:cubicBezTo>
                  <a:pt x="1075640" y="1534"/>
                  <a:pt x="1080953" y="0"/>
                  <a:pt x="1086854" y="0"/>
                </a:cubicBezTo>
                <a:cubicBezTo>
                  <a:pt x="1092337" y="0"/>
                  <a:pt x="1097377" y="1776"/>
                  <a:pt x="1101972" y="5327"/>
                </a:cubicBezTo>
                <a:cubicBezTo>
                  <a:pt x="1105001" y="7677"/>
                  <a:pt x="1106516" y="10314"/>
                  <a:pt x="1106516" y="13238"/>
                </a:cubicBezTo>
                <a:cubicBezTo>
                  <a:pt x="1106516" y="14805"/>
                  <a:pt x="1105837" y="16280"/>
                  <a:pt x="1104479" y="17664"/>
                </a:cubicBezTo>
                <a:cubicBezTo>
                  <a:pt x="1103121" y="19048"/>
                  <a:pt x="1101659" y="19740"/>
                  <a:pt x="1100092" y="19740"/>
                </a:cubicBezTo>
                <a:cubicBezTo>
                  <a:pt x="1098891" y="19740"/>
                  <a:pt x="1097625" y="19304"/>
                  <a:pt x="1096293" y="18433"/>
                </a:cubicBezTo>
                <a:cubicBezTo>
                  <a:pt x="1094962" y="17561"/>
                  <a:pt x="1093330" y="15687"/>
                  <a:pt x="1091398" y="12810"/>
                </a:cubicBezTo>
                <a:cubicBezTo>
                  <a:pt x="1089465" y="9933"/>
                  <a:pt x="1087690" y="7992"/>
                  <a:pt x="1086071" y="6989"/>
                </a:cubicBezTo>
                <a:cubicBezTo>
                  <a:pt x="1084452" y="5985"/>
                  <a:pt x="1082650" y="5483"/>
                  <a:pt x="1080666" y="5483"/>
                </a:cubicBezTo>
                <a:cubicBezTo>
                  <a:pt x="1078264" y="5483"/>
                  <a:pt x="1076227" y="6129"/>
                  <a:pt x="1074556" y="7422"/>
                </a:cubicBezTo>
                <a:cubicBezTo>
                  <a:pt x="1072885" y="8713"/>
                  <a:pt x="1071684" y="10715"/>
                  <a:pt x="1070953" y="13429"/>
                </a:cubicBezTo>
                <a:cubicBezTo>
                  <a:pt x="1070222" y="16143"/>
                  <a:pt x="1069856" y="23139"/>
                  <a:pt x="1069856" y="34417"/>
                </a:cubicBezTo>
                <a:lnTo>
                  <a:pt x="1069856" y="39636"/>
                </a:lnTo>
                <a:lnTo>
                  <a:pt x="1088343" y="39636"/>
                </a:lnTo>
                <a:lnTo>
                  <a:pt x="1088343" y="45119"/>
                </a:lnTo>
                <a:lnTo>
                  <a:pt x="1069856" y="45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Text ollowing[x]">
            <a:extLst xmlns:a="http://schemas.openxmlformats.org/drawingml/2006/main">
              <a:ext uri="{FF2B5EF4-FFF2-40B4-BE49-F238E27FC236}">
                <a16:creationId xmlns:a16="http://schemas.microsoft.com/office/drawing/2014/main" id="{B75F553E-7F7E-4A67-A8AA-9C9C0EB9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3392" y="8300719"/>
            <a:ext cx="779144" cy="146011"/>
          </a:xfrm>
          <a:custGeom xmlns:a="http://schemas.openxmlformats.org/drawingml/2006/main">
            <a:pathLst>
              <a:path w="779144" h="146011">
                <a:moveTo>
                  <a:pt x="34701" y="37599"/>
                </a:moveTo>
                <a:cubicBezTo>
                  <a:pt x="45563" y="37599"/>
                  <a:pt x="54284" y="41721"/>
                  <a:pt x="60864" y="49964"/>
                </a:cubicBezTo>
                <a:cubicBezTo>
                  <a:pt x="66452" y="57005"/>
                  <a:pt x="69246" y="65092"/>
                  <a:pt x="69246" y="74222"/>
                </a:cubicBezTo>
                <a:cubicBezTo>
                  <a:pt x="69246" y="80639"/>
                  <a:pt x="67705" y="87134"/>
                  <a:pt x="64624" y="93707"/>
                </a:cubicBezTo>
                <a:cubicBezTo>
                  <a:pt x="61543" y="100279"/>
                  <a:pt x="57300" y="105234"/>
                  <a:pt x="51895" y="108573"/>
                </a:cubicBezTo>
                <a:cubicBezTo>
                  <a:pt x="46490" y="111912"/>
                  <a:pt x="40472" y="113582"/>
                  <a:pt x="33839" y="113582"/>
                </a:cubicBezTo>
                <a:cubicBezTo>
                  <a:pt x="23030" y="113582"/>
                  <a:pt x="14439" y="109277"/>
                  <a:pt x="8068" y="100669"/>
                </a:cubicBezTo>
                <a:cubicBezTo>
                  <a:pt x="2689" y="93418"/>
                  <a:pt x="0" y="85281"/>
                  <a:pt x="0" y="76256"/>
                </a:cubicBezTo>
                <a:cubicBezTo>
                  <a:pt x="0" y="69683"/>
                  <a:pt x="1632" y="63149"/>
                  <a:pt x="4896" y="56654"/>
                </a:cubicBezTo>
                <a:cubicBezTo>
                  <a:pt x="8160" y="50159"/>
                  <a:pt x="12455" y="45359"/>
                  <a:pt x="17781" y="42255"/>
                </a:cubicBezTo>
                <a:cubicBezTo>
                  <a:pt x="23108" y="39151"/>
                  <a:pt x="28748" y="37599"/>
                  <a:pt x="34701" y="37599"/>
                </a:cubicBezTo>
                <a:moveTo>
                  <a:pt x="32273" y="42769"/>
                </a:moveTo>
                <a:cubicBezTo>
                  <a:pt x="29505" y="42769"/>
                  <a:pt x="26724" y="43591"/>
                  <a:pt x="23930" y="45234"/>
                </a:cubicBezTo>
                <a:cubicBezTo>
                  <a:pt x="21137" y="46878"/>
                  <a:pt x="18878" y="49760"/>
                  <a:pt x="17155" y="53880"/>
                </a:cubicBezTo>
                <a:cubicBezTo>
                  <a:pt x="15431" y="58001"/>
                  <a:pt x="14570" y="63295"/>
                  <a:pt x="14570" y="69762"/>
                </a:cubicBezTo>
                <a:cubicBezTo>
                  <a:pt x="14570" y="80193"/>
                  <a:pt x="16646" y="89191"/>
                  <a:pt x="20797" y="96755"/>
                </a:cubicBezTo>
                <a:cubicBezTo>
                  <a:pt x="24949" y="104317"/>
                  <a:pt x="30419" y="108098"/>
                  <a:pt x="37208" y="108098"/>
                </a:cubicBezTo>
                <a:cubicBezTo>
                  <a:pt x="42273" y="108098"/>
                  <a:pt x="46451" y="106012"/>
                  <a:pt x="49741" y="101839"/>
                </a:cubicBezTo>
                <a:cubicBezTo>
                  <a:pt x="53031" y="97666"/>
                  <a:pt x="54676" y="90495"/>
                  <a:pt x="54676" y="80325"/>
                </a:cubicBezTo>
                <a:cubicBezTo>
                  <a:pt x="54676" y="67597"/>
                  <a:pt x="51934" y="57582"/>
                  <a:pt x="46451" y="50279"/>
                </a:cubicBezTo>
                <a:cubicBezTo>
                  <a:pt x="42743" y="45273"/>
                  <a:pt x="38017" y="42769"/>
                  <a:pt x="32273" y="42769"/>
                </a:cubicBezTo>
                <a:close/>
                <a:moveTo>
                  <a:pt x="104496" y="0"/>
                </a:moveTo>
                <a:lnTo>
                  <a:pt x="104496" y="95105"/>
                </a:lnTo>
                <a:cubicBezTo>
                  <a:pt x="104496" y="99593"/>
                  <a:pt x="104822" y="102568"/>
                  <a:pt x="105475" y="104030"/>
                </a:cubicBezTo>
                <a:cubicBezTo>
                  <a:pt x="106127" y="105491"/>
                  <a:pt x="107133" y="106599"/>
                  <a:pt x="108490" y="107357"/>
                </a:cubicBezTo>
                <a:cubicBezTo>
                  <a:pt x="109848" y="108112"/>
                  <a:pt x="112381" y="108490"/>
                  <a:pt x="116089" y="108490"/>
                </a:cubicBezTo>
                <a:lnTo>
                  <a:pt x="116089" y="111388"/>
                </a:lnTo>
                <a:lnTo>
                  <a:pt x="80918" y="111388"/>
                </a:lnTo>
                <a:lnTo>
                  <a:pt x="80918" y="108490"/>
                </a:lnTo>
                <a:cubicBezTo>
                  <a:pt x="84208" y="108490"/>
                  <a:pt x="86453" y="108151"/>
                  <a:pt x="87654" y="107474"/>
                </a:cubicBezTo>
                <a:cubicBezTo>
                  <a:pt x="88855" y="106795"/>
                  <a:pt x="89795" y="105673"/>
                  <a:pt x="90474" y="104108"/>
                </a:cubicBezTo>
                <a:cubicBezTo>
                  <a:pt x="91153" y="102542"/>
                  <a:pt x="91492" y="99541"/>
                  <a:pt x="91492" y="95105"/>
                </a:cubicBezTo>
                <a:lnTo>
                  <a:pt x="91492" y="29979"/>
                </a:lnTo>
                <a:cubicBezTo>
                  <a:pt x="91492" y="21891"/>
                  <a:pt x="91310" y="16921"/>
                  <a:pt x="90944" y="15069"/>
                </a:cubicBezTo>
                <a:cubicBezTo>
                  <a:pt x="90579" y="13215"/>
                  <a:pt x="89991" y="11950"/>
                  <a:pt x="89182" y="11272"/>
                </a:cubicBezTo>
                <a:cubicBezTo>
                  <a:pt x="88372" y="10594"/>
                  <a:pt x="87341" y="10254"/>
                  <a:pt x="86088" y="10254"/>
                </a:cubicBezTo>
                <a:cubicBezTo>
                  <a:pt x="84730" y="10254"/>
                  <a:pt x="83006" y="10672"/>
                  <a:pt x="80918" y="11507"/>
                </a:cubicBezTo>
                <a:lnTo>
                  <a:pt x="79586" y="8766"/>
                </a:lnTo>
                <a:lnTo>
                  <a:pt x="100971" y="0"/>
                </a:lnTo>
                <a:lnTo>
                  <a:pt x="104496" y="0"/>
                </a:lnTo>
                <a:close/>
                <a:moveTo>
                  <a:pt x="149093" y="0"/>
                </a:moveTo>
                <a:lnTo>
                  <a:pt x="149093" y="95105"/>
                </a:lnTo>
                <a:cubicBezTo>
                  <a:pt x="149093" y="99593"/>
                  <a:pt x="149420" y="102568"/>
                  <a:pt x="150073" y="104030"/>
                </a:cubicBezTo>
                <a:cubicBezTo>
                  <a:pt x="150725" y="105491"/>
                  <a:pt x="151731" y="106599"/>
                  <a:pt x="153088" y="107357"/>
                </a:cubicBezTo>
                <a:cubicBezTo>
                  <a:pt x="154446" y="108112"/>
                  <a:pt x="156979" y="108490"/>
                  <a:pt x="160687" y="108490"/>
                </a:cubicBezTo>
                <a:lnTo>
                  <a:pt x="160687" y="111388"/>
                </a:lnTo>
                <a:lnTo>
                  <a:pt x="125515" y="111388"/>
                </a:lnTo>
                <a:lnTo>
                  <a:pt x="125515" y="108490"/>
                </a:lnTo>
                <a:cubicBezTo>
                  <a:pt x="128805" y="108490"/>
                  <a:pt x="131051" y="108151"/>
                  <a:pt x="132252" y="107474"/>
                </a:cubicBezTo>
                <a:cubicBezTo>
                  <a:pt x="133453" y="106795"/>
                  <a:pt x="134393" y="105673"/>
                  <a:pt x="135072" y="104108"/>
                </a:cubicBezTo>
                <a:cubicBezTo>
                  <a:pt x="135751" y="102542"/>
                  <a:pt x="136090" y="99541"/>
                  <a:pt x="136090" y="95105"/>
                </a:cubicBezTo>
                <a:lnTo>
                  <a:pt x="136090" y="29979"/>
                </a:lnTo>
                <a:cubicBezTo>
                  <a:pt x="136090" y="21891"/>
                  <a:pt x="135908" y="16921"/>
                  <a:pt x="135542" y="15069"/>
                </a:cubicBezTo>
                <a:cubicBezTo>
                  <a:pt x="135176" y="13215"/>
                  <a:pt x="134589" y="11950"/>
                  <a:pt x="133779" y="11272"/>
                </a:cubicBezTo>
                <a:cubicBezTo>
                  <a:pt x="132970" y="10594"/>
                  <a:pt x="131939" y="10254"/>
                  <a:pt x="130685" y="10254"/>
                </a:cubicBezTo>
                <a:cubicBezTo>
                  <a:pt x="129328" y="10254"/>
                  <a:pt x="127604" y="10672"/>
                  <a:pt x="125515" y="11507"/>
                </a:cubicBezTo>
                <a:lnTo>
                  <a:pt x="124184" y="8766"/>
                </a:lnTo>
                <a:lnTo>
                  <a:pt x="145568" y="0"/>
                </a:lnTo>
                <a:lnTo>
                  <a:pt x="149093" y="0"/>
                </a:lnTo>
                <a:close/>
                <a:moveTo>
                  <a:pt x="204109" y="37599"/>
                </a:moveTo>
                <a:cubicBezTo>
                  <a:pt x="214972" y="37599"/>
                  <a:pt x="223692" y="41721"/>
                  <a:pt x="230272" y="49964"/>
                </a:cubicBezTo>
                <a:cubicBezTo>
                  <a:pt x="235860" y="57005"/>
                  <a:pt x="238654" y="65092"/>
                  <a:pt x="238654" y="74222"/>
                </a:cubicBezTo>
                <a:cubicBezTo>
                  <a:pt x="238654" y="80639"/>
                  <a:pt x="237113" y="87134"/>
                  <a:pt x="234032" y="93707"/>
                </a:cubicBezTo>
                <a:cubicBezTo>
                  <a:pt x="230951" y="100279"/>
                  <a:pt x="226708" y="105234"/>
                  <a:pt x="221303" y="108573"/>
                </a:cubicBezTo>
                <a:cubicBezTo>
                  <a:pt x="215898" y="111912"/>
                  <a:pt x="209880" y="113582"/>
                  <a:pt x="203248" y="113582"/>
                </a:cubicBezTo>
                <a:cubicBezTo>
                  <a:pt x="192438" y="113582"/>
                  <a:pt x="183848" y="109277"/>
                  <a:pt x="177477" y="100669"/>
                </a:cubicBezTo>
                <a:cubicBezTo>
                  <a:pt x="172098" y="93418"/>
                  <a:pt x="169408" y="85281"/>
                  <a:pt x="169408" y="76256"/>
                </a:cubicBezTo>
                <a:cubicBezTo>
                  <a:pt x="169408" y="69683"/>
                  <a:pt x="171040" y="63149"/>
                  <a:pt x="174304" y="56654"/>
                </a:cubicBezTo>
                <a:cubicBezTo>
                  <a:pt x="177568" y="50159"/>
                  <a:pt x="181863" y="45359"/>
                  <a:pt x="187190" y="42255"/>
                </a:cubicBezTo>
                <a:cubicBezTo>
                  <a:pt x="192516" y="39151"/>
                  <a:pt x="198156" y="37599"/>
                  <a:pt x="204109" y="37599"/>
                </a:cubicBezTo>
                <a:moveTo>
                  <a:pt x="201681" y="42769"/>
                </a:moveTo>
                <a:cubicBezTo>
                  <a:pt x="198913" y="42769"/>
                  <a:pt x="196133" y="43591"/>
                  <a:pt x="193339" y="45234"/>
                </a:cubicBezTo>
                <a:cubicBezTo>
                  <a:pt x="190545" y="46878"/>
                  <a:pt x="188286" y="49760"/>
                  <a:pt x="186563" y="53880"/>
                </a:cubicBezTo>
                <a:cubicBezTo>
                  <a:pt x="184840" y="58001"/>
                  <a:pt x="183978" y="63295"/>
                  <a:pt x="183978" y="69762"/>
                </a:cubicBezTo>
                <a:cubicBezTo>
                  <a:pt x="183978" y="80193"/>
                  <a:pt x="186054" y="89191"/>
                  <a:pt x="190205" y="96755"/>
                </a:cubicBezTo>
                <a:cubicBezTo>
                  <a:pt x="194357" y="104317"/>
                  <a:pt x="199827" y="108098"/>
                  <a:pt x="206616" y="108098"/>
                </a:cubicBezTo>
                <a:cubicBezTo>
                  <a:pt x="211682" y="108098"/>
                  <a:pt x="215859" y="106012"/>
                  <a:pt x="219149" y="101839"/>
                </a:cubicBezTo>
                <a:cubicBezTo>
                  <a:pt x="222439" y="97666"/>
                  <a:pt x="224084" y="90495"/>
                  <a:pt x="224084" y="80325"/>
                </a:cubicBezTo>
                <a:cubicBezTo>
                  <a:pt x="224084" y="67597"/>
                  <a:pt x="221343" y="57582"/>
                  <a:pt x="215859" y="50279"/>
                </a:cubicBezTo>
                <a:cubicBezTo>
                  <a:pt x="212152" y="45273"/>
                  <a:pt x="207426" y="42769"/>
                  <a:pt x="201681" y="42769"/>
                </a:cubicBezTo>
                <a:close/>
                <a:moveTo>
                  <a:pt x="245234" y="39636"/>
                </a:moveTo>
                <a:lnTo>
                  <a:pt x="275313" y="39636"/>
                </a:lnTo>
                <a:lnTo>
                  <a:pt x="275313" y="42534"/>
                </a:lnTo>
                <a:cubicBezTo>
                  <a:pt x="272546" y="42743"/>
                  <a:pt x="270731" y="43239"/>
                  <a:pt x="269869" y="44023"/>
                </a:cubicBezTo>
                <a:cubicBezTo>
                  <a:pt x="269008" y="44806"/>
                  <a:pt x="268577" y="45929"/>
                  <a:pt x="268577" y="47391"/>
                </a:cubicBezTo>
                <a:cubicBezTo>
                  <a:pt x="268577" y="49010"/>
                  <a:pt x="269021" y="50968"/>
                  <a:pt x="269908" y="53266"/>
                </a:cubicBezTo>
                <a:lnTo>
                  <a:pt x="285261" y="94547"/>
                </a:lnTo>
                <a:lnTo>
                  <a:pt x="300693" y="60942"/>
                </a:lnTo>
                <a:lnTo>
                  <a:pt x="296620" y="50368"/>
                </a:lnTo>
                <a:cubicBezTo>
                  <a:pt x="295366" y="47234"/>
                  <a:pt x="293721" y="45067"/>
                  <a:pt x="291685" y="43866"/>
                </a:cubicBezTo>
                <a:cubicBezTo>
                  <a:pt x="290536" y="43135"/>
                  <a:pt x="288395" y="42691"/>
                  <a:pt x="285261" y="42534"/>
                </a:cubicBezTo>
                <a:lnTo>
                  <a:pt x="285261" y="39636"/>
                </a:lnTo>
                <a:lnTo>
                  <a:pt x="319414" y="39636"/>
                </a:lnTo>
                <a:lnTo>
                  <a:pt x="319414" y="42534"/>
                </a:lnTo>
                <a:cubicBezTo>
                  <a:pt x="315654" y="42691"/>
                  <a:pt x="312991" y="43370"/>
                  <a:pt x="311424" y="44571"/>
                </a:cubicBezTo>
                <a:cubicBezTo>
                  <a:pt x="310380" y="45407"/>
                  <a:pt x="309858" y="46738"/>
                  <a:pt x="309858" y="48566"/>
                </a:cubicBezTo>
                <a:cubicBezTo>
                  <a:pt x="309858" y="49610"/>
                  <a:pt x="310067" y="50681"/>
                  <a:pt x="310484" y="51778"/>
                </a:cubicBezTo>
                <a:lnTo>
                  <a:pt x="326777" y="92980"/>
                </a:lnTo>
                <a:lnTo>
                  <a:pt x="341896" y="53266"/>
                </a:lnTo>
                <a:cubicBezTo>
                  <a:pt x="342940" y="50446"/>
                  <a:pt x="343462" y="48200"/>
                  <a:pt x="343462" y="46529"/>
                </a:cubicBezTo>
                <a:cubicBezTo>
                  <a:pt x="343462" y="45537"/>
                  <a:pt x="342953" y="44649"/>
                  <a:pt x="341935" y="43866"/>
                </a:cubicBezTo>
                <a:cubicBezTo>
                  <a:pt x="340916" y="43083"/>
                  <a:pt x="338919" y="42639"/>
                  <a:pt x="335942" y="42534"/>
                </a:cubicBezTo>
                <a:lnTo>
                  <a:pt x="335942" y="39636"/>
                </a:lnTo>
                <a:lnTo>
                  <a:pt x="358580" y="39636"/>
                </a:lnTo>
                <a:lnTo>
                  <a:pt x="358580" y="42534"/>
                </a:lnTo>
                <a:cubicBezTo>
                  <a:pt x="354037" y="43213"/>
                  <a:pt x="350695" y="46294"/>
                  <a:pt x="348554" y="51778"/>
                </a:cubicBezTo>
                <a:lnTo>
                  <a:pt x="324584" y="113582"/>
                </a:lnTo>
                <a:lnTo>
                  <a:pt x="321373" y="113582"/>
                </a:lnTo>
                <a:lnTo>
                  <a:pt x="303435" y="67757"/>
                </a:lnTo>
                <a:lnTo>
                  <a:pt x="282520" y="113582"/>
                </a:lnTo>
                <a:lnTo>
                  <a:pt x="279622" y="113582"/>
                </a:lnTo>
                <a:lnTo>
                  <a:pt x="256592" y="53266"/>
                </a:lnTo>
                <a:cubicBezTo>
                  <a:pt x="255077" y="49454"/>
                  <a:pt x="253589" y="46882"/>
                  <a:pt x="252127" y="45550"/>
                </a:cubicBezTo>
                <a:cubicBezTo>
                  <a:pt x="250665" y="44218"/>
                  <a:pt x="248367" y="43213"/>
                  <a:pt x="245234" y="42534"/>
                </a:cubicBezTo>
                <a:lnTo>
                  <a:pt x="245234" y="39636"/>
                </a:lnTo>
                <a:close/>
                <a:moveTo>
                  <a:pt x="383307" y="0"/>
                </a:moveTo>
                <a:cubicBezTo>
                  <a:pt x="385500" y="0"/>
                  <a:pt x="387367" y="774"/>
                  <a:pt x="388907" y="2323"/>
                </a:cubicBezTo>
                <a:cubicBezTo>
                  <a:pt x="390448" y="3870"/>
                  <a:pt x="391218" y="5746"/>
                  <a:pt x="391218" y="7951"/>
                </a:cubicBezTo>
                <a:cubicBezTo>
                  <a:pt x="391218" y="10155"/>
                  <a:pt x="390448" y="12045"/>
                  <a:pt x="388907" y="13620"/>
                </a:cubicBezTo>
                <a:cubicBezTo>
                  <a:pt x="387367" y="15193"/>
                  <a:pt x="385500" y="15980"/>
                  <a:pt x="383307" y="15980"/>
                </a:cubicBezTo>
                <a:cubicBezTo>
                  <a:pt x="381113" y="15980"/>
                  <a:pt x="379233" y="15193"/>
                  <a:pt x="377667" y="13620"/>
                </a:cubicBezTo>
                <a:cubicBezTo>
                  <a:pt x="376100" y="12045"/>
                  <a:pt x="375317" y="10155"/>
                  <a:pt x="375317" y="7951"/>
                </a:cubicBezTo>
                <a:cubicBezTo>
                  <a:pt x="375317" y="5746"/>
                  <a:pt x="376087" y="3870"/>
                  <a:pt x="377627" y="2323"/>
                </a:cubicBezTo>
                <a:cubicBezTo>
                  <a:pt x="379168" y="774"/>
                  <a:pt x="381061" y="0"/>
                  <a:pt x="383307" y="0"/>
                </a:cubicBezTo>
                <a:moveTo>
                  <a:pt x="389808" y="37599"/>
                </a:moveTo>
                <a:lnTo>
                  <a:pt x="389808" y="95125"/>
                </a:lnTo>
                <a:cubicBezTo>
                  <a:pt x="389808" y="99606"/>
                  <a:pt x="390134" y="102589"/>
                  <a:pt x="390787" y="104074"/>
                </a:cubicBezTo>
                <a:cubicBezTo>
                  <a:pt x="391440" y="105559"/>
                  <a:pt x="392406" y="106666"/>
                  <a:pt x="393686" y="107396"/>
                </a:cubicBezTo>
                <a:cubicBezTo>
                  <a:pt x="394965" y="108125"/>
                  <a:pt x="397302" y="108490"/>
                  <a:pt x="400696" y="108490"/>
                </a:cubicBezTo>
                <a:lnTo>
                  <a:pt x="400696" y="111388"/>
                </a:lnTo>
                <a:lnTo>
                  <a:pt x="365838" y="111388"/>
                </a:lnTo>
                <a:lnTo>
                  <a:pt x="365838" y="108490"/>
                </a:lnTo>
                <a:cubicBezTo>
                  <a:pt x="369337" y="108490"/>
                  <a:pt x="371687" y="108151"/>
                  <a:pt x="372888" y="107474"/>
                </a:cubicBezTo>
                <a:cubicBezTo>
                  <a:pt x="374089" y="106797"/>
                  <a:pt x="375043" y="105677"/>
                  <a:pt x="375747" y="104113"/>
                </a:cubicBezTo>
                <a:cubicBezTo>
                  <a:pt x="376452" y="102550"/>
                  <a:pt x="376805" y="99554"/>
                  <a:pt x="376805" y="95125"/>
                </a:cubicBezTo>
                <a:lnTo>
                  <a:pt x="376805" y="67535"/>
                </a:lnTo>
                <a:cubicBezTo>
                  <a:pt x="376805" y="59770"/>
                  <a:pt x="376570" y="54742"/>
                  <a:pt x="376100" y="52451"/>
                </a:cubicBezTo>
                <a:cubicBezTo>
                  <a:pt x="375734" y="50783"/>
                  <a:pt x="375160" y="49623"/>
                  <a:pt x="374377" y="48972"/>
                </a:cubicBezTo>
                <a:cubicBezTo>
                  <a:pt x="373593" y="48321"/>
                  <a:pt x="372523" y="47996"/>
                  <a:pt x="371165" y="47996"/>
                </a:cubicBezTo>
                <a:cubicBezTo>
                  <a:pt x="369703" y="47996"/>
                  <a:pt x="367927" y="48386"/>
                  <a:pt x="365838" y="49168"/>
                </a:cubicBezTo>
                <a:lnTo>
                  <a:pt x="364742" y="46353"/>
                </a:lnTo>
                <a:lnTo>
                  <a:pt x="386361" y="37599"/>
                </a:lnTo>
                <a:lnTo>
                  <a:pt x="389808" y="37599"/>
                </a:lnTo>
                <a:close/>
                <a:moveTo>
                  <a:pt x="430568" y="52796"/>
                </a:moveTo>
                <a:cubicBezTo>
                  <a:pt x="438975" y="42665"/>
                  <a:pt x="446991" y="37599"/>
                  <a:pt x="454616" y="37599"/>
                </a:cubicBezTo>
                <a:cubicBezTo>
                  <a:pt x="458532" y="37599"/>
                  <a:pt x="461901" y="38577"/>
                  <a:pt x="464721" y="40532"/>
                </a:cubicBezTo>
                <a:cubicBezTo>
                  <a:pt x="467540" y="42485"/>
                  <a:pt x="469786" y="45703"/>
                  <a:pt x="471457" y="50184"/>
                </a:cubicBezTo>
                <a:cubicBezTo>
                  <a:pt x="472606" y="53309"/>
                  <a:pt x="473180" y="58103"/>
                  <a:pt x="473180" y="64565"/>
                </a:cubicBezTo>
                <a:lnTo>
                  <a:pt x="473180" y="95125"/>
                </a:lnTo>
                <a:cubicBezTo>
                  <a:pt x="473180" y="99658"/>
                  <a:pt x="473546" y="102733"/>
                  <a:pt x="474277" y="104348"/>
                </a:cubicBezTo>
                <a:cubicBezTo>
                  <a:pt x="474851" y="105650"/>
                  <a:pt x="475778" y="106666"/>
                  <a:pt x="477058" y="107396"/>
                </a:cubicBezTo>
                <a:cubicBezTo>
                  <a:pt x="478337" y="108125"/>
                  <a:pt x="480700" y="108490"/>
                  <a:pt x="484147" y="108490"/>
                </a:cubicBezTo>
                <a:lnTo>
                  <a:pt x="484147" y="111388"/>
                </a:lnTo>
                <a:lnTo>
                  <a:pt x="448662" y="111388"/>
                </a:lnTo>
                <a:lnTo>
                  <a:pt x="448662" y="108490"/>
                </a:lnTo>
                <a:lnTo>
                  <a:pt x="450151" y="108490"/>
                </a:lnTo>
                <a:cubicBezTo>
                  <a:pt x="453493" y="108490"/>
                  <a:pt x="455830" y="107983"/>
                  <a:pt x="457161" y="106970"/>
                </a:cubicBezTo>
                <a:cubicBezTo>
                  <a:pt x="458493" y="105956"/>
                  <a:pt x="459420" y="104463"/>
                  <a:pt x="459942" y="102490"/>
                </a:cubicBezTo>
                <a:cubicBezTo>
                  <a:pt x="460151" y="101710"/>
                  <a:pt x="460256" y="99268"/>
                  <a:pt x="460256" y="95164"/>
                </a:cubicBezTo>
                <a:lnTo>
                  <a:pt x="460256" y="65939"/>
                </a:lnTo>
                <a:cubicBezTo>
                  <a:pt x="460256" y="59445"/>
                  <a:pt x="459407" y="54731"/>
                  <a:pt x="457710" y="51795"/>
                </a:cubicBezTo>
                <a:cubicBezTo>
                  <a:pt x="456013" y="48859"/>
                  <a:pt x="453153" y="47391"/>
                  <a:pt x="449132" y="47391"/>
                </a:cubicBezTo>
                <a:cubicBezTo>
                  <a:pt x="442918" y="47391"/>
                  <a:pt x="436730" y="50768"/>
                  <a:pt x="430568" y="57523"/>
                </a:cubicBezTo>
                <a:lnTo>
                  <a:pt x="430568" y="95164"/>
                </a:lnTo>
                <a:cubicBezTo>
                  <a:pt x="430568" y="99996"/>
                  <a:pt x="430855" y="102983"/>
                  <a:pt x="431429" y="104125"/>
                </a:cubicBezTo>
                <a:cubicBezTo>
                  <a:pt x="432160" y="105632"/>
                  <a:pt x="433166" y="106736"/>
                  <a:pt x="434445" y="107437"/>
                </a:cubicBezTo>
                <a:cubicBezTo>
                  <a:pt x="435725" y="108139"/>
                  <a:pt x="438323" y="108490"/>
                  <a:pt x="442239" y="108490"/>
                </a:cubicBezTo>
                <a:lnTo>
                  <a:pt x="442239" y="111388"/>
                </a:lnTo>
                <a:lnTo>
                  <a:pt x="406755" y="111388"/>
                </a:lnTo>
                <a:lnTo>
                  <a:pt x="406755" y="108490"/>
                </a:lnTo>
                <a:lnTo>
                  <a:pt x="408321" y="108490"/>
                </a:lnTo>
                <a:cubicBezTo>
                  <a:pt x="411977" y="108490"/>
                  <a:pt x="414444" y="107566"/>
                  <a:pt x="415724" y="105717"/>
                </a:cubicBezTo>
                <a:cubicBezTo>
                  <a:pt x="417003" y="103866"/>
                  <a:pt x="417643" y="100335"/>
                  <a:pt x="417643" y="95125"/>
                </a:cubicBezTo>
                <a:lnTo>
                  <a:pt x="417643" y="68550"/>
                </a:lnTo>
                <a:cubicBezTo>
                  <a:pt x="417643" y="59953"/>
                  <a:pt x="417447" y="54717"/>
                  <a:pt x="417055" y="52842"/>
                </a:cubicBezTo>
                <a:cubicBezTo>
                  <a:pt x="416664" y="50966"/>
                  <a:pt x="416063" y="49689"/>
                  <a:pt x="415254" y="49011"/>
                </a:cubicBezTo>
                <a:cubicBezTo>
                  <a:pt x="414444" y="48334"/>
                  <a:pt x="413361" y="47996"/>
                  <a:pt x="412003" y="47996"/>
                </a:cubicBezTo>
                <a:cubicBezTo>
                  <a:pt x="410541" y="47996"/>
                  <a:pt x="408791" y="48386"/>
                  <a:pt x="406755" y="49168"/>
                </a:cubicBezTo>
                <a:lnTo>
                  <a:pt x="405580" y="46353"/>
                </a:lnTo>
                <a:lnTo>
                  <a:pt x="427199" y="37599"/>
                </a:lnTo>
                <a:lnTo>
                  <a:pt x="430568" y="37599"/>
                </a:lnTo>
                <a:lnTo>
                  <a:pt x="430568" y="52796"/>
                </a:lnTo>
                <a:close/>
                <a:moveTo>
                  <a:pt x="509056" y="85242"/>
                </a:moveTo>
                <a:cubicBezTo>
                  <a:pt x="504670" y="83105"/>
                  <a:pt x="501301" y="80119"/>
                  <a:pt x="498951" y="76286"/>
                </a:cubicBezTo>
                <a:cubicBezTo>
                  <a:pt x="496601" y="72452"/>
                  <a:pt x="495426" y="68214"/>
                  <a:pt x="495426" y="63571"/>
                </a:cubicBezTo>
                <a:cubicBezTo>
                  <a:pt x="495426" y="56479"/>
                  <a:pt x="498103" y="50377"/>
                  <a:pt x="503455" y="45266"/>
                </a:cubicBezTo>
                <a:cubicBezTo>
                  <a:pt x="508808" y="40155"/>
                  <a:pt x="515662" y="37599"/>
                  <a:pt x="524018" y="37599"/>
                </a:cubicBezTo>
                <a:cubicBezTo>
                  <a:pt x="530859" y="37599"/>
                  <a:pt x="536786" y="39271"/>
                  <a:pt x="541799" y="42613"/>
                </a:cubicBezTo>
                <a:lnTo>
                  <a:pt x="556995" y="42613"/>
                </a:lnTo>
                <a:cubicBezTo>
                  <a:pt x="559241" y="42613"/>
                  <a:pt x="560546" y="42677"/>
                  <a:pt x="560912" y="42806"/>
                </a:cubicBezTo>
                <a:cubicBezTo>
                  <a:pt x="561278" y="42935"/>
                  <a:pt x="561539" y="43154"/>
                  <a:pt x="561695" y="43465"/>
                </a:cubicBezTo>
                <a:cubicBezTo>
                  <a:pt x="562009" y="43930"/>
                  <a:pt x="562165" y="44756"/>
                  <a:pt x="562165" y="45944"/>
                </a:cubicBezTo>
                <a:cubicBezTo>
                  <a:pt x="562165" y="47286"/>
                  <a:pt x="562035" y="48215"/>
                  <a:pt x="561774" y="48732"/>
                </a:cubicBezTo>
                <a:cubicBezTo>
                  <a:pt x="561617" y="48990"/>
                  <a:pt x="561343" y="49197"/>
                  <a:pt x="560951" y="49352"/>
                </a:cubicBezTo>
                <a:cubicBezTo>
                  <a:pt x="560560" y="49507"/>
                  <a:pt x="559241" y="49584"/>
                  <a:pt x="556995" y="49584"/>
                </a:cubicBezTo>
                <a:lnTo>
                  <a:pt x="547674" y="49584"/>
                </a:lnTo>
                <a:cubicBezTo>
                  <a:pt x="550598" y="53352"/>
                  <a:pt x="552060" y="58167"/>
                  <a:pt x="552060" y="64027"/>
                </a:cubicBezTo>
                <a:cubicBezTo>
                  <a:pt x="552060" y="70724"/>
                  <a:pt x="549502" y="76454"/>
                  <a:pt x="544384" y="81216"/>
                </a:cubicBezTo>
                <a:cubicBezTo>
                  <a:pt x="539266" y="85978"/>
                  <a:pt x="532399" y="88359"/>
                  <a:pt x="523783" y="88359"/>
                </a:cubicBezTo>
                <a:cubicBezTo>
                  <a:pt x="520232" y="88359"/>
                  <a:pt x="516602" y="87826"/>
                  <a:pt x="512894" y="86760"/>
                </a:cubicBezTo>
                <a:cubicBezTo>
                  <a:pt x="510597" y="88743"/>
                  <a:pt x="509043" y="90479"/>
                  <a:pt x="508234" y="91967"/>
                </a:cubicBezTo>
                <a:cubicBezTo>
                  <a:pt x="507424" y="93454"/>
                  <a:pt x="507019" y="94718"/>
                  <a:pt x="507019" y="95761"/>
                </a:cubicBezTo>
                <a:cubicBezTo>
                  <a:pt x="507019" y="96649"/>
                  <a:pt x="507450" y="97510"/>
                  <a:pt x="508312" y="98346"/>
                </a:cubicBezTo>
                <a:cubicBezTo>
                  <a:pt x="509174" y="99180"/>
                  <a:pt x="510858" y="99780"/>
                  <a:pt x="513364" y="100145"/>
                </a:cubicBezTo>
                <a:cubicBezTo>
                  <a:pt x="514827" y="100354"/>
                  <a:pt x="518482" y="100537"/>
                  <a:pt x="524331" y="100694"/>
                </a:cubicBezTo>
                <a:cubicBezTo>
                  <a:pt x="535089" y="100953"/>
                  <a:pt x="542060" y="101318"/>
                  <a:pt x="545246" y="101788"/>
                </a:cubicBezTo>
                <a:cubicBezTo>
                  <a:pt x="550102" y="102467"/>
                  <a:pt x="553980" y="104267"/>
                  <a:pt x="556878" y="107190"/>
                </a:cubicBezTo>
                <a:cubicBezTo>
                  <a:pt x="559776" y="110111"/>
                  <a:pt x="561225" y="113711"/>
                  <a:pt x="561225" y="117990"/>
                </a:cubicBezTo>
                <a:cubicBezTo>
                  <a:pt x="561225" y="123886"/>
                  <a:pt x="558458" y="129418"/>
                  <a:pt x="552922" y="134584"/>
                </a:cubicBezTo>
                <a:cubicBezTo>
                  <a:pt x="544776" y="142202"/>
                  <a:pt x="534149" y="146011"/>
                  <a:pt x="521041" y="146011"/>
                </a:cubicBezTo>
                <a:cubicBezTo>
                  <a:pt x="510962" y="146011"/>
                  <a:pt x="502450" y="143743"/>
                  <a:pt x="495505" y="139206"/>
                </a:cubicBezTo>
                <a:cubicBezTo>
                  <a:pt x="491588" y="136598"/>
                  <a:pt x="489630" y="133886"/>
                  <a:pt x="489630" y="131069"/>
                </a:cubicBezTo>
                <a:cubicBezTo>
                  <a:pt x="489630" y="129819"/>
                  <a:pt x="489917" y="128568"/>
                  <a:pt x="490491" y="127317"/>
                </a:cubicBezTo>
                <a:cubicBezTo>
                  <a:pt x="491379" y="125386"/>
                  <a:pt x="493207" y="122700"/>
                  <a:pt x="495975" y="119258"/>
                </a:cubicBezTo>
                <a:cubicBezTo>
                  <a:pt x="496340" y="118790"/>
                  <a:pt x="499004" y="115974"/>
                  <a:pt x="503965" y="110811"/>
                </a:cubicBezTo>
                <a:cubicBezTo>
                  <a:pt x="501249" y="109190"/>
                  <a:pt x="499330" y="107739"/>
                  <a:pt x="498207" y="106458"/>
                </a:cubicBezTo>
                <a:cubicBezTo>
                  <a:pt x="497084" y="105177"/>
                  <a:pt x="496523" y="103726"/>
                  <a:pt x="496523" y="102106"/>
                </a:cubicBezTo>
                <a:cubicBezTo>
                  <a:pt x="496523" y="100275"/>
                  <a:pt x="497267" y="98131"/>
                  <a:pt x="498755" y="95673"/>
                </a:cubicBezTo>
                <a:cubicBezTo>
                  <a:pt x="500244" y="93215"/>
                  <a:pt x="503677" y="89738"/>
                  <a:pt x="509056" y="85242"/>
                </a:cubicBezTo>
                <a:moveTo>
                  <a:pt x="522686" y="41516"/>
                </a:moveTo>
                <a:cubicBezTo>
                  <a:pt x="518822" y="41516"/>
                  <a:pt x="515584" y="43048"/>
                  <a:pt x="512973" y="46113"/>
                </a:cubicBezTo>
                <a:cubicBezTo>
                  <a:pt x="510362" y="49176"/>
                  <a:pt x="509056" y="53876"/>
                  <a:pt x="509056" y="60213"/>
                </a:cubicBezTo>
                <a:cubicBezTo>
                  <a:pt x="509056" y="68420"/>
                  <a:pt x="510832" y="74782"/>
                  <a:pt x="514383" y="79299"/>
                </a:cubicBezTo>
                <a:cubicBezTo>
                  <a:pt x="517098" y="82728"/>
                  <a:pt x="520545" y="84442"/>
                  <a:pt x="524723" y="84442"/>
                </a:cubicBezTo>
                <a:cubicBezTo>
                  <a:pt x="528691" y="84442"/>
                  <a:pt x="531955" y="82962"/>
                  <a:pt x="534514" y="80002"/>
                </a:cubicBezTo>
                <a:cubicBezTo>
                  <a:pt x="537073" y="77041"/>
                  <a:pt x="538352" y="72393"/>
                  <a:pt x="538352" y="66056"/>
                </a:cubicBezTo>
                <a:cubicBezTo>
                  <a:pt x="538352" y="57799"/>
                  <a:pt x="536551" y="51332"/>
                  <a:pt x="532947" y="46657"/>
                </a:cubicBezTo>
                <a:cubicBezTo>
                  <a:pt x="530284" y="43230"/>
                  <a:pt x="526864" y="41516"/>
                  <a:pt x="522686" y="41516"/>
                </a:cubicBezTo>
                <a:moveTo>
                  <a:pt x="508273" y="111435"/>
                </a:moveTo>
                <a:cubicBezTo>
                  <a:pt x="505818" y="114093"/>
                  <a:pt x="503965" y="116569"/>
                  <a:pt x="502711" y="118862"/>
                </a:cubicBezTo>
                <a:cubicBezTo>
                  <a:pt x="501458" y="121156"/>
                  <a:pt x="500831" y="123268"/>
                  <a:pt x="500831" y="125197"/>
                </a:cubicBezTo>
                <a:cubicBezTo>
                  <a:pt x="500831" y="127699"/>
                  <a:pt x="502346" y="129888"/>
                  <a:pt x="505375" y="131764"/>
                </a:cubicBezTo>
                <a:cubicBezTo>
                  <a:pt x="510597" y="134996"/>
                  <a:pt x="518143" y="136611"/>
                  <a:pt x="528013" y="136611"/>
                </a:cubicBezTo>
                <a:cubicBezTo>
                  <a:pt x="537412" y="136611"/>
                  <a:pt x="544345" y="134956"/>
                  <a:pt x="548810" y="131644"/>
                </a:cubicBezTo>
                <a:cubicBezTo>
                  <a:pt x="553275" y="128335"/>
                  <a:pt x="555507" y="124804"/>
                  <a:pt x="555507" y="121053"/>
                </a:cubicBezTo>
                <a:cubicBezTo>
                  <a:pt x="555507" y="118342"/>
                  <a:pt x="554175" y="116413"/>
                  <a:pt x="551512" y="115266"/>
                </a:cubicBezTo>
                <a:cubicBezTo>
                  <a:pt x="548797" y="114118"/>
                  <a:pt x="543418" y="113441"/>
                  <a:pt x="535376" y="113234"/>
                </a:cubicBezTo>
                <a:cubicBezTo>
                  <a:pt x="523626" y="112921"/>
                  <a:pt x="514592" y="112321"/>
                  <a:pt x="508273" y="111435"/>
                </a:cubicBezTo>
                <a:close/>
                <a:moveTo>
                  <a:pt x="652796" y="143191"/>
                </a:moveTo>
                <a:lnTo>
                  <a:pt x="618330" y="143191"/>
                </a:lnTo>
                <a:lnTo>
                  <a:pt x="618330" y="2663"/>
                </a:lnTo>
                <a:lnTo>
                  <a:pt x="652796" y="2663"/>
                </a:lnTo>
                <a:lnTo>
                  <a:pt x="652796" y="8852"/>
                </a:lnTo>
                <a:lnTo>
                  <a:pt x="630080" y="8852"/>
                </a:lnTo>
                <a:lnTo>
                  <a:pt x="630080" y="137160"/>
                </a:lnTo>
                <a:lnTo>
                  <a:pt x="652796" y="137160"/>
                </a:lnTo>
                <a:lnTo>
                  <a:pt x="652796" y="143191"/>
                </a:lnTo>
                <a:close/>
                <a:moveTo>
                  <a:pt x="660706" y="39636"/>
                </a:moveTo>
                <a:lnTo>
                  <a:pt x="694467" y="39636"/>
                </a:lnTo>
                <a:lnTo>
                  <a:pt x="694467" y="42534"/>
                </a:lnTo>
                <a:cubicBezTo>
                  <a:pt x="692326" y="42534"/>
                  <a:pt x="690825" y="42900"/>
                  <a:pt x="689963" y="43631"/>
                </a:cubicBezTo>
                <a:cubicBezTo>
                  <a:pt x="689102" y="44362"/>
                  <a:pt x="688671" y="45328"/>
                  <a:pt x="688671" y="46529"/>
                </a:cubicBezTo>
                <a:cubicBezTo>
                  <a:pt x="688671" y="47783"/>
                  <a:pt x="689585" y="49715"/>
                  <a:pt x="691412" y="52326"/>
                </a:cubicBezTo>
                <a:cubicBezTo>
                  <a:pt x="691987" y="53161"/>
                  <a:pt x="692848" y="54467"/>
                  <a:pt x="693997" y="56242"/>
                </a:cubicBezTo>
                <a:lnTo>
                  <a:pt x="699089" y="64389"/>
                </a:lnTo>
                <a:lnTo>
                  <a:pt x="704964" y="56242"/>
                </a:lnTo>
                <a:cubicBezTo>
                  <a:pt x="708724" y="51073"/>
                  <a:pt x="710604" y="47809"/>
                  <a:pt x="710604" y="46451"/>
                </a:cubicBezTo>
                <a:cubicBezTo>
                  <a:pt x="710604" y="45354"/>
                  <a:pt x="710160" y="44427"/>
                  <a:pt x="709272" y="43670"/>
                </a:cubicBezTo>
                <a:cubicBezTo>
                  <a:pt x="708384" y="42913"/>
                  <a:pt x="706948" y="42534"/>
                  <a:pt x="704964" y="42534"/>
                </a:cubicBezTo>
                <a:lnTo>
                  <a:pt x="704964" y="39636"/>
                </a:lnTo>
                <a:lnTo>
                  <a:pt x="729247" y="39636"/>
                </a:lnTo>
                <a:lnTo>
                  <a:pt x="729247" y="42534"/>
                </a:lnTo>
                <a:cubicBezTo>
                  <a:pt x="726688" y="42691"/>
                  <a:pt x="724469" y="43396"/>
                  <a:pt x="722589" y="44649"/>
                </a:cubicBezTo>
                <a:cubicBezTo>
                  <a:pt x="720030" y="46425"/>
                  <a:pt x="716531" y="50289"/>
                  <a:pt x="712092" y="56242"/>
                </a:cubicBezTo>
                <a:lnTo>
                  <a:pt x="702301" y="69324"/>
                </a:lnTo>
                <a:lnTo>
                  <a:pt x="720160" y="94965"/>
                </a:lnTo>
                <a:cubicBezTo>
                  <a:pt x="724547" y="101271"/>
                  <a:pt x="727680" y="105063"/>
                  <a:pt x="729560" y="106341"/>
                </a:cubicBezTo>
                <a:cubicBezTo>
                  <a:pt x="731440" y="107617"/>
                  <a:pt x="733868" y="108333"/>
                  <a:pt x="736845" y="108490"/>
                </a:cubicBezTo>
                <a:lnTo>
                  <a:pt x="736845" y="111388"/>
                </a:lnTo>
                <a:lnTo>
                  <a:pt x="703006" y="111388"/>
                </a:lnTo>
                <a:lnTo>
                  <a:pt x="703006" y="108490"/>
                </a:lnTo>
                <a:cubicBezTo>
                  <a:pt x="705355" y="108490"/>
                  <a:pt x="707183" y="107969"/>
                  <a:pt x="708489" y="106928"/>
                </a:cubicBezTo>
                <a:cubicBezTo>
                  <a:pt x="709481" y="106199"/>
                  <a:pt x="709977" y="105235"/>
                  <a:pt x="709977" y="104037"/>
                </a:cubicBezTo>
                <a:cubicBezTo>
                  <a:pt x="709977" y="102839"/>
                  <a:pt x="708306" y="99819"/>
                  <a:pt x="704964" y="94975"/>
                </a:cubicBezTo>
                <a:lnTo>
                  <a:pt x="694467" y="79664"/>
                </a:lnTo>
                <a:lnTo>
                  <a:pt x="682953" y="94975"/>
                </a:lnTo>
                <a:cubicBezTo>
                  <a:pt x="679401" y="99714"/>
                  <a:pt x="677626" y="102527"/>
                  <a:pt x="677626" y="103413"/>
                </a:cubicBezTo>
                <a:cubicBezTo>
                  <a:pt x="677626" y="104663"/>
                  <a:pt x="678213" y="105796"/>
                  <a:pt x="679388" y="106811"/>
                </a:cubicBezTo>
                <a:cubicBezTo>
                  <a:pt x="680563" y="107826"/>
                  <a:pt x="682326" y="108386"/>
                  <a:pt x="684676" y="108490"/>
                </a:cubicBezTo>
                <a:lnTo>
                  <a:pt x="684676" y="111388"/>
                </a:lnTo>
                <a:lnTo>
                  <a:pt x="661255" y="111388"/>
                </a:lnTo>
                <a:lnTo>
                  <a:pt x="661255" y="108490"/>
                </a:lnTo>
                <a:cubicBezTo>
                  <a:pt x="663134" y="108229"/>
                  <a:pt x="664779" y="107578"/>
                  <a:pt x="666189" y="106537"/>
                </a:cubicBezTo>
                <a:cubicBezTo>
                  <a:pt x="668174" y="105025"/>
                  <a:pt x="671516" y="101170"/>
                  <a:pt x="676216" y="94970"/>
                </a:cubicBezTo>
                <a:lnTo>
                  <a:pt x="691256" y="75042"/>
                </a:lnTo>
                <a:lnTo>
                  <a:pt x="677626" y="55302"/>
                </a:lnTo>
                <a:cubicBezTo>
                  <a:pt x="673762" y="49663"/>
                  <a:pt x="670772" y="46125"/>
                  <a:pt x="668657" y="44688"/>
                </a:cubicBezTo>
                <a:cubicBezTo>
                  <a:pt x="666542" y="43252"/>
                  <a:pt x="663892" y="42534"/>
                  <a:pt x="660706" y="42534"/>
                </a:cubicBezTo>
                <a:lnTo>
                  <a:pt x="660706" y="39636"/>
                </a:lnTo>
                <a:close/>
                <a:moveTo>
                  <a:pt x="744678" y="2663"/>
                </a:moveTo>
                <a:lnTo>
                  <a:pt x="779144" y="2663"/>
                </a:lnTo>
                <a:lnTo>
                  <a:pt x="779144" y="143191"/>
                </a:lnTo>
                <a:lnTo>
                  <a:pt x="744678" y="143191"/>
                </a:lnTo>
                <a:lnTo>
                  <a:pt x="744678" y="137003"/>
                </a:lnTo>
                <a:lnTo>
                  <a:pt x="767394" y="137003"/>
                </a:lnTo>
                <a:lnTo>
                  <a:pt x="767394" y="8852"/>
                </a:lnTo>
                <a:lnTo>
                  <a:pt x="744678" y="8852"/>
                </a:lnTo>
                <a:lnTo>
                  <a:pt x="744678" y="26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73F1F-B92C-4DD0-93A6-953E8F60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8512372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8"/>
                </a:cubicBezTo>
                <a:cubicBezTo>
                  <a:pt x="1976999" y="7831"/>
                  <a:pt x="1978565" y="11613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1"/>
                  <a:pt x="1973866" y="262674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4"/>
                </a:cubicBezTo>
                <a:cubicBezTo>
                  <a:pt x="1566" y="259541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3"/>
                  <a:pt x="1566" y="7831"/>
                  <a:pt x="4699" y="4698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46D99A-09F2-48C0-8080-506133CE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8512372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8"/>
                </a:cubicBezTo>
                <a:cubicBezTo>
                  <a:pt x="1976999" y="7831"/>
                  <a:pt x="1978565" y="11613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1"/>
                  <a:pt x="1973866" y="262674"/>
                </a:cubicBezTo>
                <a:cubicBezTo>
                  <a:pt x="1970734" y="265807"/>
                  <a:pt x="1966953" y="267374"/>
                  <a:pt x="1962523" y="267374"/>
                </a:cubicBezTo>
                <a:lnTo>
                  <a:pt x="16043" y="267374"/>
                </a:lnTo>
                <a:cubicBezTo>
                  <a:pt x="11613" y="267374"/>
                  <a:pt x="7832" y="265807"/>
                  <a:pt x="4699" y="262674"/>
                </a:cubicBezTo>
                <a:cubicBezTo>
                  <a:pt x="1566" y="259541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3"/>
                  <a:pt x="1566" y="7831"/>
                  <a:pt x="4699" y="4698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96" name="Text Does[x]support[x]">
            <a:extLst xmlns:a="http://schemas.openxmlformats.org/drawingml/2006/main">
              <a:ext uri="{FF2B5EF4-FFF2-40B4-BE49-F238E27FC236}">
                <a16:creationId xmlns:a16="http://schemas.microsoft.com/office/drawing/2014/main" id="{5672377D-75D5-4C89-9DAC-908419E7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4939" y="8588433"/>
            <a:ext cx="1397013" cy="154954"/>
          </a:xfrm>
          <a:custGeom xmlns:a="http://schemas.openxmlformats.org/drawingml/2006/main">
            <a:pathLst>
              <a:path w="1397013" h="154954">
                <a:moveTo>
                  <a:pt x="0" y="117785"/>
                </a:moveTo>
                <a:lnTo>
                  <a:pt x="0" y="114646"/>
                </a:lnTo>
                <a:lnTo>
                  <a:pt x="4328" y="114646"/>
                </a:lnTo>
                <a:cubicBezTo>
                  <a:pt x="9193" y="114646"/>
                  <a:pt x="12644" y="113090"/>
                  <a:pt x="14681" y="109978"/>
                </a:cubicBezTo>
                <a:cubicBezTo>
                  <a:pt x="15925" y="108111"/>
                  <a:pt x="16548" y="103925"/>
                  <a:pt x="16548" y="97419"/>
                </a:cubicBezTo>
                <a:lnTo>
                  <a:pt x="16548" y="23082"/>
                </a:lnTo>
                <a:cubicBezTo>
                  <a:pt x="16548" y="15897"/>
                  <a:pt x="15756" y="11400"/>
                  <a:pt x="14172" y="9589"/>
                </a:cubicBezTo>
                <a:cubicBezTo>
                  <a:pt x="11965" y="7100"/>
                  <a:pt x="8684" y="5855"/>
                  <a:pt x="4328" y="5855"/>
                </a:cubicBezTo>
                <a:lnTo>
                  <a:pt x="0" y="5855"/>
                </a:lnTo>
                <a:lnTo>
                  <a:pt x="0" y="2716"/>
                </a:lnTo>
                <a:lnTo>
                  <a:pt x="46843" y="2716"/>
                </a:lnTo>
                <a:cubicBezTo>
                  <a:pt x="64041" y="2716"/>
                  <a:pt x="77123" y="4667"/>
                  <a:pt x="86090" y="8571"/>
                </a:cubicBezTo>
                <a:cubicBezTo>
                  <a:pt x="95057" y="12474"/>
                  <a:pt x="102270" y="18980"/>
                  <a:pt x="107730" y="28089"/>
                </a:cubicBezTo>
                <a:cubicBezTo>
                  <a:pt x="113189" y="37197"/>
                  <a:pt x="115919" y="47720"/>
                  <a:pt x="115919" y="59656"/>
                </a:cubicBezTo>
                <a:cubicBezTo>
                  <a:pt x="115919" y="75667"/>
                  <a:pt x="111053" y="89046"/>
                  <a:pt x="101323" y="99795"/>
                </a:cubicBezTo>
                <a:cubicBezTo>
                  <a:pt x="90404" y="111789"/>
                  <a:pt x="73771" y="117785"/>
                  <a:pt x="51425" y="117785"/>
                </a:cubicBezTo>
                <a:lnTo>
                  <a:pt x="0" y="117785"/>
                </a:lnTo>
                <a:moveTo>
                  <a:pt x="32841" y="109554"/>
                </a:moveTo>
                <a:cubicBezTo>
                  <a:pt x="40026" y="111081"/>
                  <a:pt x="46051" y="111845"/>
                  <a:pt x="50916" y="111845"/>
                </a:cubicBezTo>
                <a:cubicBezTo>
                  <a:pt x="64041" y="111845"/>
                  <a:pt x="74931" y="107235"/>
                  <a:pt x="83587" y="98013"/>
                </a:cubicBezTo>
                <a:cubicBezTo>
                  <a:pt x="92243" y="88792"/>
                  <a:pt x="96570" y="76289"/>
                  <a:pt x="96570" y="60505"/>
                </a:cubicBezTo>
                <a:cubicBezTo>
                  <a:pt x="96570" y="44608"/>
                  <a:pt x="92243" y="32077"/>
                  <a:pt x="83587" y="22912"/>
                </a:cubicBezTo>
                <a:cubicBezTo>
                  <a:pt x="74931" y="13747"/>
                  <a:pt x="63815" y="9165"/>
                  <a:pt x="50237" y="9165"/>
                </a:cubicBezTo>
                <a:cubicBezTo>
                  <a:pt x="45145" y="9165"/>
                  <a:pt x="39347" y="9985"/>
                  <a:pt x="32841" y="11626"/>
                </a:cubicBezTo>
                <a:lnTo>
                  <a:pt x="32841" y="109554"/>
                </a:lnTo>
                <a:close/>
                <a:moveTo>
                  <a:pt x="165956" y="37847"/>
                </a:moveTo>
                <a:cubicBezTo>
                  <a:pt x="177724" y="37847"/>
                  <a:pt x="187171" y="42312"/>
                  <a:pt x="194300" y="51242"/>
                </a:cubicBezTo>
                <a:cubicBezTo>
                  <a:pt x="200353" y="58871"/>
                  <a:pt x="203380" y="67631"/>
                  <a:pt x="203380" y="77522"/>
                </a:cubicBezTo>
                <a:cubicBezTo>
                  <a:pt x="203380" y="84474"/>
                  <a:pt x="201711" y="91510"/>
                  <a:pt x="198373" y="98631"/>
                </a:cubicBezTo>
                <a:cubicBezTo>
                  <a:pt x="195035" y="105750"/>
                  <a:pt x="190438" y="111119"/>
                  <a:pt x="184583" y="114736"/>
                </a:cubicBezTo>
                <a:cubicBezTo>
                  <a:pt x="178728" y="118353"/>
                  <a:pt x="172208" y="120161"/>
                  <a:pt x="165023" y="120161"/>
                </a:cubicBezTo>
                <a:cubicBezTo>
                  <a:pt x="153312" y="120161"/>
                  <a:pt x="144006" y="115499"/>
                  <a:pt x="137104" y="106173"/>
                </a:cubicBezTo>
                <a:cubicBezTo>
                  <a:pt x="131277" y="98318"/>
                  <a:pt x="128363" y="89502"/>
                  <a:pt x="128363" y="79726"/>
                </a:cubicBezTo>
                <a:cubicBezTo>
                  <a:pt x="128363" y="72605"/>
                  <a:pt x="130131" y="65526"/>
                  <a:pt x="133667" y="58490"/>
                </a:cubicBezTo>
                <a:cubicBezTo>
                  <a:pt x="137203" y="51453"/>
                  <a:pt x="141856" y="46254"/>
                  <a:pt x="147627" y="42891"/>
                </a:cubicBezTo>
                <a:cubicBezTo>
                  <a:pt x="153397" y="39529"/>
                  <a:pt x="159507" y="37847"/>
                  <a:pt x="165956" y="37847"/>
                </a:cubicBezTo>
                <a:moveTo>
                  <a:pt x="163326" y="43448"/>
                </a:moveTo>
                <a:cubicBezTo>
                  <a:pt x="160327" y="43448"/>
                  <a:pt x="157315" y="44338"/>
                  <a:pt x="154288" y="46119"/>
                </a:cubicBezTo>
                <a:cubicBezTo>
                  <a:pt x="151261" y="47899"/>
                  <a:pt x="148815" y="51021"/>
                  <a:pt x="146948" y="55485"/>
                </a:cubicBezTo>
                <a:cubicBezTo>
                  <a:pt x="145081" y="59949"/>
                  <a:pt x="144147" y="65684"/>
                  <a:pt x="144147" y="72690"/>
                </a:cubicBezTo>
                <a:cubicBezTo>
                  <a:pt x="144147" y="83991"/>
                  <a:pt x="146396" y="93738"/>
                  <a:pt x="150894" y="101933"/>
                </a:cubicBezTo>
                <a:cubicBezTo>
                  <a:pt x="155391" y="110125"/>
                  <a:pt x="161317" y="114221"/>
                  <a:pt x="168672" y="114221"/>
                </a:cubicBezTo>
                <a:cubicBezTo>
                  <a:pt x="174160" y="114221"/>
                  <a:pt x="178685" y="111961"/>
                  <a:pt x="182249" y="107440"/>
                </a:cubicBezTo>
                <a:cubicBezTo>
                  <a:pt x="185814" y="102920"/>
                  <a:pt x="187596" y="95151"/>
                  <a:pt x="187596" y="84133"/>
                </a:cubicBezTo>
                <a:cubicBezTo>
                  <a:pt x="187596" y="70345"/>
                  <a:pt x="184626" y="59496"/>
                  <a:pt x="178685" y="51584"/>
                </a:cubicBezTo>
                <a:cubicBezTo>
                  <a:pt x="174669" y="46160"/>
                  <a:pt x="169549" y="43448"/>
                  <a:pt x="163326" y="43448"/>
                </a:cubicBezTo>
                <a:close/>
                <a:moveTo>
                  <a:pt x="227904" y="69415"/>
                </a:moveTo>
                <a:cubicBezTo>
                  <a:pt x="227847" y="80930"/>
                  <a:pt x="230647" y="89961"/>
                  <a:pt x="236305" y="96509"/>
                </a:cubicBezTo>
                <a:cubicBezTo>
                  <a:pt x="241962" y="103056"/>
                  <a:pt x="248609" y="106329"/>
                  <a:pt x="256247" y="106329"/>
                </a:cubicBezTo>
                <a:cubicBezTo>
                  <a:pt x="261338" y="106329"/>
                  <a:pt x="265765" y="104929"/>
                  <a:pt x="269527" y="102129"/>
                </a:cubicBezTo>
                <a:cubicBezTo>
                  <a:pt x="273289" y="99328"/>
                  <a:pt x="276443" y="94534"/>
                  <a:pt x="278989" y="87745"/>
                </a:cubicBezTo>
                <a:lnTo>
                  <a:pt x="281620" y="89442"/>
                </a:lnTo>
                <a:cubicBezTo>
                  <a:pt x="280432" y="97193"/>
                  <a:pt x="276981" y="104250"/>
                  <a:pt x="271267" y="110615"/>
                </a:cubicBezTo>
                <a:cubicBezTo>
                  <a:pt x="265553" y="116979"/>
                  <a:pt x="258397" y="120161"/>
                  <a:pt x="249797" y="120161"/>
                </a:cubicBezTo>
                <a:cubicBezTo>
                  <a:pt x="240463" y="120161"/>
                  <a:pt x="232472" y="116535"/>
                  <a:pt x="225825" y="109281"/>
                </a:cubicBezTo>
                <a:cubicBezTo>
                  <a:pt x="219177" y="102025"/>
                  <a:pt x="215854" y="92272"/>
                  <a:pt x="215854" y="80020"/>
                </a:cubicBezTo>
                <a:cubicBezTo>
                  <a:pt x="215854" y="66754"/>
                  <a:pt x="219262" y="56409"/>
                  <a:pt x="226079" y="48985"/>
                </a:cubicBezTo>
                <a:cubicBezTo>
                  <a:pt x="232896" y="41560"/>
                  <a:pt x="241453" y="37847"/>
                  <a:pt x="251749" y="37847"/>
                </a:cubicBezTo>
                <a:cubicBezTo>
                  <a:pt x="260461" y="37847"/>
                  <a:pt x="267618" y="40711"/>
                  <a:pt x="273219" y="46440"/>
                </a:cubicBezTo>
                <a:cubicBezTo>
                  <a:pt x="278819" y="52166"/>
                  <a:pt x="281620" y="59824"/>
                  <a:pt x="281620" y="69415"/>
                </a:cubicBezTo>
                <a:lnTo>
                  <a:pt x="227904" y="69415"/>
                </a:lnTo>
                <a:moveTo>
                  <a:pt x="227904" y="64493"/>
                </a:moveTo>
                <a:lnTo>
                  <a:pt x="263884" y="64493"/>
                </a:lnTo>
                <a:cubicBezTo>
                  <a:pt x="263601" y="59515"/>
                  <a:pt x="263007" y="56007"/>
                  <a:pt x="262102" y="53971"/>
                </a:cubicBezTo>
                <a:cubicBezTo>
                  <a:pt x="260688" y="50803"/>
                  <a:pt x="258580" y="48314"/>
                  <a:pt x="255780" y="46503"/>
                </a:cubicBezTo>
                <a:cubicBezTo>
                  <a:pt x="252980" y="44693"/>
                  <a:pt x="250052" y="43788"/>
                  <a:pt x="246997" y="43788"/>
                </a:cubicBezTo>
                <a:cubicBezTo>
                  <a:pt x="242301" y="43788"/>
                  <a:pt x="238101" y="45612"/>
                  <a:pt x="234395" y="49261"/>
                </a:cubicBezTo>
                <a:cubicBezTo>
                  <a:pt x="230690" y="52910"/>
                  <a:pt x="228526" y="57988"/>
                  <a:pt x="227904" y="64493"/>
                </a:cubicBezTo>
                <a:close/>
                <a:moveTo>
                  <a:pt x="342236" y="37847"/>
                </a:moveTo>
                <a:lnTo>
                  <a:pt x="342236" y="64154"/>
                </a:lnTo>
                <a:lnTo>
                  <a:pt x="339436" y="64154"/>
                </a:lnTo>
                <a:cubicBezTo>
                  <a:pt x="337286" y="55903"/>
                  <a:pt x="334528" y="50291"/>
                  <a:pt x="331162" y="47317"/>
                </a:cubicBezTo>
                <a:cubicBezTo>
                  <a:pt x="327796" y="44342"/>
                  <a:pt x="323511" y="42854"/>
                  <a:pt x="318306" y="42854"/>
                </a:cubicBezTo>
                <a:cubicBezTo>
                  <a:pt x="314346" y="42854"/>
                  <a:pt x="311149" y="43900"/>
                  <a:pt x="308717" y="45991"/>
                </a:cubicBezTo>
                <a:cubicBezTo>
                  <a:pt x="306284" y="48081"/>
                  <a:pt x="305068" y="50398"/>
                  <a:pt x="305068" y="52942"/>
                </a:cubicBezTo>
                <a:cubicBezTo>
                  <a:pt x="305068" y="56106"/>
                  <a:pt x="305973" y="58818"/>
                  <a:pt x="307783" y="61078"/>
                </a:cubicBezTo>
                <a:cubicBezTo>
                  <a:pt x="309537" y="63396"/>
                  <a:pt x="313101" y="65854"/>
                  <a:pt x="318476" y="68453"/>
                </a:cubicBezTo>
                <a:lnTo>
                  <a:pt x="330865" y="74472"/>
                </a:lnTo>
                <a:cubicBezTo>
                  <a:pt x="342350" y="80066"/>
                  <a:pt x="348092" y="87441"/>
                  <a:pt x="348092" y="96597"/>
                </a:cubicBezTo>
                <a:cubicBezTo>
                  <a:pt x="348092" y="103660"/>
                  <a:pt x="345419" y="109353"/>
                  <a:pt x="340072" y="113678"/>
                </a:cubicBezTo>
                <a:cubicBezTo>
                  <a:pt x="334726" y="118000"/>
                  <a:pt x="328744" y="120161"/>
                  <a:pt x="322125" y="120161"/>
                </a:cubicBezTo>
                <a:cubicBezTo>
                  <a:pt x="317372" y="120161"/>
                  <a:pt x="311941" y="119313"/>
                  <a:pt x="305832" y="117616"/>
                </a:cubicBezTo>
                <a:cubicBezTo>
                  <a:pt x="303965" y="117050"/>
                  <a:pt x="302437" y="116767"/>
                  <a:pt x="301249" y="116767"/>
                </a:cubicBezTo>
                <a:cubicBezTo>
                  <a:pt x="299948" y="116767"/>
                  <a:pt x="298930" y="117503"/>
                  <a:pt x="298194" y="118973"/>
                </a:cubicBezTo>
                <a:lnTo>
                  <a:pt x="295394" y="118973"/>
                </a:lnTo>
                <a:lnTo>
                  <a:pt x="295394" y="91139"/>
                </a:lnTo>
                <a:lnTo>
                  <a:pt x="298194" y="91139"/>
                </a:lnTo>
                <a:cubicBezTo>
                  <a:pt x="299778" y="99088"/>
                  <a:pt x="302805" y="105078"/>
                  <a:pt x="307274" y="109109"/>
                </a:cubicBezTo>
                <a:cubicBezTo>
                  <a:pt x="311743" y="113139"/>
                  <a:pt x="316750" y="115155"/>
                  <a:pt x="322294" y="115155"/>
                </a:cubicBezTo>
                <a:cubicBezTo>
                  <a:pt x="326198" y="115155"/>
                  <a:pt x="329380" y="114011"/>
                  <a:pt x="331841" y="111723"/>
                </a:cubicBezTo>
                <a:cubicBezTo>
                  <a:pt x="334302" y="109434"/>
                  <a:pt x="335532" y="106679"/>
                  <a:pt x="335532" y="103457"/>
                </a:cubicBezTo>
                <a:cubicBezTo>
                  <a:pt x="335532" y="99557"/>
                  <a:pt x="334161" y="96280"/>
                  <a:pt x="331417" y="93624"/>
                </a:cubicBezTo>
                <a:cubicBezTo>
                  <a:pt x="328673" y="90969"/>
                  <a:pt x="323200" y="87607"/>
                  <a:pt x="314996" y="83539"/>
                </a:cubicBezTo>
                <a:cubicBezTo>
                  <a:pt x="306793" y="79469"/>
                  <a:pt x="301419" y="75796"/>
                  <a:pt x="298873" y="72518"/>
                </a:cubicBezTo>
                <a:cubicBezTo>
                  <a:pt x="296327" y="69297"/>
                  <a:pt x="295054" y="65228"/>
                  <a:pt x="295054" y="60311"/>
                </a:cubicBezTo>
                <a:cubicBezTo>
                  <a:pt x="295054" y="53926"/>
                  <a:pt x="297247" y="48586"/>
                  <a:pt x="301631" y="44292"/>
                </a:cubicBezTo>
                <a:cubicBezTo>
                  <a:pt x="306015" y="39995"/>
                  <a:pt x="311687" y="37847"/>
                  <a:pt x="318645" y="37847"/>
                </a:cubicBezTo>
                <a:cubicBezTo>
                  <a:pt x="321700" y="37847"/>
                  <a:pt x="325406" y="38498"/>
                  <a:pt x="329762" y="39799"/>
                </a:cubicBezTo>
                <a:cubicBezTo>
                  <a:pt x="332647" y="40648"/>
                  <a:pt x="334571" y="41072"/>
                  <a:pt x="335532" y="41072"/>
                </a:cubicBezTo>
                <a:cubicBezTo>
                  <a:pt x="336438" y="41072"/>
                  <a:pt x="337145" y="40874"/>
                  <a:pt x="337654" y="40478"/>
                </a:cubicBezTo>
                <a:cubicBezTo>
                  <a:pt x="338163" y="40082"/>
                  <a:pt x="338757" y="39205"/>
                  <a:pt x="339436" y="37847"/>
                </a:cubicBezTo>
                <a:lnTo>
                  <a:pt x="342236" y="37847"/>
                </a:lnTo>
                <a:close/>
                <a:moveTo>
                  <a:pt x="449217" y="152239"/>
                </a:moveTo>
                <a:lnTo>
                  <a:pt x="411879" y="152239"/>
                </a:lnTo>
                <a:lnTo>
                  <a:pt x="411879" y="0"/>
                </a:lnTo>
                <a:lnTo>
                  <a:pt x="449217" y="0"/>
                </a:lnTo>
                <a:lnTo>
                  <a:pt x="449217" y="6704"/>
                </a:lnTo>
                <a:lnTo>
                  <a:pt x="424608" y="6704"/>
                </a:lnTo>
                <a:lnTo>
                  <a:pt x="424608" y="145704"/>
                </a:lnTo>
                <a:lnTo>
                  <a:pt x="449217" y="145704"/>
                </a:lnTo>
                <a:lnTo>
                  <a:pt x="449217" y="152239"/>
                </a:lnTo>
                <a:close/>
                <a:moveTo>
                  <a:pt x="457787" y="40054"/>
                </a:moveTo>
                <a:lnTo>
                  <a:pt x="494362" y="40054"/>
                </a:lnTo>
                <a:lnTo>
                  <a:pt x="494362" y="43194"/>
                </a:lnTo>
                <a:cubicBezTo>
                  <a:pt x="492042" y="43194"/>
                  <a:pt x="490416" y="43590"/>
                  <a:pt x="489482" y="44382"/>
                </a:cubicBezTo>
                <a:cubicBezTo>
                  <a:pt x="488549" y="45174"/>
                  <a:pt x="488082" y="46220"/>
                  <a:pt x="488082" y="47521"/>
                </a:cubicBezTo>
                <a:cubicBezTo>
                  <a:pt x="488082" y="48879"/>
                  <a:pt x="489072" y="50972"/>
                  <a:pt x="491052" y="53801"/>
                </a:cubicBezTo>
                <a:cubicBezTo>
                  <a:pt x="491674" y="54706"/>
                  <a:pt x="492608" y="56121"/>
                  <a:pt x="493852" y="58044"/>
                </a:cubicBezTo>
                <a:lnTo>
                  <a:pt x="499368" y="66870"/>
                </a:lnTo>
                <a:lnTo>
                  <a:pt x="505733" y="58044"/>
                </a:lnTo>
                <a:cubicBezTo>
                  <a:pt x="509806" y="52443"/>
                  <a:pt x="511843" y="48908"/>
                  <a:pt x="511843" y="47437"/>
                </a:cubicBezTo>
                <a:cubicBezTo>
                  <a:pt x="511843" y="46249"/>
                  <a:pt x="511362" y="45244"/>
                  <a:pt x="510400" y="44424"/>
                </a:cubicBezTo>
                <a:cubicBezTo>
                  <a:pt x="509438" y="43604"/>
                  <a:pt x="507883" y="43194"/>
                  <a:pt x="505733" y="43194"/>
                </a:cubicBezTo>
                <a:lnTo>
                  <a:pt x="505733" y="40054"/>
                </a:lnTo>
                <a:lnTo>
                  <a:pt x="532039" y="40054"/>
                </a:lnTo>
                <a:lnTo>
                  <a:pt x="532039" y="43194"/>
                </a:lnTo>
                <a:cubicBezTo>
                  <a:pt x="529267" y="43363"/>
                  <a:pt x="526863" y="44127"/>
                  <a:pt x="524826" y="45485"/>
                </a:cubicBezTo>
                <a:cubicBezTo>
                  <a:pt x="522054" y="47408"/>
                  <a:pt x="518264" y="51595"/>
                  <a:pt x="513455" y="58044"/>
                </a:cubicBezTo>
                <a:lnTo>
                  <a:pt x="502848" y="72216"/>
                </a:lnTo>
                <a:lnTo>
                  <a:pt x="522196" y="99994"/>
                </a:lnTo>
                <a:cubicBezTo>
                  <a:pt x="526948" y="106825"/>
                  <a:pt x="530342" y="110933"/>
                  <a:pt x="532379" y="112317"/>
                </a:cubicBezTo>
                <a:cubicBezTo>
                  <a:pt x="534415" y="113700"/>
                  <a:pt x="537046" y="114476"/>
                  <a:pt x="540271" y="114646"/>
                </a:cubicBezTo>
                <a:lnTo>
                  <a:pt x="540271" y="117785"/>
                </a:lnTo>
                <a:lnTo>
                  <a:pt x="503611" y="117785"/>
                </a:lnTo>
                <a:lnTo>
                  <a:pt x="503611" y="114646"/>
                </a:lnTo>
                <a:cubicBezTo>
                  <a:pt x="506157" y="114646"/>
                  <a:pt x="508137" y="114082"/>
                  <a:pt x="509551" y="112954"/>
                </a:cubicBezTo>
                <a:cubicBezTo>
                  <a:pt x="510626" y="112163"/>
                  <a:pt x="511164" y="111120"/>
                  <a:pt x="511164" y="109822"/>
                </a:cubicBezTo>
                <a:cubicBezTo>
                  <a:pt x="511164" y="108524"/>
                  <a:pt x="509353" y="105252"/>
                  <a:pt x="505733" y="100005"/>
                </a:cubicBezTo>
                <a:lnTo>
                  <a:pt x="494362" y="83417"/>
                </a:lnTo>
                <a:lnTo>
                  <a:pt x="481887" y="100005"/>
                </a:lnTo>
                <a:cubicBezTo>
                  <a:pt x="478040" y="105139"/>
                  <a:pt x="476117" y="108186"/>
                  <a:pt x="476117" y="109146"/>
                </a:cubicBezTo>
                <a:cubicBezTo>
                  <a:pt x="476117" y="110500"/>
                  <a:pt x="476753" y="111727"/>
                  <a:pt x="478026" y="112826"/>
                </a:cubicBezTo>
                <a:cubicBezTo>
                  <a:pt x="479299" y="113926"/>
                  <a:pt x="481208" y="114532"/>
                  <a:pt x="483754" y="114646"/>
                </a:cubicBezTo>
                <a:lnTo>
                  <a:pt x="483754" y="117785"/>
                </a:lnTo>
                <a:lnTo>
                  <a:pt x="458381" y="117785"/>
                </a:lnTo>
                <a:lnTo>
                  <a:pt x="458381" y="114646"/>
                </a:lnTo>
                <a:cubicBezTo>
                  <a:pt x="460418" y="114363"/>
                  <a:pt x="462200" y="113657"/>
                  <a:pt x="463727" y="112529"/>
                </a:cubicBezTo>
                <a:cubicBezTo>
                  <a:pt x="465877" y="110892"/>
                  <a:pt x="469498" y="106716"/>
                  <a:pt x="474589" y="99999"/>
                </a:cubicBezTo>
                <a:lnTo>
                  <a:pt x="490882" y="78410"/>
                </a:lnTo>
                <a:lnTo>
                  <a:pt x="476117" y="57026"/>
                </a:lnTo>
                <a:cubicBezTo>
                  <a:pt x="471930" y="50916"/>
                  <a:pt x="468691" y="47083"/>
                  <a:pt x="466400" y="45527"/>
                </a:cubicBezTo>
                <a:cubicBezTo>
                  <a:pt x="464109" y="43972"/>
                  <a:pt x="461238" y="43194"/>
                  <a:pt x="457787" y="43194"/>
                </a:cubicBezTo>
                <a:lnTo>
                  <a:pt x="457787" y="40054"/>
                </a:lnTo>
                <a:close/>
                <a:moveTo>
                  <a:pt x="548756" y="0"/>
                </a:moveTo>
                <a:lnTo>
                  <a:pt x="586095" y="0"/>
                </a:lnTo>
                <a:lnTo>
                  <a:pt x="586095" y="152239"/>
                </a:lnTo>
                <a:lnTo>
                  <a:pt x="548756" y="152239"/>
                </a:lnTo>
                <a:lnTo>
                  <a:pt x="548756" y="145535"/>
                </a:lnTo>
                <a:lnTo>
                  <a:pt x="573366" y="145535"/>
                </a:lnTo>
                <a:lnTo>
                  <a:pt x="573366" y="6704"/>
                </a:lnTo>
                <a:lnTo>
                  <a:pt x="548756" y="6704"/>
                </a:lnTo>
                <a:lnTo>
                  <a:pt x="548756" y="0"/>
                </a:lnTo>
                <a:close/>
                <a:moveTo>
                  <a:pt x="699381" y="37847"/>
                </a:moveTo>
                <a:lnTo>
                  <a:pt x="699381" y="64154"/>
                </a:lnTo>
                <a:lnTo>
                  <a:pt x="696581" y="64154"/>
                </a:lnTo>
                <a:cubicBezTo>
                  <a:pt x="694431" y="55903"/>
                  <a:pt x="691673" y="50291"/>
                  <a:pt x="688307" y="47317"/>
                </a:cubicBezTo>
                <a:cubicBezTo>
                  <a:pt x="684941" y="44342"/>
                  <a:pt x="680656" y="42854"/>
                  <a:pt x="675451" y="42854"/>
                </a:cubicBezTo>
                <a:cubicBezTo>
                  <a:pt x="671491" y="42854"/>
                  <a:pt x="668294" y="43900"/>
                  <a:pt x="665862" y="45991"/>
                </a:cubicBezTo>
                <a:cubicBezTo>
                  <a:pt x="663429" y="48081"/>
                  <a:pt x="662213" y="50398"/>
                  <a:pt x="662213" y="52942"/>
                </a:cubicBezTo>
                <a:cubicBezTo>
                  <a:pt x="662213" y="56106"/>
                  <a:pt x="663118" y="58818"/>
                  <a:pt x="664928" y="61078"/>
                </a:cubicBezTo>
                <a:cubicBezTo>
                  <a:pt x="666682" y="63396"/>
                  <a:pt x="670246" y="65854"/>
                  <a:pt x="675621" y="68453"/>
                </a:cubicBezTo>
                <a:lnTo>
                  <a:pt x="688010" y="74472"/>
                </a:lnTo>
                <a:cubicBezTo>
                  <a:pt x="699494" y="80066"/>
                  <a:pt x="705237" y="87441"/>
                  <a:pt x="705237" y="96597"/>
                </a:cubicBezTo>
                <a:cubicBezTo>
                  <a:pt x="705237" y="103660"/>
                  <a:pt x="702564" y="109353"/>
                  <a:pt x="697217" y="113678"/>
                </a:cubicBezTo>
                <a:cubicBezTo>
                  <a:pt x="691871" y="118000"/>
                  <a:pt x="685889" y="120161"/>
                  <a:pt x="679270" y="120161"/>
                </a:cubicBezTo>
                <a:cubicBezTo>
                  <a:pt x="674517" y="120161"/>
                  <a:pt x="669086" y="119313"/>
                  <a:pt x="662976" y="117616"/>
                </a:cubicBezTo>
                <a:cubicBezTo>
                  <a:pt x="661110" y="117050"/>
                  <a:pt x="659582" y="116767"/>
                  <a:pt x="658394" y="116767"/>
                </a:cubicBezTo>
                <a:cubicBezTo>
                  <a:pt x="657093" y="116767"/>
                  <a:pt x="656075" y="117503"/>
                  <a:pt x="655339" y="118973"/>
                </a:cubicBezTo>
                <a:lnTo>
                  <a:pt x="652539" y="118973"/>
                </a:lnTo>
                <a:lnTo>
                  <a:pt x="652539" y="91139"/>
                </a:lnTo>
                <a:lnTo>
                  <a:pt x="655339" y="91139"/>
                </a:lnTo>
                <a:cubicBezTo>
                  <a:pt x="656923" y="99088"/>
                  <a:pt x="659950" y="105078"/>
                  <a:pt x="664419" y="109109"/>
                </a:cubicBezTo>
                <a:cubicBezTo>
                  <a:pt x="668888" y="113139"/>
                  <a:pt x="673895" y="115155"/>
                  <a:pt x="679439" y="115155"/>
                </a:cubicBezTo>
                <a:cubicBezTo>
                  <a:pt x="683343" y="115155"/>
                  <a:pt x="686525" y="114011"/>
                  <a:pt x="688986" y="111723"/>
                </a:cubicBezTo>
                <a:cubicBezTo>
                  <a:pt x="691447" y="109434"/>
                  <a:pt x="692677" y="106679"/>
                  <a:pt x="692677" y="103457"/>
                </a:cubicBezTo>
                <a:cubicBezTo>
                  <a:pt x="692677" y="99557"/>
                  <a:pt x="691306" y="96280"/>
                  <a:pt x="688562" y="93624"/>
                </a:cubicBezTo>
                <a:cubicBezTo>
                  <a:pt x="685818" y="90969"/>
                  <a:pt x="680344" y="87607"/>
                  <a:pt x="672141" y="83539"/>
                </a:cubicBezTo>
                <a:cubicBezTo>
                  <a:pt x="663938" y="79469"/>
                  <a:pt x="658564" y="75796"/>
                  <a:pt x="656018" y="72518"/>
                </a:cubicBezTo>
                <a:cubicBezTo>
                  <a:pt x="653472" y="69297"/>
                  <a:pt x="652199" y="65228"/>
                  <a:pt x="652199" y="60311"/>
                </a:cubicBezTo>
                <a:cubicBezTo>
                  <a:pt x="652199" y="53926"/>
                  <a:pt x="654391" y="48586"/>
                  <a:pt x="658776" y="44292"/>
                </a:cubicBezTo>
                <a:cubicBezTo>
                  <a:pt x="663160" y="39995"/>
                  <a:pt x="668832" y="37847"/>
                  <a:pt x="675790" y="37847"/>
                </a:cubicBezTo>
                <a:cubicBezTo>
                  <a:pt x="678845" y="37847"/>
                  <a:pt x="682551" y="38498"/>
                  <a:pt x="686907" y="39799"/>
                </a:cubicBezTo>
                <a:cubicBezTo>
                  <a:pt x="689792" y="40648"/>
                  <a:pt x="691716" y="41072"/>
                  <a:pt x="692677" y="41072"/>
                </a:cubicBezTo>
                <a:cubicBezTo>
                  <a:pt x="693583" y="41072"/>
                  <a:pt x="694290" y="40874"/>
                  <a:pt x="694799" y="40478"/>
                </a:cubicBezTo>
                <a:cubicBezTo>
                  <a:pt x="695308" y="40082"/>
                  <a:pt x="695902" y="39205"/>
                  <a:pt x="696581" y="37847"/>
                </a:cubicBezTo>
                <a:lnTo>
                  <a:pt x="699381" y="37847"/>
                </a:lnTo>
                <a:close/>
                <a:moveTo>
                  <a:pt x="784892" y="40054"/>
                </a:moveTo>
                <a:lnTo>
                  <a:pt x="784892" y="87151"/>
                </a:lnTo>
                <a:cubicBezTo>
                  <a:pt x="784892" y="96146"/>
                  <a:pt x="785105" y="101648"/>
                  <a:pt x="785529" y="103656"/>
                </a:cubicBezTo>
                <a:cubicBezTo>
                  <a:pt x="785953" y="105665"/>
                  <a:pt x="786632" y="107065"/>
                  <a:pt x="787565" y="107857"/>
                </a:cubicBezTo>
                <a:cubicBezTo>
                  <a:pt x="788499" y="108649"/>
                  <a:pt x="789588" y="109045"/>
                  <a:pt x="790833" y="109045"/>
                </a:cubicBezTo>
                <a:cubicBezTo>
                  <a:pt x="792586" y="109045"/>
                  <a:pt x="794566" y="108564"/>
                  <a:pt x="796773" y="107602"/>
                </a:cubicBezTo>
                <a:lnTo>
                  <a:pt x="797961" y="110572"/>
                </a:lnTo>
                <a:lnTo>
                  <a:pt x="774709" y="120161"/>
                </a:lnTo>
                <a:lnTo>
                  <a:pt x="770890" y="120161"/>
                </a:lnTo>
                <a:lnTo>
                  <a:pt x="770890" y="103699"/>
                </a:lnTo>
                <a:cubicBezTo>
                  <a:pt x="764215" y="110940"/>
                  <a:pt x="759123" y="115494"/>
                  <a:pt x="755616" y="117361"/>
                </a:cubicBezTo>
                <a:cubicBezTo>
                  <a:pt x="752108" y="119228"/>
                  <a:pt x="748403" y="120161"/>
                  <a:pt x="744499" y="120161"/>
                </a:cubicBezTo>
                <a:cubicBezTo>
                  <a:pt x="740143" y="120161"/>
                  <a:pt x="736367" y="118903"/>
                  <a:pt x="733170" y="116385"/>
                </a:cubicBezTo>
                <a:cubicBezTo>
                  <a:pt x="729974" y="113868"/>
                  <a:pt x="727753" y="110629"/>
                  <a:pt x="726509" y="106669"/>
                </a:cubicBezTo>
                <a:cubicBezTo>
                  <a:pt x="725264" y="102709"/>
                  <a:pt x="724642" y="97108"/>
                  <a:pt x="724642" y="89867"/>
                </a:cubicBezTo>
                <a:lnTo>
                  <a:pt x="724642" y="55159"/>
                </a:lnTo>
                <a:cubicBezTo>
                  <a:pt x="724642" y="51482"/>
                  <a:pt x="724246" y="48936"/>
                  <a:pt x="723454" y="47521"/>
                </a:cubicBezTo>
                <a:cubicBezTo>
                  <a:pt x="722662" y="46107"/>
                  <a:pt x="721488" y="45018"/>
                  <a:pt x="719932" y="44254"/>
                </a:cubicBezTo>
                <a:cubicBezTo>
                  <a:pt x="718376" y="43491"/>
                  <a:pt x="715562" y="43137"/>
                  <a:pt x="711489" y="43194"/>
                </a:cubicBezTo>
                <a:lnTo>
                  <a:pt x="711489" y="40054"/>
                </a:lnTo>
                <a:lnTo>
                  <a:pt x="738729" y="40054"/>
                </a:lnTo>
                <a:lnTo>
                  <a:pt x="738729" y="91946"/>
                </a:lnTo>
                <a:cubicBezTo>
                  <a:pt x="738729" y="99169"/>
                  <a:pt x="739987" y="103910"/>
                  <a:pt x="742505" y="106168"/>
                </a:cubicBezTo>
                <a:cubicBezTo>
                  <a:pt x="745022" y="108425"/>
                  <a:pt x="748063" y="109554"/>
                  <a:pt x="751627" y="109554"/>
                </a:cubicBezTo>
                <a:cubicBezTo>
                  <a:pt x="754060" y="109554"/>
                  <a:pt x="756818" y="108792"/>
                  <a:pt x="759901" y="107268"/>
                </a:cubicBezTo>
                <a:cubicBezTo>
                  <a:pt x="762984" y="105744"/>
                  <a:pt x="766647" y="102839"/>
                  <a:pt x="770890" y="98551"/>
                </a:cubicBezTo>
                <a:lnTo>
                  <a:pt x="770890" y="54621"/>
                </a:lnTo>
                <a:cubicBezTo>
                  <a:pt x="770890" y="50218"/>
                  <a:pt x="770084" y="47242"/>
                  <a:pt x="768472" y="45692"/>
                </a:cubicBezTo>
                <a:cubicBezTo>
                  <a:pt x="766860" y="44139"/>
                  <a:pt x="763508" y="43307"/>
                  <a:pt x="758416" y="43194"/>
                </a:cubicBezTo>
                <a:lnTo>
                  <a:pt x="758416" y="40054"/>
                </a:lnTo>
                <a:lnTo>
                  <a:pt x="784892" y="40054"/>
                </a:lnTo>
                <a:close/>
                <a:moveTo>
                  <a:pt x="798045" y="47699"/>
                </a:moveTo>
                <a:lnTo>
                  <a:pt x="821976" y="38017"/>
                </a:lnTo>
                <a:lnTo>
                  <a:pt x="825201" y="38017"/>
                </a:lnTo>
                <a:lnTo>
                  <a:pt x="825201" y="56177"/>
                </a:lnTo>
                <a:cubicBezTo>
                  <a:pt x="829217" y="49332"/>
                  <a:pt x="833248" y="44566"/>
                  <a:pt x="837293" y="41878"/>
                </a:cubicBezTo>
                <a:cubicBezTo>
                  <a:pt x="841338" y="39191"/>
                  <a:pt x="845595" y="37847"/>
                  <a:pt x="850065" y="37847"/>
                </a:cubicBezTo>
                <a:cubicBezTo>
                  <a:pt x="857872" y="37847"/>
                  <a:pt x="864378" y="40899"/>
                  <a:pt x="869582" y="47002"/>
                </a:cubicBezTo>
                <a:cubicBezTo>
                  <a:pt x="875975" y="54462"/>
                  <a:pt x="879171" y="64183"/>
                  <a:pt x="879171" y="76164"/>
                </a:cubicBezTo>
                <a:cubicBezTo>
                  <a:pt x="879171" y="89558"/>
                  <a:pt x="875324" y="100635"/>
                  <a:pt x="867631" y="109395"/>
                </a:cubicBezTo>
                <a:cubicBezTo>
                  <a:pt x="861294" y="116573"/>
                  <a:pt x="853317" y="120161"/>
                  <a:pt x="843700" y="120161"/>
                </a:cubicBezTo>
                <a:cubicBezTo>
                  <a:pt x="839514" y="120161"/>
                  <a:pt x="835893" y="119567"/>
                  <a:pt x="832838" y="118379"/>
                </a:cubicBezTo>
                <a:cubicBezTo>
                  <a:pt x="830575" y="117531"/>
                  <a:pt x="828029" y="115834"/>
                  <a:pt x="825201" y="113288"/>
                </a:cubicBezTo>
                <a:lnTo>
                  <a:pt x="825201" y="136964"/>
                </a:lnTo>
                <a:cubicBezTo>
                  <a:pt x="825201" y="142282"/>
                  <a:pt x="825526" y="145662"/>
                  <a:pt x="826176" y="147104"/>
                </a:cubicBezTo>
                <a:cubicBezTo>
                  <a:pt x="826827" y="148547"/>
                  <a:pt x="827959" y="149693"/>
                  <a:pt x="829571" y="150541"/>
                </a:cubicBezTo>
                <a:cubicBezTo>
                  <a:pt x="831183" y="151390"/>
                  <a:pt x="834111" y="151814"/>
                  <a:pt x="838354" y="151814"/>
                </a:cubicBezTo>
                <a:lnTo>
                  <a:pt x="838354" y="154954"/>
                </a:lnTo>
                <a:lnTo>
                  <a:pt x="797621" y="154954"/>
                </a:lnTo>
                <a:lnTo>
                  <a:pt x="797621" y="151814"/>
                </a:lnTo>
                <a:lnTo>
                  <a:pt x="799743" y="151814"/>
                </a:lnTo>
                <a:cubicBezTo>
                  <a:pt x="802854" y="151871"/>
                  <a:pt x="805513" y="151276"/>
                  <a:pt x="807719" y="150029"/>
                </a:cubicBezTo>
                <a:cubicBezTo>
                  <a:pt x="808794" y="149407"/>
                  <a:pt x="809629" y="148402"/>
                  <a:pt x="810223" y="147014"/>
                </a:cubicBezTo>
                <a:cubicBezTo>
                  <a:pt x="810817" y="145628"/>
                  <a:pt x="811114" y="142105"/>
                  <a:pt x="811114" y="136444"/>
                </a:cubicBezTo>
                <a:lnTo>
                  <a:pt x="811114" y="62900"/>
                </a:lnTo>
                <a:cubicBezTo>
                  <a:pt x="811114" y="57861"/>
                  <a:pt x="810888" y="54663"/>
                  <a:pt x="810435" y="53305"/>
                </a:cubicBezTo>
                <a:cubicBezTo>
                  <a:pt x="809982" y="51946"/>
                  <a:pt x="809261" y="50926"/>
                  <a:pt x="808271" y="50248"/>
                </a:cubicBezTo>
                <a:cubicBezTo>
                  <a:pt x="807281" y="49567"/>
                  <a:pt x="805937" y="49227"/>
                  <a:pt x="804240" y="49227"/>
                </a:cubicBezTo>
                <a:cubicBezTo>
                  <a:pt x="802882" y="49227"/>
                  <a:pt x="801157" y="49623"/>
                  <a:pt x="799064" y="50415"/>
                </a:cubicBezTo>
                <a:lnTo>
                  <a:pt x="798045" y="47699"/>
                </a:lnTo>
                <a:moveTo>
                  <a:pt x="825201" y="61338"/>
                </a:moveTo>
                <a:lnTo>
                  <a:pt x="825201" y="90323"/>
                </a:lnTo>
                <a:cubicBezTo>
                  <a:pt x="825201" y="96595"/>
                  <a:pt x="825455" y="100720"/>
                  <a:pt x="825964" y="102696"/>
                </a:cubicBezTo>
                <a:cubicBezTo>
                  <a:pt x="826756" y="105974"/>
                  <a:pt x="828694" y="108856"/>
                  <a:pt x="831777" y="111341"/>
                </a:cubicBezTo>
                <a:cubicBezTo>
                  <a:pt x="834860" y="113827"/>
                  <a:pt x="838750" y="115070"/>
                  <a:pt x="843445" y="115070"/>
                </a:cubicBezTo>
                <a:cubicBezTo>
                  <a:pt x="849103" y="115070"/>
                  <a:pt x="853685" y="112866"/>
                  <a:pt x="857193" y="108459"/>
                </a:cubicBezTo>
                <a:cubicBezTo>
                  <a:pt x="861775" y="102697"/>
                  <a:pt x="864066" y="94590"/>
                  <a:pt x="864066" y="84136"/>
                </a:cubicBezTo>
                <a:cubicBezTo>
                  <a:pt x="864066" y="72271"/>
                  <a:pt x="861464" y="63147"/>
                  <a:pt x="856259" y="56763"/>
                </a:cubicBezTo>
                <a:cubicBezTo>
                  <a:pt x="852639" y="52356"/>
                  <a:pt x="848339" y="50152"/>
                  <a:pt x="843361" y="50152"/>
                </a:cubicBezTo>
                <a:cubicBezTo>
                  <a:pt x="840645" y="50152"/>
                  <a:pt x="837958" y="50830"/>
                  <a:pt x="835299" y="52186"/>
                </a:cubicBezTo>
                <a:cubicBezTo>
                  <a:pt x="833262" y="53203"/>
                  <a:pt x="829896" y="56253"/>
                  <a:pt x="825201" y="61338"/>
                </a:cubicBezTo>
                <a:close/>
                <a:moveTo>
                  <a:pt x="884942" y="47699"/>
                </a:moveTo>
                <a:lnTo>
                  <a:pt x="908873" y="38017"/>
                </a:lnTo>
                <a:lnTo>
                  <a:pt x="912097" y="38017"/>
                </a:lnTo>
                <a:lnTo>
                  <a:pt x="912097" y="56177"/>
                </a:lnTo>
                <a:cubicBezTo>
                  <a:pt x="916114" y="49332"/>
                  <a:pt x="920145" y="44566"/>
                  <a:pt x="924190" y="41878"/>
                </a:cubicBezTo>
                <a:cubicBezTo>
                  <a:pt x="928235" y="39191"/>
                  <a:pt x="932492" y="37847"/>
                  <a:pt x="936961" y="37847"/>
                </a:cubicBezTo>
                <a:cubicBezTo>
                  <a:pt x="944768" y="37847"/>
                  <a:pt x="951274" y="40899"/>
                  <a:pt x="956479" y="47002"/>
                </a:cubicBezTo>
                <a:cubicBezTo>
                  <a:pt x="962872" y="54462"/>
                  <a:pt x="966068" y="64183"/>
                  <a:pt x="966068" y="76164"/>
                </a:cubicBezTo>
                <a:cubicBezTo>
                  <a:pt x="966068" y="89558"/>
                  <a:pt x="962221" y="100635"/>
                  <a:pt x="954527" y="109395"/>
                </a:cubicBezTo>
                <a:cubicBezTo>
                  <a:pt x="948191" y="116573"/>
                  <a:pt x="940214" y="120161"/>
                  <a:pt x="930597" y="120161"/>
                </a:cubicBezTo>
                <a:cubicBezTo>
                  <a:pt x="926410" y="120161"/>
                  <a:pt x="922790" y="119567"/>
                  <a:pt x="919735" y="118379"/>
                </a:cubicBezTo>
                <a:cubicBezTo>
                  <a:pt x="917472" y="117531"/>
                  <a:pt x="914926" y="115834"/>
                  <a:pt x="912097" y="113288"/>
                </a:cubicBezTo>
                <a:lnTo>
                  <a:pt x="912097" y="136964"/>
                </a:lnTo>
                <a:cubicBezTo>
                  <a:pt x="912097" y="142282"/>
                  <a:pt x="912422" y="145662"/>
                  <a:pt x="913073" y="147104"/>
                </a:cubicBezTo>
                <a:cubicBezTo>
                  <a:pt x="913724" y="148547"/>
                  <a:pt x="914855" y="149693"/>
                  <a:pt x="916467" y="150541"/>
                </a:cubicBezTo>
                <a:cubicBezTo>
                  <a:pt x="918080" y="151390"/>
                  <a:pt x="921007" y="151814"/>
                  <a:pt x="925250" y="151814"/>
                </a:cubicBezTo>
                <a:lnTo>
                  <a:pt x="925250" y="154954"/>
                </a:lnTo>
                <a:lnTo>
                  <a:pt x="884518" y="154954"/>
                </a:lnTo>
                <a:lnTo>
                  <a:pt x="884518" y="151814"/>
                </a:lnTo>
                <a:lnTo>
                  <a:pt x="886639" y="151814"/>
                </a:lnTo>
                <a:cubicBezTo>
                  <a:pt x="889751" y="151871"/>
                  <a:pt x="892410" y="151276"/>
                  <a:pt x="894616" y="150029"/>
                </a:cubicBezTo>
                <a:cubicBezTo>
                  <a:pt x="895691" y="149407"/>
                  <a:pt x="896525" y="148402"/>
                  <a:pt x="897119" y="147014"/>
                </a:cubicBezTo>
                <a:cubicBezTo>
                  <a:pt x="897713" y="145628"/>
                  <a:pt x="898010" y="142105"/>
                  <a:pt x="898010" y="136444"/>
                </a:cubicBezTo>
                <a:lnTo>
                  <a:pt x="898010" y="62900"/>
                </a:lnTo>
                <a:cubicBezTo>
                  <a:pt x="898010" y="57861"/>
                  <a:pt x="897784" y="54663"/>
                  <a:pt x="897332" y="53305"/>
                </a:cubicBezTo>
                <a:cubicBezTo>
                  <a:pt x="896879" y="51946"/>
                  <a:pt x="896158" y="50926"/>
                  <a:pt x="895168" y="50248"/>
                </a:cubicBezTo>
                <a:cubicBezTo>
                  <a:pt x="894178" y="49567"/>
                  <a:pt x="892834" y="49227"/>
                  <a:pt x="891137" y="49227"/>
                </a:cubicBezTo>
                <a:cubicBezTo>
                  <a:pt x="889779" y="49227"/>
                  <a:pt x="888054" y="49623"/>
                  <a:pt x="885960" y="50415"/>
                </a:cubicBezTo>
                <a:lnTo>
                  <a:pt x="884942" y="47699"/>
                </a:lnTo>
                <a:moveTo>
                  <a:pt x="912097" y="61338"/>
                </a:moveTo>
                <a:lnTo>
                  <a:pt x="912097" y="90323"/>
                </a:lnTo>
                <a:cubicBezTo>
                  <a:pt x="912097" y="96595"/>
                  <a:pt x="912352" y="100720"/>
                  <a:pt x="912861" y="102696"/>
                </a:cubicBezTo>
                <a:cubicBezTo>
                  <a:pt x="913653" y="105974"/>
                  <a:pt x="915591" y="108856"/>
                  <a:pt x="918674" y="111341"/>
                </a:cubicBezTo>
                <a:cubicBezTo>
                  <a:pt x="921757" y="113827"/>
                  <a:pt x="925646" y="115070"/>
                  <a:pt x="930342" y="115070"/>
                </a:cubicBezTo>
                <a:cubicBezTo>
                  <a:pt x="935999" y="115070"/>
                  <a:pt x="940582" y="112866"/>
                  <a:pt x="944089" y="108459"/>
                </a:cubicBezTo>
                <a:cubicBezTo>
                  <a:pt x="948672" y="102697"/>
                  <a:pt x="950963" y="94590"/>
                  <a:pt x="950963" y="84136"/>
                </a:cubicBezTo>
                <a:cubicBezTo>
                  <a:pt x="950963" y="72271"/>
                  <a:pt x="948361" y="63147"/>
                  <a:pt x="943156" y="56763"/>
                </a:cubicBezTo>
                <a:cubicBezTo>
                  <a:pt x="939535" y="52356"/>
                  <a:pt x="935236" y="50152"/>
                  <a:pt x="930257" y="50152"/>
                </a:cubicBezTo>
                <a:cubicBezTo>
                  <a:pt x="927542" y="50152"/>
                  <a:pt x="924854" y="50830"/>
                  <a:pt x="922195" y="52186"/>
                </a:cubicBezTo>
                <a:cubicBezTo>
                  <a:pt x="920159" y="53203"/>
                  <a:pt x="916793" y="56253"/>
                  <a:pt x="912097" y="61338"/>
                </a:cubicBezTo>
                <a:close/>
                <a:moveTo>
                  <a:pt x="1015457" y="37847"/>
                </a:moveTo>
                <a:cubicBezTo>
                  <a:pt x="1027224" y="37847"/>
                  <a:pt x="1036672" y="42312"/>
                  <a:pt x="1043800" y="51242"/>
                </a:cubicBezTo>
                <a:cubicBezTo>
                  <a:pt x="1049853" y="58871"/>
                  <a:pt x="1052880" y="67631"/>
                  <a:pt x="1052880" y="77522"/>
                </a:cubicBezTo>
                <a:cubicBezTo>
                  <a:pt x="1052880" y="84474"/>
                  <a:pt x="1051211" y="91510"/>
                  <a:pt x="1047873" y="98631"/>
                </a:cubicBezTo>
                <a:cubicBezTo>
                  <a:pt x="1044535" y="105750"/>
                  <a:pt x="1039939" y="111119"/>
                  <a:pt x="1034083" y="114736"/>
                </a:cubicBezTo>
                <a:cubicBezTo>
                  <a:pt x="1028228" y="118353"/>
                  <a:pt x="1021708" y="120161"/>
                  <a:pt x="1014523" y="120161"/>
                </a:cubicBezTo>
                <a:cubicBezTo>
                  <a:pt x="1002812" y="120161"/>
                  <a:pt x="993506" y="115499"/>
                  <a:pt x="986604" y="106173"/>
                </a:cubicBezTo>
                <a:cubicBezTo>
                  <a:pt x="980777" y="98318"/>
                  <a:pt x="977864" y="89502"/>
                  <a:pt x="977864" y="79726"/>
                </a:cubicBezTo>
                <a:cubicBezTo>
                  <a:pt x="977864" y="72605"/>
                  <a:pt x="979632" y="65526"/>
                  <a:pt x="983167" y="58490"/>
                </a:cubicBezTo>
                <a:cubicBezTo>
                  <a:pt x="986703" y="51453"/>
                  <a:pt x="991356" y="46254"/>
                  <a:pt x="997127" y="42891"/>
                </a:cubicBezTo>
                <a:cubicBezTo>
                  <a:pt x="1002897" y="39529"/>
                  <a:pt x="1009007" y="37847"/>
                  <a:pt x="1015457" y="37847"/>
                </a:cubicBezTo>
                <a:moveTo>
                  <a:pt x="1012826" y="43448"/>
                </a:moveTo>
                <a:cubicBezTo>
                  <a:pt x="1009828" y="43448"/>
                  <a:pt x="1006815" y="44338"/>
                  <a:pt x="1003788" y="46119"/>
                </a:cubicBezTo>
                <a:cubicBezTo>
                  <a:pt x="1000762" y="47899"/>
                  <a:pt x="998315" y="51021"/>
                  <a:pt x="996448" y="55485"/>
                </a:cubicBezTo>
                <a:cubicBezTo>
                  <a:pt x="994581" y="59949"/>
                  <a:pt x="993648" y="65684"/>
                  <a:pt x="993648" y="72690"/>
                </a:cubicBezTo>
                <a:cubicBezTo>
                  <a:pt x="993648" y="83991"/>
                  <a:pt x="995896" y="93738"/>
                  <a:pt x="1000394" y="101933"/>
                </a:cubicBezTo>
                <a:cubicBezTo>
                  <a:pt x="1004892" y="110125"/>
                  <a:pt x="1010818" y="114221"/>
                  <a:pt x="1018172" y="114221"/>
                </a:cubicBezTo>
                <a:cubicBezTo>
                  <a:pt x="1023660" y="114221"/>
                  <a:pt x="1028186" y="111961"/>
                  <a:pt x="1031750" y="107440"/>
                </a:cubicBezTo>
                <a:cubicBezTo>
                  <a:pt x="1035314" y="102920"/>
                  <a:pt x="1037096" y="95151"/>
                  <a:pt x="1037096" y="84133"/>
                </a:cubicBezTo>
                <a:cubicBezTo>
                  <a:pt x="1037096" y="70345"/>
                  <a:pt x="1034126" y="59496"/>
                  <a:pt x="1028186" y="51584"/>
                </a:cubicBezTo>
                <a:cubicBezTo>
                  <a:pt x="1024169" y="46160"/>
                  <a:pt x="1019049" y="43448"/>
                  <a:pt x="1012826" y="43448"/>
                </a:cubicBezTo>
                <a:close/>
                <a:moveTo>
                  <a:pt x="1087078" y="37847"/>
                </a:moveTo>
                <a:lnTo>
                  <a:pt x="1087078" y="55329"/>
                </a:lnTo>
                <a:cubicBezTo>
                  <a:pt x="1093584" y="43675"/>
                  <a:pt x="1100259" y="37847"/>
                  <a:pt x="1107105" y="37847"/>
                </a:cubicBezTo>
                <a:cubicBezTo>
                  <a:pt x="1110216" y="37847"/>
                  <a:pt x="1112790" y="38795"/>
                  <a:pt x="1114827" y="40690"/>
                </a:cubicBezTo>
                <a:cubicBezTo>
                  <a:pt x="1116864" y="42585"/>
                  <a:pt x="1117882" y="44778"/>
                  <a:pt x="1117882" y="47267"/>
                </a:cubicBezTo>
                <a:cubicBezTo>
                  <a:pt x="1117882" y="49473"/>
                  <a:pt x="1117146" y="51340"/>
                  <a:pt x="1115676" y="52868"/>
                </a:cubicBezTo>
                <a:cubicBezTo>
                  <a:pt x="1114205" y="54395"/>
                  <a:pt x="1112451" y="55159"/>
                  <a:pt x="1110414" y="55159"/>
                </a:cubicBezTo>
                <a:cubicBezTo>
                  <a:pt x="1108434" y="55159"/>
                  <a:pt x="1106214" y="54183"/>
                  <a:pt x="1103753" y="52231"/>
                </a:cubicBezTo>
                <a:cubicBezTo>
                  <a:pt x="1101292" y="50279"/>
                  <a:pt x="1099467" y="49304"/>
                  <a:pt x="1098279" y="49304"/>
                </a:cubicBezTo>
                <a:cubicBezTo>
                  <a:pt x="1097261" y="49304"/>
                  <a:pt x="1096158" y="49868"/>
                  <a:pt x="1094970" y="50995"/>
                </a:cubicBezTo>
                <a:cubicBezTo>
                  <a:pt x="1092424" y="53310"/>
                  <a:pt x="1089793" y="57119"/>
                  <a:pt x="1087078" y="62422"/>
                </a:cubicBezTo>
                <a:lnTo>
                  <a:pt x="1087078" y="99580"/>
                </a:lnTo>
                <a:cubicBezTo>
                  <a:pt x="1087078" y="103868"/>
                  <a:pt x="1087615" y="107112"/>
                  <a:pt x="1088690" y="109313"/>
                </a:cubicBezTo>
                <a:cubicBezTo>
                  <a:pt x="1089426" y="110837"/>
                  <a:pt x="1090727" y="112107"/>
                  <a:pt x="1092594" y="113123"/>
                </a:cubicBezTo>
                <a:cubicBezTo>
                  <a:pt x="1094461" y="114138"/>
                  <a:pt x="1097148" y="114646"/>
                  <a:pt x="1100655" y="114646"/>
                </a:cubicBezTo>
                <a:lnTo>
                  <a:pt x="1100655" y="117785"/>
                </a:lnTo>
                <a:lnTo>
                  <a:pt x="1060856" y="117785"/>
                </a:lnTo>
                <a:lnTo>
                  <a:pt x="1060856" y="114646"/>
                </a:lnTo>
                <a:cubicBezTo>
                  <a:pt x="1064816" y="114646"/>
                  <a:pt x="1067758" y="114025"/>
                  <a:pt x="1069682" y="112784"/>
                </a:cubicBezTo>
                <a:cubicBezTo>
                  <a:pt x="1071096" y="111881"/>
                  <a:pt x="1072086" y="110441"/>
                  <a:pt x="1072652" y="108464"/>
                </a:cubicBezTo>
                <a:cubicBezTo>
                  <a:pt x="1072934" y="107504"/>
                  <a:pt x="1073076" y="104767"/>
                  <a:pt x="1073076" y="100251"/>
                </a:cubicBezTo>
                <a:lnTo>
                  <a:pt x="1073076" y="70192"/>
                </a:lnTo>
                <a:cubicBezTo>
                  <a:pt x="1073076" y="61160"/>
                  <a:pt x="1072892" y="55784"/>
                  <a:pt x="1072524" y="54064"/>
                </a:cubicBezTo>
                <a:cubicBezTo>
                  <a:pt x="1072157" y="52342"/>
                  <a:pt x="1071478" y="51086"/>
                  <a:pt x="1070488" y="50295"/>
                </a:cubicBezTo>
                <a:cubicBezTo>
                  <a:pt x="1069498" y="49505"/>
                  <a:pt x="1068267" y="49110"/>
                  <a:pt x="1066796" y="49110"/>
                </a:cubicBezTo>
                <a:cubicBezTo>
                  <a:pt x="1065043" y="49110"/>
                  <a:pt x="1063062" y="49533"/>
                  <a:pt x="1060856" y="50380"/>
                </a:cubicBezTo>
                <a:lnTo>
                  <a:pt x="1060008" y="47331"/>
                </a:lnTo>
                <a:lnTo>
                  <a:pt x="1083514" y="37847"/>
                </a:lnTo>
                <a:lnTo>
                  <a:pt x="1087078" y="37847"/>
                </a:lnTo>
                <a:close/>
                <a:moveTo>
                  <a:pt x="1144782" y="14426"/>
                </a:moveTo>
                <a:lnTo>
                  <a:pt x="1144782" y="40054"/>
                </a:lnTo>
                <a:lnTo>
                  <a:pt x="1162942" y="40054"/>
                </a:lnTo>
                <a:lnTo>
                  <a:pt x="1162942" y="45994"/>
                </a:lnTo>
                <a:lnTo>
                  <a:pt x="1144782" y="45994"/>
                </a:lnTo>
                <a:lnTo>
                  <a:pt x="1144782" y="96332"/>
                </a:lnTo>
                <a:cubicBezTo>
                  <a:pt x="1144782" y="101362"/>
                  <a:pt x="1145503" y="104752"/>
                  <a:pt x="1146946" y="106504"/>
                </a:cubicBezTo>
                <a:cubicBezTo>
                  <a:pt x="1148388" y="108255"/>
                  <a:pt x="1150241" y="109130"/>
                  <a:pt x="1152504" y="109130"/>
                </a:cubicBezTo>
                <a:cubicBezTo>
                  <a:pt x="1154371" y="109130"/>
                  <a:pt x="1156181" y="108550"/>
                  <a:pt x="1157935" y="107390"/>
                </a:cubicBezTo>
                <a:cubicBezTo>
                  <a:pt x="1159689" y="106230"/>
                  <a:pt x="1161046" y="104519"/>
                  <a:pt x="1162008" y="102256"/>
                </a:cubicBezTo>
                <a:lnTo>
                  <a:pt x="1165318" y="102256"/>
                </a:lnTo>
                <a:cubicBezTo>
                  <a:pt x="1163338" y="107816"/>
                  <a:pt x="1160537" y="112021"/>
                  <a:pt x="1156917" y="114871"/>
                </a:cubicBezTo>
                <a:cubicBezTo>
                  <a:pt x="1153296" y="117719"/>
                  <a:pt x="1149562" y="119143"/>
                  <a:pt x="1145715" y="119143"/>
                </a:cubicBezTo>
                <a:cubicBezTo>
                  <a:pt x="1143113" y="119143"/>
                  <a:pt x="1140567" y="118421"/>
                  <a:pt x="1138078" y="116977"/>
                </a:cubicBezTo>
                <a:cubicBezTo>
                  <a:pt x="1135588" y="115532"/>
                  <a:pt x="1133750" y="113466"/>
                  <a:pt x="1132562" y="110777"/>
                </a:cubicBezTo>
                <a:cubicBezTo>
                  <a:pt x="1131374" y="108086"/>
                  <a:pt x="1130780" y="103936"/>
                  <a:pt x="1130780" y="98329"/>
                </a:cubicBezTo>
                <a:lnTo>
                  <a:pt x="1130780" y="45994"/>
                </a:lnTo>
                <a:lnTo>
                  <a:pt x="1118475" y="45994"/>
                </a:lnTo>
                <a:lnTo>
                  <a:pt x="1118475" y="43194"/>
                </a:lnTo>
                <a:cubicBezTo>
                  <a:pt x="1121587" y="41946"/>
                  <a:pt x="1124769" y="39832"/>
                  <a:pt x="1128022" y="36853"/>
                </a:cubicBezTo>
                <a:cubicBezTo>
                  <a:pt x="1131275" y="33874"/>
                  <a:pt x="1134174" y="30342"/>
                  <a:pt x="1136720" y="26256"/>
                </a:cubicBezTo>
                <a:cubicBezTo>
                  <a:pt x="1138021" y="24101"/>
                  <a:pt x="1139831" y="20158"/>
                  <a:pt x="1142151" y="14426"/>
                </a:cubicBezTo>
                <a:lnTo>
                  <a:pt x="1144782" y="14426"/>
                </a:lnTo>
                <a:close/>
                <a:moveTo>
                  <a:pt x="1260135" y="152239"/>
                </a:moveTo>
                <a:lnTo>
                  <a:pt x="1222797" y="152239"/>
                </a:lnTo>
                <a:lnTo>
                  <a:pt x="1222797" y="0"/>
                </a:lnTo>
                <a:lnTo>
                  <a:pt x="1260135" y="0"/>
                </a:lnTo>
                <a:lnTo>
                  <a:pt x="1260135" y="6704"/>
                </a:lnTo>
                <a:lnTo>
                  <a:pt x="1235526" y="6704"/>
                </a:lnTo>
                <a:lnTo>
                  <a:pt x="1235526" y="145704"/>
                </a:lnTo>
                <a:lnTo>
                  <a:pt x="1260135" y="145704"/>
                </a:lnTo>
                <a:lnTo>
                  <a:pt x="1260135" y="152239"/>
                </a:lnTo>
                <a:close/>
                <a:moveTo>
                  <a:pt x="1268705" y="40054"/>
                </a:moveTo>
                <a:lnTo>
                  <a:pt x="1305279" y="40054"/>
                </a:lnTo>
                <a:lnTo>
                  <a:pt x="1305279" y="43194"/>
                </a:lnTo>
                <a:cubicBezTo>
                  <a:pt x="1302960" y="43194"/>
                  <a:pt x="1301334" y="43590"/>
                  <a:pt x="1300400" y="44382"/>
                </a:cubicBezTo>
                <a:cubicBezTo>
                  <a:pt x="1299467" y="45174"/>
                  <a:pt x="1299000" y="46220"/>
                  <a:pt x="1299000" y="47521"/>
                </a:cubicBezTo>
                <a:cubicBezTo>
                  <a:pt x="1299000" y="48879"/>
                  <a:pt x="1299990" y="50972"/>
                  <a:pt x="1301970" y="53801"/>
                </a:cubicBezTo>
                <a:cubicBezTo>
                  <a:pt x="1302592" y="54706"/>
                  <a:pt x="1303526" y="56121"/>
                  <a:pt x="1304770" y="58044"/>
                </a:cubicBezTo>
                <a:lnTo>
                  <a:pt x="1310286" y="66870"/>
                </a:lnTo>
                <a:lnTo>
                  <a:pt x="1316651" y="58044"/>
                </a:lnTo>
                <a:cubicBezTo>
                  <a:pt x="1320724" y="52443"/>
                  <a:pt x="1322761" y="48908"/>
                  <a:pt x="1322761" y="47437"/>
                </a:cubicBezTo>
                <a:cubicBezTo>
                  <a:pt x="1322761" y="46249"/>
                  <a:pt x="1322280" y="45244"/>
                  <a:pt x="1321318" y="44424"/>
                </a:cubicBezTo>
                <a:cubicBezTo>
                  <a:pt x="1320356" y="43604"/>
                  <a:pt x="1318800" y="43194"/>
                  <a:pt x="1316651" y="43194"/>
                </a:cubicBezTo>
                <a:lnTo>
                  <a:pt x="1316651" y="40054"/>
                </a:lnTo>
                <a:lnTo>
                  <a:pt x="1342957" y="40054"/>
                </a:lnTo>
                <a:lnTo>
                  <a:pt x="1342957" y="43194"/>
                </a:lnTo>
                <a:cubicBezTo>
                  <a:pt x="1340185" y="43363"/>
                  <a:pt x="1337781" y="44127"/>
                  <a:pt x="1335744" y="45485"/>
                </a:cubicBezTo>
                <a:cubicBezTo>
                  <a:pt x="1332972" y="47408"/>
                  <a:pt x="1329182" y="51595"/>
                  <a:pt x="1324373" y="58044"/>
                </a:cubicBezTo>
                <a:lnTo>
                  <a:pt x="1313765" y="72216"/>
                </a:lnTo>
                <a:lnTo>
                  <a:pt x="1333114" y="99994"/>
                </a:lnTo>
                <a:cubicBezTo>
                  <a:pt x="1337866" y="106825"/>
                  <a:pt x="1341260" y="110933"/>
                  <a:pt x="1343297" y="112317"/>
                </a:cubicBezTo>
                <a:cubicBezTo>
                  <a:pt x="1345333" y="113700"/>
                  <a:pt x="1347964" y="114476"/>
                  <a:pt x="1351189" y="114646"/>
                </a:cubicBezTo>
                <a:lnTo>
                  <a:pt x="1351189" y="117785"/>
                </a:lnTo>
                <a:lnTo>
                  <a:pt x="1314529" y="117785"/>
                </a:lnTo>
                <a:lnTo>
                  <a:pt x="1314529" y="114646"/>
                </a:lnTo>
                <a:cubicBezTo>
                  <a:pt x="1317075" y="114646"/>
                  <a:pt x="1319055" y="114082"/>
                  <a:pt x="1320469" y="112954"/>
                </a:cubicBezTo>
                <a:cubicBezTo>
                  <a:pt x="1321544" y="112163"/>
                  <a:pt x="1322082" y="111120"/>
                  <a:pt x="1322082" y="109822"/>
                </a:cubicBezTo>
                <a:cubicBezTo>
                  <a:pt x="1322082" y="108524"/>
                  <a:pt x="1320271" y="105252"/>
                  <a:pt x="1316651" y="100005"/>
                </a:cubicBezTo>
                <a:lnTo>
                  <a:pt x="1305279" y="83417"/>
                </a:lnTo>
                <a:lnTo>
                  <a:pt x="1292805" y="100005"/>
                </a:lnTo>
                <a:cubicBezTo>
                  <a:pt x="1288958" y="105139"/>
                  <a:pt x="1287035" y="108186"/>
                  <a:pt x="1287035" y="109146"/>
                </a:cubicBezTo>
                <a:cubicBezTo>
                  <a:pt x="1287035" y="110500"/>
                  <a:pt x="1287671" y="111727"/>
                  <a:pt x="1288944" y="112826"/>
                </a:cubicBezTo>
                <a:cubicBezTo>
                  <a:pt x="1290217" y="113926"/>
                  <a:pt x="1292126" y="114532"/>
                  <a:pt x="1294672" y="114646"/>
                </a:cubicBezTo>
                <a:lnTo>
                  <a:pt x="1294672" y="117785"/>
                </a:lnTo>
                <a:lnTo>
                  <a:pt x="1269299" y="117785"/>
                </a:lnTo>
                <a:lnTo>
                  <a:pt x="1269299" y="114646"/>
                </a:lnTo>
                <a:cubicBezTo>
                  <a:pt x="1271336" y="114363"/>
                  <a:pt x="1273118" y="113657"/>
                  <a:pt x="1274645" y="112529"/>
                </a:cubicBezTo>
                <a:cubicBezTo>
                  <a:pt x="1276795" y="110892"/>
                  <a:pt x="1280416" y="106716"/>
                  <a:pt x="1285507" y="99999"/>
                </a:cubicBezTo>
                <a:lnTo>
                  <a:pt x="1301800" y="78410"/>
                </a:lnTo>
                <a:lnTo>
                  <a:pt x="1287035" y="57026"/>
                </a:lnTo>
                <a:cubicBezTo>
                  <a:pt x="1282848" y="50916"/>
                  <a:pt x="1279609" y="47083"/>
                  <a:pt x="1277318" y="45527"/>
                </a:cubicBezTo>
                <a:cubicBezTo>
                  <a:pt x="1275027" y="43972"/>
                  <a:pt x="1272156" y="43194"/>
                  <a:pt x="1268705" y="43194"/>
                </a:cubicBezTo>
                <a:lnTo>
                  <a:pt x="1268705" y="40054"/>
                </a:lnTo>
                <a:close/>
                <a:moveTo>
                  <a:pt x="1359675" y="0"/>
                </a:moveTo>
                <a:lnTo>
                  <a:pt x="1397013" y="0"/>
                </a:lnTo>
                <a:lnTo>
                  <a:pt x="1397013" y="152239"/>
                </a:lnTo>
                <a:lnTo>
                  <a:pt x="1359675" y="152239"/>
                </a:lnTo>
                <a:lnTo>
                  <a:pt x="1359675" y="145535"/>
                </a:lnTo>
                <a:lnTo>
                  <a:pt x="1384284" y="145535"/>
                </a:lnTo>
                <a:lnTo>
                  <a:pt x="1384284" y="6704"/>
                </a:lnTo>
                <a:lnTo>
                  <a:pt x="1359675" y="6704"/>
                </a:lnTo>
                <a:lnTo>
                  <a:pt x="135967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A6619-7B3E-4AA6-A384-AA3BBD36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714" y="8351948"/>
            <a:ext cx="75266" cy="10"/>
          </a:xfrm>
          <a:custGeom xmlns:a="http://schemas.openxmlformats.org/drawingml/2006/main">
            <a:pathLst>
              <a:path w="75266" h="1" fill="none">
                <a:moveTo>
                  <a:pt x="0" y="0"/>
                </a:moveTo>
                <a:lnTo>
                  <a:pt x="752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2BE3E1-BC1B-4C29-AE7C-DE0162DB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8305157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CFC79D-1057-485B-99C7-D365DEB0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8305157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5B31A2-3B5C-4CB8-85FF-C7DBBFFB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7924150"/>
            <a:ext cx="1898353" cy="855596"/>
          </a:xfrm>
          <a:custGeom xmlns:a="http://schemas.openxmlformats.org/drawingml/2006/main">
            <a:pathLst>
              <a:path w="1898353" h="855596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C2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40F18-2835-43E3-B94D-199E4E08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7924150"/>
            <a:ext cx="1898353" cy="855596"/>
          </a:xfrm>
          <a:custGeom xmlns:a="http://schemas.openxmlformats.org/drawingml/2006/main">
            <a:pathLst>
              <a:path w="1898353" h="855596" fill="none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02" name="Text Feasibility&amp;">
            <a:extLst xmlns:a="http://schemas.openxmlformats.org/drawingml/2006/main">
              <a:ext uri="{FF2B5EF4-FFF2-40B4-BE49-F238E27FC236}">
                <a16:creationId xmlns:a16="http://schemas.microsoft.com/office/drawing/2014/main" id="{ED6237B7-8400-4696-959A-1AF5CBB4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7" y="8053854"/>
            <a:ext cx="949272" cy="155124"/>
          </a:xfrm>
          <a:custGeom xmlns:a="http://schemas.openxmlformats.org/drawingml/2006/main">
            <a:pathLst>
              <a:path w="949272" h="155124">
                <a:moveTo>
                  <a:pt x="43873" y="9165"/>
                </a:moveTo>
                <a:lnTo>
                  <a:pt x="43873" y="56347"/>
                </a:lnTo>
                <a:lnTo>
                  <a:pt x="47182" y="56347"/>
                </a:lnTo>
                <a:cubicBezTo>
                  <a:pt x="52274" y="56347"/>
                  <a:pt x="56432" y="55581"/>
                  <a:pt x="59656" y="54048"/>
                </a:cubicBezTo>
                <a:cubicBezTo>
                  <a:pt x="62881" y="52515"/>
                  <a:pt x="65611" y="49932"/>
                  <a:pt x="67845" y="46299"/>
                </a:cubicBezTo>
                <a:cubicBezTo>
                  <a:pt x="70080" y="42666"/>
                  <a:pt x="71537" y="37756"/>
                  <a:pt x="72216" y="31568"/>
                </a:cubicBezTo>
                <a:lnTo>
                  <a:pt x="75186" y="31568"/>
                </a:lnTo>
                <a:lnTo>
                  <a:pt x="75186" y="89442"/>
                </a:lnTo>
                <a:lnTo>
                  <a:pt x="72216" y="89442"/>
                </a:lnTo>
                <a:cubicBezTo>
                  <a:pt x="71141" y="78524"/>
                  <a:pt x="68213" y="71325"/>
                  <a:pt x="63433" y="67845"/>
                </a:cubicBezTo>
                <a:cubicBezTo>
                  <a:pt x="58652" y="64366"/>
                  <a:pt x="53235" y="62627"/>
                  <a:pt x="47182" y="62627"/>
                </a:cubicBezTo>
                <a:lnTo>
                  <a:pt x="43873" y="62627"/>
                </a:lnTo>
                <a:lnTo>
                  <a:pt x="43873" y="97928"/>
                </a:lnTo>
                <a:cubicBezTo>
                  <a:pt x="43873" y="103842"/>
                  <a:pt x="44198" y="107539"/>
                  <a:pt x="44848" y="109018"/>
                </a:cubicBezTo>
                <a:cubicBezTo>
                  <a:pt x="45499" y="110496"/>
                  <a:pt x="46772" y="111790"/>
                  <a:pt x="48667" y="112898"/>
                </a:cubicBezTo>
                <a:cubicBezTo>
                  <a:pt x="50562" y="114007"/>
                  <a:pt x="53122" y="114561"/>
                  <a:pt x="56347" y="114561"/>
                </a:cubicBezTo>
                <a:lnTo>
                  <a:pt x="60166" y="114561"/>
                </a:lnTo>
                <a:lnTo>
                  <a:pt x="60166" y="117616"/>
                </a:lnTo>
                <a:lnTo>
                  <a:pt x="0" y="117616"/>
                </a:lnTo>
                <a:lnTo>
                  <a:pt x="0" y="114561"/>
                </a:lnTo>
                <a:lnTo>
                  <a:pt x="3819" y="114561"/>
                </a:lnTo>
                <a:cubicBezTo>
                  <a:pt x="7157" y="114561"/>
                  <a:pt x="9844" y="113964"/>
                  <a:pt x="11880" y="112771"/>
                </a:cubicBezTo>
                <a:cubicBezTo>
                  <a:pt x="13351" y="111973"/>
                  <a:pt x="14483" y="110609"/>
                  <a:pt x="15275" y="108676"/>
                </a:cubicBezTo>
                <a:cubicBezTo>
                  <a:pt x="15897" y="107311"/>
                  <a:pt x="16208" y="103729"/>
                  <a:pt x="16208" y="97928"/>
                </a:cubicBezTo>
                <a:lnTo>
                  <a:pt x="16208" y="22233"/>
                </a:lnTo>
                <a:cubicBezTo>
                  <a:pt x="16208" y="16320"/>
                  <a:pt x="15897" y="12624"/>
                  <a:pt x="15275" y="11146"/>
                </a:cubicBezTo>
                <a:cubicBezTo>
                  <a:pt x="14652" y="9666"/>
                  <a:pt x="13394" y="8372"/>
                  <a:pt x="11499" y="7263"/>
                </a:cubicBezTo>
                <a:cubicBezTo>
                  <a:pt x="9603" y="6155"/>
                  <a:pt x="7043" y="5601"/>
                  <a:pt x="3819" y="5601"/>
                </a:cubicBezTo>
                <a:lnTo>
                  <a:pt x="0" y="5601"/>
                </a:lnTo>
                <a:lnTo>
                  <a:pt x="0" y="2546"/>
                </a:lnTo>
                <a:lnTo>
                  <a:pt x="97080" y="2546"/>
                </a:lnTo>
                <a:lnTo>
                  <a:pt x="97080" y="35641"/>
                </a:lnTo>
                <a:lnTo>
                  <a:pt x="93600" y="35641"/>
                </a:lnTo>
                <a:cubicBezTo>
                  <a:pt x="92808" y="27866"/>
                  <a:pt x="90786" y="22105"/>
                  <a:pt x="87533" y="18359"/>
                </a:cubicBezTo>
                <a:cubicBezTo>
                  <a:pt x="84280" y="14613"/>
                  <a:pt x="79570" y="11974"/>
                  <a:pt x="73404" y="10443"/>
                </a:cubicBezTo>
                <a:cubicBezTo>
                  <a:pt x="70009" y="9591"/>
                  <a:pt x="63730" y="9165"/>
                  <a:pt x="54565" y="9165"/>
                </a:cubicBezTo>
                <a:lnTo>
                  <a:pt x="43873" y="9165"/>
                </a:lnTo>
                <a:close/>
                <a:moveTo>
                  <a:pt x="175348" y="75016"/>
                </a:moveTo>
                <a:lnTo>
                  <a:pt x="131815" y="75016"/>
                </a:lnTo>
                <a:cubicBezTo>
                  <a:pt x="132324" y="85567"/>
                  <a:pt x="135125" y="93905"/>
                  <a:pt x="140216" y="100031"/>
                </a:cubicBezTo>
                <a:cubicBezTo>
                  <a:pt x="144120" y="104739"/>
                  <a:pt x="148815" y="107093"/>
                  <a:pt x="154303" y="107093"/>
                </a:cubicBezTo>
                <a:cubicBezTo>
                  <a:pt x="157697" y="107093"/>
                  <a:pt x="160781" y="106145"/>
                  <a:pt x="163553" y="104250"/>
                </a:cubicBezTo>
                <a:cubicBezTo>
                  <a:pt x="166325" y="102355"/>
                  <a:pt x="169295" y="98947"/>
                  <a:pt x="172463" y="94025"/>
                </a:cubicBezTo>
                <a:lnTo>
                  <a:pt x="175348" y="95892"/>
                </a:lnTo>
                <a:cubicBezTo>
                  <a:pt x="171049" y="104660"/>
                  <a:pt x="166296" y="110869"/>
                  <a:pt x="161092" y="114518"/>
                </a:cubicBezTo>
                <a:cubicBezTo>
                  <a:pt x="155887" y="118167"/>
                  <a:pt x="149862" y="119992"/>
                  <a:pt x="143017" y="119992"/>
                </a:cubicBezTo>
                <a:cubicBezTo>
                  <a:pt x="131249" y="119992"/>
                  <a:pt x="122339" y="115461"/>
                  <a:pt x="116286" y="106401"/>
                </a:cubicBezTo>
                <a:cubicBezTo>
                  <a:pt x="111420" y="99096"/>
                  <a:pt x="108988" y="90035"/>
                  <a:pt x="108988" y="79219"/>
                </a:cubicBezTo>
                <a:cubicBezTo>
                  <a:pt x="108988" y="65967"/>
                  <a:pt x="112566" y="55420"/>
                  <a:pt x="119723" y="47577"/>
                </a:cubicBezTo>
                <a:cubicBezTo>
                  <a:pt x="126879" y="39733"/>
                  <a:pt x="135266" y="35811"/>
                  <a:pt x="144884" y="35811"/>
                </a:cubicBezTo>
                <a:cubicBezTo>
                  <a:pt x="152917" y="35811"/>
                  <a:pt x="159890" y="39106"/>
                  <a:pt x="165801" y="45697"/>
                </a:cubicBezTo>
                <a:cubicBezTo>
                  <a:pt x="171713" y="52288"/>
                  <a:pt x="174896" y="62061"/>
                  <a:pt x="175348" y="75016"/>
                </a:cubicBezTo>
                <a:moveTo>
                  <a:pt x="154473" y="69415"/>
                </a:moveTo>
                <a:cubicBezTo>
                  <a:pt x="154473" y="60307"/>
                  <a:pt x="153978" y="54056"/>
                  <a:pt x="152988" y="50661"/>
                </a:cubicBezTo>
                <a:cubicBezTo>
                  <a:pt x="151998" y="47267"/>
                  <a:pt x="150456" y="44693"/>
                  <a:pt x="148363" y="42939"/>
                </a:cubicBezTo>
                <a:cubicBezTo>
                  <a:pt x="147175" y="41921"/>
                  <a:pt x="145591" y="41412"/>
                  <a:pt x="143611" y="41412"/>
                </a:cubicBezTo>
                <a:cubicBezTo>
                  <a:pt x="140669" y="41412"/>
                  <a:pt x="138264" y="42854"/>
                  <a:pt x="136398" y="45739"/>
                </a:cubicBezTo>
                <a:cubicBezTo>
                  <a:pt x="133060" y="50774"/>
                  <a:pt x="131391" y="57676"/>
                  <a:pt x="131391" y="66445"/>
                </a:cubicBezTo>
                <a:lnTo>
                  <a:pt x="131391" y="69415"/>
                </a:lnTo>
                <a:lnTo>
                  <a:pt x="154473" y="69415"/>
                </a:lnTo>
                <a:close/>
                <a:moveTo>
                  <a:pt x="229091" y="105905"/>
                </a:moveTo>
                <a:cubicBezTo>
                  <a:pt x="219417" y="114504"/>
                  <a:pt x="210733" y="118804"/>
                  <a:pt x="203039" y="118804"/>
                </a:cubicBezTo>
                <a:cubicBezTo>
                  <a:pt x="198513" y="118804"/>
                  <a:pt x="194751" y="117314"/>
                  <a:pt x="191753" y="114335"/>
                </a:cubicBezTo>
                <a:cubicBezTo>
                  <a:pt x="188754" y="111355"/>
                  <a:pt x="187255" y="107623"/>
                  <a:pt x="187255" y="103139"/>
                </a:cubicBezTo>
                <a:cubicBezTo>
                  <a:pt x="187255" y="97065"/>
                  <a:pt x="189857" y="91601"/>
                  <a:pt x="195062" y="86748"/>
                </a:cubicBezTo>
                <a:cubicBezTo>
                  <a:pt x="200267" y="81895"/>
                  <a:pt x="211610" y="75439"/>
                  <a:pt x="229091" y="67379"/>
                </a:cubicBezTo>
                <a:lnTo>
                  <a:pt x="229091" y="59402"/>
                </a:lnTo>
                <a:cubicBezTo>
                  <a:pt x="229091" y="53405"/>
                  <a:pt x="228766" y="49629"/>
                  <a:pt x="228115" y="48073"/>
                </a:cubicBezTo>
                <a:cubicBezTo>
                  <a:pt x="227464" y="46517"/>
                  <a:pt x="226234" y="45160"/>
                  <a:pt x="224424" y="44000"/>
                </a:cubicBezTo>
                <a:cubicBezTo>
                  <a:pt x="222613" y="42840"/>
                  <a:pt x="220577" y="42260"/>
                  <a:pt x="218314" y="42260"/>
                </a:cubicBezTo>
                <a:cubicBezTo>
                  <a:pt x="214636" y="42260"/>
                  <a:pt x="211610" y="43080"/>
                  <a:pt x="209234" y="44721"/>
                </a:cubicBezTo>
                <a:cubicBezTo>
                  <a:pt x="207763" y="45739"/>
                  <a:pt x="207027" y="46927"/>
                  <a:pt x="207027" y="48285"/>
                </a:cubicBezTo>
                <a:cubicBezTo>
                  <a:pt x="207027" y="49473"/>
                  <a:pt x="207819" y="50944"/>
                  <a:pt x="209403" y="52698"/>
                </a:cubicBezTo>
                <a:cubicBezTo>
                  <a:pt x="211553" y="55131"/>
                  <a:pt x="212628" y="57478"/>
                  <a:pt x="212628" y="59741"/>
                </a:cubicBezTo>
                <a:cubicBezTo>
                  <a:pt x="212628" y="62513"/>
                  <a:pt x="211596" y="64875"/>
                  <a:pt x="209531" y="66827"/>
                </a:cubicBezTo>
                <a:cubicBezTo>
                  <a:pt x="207466" y="68779"/>
                  <a:pt x="204764" y="69755"/>
                  <a:pt x="201427" y="69755"/>
                </a:cubicBezTo>
                <a:cubicBezTo>
                  <a:pt x="197863" y="69755"/>
                  <a:pt x="194878" y="68680"/>
                  <a:pt x="192474" y="66530"/>
                </a:cubicBezTo>
                <a:cubicBezTo>
                  <a:pt x="190070" y="64380"/>
                  <a:pt x="188867" y="61863"/>
                  <a:pt x="188867" y="58978"/>
                </a:cubicBezTo>
                <a:cubicBezTo>
                  <a:pt x="188867" y="54904"/>
                  <a:pt x="190480" y="51015"/>
                  <a:pt x="193704" y="47309"/>
                </a:cubicBezTo>
                <a:cubicBezTo>
                  <a:pt x="196929" y="43604"/>
                  <a:pt x="201427" y="40761"/>
                  <a:pt x="207197" y="38781"/>
                </a:cubicBezTo>
                <a:cubicBezTo>
                  <a:pt x="212968" y="36801"/>
                  <a:pt x="218964" y="35811"/>
                  <a:pt x="225187" y="35811"/>
                </a:cubicBezTo>
                <a:cubicBezTo>
                  <a:pt x="232712" y="35811"/>
                  <a:pt x="238666" y="37413"/>
                  <a:pt x="243050" y="40619"/>
                </a:cubicBezTo>
                <a:cubicBezTo>
                  <a:pt x="247435" y="43822"/>
                  <a:pt x="250278" y="47295"/>
                  <a:pt x="251579" y="51038"/>
                </a:cubicBezTo>
                <a:cubicBezTo>
                  <a:pt x="252371" y="53419"/>
                  <a:pt x="252767" y="58891"/>
                  <a:pt x="252767" y="67453"/>
                </a:cubicBezTo>
                <a:lnTo>
                  <a:pt x="252767" y="98329"/>
                </a:lnTo>
                <a:cubicBezTo>
                  <a:pt x="252767" y="101958"/>
                  <a:pt x="252908" y="104241"/>
                  <a:pt x="253191" y="105178"/>
                </a:cubicBezTo>
                <a:cubicBezTo>
                  <a:pt x="253474" y="106114"/>
                  <a:pt x="253898" y="106808"/>
                  <a:pt x="254464" y="107263"/>
                </a:cubicBezTo>
                <a:cubicBezTo>
                  <a:pt x="255030" y="107715"/>
                  <a:pt x="255680" y="107942"/>
                  <a:pt x="256416" y="107942"/>
                </a:cubicBezTo>
                <a:cubicBezTo>
                  <a:pt x="257887" y="107942"/>
                  <a:pt x="259386" y="106895"/>
                  <a:pt x="260913" y="104802"/>
                </a:cubicBezTo>
                <a:lnTo>
                  <a:pt x="263459" y="106838"/>
                </a:lnTo>
                <a:cubicBezTo>
                  <a:pt x="260630" y="111025"/>
                  <a:pt x="257703" y="114066"/>
                  <a:pt x="254676" y="115961"/>
                </a:cubicBezTo>
                <a:cubicBezTo>
                  <a:pt x="251649" y="117856"/>
                  <a:pt x="248213" y="118804"/>
                  <a:pt x="244366" y="118804"/>
                </a:cubicBezTo>
                <a:cubicBezTo>
                  <a:pt x="239840" y="118804"/>
                  <a:pt x="236304" y="117736"/>
                  <a:pt x="233758" y="115600"/>
                </a:cubicBezTo>
                <a:cubicBezTo>
                  <a:pt x="231212" y="113465"/>
                  <a:pt x="229657" y="110233"/>
                  <a:pt x="229091" y="105905"/>
                </a:cubicBezTo>
                <a:moveTo>
                  <a:pt x="229091" y="99625"/>
                </a:moveTo>
                <a:lnTo>
                  <a:pt x="229091" y="73080"/>
                </a:lnTo>
                <a:cubicBezTo>
                  <a:pt x="222246" y="77116"/>
                  <a:pt x="217154" y="81437"/>
                  <a:pt x="213816" y="86043"/>
                </a:cubicBezTo>
                <a:cubicBezTo>
                  <a:pt x="211610" y="89112"/>
                  <a:pt x="210507" y="92210"/>
                  <a:pt x="210507" y="95337"/>
                </a:cubicBezTo>
                <a:cubicBezTo>
                  <a:pt x="210507" y="97952"/>
                  <a:pt x="211440" y="100255"/>
                  <a:pt x="213307" y="102245"/>
                </a:cubicBezTo>
                <a:cubicBezTo>
                  <a:pt x="214721" y="103780"/>
                  <a:pt x="216701" y="104547"/>
                  <a:pt x="219247" y="104547"/>
                </a:cubicBezTo>
                <a:cubicBezTo>
                  <a:pt x="222076" y="104547"/>
                  <a:pt x="225357" y="102907"/>
                  <a:pt x="229091" y="99625"/>
                </a:cubicBezTo>
                <a:close/>
                <a:moveTo>
                  <a:pt x="322352" y="36150"/>
                </a:moveTo>
                <a:lnTo>
                  <a:pt x="323625" y="63305"/>
                </a:lnTo>
                <a:lnTo>
                  <a:pt x="320740" y="63305"/>
                </a:lnTo>
                <a:cubicBezTo>
                  <a:pt x="317289" y="55207"/>
                  <a:pt x="313710" y="49675"/>
                  <a:pt x="310005" y="46710"/>
                </a:cubicBezTo>
                <a:cubicBezTo>
                  <a:pt x="306299" y="43743"/>
                  <a:pt x="302608" y="42260"/>
                  <a:pt x="298931" y="42260"/>
                </a:cubicBezTo>
                <a:cubicBezTo>
                  <a:pt x="296611" y="42260"/>
                  <a:pt x="294631" y="43038"/>
                  <a:pt x="292990" y="44594"/>
                </a:cubicBezTo>
                <a:cubicBezTo>
                  <a:pt x="291350" y="46150"/>
                  <a:pt x="290529" y="47946"/>
                  <a:pt x="290529" y="49982"/>
                </a:cubicBezTo>
                <a:cubicBezTo>
                  <a:pt x="290529" y="51510"/>
                  <a:pt x="291095" y="52981"/>
                  <a:pt x="292227" y="54395"/>
                </a:cubicBezTo>
                <a:cubicBezTo>
                  <a:pt x="294037" y="56715"/>
                  <a:pt x="299100" y="60689"/>
                  <a:pt x="307417" y="66318"/>
                </a:cubicBezTo>
                <a:cubicBezTo>
                  <a:pt x="315733" y="71947"/>
                  <a:pt x="321206" y="76727"/>
                  <a:pt x="323837" y="80659"/>
                </a:cubicBezTo>
                <a:cubicBezTo>
                  <a:pt x="326468" y="84591"/>
                  <a:pt x="327783" y="88990"/>
                  <a:pt x="327783" y="93855"/>
                </a:cubicBezTo>
                <a:cubicBezTo>
                  <a:pt x="327783" y="98268"/>
                  <a:pt x="326680" y="102596"/>
                  <a:pt x="324473" y="106838"/>
                </a:cubicBezTo>
                <a:cubicBezTo>
                  <a:pt x="322267" y="111081"/>
                  <a:pt x="319155" y="114334"/>
                  <a:pt x="315139" y="116597"/>
                </a:cubicBezTo>
                <a:cubicBezTo>
                  <a:pt x="311122" y="118860"/>
                  <a:pt x="306681" y="119992"/>
                  <a:pt x="301816" y="119992"/>
                </a:cubicBezTo>
                <a:cubicBezTo>
                  <a:pt x="298025" y="119992"/>
                  <a:pt x="292962" y="118782"/>
                  <a:pt x="286626" y="116361"/>
                </a:cubicBezTo>
                <a:cubicBezTo>
                  <a:pt x="284929" y="115727"/>
                  <a:pt x="283769" y="115409"/>
                  <a:pt x="283147" y="115409"/>
                </a:cubicBezTo>
                <a:cubicBezTo>
                  <a:pt x="281280" y="115409"/>
                  <a:pt x="279724" y="116824"/>
                  <a:pt x="278479" y="119652"/>
                </a:cubicBezTo>
                <a:lnTo>
                  <a:pt x="275679" y="119652"/>
                </a:lnTo>
                <a:lnTo>
                  <a:pt x="274321" y="91139"/>
                </a:lnTo>
                <a:lnTo>
                  <a:pt x="277206" y="91139"/>
                </a:lnTo>
                <a:cubicBezTo>
                  <a:pt x="279752" y="98607"/>
                  <a:pt x="283246" y="104208"/>
                  <a:pt x="287687" y="107942"/>
                </a:cubicBezTo>
                <a:cubicBezTo>
                  <a:pt x="292128" y="111676"/>
                  <a:pt x="296328" y="113542"/>
                  <a:pt x="300288" y="113542"/>
                </a:cubicBezTo>
                <a:cubicBezTo>
                  <a:pt x="303004" y="113542"/>
                  <a:pt x="305224" y="112708"/>
                  <a:pt x="306950" y="111039"/>
                </a:cubicBezTo>
                <a:cubicBezTo>
                  <a:pt x="308675" y="109370"/>
                  <a:pt x="309538" y="107348"/>
                  <a:pt x="309538" y="104972"/>
                </a:cubicBezTo>
                <a:cubicBezTo>
                  <a:pt x="309538" y="102256"/>
                  <a:pt x="308689" y="99908"/>
                  <a:pt x="306992" y="97928"/>
                </a:cubicBezTo>
                <a:cubicBezTo>
                  <a:pt x="305295" y="95948"/>
                  <a:pt x="301505" y="92950"/>
                  <a:pt x="295621" y="88933"/>
                </a:cubicBezTo>
                <a:cubicBezTo>
                  <a:pt x="286965" y="82936"/>
                  <a:pt x="281365" y="78354"/>
                  <a:pt x="278819" y="75186"/>
                </a:cubicBezTo>
                <a:cubicBezTo>
                  <a:pt x="275085" y="70547"/>
                  <a:pt x="273218" y="65427"/>
                  <a:pt x="273218" y="59826"/>
                </a:cubicBezTo>
                <a:cubicBezTo>
                  <a:pt x="273218" y="53716"/>
                  <a:pt x="275325" y="48186"/>
                  <a:pt x="279540" y="43236"/>
                </a:cubicBezTo>
                <a:cubicBezTo>
                  <a:pt x="283755" y="38286"/>
                  <a:pt x="289851" y="35811"/>
                  <a:pt x="297827" y="35811"/>
                </a:cubicBezTo>
                <a:cubicBezTo>
                  <a:pt x="302127" y="35811"/>
                  <a:pt x="306285" y="36898"/>
                  <a:pt x="310302" y="39073"/>
                </a:cubicBezTo>
                <a:cubicBezTo>
                  <a:pt x="311829" y="39953"/>
                  <a:pt x="313074" y="40393"/>
                  <a:pt x="314036" y="40393"/>
                </a:cubicBezTo>
                <a:cubicBezTo>
                  <a:pt x="315054" y="40393"/>
                  <a:pt x="315874" y="40181"/>
                  <a:pt x="316497" y="39757"/>
                </a:cubicBezTo>
                <a:cubicBezTo>
                  <a:pt x="317119" y="39333"/>
                  <a:pt x="318109" y="38130"/>
                  <a:pt x="319467" y="36150"/>
                </a:cubicBezTo>
                <a:lnTo>
                  <a:pt x="322352" y="36150"/>
                </a:lnTo>
                <a:close/>
                <a:moveTo>
                  <a:pt x="358899" y="0"/>
                </a:moveTo>
                <a:cubicBezTo>
                  <a:pt x="362576" y="0"/>
                  <a:pt x="365687" y="1291"/>
                  <a:pt x="368233" y="3874"/>
                </a:cubicBezTo>
                <a:cubicBezTo>
                  <a:pt x="370779" y="6456"/>
                  <a:pt x="372052" y="9563"/>
                  <a:pt x="372052" y="13196"/>
                </a:cubicBezTo>
                <a:cubicBezTo>
                  <a:pt x="372052" y="16829"/>
                  <a:pt x="370765" y="19923"/>
                  <a:pt x="368191" y="22477"/>
                </a:cubicBezTo>
                <a:cubicBezTo>
                  <a:pt x="365617" y="25030"/>
                  <a:pt x="362519" y="26307"/>
                  <a:pt x="358899" y="26307"/>
                </a:cubicBezTo>
                <a:cubicBezTo>
                  <a:pt x="355278" y="26307"/>
                  <a:pt x="352195" y="25030"/>
                  <a:pt x="349649" y="22477"/>
                </a:cubicBezTo>
                <a:cubicBezTo>
                  <a:pt x="347103" y="19923"/>
                  <a:pt x="345830" y="16829"/>
                  <a:pt x="345830" y="13196"/>
                </a:cubicBezTo>
                <a:cubicBezTo>
                  <a:pt x="345830" y="9563"/>
                  <a:pt x="347103" y="6456"/>
                  <a:pt x="349649" y="3874"/>
                </a:cubicBezTo>
                <a:cubicBezTo>
                  <a:pt x="352195" y="1291"/>
                  <a:pt x="355278" y="0"/>
                  <a:pt x="358899" y="0"/>
                </a:cubicBezTo>
                <a:moveTo>
                  <a:pt x="370779" y="38187"/>
                </a:moveTo>
                <a:lnTo>
                  <a:pt x="370779" y="101153"/>
                </a:lnTo>
                <a:cubicBezTo>
                  <a:pt x="370779" y="106754"/>
                  <a:pt x="371430" y="110332"/>
                  <a:pt x="372731" y="111888"/>
                </a:cubicBezTo>
                <a:cubicBezTo>
                  <a:pt x="374032" y="113443"/>
                  <a:pt x="376578" y="114334"/>
                  <a:pt x="380368" y="114561"/>
                </a:cubicBezTo>
                <a:lnTo>
                  <a:pt x="380368" y="117616"/>
                </a:lnTo>
                <a:lnTo>
                  <a:pt x="337514" y="117616"/>
                </a:lnTo>
                <a:lnTo>
                  <a:pt x="337514" y="114561"/>
                </a:lnTo>
                <a:cubicBezTo>
                  <a:pt x="341021" y="114448"/>
                  <a:pt x="343624" y="113429"/>
                  <a:pt x="345321" y="111506"/>
                </a:cubicBezTo>
                <a:cubicBezTo>
                  <a:pt x="346452" y="110205"/>
                  <a:pt x="347018" y="106754"/>
                  <a:pt x="347018" y="101153"/>
                </a:cubicBezTo>
                <a:lnTo>
                  <a:pt x="347018" y="54819"/>
                </a:lnTo>
                <a:cubicBezTo>
                  <a:pt x="347018" y="49148"/>
                  <a:pt x="346368" y="45525"/>
                  <a:pt x="345066" y="43949"/>
                </a:cubicBezTo>
                <a:cubicBezTo>
                  <a:pt x="343765" y="42374"/>
                  <a:pt x="341248" y="41472"/>
                  <a:pt x="337514" y="41242"/>
                </a:cubicBezTo>
                <a:lnTo>
                  <a:pt x="337514" y="38187"/>
                </a:lnTo>
                <a:lnTo>
                  <a:pt x="370779" y="38187"/>
                </a:lnTo>
                <a:close/>
                <a:moveTo>
                  <a:pt x="418839" y="2546"/>
                </a:moveTo>
                <a:lnTo>
                  <a:pt x="418839" y="46164"/>
                </a:lnTo>
                <a:cubicBezTo>
                  <a:pt x="425514" y="39262"/>
                  <a:pt x="432812" y="35811"/>
                  <a:pt x="440733" y="35811"/>
                </a:cubicBezTo>
                <a:cubicBezTo>
                  <a:pt x="446164" y="35811"/>
                  <a:pt x="451284" y="37411"/>
                  <a:pt x="456092" y="40611"/>
                </a:cubicBezTo>
                <a:cubicBezTo>
                  <a:pt x="460901" y="43811"/>
                  <a:pt x="464663" y="48355"/>
                  <a:pt x="467379" y="54244"/>
                </a:cubicBezTo>
                <a:cubicBezTo>
                  <a:pt x="470094" y="60133"/>
                  <a:pt x="471452" y="66929"/>
                  <a:pt x="471452" y="74632"/>
                </a:cubicBezTo>
                <a:cubicBezTo>
                  <a:pt x="471452" y="83296"/>
                  <a:pt x="469726" y="91168"/>
                  <a:pt x="466275" y="98246"/>
                </a:cubicBezTo>
                <a:cubicBezTo>
                  <a:pt x="462824" y="105325"/>
                  <a:pt x="458214" y="110719"/>
                  <a:pt x="452443" y="114428"/>
                </a:cubicBezTo>
                <a:cubicBezTo>
                  <a:pt x="446673" y="118137"/>
                  <a:pt x="440082" y="119992"/>
                  <a:pt x="432671" y="119992"/>
                </a:cubicBezTo>
                <a:cubicBezTo>
                  <a:pt x="428371" y="119992"/>
                  <a:pt x="424553" y="119313"/>
                  <a:pt x="421215" y="117955"/>
                </a:cubicBezTo>
                <a:cubicBezTo>
                  <a:pt x="417877" y="116597"/>
                  <a:pt x="414596" y="114391"/>
                  <a:pt x="411371" y="111336"/>
                </a:cubicBezTo>
                <a:lnTo>
                  <a:pt x="398218" y="119992"/>
                </a:lnTo>
                <a:lnTo>
                  <a:pt x="395333" y="119992"/>
                </a:lnTo>
                <a:lnTo>
                  <a:pt x="395333" y="19009"/>
                </a:lnTo>
                <a:cubicBezTo>
                  <a:pt x="395333" y="14396"/>
                  <a:pt x="395135" y="11550"/>
                  <a:pt x="394739" y="10470"/>
                </a:cubicBezTo>
                <a:cubicBezTo>
                  <a:pt x="394173" y="8875"/>
                  <a:pt x="393282" y="7693"/>
                  <a:pt x="392066" y="6924"/>
                </a:cubicBezTo>
                <a:cubicBezTo>
                  <a:pt x="390849" y="6155"/>
                  <a:pt x="388798" y="5714"/>
                  <a:pt x="385913" y="5601"/>
                </a:cubicBezTo>
                <a:lnTo>
                  <a:pt x="385913" y="2546"/>
                </a:lnTo>
                <a:lnTo>
                  <a:pt x="418839" y="2546"/>
                </a:lnTo>
                <a:moveTo>
                  <a:pt x="418839" y="53727"/>
                </a:moveTo>
                <a:lnTo>
                  <a:pt x="418839" y="89071"/>
                </a:lnTo>
                <a:cubicBezTo>
                  <a:pt x="418839" y="96265"/>
                  <a:pt x="419009" y="100853"/>
                  <a:pt x="419348" y="102837"/>
                </a:cubicBezTo>
                <a:cubicBezTo>
                  <a:pt x="419914" y="106178"/>
                  <a:pt x="421271" y="108883"/>
                  <a:pt x="423421" y="110952"/>
                </a:cubicBezTo>
                <a:cubicBezTo>
                  <a:pt x="425571" y="113018"/>
                  <a:pt x="428315" y="114052"/>
                  <a:pt x="431653" y="114052"/>
                </a:cubicBezTo>
                <a:cubicBezTo>
                  <a:pt x="434538" y="114052"/>
                  <a:pt x="437013" y="113230"/>
                  <a:pt x="439078" y="111588"/>
                </a:cubicBezTo>
                <a:cubicBezTo>
                  <a:pt x="441143" y="109946"/>
                  <a:pt x="442868" y="106689"/>
                  <a:pt x="444254" y="101819"/>
                </a:cubicBezTo>
                <a:cubicBezTo>
                  <a:pt x="445640" y="96946"/>
                  <a:pt x="446333" y="88166"/>
                  <a:pt x="446333" y="75477"/>
                </a:cubicBezTo>
                <a:cubicBezTo>
                  <a:pt x="446333" y="63298"/>
                  <a:pt x="444806" y="54943"/>
                  <a:pt x="441751" y="50412"/>
                </a:cubicBezTo>
                <a:cubicBezTo>
                  <a:pt x="439545" y="47127"/>
                  <a:pt x="436575" y="45485"/>
                  <a:pt x="432841" y="45485"/>
                </a:cubicBezTo>
                <a:cubicBezTo>
                  <a:pt x="427975" y="45485"/>
                  <a:pt x="423308" y="48232"/>
                  <a:pt x="418839" y="53727"/>
                </a:cubicBezTo>
                <a:close/>
                <a:moveTo>
                  <a:pt x="503842" y="0"/>
                </a:moveTo>
                <a:cubicBezTo>
                  <a:pt x="507519" y="0"/>
                  <a:pt x="510631" y="1291"/>
                  <a:pt x="513177" y="3874"/>
                </a:cubicBezTo>
                <a:cubicBezTo>
                  <a:pt x="515722" y="6456"/>
                  <a:pt x="516995" y="9563"/>
                  <a:pt x="516995" y="13196"/>
                </a:cubicBezTo>
                <a:cubicBezTo>
                  <a:pt x="516995" y="16829"/>
                  <a:pt x="515708" y="19923"/>
                  <a:pt x="513134" y="22477"/>
                </a:cubicBezTo>
                <a:cubicBezTo>
                  <a:pt x="510560" y="25030"/>
                  <a:pt x="507463" y="26307"/>
                  <a:pt x="503842" y="26307"/>
                </a:cubicBezTo>
                <a:cubicBezTo>
                  <a:pt x="500221" y="26307"/>
                  <a:pt x="497138" y="25030"/>
                  <a:pt x="494592" y="22477"/>
                </a:cubicBezTo>
                <a:cubicBezTo>
                  <a:pt x="492046" y="19923"/>
                  <a:pt x="490774" y="16829"/>
                  <a:pt x="490774" y="13196"/>
                </a:cubicBezTo>
                <a:cubicBezTo>
                  <a:pt x="490774" y="9563"/>
                  <a:pt x="492046" y="6456"/>
                  <a:pt x="494592" y="3874"/>
                </a:cubicBezTo>
                <a:cubicBezTo>
                  <a:pt x="497138" y="1291"/>
                  <a:pt x="500221" y="0"/>
                  <a:pt x="503842" y="0"/>
                </a:cubicBezTo>
                <a:moveTo>
                  <a:pt x="515722" y="38187"/>
                </a:moveTo>
                <a:lnTo>
                  <a:pt x="515722" y="101153"/>
                </a:lnTo>
                <a:cubicBezTo>
                  <a:pt x="515722" y="106754"/>
                  <a:pt x="516373" y="110332"/>
                  <a:pt x="517674" y="111888"/>
                </a:cubicBezTo>
                <a:cubicBezTo>
                  <a:pt x="518975" y="113443"/>
                  <a:pt x="521521" y="114334"/>
                  <a:pt x="525311" y="114561"/>
                </a:cubicBezTo>
                <a:lnTo>
                  <a:pt x="525311" y="117616"/>
                </a:lnTo>
                <a:lnTo>
                  <a:pt x="482457" y="117616"/>
                </a:lnTo>
                <a:lnTo>
                  <a:pt x="482457" y="114561"/>
                </a:lnTo>
                <a:cubicBezTo>
                  <a:pt x="485965" y="114448"/>
                  <a:pt x="488567" y="113429"/>
                  <a:pt x="490264" y="111506"/>
                </a:cubicBezTo>
                <a:cubicBezTo>
                  <a:pt x="491396" y="110205"/>
                  <a:pt x="491962" y="106754"/>
                  <a:pt x="491962" y="101153"/>
                </a:cubicBezTo>
                <a:lnTo>
                  <a:pt x="491962" y="54819"/>
                </a:lnTo>
                <a:cubicBezTo>
                  <a:pt x="491962" y="49148"/>
                  <a:pt x="491311" y="45525"/>
                  <a:pt x="490010" y="43949"/>
                </a:cubicBezTo>
                <a:cubicBezTo>
                  <a:pt x="488709" y="42374"/>
                  <a:pt x="486191" y="41472"/>
                  <a:pt x="482457" y="41242"/>
                </a:cubicBezTo>
                <a:lnTo>
                  <a:pt x="482457" y="38187"/>
                </a:lnTo>
                <a:lnTo>
                  <a:pt x="515722" y="38187"/>
                </a:lnTo>
                <a:close/>
                <a:moveTo>
                  <a:pt x="564122" y="2546"/>
                </a:moveTo>
                <a:lnTo>
                  <a:pt x="564122" y="101153"/>
                </a:lnTo>
                <a:cubicBezTo>
                  <a:pt x="564122" y="106754"/>
                  <a:pt x="564772" y="110332"/>
                  <a:pt x="566073" y="111888"/>
                </a:cubicBezTo>
                <a:cubicBezTo>
                  <a:pt x="567375" y="113443"/>
                  <a:pt x="569920" y="114334"/>
                  <a:pt x="573711" y="114561"/>
                </a:cubicBezTo>
                <a:lnTo>
                  <a:pt x="573711" y="117616"/>
                </a:lnTo>
                <a:lnTo>
                  <a:pt x="530857" y="117616"/>
                </a:lnTo>
                <a:lnTo>
                  <a:pt x="530857" y="114561"/>
                </a:lnTo>
                <a:cubicBezTo>
                  <a:pt x="534364" y="114448"/>
                  <a:pt x="536966" y="113429"/>
                  <a:pt x="538664" y="111506"/>
                </a:cubicBezTo>
                <a:cubicBezTo>
                  <a:pt x="539795" y="110205"/>
                  <a:pt x="540361" y="106754"/>
                  <a:pt x="540361" y="101153"/>
                </a:cubicBezTo>
                <a:lnTo>
                  <a:pt x="540361" y="19009"/>
                </a:lnTo>
                <a:cubicBezTo>
                  <a:pt x="540361" y="13429"/>
                  <a:pt x="539710" y="9857"/>
                  <a:pt x="538409" y="8292"/>
                </a:cubicBezTo>
                <a:cubicBezTo>
                  <a:pt x="537108" y="6726"/>
                  <a:pt x="534590" y="5829"/>
                  <a:pt x="530857" y="5601"/>
                </a:cubicBezTo>
                <a:lnTo>
                  <a:pt x="530857" y="2546"/>
                </a:lnTo>
                <a:lnTo>
                  <a:pt x="564122" y="2546"/>
                </a:lnTo>
                <a:close/>
                <a:moveTo>
                  <a:pt x="600471" y="0"/>
                </a:moveTo>
                <a:cubicBezTo>
                  <a:pt x="604148" y="0"/>
                  <a:pt x="607260" y="1291"/>
                  <a:pt x="609805" y="3874"/>
                </a:cubicBezTo>
                <a:cubicBezTo>
                  <a:pt x="612351" y="6456"/>
                  <a:pt x="613624" y="9563"/>
                  <a:pt x="613624" y="13196"/>
                </a:cubicBezTo>
                <a:cubicBezTo>
                  <a:pt x="613624" y="16829"/>
                  <a:pt x="612337" y="19923"/>
                  <a:pt x="609763" y="22477"/>
                </a:cubicBezTo>
                <a:cubicBezTo>
                  <a:pt x="607189" y="25030"/>
                  <a:pt x="604091" y="26307"/>
                  <a:pt x="600471" y="26307"/>
                </a:cubicBezTo>
                <a:cubicBezTo>
                  <a:pt x="596850" y="26307"/>
                  <a:pt x="593767" y="25030"/>
                  <a:pt x="591221" y="22477"/>
                </a:cubicBezTo>
                <a:cubicBezTo>
                  <a:pt x="588675" y="19923"/>
                  <a:pt x="587402" y="16829"/>
                  <a:pt x="587402" y="13196"/>
                </a:cubicBezTo>
                <a:cubicBezTo>
                  <a:pt x="587402" y="9563"/>
                  <a:pt x="588675" y="6456"/>
                  <a:pt x="591221" y="3874"/>
                </a:cubicBezTo>
                <a:cubicBezTo>
                  <a:pt x="593767" y="1291"/>
                  <a:pt x="596850" y="0"/>
                  <a:pt x="600471" y="0"/>
                </a:cubicBezTo>
                <a:moveTo>
                  <a:pt x="612351" y="38187"/>
                </a:moveTo>
                <a:lnTo>
                  <a:pt x="612351" y="101153"/>
                </a:lnTo>
                <a:cubicBezTo>
                  <a:pt x="612351" y="106754"/>
                  <a:pt x="613002" y="110332"/>
                  <a:pt x="614303" y="111888"/>
                </a:cubicBezTo>
                <a:cubicBezTo>
                  <a:pt x="615604" y="113443"/>
                  <a:pt x="618150" y="114334"/>
                  <a:pt x="621940" y="114561"/>
                </a:cubicBezTo>
                <a:lnTo>
                  <a:pt x="621940" y="117616"/>
                </a:lnTo>
                <a:lnTo>
                  <a:pt x="579086" y="117616"/>
                </a:lnTo>
                <a:lnTo>
                  <a:pt x="579086" y="114561"/>
                </a:lnTo>
                <a:cubicBezTo>
                  <a:pt x="582594" y="114448"/>
                  <a:pt x="585196" y="113429"/>
                  <a:pt x="586893" y="111506"/>
                </a:cubicBezTo>
                <a:cubicBezTo>
                  <a:pt x="588025" y="110205"/>
                  <a:pt x="588590" y="106754"/>
                  <a:pt x="588590" y="101153"/>
                </a:cubicBezTo>
                <a:lnTo>
                  <a:pt x="588590" y="54819"/>
                </a:lnTo>
                <a:cubicBezTo>
                  <a:pt x="588590" y="49148"/>
                  <a:pt x="587940" y="45525"/>
                  <a:pt x="586639" y="43949"/>
                </a:cubicBezTo>
                <a:cubicBezTo>
                  <a:pt x="585337" y="42374"/>
                  <a:pt x="582820" y="41472"/>
                  <a:pt x="579086" y="41242"/>
                </a:cubicBezTo>
                <a:lnTo>
                  <a:pt x="579086" y="38187"/>
                </a:lnTo>
                <a:lnTo>
                  <a:pt x="612351" y="38187"/>
                </a:lnTo>
                <a:close/>
                <a:moveTo>
                  <a:pt x="661175" y="8995"/>
                </a:moveTo>
                <a:lnTo>
                  <a:pt x="661175" y="38187"/>
                </a:lnTo>
                <a:lnTo>
                  <a:pt x="680014" y="38187"/>
                </a:lnTo>
                <a:lnTo>
                  <a:pt x="680014" y="46503"/>
                </a:lnTo>
                <a:lnTo>
                  <a:pt x="661175" y="46503"/>
                </a:lnTo>
                <a:lnTo>
                  <a:pt x="661175" y="95600"/>
                </a:lnTo>
                <a:cubicBezTo>
                  <a:pt x="661175" y="100195"/>
                  <a:pt x="661387" y="103159"/>
                  <a:pt x="661811" y="104492"/>
                </a:cubicBezTo>
                <a:cubicBezTo>
                  <a:pt x="662235" y="105825"/>
                  <a:pt x="662985" y="106903"/>
                  <a:pt x="664060" y="107727"/>
                </a:cubicBezTo>
                <a:cubicBezTo>
                  <a:pt x="665135" y="108549"/>
                  <a:pt x="666125" y="108960"/>
                  <a:pt x="667030" y="108960"/>
                </a:cubicBezTo>
                <a:cubicBezTo>
                  <a:pt x="670707" y="108960"/>
                  <a:pt x="674187" y="106131"/>
                  <a:pt x="677468" y="100474"/>
                </a:cubicBezTo>
                <a:lnTo>
                  <a:pt x="680014" y="102359"/>
                </a:lnTo>
                <a:cubicBezTo>
                  <a:pt x="675431" y="113322"/>
                  <a:pt x="667992" y="118804"/>
                  <a:pt x="657695" y="118804"/>
                </a:cubicBezTo>
                <a:cubicBezTo>
                  <a:pt x="652660" y="118804"/>
                  <a:pt x="648403" y="117399"/>
                  <a:pt x="644924" y="114590"/>
                </a:cubicBezTo>
                <a:cubicBezTo>
                  <a:pt x="641445" y="111779"/>
                  <a:pt x="639224" y="108642"/>
                  <a:pt x="638263" y="105178"/>
                </a:cubicBezTo>
                <a:cubicBezTo>
                  <a:pt x="637697" y="103248"/>
                  <a:pt x="637414" y="98025"/>
                  <a:pt x="637414" y="89509"/>
                </a:cubicBezTo>
                <a:lnTo>
                  <a:pt x="637414" y="46503"/>
                </a:lnTo>
                <a:lnTo>
                  <a:pt x="627061" y="46503"/>
                </a:lnTo>
                <a:lnTo>
                  <a:pt x="627061" y="43525"/>
                </a:lnTo>
                <a:cubicBezTo>
                  <a:pt x="634189" y="38480"/>
                  <a:pt x="640257" y="33178"/>
                  <a:pt x="645263" y="27622"/>
                </a:cubicBezTo>
                <a:cubicBezTo>
                  <a:pt x="650270" y="22065"/>
                  <a:pt x="654640" y="15856"/>
                  <a:pt x="658374" y="8995"/>
                </a:cubicBezTo>
                <a:lnTo>
                  <a:pt x="661175" y="8995"/>
                </a:lnTo>
                <a:close/>
                <a:moveTo>
                  <a:pt x="723970" y="120917"/>
                </a:moveTo>
                <a:lnTo>
                  <a:pt x="698342" y="61972"/>
                </a:lnTo>
                <a:cubicBezTo>
                  <a:pt x="694495" y="53044"/>
                  <a:pt x="691652" y="47556"/>
                  <a:pt x="689814" y="45509"/>
                </a:cubicBezTo>
                <a:cubicBezTo>
                  <a:pt x="687975" y="43460"/>
                  <a:pt x="685754" y="42037"/>
                  <a:pt x="683152" y="41242"/>
                </a:cubicBezTo>
                <a:lnTo>
                  <a:pt x="683152" y="38187"/>
                </a:lnTo>
                <a:lnTo>
                  <a:pt x="725327" y="38187"/>
                </a:lnTo>
                <a:lnTo>
                  <a:pt x="725327" y="41242"/>
                </a:lnTo>
                <a:cubicBezTo>
                  <a:pt x="722555" y="41355"/>
                  <a:pt x="720604" y="41895"/>
                  <a:pt x="719472" y="42862"/>
                </a:cubicBezTo>
                <a:cubicBezTo>
                  <a:pt x="718341" y="43827"/>
                  <a:pt x="717775" y="44992"/>
                  <a:pt x="717775" y="46357"/>
                </a:cubicBezTo>
                <a:cubicBezTo>
                  <a:pt x="717775" y="48516"/>
                  <a:pt x="719189" y="52778"/>
                  <a:pt x="722018" y="59145"/>
                </a:cubicBezTo>
                <a:lnTo>
                  <a:pt x="735595" y="90349"/>
                </a:lnTo>
                <a:lnTo>
                  <a:pt x="744845" y="66236"/>
                </a:lnTo>
                <a:cubicBezTo>
                  <a:pt x="748183" y="57649"/>
                  <a:pt x="749852" y="51678"/>
                  <a:pt x="749852" y="48322"/>
                </a:cubicBezTo>
                <a:cubicBezTo>
                  <a:pt x="749852" y="46219"/>
                  <a:pt x="749159" y="44541"/>
                  <a:pt x="747773" y="43289"/>
                </a:cubicBezTo>
                <a:cubicBezTo>
                  <a:pt x="746387" y="42037"/>
                  <a:pt x="743940" y="41355"/>
                  <a:pt x="740432" y="41242"/>
                </a:cubicBezTo>
                <a:lnTo>
                  <a:pt x="740432" y="38187"/>
                </a:lnTo>
                <a:lnTo>
                  <a:pt x="766994" y="38187"/>
                </a:lnTo>
                <a:lnTo>
                  <a:pt x="766994" y="41242"/>
                </a:lnTo>
                <a:cubicBezTo>
                  <a:pt x="764391" y="41526"/>
                  <a:pt x="762270" y="42536"/>
                  <a:pt x="760629" y="44270"/>
                </a:cubicBezTo>
                <a:cubicBezTo>
                  <a:pt x="758988" y="46005"/>
                  <a:pt x="756245" y="51905"/>
                  <a:pt x="752398" y="61972"/>
                </a:cubicBezTo>
                <a:lnTo>
                  <a:pt x="729740" y="120840"/>
                </a:lnTo>
                <a:cubicBezTo>
                  <a:pt x="724026" y="135549"/>
                  <a:pt x="719783" y="144601"/>
                  <a:pt x="717011" y="147996"/>
                </a:cubicBezTo>
                <a:cubicBezTo>
                  <a:pt x="713108" y="152748"/>
                  <a:pt x="708214" y="155124"/>
                  <a:pt x="702330" y="155124"/>
                </a:cubicBezTo>
                <a:cubicBezTo>
                  <a:pt x="697635" y="155124"/>
                  <a:pt x="693830" y="153780"/>
                  <a:pt x="690917" y="151093"/>
                </a:cubicBezTo>
                <a:cubicBezTo>
                  <a:pt x="688003" y="148406"/>
                  <a:pt x="686546" y="145167"/>
                  <a:pt x="686546" y="141376"/>
                </a:cubicBezTo>
                <a:cubicBezTo>
                  <a:pt x="686546" y="138095"/>
                  <a:pt x="687551" y="135380"/>
                  <a:pt x="689559" y="133230"/>
                </a:cubicBezTo>
                <a:cubicBezTo>
                  <a:pt x="691567" y="131080"/>
                  <a:pt x="694042" y="130005"/>
                  <a:pt x="696984" y="130005"/>
                </a:cubicBezTo>
                <a:cubicBezTo>
                  <a:pt x="699813" y="130005"/>
                  <a:pt x="702090" y="130905"/>
                  <a:pt x="703815" y="132705"/>
                </a:cubicBezTo>
                <a:cubicBezTo>
                  <a:pt x="705541" y="134506"/>
                  <a:pt x="706432" y="137293"/>
                  <a:pt x="706489" y="141064"/>
                </a:cubicBezTo>
                <a:cubicBezTo>
                  <a:pt x="706545" y="143203"/>
                  <a:pt x="706800" y="144582"/>
                  <a:pt x="707252" y="145200"/>
                </a:cubicBezTo>
                <a:cubicBezTo>
                  <a:pt x="707705" y="145819"/>
                  <a:pt x="708355" y="146129"/>
                  <a:pt x="709204" y="146129"/>
                </a:cubicBezTo>
                <a:cubicBezTo>
                  <a:pt x="710562" y="146129"/>
                  <a:pt x="712004" y="145312"/>
                  <a:pt x="713532" y="143678"/>
                </a:cubicBezTo>
                <a:cubicBezTo>
                  <a:pt x="715795" y="141313"/>
                  <a:pt x="718454" y="135907"/>
                  <a:pt x="721509" y="127459"/>
                </a:cubicBezTo>
                <a:lnTo>
                  <a:pt x="723970" y="120917"/>
                </a:lnTo>
                <a:close/>
                <a:moveTo>
                  <a:pt x="911001" y="48879"/>
                </a:moveTo>
                <a:lnTo>
                  <a:pt x="946302" y="48879"/>
                </a:lnTo>
                <a:lnTo>
                  <a:pt x="946302" y="52274"/>
                </a:lnTo>
                <a:cubicBezTo>
                  <a:pt x="942342" y="52838"/>
                  <a:pt x="939231" y="54007"/>
                  <a:pt x="936968" y="55782"/>
                </a:cubicBezTo>
                <a:cubicBezTo>
                  <a:pt x="934705" y="57555"/>
                  <a:pt x="931763" y="61682"/>
                  <a:pt x="928142" y="68164"/>
                </a:cubicBezTo>
                <a:cubicBezTo>
                  <a:pt x="924522" y="74643"/>
                  <a:pt x="919430" y="81883"/>
                  <a:pt x="912868" y="89882"/>
                </a:cubicBezTo>
                <a:cubicBezTo>
                  <a:pt x="918638" y="95080"/>
                  <a:pt x="923334" y="98696"/>
                  <a:pt x="926954" y="100731"/>
                </a:cubicBezTo>
                <a:cubicBezTo>
                  <a:pt x="929500" y="102144"/>
                  <a:pt x="931989" y="102850"/>
                  <a:pt x="934422" y="102850"/>
                </a:cubicBezTo>
                <a:cubicBezTo>
                  <a:pt x="938608" y="102850"/>
                  <a:pt x="942399" y="100106"/>
                  <a:pt x="945793" y="94619"/>
                </a:cubicBezTo>
                <a:lnTo>
                  <a:pt x="949272" y="96486"/>
                </a:lnTo>
                <a:cubicBezTo>
                  <a:pt x="944633" y="105617"/>
                  <a:pt x="939683" y="112116"/>
                  <a:pt x="934422" y="115982"/>
                </a:cubicBezTo>
                <a:cubicBezTo>
                  <a:pt x="930405" y="118882"/>
                  <a:pt x="925823" y="120331"/>
                  <a:pt x="920675" y="120331"/>
                </a:cubicBezTo>
                <a:cubicBezTo>
                  <a:pt x="916262" y="120331"/>
                  <a:pt x="912061" y="119378"/>
                  <a:pt x="908073" y="117472"/>
                </a:cubicBezTo>
                <a:cubicBezTo>
                  <a:pt x="904085" y="115565"/>
                  <a:pt x="899233" y="111992"/>
                  <a:pt x="893520" y="106754"/>
                </a:cubicBezTo>
                <a:cubicBezTo>
                  <a:pt x="886448" y="111536"/>
                  <a:pt x="879801" y="114995"/>
                  <a:pt x="873577" y="117130"/>
                </a:cubicBezTo>
                <a:cubicBezTo>
                  <a:pt x="867354" y="119264"/>
                  <a:pt x="860877" y="120331"/>
                  <a:pt x="854145" y="120331"/>
                </a:cubicBezTo>
                <a:cubicBezTo>
                  <a:pt x="843396" y="120331"/>
                  <a:pt x="834853" y="117416"/>
                  <a:pt x="828517" y="111585"/>
                </a:cubicBezTo>
                <a:cubicBezTo>
                  <a:pt x="822181" y="105755"/>
                  <a:pt x="819013" y="98905"/>
                  <a:pt x="819013" y="91036"/>
                </a:cubicBezTo>
                <a:cubicBezTo>
                  <a:pt x="819013" y="82545"/>
                  <a:pt x="822039" y="75158"/>
                  <a:pt x="828093" y="68874"/>
                </a:cubicBezTo>
                <a:cubicBezTo>
                  <a:pt x="834146" y="62591"/>
                  <a:pt x="842943" y="57157"/>
                  <a:pt x="854484" y="52571"/>
                </a:cubicBezTo>
                <a:cubicBezTo>
                  <a:pt x="853013" y="48897"/>
                  <a:pt x="851910" y="45308"/>
                  <a:pt x="851175" y="41804"/>
                </a:cubicBezTo>
                <a:cubicBezTo>
                  <a:pt x="850439" y="38298"/>
                  <a:pt x="850071" y="34906"/>
                  <a:pt x="850071" y="31626"/>
                </a:cubicBezTo>
                <a:cubicBezTo>
                  <a:pt x="850071" y="22583"/>
                  <a:pt x="853254" y="15052"/>
                  <a:pt x="859618" y="9032"/>
                </a:cubicBezTo>
                <a:cubicBezTo>
                  <a:pt x="865983" y="3011"/>
                  <a:pt x="874115" y="0"/>
                  <a:pt x="884015" y="0"/>
                </a:cubicBezTo>
                <a:cubicBezTo>
                  <a:pt x="891992" y="0"/>
                  <a:pt x="898314" y="1994"/>
                  <a:pt x="902981" y="5983"/>
                </a:cubicBezTo>
                <a:cubicBezTo>
                  <a:pt x="907649" y="9971"/>
                  <a:pt x="909982" y="14624"/>
                  <a:pt x="909982" y="19942"/>
                </a:cubicBezTo>
                <a:cubicBezTo>
                  <a:pt x="909982" y="26335"/>
                  <a:pt x="907592" y="31808"/>
                  <a:pt x="902812" y="36362"/>
                </a:cubicBezTo>
                <a:cubicBezTo>
                  <a:pt x="898031" y="40917"/>
                  <a:pt x="890465" y="45089"/>
                  <a:pt x="880112" y="48879"/>
                </a:cubicBezTo>
                <a:cubicBezTo>
                  <a:pt x="886504" y="60120"/>
                  <a:pt x="895867" y="72236"/>
                  <a:pt x="908200" y="85228"/>
                </a:cubicBezTo>
                <a:cubicBezTo>
                  <a:pt x="916517" y="75933"/>
                  <a:pt x="920675" y="67961"/>
                  <a:pt x="920675" y="61314"/>
                </a:cubicBezTo>
                <a:cubicBezTo>
                  <a:pt x="920675" y="58948"/>
                  <a:pt x="919854" y="56935"/>
                  <a:pt x="918214" y="55273"/>
                </a:cubicBezTo>
                <a:cubicBezTo>
                  <a:pt x="916573" y="53611"/>
                  <a:pt x="914169" y="52611"/>
                  <a:pt x="911001" y="52274"/>
                </a:cubicBezTo>
                <a:lnTo>
                  <a:pt x="911001" y="48879"/>
                </a:lnTo>
                <a:moveTo>
                  <a:pt x="877226" y="43740"/>
                </a:moveTo>
                <a:cubicBezTo>
                  <a:pt x="883167" y="41542"/>
                  <a:pt x="887155" y="39189"/>
                  <a:pt x="889192" y="36681"/>
                </a:cubicBezTo>
                <a:cubicBezTo>
                  <a:pt x="891228" y="34172"/>
                  <a:pt x="892247" y="31142"/>
                  <a:pt x="892247" y="27590"/>
                </a:cubicBezTo>
                <a:cubicBezTo>
                  <a:pt x="892247" y="21277"/>
                  <a:pt x="890578" y="15950"/>
                  <a:pt x="887240" y="11610"/>
                </a:cubicBezTo>
                <a:cubicBezTo>
                  <a:pt x="885034" y="8735"/>
                  <a:pt x="882318" y="7298"/>
                  <a:pt x="879093" y="7298"/>
                </a:cubicBezTo>
                <a:cubicBezTo>
                  <a:pt x="876434" y="7298"/>
                  <a:pt x="874157" y="8341"/>
                  <a:pt x="872262" y="10427"/>
                </a:cubicBezTo>
                <a:cubicBezTo>
                  <a:pt x="870367" y="12512"/>
                  <a:pt x="869419" y="15330"/>
                  <a:pt x="869419" y="18881"/>
                </a:cubicBezTo>
                <a:cubicBezTo>
                  <a:pt x="869419" y="21643"/>
                  <a:pt x="869872" y="24602"/>
                  <a:pt x="870777" y="27760"/>
                </a:cubicBezTo>
                <a:cubicBezTo>
                  <a:pt x="871682" y="30915"/>
                  <a:pt x="873832" y="36242"/>
                  <a:pt x="877226" y="43740"/>
                </a:cubicBezTo>
                <a:moveTo>
                  <a:pt x="856860" y="57999"/>
                </a:moveTo>
                <a:cubicBezTo>
                  <a:pt x="852334" y="59921"/>
                  <a:pt x="849138" y="61956"/>
                  <a:pt x="847271" y="64104"/>
                </a:cubicBezTo>
                <a:cubicBezTo>
                  <a:pt x="844612" y="67270"/>
                  <a:pt x="843283" y="70803"/>
                  <a:pt x="843283" y="74703"/>
                </a:cubicBezTo>
                <a:cubicBezTo>
                  <a:pt x="843283" y="80016"/>
                  <a:pt x="844824" y="85301"/>
                  <a:pt x="847907" y="90559"/>
                </a:cubicBezTo>
                <a:cubicBezTo>
                  <a:pt x="850991" y="95816"/>
                  <a:pt x="854710" y="99887"/>
                  <a:pt x="859066" y="102771"/>
                </a:cubicBezTo>
                <a:cubicBezTo>
                  <a:pt x="863423" y="105652"/>
                  <a:pt x="867779" y="107093"/>
                  <a:pt x="872135" y="107093"/>
                </a:cubicBezTo>
                <a:cubicBezTo>
                  <a:pt x="874285" y="107093"/>
                  <a:pt x="876703" y="106627"/>
                  <a:pt x="879390" y="105696"/>
                </a:cubicBezTo>
                <a:cubicBezTo>
                  <a:pt x="882078" y="104762"/>
                  <a:pt x="885005" y="103363"/>
                  <a:pt x="888173" y="101498"/>
                </a:cubicBezTo>
                <a:cubicBezTo>
                  <a:pt x="874539" y="87535"/>
                  <a:pt x="864101" y="73035"/>
                  <a:pt x="856860" y="5799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Text CapabilityChecking">
            <a:extLst xmlns:a="http://schemas.openxmlformats.org/drawingml/2006/main">
              <a:ext uri="{FF2B5EF4-FFF2-40B4-BE49-F238E27FC236}">
                <a16:creationId xmlns:a16="http://schemas.microsoft.com/office/drawing/2014/main" id="{E8AAD7FA-6AAE-459F-B853-409E80C2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7" y="8267753"/>
            <a:ext cx="1520581" cy="155124"/>
          </a:xfrm>
          <a:custGeom xmlns:a="http://schemas.openxmlformats.org/drawingml/2006/main">
            <a:pathLst>
              <a:path w="1520581" h="155124">
                <a:moveTo>
                  <a:pt x="109130" y="0"/>
                </a:moveTo>
                <a:lnTo>
                  <a:pt x="109130" y="39884"/>
                </a:lnTo>
                <a:lnTo>
                  <a:pt x="105820" y="39884"/>
                </a:lnTo>
                <a:cubicBezTo>
                  <a:pt x="103331" y="29420"/>
                  <a:pt x="98692" y="21401"/>
                  <a:pt x="91903" y="15829"/>
                </a:cubicBezTo>
                <a:cubicBezTo>
                  <a:pt x="85114" y="10255"/>
                  <a:pt x="77420" y="7468"/>
                  <a:pt x="68821" y="7468"/>
                </a:cubicBezTo>
                <a:cubicBezTo>
                  <a:pt x="61637" y="7468"/>
                  <a:pt x="55046" y="9533"/>
                  <a:pt x="49049" y="13662"/>
                </a:cubicBezTo>
                <a:cubicBezTo>
                  <a:pt x="43052" y="17792"/>
                  <a:pt x="38668" y="23195"/>
                  <a:pt x="35896" y="29871"/>
                </a:cubicBezTo>
                <a:cubicBezTo>
                  <a:pt x="32332" y="38413"/>
                  <a:pt x="30550" y="47918"/>
                  <a:pt x="30550" y="58384"/>
                </a:cubicBezTo>
                <a:cubicBezTo>
                  <a:pt x="30550" y="68680"/>
                  <a:pt x="31851" y="78057"/>
                  <a:pt x="34453" y="86515"/>
                </a:cubicBezTo>
                <a:cubicBezTo>
                  <a:pt x="37055" y="94972"/>
                  <a:pt x="41129" y="101365"/>
                  <a:pt x="46673" y="105693"/>
                </a:cubicBezTo>
                <a:cubicBezTo>
                  <a:pt x="52217" y="110021"/>
                  <a:pt x="59402" y="112185"/>
                  <a:pt x="68227" y="112185"/>
                </a:cubicBezTo>
                <a:cubicBezTo>
                  <a:pt x="75469" y="112185"/>
                  <a:pt x="82102" y="110601"/>
                  <a:pt x="88127" y="107433"/>
                </a:cubicBezTo>
                <a:cubicBezTo>
                  <a:pt x="94152" y="104264"/>
                  <a:pt x="100502" y="98805"/>
                  <a:pt x="107178" y="91055"/>
                </a:cubicBezTo>
                <a:lnTo>
                  <a:pt x="107178" y="100983"/>
                </a:lnTo>
                <a:cubicBezTo>
                  <a:pt x="100729" y="107715"/>
                  <a:pt x="94011" y="112595"/>
                  <a:pt x="87024" y="115621"/>
                </a:cubicBezTo>
                <a:cubicBezTo>
                  <a:pt x="80037" y="118648"/>
                  <a:pt x="71876" y="120161"/>
                  <a:pt x="62542" y="120161"/>
                </a:cubicBezTo>
                <a:cubicBezTo>
                  <a:pt x="50265" y="120161"/>
                  <a:pt x="39361" y="117704"/>
                  <a:pt x="29828" y="112789"/>
                </a:cubicBezTo>
                <a:cubicBezTo>
                  <a:pt x="20296" y="107874"/>
                  <a:pt x="12941" y="100813"/>
                  <a:pt x="7765" y="91606"/>
                </a:cubicBezTo>
                <a:cubicBezTo>
                  <a:pt x="2588" y="82397"/>
                  <a:pt x="0" y="72595"/>
                  <a:pt x="0" y="62200"/>
                </a:cubicBezTo>
                <a:cubicBezTo>
                  <a:pt x="0" y="51240"/>
                  <a:pt x="2871" y="40846"/>
                  <a:pt x="8613" y="31016"/>
                </a:cubicBezTo>
                <a:cubicBezTo>
                  <a:pt x="14355" y="21185"/>
                  <a:pt x="22106" y="13558"/>
                  <a:pt x="31865" y="8136"/>
                </a:cubicBezTo>
                <a:cubicBezTo>
                  <a:pt x="41624" y="2712"/>
                  <a:pt x="51991" y="0"/>
                  <a:pt x="62966" y="0"/>
                </a:cubicBezTo>
                <a:cubicBezTo>
                  <a:pt x="71056" y="0"/>
                  <a:pt x="79599" y="1754"/>
                  <a:pt x="88594" y="5261"/>
                </a:cubicBezTo>
                <a:cubicBezTo>
                  <a:pt x="93798" y="7298"/>
                  <a:pt x="97108" y="8316"/>
                  <a:pt x="98522" y="8316"/>
                </a:cubicBezTo>
                <a:cubicBezTo>
                  <a:pt x="100333" y="8316"/>
                  <a:pt x="101902" y="7652"/>
                  <a:pt x="103232" y="6322"/>
                </a:cubicBezTo>
                <a:cubicBezTo>
                  <a:pt x="104561" y="4993"/>
                  <a:pt x="105424" y="2885"/>
                  <a:pt x="105820" y="0"/>
                </a:cubicBezTo>
                <a:lnTo>
                  <a:pt x="109130" y="0"/>
                </a:lnTo>
                <a:close/>
                <a:moveTo>
                  <a:pt x="168248" y="105905"/>
                </a:moveTo>
                <a:cubicBezTo>
                  <a:pt x="158574" y="114504"/>
                  <a:pt x="149890" y="118804"/>
                  <a:pt x="142196" y="118804"/>
                </a:cubicBezTo>
                <a:cubicBezTo>
                  <a:pt x="137670" y="118804"/>
                  <a:pt x="133908" y="117314"/>
                  <a:pt x="130910" y="114335"/>
                </a:cubicBezTo>
                <a:cubicBezTo>
                  <a:pt x="127911" y="111355"/>
                  <a:pt x="126412" y="107623"/>
                  <a:pt x="126412" y="103139"/>
                </a:cubicBezTo>
                <a:cubicBezTo>
                  <a:pt x="126412" y="97065"/>
                  <a:pt x="129014" y="91601"/>
                  <a:pt x="134219" y="86748"/>
                </a:cubicBezTo>
                <a:cubicBezTo>
                  <a:pt x="139424" y="81895"/>
                  <a:pt x="150767" y="75439"/>
                  <a:pt x="168248" y="67379"/>
                </a:cubicBezTo>
                <a:lnTo>
                  <a:pt x="168248" y="59402"/>
                </a:lnTo>
                <a:cubicBezTo>
                  <a:pt x="168248" y="53405"/>
                  <a:pt x="167923" y="49629"/>
                  <a:pt x="167272" y="48073"/>
                </a:cubicBezTo>
                <a:cubicBezTo>
                  <a:pt x="166621" y="46517"/>
                  <a:pt x="165391" y="45160"/>
                  <a:pt x="163581" y="44000"/>
                </a:cubicBezTo>
                <a:cubicBezTo>
                  <a:pt x="161770" y="42840"/>
                  <a:pt x="159734" y="42260"/>
                  <a:pt x="157471" y="42260"/>
                </a:cubicBezTo>
                <a:cubicBezTo>
                  <a:pt x="153793" y="42260"/>
                  <a:pt x="150767" y="43080"/>
                  <a:pt x="148391" y="44721"/>
                </a:cubicBezTo>
                <a:cubicBezTo>
                  <a:pt x="146920" y="45739"/>
                  <a:pt x="146184" y="46927"/>
                  <a:pt x="146184" y="48285"/>
                </a:cubicBezTo>
                <a:cubicBezTo>
                  <a:pt x="146184" y="49473"/>
                  <a:pt x="146976" y="50944"/>
                  <a:pt x="148560" y="52698"/>
                </a:cubicBezTo>
                <a:cubicBezTo>
                  <a:pt x="150710" y="55131"/>
                  <a:pt x="151785" y="57478"/>
                  <a:pt x="151785" y="59741"/>
                </a:cubicBezTo>
                <a:cubicBezTo>
                  <a:pt x="151785" y="62513"/>
                  <a:pt x="150753" y="64875"/>
                  <a:pt x="148688" y="66827"/>
                </a:cubicBezTo>
                <a:cubicBezTo>
                  <a:pt x="146623" y="68779"/>
                  <a:pt x="143921" y="69755"/>
                  <a:pt x="140584" y="69755"/>
                </a:cubicBezTo>
                <a:cubicBezTo>
                  <a:pt x="137019" y="69755"/>
                  <a:pt x="134035" y="68680"/>
                  <a:pt x="131631" y="66530"/>
                </a:cubicBezTo>
                <a:cubicBezTo>
                  <a:pt x="129226" y="64380"/>
                  <a:pt x="128024" y="61863"/>
                  <a:pt x="128024" y="58978"/>
                </a:cubicBezTo>
                <a:cubicBezTo>
                  <a:pt x="128024" y="54904"/>
                  <a:pt x="129637" y="51015"/>
                  <a:pt x="132861" y="47309"/>
                </a:cubicBezTo>
                <a:cubicBezTo>
                  <a:pt x="136086" y="43604"/>
                  <a:pt x="140584" y="40761"/>
                  <a:pt x="146354" y="38781"/>
                </a:cubicBezTo>
                <a:cubicBezTo>
                  <a:pt x="152124" y="36801"/>
                  <a:pt x="158121" y="35811"/>
                  <a:pt x="164344" y="35811"/>
                </a:cubicBezTo>
                <a:cubicBezTo>
                  <a:pt x="171869" y="35811"/>
                  <a:pt x="177823" y="37413"/>
                  <a:pt x="182207" y="40619"/>
                </a:cubicBezTo>
                <a:cubicBezTo>
                  <a:pt x="186592" y="43822"/>
                  <a:pt x="189435" y="47295"/>
                  <a:pt x="190736" y="51038"/>
                </a:cubicBezTo>
                <a:cubicBezTo>
                  <a:pt x="191528" y="53419"/>
                  <a:pt x="191924" y="58891"/>
                  <a:pt x="191924" y="67453"/>
                </a:cubicBezTo>
                <a:lnTo>
                  <a:pt x="191924" y="98329"/>
                </a:lnTo>
                <a:cubicBezTo>
                  <a:pt x="191924" y="101958"/>
                  <a:pt x="192065" y="104241"/>
                  <a:pt x="192348" y="105178"/>
                </a:cubicBezTo>
                <a:cubicBezTo>
                  <a:pt x="192631" y="106114"/>
                  <a:pt x="193055" y="106808"/>
                  <a:pt x="193621" y="107263"/>
                </a:cubicBezTo>
                <a:cubicBezTo>
                  <a:pt x="194187" y="107715"/>
                  <a:pt x="194837" y="107942"/>
                  <a:pt x="195573" y="107942"/>
                </a:cubicBezTo>
                <a:cubicBezTo>
                  <a:pt x="197044" y="107942"/>
                  <a:pt x="198543" y="106895"/>
                  <a:pt x="200070" y="104802"/>
                </a:cubicBezTo>
                <a:lnTo>
                  <a:pt x="202616" y="106838"/>
                </a:lnTo>
                <a:cubicBezTo>
                  <a:pt x="199787" y="111025"/>
                  <a:pt x="196860" y="114066"/>
                  <a:pt x="193833" y="115961"/>
                </a:cubicBezTo>
                <a:cubicBezTo>
                  <a:pt x="190806" y="117856"/>
                  <a:pt x="187370" y="118804"/>
                  <a:pt x="183523" y="118804"/>
                </a:cubicBezTo>
                <a:cubicBezTo>
                  <a:pt x="178997" y="118804"/>
                  <a:pt x="175461" y="117736"/>
                  <a:pt x="172915" y="115600"/>
                </a:cubicBezTo>
                <a:cubicBezTo>
                  <a:pt x="170369" y="113465"/>
                  <a:pt x="168814" y="110233"/>
                  <a:pt x="168248" y="105905"/>
                </a:cubicBezTo>
                <a:moveTo>
                  <a:pt x="168248" y="99625"/>
                </a:moveTo>
                <a:lnTo>
                  <a:pt x="168248" y="73080"/>
                </a:lnTo>
                <a:cubicBezTo>
                  <a:pt x="161402" y="77116"/>
                  <a:pt x="156311" y="81437"/>
                  <a:pt x="152973" y="86043"/>
                </a:cubicBezTo>
                <a:cubicBezTo>
                  <a:pt x="150767" y="89112"/>
                  <a:pt x="149664" y="92210"/>
                  <a:pt x="149664" y="95337"/>
                </a:cubicBezTo>
                <a:cubicBezTo>
                  <a:pt x="149664" y="97952"/>
                  <a:pt x="150597" y="100255"/>
                  <a:pt x="152464" y="102245"/>
                </a:cubicBezTo>
                <a:cubicBezTo>
                  <a:pt x="153878" y="103780"/>
                  <a:pt x="155858" y="104547"/>
                  <a:pt x="158404" y="104547"/>
                </a:cubicBezTo>
                <a:cubicBezTo>
                  <a:pt x="161233" y="104547"/>
                  <a:pt x="164514" y="102907"/>
                  <a:pt x="168248" y="99625"/>
                </a:cubicBezTo>
                <a:close/>
                <a:moveTo>
                  <a:pt x="242076" y="109554"/>
                </a:moveTo>
                <a:lnTo>
                  <a:pt x="242076" y="139000"/>
                </a:lnTo>
                <a:cubicBezTo>
                  <a:pt x="242076" y="143128"/>
                  <a:pt x="242401" y="145938"/>
                  <a:pt x="243052" y="147428"/>
                </a:cubicBezTo>
                <a:cubicBezTo>
                  <a:pt x="243702" y="148920"/>
                  <a:pt x="244707" y="150010"/>
                  <a:pt x="246064" y="150698"/>
                </a:cubicBezTo>
                <a:cubicBezTo>
                  <a:pt x="247422" y="151385"/>
                  <a:pt x="250081" y="151729"/>
                  <a:pt x="254041" y="151729"/>
                </a:cubicBezTo>
                <a:lnTo>
                  <a:pt x="254041" y="154784"/>
                </a:lnTo>
                <a:lnTo>
                  <a:pt x="208811" y="154784"/>
                </a:lnTo>
                <a:lnTo>
                  <a:pt x="208811" y="151729"/>
                </a:lnTo>
                <a:cubicBezTo>
                  <a:pt x="212318" y="151614"/>
                  <a:pt x="214921" y="150611"/>
                  <a:pt x="216618" y="148719"/>
                </a:cubicBezTo>
                <a:cubicBezTo>
                  <a:pt x="217749" y="147402"/>
                  <a:pt x="218315" y="143993"/>
                  <a:pt x="218315" y="138491"/>
                </a:cubicBezTo>
                <a:lnTo>
                  <a:pt x="218315" y="54819"/>
                </a:lnTo>
                <a:cubicBezTo>
                  <a:pt x="218315" y="49148"/>
                  <a:pt x="217665" y="45525"/>
                  <a:pt x="216363" y="43949"/>
                </a:cubicBezTo>
                <a:cubicBezTo>
                  <a:pt x="215062" y="42374"/>
                  <a:pt x="212545" y="41472"/>
                  <a:pt x="208811" y="41242"/>
                </a:cubicBezTo>
                <a:lnTo>
                  <a:pt x="208811" y="38187"/>
                </a:lnTo>
                <a:lnTo>
                  <a:pt x="242076" y="38187"/>
                </a:lnTo>
                <a:lnTo>
                  <a:pt x="242076" y="48625"/>
                </a:lnTo>
                <a:cubicBezTo>
                  <a:pt x="244848" y="44551"/>
                  <a:pt x="247677" y="41610"/>
                  <a:pt x="250562" y="39799"/>
                </a:cubicBezTo>
                <a:cubicBezTo>
                  <a:pt x="254692" y="37140"/>
                  <a:pt x="259189" y="35811"/>
                  <a:pt x="264055" y="35811"/>
                </a:cubicBezTo>
                <a:cubicBezTo>
                  <a:pt x="269882" y="35811"/>
                  <a:pt x="275185" y="37651"/>
                  <a:pt x="279966" y="41332"/>
                </a:cubicBezTo>
                <a:cubicBezTo>
                  <a:pt x="284746" y="45013"/>
                  <a:pt x="288381" y="50096"/>
                  <a:pt x="290870" y="56580"/>
                </a:cubicBezTo>
                <a:cubicBezTo>
                  <a:pt x="293359" y="63065"/>
                  <a:pt x="294604" y="70045"/>
                  <a:pt x="294604" y="77519"/>
                </a:cubicBezTo>
                <a:cubicBezTo>
                  <a:pt x="294604" y="85560"/>
                  <a:pt x="293317" y="92907"/>
                  <a:pt x="290743" y="99562"/>
                </a:cubicBezTo>
                <a:cubicBezTo>
                  <a:pt x="288169" y="106216"/>
                  <a:pt x="284435" y="111285"/>
                  <a:pt x="279541" y="114768"/>
                </a:cubicBezTo>
                <a:cubicBezTo>
                  <a:pt x="274648" y="118250"/>
                  <a:pt x="269203" y="119992"/>
                  <a:pt x="263206" y="119992"/>
                </a:cubicBezTo>
                <a:cubicBezTo>
                  <a:pt x="258850" y="119992"/>
                  <a:pt x="254777" y="119030"/>
                  <a:pt x="250986" y="117107"/>
                </a:cubicBezTo>
                <a:cubicBezTo>
                  <a:pt x="248157" y="115636"/>
                  <a:pt x="245187" y="113118"/>
                  <a:pt x="242076" y="109554"/>
                </a:cubicBezTo>
                <a:moveTo>
                  <a:pt x="242076" y="100970"/>
                </a:moveTo>
                <a:cubicBezTo>
                  <a:pt x="246941" y="107881"/>
                  <a:pt x="252146" y="111336"/>
                  <a:pt x="257690" y="111336"/>
                </a:cubicBezTo>
                <a:cubicBezTo>
                  <a:pt x="260745" y="111336"/>
                  <a:pt x="263263" y="109722"/>
                  <a:pt x="265243" y="106494"/>
                </a:cubicBezTo>
                <a:cubicBezTo>
                  <a:pt x="268184" y="101735"/>
                  <a:pt x="269655" y="92670"/>
                  <a:pt x="269655" y="79301"/>
                </a:cubicBezTo>
                <a:cubicBezTo>
                  <a:pt x="269655" y="65593"/>
                  <a:pt x="268043" y="56218"/>
                  <a:pt x="264818" y="51176"/>
                </a:cubicBezTo>
                <a:cubicBezTo>
                  <a:pt x="262669" y="47834"/>
                  <a:pt x="259783" y="46164"/>
                  <a:pt x="256163" y="46164"/>
                </a:cubicBezTo>
                <a:cubicBezTo>
                  <a:pt x="250449" y="46164"/>
                  <a:pt x="245753" y="50299"/>
                  <a:pt x="242076" y="58569"/>
                </a:cubicBezTo>
                <a:lnTo>
                  <a:pt x="242076" y="100970"/>
                </a:lnTo>
                <a:close/>
                <a:moveTo>
                  <a:pt x="351773" y="105905"/>
                </a:moveTo>
                <a:cubicBezTo>
                  <a:pt x="342099" y="114504"/>
                  <a:pt x="333415" y="118804"/>
                  <a:pt x="325721" y="118804"/>
                </a:cubicBezTo>
                <a:cubicBezTo>
                  <a:pt x="321195" y="118804"/>
                  <a:pt x="317433" y="117314"/>
                  <a:pt x="314435" y="114335"/>
                </a:cubicBezTo>
                <a:cubicBezTo>
                  <a:pt x="311436" y="111355"/>
                  <a:pt x="309937" y="107623"/>
                  <a:pt x="309937" y="103139"/>
                </a:cubicBezTo>
                <a:cubicBezTo>
                  <a:pt x="309937" y="97065"/>
                  <a:pt x="312540" y="91601"/>
                  <a:pt x="317744" y="86748"/>
                </a:cubicBezTo>
                <a:cubicBezTo>
                  <a:pt x="322949" y="81895"/>
                  <a:pt x="334292" y="75439"/>
                  <a:pt x="351773" y="67379"/>
                </a:cubicBezTo>
                <a:lnTo>
                  <a:pt x="351773" y="59402"/>
                </a:lnTo>
                <a:cubicBezTo>
                  <a:pt x="351773" y="53405"/>
                  <a:pt x="351448" y="49629"/>
                  <a:pt x="350797" y="48073"/>
                </a:cubicBezTo>
                <a:cubicBezTo>
                  <a:pt x="350147" y="46517"/>
                  <a:pt x="348916" y="45160"/>
                  <a:pt x="347106" y="44000"/>
                </a:cubicBezTo>
                <a:cubicBezTo>
                  <a:pt x="345295" y="42840"/>
                  <a:pt x="343259" y="42260"/>
                  <a:pt x="340996" y="42260"/>
                </a:cubicBezTo>
                <a:cubicBezTo>
                  <a:pt x="337319" y="42260"/>
                  <a:pt x="334292" y="43080"/>
                  <a:pt x="331916" y="44721"/>
                </a:cubicBezTo>
                <a:cubicBezTo>
                  <a:pt x="330445" y="45739"/>
                  <a:pt x="329710" y="46927"/>
                  <a:pt x="329710" y="48285"/>
                </a:cubicBezTo>
                <a:cubicBezTo>
                  <a:pt x="329710" y="49473"/>
                  <a:pt x="330502" y="50944"/>
                  <a:pt x="332086" y="52698"/>
                </a:cubicBezTo>
                <a:cubicBezTo>
                  <a:pt x="334235" y="55131"/>
                  <a:pt x="335310" y="57478"/>
                  <a:pt x="335310" y="59741"/>
                </a:cubicBezTo>
                <a:cubicBezTo>
                  <a:pt x="335310" y="62513"/>
                  <a:pt x="334278" y="64875"/>
                  <a:pt x="332213" y="66827"/>
                </a:cubicBezTo>
                <a:cubicBezTo>
                  <a:pt x="330148" y="68779"/>
                  <a:pt x="327447" y="69755"/>
                  <a:pt x="324109" y="69755"/>
                </a:cubicBezTo>
                <a:cubicBezTo>
                  <a:pt x="320545" y="69755"/>
                  <a:pt x="317560" y="68680"/>
                  <a:pt x="315156" y="66530"/>
                </a:cubicBezTo>
                <a:cubicBezTo>
                  <a:pt x="312752" y="64380"/>
                  <a:pt x="311550" y="61863"/>
                  <a:pt x="311550" y="58978"/>
                </a:cubicBezTo>
                <a:cubicBezTo>
                  <a:pt x="311550" y="54904"/>
                  <a:pt x="313162" y="51015"/>
                  <a:pt x="316387" y="47309"/>
                </a:cubicBezTo>
                <a:cubicBezTo>
                  <a:pt x="319611" y="43604"/>
                  <a:pt x="324109" y="40761"/>
                  <a:pt x="329879" y="38781"/>
                </a:cubicBezTo>
                <a:cubicBezTo>
                  <a:pt x="335650" y="36801"/>
                  <a:pt x="341647" y="35811"/>
                  <a:pt x="347870" y="35811"/>
                </a:cubicBezTo>
                <a:cubicBezTo>
                  <a:pt x="355394" y="35811"/>
                  <a:pt x="361348" y="37413"/>
                  <a:pt x="365733" y="40619"/>
                </a:cubicBezTo>
                <a:cubicBezTo>
                  <a:pt x="370117" y="43822"/>
                  <a:pt x="372960" y="47295"/>
                  <a:pt x="374261" y="51038"/>
                </a:cubicBezTo>
                <a:cubicBezTo>
                  <a:pt x="375053" y="53419"/>
                  <a:pt x="375449" y="58891"/>
                  <a:pt x="375449" y="67453"/>
                </a:cubicBezTo>
                <a:lnTo>
                  <a:pt x="375449" y="98329"/>
                </a:lnTo>
                <a:cubicBezTo>
                  <a:pt x="375449" y="101958"/>
                  <a:pt x="375590" y="104241"/>
                  <a:pt x="375873" y="105178"/>
                </a:cubicBezTo>
                <a:cubicBezTo>
                  <a:pt x="376156" y="106114"/>
                  <a:pt x="376580" y="106808"/>
                  <a:pt x="377146" y="107263"/>
                </a:cubicBezTo>
                <a:cubicBezTo>
                  <a:pt x="377712" y="107715"/>
                  <a:pt x="378363" y="107942"/>
                  <a:pt x="379098" y="107942"/>
                </a:cubicBezTo>
                <a:cubicBezTo>
                  <a:pt x="380569" y="107942"/>
                  <a:pt x="382068" y="106895"/>
                  <a:pt x="383596" y="104802"/>
                </a:cubicBezTo>
                <a:lnTo>
                  <a:pt x="386141" y="106838"/>
                </a:lnTo>
                <a:cubicBezTo>
                  <a:pt x="383313" y="111025"/>
                  <a:pt x="380385" y="114066"/>
                  <a:pt x="377358" y="115961"/>
                </a:cubicBezTo>
                <a:cubicBezTo>
                  <a:pt x="374332" y="117856"/>
                  <a:pt x="370895" y="118804"/>
                  <a:pt x="367048" y="118804"/>
                </a:cubicBezTo>
                <a:cubicBezTo>
                  <a:pt x="362522" y="118804"/>
                  <a:pt x="358986" y="117736"/>
                  <a:pt x="356440" y="115600"/>
                </a:cubicBezTo>
                <a:cubicBezTo>
                  <a:pt x="353895" y="113465"/>
                  <a:pt x="352339" y="110233"/>
                  <a:pt x="351773" y="105905"/>
                </a:cubicBezTo>
                <a:moveTo>
                  <a:pt x="351773" y="99625"/>
                </a:moveTo>
                <a:lnTo>
                  <a:pt x="351773" y="73080"/>
                </a:lnTo>
                <a:cubicBezTo>
                  <a:pt x="344928" y="77116"/>
                  <a:pt x="339836" y="81437"/>
                  <a:pt x="336498" y="86043"/>
                </a:cubicBezTo>
                <a:cubicBezTo>
                  <a:pt x="334292" y="89112"/>
                  <a:pt x="333189" y="92210"/>
                  <a:pt x="333189" y="95337"/>
                </a:cubicBezTo>
                <a:cubicBezTo>
                  <a:pt x="333189" y="97952"/>
                  <a:pt x="334122" y="100255"/>
                  <a:pt x="335989" y="102245"/>
                </a:cubicBezTo>
                <a:cubicBezTo>
                  <a:pt x="337404" y="103780"/>
                  <a:pt x="339384" y="104547"/>
                  <a:pt x="341929" y="104547"/>
                </a:cubicBezTo>
                <a:cubicBezTo>
                  <a:pt x="344758" y="104547"/>
                  <a:pt x="348039" y="102907"/>
                  <a:pt x="351773" y="99625"/>
                </a:cubicBezTo>
                <a:close/>
                <a:moveTo>
                  <a:pt x="425601" y="2546"/>
                </a:moveTo>
                <a:lnTo>
                  <a:pt x="425601" y="46164"/>
                </a:lnTo>
                <a:cubicBezTo>
                  <a:pt x="432277" y="39262"/>
                  <a:pt x="439575" y="35811"/>
                  <a:pt x="447495" y="35811"/>
                </a:cubicBezTo>
                <a:cubicBezTo>
                  <a:pt x="452926" y="35811"/>
                  <a:pt x="458046" y="37411"/>
                  <a:pt x="462855" y="40611"/>
                </a:cubicBezTo>
                <a:cubicBezTo>
                  <a:pt x="467663" y="43811"/>
                  <a:pt x="471425" y="48355"/>
                  <a:pt x="474141" y="54244"/>
                </a:cubicBezTo>
                <a:cubicBezTo>
                  <a:pt x="476856" y="60133"/>
                  <a:pt x="478214" y="66929"/>
                  <a:pt x="478214" y="74632"/>
                </a:cubicBezTo>
                <a:cubicBezTo>
                  <a:pt x="478214" y="83296"/>
                  <a:pt x="476489" y="91168"/>
                  <a:pt x="473038" y="98246"/>
                </a:cubicBezTo>
                <a:cubicBezTo>
                  <a:pt x="469587" y="105325"/>
                  <a:pt x="464976" y="110719"/>
                  <a:pt x="459206" y="114428"/>
                </a:cubicBezTo>
                <a:cubicBezTo>
                  <a:pt x="453435" y="118137"/>
                  <a:pt x="446844" y="119992"/>
                  <a:pt x="439433" y="119992"/>
                </a:cubicBezTo>
                <a:cubicBezTo>
                  <a:pt x="435134" y="119992"/>
                  <a:pt x="431315" y="119313"/>
                  <a:pt x="427977" y="117955"/>
                </a:cubicBezTo>
                <a:cubicBezTo>
                  <a:pt x="424639" y="116597"/>
                  <a:pt x="421358" y="114391"/>
                  <a:pt x="418133" y="111336"/>
                </a:cubicBezTo>
                <a:lnTo>
                  <a:pt x="404980" y="119992"/>
                </a:lnTo>
                <a:lnTo>
                  <a:pt x="402095" y="119992"/>
                </a:lnTo>
                <a:lnTo>
                  <a:pt x="402095" y="19009"/>
                </a:lnTo>
                <a:cubicBezTo>
                  <a:pt x="402095" y="14396"/>
                  <a:pt x="401897" y="11550"/>
                  <a:pt x="401501" y="10470"/>
                </a:cubicBezTo>
                <a:cubicBezTo>
                  <a:pt x="400935" y="8875"/>
                  <a:pt x="400044" y="7693"/>
                  <a:pt x="398828" y="6924"/>
                </a:cubicBezTo>
                <a:cubicBezTo>
                  <a:pt x="397612" y="6155"/>
                  <a:pt x="395561" y="5714"/>
                  <a:pt x="392676" y="5601"/>
                </a:cubicBezTo>
                <a:lnTo>
                  <a:pt x="392676" y="2546"/>
                </a:lnTo>
                <a:lnTo>
                  <a:pt x="425601" y="2546"/>
                </a:lnTo>
                <a:moveTo>
                  <a:pt x="425601" y="53727"/>
                </a:moveTo>
                <a:lnTo>
                  <a:pt x="425601" y="89071"/>
                </a:lnTo>
                <a:cubicBezTo>
                  <a:pt x="425601" y="96265"/>
                  <a:pt x="425771" y="100853"/>
                  <a:pt x="426110" y="102837"/>
                </a:cubicBezTo>
                <a:cubicBezTo>
                  <a:pt x="426676" y="106178"/>
                  <a:pt x="428034" y="108883"/>
                  <a:pt x="430184" y="110952"/>
                </a:cubicBezTo>
                <a:cubicBezTo>
                  <a:pt x="432333" y="113018"/>
                  <a:pt x="435077" y="114052"/>
                  <a:pt x="438415" y="114052"/>
                </a:cubicBezTo>
                <a:cubicBezTo>
                  <a:pt x="441300" y="114052"/>
                  <a:pt x="443775" y="113230"/>
                  <a:pt x="445840" y="111588"/>
                </a:cubicBezTo>
                <a:cubicBezTo>
                  <a:pt x="447905" y="109946"/>
                  <a:pt x="449631" y="106689"/>
                  <a:pt x="451017" y="101819"/>
                </a:cubicBezTo>
                <a:cubicBezTo>
                  <a:pt x="452403" y="96946"/>
                  <a:pt x="453096" y="88166"/>
                  <a:pt x="453096" y="75477"/>
                </a:cubicBezTo>
                <a:cubicBezTo>
                  <a:pt x="453096" y="63298"/>
                  <a:pt x="451568" y="54943"/>
                  <a:pt x="448513" y="50412"/>
                </a:cubicBezTo>
                <a:cubicBezTo>
                  <a:pt x="446307" y="47127"/>
                  <a:pt x="443337" y="45485"/>
                  <a:pt x="439603" y="45485"/>
                </a:cubicBezTo>
                <a:cubicBezTo>
                  <a:pt x="434738" y="45485"/>
                  <a:pt x="430070" y="48232"/>
                  <a:pt x="425601" y="53727"/>
                </a:cubicBezTo>
                <a:close/>
                <a:moveTo>
                  <a:pt x="510604" y="0"/>
                </a:moveTo>
                <a:cubicBezTo>
                  <a:pt x="514281" y="0"/>
                  <a:pt x="517393" y="1291"/>
                  <a:pt x="519939" y="3874"/>
                </a:cubicBezTo>
                <a:cubicBezTo>
                  <a:pt x="522485" y="6456"/>
                  <a:pt x="523758" y="9563"/>
                  <a:pt x="523758" y="13196"/>
                </a:cubicBezTo>
                <a:cubicBezTo>
                  <a:pt x="523758" y="16829"/>
                  <a:pt x="522470" y="19923"/>
                  <a:pt x="519896" y="22477"/>
                </a:cubicBezTo>
                <a:cubicBezTo>
                  <a:pt x="517322" y="25030"/>
                  <a:pt x="514225" y="26307"/>
                  <a:pt x="510604" y="26307"/>
                </a:cubicBezTo>
                <a:cubicBezTo>
                  <a:pt x="506984" y="26307"/>
                  <a:pt x="503900" y="25030"/>
                  <a:pt x="501355" y="22477"/>
                </a:cubicBezTo>
                <a:cubicBezTo>
                  <a:pt x="498809" y="19923"/>
                  <a:pt x="497536" y="16829"/>
                  <a:pt x="497536" y="13196"/>
                </a:cubicBezTo>
                <a:cubicBezTo>
                  <a:pt x="497536" y="9563"/>
                  <a:pt x="498809" y="6456"/>
                  <a:pt x="501355" y="3874"/>
                </a:cubicBezTo>
                <a:cubicBezTo>
                  <a:pt x="503900" y="1291"/>
                  <a:pt x="506984" y="0"/>
                  <a:pt x="510604" y="0"/>
                </a:cubicBezTo>
                <a:moveTo>
                  <a:pt x="522485" y="38187"/>
                </a:moveTo>
                <a:lnTo>
                  <a:pt x="522485" y="101153"/>
                </a:lnTo>
                <a:cubicBezTo>
                  <a:pt x="522485" y="106754"/>
                  <a:pt x="523135" y="110332"/>
                  <a:pt x="524436" y="111888"/>
                </a:cubicBezTo>
                <a:cubicBezTo>
                  <a:pt x="525738" y="113443"/>
                  <a:pt x="528283" y="114334"/>
                  <a:pt x="532074" y="114561"/>
                </a:cubicBezTo>
                <a:lnTo>
                  <a:pt x="532074" y="117616"/>
                </a:lnTo>
                <a:lnTo>
                  <a:pt x="489220" y="117616"/>
                </a:lnTo>
                <a:lnTo>
                  <a:pt x="489220" y="114561"/>
                </a:lnTo>
                <a:cubicBezTo>
                  <a:pt x="492727" y="114448"/>
                  <a:pt x="495329" y="113429"/>
                  <a:pt x="497027" y="111506"/>
                </a:cubicBezTo>
                <a:cubicBezTo>
                  <a:pt x="498158" y="110205"/>
                  <a:pt x="498724" y="106754"/>
                  <a:pt x="498724" y="101153"/>
                </a:cubicBezTo>
                <a:lnTo>
                  <a:pt x="498724" y="54819"/>
                </a:lnTo>
                <a:cubicBezTo>
                  <a:pt x="498724" y="49148"/>
                  <a:pt x="498073" y="45525"/>
                  <a:pt x="496772" y="43949"/>
                </a:cubicBezTo>
                <a:cubicBezTo>
                  <a:pt x="495471" y="42374"/>
                  <a:pt x="492953" y="41472"/>
                  <a:pt x="489220" y="41242"/>
                </a:cubicBezTo>
                <a:lnTo>
                  <a:pt x="489220" y="38187"/>
                </a:lnTo>
                <a:lnTo>
                  <a:pt x="522485" y="38187"/>
                </a:lnTo>
                <a:close/>
                <a:moveTo>
                  <a:pt x="570884" y="2546"/>
                </a:moveTo>
                <a:lnTo>
                  <a:pt x="570884" y="101153"/>
                </a:lnTo>
                <a:cubicBezTo>
                  <a:pt x="570884" y="106754"/>
                  <a:pt x="571534" y="110332"/>
                  <a:pt x="572836" y="111888"/>
                </a:cubicBezTo>
                <a:cubicBezTo>
                  <a:pt x="574137" y="113443"/>
                  <a:pt x="576683" y="114334"/>
                  <a:pt x="580473" y="114561"/>
                </a:cubicBezTo>
                <a:lnTo>
                  <a:pt x="580473" y="117616"/>
                </a:lnTo>
                <a:lnTo>
                  <a:pt x="537619" y="117616"/>
                </a:lnTo>
                <a:lnTo>
                  <a:pt x="537619" y="114561"/>
                </a:lnTo>
                <a:cubicBezTo>
                  <a:pt x="541126" y="114448"/>
                  <a:pt x="543729" y="113429"/>
                  <a:pt x="545426" y="111506"/>
                </a:cubicBezTo>
                <a:cubicBezTo>
                  <a:pt x="546557" y="110205"/>
                  <a:pt x="547123" y="106754"/>
                  <a:pt x="547123" y="101153"/>
                </a:cubicBezTo>
                <a:lnTo>
                  <a:pt x="547123" y="19009"/>
                </a:lnTo>
                <a:cubicBezTo>
                  <a:pt x="547123" y="13429"/>
                  <a:pt x="546473" y="9857"/>
                  <a:pt x="545171" y="8292"/>
                </a:cubicBezTo>
                <a:cubicBezTo>
                  <a:pt x="543870" y="6726"/>
                  <a:pt x="541353" y="5829"/>
                  <a:pt x="537619" y="5601"/>
                </a:cubicBezTo>
                <a:lnTo>
                  <a:pt x="537619" y="2546"/>
                </a:lnTo>
                <a:lnTo>
                  <a:pt x="570884" y="2546"/>
                </a:lnTo>
                <a:close/>
                <a:moveTo>
                  <a:pt x="607233" y="0"/>
                </a:moveTo>
                <a:cubicBezTo>
                  <a:pt x="610910" y="0"/>
                  <a:pt x="614022" y="1291"/>
                  <a:pt x="616568" y="3874"/>
                </a:cubicBezTo>
                <a:cubicBezTo>
                  <a:pt x="619113" y="6456"/>
                  <a:pt x="620386" y="9563"/>
                  <a:pt x="620386" y="13196"/>
                </a:cubicBezTo>
                <a:cubicBezTo>
                  <a:pt x="620386" y="16829"/>
                  <a:pt x="619099" y="19923"/>
                  <a:pt x="616525" y="22477"/>
                </a:cubicBezTo>
                <a:cubicBezTo>
                  <a:pt x="613951" y="25030"/>
                  <a:pt x="610854" y="26307"/>
                  <a:pt x="607233" y="26307"/>
                </a:cubicBezTo>
                <a:cubicBezTo>
                  <a:pt x="603612" y="26307"/>
                  <a:pt x="600529" y="25030"/>
                  <a:pt x="597983" y="22477"/>
                </a:cubicBezTo>
                <a:cubicBezTo>
                  <a:pt x="595437" y="19923"/>
                  <a:pt x="594165" y="16829"/>
                  <a:pt x="594165" y="13196"/>
                </a:cubicBezTo>
                <a:cubicBezTo>
                  <a:pt x="594165" y="9563"/>
                  <a:pt x="595437" y="6456"/>
                  <a:pt x="597983" y="3874"/>
                </a:cubicBezTo>
                <a:cubicBezTo>
                  <a:pt x="600529" y="1291"/>
                  <a:pt x="603612" y="0"/>
                  <a:pt x="607233" y="0"/>
                </a:cubicBezTo>
                <a:moveTo>
                  <a:pt x="619113" y="38187"/>
                </a:moveTo>
                <a:lnTo>
                  <a:pt x="619113" y="101153"/>
                </a:lnTo>
                <a:cubicBezTo>
                  <a:pt x="619113" y="106754"/>
                  <a:pt x="619764" y="110332"/>
                  <a:pt x="621065" y="111888"/>
                </a:cubicBezTo>
                <a:cubicBezTo>
                  <a:pt x="622366" y="113443"/>
                  <a:pt x="624912" y="114334"/>
                  <a:pt x="628703" y="114561"/>
                </a:cubicBezTo>
                <a:lnTo>
                  <a:pt x="628703" y="117616"/>
                </a:lnTo>
                <a:lnTo>
                  <a:pt x="585848" y="117616"/>
                </a:lnTo>
                <a:lnTo>
                  <a:pt x="585848" y="114561"/>
                </a:lnTo>
                <a:cubicBezTo>
                  <a:pt x="589356" y="114448"/>
                  <a:pt x="591958" y="113429"/>
                  <a:pt x="593655" y="111506"/>
                </a:cubicBezTo>
                <a:cubicBezTo>
                  <a:pt x="594787" y="110205"/>
                  <a:pt x="595353" y="106754"/>
                  <a:pt x="595353" y="101153"/>
                </a:cubicBezTo>
                <a:lnTo>
                  <a:pt x="595353" y="54819"/>
                </a:lnTo>
                <a:cubicBezTo>
                  <a:pt x="595353" y="49148"/>
                  <a:pt x="594702" y="45525"/>
                  <a:pt x="593401" y="43949"/>
                </a:cubicBezTo>
                <a:cubicBezTo>
                  <a:pt x="592100" y="42374"/>
                  <a:pt x="589582" y="41472"/>
                  <a:pt x="585848" y="41242"/>
                </a:cubicBezTo>
                <a:lnTo>
                  <a:pt x="585848" y="38187"/>
                </a:lnTo>
                <a:lnTo>
                  <a:pt x="619113" y="38187"/>
                </a:lnTo>
                <a:close/>
                <a:moveTo>
                  <a:pt x="667937" y="8995"/>
                </a:moveTo>
                <a:lnTo>
                  <a:pt x="667937" y="38187"/>
                </a:lnTo>
                <a:lnTo>
                  <a:pt x="686776" y="38187"/>
                </a:lnTo>
                <a:lnTo>
                  <a:pt x="686776" y="46503"/>
                </a:lnTo>
                <a:lnTo>
                  <a:pt x="667937" y="46503"/>
                </a:lnTo>
                <a:lnTo>
                  <a:pt x="667937" y="95600"/>
                </a:lnTo>
                <a:cubicBezTo>
                  <a:pt x="667937" y="100195"/>
                  <a:pt x="668149" y="103159"/>
                  <a:pt x="668573" y="104492"/>
                </a:cubicBezTo>
                <a:cubicBezTo>
                  <a:pt x="668998" y="105825"/>
                  <a:pt x="669747" y="106903"/>
                  <a:pt x="670822" y="107727"/>
                </a:cubicBezTo>
                <a:cubicBezTo>
                  <a:pt x="671897" y="108549"/>
                  <a:pt x="672887" y="108960"/>
                  <a:pt x="673792" y="108960"/>
                </a:cubicBezTo>
                <a:cubicBezTo>
                  <a:pt x="677470" y="108960"/>
                  <a:pt x="680949" y="106131"/>
                  <a:pt x="684230" y="100474"/>
                </a:cubicBezTo>
                <a:lnTo>
                  <a:pt x="686776" y="102359"/>
                </a:lnTo>
                <a:cubicBezTo>
                  <a:pt x="682193" y="113322"/>
                  <a:pt x="674754" y="118804"/>
                  <a:pt x="664458" y="118804"/>
                </a:cubicBezTo>
                <a:cubicBezTo>
                  <a:pt x="659423" y="118804"/>
                  <a:pt x="655166" y="117399"/>
                  <a:pt x="651686" y="114590"/>
                </a:cubicBezTo>
                <a:cubicBezTo>
                  <a:pt x="648207" y="111779"/>
                  <a:pt x="645987" y="108642"/>
                  <a:pt x="645025" y="105178"/>
                </a:cubicBezTo>
                <a:cubicBezTo>
                  <a:pt x="644459" y="103248"/>
                  <a:pt x="644176" y="98025"/>
                  <a:pt x="644176" y="89509"/>
                </a:cubicBezTo>
                <a:lnTo>
                  <a:pt x="644176" y="46503"/>
                </a:lnTo>
                <a:lnTo>
                  <a:pt x="633823" y="46503"/>
                </a:lnTo>
                <a:lnTo>
                  <a:pt x="633823" y="43525"/>
                </a:lnTo>
                <a:cubicBezTo>
                  <a:pt x="640952" y="38480"/>
                  <a:pt x="647019" y="33178"/>
                  <a:pt x="652026" y="27622"/>
                </a:cubicBezTo>
                <a:cubicBezTo>
                  <a:pt x="657032" y="22065"/>
                  <a:pt x="661403" y="15856"/>
                  <a:pt x="665137" y="8995"/>
                </a:cubicBezTo>
                <a:lnTo>
                  <a:pt x="667937" y="8995"/>
                </a:lnTo>
                <a:close/>
                <a:moveTo>
                  <a:pt x="730732" y="120917"/>
                </a:moveTo>
                <a:lnTo>
                  <a:pt x="705104" y="61972"/>
                </a:lnTo>
                <a:cubicBezTo>
                  <a:pt x="701257" y="53044"/>
                  <a:pt x="698414" y="47556"/>
                  <a:pt x="696576" y="45509"/>
                </a:cubicBezTo>
                <a:cubicBezTo>
                  <a:pt x="694737" y="43460"/>
                  <a:pt x="692517" y="42037"/>
                  <a:pt x="689914" y="41242"/>
                </a:cubicBezTo>
                <a:lnTo>
                  <a:pt x="689914" y="38187"/>
                </a:lnTo>
                <a:lnTo>
                  <a:pt x="732090" y="38187"/>
                </a:lnTo>
                <a:lnTo>
                  <a:pt x="732090" y="41242"/>
                </a:lnTo>
                <a:cubicBezTo>
                  <a:pt x="729318" y="41355"/>
                  <a:pt x="727366" y="41895"/>
                  <a:pt x="726234" y="42862"/>
                </a:cubicBezTo>
                <a:cubicBezTo>
                  <a:pt x="725103" y="43827"/>
                  <a:pt x="724537" y="44992"/>
                  <a:pt x="724537" y="46357"/>
                </a:cubicBezTo>
                <a:cubicBezTo>
                  <a:pt x="724537" y="48516"/>
                  <a:pt x="725951" y="52778"/>
                  <a:pt x="728780" y="59145"/>
                </a:cubicBezTo>
                <a:lnTo>
                  <a:pt x="742358" y="90349"/>
                </a:lnTo>
                <a:lnTo>
                  <a:pt x="751607" y="66236"/>
                </a:lnTo>
                <a:cubicBezTo>
                  <a:pt x="754945" y="57649"/>
                  <a:pt x="756614" y="51678"/>
                  <a:pt x="756614" y="48322"/>
                </a:cubicBezTo>
                <a:cubicBezTo>
                  <a:pt x="756614" y="46219"/>
                  <a:pt x="755921" y="44541"/>
                  <a:pt x="754535" y="43289"/>
                </a:cubicBezTo>
                <a:cubicBezTo>
                  <a:pt x="753149" y="42037"/>
                  <a:pt x="750702" y="41355"/>
                  <a:pt x="747195" y="41242"/>
                </a:cubicBezTo>
                <a:lnTo>
                  <a:pt x="747195" y="38187"/>
                </a:lnTo>
                <a:lnTo>
                  <a:pt x="773756" y="38187"/>
                </a:lnTo>
                <a:lnTo>
                  <a:pt x="773756" y="41242"/>
                </a:lnTo>
                <a:cubicBezTo>
                  <a:pt x="771153" y="41526"/>
                  <a:pt x="769032" y="42536"/>
                  <a:pt x="767391" y="44270"/>
                </a:cubicBezTo>
                <a:cubicBezTo>
                  <a:pt x="765751" y="46005"/>
                  <a:pt x="763007" y="51905"/>
                  <a:pt x="759160" y="61972"/>
                </a:cubicBezTo>
                <a:lnTo>
                  <a:pt x="736502" y="120840"/>
                </a:lnTo>
                <a:cubicBezTo>
                  <a:pt x="730788" y="135549"/>
                  <a:pt x="726545" y="144601"/>
                  <a:pt x="723773" y="147996"/>
                </a:cubicBezTo>
                <a:cubicBezTo>
                  <a:pt x="719870" y="152748"/>
                  <a:pt x="714976" y="155124"/>
                  <a:pt x="709093" y="155124"/>
                </a:cubicBezTo>
                <a:cubicBezTo>
                  <a:pt x="704397" y="155124"/>
                  <a:pt x="700592" y="153780"/>
                  <a:pt x="697679" y="151093"/>
                </a:cubicBezTo>
                <a:cubicBezTo>
                  <a:pt x="694765" y="148406"/>
                  <a:pt x="693309" y="145167"/>
                  <a:pt x="693309" y="141376"/>
                </a:cubicBezTo>
                <a:cubicBezTo>
                  <a:pt x="693309" y="138095"/>
                  <a:pt x="694313" y="135380"/>
                  <a:pt x="696321" y="133230"/>
                </a:cubicBezTo>
                <a:cubicBezTo>
                  <a:pt x="698330" y="131080"/>
                  <a:pt x="700805" y="130005"/>
                  <a:pt x="703746" y="130005"/>
                </a:cubicBezTo>
                <a:cubicBezTo>
                  <a:pt x="706575" y="130005"/>
                  <a:pt x="708852" y="130905"/>
                  <a:pt x="710578" y="132705"/>
                </a:cubicBezTo>
                <a:cubicBezTo>
                  <a:pt x="712303" y="134506"/>
                  <a:pt x="713194" y="137293"/>
                  <a:pt x="713251" y="141064"/>
                </a:cubicBezTo>
                <a:cubicBezTo>
                  <a:pt x="713307" y="143203"/>
                  <a:pt x="713562" y="144582"/>
                  <a:pt x="714014" y="145200"/>
                </a:cubicBezTo>
                <a:cubicBezTo>
                  <a:pt x="714467" y="145819"/>
                  <a:pt x="715118" y="146129"/>
                  <a:pt x="715966" y="146129"/>
                </a:cubicBezTo>
                <a:cubicBezTo>
                  <a:pt x="717324" y="146129"/>
                  <a:pt x="718767" y="145312"/>
                  <a:pt x="720294" y="143678"/>
                </a:cubicBezTo>
                <a:cubicBezTo>
                  <a:pt x="722557" y="141313"/>
                  <a:pt x="725216" y="135907"/>
                  <a:pt x="728271" y="127459"/>
                </a:cubicBezTo>
                <a:lnTo>
                  <a:pt x="730732" y="120917"/>
                </a:lnTo>
                <a:close/>
                <a:moveTo>
                  <a:pt x="934820" y="0"/>
                </a:moveTo>
                <a:lnTo>
                  <a:pt x="934820" y="39884"/>
                </a:lnTo>
                <a:lnTo>
                  <a:pt x="931510" y="39884"/>
                </a:lnTo>
                <a:cubicBezTo>
                  <a:pt x="929021" y="29420"/>
                  <a:pt x="924382" y="21401"/>
                  <a:pt x="917593" y="15829"/>
                </a:cubicBezTo>
                <a:cubicBezTo>
                  <a:pt x="910804" y="10255"/>
                  <a:pt x="903110" y="7468"/>
                  <a:pt x="894511" y="7468"/>
                </a:cubicBezTo>
                <a:cubicBezTo>
                  <a:pt x="887326" y="7468"/>
                  <a:pt x="880736" y="9533"/>
                  <a:pt x="874739" y="13662"/>
                </a:cubicBezTo>
                <a:cubicBezTo>
                  <a:pt x="868742" y="17792"/>
                  <a:pt x="864358" y="23195"/>
                  <a:pt x="861586" y="29871"/>
                </a:cubicBezTo>
                <a:cubicBezTo>
                  <a:pt x="858022" y="38413"/>
                  <a:pt x="856240" y="47918"/>
                  <a:pt x="856240" y="58384"/>
                </a:cubicBezTo>
                <a:cubicBezTo>
                  <a:pt x="856240" y="68680"/>
                  <a:pt x="857541" y="78057"/>
                  <a:pt x="860143" y="86515"/>
                </a:cubicBezTo>
                <a:cubicBezTo>
                  <a:pt x="862745" y="94972"/>
                  <a:pt x="866819" y="101365"/>
                  <a:pt x="872363" y="105693"/>
                </a:cubicBezTo>
                <a:cubicBezTo>
                  <a:pt x="877907" y="110021"/>
                  <a:pt x="885092" y="112185"/>
                  <a:pt x="893917" y="112185"/>
                </a:cubicBezTo>
                <a:cubicBezTo>
                  <a:pt x="901159" y="112185"/>
                  <a:pt x="907792" y="110601"/>
                  <a:pt x="913817" y="107433"/>
                </a:cubicBezTo>
                <a:cubicBezTo>
                  <a:pt x="919842" y="104264"/>
                  <a:pt x="926192" y="98805"/>
                  <a:pt x="932868" y="91055"/>
                </a:cubicBezTo>
                <a:lnTo>
                  <a:pt x="932868" y="100983"/>
                </a:lnTo>
                <a:cubicBezTo>
                  <a:pt x="926419" y="107715"/>
                  <a:pt x="919701" y="112595"/>
                  <a:pt x="912714" y="115621"/>
                </a:cubicBezTo>
                <a:cubicBezTo>
                  <a:pt x="905727" y="118648"/>
                  <a:pt x="897566" y="120161"/>
                  <a:pt x="888232" y="120161"/>
                </a:cubicBezTo>
                <a:cubicBezTo>
                  <a:pt x="875955" y="120161"/>
                  <a:pt x="865051" y="117704"/>
                  <a:pt x="855518" y="112789"/>
                </a:cubicBezTo>
                <a:cubicBezTo>
                  <a:pt x="845986" y="107874"/>
                  <a:pt x="838631" y="100813"/>
                  <a:pt x="833455" y="91606"/>
                </a:cubicBezTo>
                <a:cubicBezTo>
                  <a:pt x="828278" y="82397"/>
                  <a:pt x="825690" y="72595"/>
                  <a:pt x="825690" y="62200"/>
                </a:cubicBezTo>
                <a:cubicBezTo>
                  <a:pt x="825690" y="51240"/>
                  <a:pt x="828561" y="40846"/>
                  <a:pt x="834303" y="31016"/>
                </a:cubicBezTo>
                <a:cubicBezTo>
                  <a:pt x="840045" y="21185"/>
                  <a:pt x="847796" y="13558"/>
                  <a:pt x="857555" y="8136"/>
                </a:cubicBezTo>
                <a:cubicBezTo>
                  <a:pt x="867314" y="2712"/>
                  <a:pt x="877681" y="0"/>
                  <a:pt x="888656" y="0"/>
                </a:cubicBezTo>
                <a:cubicBezTo>
                  <a:pt x="896746" y="0"/>
                  <a:pt x="905288" y="1754"/>
                  <a:pt x="914284" y="5261"/>
                </a:cubicBezTo>
                <a:cubicBezTo>
                  <a:pt x="919488" y="7298"/>
                  <a:pt x="922798" y="8316"/>
                  <a:pt x="924212" y="8316"/>
                </a:cubicBezTo>
                <a:cubicBezTo>
                  <a:pt x="926023" y="8316"/>
                  <a:pt x="927592" y="7652"/>
                  <a:pt x="928922" y="6322"/>
                </a:cubicBezTo>
                <a:cubicBezTo>
                  <a:pt x="930251" y="4993"/>
                  <a:pt x="931114" y="2885"/>
                  <a:pt x="931510" y="0"/>
                </a:cubicBezTo>
                <a:lnTo>
                  <a:pt x="934820" y="0"/>
                </a:lnTo>
                <a:close/>
                <a:moveTo>
                  <a:pt x="982567" y="2546"/>
                </a:moveTo>
                <a:lnTo>
                  <a:pt x="982567" y="48455"/>
                </a:lnTo>
                <a:cubicBezTo>
                  <a:pt x="986923" y="43841"/>
                  <a:pt x="990911" y="40580"/>
                  <a:pt x="994532" y="38672"/>
                </a:cubicBezTo>
                <a:cubicBezTo>
                  <a:pt x="998152" y="36765"/>
                  <a:pt x="1001915" y="35811"/>
                  <a:pt x="1005818" y="35811"/>
                </a:cubicBezTo>
                <a:cubicBezTo>
                  <a:pt x="1010797" y="35811"/>
                  <a:pt x="1015054" y="37225"/>
                  <a:pt x="1018590" y="40054"/>
                </a:cubicBezTo>
                <a:cubicBezTo>
                  <a:pt x="1022125" y="42882"/>
                  <a:pt x="1024473" y="46206"/>
                  <a:pt x="1025633" y="50025"/>
                </a:cubicBezTo>
                <a:cubicBezTo>
                  <a:pt x="1026793" y="53844"/>
                  <a:pt x="1027373" y="60279"/>
                  <a:pt x="1027373" y="69330"/>
                </a:cubicBezTo>
                <a:lnTo>
                  <a:pt x="1027373" y="100304"/>
                </a:lnTo>
                <a:cubicBezTo>
                  <a:pt x="1027373" y="106395"/>
                  <a:pt x="1027938" y="110194"/>
                  <a:pt x="1029070" y="111702"/>
                </a:cubicBezTo>
                <a:cubicBezTo>
                  <a:pt x="1030201" y="113210"/>
                  <a:pt x="1032492" y="114163"/>
                  <a:pt x="1035943" y="114561"/>
                </a:cubicBezTo>
                <a:lnTo>
                  <a:pt x="1035943" y="117616"/>
                </a:lnTo>
                <a:lnTo>
                  <a:pt x="995720" y="117616"/>
                </a:lnTo>
                <a:lnTo>
                  <a:pt x="995720" y="114561"/>
                </a:lnTo>
                <a:cubicBezTo>
                  <a:pt x="998548" y="114163"/>
                  <a:pt x="1000670" y="113024"/>
                  <a:pt x="1002084" y="111145"/>
                </a:cubicBezTo>
                <a:cubicBezTo>
                  <a:pt x="1003103" y="109665"/>
                  <a:pt x="1003612" y="106052"/>
                  <a:pt x="1003612" y="100304"/>
                </a:cubicBezTo>
                <a:lnTo>
                  <a:pt x="1003612" y="64973"/>
                </a:lnTo>
                <a:cubicBezTo>
                  <a:pt x="1003612" y="58422"/>
                  <a:pt x="1003357" y="54313"/>
                  <a:pt x="1002848" y="52648"/>
                </a:cubicBezTo>
                <a:cubicBezTo>
                  <a:pt x="1002339" y="50980"/>
                  <a:pt x="1001476" y="49681"/>
                  <a:pt x="1000260" y="48749"/>
                </a:cubicBezTo>
                <a:cubicBezTo>
                  <a:pt x="999043" y="47818"/>
                  <a:pt x="997672" y="47352"/>
                  <a:pt x="996144" y="47352"/>
                </a:cubicBezTo>
                <a:cubicBezTo>
                  <a:pt x="993881" y="47352"/>
                  <a:pt x="991675" y="48130"/>
                  <a:pt x="989525" y="49685"/>
                </a:cubicBezTo>
                <a:cubicBezTo>
                  <a:pt x="987375" y="51241"/>
                  <a:pt x="985056" y="53971"/>
                  <a:pt x="982567" y="57874"/>
                </a:cubicBezTo>
                <a:lnTo>
                  <a:pt x="982567" y="100304"/>
                </a:lnTo>
                <a:cubicBezTo>
                  <a:pt x="982567" y="105995"/>
                  <a:pt x="982991" y="109552"/>
                  <a:pt x="983839" y="110975"/>
                </a:cubicBezTo>
                <a:cubicBezTo>
                  <a:pt x="984914" y="112910"/>
                  <a:pt x="987121" y="114105"/>
                  <a:pt x="990459" y="114561"/>
                </a:cubicBezTo>
                <a:lnTo>
                  <a:pt x="990459" y="117616"/>
                </a:lnTo>
                <a:lnTo>
                  <a:pt x="950235" y="117616"/>
                </a:lnTo>
                <a:lnTo>
                  <a:pt x="950235" y="114561"/>
                </a:lnTo>
                <a:cubicBezTo>
                  <a:pt x="953573" y="114220"/>
                  <a:pt x="955949" y="113138"/>
                  <a:pt x="957363" y="111318"/>
                </a:cubicBezTo>
                <a:cubicBezTo>
                  <a:pt x="958325" y="110066"/>
                  <a:pt x="958806" y="106395"/>
                  <a:pt x="958806" y="100304"/>
                </a:cubicBezTo>
                <a:lnTo>
                  <a:pt x="958806" y="19857"/>
                </a:lnTo>
                <a:cubicBezTo>
                  <a:pt x="958806" y="13788"/>
                  <a:pt x="958254" y="10009"/>
                  <a:pt x="957151" y="8520"/>
                </a:cubicBezTo>
                <a:cubicBezTo>
                  <a:pt x="956048" y="7032"/>
                  <a:pt x="953742" y="6059"/>
                  <a:pt x="950235" y="5601"/>
                </a:cubicBezTo>
                <a:lnTo>
                  <a:pt x="950235" y="2546"/>
                </a:lnTo>
                <a:lnTo>
                  <a:pt x="982567" y="2546"/>
                </a:lnTo>
                <a:close/>
                <a:moveTo>
                  <a:pt x="1113988" y="75016"/>
                </a:moveTo>
                <a:lnTo>
                  <a:pt x="1070455" y="75016"/>
                </a:lnTo>
                <a:cubicBezTo>
                  <a:pt x="1070964" y="85567"/>
                  <a:pt x="1073764" y="93905"/>
                  <a:pt x="1078856" y="100031"/>
                </a:cubicBezTo>
                <a:cubicBezTo>
                  <a:pt x="1082760" y="104739"/>
                  <a:pt x="1087455" y="107093"/>
                  <a:pt x="1092943" y="107093"/>
                </a:cubicBezTo>
                <a:cubicBezTo>
                  <a:pt x="1096337" y="107093"/>
                  <a:pt x="1099420" y="106145"/>
                  <a:pt x="1102192" y="104250"/>
                </a:cubicBezTo>
                <a:cubicBezTo>
                  <a:pt x="1104965" y="102355"/>
                  <a:pt x="1107935" y="98947"/>
                  <a:pt x="1111103" y="94025"/>
                </a:cubicBezTo>
                <a:lnTo>
                  <a:pt x="1113988" y="95892"/>
                </a:lnTo>
                <a:cubicBezTo>
                  <a:pt x="1109688" y="104660"/>
                  <a:pt x="1104936" y="110869"/>
                  <a:pt x="1099732" y="114518"/>
                </a:cubicBezTo>
                <a:cubicBezTo>
                  <a:pt x="1094527" y="118167"/>
                  <a:pt x="1088502" y="119992"/>
                  <a:pt x="1081656" y="119992"/>
                </a:cubicBezTo>
                <a:cubicBezTo>
                  <a:pt x="1069889" y="119992"/>
                  <a:pt x="1060979" y="115461"/>
                  <a:pt x="1054926" y="106401"/>
                </a:cubicBezTo>
                <a:cubicBezTo>
                  <a:pt x="1050060" y="99096"/>
                  <a:pt x="1047628" y="90035"/>
                  <a:pt x="1047628" y="79219"/>
                </a:cubicBezTo>
                <a:cubicBezTo>
                  <a:pt x="1047628" y="65967"/>
                  <a:pt x="1051206" y="55420"/>
                  <a:pt x="1058362" y="47577"/>
                </a:cubicBezTo>
                <a:cubicBezTo>
                  <a:pt x="1065519" y="39733"/>
                  <a:pt x="1073906" y="35811"/>
                  <a:pt x="1083523" y="35811"/>
                </a:cubicBezTo>
                <a:cubicBezTo>
                  <a:pt x="1091557" y="35811"/>
                  <a:pt x="1098529" y="39106"/>
                  <a:pt x="1104441" y="45697"/>
                </a:cubicBezTo>
                <a:cubicBezTo>
                  <a:pt x="1110353" y="52288"/>
                  <a:pt x="1113535" y="62061"/>
                  <a:pt x="1113988" y="75016"/>
                </a:cubicBezTo>
                <a:moveTo>
                  <a:pt x="1093112" y="69415"/>
                </a:moveTo>
                <a:cubicBezTo>
                  <a:pt x="1093112" y="60307"/>
                  <a:pt x="1092617" y="54056"/>
                  <a:pt x="1091627" y="50661"/>
                </a:cubicBezTo>
                <a:cubicBezTo>
                  <a:pt x="1090637" y="47267"/>
                  <a:pt x="1089096" y="44693"/>
                  <a:pt x="1087003" y="42939"/>
                </a:cubicBezTo>
                <a:cubicBezTo>
                  <a:pt x="1085815" y="41921"/>
                  <a:pt x="1084230" y="41412"/>
                  <a:pt x="1082250" y="41412"/>
                </a:cubicBezTo>
                <a:cubicBezTo>
                  <a:pt x="1079309" y="41412"/>
                  <a:pt x="1076904" y="42854"/>
                  <a:pt x="1075037" y="45739"/>
                </a:cubicBezTo>
                <a:cubicBezTo>
                  <a:pt x="1071700" y="50774"/>
                  <a:pt x="1070031" y="57676"/>
                  <a:pt x="1070031" y="66445"/>
                </a:cubicBezTo>
                <a:lnTo>
                  <a:pt x="1070031" y="69415"/>
                </a:lnTo>
                <a:lnTo>
                  <a:pt x="1093112" y="69415"/>
                </a:lnTo>
                <a:close/>
                <a:moveTo>
                  <a:pt x="1188691" y="97098"/>
                </a:moveTo>
                <a:lnTo>
                  <a:pt x="1191322" y="99132"/>
                </a:lnTo>
                <a:cubicBezTo>
                  <a:pt x="1187588" y="106170"/>
                  <a:pt x="1182935" y="111407"/>
                  <a:pt x="1177362" y="114842"/>
                </a:cubicBezTo>
                <a:cubicBezTo>
                  <a:pt x="1171790" y="118275"/>
                  <a:pt x="1165864" y="119992"/>
                  <a:pt x="1159584" y="119992"/>
                </a:cubicBezTo>
                <a:cubicBezTo>
                  <a:pt x="1149005" y="119992"/>
                  <a:pt x="1140547" y="116000"/>
                  <a:pt x="1134211" y="108016"/>
                </a:cubicBezTo>
                <a:cubicBezTo>
                  <a:pt x="1127875" y="100030"/>
                  <a:pt x="1124707" y="90431"/>
                  <a:pt x="1124707" y="79219"/>
                </a:cubicBezTo>
                <a:cubicBezTo>
                  <a:pt x="1124707" y="68401"/>
                  <a:pt x="1127592" y="58887"/>
                  <a:pt x="1133363" y="50677"/>
                </a:cubicBezTo>
                <a:cubicBezTo>
                  <a:pt x="1140321" y="40766"/>
                  <a:pt x="1149910" y="35811"/>
                  <a:pt x="1162130" y="35811"/>
                </a:cubicBezTo>
                <a:cubicBezTo>
                  <a:pt x="1170333" y="35811"/>
                  <a:pt x="1176853" y="37882"/>
                  <a:pt x="1181690" y="42024"/>
                </a:cubicBezTo>
                <a:cubicBezTo>
                  <a:pt x="1186527" y="46165"/>
                  <a:pt x="1188946" y="50788"/>
                  <a:pt x="1188946" y="55893"/>
                </a:cubicBezTo>
                <a:cubicBezTo>
                  <a:pt x="1188946" y="59127"/>
                  <a:pt x="1187970" y="61708"/>
                  <a:pt x="1186018" y="63637"/>
                </a:cubicBezTo>
                <a:cubicBezTo>
                  <a:pt x="1184066" y="65566"/>
                  <a:pt x="1181506" y="66530"/>
                  <a:pt x="1178338" y="66530"/>
                </a:cubicBezTo>
                <a:cubicBezTo>
                  <a:pt x="1175000" y="66530"/>
                  <a:pt x="1172242" y="65423"/>
                  <a:pt x="1170064" y="63210"/>
                </a:cubicBezTo>
                <a:cubicBezTo>
                  <a:pt x="1167886" y="60995"/>
                  <a:pt x="1166543" y="57049"/>
                  <a:pt x="1166034" y="51372"/>
                </a:cubicBezTo>
                <a:cubicBezTo>
                  <a:pt x="1165694" y="47796"/>
                  <a:pt x="1164874" y="45297"/>
                  <a:pt x="1163573" y="43878"/>
                </a:cubicBezTo>
                <a:cubicBezTo>
                  <a:pt x="1162271" y="42460"/>
                  <a:pt x="1160744" y="41751"/>
                  <a:pt x="1158990" y="41751"/>
                </a:cubicBezTo>
                <a:cubicBezTo>
                  <a:pt x="1156275" y="41751"/>
                  <a:pt x="1153955" y="43194"/>
                  <a:pt x="1152032" y="46079"/>
                </a:cubicBezTo>
                <a:cubicBezTo>
                  <a:pt x="1149090" y="50435"/>
                  <a:pt x="1147619" y="57111"/>
                  <a:pt x="1147619" y="66106"/>
                </a:cubicBezTo>
                <a:cubicBezTo>
                  <a:pt x="1147619" y="73573"/>
                  <a:pt x="1148807" y="80716"/>
                  <a:pt x="1151183" y="87533"/>
                </a:cubicBezTo>
                <a:cubicBezTo>
                  <a:pt x="1153559" y="94350"/>
                  <a:pt x="1156812" y="99427"/>
                  <a:pt x="1160942" y="102765"/>
                </a:cubicBezTo>
                <a:cubicBezTo>
                  <a:pt x="1164054" y="105198"/>
                  <a:pt x="1167731" y="106414"/>
                  <a:pt x="1171974" y="106414"/>
                </a:cubicBezTo>
                <a:cubicBezTo>
                  <a:pt x="1174746" y="106414"/>
                  <a:pt x="1177377" y="105765"/>
                  <a:pt x="1179866" y="104468"/>
                </a:cubicBezTo>
                <a:cubicBezTo>
                  <a:pt x="1182355" y="103168"/>
                  <a:pt x="1185297" y="100712"/>
                  <a:pt x="1188691" y="97098"/>
                </a:cubicBezTo>
                <a:close/>
                <a:moveTo>
                  <a:pt x="1233354" y="2546"/>
                </a:moveTo>
                <a:lnTo>
                  <a:pt x="1233354" y="78304"/>
                </a:lnTo>
                <a:lnTo>
                  <a:pt x="1251768" y="60200"/>
                </a:lnTo>
                <a:cubicBezTo>
                  <a:pt x="1255559" y="56512"/>
                  <a:pt x="1257921" y="53836"/>
                  <a:pt x="1258854" y="52173"/>
                </a:cubicBezTo>
                <a:cubicBezTo>
                  <a:pt x="1259788" y="50509"/>
                  <a:pt x="1260254" y="48902"/>
                  <a:pt x="1260254" y="47352"/>
                </a:cubicBezTo>
                <a:cubicBezTo>
                  <a:pt x="1260254" y="45803"/>
                  <a:pt x="1259632" y="44513"/>
                  <a:pt x="1258388" y="43480"/>
                </a:cubicBezTo>
                <a:cubicBezTo>
                  <a:pt x="1257143" y="42448"/>
                  <a:pt x="1254710" y="41702"/>
                  <a:pt x="1251090" y="41242"/>
                </a:cubicBezTo>
                <a:lnTo>
                  <a:pt x="1251090" y="38187"/>
                </a:lnTo>
                <a:lnTo>
                  <a:pt x="1286646" y="38187"/>
                </a:lnTo>
                <a:lnTo>
                  <a:pt x="1286646" y="41242"/>
                </a:lnTo>
                <a:cubicBezTo>
                  <a:pt x="1283251" y="41413"/>
                  <a:pt x="1280281" y="42228"/>
                  <a:pt x="1277736" y="43687"/>
                </a:cubicBezTo>
                <a:cubicBezTo>
                  <a:pt x="1275190" y="45145"/>
                  <a:pt x="1270211" y="49535"/>
                  <a:pt x="1262800" y="56856"/>
                </a:cubicBezTo>
                <a:lnTo>
                  <a:pt x="1254145" y="65414"/>
                </a:lnTo>
                <a:lnTo>
                  <a:pt x="1272814" y="92675"/>
                </a:lnTo>
                <a:cubicBezTo>
                  <a:pt x="1280338" y="103760"/>
                  <a:pt x="1284807" y="109980"/>
                  <a:pt x="1286222" y="111336"/>
                </a:cubicBezTo>
                <a:cubicBezTo>
                  <a:pt x="1288145" y="113260"/>
                  <a:pt x="1290578" y="114334"/>
                  <a:pt x="1293520" y="114561"/>
                </a:cubicBezTo>
                <a:lnTo>
                  <a:pt x="1293520" y="117616"/>
                </a:lnTo>
                <a:lnTo>
                  <a:pt x="1252532" y="117616"/>
                </a:lnTo>
                <a:lnTo>
                  <a:pt x="1252532" y="114561"/>
                </a:lnTo>
                <a:cubicBezTo>
                  <a:pt x="1254343" y="114561"/>
                  <a:pt x="1255658" y="114221"/>
                  <a:pt x="1256478" y="113542"/>
                </a:cubicBezTo>
                <a:cubicBezTo>
                  <a:pt x="1257299" y="112862"/>
                  <a:pt x="1257709" y="112125"/>
                  <a:pt x="1257709" y="111333"/>
                </a:cubicBezTo>
                <a:cubicBezTo>
                  <a:pt x="1257709" y="110030"/>
                  <a:pt x="1256521" y="107623"/>
                  <a:pt x="1254145" y="104112"/>
                </a:cubicBezTo>
                <a:lnTo>
                  <a:pt x="1238445" y="81092"/>
                </a:lnTo>
                <a:lnTo>
                  <a:pt x="1233354" y="86133"/>
                </a:lnTo>
                <a:lnTo>
                  <a:pt x="1233354" y="100304"/>
                </a:lnTo>
                <a:cubicBezTo>
                  <a:pt x="1233354" y="106395"/>
                  <a:pt x="1233920" y="110194"/>
                  <a:pt x="1235051" y="111702"/>
                </a:cubicBezTo>
                <a:cubicBezTo>
                  <a:pt x="1236183" y="113210"/>
                  <a:pt x="1238502" y="114163"/>
                  <a:pt x="1242010" y="114561"/>
                </a:cubicBezTo>
                <a:lnTo>
                  <a:pt x="1242010" y="117616"/>
                </a:lnTo>
                <a:lnTo>
                  <a:pt x="1201022" y="117616"/>
                </a:lnTo>
                <a:lnTo>
                  <a:pt x="1201022" y="114561"/>
                </a:lnTo>
                <a:cubicBezTo>
                  <a:pt x="1204360" y="114220"/>
                  <a:pt x="1206736" y="113138"/>
                  <a:pt x="1208151" y="111318"/>
                </a:cubicBezTo>
                <a:cubicBezTo>
                  <a:pt x="1209112" y="110066"/>
                  <a:pt x="1209593" y="106395"/>
                  <a:pt x="1209593" y="100304"/>
                </a:cubicBezTo>
                <a:lnTo>
                  <a:pt x="1209593" y="19857"/>
                </a:lnTo>
                <a:cubicBezTo>
                  <a:pt x="1209593" y="13788"/>
                  <a:pt x="1209042" y="10009"/>
                  <a:pt x="1207938" y="8520"/>
                </a:cubicBezTo>
                <a:cubicBezTo>
                  <a:pt x="1206835" y="7032"/>
                  <a:pt x="1204530" y="6059"/>
                  <a:pt x="1201022" y="5601"/>
                </a:cubicBezTo>
                <a:lnTo>
                  <a:pt x="1201022" y="2546"/>
                </a:lnTo>
                <a:lnTo>
                  <a:pt x="1233354" y="2546"/>
                </a:lnTo>
                <a:close/>
                <a:moveTo>
                  <a:pt x="1316829" y="0"/>
                </a:moveTo>
                <a:cubicBezTo>
                  <a:pt x="1320507" y="0"/>
                  <a:pt x="1323618" y="1291"/>
                  <a:pt x="1326164" y="3874"/>
                </a:cubicBezTo>
                <a:cubicBezTo>
                  <a:pt x="1328710" y="6456"/>
                  <a:pt x="1329983" y="9563"/>
                  <a:pt x="1329983" y="13196"/>
                </a:cubicBezTo>
                <a:cubicBezTo>
                  <a:pt x="1329983" y="16829"/>
                  <a:pt x="1328696" y="19923"/>
                  <a:pt x="1326122" y="22477"/>
                </a:cubicBezTo>
                <a:cubicBezTo>
                  <a:pt x="1323547" y="25030"/>
                  <a:pt x="1320450" y="26307"/>
                  <a:pt x="1316829" y="26307"/>
                </a:cubicBezTo>
                <a:cubicBezTo>
                  <a:pt x="1313209" y="26307"/>
                  <a:pt x="1310126" y="25030"/>
                  <a:pt x="1307580" y="22477"/>
                </a:cubicBezTo>
                <a:cubicBezTo>
                  <a:pt x="1305034" y="19923"/>
                  <a:pt x="1303761" y="16829"/>
                  <a:pt x="1303761" y="13196"/>
                </a:cubicBezTo>
                <a:cubicBezTo>
                  <a:pt x="1303761" y="9563"/>
                  <a:pt x="1305034" y="6456"/>
                  <a:pt x="1307580" y="3874"/>
                </a:cubicBezTo>
                <a:cubicBezTo>
                  <a:pt x="1310126" y="1291"/>
                  <a:pt x="1313209" y="0"/>
                  <a:pt x="1316829" y="0"/>
                </a:cubicBezTo>
                <a:moveTo>
                  <a:pt x="1328710" y="38187"/>
                </a:moveTo>
                <a:lnTo>
                  <a:pt x="1328710" y="101153"/>
                </a:lnTo>
                <a:cubicBezTo>
                  <a:pt x="1328710" y="106754"/>
                  <a:pt x="1329360" y="110332"/>
                  <a:pt x="1330662" y="111888"/>
                </a:cubicBezTo>
                <a:cubicBezTo>
                  <a:pt x="1331963" y="113443"/>
                  <a:pt x="1334509" y="114334"/>
                  <a:pt x="1338299" y="114561"/>
                </a:cubicBezTo>
                <a:lnTo>
                  <a:pt x="1338299" y="117616"/>
                </a:lnTo>
                <a:lnTo>
                  <a:pt x="1295445" y="117616"/>
                </a:lnTo>
                <a:lnTo>
                  <a:pt x="1295445" y="114561"/>
                </a:lnTo>
                <a:cubicBezTo>
                  <a:pt x="1298952" y="114448"/>
                  <a:pt x="1301555" y="113429"/>
                  <a:pt x="1303252" y="111506"/>
                </a:cubicBezTo>
                <a:cubicBezTo>
                  <a:pt x="1304383" y="110205"/>
                  <a:pt x="1304949" y="106754"/>
                  <a:pt x="1304949" y="101153"/>
                </a:cubicBezTo>
                <a:lnTo>
                  <a:pt x="1304949" y="54819"/>
                </a:lnTo>
                <a:cubicBezTo>
                  <a:pt x="1304949" y="49148"/>
                  <a:pt x="1304298" y="45525"/>
                  <a:pt x="1302997" y="43949"/>
                </a:cubicBezTo>
                <a:cubicBezTo>
                  <a:pt x="1301696" y="42374"/>
                  <a:pt x="1299179" y="41472"/>
                  <a:pt x="1295445" y="41242"/>
                </a:cubicBezTo>
                <a:lnTo>
                  <a:pt x="1295445" y="38187"/>
                </a:lnTo>
                <a:lnTo>
                  <a:pt x="1328710" y="38187"/>
                </a:lnTo>
                <a:close/>
                <a:moveTo>
                  <a:pt x="1378467" y="38187"/>
                </a:moveTo>
                <a:lnTo>
                  <a:pt x="1378467" y="48540"/>
                </a:lnTo>
                <a:cubicBezTo>
                  <a:pt x="1382540" y="44097"/>
                  <a:pt x="1386444" y="40865"/>
                  <a:pt x="1390177" y="38845"/>
                </a:cubicBezTo>
                <a:cubicBezTo>
                  <a:pt x="1393911" y="36822"/>
                  <a:pt x="1397928" y="35811"/>
                  <a:pt x="1402228" y="35811"/>
                </a:cubicBezTo>
                <a:cubicBezTo>
                  <a:pt x="1407376" y="35811"/>
                  <a:pt x="1411647" y="37241"/>
                  <a:pt x="1415041" y="40102"/>
                </a:cubicBezTo>
                <a:cubicBezTo>
                  <a:pt x="1418436" y="42962"/>
                  <a:pt x="1420699" y="46516"/>
                  <a:pt x="1421830" y="50765"/>
                </a:cubicBezTo>
                <a:cubicBezTo>
                  <a:pt x="1422735" y="53995"/>
                  <a:pt x="1423188" y="60198"/>
                  <a:pt x="1423188" y="69376"/>
                </a:cubicBezTo>
                <a:lnTo>
                  <a:pt x="1423188" y="100304"/>
                </a:lnTo>
                <a:cubicBezTo>
                  <a:pt x="1423188" y="106414"/>
                  <a:pt x="1423740" y="110219"/>
                  <a:pt x="1424843" y="111718"/>
                </a:cubicBezTo>
                <a:cubicBezTo>
                  <a:pt x="1425946" y="113217"/>
                  <a:pt x="1428251" y="114165"/>
                  <a:pt x="1431759" y="114561"/>
                </a:cubicBezTo>
                <a:lnTo>
                  <a:pt x="1431759" y="117616"/>
                </a:lnTo>
                <a:lnTo>
                  <a:pt x="1391620" y="117616"/>
                </a:lnTo>
                <a:lnTo>
                  <a:pt x="1391620" y="114561"/>
                </a:lnTo>
                <a:cubicBezTo>
                  <a:pt x="1394618" y="114165"/>
                  <a:pt x="1396768" y="112920"/>
                  <a:pt x="1398069" y="110827"/>
                </a:cubicBezTo>
                <a:cubicBezTo>
                  <a:pt x="1398975" y="109413"/>
                  <a:pt x="1399427" y="105905"/>
                  <a:pt x="1399427" y="100304"/>
                </a:cubicBezTo>
                <a:lnTo>
                  <a:pt x="1399427" y="65003"/>
                </a:lnTo>
                <a:cubicBezTo>
                  <a:pt x="1399427" y="58497"/>
                  <a:pt x="1399173" y="54395"/>
                  <a:pt x="1398663" y="52698"/>
                </a:cubicBezTo>
                <a:cubicBezTo>
                  <a:pt x="1398154" y="51001"/>
                  <a:pt x="1397292" y="49685"/>
                  <a:pt x="1396075" y="48752"/>
                </a:cubicBezTo>
                <a:cubicBezTo>
                  <a:pt x="1394859" y="47818"/>
                  <a:pt x="1393515" y="47352"/>
                  <a:pt x="1392044" y="47352"/>
                </a:cubicBezTo>
                <a:cubicBezTo>
                  <a:pt x="1387179" y="47352"/>
                  <a:pt x="1382653" y="50859"/>
                  <a:pt x="1378467" y="57874"/>
                </a:cubicBezTo>
                <a:lnTo>
                  <a:pt x="1378467" y="100304"/>
                </a:lnTo>
                <a:cubicBezTo>
                  <a:pt x="1378467" y="106244"/>
                  <a:pt x="1379018" y="110007"/>
                  <a:pt x="1380122" y="111591"/>
                </a:cubicBezTo>
                <a:cubicBezTo>
                  <a:pt x="1381225" y="113175"/>
                  <a:pt x="1383276" y="114165"/>
                  <a:pt x="1386274" y="114561"/>
                </a:cubicBezTo>
                <a:lnTo>
                  <a:pt x="1386274" y="117616"/>
                </a:lnTo>
                <a:lnTo>
                  <a:pt x="1346135" y="117616"/>
                </a:lnTo>
                <a:lnTo>
                  <a:pt x="1346135" y="114561"/>
                </a:lnTo>
                <a:cubicBezTo>
                  <a:pt x="1349473" y="114221"/>
                  <a:pt x="1351849" y="113146"/>
                  <a:pt x="1353263" y="111336"/>
                </a:cubicBezTo>
                <a:cubicBezTo>
                  <a:pt x="1354225" y="110091"/>
                  <a:pt x="1354706" y="106414"/>
                  <a:pt x="1354706" y="100304"/>
                </a:cubicBezTo>
                <a:lnTo>
                  <a:pt x="1354706" y="55498"/>
                </a:lnTo>
                <a:cubicBezTo>
                  <a:pt x="1354706" y="49429"/>
                  <a:pt x="1354154" y="45650"/>
                  <a:pt x="1353051" y="44162"/>
                </a:cubicBezTo>
                <a:cubicBezTo>
                  <a:pt x="1351948" y="42673"/>
                  <a:pt x="1349643" y="41700"/>
                  <a:pt x="1346135" y="41242"/>
                </a:cubicBezTo>
                <a:lnTo>
                  <a:pt x="1346135" y="38187"/>
                </a:lnTo>
                <a:lnTo>
                  <a:pt x="1378467" y="38187"/>
                </a:lnTo>
                <a:close/>
                <a:moveTo>
                  <a:pt x="1493595" y="39205"/>
                </a:moveTo>
                <a:lnTo>
                  <a:pt x="1520326" y="39205"/>
                </a:lnTo>
                <a:lnTo>
                  <a:pt x="1520326" y="48540"/>
                </a:lnTo>
                <a:lnTo>
                  <a:pt x="1505136" y="48540"/>
                </a:lnTo>
                <a:cubicBezTo>
                  <a:pt x="1507908" y="51312"/>
                  <a:pt x="1509832" y="53829"/>
                  <a:pt x="1510907" y="56092"/>
                </a:cubicBezTo>
                <a:cubicBezTo>
                  <a:pt x="1512264" y="59147"/>
                  <a:pt x="1512943" y="62344"/>
                  <a:pt x="1512943" y="65681"/>
                </a:cubicBezTo>
                <a:cubicBezTo>
                  <a:pt x="1512943" y="71339"/>
                  <a:pt x="1511373" y="76247"/>
                  <a:pt x="1508233" y="80405"/>
                </a:cubicBezTo>
                <a:cubicBezTo>
                  <a:pt x="1505094" y="84563"/>
                  <a:pt x="1500822" y="87816"/>
                  <a:pt x="1495420" y="90164"/>
                </a:cubicBezTo>
                <a:cubicBezTo>
                  <a:pt x="1490017" y="92511"/>
                  <a:pt x="1485222" y="93685"/>
                  <a:pt x="1481036" y="93685"/>
                </a:cubicBezTo>
                <a:cubicBezTo>
                  <a:pt x="1480696" y="93685"/>
                  <a:pt x="1477302" y="93544"/>
                  <a:pt x="1470853" y="93261"/>
                </a:cubicBezTo>
                <a:cubicBezTo>
                  <a:pt x="1468307" y="93261"/>
                  <a:pt x="1466171" y="94091"/>
                  <a:pt x="1464446" y="95751"/>
                </a:cubicBezTo>
                <a:cubicBezTo>
                  <a:pt x="1462720" y="97411"/>
                  <a:pt x="1461858" y="99394"/>
                  <a:pt x="1461858" y="101699"/>
                </a:cubicBezTo>
                <a:cubicBezTo>
                  <a:pt x="1461858" y="103725"/>
                  <a:pt x="1462635" y="105385"/>
                  <a:pt x="1464191" y="106679"/>
                </a:cubicBezTo>
                <a:cubicBezTo>
                  <a:pt x="1465747" y="107973"/>
                  <a:pt x="1468279" y="108621"/>
                  <a:pt x="1471786" y="108621"/>
                </a:cubicBezTo>
                <a:lnTo>
                  <a:pt x="1486467" y="108451"/>
                </a:lnTo>
                <a:cubicBezTo>
                  <a:pt x="1498347" y="108451"/>
                  <a:pt x="1506522" y="109755"/>
                  <a:pt x="1510991" y="112362"/>
                </a:cubicBezTo>
                <a:cubicBezTo>
                  <a:pt x="1517384" y="115988"/>
                  <a:pt x="1520581" y="121571"/>
                  <a:pt x="1520581" y="129109"/>
                </a:cubicBezTo>
                <a:cubicBezTo>
                  <a:pt x="1520581" y="133926"/>
                  <a:pt x="1519110" y="138305"/>
                  <a:pt x="1516168" y="142244"/>
                </a:cubicBezTo>
                <a:cubicBezTo>
                  <a:pt x="1513226" y="146183"/>
                  <a:pt x="1509351" y="149087"/>
                  <a:pt x="1504542" y="150958"/>
                </a:cubicBezTo>
                <a:cubicBezTo>
                  <a:pt x="1497244" y="153735"/>
                  <a:pt x="1488843" y="155124"/>
                  <a:pt x="1479339" y="155124"/>
                </a:cubicBezTo>
                <a:cubicBezTo>
                  <a:pt x="1472210" y="155124"/>
                  <a:pt x="1465705" y="154431"/>
                  <a:pt x="1459821" y="153045"/>
                </a:cubicBezTo>
                <a:cubicBezTo>
                  <a:pt x="1453937" y="151659"/>
                  <a:pt x="1449723" y="149734"/>
                  <a:pt x="1447177" y="147272"/>
                </a:cubicBezTo>
                <a:cubicBezTo>
                  <a:pt x="1444631" y="144811"/>
                  <a:pt x="1443358" y="142222"/>
                  <a:pt x="1443358" y="139504"/>
                </a:cubicBezTo>
                <a:cubicBezTo>
                  <a:pt x="1443358" y="136902"/>
                  <a:pt x="1444334" y="134567"/>
                  <a:pt x="1446286" y="132501"/>
                </a:cubicBezTo>
                <a:cubicBezTo>
                  <a:pt x="1448238" y="130436"/>
                  <a:pt x="1451872" y="128696"/>
                  <a:pt x="1457190" y="127282"/>
                </a:cubicBezTo>
                <a:cubicBezTo>
                  <a:pt x="1449836" y="123661"/>
                  <a:pt x="1446158" y="118627"/>
                  <a:pt x="1446158" y="112179"/>
                </a:cubicBezTo>
                <a:cubicBezTo>
                  <a:pt x="1446158" y="108276"/>
                  <a:pt x="1447658" y="104486"/>
                  <a:pt x="1450656" y="100811"/>
                </a:cubicBezTo>
                <a:cubicBezTo>
                  <a:pt x="1453654" y="97134"/>
                  <a:pt x="1458407" y="93937"/>
                  <a:pt x="1464912" y="91222"/>
                </a:cubicBezTo>
                <a:cubicBezTo>
                  <a:pt x="1457332" y="88446"/>
                  <a:pt x="1451844" y="84792"/>
                  <a:pt x="1448450" y="80259"/>
                </a:cubicBezTo>
                <a:cubicBezTo>
                  <a:pt x="1445055" y="75726"/>
                  <a:pt x="1443358" y="70485"/>
                  <a:pt x="1443358" y="64536"/>
                </a:cubicBezTo>
                <a:cubicBezTo>
                  <a:pt x="1443358" y="56775"/>
                  <a:pt x="1446526" y="50047"/>
                  <a:pt x="1452862" y="44353"/>
                </a:cubicBezTo>
                <a:cubicBezTo>
                  <a:pt x="1459199" y="38658"/>
                  <a:pt x="1467345" y="35811"/>
                  <a:pt x="1477302" y="35811"/>
                </a:cubicBezTo>
                <a:cubicBezTo>
                  <a:pt x="1482563" y="35811"/>
                  <a:pt x="1487994" y="36942"/>
                  <a:pt x="1493595" y="39205"/>
                </a:cubicBezTo>
                <a:moveTo>
                  <a:pt x="1478914" y="41242"/>
                </a:moveTo>
                <a:cubicBezTo>
                  <a:pt x="1475633" y="41242"/>
                  <a:pt x="1472861" y="42894"/>
                  <a:pt x="1470598" y="46198"/>
                </a:cubicBezTo>
                <a:cubicBezTo>
                  <a:pt x="1468335" y="49501"/>
                  <a:pt x="1467204" y="56348"/>
                  <a:pt x="1467204" y="66740"/>
                </a:cubicBezTo>
                <a:cubicBezTo>
                  <a:pt x="1467204" y="75153"/>
                  <a:pt x="1468321" y="80927"/>
                  <a:pt x="1470556" y="84062"/>
                </a:cubicBezTo>
                <a:cubicBezTo>
                  <a:pt x="1472790" y="87196"/>
                  <a:pt x="1475435" y="88763"/>
                  <a:pt x="1478490" y="88763"/>
                </a:cubicBezTo>
                <a:cubicBezTo>
                  <a:pt x="1481884" y="88763"/>
                  <a:pt x="1484713" y="87210"/>
                  <a:pt x="1486976" y="84104"/>
                </a:cubicBezTo>
                <a:cubicBezTo>
                  <a:pt x="1489239" y="80998"/>
                  <a:pt x="1490370" y="74955"/>
                  <a:pt x="1490370" y="65976"/>
                </a:cubicBezTo>
                <a:cubicBezTo>
                  <a:pt x="1490370" y="55869"/>
                  <a:pt x="1489098" y="48979"/>
                  <a:pt x="1486552" y="45307"/>
                </a:cubicBezTo>
                <a:cubicBezTo>
                  <a:pt x="1484741" y="42597"/>
                  <a:pt x="1482196" y="41242"/>
                  <a:pt x="1478914" y="41242"/>
                </a:cubicBezTo>
                <a:moveTo>
                  <a:pt x="1473908" y="129326"/>
                </a:moveTo>
                <a:cubicBezTo>
                  <a:pt x="1468137" y="129326"/>
                  <a:pt x="1464318" y="129805"/>
                  <a:pt x="1462452" y="130764"/>
                </a:cubicBezTo>
                <a:cubicBezTo>
                  <a:pt x="1459227" y="132509"/>
                  <a:pt x="1457615" y="134874"/>
                  <a:pt x="1457615" y="137860"/>
                </a:cubicBezTo>
                <a:cubicBezTo>
                  <a:pt x="1457615" y="140733"/>
                  <a:pt x="1459283" y="143338"/>
                  <a:pt x="1462621" y="145675"/>
                </a:cubicBezTo>
                <a:cubicBezTo>
                  <a:pt x="1465959" y="148014"/>
                  <a:pt x="1472239" y="149184"/>
                  <a:pt x="1481460" y="149184"/>
                </a:cubicBezTo>
                <a:cubicBezTo>
                  <a:pt x="1489324" y="149184"/>
                  <a:pt x="1495504" y="148141"/>
                  <a:pt x="1500002" y="146057"/>
                </a:cubicBezTo>
                <a:cubicBezTo>
                  <a:pt x="1504500" y="143973"/>
                  <a:pt x="1506748" y="141043"/>
                  <a:pt x="1506748" y="137269"/>
                </a:cubicBezTo>
                <a:cubicBezTo>
                  <a:pt x="1506748" y="135861"/>
                  <a:pt x="1506324" y="134679"/>
                  <a:pt x="1505475" y="133720"/>
                </a:cubicBezTo>
                <a:cubicBezTo>
                  <a:pt x="1503948" y="132030"/>
                  <a:pt x="1501643" y="130875"/>
                  <a:pt x="1498559" y="130255"/>
                </a:cubicBezTo>
                <a:cubicBezTo>
                  <a:pt x="1495476" y="129636"/>
                  <a:pt x="1487259" y="129326"/>
                  <a:pt x="1473908" y="1293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B8EF2-A5E4-46EA-B29F-5450DC42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8980276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294111"/>
                </a:moveTo>
                <a:cubicBezTo>
                  <a:pt x="89125" y="294111"/>
                  <a:pt x="133687" y="245092"/>
                  <a:pt x="133687" y="147056"/>
                </a:cubicBezTo>
                <a:cubicBezTo>
                  <a:pt x="133687" y="49019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9876F-3FC6-4806-8CA9-BCCE6F8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8933485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8A117-3358-4786-A344-21FEC0E5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8933485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4C965-752D-4143-8289-8B0A643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9274387"/>
            <a:ext cx="182215" cy="10"/>
          </a:xfrm>
          <a:custGeom xmlns:a="http://schemas.openxmlformats.org/drawingml/2006/main">
            <a:pathLst>
              <a:path w="182215" h="1" fill="none">
                <a:moveTo>
                  <a:pt x="0" y="0"/>
                </a:moveTo>
                <a:cubicBezTo>
                  <a:pt x="89125" y="0"/>
                  <a:pt x="149863" y="0"/>
                  <a:pt x="18221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CF133-A210-419D-8943-5A99FF81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9227596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C02D44-C4B0-466B-B911-EAC7ECCB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9227596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28748-440B-4E1B-B621-1B906479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7911" y="9274387"/>
            <a:ext cx="182215" cy="294111"/>
          </a:xfrm>
          <a:custGeom xmlns:a="http://schemas.openxmlformats.org/drawingml/2006/main">
            <a:pathLst>
              <a:path w="182215" h="294111" fill="none">
                <a:moveTo>
                  <a:pt x="0" y="0"/>
                </a:moveTo>
                <a:cubicBezTo>
                  <a:pt x="89125" y="0"/>
                  <a:pt x="133687" y="49019"/>
                  <a:pt x="133687" y="147056"/>
                </a:cubicBezTo>
                <a:cubicBezTo>
                  <a:pt x="133687" y="245092"/>
                  <a:pt x="149863" y="294111"/>
                  <a:pt x="182215" y="294111"/>
                </a:cubicBez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25C42-6C75-42E3-BA03-047AB61E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9521707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C849B-BFAA-48FE-8F14-68459BF7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31" y="9521707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3EFBED-C93F-42EE-9252-7E1F131F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8846589"/>
            <a:ext cx="1804772" cy="855596"/>
          </a:xfrm>
          <a:custGeom xmlns:a="http://schemas.openxmlformats.org/drawingml/2006/main">
            <a:pathLst>
              <a:path w="1804772" h="855596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6"/>
                  <a:pt x="1804772" y="17112"/>
                </a:cubicBezTo>
                <a:lnTo>
                  <a:pt x="1804772" y="838484"/>
                </a:lnTo>
                <a:cubicBezTo>
                  <a:pt x="1804772" y="843208"/>
                  <a:pt x="1803101" y="847242"/>
                  <a:pt x="1799760" y="850583"/>
                </a:cubicBezTo>
                <a:cubicBezTo>
                  <a:pt x="1796419" y="853924"/>
                  <a:pt x="1792386" y="855595"/>
                  <a:pt x="1787661" y="855596"/>
                </a:cubicBezTo>
                <a:lnTo>
                  <a:pt x="17112" y="855596"/>
                </a:lnTo>
                <a:cubicBezTo>
                  <a:pt x="12387" y="855595"/>
                  <a:pt x="8353" y="853924"/>
                  <a:pt x="5012" y="850583"/>
                </a:cubicBezTo>
                <a:cubicBezTo>
                  <a:pt x="1671" y="847242"/>
                  <a:pt x="0" y="843208"/>
                  <a:pt x="0" y="838484"/>
                </a:cubicBezTo>
                <a:lnTo>
                  <a:pt x="0" y="17112"/>
                </a:lnTo>
                <a:cubicBezTo>
                  <a:pt x="0" y="12386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solidFill xmlns:a="http://schemas.openxmlformats.org/drawingml/2006/main">
            <a:srgbClr val="B8F5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31BD9-36D6-42DB-8D8F-A9E0F53B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3139" y="8846589"/>
            <a:ext cx="1804772" cy="855596"/>
          </a:xfrm>
          <a:custGeom xmlns:a="http://schemas.openxmlformats.org/drawingml/2006/main">
            <a:pathLst>
              <a:path w="1804772" h="855596" fill="none">
                <a:moveTo>
                  <a:pt x="17112" y="0"/>
                </a:moveTo>
                <a:lnTo>
                  <a:pt x="1787661" y="0"/>
                </a:lnTo>
                <a:cubicBezTo>
                  <a:pt x="1792386" y="0"/>
                  <a:pt x="1796419" y="1671"/>
                  <a:pt x="1799761" y="5012"/>
                </a:cubicBezTo>
                <a:cubicBezTo>
                  <a:pt x="1803101" y="8353"/>
                  <a:pt x="1804772" y="12386"/>
                  <a:pt x="1804772" y="17112"/>
                </a:cubicBezTo>
                <a:lnTo>
                  <a:pt x="1804772" y="838484"/>
                </a:lnTo>
                <a:cubicBezTo>
                  <a:pt x="1804772" y="843208"/>
                  <a:pt x="1803101" y="847242"/>
                  <a:pt x="1799760" y="850583"/>
                </a:cubicBezTo>
                <a:cubicBezTo>
                  <a:pt x="1796419" y="853924"/>
                  <a:pt x="1792386" y="855595"/>
                  <a:pt x="1787661" y="855596"/>
                </a:cubicBezTo>
                <a:lnTo>
                  <a:pt x="17112" y="855596"/>
                </a:lnTo>
                <a:cubicBezTo>
                  <a:pt x="12387" y="855595"/>
                  <a:pt x="8353" y="853924"/>
                  <a:pt x="5012" y="850583"/>
                </a:cubicBezTo>
                <a:cubicBezTo>
                  <a:pt x="1671" y="847242"/>
                  <a:pt x="0" y="843208"/>
                  <a:pt x="0" y="838484"/>
                </a:cubicBezTo>
                <a:lnTo>
                  <a:pt x="0" y="17112"/>
                </a:lnTo>
                <a:cubicBezTo>
                  <a:pt x="0" y="12386"/>
                  <a:pt x="1671" y="8353"/>
                  <a:pt x="5012" y="5012"/>
                </a:cubicBezTo>
                <a:cubicBezTo>
                  <a:pt x="8353" y="1671"/>
                  <a:pt x="12387" y="0"/>
                  <a:pt x="1711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15" name="Text Toidentif">
            <a:extLst xmlns:a="http://schemas.openxmlformats.org/drawingml/2006/main">
              <a:ext uri="{FF2B5EF4-FFF2-40B4-BE49-F238E27FC236}">
                <a16:creationId xmlns:a16="http://schemas.microsoft.com/office/drawing/2014/main" id="{81E0B8A8-1B32-4A85-B67E-27628DE9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216" y="8999976"/>
            <a:ext cx="690533" cy="123047"/>
          </a:xfrm>
          <a:custGeom xmlns:a="http://schemas.openxmlformats.org/drawingml/2006/main">
            <a:pathLst>
              <a:path w="690533" h="123047">
                <a:moveTo>
                  <a:pt x="95298" y="5601"/>
                </a:moveTo>
                <a:lnTo>
                  <a:pt x="96570" y="32586"/>
                </a:lnTo>
                <a:lnTo>
                  <a:pt x="93346" y="32586"/>
                </a:lnTo>
                <a:cubicBezTo>
                  <a:pt x="92723" y="27834"/>
                  <a:pt x="91875" y="24440"/>
                  <a:pt x="90800" y="22403"/>
                </a:cubicBezTo>
                <a:cubicBezTo>
                  <a:pt x="89046" y="19122"/>
                  <a:pt x="86713" y="16703"/>
                  <a:pt x="83799" y="15147"/>
                </a:cubicBezTo>
                <a:cubicBezTo>
                  <a:pt x="80886" y="13592"/>
                  <a:pt x="77053" y="12814"/>
                  <a:pt x="72301" y="12814"/>
                </a:cubicBezTo>
                <a:lnTo>
                  <a:pt x="56092" y="12814"/>
                </a:lnTo>
                <a:lnTo>
                  <a:pt x="56092" y="100729"/>
                </a:lnTo>
                <a:cubicBezTo>
                  <a:pt x="56092" y="107800"/>
                  <a:pt x="56856" y="112213"/>
                  <a:pt x="58384" y="113967"/>
                </a:cubicBezTo>
                <a:cubicBezTo>
                  <a:pt x="60533" y="116343"/>
                  <a:pt x="63843" y="117531"/>
                  <a:pt x="68312" y="117531"/>
                </a:cubicBezTo>
                <a:lnTo>
                  <a:pt x="72301" y="117531"/>
                </a:lnTo>
                <a:lnTo>
                  <a:pt x="72301" y="120671"/>
                </a:lnTo>
                <a:lnTo>
                  <a:pt x="23506" y="120671"/>
                </a:lnTo>
                <a:lnTo>
                  <a:pt x="23506" y="117531"/>
                </a:lnTo>
                <a:lnTo>
                  <a:pt x="27579" y="117531"/>
                </a:lnTo>
                <a:cubicBezTo>
                  <a:pt x="32445" y="117531"/>
                  <a:pt x="35896" y="116060"/>
                  <a:pt x="37932" y="113118"/>
                </a:cubicBezTo>
                <a:cubicBezTo>
                  <a:pt x="39177" y="111308"/>
                  <a:pt x="39799" y="107178"/>
                  <a:pt x="39799" y="100729"/>
                </a:cubicBezTo>
                <a:lnTo>
                  <a:pt x="39799" y="12814"/>
                </a:lnTo>
                <a:lnTo>
                  <a:pt x="25967" y="12814"/>
                </a:lnTo>
                <a:cubicBezTo>
                  <a:pt x="20593" y="12814"/>
                  <a:pt x="16774" y="13210"/>
                  <a:pt x="14511" y="14002"/>
                </a:cubicBezTo>
                <a:cubicBezTo>
                  <a:pt x="11569" y="15077"/>
                  <a:pt x="9052" y="17142"/>
                  <a:pt x="6959" y="20197"/>
                </a:cubicBezTo>
                <a:cubicBezTo>
                  <a:pt x="4865" y="23252"/>
                  <a:pt x="3621" y="27381"/>
                  <a:pt x="3225" y="32586"/>
                </a:cubicBezTo>
                <a:lnTo>
                  <a:pt x="0" y="32586"/>
                </a:lnTo>
                <a:lnTo>
                  <a:pt x="1358" y="5601"/>
                </a:lnTo>
                <a:lnTo>
                  <a:pt x="95298" y="5601"/>
                </a:lnTo>
                <a:close/>
                <a:moveTo>
                  <a:pt x="132212" y="40733"/>
                </a:moveTo>
                <a:cubicBezTo>
                  <a:pt x="143979" y="40733"/>
                  <a:pt x="153427" y="45198"/>
                  <a:pt x="160555" y="54127"/>
                </a:cubicBezTo>
                <a:cubicBezTo>
                  <a:pt x="166608" y="61756"/>
                  <a:pt x="169635" y="70516"/>
                  <a:pt x="169635" y="80407"/>
                </a:cubicBezTo>
                <a:cubicBezTo>
                  <a:pt x="169635" y="87359"/>
                  <a:pt x="167966" y="94395"/>
                  <a:pt x="164628" y="101516"/>
                </a:cubicBezTo>
                <a:cubicBezTo>
                  <a:pt x="161290" y="108636"/>
                  <a:pt x="156694" y="114004"/>
                  <a:pt x="150838" y="117621"/>
                </a:cubicBezTo>
                <a:cubicBezTo>
                  <a:pt x="144983" y="121238"/>
                  <a:pt x="138463" y="123047"/>
                  <a:pt x="131278" y="123047"/>
                </a:cubicBezTo>
                <a:cubicBezTo>
                  <a:pt x="119567" y="123047"/>
                  <a:pt x="110261" y="118384"/>
                  <a:pt x="103359" y="109058"/>
                </a:cubicBezTo>
                <a:cubicBezTo>
                  <a:pt x="97532" y="101203"/>
                  <a:pt x="94619" y="92388"/>
                  <a:pt x="94619" y="82611"/>
                </a:cubicBezTo>
                <a:cubicBezTo>
                  <a:pt x="94619" y="75490"/>
                  <a:pt x="96387" y="68411"/>
                  <a:pt x="99922" y="61375"/>
                </a:cubicBezTo>
                <a:cubicBezTo>
                  <a:pt x="103458" y="54339"/>
                  <a:pt x="108111" y="49139"/>
                  <a:pt x="113882" y="45777"/>
                </a:cubicBezTo>
                <a:cubicBezTo>
                  <a:pt x="119652" y="42414"/>
                  <a:pt x="125762" y="40733"/>
                  <a:pt x="132212" y="40733"/>
                </a:cubicBezTo>
                <a:moveTo>
                  <a:pt x="129581" y="46333"/>
                </a:moveTo>
                <a:cubicBezTo>
                  <a:pt x="126583" y="46333"/>
                  <a:pt x="123570" y="47224"/>
                  <a:pt x="120543" y="49004"/>
                </a:cubicBezTo>
                <a:cubicBezTo>
                  <a:pt x="117517" y="50784"/>
                  <a:pt x="115070" y="53906"/>
                  <a:pt x="113203" y="58370"/>
                </a:cubicBezTo>
                <a:cubicBezTo>
                  <a:pt x="111336" y="62834"/>
                  <a:pt x="110403" y="68569"/>
                  <a:pt x="110403" y="75576"/>
                </a:cubicBezTo>
                <a:cubicBezTo>
                  <a:pt x="110403" y="86876"/>
                  <a:pt x="112651" y="96624"/>
                  <a:pt x="117149" y="104818"/>
                </a:cubicBezTo>
                <a:cubicBezTo>
                  <a:pt x="121647" y="113010"/>
                  <a:pt x="127573" y="117107"/>
                  <a:pt x="134927" y="117107"/>
                </a:cubicBezTo>
                <a:cubicBezTo>
                  <a:pt x="140415" y="117107"/>
                  <a:pt x="144941" y="114846"/>
                  <a:pt x="148505" y="110326"/>
                </a:cubicBezTo>
                <a:cubicBezTo>
                  <a:pt x="152069" y="105805"/>
                  <a:pt x="153851" y="98036"/>
                  <a:pt x="153851" y="87018"/>
                </a:cubicBezTo>
                <a:cubicBezTo>
                  <a:pt x="153851" y="73230"/>
                  <a:pt x="150881" y="62381"/>
                  <a:pt x="144941" y="54469"/>
                </a:cubicBezTo>
                <a:cubicBezTo>
                  <a:pt x="140924" y="49045"/>
                  <a:pt x="135804" y="46333"/>
                  <a:pt x="129581" y="46333"/>
                </a:cubicBezTo>
                <a:close/>
                <a:moveTo>
                  <a:pt x="244311" y="0"/>
                </a:moveTo>
                <a:cubicBezTo>
                  <a:pt x="246687" y="0"/>
                  <a:pt x="248710" y="839"/>
                  <a:pt x="250379" y="2517"/>
                </a:cubicBezTo>
                <a:cubicBezTo>
                  <a:pt x="252048" y="4193"/>
                  <a:pt x="252882" y="6225"/>
                  <a:pt x="252882" y="8613"/>
                </a:cubicBezTo>
                <a:cubicBezTo>
                  <a:pt x="252882" y="11002"/>
                  <a:pt x="252048" y="13049"/>
                  <a:pt x="250379" y="14755"/>
                </a:cubicBezTo>
                <a:cubicBezTo>
                  <a:pt x="248710" y="16459"/>
                  <a:pt x="246687" y="17311"/>
                  <a:pt x="244311" y="17311"/>
                </a:cubicBezTo>
                <a:cubicBezTo>
                  <a:pt x="241935" y="17311"/>
                  <a:pt x="239899" y="16459"/>
                  <a:pt x="238201" y="14755"/>
                </a:cubicBezTo>
                <a:cubicBezTo>
                  <a:pt x="236504" y="13049"/>
                  <a:pt x="235656" y="11002"/>
                  <a:pt x="235656" y="8613"/>
                </a:cubicBezTo>
                <a:cubicBezTo>
                  <a:pt x="235656" y="6225"/>
                  <a:pt x="236490" y="4193"/>
                  <a:pt x="238159" y="2517"/>
                </a:cubicBezTo>
                <a:cubicBezTo>
                  <a:pt x="239828" y="839"/>
                  <a:pt x="241879" y="0"/>
                  <a:pt x="244311" y="0"/>
                </a:cubicBezTo>
                <a:moveTo>
                  <a:pt x="251355" y="40733"/>
                </a:moveTo>
                <a:lnTo>
                  <a:pt x="251355" y="103052"/>
                </a:lnTo>
                <a:cubicBezTo>
                  <a:pt x="251355" y="107906"/>
                  <a:pt x="251708" y="111138"/>
                  <a:pt x="252415" y="112747"/>
                </a:cubicBezTo>
                <a:cubicBezTo>
                  <a:pt x="253123" y="114356"/>
                  <a:pt x="254169" y="115555"/>
                  <a:pt x="255555" y="116345"/>
                </a:cubicBezTo>
                <a:cubicBezTo>
                  <a:pt x="256941" y="117136"/>
                  <a:pt x="259473" y="117531"/>
                  <a:pt x="263150" y="117531"/>
                </a:cubicBezTo>
                <a:lnTo>
                  <a:pt x="263150" y="120671"/>
                </a:lnTo>
                <a:lnTo>
                  <a:pt x="225388" y="120671"/>
                </a:lnTo>
                <a:lnTo>
                  <a:pt x="225388" y="117531"/>
                </a:lnTo>
                <a:cubicBezTo>
                  <a:pt x="229178" y="117531"/>
                  <a:pt x="231724" y="117164"/>
                  <a:pt x="233025" y="116430"/>
                </a:cubicBezTo>
                <a:cubicBezTo>
                  <a:pt x="234326" y="115697"/>
                  <a:pt x="235359" y="114483"/>
                  <a:pt x="236122" y="112789"/>
                </a:cubicBezTo>
                <a:cubicBezTo>
                  <a:pt x="236886" y="111096"/>
                  <a:pt x="237268" y="107850"/>
                  <a:pt x="237268" y="103052"/>
                </a:cubicBezTo>
                <a:lnTo>
                  <a:pt x="237268" y="73162"/>
                </a:lnTo>
                <a:cubicBezTo>
                  <a:pt x="237268" y="64751"/>
                  <a:pt x="237013" y="59304"/>
                  <a:pt x="236504" y="56822"/>
                </a:cubicBezTo>
                <a:cubicBezTo>
                  <a:pt x="236108" y="55015"/>
                  <a:pt x="235486" y="53759"/>
                  <a:pt x="234637" y="53053"/>
                </a:cubicBezTo>
                <a:cubicBezTo>
                  <a:pt x="233789" y="52348"/>
                  <a:pt x="232629" y="51995"/>
                  <a:pt x="231158" y="51995"/>
                </a:cubicBezTo>
                <a:cubicBezTo>
                  <a:pt x="229574" y="51995"/>
                  <a:pt x="227650" y="52419"/>
                  <a:pt x="225388" y="53265"/>
                </a:cubicBezTo>
                <a:lnTo>
                  <a:pt x="224200" y="50216"/>
                </a:lnTo>
                <a:lnTo>
                  <a:pt x="247621" y="40733"/>
                </a:lnTo>
                <a:lnTo>
                  <a:pt x="251355" y="40733"/>
                </a:lnTo>
                <a:close/>
                <a:moveTo>
                  <a:pt x="327758" y="111930"/>
                </a:moveTo>
                <a:cubicBezTo>
                  <a:pt x="323967" y="115890"/>
                  <a:pt x="320262" y="118733"/>
                  <a:pt x="316641" y="120459"/>
                </a:cubicBezTo>
                <a:cubicBezTo>
                  <a:pt x="313020" y="122184"/>
                  <a:pt x="309117" y="123047"/>
                  <a:pt x="304931" y="123047"/>
                </a:cubicBezTo>
                <a:cubicBezTo>
                  <a:pt x="296445" y="123047"/>
                  <a:pt x="289033" y="119505"/>
                  <a:pt x="282697" y="112421"/>
                </a:cubicBezTo>
                <a:cubicBezTo>
                  <a:pt x="276361" y="105335"/>
                  <a:pt x="273193" y="96230"/>
                  <a:pt x="273193" y="85106"/>
                </a:cubicBezTo>
                <a:cubicBezTo>
                  <a:pt x="273193" y="73984"/>
                  <a:pt x="276700" y="63808"/>
                  <a:pt x="283716" y="54578"/>
                </a:cubicBezTo>
                <a:cubicBezTo>
                  <a:pt x="290731" y="45348"/>
                  <a:pt x="299754" y="40733"/>
                  <a:pt x="310786" y="40733"/>
                </a:cubicBezTo>
                <a:cubicBezTo>
                  <a:pt x="317631" y="40733"/>
                  <a:pt x="323289" y="42911"/>
                  <a:pt x="327758" y="47267"/>
                </a:cubicBezTo>
                <a:lnTo>
                  <a:pt x="327758" y="32894"/>
                </a:lnTo>
                <a:cubicBezTo>
                  <a:pt x="327758" y="23975"/>
                  <a:pt x="327546" y="18492"/>
                  <a:pt x="327121" y="16447"/>
                </a:cubicBezTo>
                <a:cubicBezTo>
                  <a:pt x="326697" y="14401"/>
                  <a:pt x="326032" y="13010"/>
                  <a:pt x="325127" y="12273"/>
                </a:cubicBezTo>
                <a:cubicBezTo>
                  <a:pt x="324222" y="11534"/>
                  <a:pt x="323091" y="11164"/>
                  <a:pt x="321733" y="11164"/>
                </a:cubicBezTo>
                <a:cubicBezTo>
                  <a:pt x="320262" y="11164"/>
                  <a:pt x="318310" y="11619"/>
                  <a:pt x="315877" y="12527"/>
                </a:cubicBezTo>
                <a:lnTo>
                  <a:pt x="314774" y="9544"/>
                </a:lnTo>
                <a:lnTo>
                  <a:pt x="337941" y="0"/>
                </a:lnTo>
                <a:lnTo>
                  <a:pt x="341760" y="0"/>
                </a:lnTo>
                <a:lnTo>
                  <a:pt x="341760" y="89867"/>
                </a:lnTo>
                <a:cubicBezTo>
                  <a:pt x="341760" y="98975"/>
                  <a:pt x="341972" y="104533"/>
                  <a:pt x="342396" y="106541"/>
                </a:cubicBezTo>
                <a:cubicBezTo>
                  <a:pt x="342820" y="108550"/>
                  <a:pt x="343499" y="109950"/>
                  <a:pt x="344433" y="110742"/>
                </a:cubicBezTo>
                <a:cubicBezTo>
                  <a:pt x="345366" y="111534"/>
                  <a:pt x="346455" y="111930"/>
                  <a:pt x="347700" y="111930"/>
                </a:cubicBezTo>
                <a:cubicBezTo>
                  <a:pt x="349227" y="111930"/>
                  <a:pt x="351264" y="111449"/>
                  <a:pt x="353810" y="110487"/>
                </a:cubicBezTo>
                <a:lnTo>
                  <a:pt x="354743" y="113458"/>
                </a:lnTo>
                <a:lnTo>
                  <a:pt x="331661" y="123047"/>
                </a:lnTo>
                <a:lnTo>
                  <a:pt x="327758" y="123047"/>
                </a:lnTo>
                <a:lnTo>
                  <a:pt x="327758" y="111930"/>
                </a:lnTo>
                <a:moveTo>
                  <a:pt x="327758" y="106008"/>
                </a:moveTo>
                <a:lnTo>
                  <a:pt x="327758" y="66055"/>
                </a:lnTo>
                <a:cubicBezTo>
                  <a:pt x="327418" y="62217"/>
                  <a:pt x="326400" y="58719"/>
                  <a:pt x="324703" y="55559"/>
                </a:cubicBezTo>
                <a:cubicBezTo>
                  <a:pt x="323006" y="52398"/>
                  <a:pt x="320757" y="50014"/>
                  <a:pt x="317957" y="48407"/>
                </a:cubicBezTo>
                <a:cubicBezTo>
                  <a:pt x="315156" y="46798"/>
                  <a:pt x="312426" y="45994"/>
                  <a:pt x="309768" y="45994"/>
                </a:cubicBezTo>
                <a:cubicBezTo>
                  <a:pt x="304789" y="45994"/>
                  <a:pt x="300348" y="48223"/>
                  <a:pt x="296445" y="52682"/>
                </a:cubicBezTo>
                <a:cubicBezTo>
                  <a:pt x="291296" y="58550"/>
                  <a:pt x="288722" y="67127"/>
                  <a:pt x="288722" y="78413"/>
                </a:cubicBezTo>
                <a:cubicBezTo>
                  <a:pt x="288722" y="89813"/>
                  <a:pt x="291212" y="98546"/>
                  <a:pt x="296190" y="104614"/>
                </a:cubicBezTo>
                <a:cubicBezTo>
                  <a:pt x="301168" y="110679"/>
                  <a:pt x="306713" y="113712"/>
                  <a:pt x="312822" y="113712"/>
                </a:cubicBezTo>
                <a:cubicBezTo>
                  <a:pt x="317971" y="113712"/>
                  <a:pt x="322949" y="111144"/>
                  <a:pt x="327758" y="106008"/>
                </a:cubicBezTo>
                <a:close/>
                <a:moveTo>
                  <a:pt x="372818" y="72301"/>
                </a:moveTo>
                <a:cubicBezTo>
                  <a:pt x="372761" y="83815"/>
                  <a:pt x="375562" y="92846"/>
                  <a:pt x="381219" y="99395"/>
                </a:cubicBezTo>
                <a:cubicBezTo>
                  <a:pt x="386876" y="105941"/>
                  <a:pt x="393524" y="109215"/>
                  <a:pt x="401161" y="109215"/>
                </a:cubicBezTo>
                <a:cubicBezTo>
                  <a:pt x="406253" y="109215"/>
                  <a:pt x="410680" y="107814"/>
                  <a:pt x="414442" y="105014"/>
                </a:cubicBezTo>
                <a:cubicBezTo>
                  <a:pt x="418204" y="102214"/>
                  <a:pt x="421358" y="97419"/>
                  <a:pt x="423904" y="90630"/>
                </a:cubicBezTo>
                <a:lnTo>
                  <a:pt x="426534" y="92327"/>
                </a:lnTo>
                <a:cubicBezTo>
                  <a:pt x="425346" y="100078"/>
                  <a:pt x="421895" y="107136"/>
                  <a:pt x="416181" y="113500"/>
                </a:cubicBezTo>
                <a:cubicBezTo>
                  <a:pt x="410467" y="119864"/>
                  <a:pt x="403311" y="123047"/>
                  <a:pt x="394712" y="123047"/>
                </a:cubicBezTo>
                <a:cubicBezTo>
                  <a:pt x="385377" y="123047"/>
                  <a:pt x="377386" y="119420"/>
                  <a:pt x="370739" y="112166"/>
                </a:cubicBezTo>
                <a:cubicBezTo>
                  <a:pt x="364092" y="104911"/>
                  <a:pt x="360768" y="95157"/>
                  <a:pt x="360768" y="82905"/>
                </a:cubicBezTo>
                <a:cubicBezTo>
                  <a:pt x="360768" y="69639"/>
                  <a:pt x="364176" y="59294"/>
                  <a:pt x="370994" y="51871"/>
                </a:cubicBezTo>
                <a:cubicBezTo>
                  <a:pt x="377811" y="44445"/>
                  <a:pt x="386367" y="40733"/>
                  <a:pt x="396664" y="40733"/>
                </a:cubicBezTo>
                <a:cubicBezTo>
                  <a:pt x="405376" y="40733"/>
                  <a:pt x="412532" y="43597"/>
                  <a:pt x="418133" y="49325"/>
                </a:cubicBezTo>
                <a:cubicBezTo>
                  <a:pt x="423734" y="55051"/>
                  <a:pt x="426534" y="62710"/>
                  <a:pt x="426534" y="72301"/>
                </a:cubicBezTo>
                <a:lnTo>
                  <a:pt x="372818" y="72301"/>
                </a:lnTo>
                <a:moveTo>
                  <a:pt x="372818" y="67379"/>
                </a:moveTo>
                <a:lnTo>
                  <a:pt x="408799" y="67379"/>
                </a:lnTo>
                <a:cubicBezTo>
                  <a:pt x="408516" y="62400"/>
                  <a:pt x="407922" y="58893"/>
                  <a:pt x="407016" y="56856"/>
                </a:cubicBezTo>
                <a:cubicBezTo>
                  <a:pt x="405602" y="53688"/>
                  <a:pt x="403495" y="51199"/>
                  <a:pt x="400694" y="49388"/>
                </a:cubicBezTo>
                <a:cubicBezTo>
                  <a:pt x="397894" y="47578"/>
                  <a:pt x="394966" y="46673"/>
                  <a:pt x="391911" y="46673"/>
                </a:cubicBezTo>
                <a:cubicBezTo>
                  <a:pt x="387216" y="46673"/>
                  <a:pt x="383015" y="48497"/>
                  <a:pt x="379310" y="52146"/>
                </a:cubicBezTo>
                <a:cubicBezTo>
                  <a:pt x="375604" y="55795"/>
                  <a:pt x="373440" y="60873"/>
                  <a:pt x="372818" y="67379"/>
                </a:cubicBezTo>
                <a:close/>
                <a:moveTo>
                  <a:pt x="459571" y="57196"/>
                </a:moveTo>
                <a:cubicBezTo>
                  <a:pt x="468680" y="46220"/>
                  <a:pt x="477364" y="40733"/>
                  <a:pt x="485623" y="40733"/>
                </a:cubicBezTo>
                <a:cubicBezTo>
                  <a:pt x="489866" y="40733"/>
                  <a:pt x="493515" y="41792"/>
                  <a:pt x="496570" y="43910"/>
                </a:cubicBezTo>
                <a:cubicBezTo>
                  <a:pt x="499625" y="46026"/>
                  <a:pt x="502058" y="49511"/>
                  <a:pt x="503868" y="54366"/>
                </a:cubicBezTo>
                <a:cubicBezTo>
                  <a:pt x="505113" y="57752"/>
                  <a:pt x="505735" y="62945"/>
                  <a:pt x="505735" y="69946"/>
                </a:cubicBezTo>
                <a:lnTo>
                  <a:pt x="505735" y="103052"/>
                </a:lnTo>
                <a:cubicBezTo>
                  <a:pt x="505735" y="107963"/>
                  <a:pt x="506131" y="111294"/>
                  <a:pt x="506923" y="113044"/>
                </a:cubicBezTo>
                <a:cubicBezTo>
                  <a:pt x="507545" y="114455"/>
                  <a:pt x="508550" y="115555"/>
                  <a:pt x="509936" y="116345"/>
                </a:cubicBezTo>
                <a:cubicBezTo>
                  <a:pt x="511322" y="117136"/>
                  <a:pt x="513882" y="117531"/>
                  <a:pt x="517615" y="117531"/>
                </a:cubicBezTo>
                <a:lnTo>
                  <a:pt x="517615" y="120671"/>
                </a:lnTo>
                <a:lnTo>
                  <a:pt x="479174" y="120671"/>
                </a:lnTo>
                <a:lnTo>
                  <a:pt x="479174" y="117531"/>
                </a:lnTo>
                <a:lnTo>
                  <a:pt x="480786" y="117531"/>
                </a:lnTo>
                <a:cubicBezTo>
                  <a:pt x="484407" y="117531"/>
                  <a:pt x="486939" y="116982"/>
                  <a:pt x="488381" y="115884"/>
                </a:cubicBezTo>
                <a:cubicBezTo>
                  <a:pt x="489824" y="114786"/>
                  <a:pt x="490828" y="113169"/>
                  <a:pt x="491394" y="111031"/>
                </a:cubicBezTo>
                <a:cubicBezTo>
                  <a:pt x="491620" y="110186"/>
                  <a:pt x="491733" y="107540"/>
                  <a:pt x="491733" y="103094"/>
                </a:cubicBezTo>
                <a:lnTo>
                  <a:pt x="491733" y="71433"/>
                </a:lnTo>
                <a:cubicBezTo>
                  <a:pt x="491733" y="64399"/>
                  <a:pt x="490814" y="59291"/>
                  <a:pt x="488975" y="56111"/>
                </a:cubicBezTo>
                <a:cubicBezTo>
                  <a:pt x="487137" y="52930"/>
                  <a:pt x="484039" y="51340"/>
                  <a:pt x="479683" y="51340"/>
                </a:cubicBezTo>
                <a:cubicBezTo>
                  <a:pt x="472951" y="51340"/>
                  <a:pt x="466247" y="54999"/>
                  <a:pt x="459571" y="62316"/>
                </a:cubicBezTo>
                <a:lnTo>
                  <a:pt x="459571" y="103094"/>
                </a:lnTo>
                <a:cubicBezTo>
                  <a:pt x="459571" y="108329"/>
                  <a:pt x="459883" y="111565"/>
                  <a:pt x="460505" y="112803"/>
                </a:cubicBezTo>
                <a:cubicBezTo>
                  <a:pt x="461297" y="114434"/>
                  <a:pt x="462386" y="115630"/>
                  <a:pt x="463772" y="116391"/>
                </a:cubicBezTo>
                <a:cubicBezTo>
                  <a:pt x="465158" y="117151"/>
                  <a:pt x="467972" y="117531"/>
                  <a:pt x="472215" y="117531"/>
                </a:cubicBezTo>
                <a:lnTo>
                  <a:pt x="472215" y="120671"/>
                </a:lnTo>
                <a:lnTo>
                  <a:pt x="433774" y="120671"/>
                </a:lnTo>
                <a:lnTo>
                  <a:pt x="433774" y="117531"/>
                </a:lnTo>
                <a:lnTo>
                  <a:pt x="435471" y="117531"/>
                </a:lnTo>
                <a:cubicBezTo>
                  <a:pt x="439431" y="117531"/>
                  <a:pt x="442104" y="116529"/>
                  <a:pt x="443490" y="114526"/>
                </a:cubicBezTo>
                <a:cubicBezTo>
                  <a:pt x="444876" y="112521"/>
                  <a:pt x="445569" y="108697"/>
                  <a:pt x="445569" y="103052"/>
                </a:cubicBezTo>
                <a:lnTo>
                  <a:pt x="445569" y="74263"/>
                </a:lnTo>
                <a:cubicBezTo>
                  <a:pt x="445569" y="64950"/>
                  <a:pt x="445357" y="59277"/>
                  <a:pt x="444933" y="57246"/>
                </a:cubicBezTo>
                <a:cubicBezTo>
                  <a:pt x="444509" y="55213"/>
                  <a:pt x="443858" y="53829"/>
                  <a:pt x="442981" y="53096"/>
                </a:cubicBezTo>
                <a:cubicBezTo>
                  <a:pt x="442104" y="52362"/>
                  <a:pt x="440930" y="51995"/>
                  <a:pt x="439460" y="51995"/>
                </a:cubicBezTo>
                <a:cubicBezTo>
                  <a:pt x="437876" y="51995"/>
                  <a:pt x="435980" y="52419"/>
                  <a:pt x="433774" y="53265"/>
                </a:cubicBezTo>
                <a:lnTo>
                  <a:pt x="432501" y="50216"/>
                </a:lnTo>
                <a:lnTo>
                  <a:pt x="455922" y="40733"/>
                </a:lnTo>
                <a:lnTo>
                  <a:pt x="459571" y="40733"/>
                </a:lnTo>
                <a:lnTo>
                  <a:pt x="459571" y="57196"/>
                </a:lnTo>
                <a:close/>
                <a:moveTo>
                  <a:pt x="546383" y="17311"/>
                </a:moveTo>
                <a:lnTo>
                  <a:pt x="546383" y="42939"/>
                </a:lnTo>
                <a:lnTo>
                  <a:pt x="564543" y="42939"/>
                </a:lnTo>
                <a:lnTo>
                  <a:pt x="564543" y="48879"/>
                </a:lnTo>
                <a:lnTo>
                  <a:pt x="546383" y="48879"/>
                </a:lnTo>
                <a:lnTo>
                  <a:pt x="546383" y="99217"/>
                </a:lnTo>
                <a:cubicBezTo>
                  <a:pt x="546383" y="104247"/>
                  <a:pt x="547104" y="107638"/>
                  <a:pt x="548547" y="109390"/>
                </a:cubicBezTo>
                <a:cubicBezTo>
                  <a:pt x="549990" y="111140"/>
                  <a:pt x="551842" y="112015"/>
                  <a:pt x="554105" y="112015"/>
                </a:cubicBezTo>
                <a:cubicBezTo>
                  <a:pt x="555972" y="112015"/>
                  <a:pt x="557783" y="111435"/>
                  <a:pt x="559536" y="110275"/>
                </a:cubicBezTo>
                <a:cubicBezTo>
                  <a:pt x="561290" y="109116"/>
                  <a:pt x="562648" y="107404"/>
                  <a:pt x="563610" y="105141"/>
                </a:cubicBezTo>
                <a:lnTo>
                  <a:pt x="566919" y="105141"/>
                </a:lnTo>
                <a:cubicBezTo>
                  <a:pt x="564939" y="110701"/>
                  <a:pt x="562139" y="114906"/>
                  <a:pt x="558518" y="117756"/>
                </a:cubicBezTo>
                <a:cubicBezTo>
                  <a:pt x="554897" y="120604"/>
                  <a:pt x="551164" y="122028"/>
                  <a:pt x="547317" y="122028"/>
                </a:cubicBezTo>
                <a:cubicBezTo>
                  <a:pt x="544714" y="122028"/>
                  <a:pt x="542168" y="121306"/>
                  <a:pt x="539679" y="119862"/>
                </a:cubicBezTo>
                <a:cubicBezTo>
                  <a:pt x="537190" y="118417"/>
                  <a:pt x="535351" y="116351"/>
                  <a:pt x="534163" y="113662"/>
                </a:cubicBezTo>
                <a:cubicBezTo>
                  <a:pt x="532975" y="110971"/>
                  <a:pt x="532381" y="106822"/>
                  <a:pt x="532381" y="101214"/>
                </a:cubicBezTo>
                <a:lnTo>
                  <a:pt x="532381" y="48879"/>
                </a:lnTo>
                <a:lnTo>
                  <a:pt x="520077" y="48879"/>
                </a:lnTo>
                <a:lnTo>
                  <a:pt x="520077" y="46079"/>
                </a:lnTo>
                <a:cubicBezTo>
                  <a:pt x="523188" y="44831"/>
                  <a:pt x="526370" y="42717"/>
                  <a:pt x="529623" y="39738"/>
                </a:cubicBezTo>
                <a:cubicBezTo>
                  <a:pt x="532876" y="36759"/>
                  <a:pt x="535776" y="33227"/>
                  <a:pt x="538321" y="29141"/>
                </a:cubicBezTo>
                <a:cubicBezTo>
                  <a:pt x="539623" y="26986"/>
                  <a:pt x="541433" y="23043"/>
                  <a:pt x="543752" y="17311"/>
                </a:cubicBezTo>
                <a:lnTo>
                  <a:pt x="546383" y="17311"/>
                </a:lnTo>
                <a:close/>
                <a:moveTo>
                  <a:pt x="591897" y="0"/>
                </a:moveTo>
                <a:cubicBezTo>
                  <a:pt x="594273" y="0"/>
                  <a:pt x="596296" y="839"/>
                  <a:pt x="597965" y="2517"/>
                </a:cubicBezTo>
                <a:cubicBezTo>
                  <a:pt x="599634" y="4193"/>
                  <a:pt x="600468" y="6225"/>
                  <a:pt x="600468" y="8613"/>
                </a:cubicBezTo>
                <a:cubicBezTo>
                  <a:pt x="600468" y="11002"/>
                  <a:pt x="599634" y="13049"/>
                  <a:pt x="597965" y="14755"/>
                </a:cubicBezTo>
                <a:cubicBezTo>
                  <a:pt x="596296" y="16459"/>
                  <a:pt x="594273" y="17311"/>
                  <a:pt x="591897" y="17311"/>
                </a:cubicBezTo>
                <a:cubicBezTo>
                  <a:pt x="589521" y="17311"/>
                  <a:pt x="587485" y="16459"/>
                  <a:pt x="585787" y="14755"/>
                </a:cubicBezTo>
                <a:cubicBezTo>
                  <a:pt x="584090" y="13049"/>
                  <a:pt x="583242" y="11002"/>
                  <a:pt x="583242" y="8613"/>
                </a:cubicBezTo>
                <a:cubicBezTo>
                  <a:pt x="583242" y="6225"/>
                  <a:pt x="584076" y="4193"/>
                  <a:pt x="585745" y="2517"/>
                </a:cubicBezTo>
                <a:cubicBezTo>
                  <a:pt x="587414" y="839"/>
                  <a:pt x="589465" y="0"/>
                  <a:pt x="591897" y="0"/>
                </a:cubicBezTo>
                <a:moveTo>
                  <a:pt x="598941" y="40733"/>
                </a:moveTo>
                <a:lnTo>
                  <a:pt x="598941" y="103052"/>
                </a:lnTo>
                <a:cubicBezTo>
                  <a:pt x="598941" y="107906"/>
                  <a:pt x="599294" y="111138"/>
                  <a:pt x="600001" y="112747"/>
                </a:cubicBezTo>
                <a:cubicBezTo>
                  <a:pt x="600709" y="114356"/>
                  <a:pt x="601755" y="115555"/>
                  <a:pt x="603141" y="116345"/>
                </a:cubicBezTo>
                <a:cubicBezTo>
                  <a:pt x="604527" y="117136"/>
                  <a:pt x="607059" y="117531"/>
                  <a:pt x="610736" y="117531"/>
                </a:cubicBezTo>
                <a:lnTo>
                  <a:pt x="610736" y="120671"/>
                </a:lnTo>
                <a:lnTo>
                  <a:pt x="572974" y="120671"/>
                </a:lnTo>
                <a:lnTo>
                  <a:pt x="572974" y="117531"/>
                </a:lnTo>
                <a:cubicBezTo>
                  <a:pt x="576764" y="117531"/>
                  <a:pt x="579310" y="117164"/>
                  <a:pt x="580611" y="116430"/>
                </a:cubicBezTo>
                <a:cubicBezTo>
                  <a:pt x="581912" y="115697"/>
                  <a:pt x="582945" y="114483"/>
                  <a:pt x="583708" y="112789"/>
                </a:cubicBezTo>
                <a:cubicBezTo>
                  <a:pt x="584472" y="111096"/>
                  <a:pt x="584854" y="107850"/>
                  <a:pt x="584854" y="103052"/>
                </a:cubicBezTo>
                <a:lnTo>
                  <a:pt x="584854" y="73162"/>
                </a:lnTo>
                <a:cubicBezTo>
                  <a:pt x="584854" y="64751"/>
                  <a:pt x="584599" y="59304"/>
                  <a:pt x="584090" y="56822"/>
                </a:cubicBezTo>
                <a:cubicBezTo>
                  <a:pt x="583694" y="55015"/>
                  <a:pt x="583072" y="53759"/>
                  <a:pt x="582223" y="53053"/>
                </a:cubicBezTo>
                <a:cubicBezTo>
                  <a:pt x="581375" y="52348"/>
                  <a:pt x="580215" y="51995"/>
                  <a:pt x="578744" y="51995"/>
                </a:cubicBezTo>
                <a:cubicBezTo>
                  <a:pt x="577160" y="51995"/>
                  <a:pt x="575236" y="52419"/>
                  <a:pt x="572974" y="53265"/>
                </a:cubicBezTo>
                <a:lnTo>
                  <a:pt x="571785" y="50216"/>
                </a:lnTo>
                <a:lnTo>
                  <a:pt x="595207" y="40733"/>
                </a:lnTo>
                <a:lnTo>
                  <a:pt x="598941" y="40733"/>
                </a:lnTo>
                <a:close/>
                <a:moveTo>
                  <a:pt x="650819" y="48879"/>
                </a:moveTo>
                <a:lnTo>
                  <a:pt x="650819" y="100029"/>
                </a:lnTo>
                <a:cubicBezTo>
                  <a:pt x="650819" y="107279"/>
                  <a:pt x="651611" y="111866"/>
                  <a:pt x="653195" y="113792"/>
                </a:cubicBezTo>
                <a:cubicBezTo>
                  <a:pt x="655288" y="116284"/>
                  <a:pt x="658088" y="117531"/>
                  <a:pt x="661596" y="117531"/>
                </a:cubicBezTo>
                <a:lnTo>
                  <a:pt x="668639" y="117531"/>
                </a:lnTo>
                <a:lnTo>
                  <a:pt x="668639" y="120671"/>
                </a:lnTo>
                <a:lnTo>
                  <a:pt x="622221" y="120671"/>
                </a:lnTo>
                <a:lnTo>
                  <a:pt x="622221" y="117531"/>
                </a:lnTo>
                <a:lnTo>
                  <a:pt x="625700" y="117531"/>
                </a:lnTo>
                <a:cubicBezTo>
                  <a:pt x="627963" y="117531"/>
                  <a:pt x="630028" y="116964"/>
                  <a:pt x="631895" y="115831"/>
                </a:cubicBezTo>
                <a:cubicBezTo>
                  <a:pt x="633762" y="114698"/>
                  <a:pt x="635049" y="113169"/>
                  <a:pt x="635756" y="111243"/>
                </a:cubicBezTo>
                <a:cubicBezTo>
                  <a:pt x="636463" y="109318"/>
                  <a:pt x="636817" y="105580"/>
                  <a:pt x="636817" y="100029"/>
                </a:cubicBezTo>
                <a:lnTo>
                  <a:pt x="636817" y="48879"/>
                </a:lnTo>
                <a:lnTo>
                  <a:pt x="621712" y="48879"/>
                </a:lnTo>
                <a:lnTo>
                  <a:pt x="621712" y="42939"/>
                </a:lnTo>
                <a:lnTo>
                  <a:pt x="636817" y="42939"/>
                </a:lnTo>
                <a:lnTo>
                  <a:pt x="636817" y="37826"/>
                </a:lnTo>
                <a:cubicBezTo>
                  <a:pt x="636817" y="30046"/>
                  <a:pt x="638062" y="23458"/>
                  <a:pt x="640551" y="18062"/>
                </a:cubicBezTo>
                <a:cubicBezTo>
                  <a:pt x="643040" y="12666"/>
                  <a:pt x="646845" y="8307"/>
                  <a:pt x="651964" y="4986"/>
                </a:cubicBezTo>
                <a:cubicBezTo>
                  <a:pt x="657084" y="1662"/>
                  <a:pt x="662841" y="0"/>
                  <a:pt x="669233" y="0"/>
                </a:cubicBezTo>
                <a:cubicBezTo>
                  <a:pt x="675174" y="0"/>
                  <a:pt x="680633" y="1923"/>
                  <a:pt x="685611" y="5770"/>
                </a:cubicBezTo>
                <a:cubicBezTo>
                  <a:pt x="688893" y="8316"/>
                  <a:pt x="690533" y="11173"/>
                  <a:pt x="690533" y="14341"/>
                </a:cubicBezTo>
                <a:cubicBezTo>
                  <a:pt x="690533" y="16039"/>
                  <a:pt x="689798" y="17637"/>
                  <a:pt x="688327" y="19136"/>
                </a:cubicBezTo>
                <a:cubicBezTo>
                  <a:pt x="686856" y="20635"/>
                  <a:pt x="685272" y="21385"/>
                  <a:pt x="683575" y="21385"/>
                </a:cubicBezTo>
                <a:cubicBezTo>
                  <a:pt x="682274" y="21385"/>
                  <a:pt x="680902" y="20913"/>
                  <a:pt x="679459" y="19969"/>
                </a:cubicBezTo>
                <a:cubicBezTo>
                  <a:pt x="678016" y="19025"/>
                  <a:pt x="676248" y="16994"/>
                  <a:pt x="674155" y="13877"/>
                </a:cubicBezTo>
                <a:cubicBezTo>
                  <a:pt x="672062" y="10760"/>
                  <a:pt x="670139" y="8658"/>
                  <a:pt x="668385" y="7571"/>
                </a:cubicBezTo>
                <a:cubicBezTo>
                  <a:pt x="666631" y="6484"/>
                  <a:pt x="664679" y="5940"/>
                  <a:pt x="662529" y="5940"/>
                </a:cubicBezTo>
                <a:cubicBezTo>
                  <a:pt x="659927" y="5940"/>
                  <a:pt x="657721" y="6640"/>
                  <a:pt x="655910" y="8040"/>
                </a:cubicBezTo>
                <a:cubicBezTo>
                  <a:pt x="654100" y="9439"/>
                  <a:pt x="652799" y="11608"/>
                  <a:pt x="652007" y="14548"/>
                </a:cubicBezTo>
                <a:cubicBezTo>
                  <a:pt x="651215" y="17488"/>
                  <a:pt x="650819" y="25067"/>
                  <a:pt x="650819" y="37285"/>
                </a:cubicBezTo>
                <a:lnTo>
                  <a:pt x="650819" y="42939"/>
                </a:lnTo>
                <a:lnTo>
                  <a:pt x="670846" y="42939"/>
                </a:lnTo>
                <a:lnTo>
                  <a:pt x="670846" y="48879"/>
                </a:lnTo>
                <a:lnTo>
                  <a:pt x="650819" y="488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Text y,explain,or">
            <a:extLst xmlns:a="http://schemas.openxmlformats.org/drawingml/2006/main">
              <a:ext uri="{FF2B5EF4-FFF2-40B4-BE49-F238E27FC236}">
                <a16:creationId xmlns:a16="http://schemas.microsoft.com/office/drawing/2014/main" id="{0819832E-526C-46DC-B570-AAEDA72C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6116" y="8999976"/>
            <a:ext cx="905793" cy="158179"/>
          </a:xfrm>
          <a:custGeom xmlns:a="http://schemas.openxmlformats.org/drawingml/2006/main">
            <a:pathLst>
              <a:path w="905793" h="158179">
                <a:moveTo>
                  <a:pt x="0" y="42939"/>
                </a:moveTo>
                <a:lnTo>
                  <a:pt x="36235" y="42939"/>
                </a:lnTo>
                <a:lnTo>
                  <a:pt x="36235" y="46079"/>
                </a:lnTo>
                <a:lnTo>
                  <a:pt x="34453" y="46079"/>
                </a:lnTo>
                <a:cubicBezTo>
                  <a:pt x="31907" y="46079"/>
                  <a:pt x="29998" y="46630"/>
                  <a:pt x="28725" y="47734"/>
                </a:cubicBezTo>
                <a:cubicBezTo>
                  <a:pt x="27452" y="48837"/>
                  <a:pt x="26816" y="50209"/>
                  <a:pt x="26816" y="51849"/>
                </a:cubicBezTo>
                <a:cubicBezTo>
                  <a:pt x="26816" y="54056"/>
                  <a:pt x="27749" y="57111"/>
                  <a:pt x="29616" y="61014"/>
                </a:cubicBezTo>
                <a:lnTo>
                  <a:pt x="48540" y="100219"/>
                </a:lnTo>
                <a:lnTo>
                  <a:pt x="65936" y="57280"/>
                </a:lnTo>
                <a:cubicBezTo>
                  <a:pt x="66898" y="54961"/>
                  <a:pt x="67379" y="52670"/>
                  <a:pt x="67379" y="50407"/>
                </a:cubicBezTo>
                <a:cubicBezTo>
                  <a:pt x="67379" y="49388"/>
                  <a:pt x="67181" y="48625"/>
                  <a:pt x="66785" y="48116"/>
                </a:cubicBezTo>
                <a:cubicBezTo>
                  <a:pt x="66332" y="47493"/>
                  <a:pt x="65625" y="46998"/>
                  <a:pt x="64663" y="46630"/>
                </a:cubicBezTo>
                <a:cubicBezTo>
                  <a:pt x="63701" y="46263"/>
                  <a:pt x="62004" y="46079"/>
                  <a:pt x="59572" y="46079"/>
                </a:cubicBezTo>
                <a:lnTo>
                  <a:pt x="59572" y="42939"/>
                </a:lnTo>
                <a:lnTo>
                  <a:pt x="84860" y="42939"/>
                </a:lnTo>
                <a:lnTo>
                  <a:pt x="84860" y="46079"/>
                </a:lnTo>
                <a:cubicBezTo>
                  <a:pt x="82767" y="46305"/>
                  <a:pt x="81154" y="46758"/>
                  <a:pt x="80023" y="47437"/>
                </a:cubicBezTo>
                <a:cubicBezTo>
                  <a:pt x="78891" y="48116"/>
                  <a:pt x="77647" y="49388"/>
                  <a:pt x="76289" y="51255"/>
                </a:cubicBezTo>
                <a:cubicBezTo>
                  <a:pt x="75780" y="52047"/>
                  <a:pt x="74818" y="54225"/>
                  <a:pt x="73404" y="57790"/>
                </a:cubicBezTo>
                <a:lnTo>
                  <a:pt x="41751" y="135351"/>
                </a:lnTo>
                <a:cubicBezTo>
                  <a:pt x="38696" y="142876"/>
                  <a:pt x="34694" y="148561"/>
                  <a:pt x="29743" y="152408"/>
                </a:cubicBezTo>
                <a:cubicBezTo>
                  <a:pt x="24793" y="156255"/>
                  <a:pt x="20027" y="158179"/>
                  <a:pt x="15444" y="158179"/>
                </a:cubicBezTo>
                <a:cubicBezTo>
                  <a:pt x="12107" y="158179"/>
                  <a:pt x="9363" y="157228"/>
                  <a:pt x="7213" y="155328"/>
                </a:cubicBezTo>
                <a:cubicBezTo>
                  <a:pt x="5063" y="153427"/>
                  <a:pt x="3988" y="151248"/>
                  <a:pt x="3988" y="148788"/>
                </a:cubicBezTo>
                <a:cubicBezTo>
                  <a:pt x="3988" y="146441"/>
                  <a:pt x="4766" y="144547"/>
                  <a:pt x="6322" y="143108"/>
                </a:cubicBezTo>
                <a:cubicBezTo>
                  <a:pt x="7878" y="141671"/>
                  <a:pt x="10013" y="140952"/>
                  <a:pt x="12729" y="140952"/>
                </a:cubicBezTo>
                <a:cubicBezTo>
                  <a:pt x="14596" y="140952"/>
                  <a:pt x="17142" y="141574"/>
                  <a:pt x="20366" y="142819"/>
                </a:cubicBezTo>
                <a:cubicBezTo>
                  <a:pt x="22629" y="143668"/>
                  <a:pt x="24044" y="144092"/>
                  <a:pt x="24609" y="144092"/>
                </a:cubicBezTo>
                <a:cubicBezTo>
                  <a:pt x="26307" y="144092"/>
                  <a:pt x="28159" y="143209"/>
                  <a:pt x="30168" y="141443"/>
                </a:cubicBezTo>
                <a:cubicBezTo>
                  <a:pt x="32176" y="139678"/>
                  <a:pt x="34199" y="136263"/>
                  <a:pt x="36235" y="131196"/>
                </a:cubicBezTo>
                <a:lnTo>
                  <a:pt x="41751" y="117616"/>
                </a:lnTo>
                <a:lnTo>
                  <a:pt x="13832" y="58978"/>
                </a:lnTo>
                <a:cubicBezTo>
                  <a:pt x="12984" y="57224"/>
                  <a:pt x="11626" y="55046"/>
                  <a:pt x="9759" y="52443"/>
                </a:cubicBezTo>
                <a:cubicBezTo>
                  <a:pt x="8345" y="50463"/>
                  <a:pt x="7185" y="49134"/>
                  <a:pt x="6280" y="48455"/>
                </a:cubicBezTo>
                <a:cubicBezTo>
                  <a:pt x="4978" y="47550"/>
                  <a:pt x="2885" y="46758"/>
                  <a:pt x="0" y="46079"/>
                </a:cubicBezTo>
                <a:lnTo>
                  <a:pt x="0" y="42939"/>
                </a:lnTo>
                <a:close/>
                <a:moveTo>
                  <a:pt x="83814" y="149693"/>
                </a:moveTo>
                <a:lnTo>
                  <a:pt x="83814" y="145959"/>
                </a:lnTo>
                <a:cubicBezTo>
                  <a:pt x="89641" y="144028"/>
                  <a:pt x="94153" y="141033"/>
                  <a:pt x="97349" y="136972"/>
                </a:cubicBezTo>
                <a:cubicBezTo>
                  <a:pt x="100546" y="132913"/>
                  <a:pt x="102144" y="128611"/>
                  <a:pt x="102144" y="124068"/>
                </a:cubicBezTo>
                <a:cubicBezTo>
                  <a:pt x="102144" y="122991"/>
                  <a:pt x="101889" y="122085"/>
                  <a:pt x="101380" y="121350"/>
                </a:cubicBezTo>
                <a:cubicBezTo>
                  <a:pt x="100984" y="120840"/>
                  <a:pt x="100588" y="120586"/>
                  <a:pt x="100192" y="120586"/>
                </a:cubicBezTo>
                <a:cubicBezTo>
                  <a:pt x="99570" y="120586"/>
                  <a:pt x="98212" y="121152"/>
                  <a:pt x="96119" y="122283"/>
                </a:cubicBezTo>
                <a:cubicBezTo>
                  <a:pt x="95100" y="122792"/>
                  <a:pt x="94025" y="123047"/>
                  <a:pt x="92894" y="123047"/>
                </a:cubicBezTo>
                <a:cubicBezTo>
                  <a:pt x="90122" y="123047"/>
                  <a:pt x="87916" y="122226"/>
                  <a:pt x="86275" y="120586"/>
                </a:cubicBezTo>
                <a:cubicBezTo>
                  <a:pt x="84634" y="118945"/>
                  <a:pt x="83814" y="116682"/>
                  <a:pt x="83814" y="113797"/>
                </a:cubicBezTo>
                <a:cubicBezTo>
                  <a:pt x="83814" y="111025"/>
                  <a:pt x="84875" y="108649"/>
                  <a:pt x="86996" y="106669"/>
                </a:cubicBezTo>
                <a:cubicBezTo>
                  <a:pt x="89118" y="104689"/>
                  <a:pt x="91706" y="103699"/>
                  <a:pt x="94761" y="103699"/>
                </a:cubicBezTo>
                <a:cubicBezTo>
                  <a:pt x="98495" y="103699"/>
                  <a:pt x="101818" y="105329"/>
                  <a:pt x="104732" y="108589"/>
                </a:cubicBezTo>
                <a:cubicBezTo>
                  <a:pt x="107645" y="111847"/>
                  <a:pt x="109102" y="116168"/>
                  <a:pt x="109102" y="121551"/>
                </a:cubicBezTo>
                <a:cubicBezTo>
                  <a:pt x="109102" y="127390"/>
                  <a:pt x="107080" y="132818"/>
                  <a:pt x="103035" y="137834"/>
                </a:cubicBezTo>
                <a:cubicBezTo>
                  <a:pt x="98990" y="142849"/>
                  <a:pt x="92583" y="146802"/>
                  <a:pt x="83814" y="149693"/>
                </a:cubicBezTo>
                <a:close/>
                <a:moveTo>
                  <a:pt x="179875" y="72301"/>
                </a:moveTo>
                <a:cubicBezTo>
                  <a:pt x="179819" y="83815"/>
                  <a:pt x="182619" y="92846"/>
                  <a:pt x="188277" y="99395"/>
                </a:cubicBezTo>
                <a:cubicBezTo>
                  <a:pt x="193934" y="105941"/>
                  <a:pt x="200581" y="109215"/>
                  <a:pt x="208219" y="109215"/>
                </a:cubicBezTo>
                <a:cubicBezTo>
                  <a:pt x="213310" y="109215"/>
                  <a:pt x="217737" y="107814"/>
                  <a:pt x="221499" y="105014"/>
                </a:cubicBezTo>
                <a:cubicBezTo>
                  <a:pt x="225261" y="102214"/>
                  <a:pt x="228415" y="97419"/>
                  <a:pt x="230961" y="90630"/>
                </a:cubicBezTo>
                <a:lnTo>
                  <a:pt x="233592" y="92327"/>
                </a:lnTo>
                <a:cubicBezTo>
                  <a:pt x="232404" y="100078"/>
                  <a:pt x="228953" y="107136"/>
                  <a:pt x="223239" y="113500"/>
                </a:cubicBezTo>
                <a:cubicBezTo>
                  <a:pt x="217525" y="119864"/>
                  <a:pt x="210368" y="123047"/>
                  <a:pt x="201769" y="123047"/>
                </a:cubicBezTo>
                <a:cubicBezTo>
                  <a:pt x="192435" y="123047"/>
                  <a:pt x="184444" y="119420"/>
                  <a:pt x="177796" y="112166"/>
                </a:cubicBezTo>
                <a:cubicBezTo>
                  <a:pt x="171149" y="104911"/>
                  <a:pt x="167825" y="95157"/>
                  <a:pt x="167825" y="82905"/>
                </a:cubicBezTo>
                <a:cubicBezTo>
                  <a:pt x="167825" y="69639"/>
                  <a:pt x="171234" y="59294"/>
                  <a:pt x="178051" y="51871"/>
                </a:cubicBezTo>
                <a:cubicBezTo>
                  <a:pt x="184868" y="44445"/>
                  <a:pt x="193425" y="40733"/>
                  <a:pt x="203721" y="40733"/>
                </a:cubicBezTo>
                <a:cubicBezTo>
                  <a:pt x="212433" y="40733"/>
                  <a:pt x="219590" y="43597"/>
                  <a:pt x="225191" y="49325"/>
                </a:cubicBezTo>
                <a:cubicBezTo>
                  <a:pt x="230791" y="55051"/>
                  <a:pt x="233592" y="62710"/>
                  <a:pt x="233592" y="72301"/>
                </a:cubicBezTo>
                <a:lnTo>
                  <a:pt x="179875" y="72301"/>
                </a:lnTo>
                <a:moveTo>
                  <a:pt x="179875" y="67379"/>
                </a:moveTo>
                <a:lnTo>
                  <a:pt x="215856" y="67379"/>
                </a:lnTo>
                <a:cubicBezTo>
                  <a:pt x="215573" y="62400"/>
                  <a:pt x="214979" y="58893"/>
                  <a:pt x="214074" y="56856"/>
                </a:cubicBezTo>
                <a:cubicBezTo>
                  <a:pt x="212660" y="53688"/>
                  <a:pt x="210552" y="51199"/>
                  <a:pt x="207752" y="49388"/>
                </a:cubicBezTo>
                <a:cubicBezTo>
                  <a:pt x="204951" y="47578"/>
                  <a:pt x="202024" y="46673"/>
                  <a:pt x="198969" y="46673"/>
                </a:cubicBezTo>
                <a:cubicBezTo>
                  <a:pt x="194273" y="46673"/>
                  <a:pt x="190073" y="48497"/>
                  <a:pt x="186367" y="52146"/>
                </a:cubicBezTo>
                <a:cubicBezTo>
                  <a:pt x="182662" y="55795"/>
                  <a:pt x="180498" y="60873"/>
                  <a:pt x="179875" y="67379"/>
                </a:cubicBezTo>
                <a:close/>
                <a:moveTo>
                  <a:pt x="240831" y="42939"/>
                </a:moveTo>
                <a:lnTo>
                  <a:pt x="277405" y="42939"/>
                </a:lnTo>
                <a:lnTo>
                  <a:pt x="277405" y="46079"/>
                </a:lnTo>
                <a:cubicBezTo>
                  <a:pt x="275086" y="46079"/>
                  <a:pt x="273459" y="46475"/>
                  <a:pt x="272526" y="47267"/>
                </a:cubicBezTo>
                <a:cubicBezTo>
                  <a:pt x="271593" y="48059"/>
                  <a:pt x="271126" y="49106"/>
                  <a:pt x="271126" y="50407"/>
                </a:cubicBezTo>
                <a:cubicBezTo>
                  <a:pt x="271126" y="51764"/>
                  <a:pt x="272116" y="53858"/>
                  <a:pt x="274096" y="56686"/>
                </a:cubicBezTo>
                <a:cubicBezTo>
                  <a:pt x="274718" y="57592"/>
                  <a:pt x="275652" y="59006"/>
                  <a:pt x="276896" y="60929"/>
                </a:cubicBezTo>
                <a:lnTo>
                  <a:pt x="282412" y="69755"/>
                </a:lnTo>
                <a:lnTo>
                  <a:pt x="288777" y="60929"/>
                </a:lnTo>
                <a:cubicBezTo>
                  <a:pt x="292850" y="55329"/>
                  <a:pt x="294887" y="51793"/>
                  <a:pt x="294887" y="50322"/>
                </a:cubicBezTo>
                <a:cubicBezTo>
                  <a:pt x="294887" y="49134"/>
                  <a:pt x="294406" y="48130"/>
                  <a:pt x="293444" y="47309"/>
                </a:cubicBezTo>
                <a:cubicBezTo>
                  <a:pt x="292482" y="46489"/>
                  <a:pt x="290926" y="46079"/>
                  <a:pt x="288777" y="46079"/>
                </a:cubicBezTo>
                <a:lnTo>
                  <a:pt x="288777" y="42939"/>
                </a:lnTo>
                <a:lnTo>
                  <a:pt x="315083" y="42939"/>
                </a:lnTo>
                <a:lnTo>
                  <a:pt x="315083" y="46079"/>
                </a:lnTo>
                <a:cubicBezTo>
                  <a:pt x="312311" y="46249"/>
                  <a:pt x="309907" y="47012"/>
                  <a:pt x="307870" y="48370"/>
                </a:cubicBezTo>
                <a:cubicBezTo>
                  <a:pt x="305098" y="50294"/>
                  <a:pt x="301308" y="54480"/>
                  <a:pt x="296499" y="60929"/>
                </a:cubicBezTo>
                <a:lnTo>
                  <a:pt x="285891" y="75101"/>
                </a:lnTo>
                <a:lnTo>
                  <a:pt x="305239" y="102879"/>
                </a:lnTo>
                <a:cubicBezTo>
                  <a:pt x="309992" y="109710"/>
                  <a:pt x="313386" y="113818"/>
                  <a:pt x="315423" y="115202"/>
                </a:cubicBezTo>
                <a:cubicBezTo>
                  <a:pt x="317459" y="116585"/>
                  <a:pt x="320090" y="117361"/>
                  <a:pt x="323315" y="117531"/>
                </a:cubicBezTo>
                <a:lnTo>
                  <a:pt x="323315" y="120671"/>
                </a:lnTo>
                <a:lnTo>
                  <a:pt x="286655" y="120671"/>
                </a:lnTo>
                <a:lnTo>
                  <a:pt x="286655" y="117531"/>
                </a:lnTo>
                <a:cubicBezTo>
                  <a:pt x="289201" y="117531"/>
                  <a:pt x="291181" y="116967"/>
                  <a:pt x="292595" y="115839"/>
                </a:cubicBezTo>
                <a:cubicBezTo>
                  <a:pt x="293670" y="115049"/>
                  <a:pt x="294208" y="114005"/>
                  <a:pt x="294208" y="112707"/>
                </a:cubicBezTo>
                <a:cubicBezTo>
                  <a:pt x="294208" y="111409"/>
                  <a:pt x="292397" y="108137"/>
                  <a:pt x="288777" y="102890"/>
                </a:cubicBezTo>
                <a:lnTo>
                  <a:pt x="277405" y="86302"/>
                </a:lnTo>
                <a:lnTo>
                  <a:pt x="264931" y="102890"/>
                </a:lnTo>
                <a:cubicBezTo>
                  <a:pt x="261084" y="108024"/>
                  <a:pt x="259161" y="111071"/>
                  <a:pt x="259161" y="112031"/>
                </a:cubicBezTo>
                <a:cubicBezTo>
                  <a:pt x="259161" y="113385"/>
                  <a:pt x="259797" y="114612"/>
                  <a:pt x="261070" y="115712"/>
                </a:cubicBezTo>
                <a:cubicBezTo>
                  <a:pt x="262343" y="116811"/>
                  <a:pt x="264252" y="117418"/>
                  <a:pt x="266798" y="117531"/>
                </a:cubicBezTo>
                <a:lnTo>
                  <a:pt x="266798" y="120671"/>
                </a:lnTo>
                <a:lnTo>
                  <a:pt x="241425" y="120671"/>
                </a:lnTo>
                <a:lnTo>
                  <a:pt x="241425" y="117531"/>
                </a:lnTo>
                <a:cubicBezTo>
                  <a:pt x="243462" y="117248"/>
                  <a:pt x="245244" y="116543"/>
                  <a:pt x="246771" y="115415"/>
                </a:cubicBezTo>
                <a:cubicBezTo>
                  <a:pt x="248921" y="113778"/>
                  <a:pt x="252542" y="109601"/>
                  <a:pt x="257633" y="102885"/>
                </a:cubicBezTo>
                <a:lnTo>
                  <a:pt x="273926" y="81296"/>
                </a:lnTo>
                <a:lnTo>
                  <a:pt x="259161" y="59911"/>
                </a:lnTo>
                <a:cubicBezTo>
                  <a:pt x="254974" y="53801"/>
                  <a:pt x="251735" y="49968"/>
                  <a:pt x="249444" y="48413"/>
                </a:cubicBezTo>
                <a:cubicBezTo>
                  <a:pt x="247153" y="46857"/>
                  <a:pt x="244282" y="46079"/>
                  <a:pt x="240831" y="46079"/>
                </a:cubicBezTo>
                <a:lnTo>
                  <a:pt x="240831" y="42939"/>
                </a:lnTo>
                <a:close/>
                <a:moveTo>
                  <a:pt x="325267" y="50584"/>
                </a:moveTo>
                <a:lnTo>
                  <a:pt x="349197" y="40902"/>
                </a:lnTo>
                <a:lnTo>
                  <a:pt x="352422" y="40902"/>
                </a:lnTo>
                <a:lnTo>
                  <a:pt x="352422" y="59062"/>
                </a:lnTo>
                <a:cubicBezTo>
                  <a:pt x="356438" y="52217"/>
                  <a:pt x="360469" y="47451"/>
                  <a:pt x="364514" y="44764"/>
                </a:cubicBezTo>
                <a:cubicBezTo>
                  <a:pt x="368559" y="42076"/>
                  <a:pt x="372816" y="40733"/>
                  <a:pt x="377286" y="40733"/>
                </a:cubicBezTo>
                <a:cubicBezTo>
                  <a:pt x="385093" y="40733"/>
                  <a:pt x="391599" y="43784"/>
                  <a:pt x="396803" y="49887"/>
                </a:cubicBezTo>
                <a:cubicBezTo>
                  <a:pt x="403196" y="57348"/>
                  <a:pt x="406393" y="67068"/>
                  <a:pt x="406393" y="79050"/>
                </a:cubicBezTo>
                <a:cubicBezTo>
                  <a:pt x="406393" y="92443"/>
                  <a:pt x="402546" y="103520"/>
                  <a:pt x="394852" y="112280"/>
                </a:cubicBezTo>
                <a:cubicBezTo>
                  <a:pt x="388515" y="119458"/>
                  <a:pt x="380539" y="123047"/>
                  <a:pt x="370921" y="123047"/>
                </a:cubicBezTo>
                <a:cubicBezTo>
                  <a:pt x="366735" y="123047"/>
                  <a:pt x="363114" y="122453"/>
                  <a:pt x="360059" y="121265"/>
                </a:cubicBezTo>
                <a:cubicBezTo>
                  <a:pt x="357796" y="120416"/>
                  <a:pt x="355250" y="118719"/>
                  <a:pt x="352422" y="116173"/>
                </a:cubicBezTo>
                <a:lnTo>
                  <a:pt x="352422" y="139849"/>
                </a:lnTo>
                <a:cubicBezTo>
                  <a:pt x="352422" y="145167"/>
                  <a:pt x="352747" y="148547"/>
                  <a:pt x="353398" y="149990"/>
                </a:cubicBezTo>
                <a:cubicBezTo>
                  <a:pt x="354048" y="151432"/>
                  <a:pt x="355180" y="152578"/>
                  <a:pt x="356792" y="153427"/>
                </a:cubicBezTo>
                <a:cubicBezTo>
                  <a:pt x="358404" y="154275"/>
                  <a:pt x="361332" y="154699"/>
                  <a:pt x="365575" y="154699"/>
                </a:cubicBezTo>
                <a:lnTo>
                  <a:pt x="365575" y="157839"/>
                </a:lnTo>
                <a:lnTo>
                  <a:pt x="324842" y="157839"/>
                </a:lnTo>
                <a:lnTo>
                  <a:pt x="324842" y="154699"/>
                </a:lnTo>
                <a:lnTo>
                  <a:pt x="326964" y="154699"/>
                </a:lnTo>
                <a:cubicBezTo>
                  <a:pt x="330075" y="154756"/>
                  <a:pt x="332734" y="154161"/>
                  <a:pt x="334941" y="152915"/>
                </a:cubicBezTo>
                <a:cubicBezTo>
                  <a:pt x="336015" y="152292"/>
                  <a:pt x="336850" y="151287"/>
                  <a:pt x="337444" y="149900"/>
                </a:cubicBezTo>
                <a:cubicBezTo>
                  <a:pt x="338038" y="148514"/>
                  <a:pt x="338335" y="144990"/>
                  <a:pt x="338335" y="139329"/>
                </a:cubicBezTo>
                <a:lnTo>
                  <a:pt x="338335" y="65785"/>
                </a:lnTo>
                <a:cubicBezTo>
                  <a:pt x="338335" y="60746"/>
                  <a:pt x="338109" y="57548"/>
                  <a:pt x="337656" y="56190"/>
                </a:cubicBezTo>
                <a:cubicBezTo>
                  <a:pt x="337203" y="54831"/>
                  <a:pt x="336482" y="53812"/>
                  <a:pt x="335492" y="53133"/>
                </a:cubicBezTo>
                <a:cubicBezTo>
                  <a:pt x="334502" y="52452"/>
                  <a:pt x="333158" y="52112"/>
                  <a:pt x="331461" y="52112"/>
                </a:cubicBezTo>
                <a:cubicBezTo>
                  <a:pt x="330104" y="52112"/>
                  <a:pt x="328378" y="52508"/>
                  <a:pt x="326285" y="53300"/>
                </a:cubicBezTo>
                <a:lnTo>
                  <a:pt x="325267" y="50584"/>
                </a:lnTo>
                <a:moveTo>
                  <a:pt x="352422" y="64223"/>
                </a:moveTo>
                <a:lnTo>
                  <a:pt x="352422" y="93208"/>
                </a:lnTo>
                <a:cubicBezTo>
                  <a:pt x="352422" y="99480"/>
                  <a:pt x="352676" y="103605"/>
                  <a:pt x="353185" y="105582"/>
                </a:cubicBezTo>
                <a:cubicBezTo>
                  <a:pt x="353977" y="108859"/>
                  <a:pt x="355915" y="111741"/>
                  <a:pt x="358998" y="114227"/>
                </a:cubicBezTo>
                <a:cubicBezTo>
                  <a:pt x="362082" y="116712"/>
                  <a:pt x="365971" y="117955"/>
                  <a:pt x="370667" y="117955"/>
                </a:cubicBezTo>
                <a:cubicBezTo>
                  <a:pt x="376324" y="117955"/>
                  <a:pt x="380906" y="115751"/>
                  <a:pt x="384414" y="111344"/>
                </a:cubicBezTo>
                <a:cubicBezTo>
                  <a:pt x="388996" y="105582"/>
                  <a:pt x="391287" y="97475"/>
                  <a:pt x="391287" y="87021"/>
                </a:cubicBezTo>
                <a:cubicBezTo>
                  <a:pt x="391287" y="75157"/>
                  <a:pt x="388685" y="66032"/>
                  <a:pt x="383480" y="59648"/>
                </a:cubicBezTo>
                <a:cubicBezTo>
                  <a:pt x="379860" y="55241"/>
                  <a:pt x="375560" y="53037"/>
                  <a:pt x="370582" y="53037"/>
                </a:cubicBezTo>
                <a:cubicBezTo>
                  <a:pt x="367866" y="53037"/>
                  <a:pt x="365179" y="53715"/>
                  <a:pt x="362520" y="55071"/>
                </a:cubicBezTo>
                <a:cubicBezTo>
                  <a:pt x="360483" y="56088"/>
                  <a:pt x="357117" y="59138"/>
                  <a:pt x="352422" y="64223"/>
                </a:cubicBezTo>
                <a:close/>
                <a:moveTo>
                  <a:pt x="444495" y="0"/>
                </a:moveTo>
                <a:lnTo>
                  <a:pt x="444495" y="103030"/>
                </a:lnTo>
                <a:cubicBezTo>
                  <a:pt x="444495" y="107892"/>
                  <a:pt x="444848" y="111115"/>
                  <a:pt x="445555" y="112699"/>
                </a:cubicBezTo>
                <a:cubicBezTo>
                  <a:pt x="446263" y="114281"/>
                  <a:pt x="447352" y="115483"/>
                  <a:pt x="448823" y="116303"/>
                </a:cubicBezTo>
                <a:cubicBezTo>
                  <a:pt x="450293" y="117122"/>
                  <a:pt x="453037" y="117531"/>
                  <a:pt x="457054" y="117531"/>
                </a:cubicBezTo>
                <a:lnTo>
                  <a:pt x="457054" y="120671"/>
                </a:lnTo>
                <a:lnTo>
                  <a:pt x="418952" y="120671"/>
                </a:lnTo>
                <a:lnTo>
                  <a:pt x="418952" y="117531"/>
                </a:lnTo>
                <a:cubicBezTo>
                  <a:pt x="422516" y="117531"/>
                  <a:pt x="424949" y="117164"/>
                  <a:pt x="426250" y="116430"/>
                </a:cubicBezTo>
                <a:cubicBezTo>
                  <a:pt x="427551" y="115695"/>
                  <a:pt x="428569" y="114479"/>
                  <a:pt x="429305" y="112784"/>
                </a:cubicBezTo>
                <a:cubicBezTo>
                  <a:pt x="430040" y="111087"/>
                  <a:pt x="430408" y="107836"/>
                  <a:pt x="430408" y="103030"/>
                </a:cubicBezTo>
                <a:lnTo>
                  <a:pt x="430408" y="32477"/>
                </a:lnTo>
                <a:cubicBezTo>
                  <a:pt x="430408" y="23716"/>
                  <a:pt x="430210" y="18331"/>
                  <a:pt x="429814" y="16325"/>
                </a:cubicBezTo>
                <a:cubicBezTo>
                  <a:pt x="429418" y="14317"/>
                  <a:pt x="428781" y="12946"/>
                  <a:pt x="427905" y="12212"/>
                </a:cubicBezTo>
                <a:cubicBezTo>
                  <a:pt x="427028" y="11476"/>
                  <a:pt x="425910" y="11109"/>
                  <a:pt x="424553" y="11109"/>
                </a:cubicBezTo>
                <a:cubicBezTo>
                  <a:pt x="423082" y="11109"/>
                  <a:pt x="421215" y="11561"/>
                  <a:pt x="418952" y="12466"/>
                </a:cubicBezTo>
                <a:lnTo>
                  <a:pt x="417509" y="9496"/>
                </a:lnTo>
                <a:lnTo>
                  <a:pt x="440676" y="0"/>
                </a:lnTo>
                <a:lnTo>
                  <a:pt x="444495" y="0"/>
                </a:lnTo>
                <a:close/>
                <a:moveTo>
                  <a:pt x="510121" y="109469"/>
                </a:moveTo>
                <a:cubicBezTo>
                  <a:pt x="502144" y="115636"/>
                  <a:pt x="497137" y="119200"/>
                  <a:pt x="495100" y="120161"/>
                </a:cubicBezTo>
                <a:cubicBezTo>
                  <a:pt x="492046" y="121632"/>
                  <a:pt x="488793" y="122368"/>
                  <a:pt x="485342" y="122368"/>
                </a:cubicBezTo>
                <a:cubicBezTo>
                  <a:pt x="479967" y="122368"/>
                  <a:pt x="475540" y="120529"/>
                  <a:pt x="472061" y="116852"/>
                </a:cubicBezTo>
                <a:cubicBezTo>
                  <a:pt x="468582" y="113175"/>
                  <a:pt x="466842" y="108338"/>
                  <a:pt x="466842" y="102341"/>
                </a:cubicBezTo>
                <a:cubicBezTo>
                  <a:pt x="466842" y="98551"/>
                  <a:pt x="467691" y="95269"/>
                  <a:pt x="469388" y="92497"/>
                </a:cubicBezTo>
                <a:cubicBezTo>
                  <a:pt x="471707" y="88650"/>
                  <a:pt x="475738" y="85030"/>
                  <a:pt x="481480" y="81635"/>
                </a:cubicBezTo>
                <a:cubicBezTo>
                  <a:pt x="487223" y="78241"/>
                  <a:pt x="496769" y="74111"/>
                  <a:pt x="510121" y="69246"/>
                </a:cubicBezTo>
                <a:lnTo>
                  <a:pt x="510121" y="66191"/>
                </a:lnTo>
                <a:cubicBezTo>
                  <a:pt x="510121" y="58440"/>
                  <a:pt x="508890" y="53122"/>
                  <a:pt x="506429" y="50237"/>
                </a:cubicBezTo>
                <a:cubicBezTo>
                  <a:pt x="503968" y="47352"/>
                  <a:pt x="500390" y="45909"/>
                  <a:pt x="495695" y="45909"/>
                </a:cubicBezTo>
                <a:cubicBezTo>
                  <a:pt x="492130" y="45909"/>
                  <a:pt x="489302" y="46867"/>
                  <a:pt x="487209" y="48784"/>
                </a:cubicBezTo>
                <a:cubicBezTo>
                  <a:pt x="485059" y="50700"/>
                  <a:pt x="483984" y="52899"/>
                  <a:pt x="483984" y="55379"/>
                </a:cubicBezTo>
                <a:lnTo>
                  <a:pt x="484154" y="60282"/>
                </a:lnTo>
                <a:cubicBezTo>
                  <a:pt x="484154" y="62874"/>
                  <a:pt x="483489" y="64874"/>
                  <a:pt x="482159" y="66283"/>
                </a:cubicBezTo>
                <a:cubicBezTo>
                  <a:pt x="480830" y="67692"/>
                  <a:pt x="479090" y="68397"/>
                  <a:pt x="476940" y="68397"/>
                </a:cubicBezTo>
                <a:cubicBezTo>
                  <a:pt x="474847" y="68397"/>
                  <a:pt x="473136" y="67664"/>
                  <a:pt x="471806" y="66199"/>
                </a:cubicBezTo>
                <a:cubicBezTo>
                  <a:pt x="470477" y="64731"/>
                  <a:pt x="469812" y="62728"/>
                  <a:pt x="469812" y="60189"/>
                </a:cubicBezTo>
                <a:cubicBezTo>
                  <a:pt x="469812" y="55340"/>
                  <a:pt x="472301" y="50885"/>
                  <a:pt x="477280" y="46824"/>
                </a:cubicBezTo>
                <a:cubicBezTo>
                  <a:pt x="482258" y="42763"/>
                  <a:pt x="489245" y="40733"/>
                  <a:pt x="498240" y="40733"/>
                </a:cubicBezTo>
                <a:cubicBezTo>
                  <a:pt x="505142" y="40733"/>
                  <a:pt x="510800" y="41891"/>
                  <a:pt x="515212" y="44207"/>
                </a:cubicBezTo>
                <a:cubicBezTo>
                  <a:pt x="518550" y="45959"/>
                  <a:pt x="521011" y="48700"/>
                  <a:pt x="522595" y="52430"/>
                </a:cubicBezTo>
                <a:cubicBezTo>
                  <a:pt x="523613" y="54859"/>
                  <a:pt x="524123" y="59831"/>
                  <a:pt x="524123" y="67347"/>
                </a:cubicBezTo>
                <a:lnTo>
                  <a:pt x="524123" y="93706"/>
                </a:lnTo>
                <a:cubicBezTo>
                  <a:pt x="524123" y="101109"/>
                  <a:pt x="524264" y="105643"/>
                  <a:pt x="524547" y="107311"/>
                </a:cubicBezTo>
                <a:cubicBezTo>
                  <a:pt x="524830" y="108978"/>
                  <a:pt x="525296" y="110094"/>
                  <a:pt x="525947" y="110660"/>
                </a:cubicBezTo>
                <a:cubicBezTo>
                  <a:pt x="526598" y="111224"/>
                  <a:pt x="527347" y="111506"/>
                  <a:pt x="528196" y="111506"/>
                </a:cubicBezTo>
                <a:cubicBezTo>
                  <a:pt x="529101" y="111506"/>
                  <a:pt x="529893" y="111308"/>
                  <a:pt x="530572" y="110912"/>
                </a:cubicBezTo>
                <a:cubicBezTo>
                  <a:pt x="531760" y="110176"/>
                  <a:pt x="534051" y="108111"/>
                  <a:pt x="537446" y="104717"/>
                </a:cubicBezTo>
                <a:lnTo>
                  <a:pt x="537446" y="109469"/>
                </a:lnTo>
                <a:cubicBezTo>
                  <a:pt x="531109" y="117955"/>
                  <a:pt x="525056" y="122198"/>
                  <a:pt x="519286" y="122198"/>
                </a:cubicBezTo>
                <a:cubicBezTo>
                  <a:pt x="516513" y="122198"/>
                  <a:pt x="514307" y="121236"/>
                  <a:pt x="512666" y="119313"/>
                </a:cubicBezTo>
                <a:cubicBezTo>
                  <a:pt x="511026" y="117389"/>
                  <a:pt x="510177" y="114108"/>
                  <a:pt x="510121" y="109469"/>
                </a:cubicBezTo>
                <a:moveTo>
                  <a:pt x="510121" y="103906"/>
                </a:moveTo>
                <a:lnTo>
                  <a:pt x="510121" y="74422"/>
                </a:lnTo>
                <a:cubicBezTo>
                  <a:pt x="501578" y="77801"/>
                  <a:pt x="496062" y="80194"/>
                  <a:pt x="493573" y="81603"/>
                </a:cubicBezTo>
                <a:cubicBezTo>
                  <a:pt x="489104" y="84082"/>
                  <a:pt x="485907" y="86673"/>
                  <a:pt x="483984" y="89376"/>
                </a:cubicBezTo>
                <a:cubicBezTo>
                  <a:pt x="482060" y="92079"/>
                  <a:pt x="481099" y="95036"/>
                  <a:pt x="481099" y="98246"/>
                </a:cubicBezTo>
                <a:cubicBezTo>
                  <a:pt x="481099" y="102302"/>
                  <a:pt x="482315" y="105667"/>
                  <a:pt x="484748" y="108342"/>
                </a:cubicBezTo>
                <a:cubicBezTo>
                  <a:pt x="487180" y="111017"/>
                  <a:pt x="489981" y="112354"/>
                  <a:pt x="493149" y="112354"/>
                </a:cubicBezTo>
                <a:cubicBezTo>
                  <a:pt x="497448" y="112354"/>
                  <a:pt x="503106" y="109538"/>
                  <a:pt x="510121" y="103906"/>
                </a:cubicBezTo>
                <a:close/>
                <a:moveTo>
                  <a:pt x="563015" y="0"/>
                </a:moveTo>
                <a:cubicBezTo>
                  <a:pt x="565391" y="0"/>
                  <a:pt x="567414" y="839"/>
                  <a:pt x="569082" y="2517"/>
                </a:cubicBezTo>
                <a:cubicBezTo>
                  <a:pt x="570751" y="4193"/>
                  <a:pt x="571586" y="6225"/>
                  <a:pt x="571586" y="8613"/>
                </a:cubicBezTo>
                <a:cubicBezTo>
                  <a:pt x="571586" y="11002"/>
                  <a:pt x="570751" y="13049"/>
                  <a:pt x="569082" y="14755"/>
                </a:cubicBezTo>
                <a:cubicBezTo>
                  <a:pt x="567414" y="16459"/>
                  <a:pt x="565391" y="17311"/>
                  <a:pt x="563015" y="17311"/>
                </a:cubicBezTo>
                <a:cubicBezTo>
                  <a:pt x="560639" y="17311"/>
                  <a:pt x="558602" y="16459"/>
                  <a:pt x="556905" y="14755"/>
                </a:cubicBezTo>
                <a:cubicBezTo>
                  <a:pt x="555208" y="13049"/>
                  <a:pt x="554359" y="11002"/>
                  <a:pt x="554359" y="8613"/>
                </a:cubicBezTo>
                <a:cubicBezTo>
                  <a:pt x="554359" y="6225"/>
                  <a:pt x="555194" y="4193"/>
                  <a:pt x="556863" y="2517"/>
                </a:cubicBezTo>
                <a:cubicBezTo>
                  <a:pt x="558532" y="839"/>
                  <a:pt x="560582" y="0"/>
                  <a:pt x="563015" y="0"/>
                </a:cubicBezTo>
                <a:moveTo>
                  <a:pt x="570058" y="40733"/>
                </a:moveTo>
                <a:lnTo>
                  <a:pt x="570058" y="103052"/>
                </a:lnTo>
                <a:cubicBezTo>
                  <a:pt x="570058" y="107906"/>
                  <a:pt x="570412" y="111138"/>
                  <a:pt x="571119" y="112747"/>
                </a:cubicBezTo>
                <a:cubicBezTo>
                  <a:pt x="571826" y="114356"/>
                  <a:pt x="572873" y="115555"/>
                  <a:pt x="574259" y="116345"/>
                </a:cubicBezTo>
                <a:cubicBezTo>
                  <a:pt x="575645" y="117136"/>
                  <a:pt x="578177" y="117531"/>
                  <a:pt x="581854" y="117531"/>
                </a:cubicBezTo>
                <a:lnTo>
                  <a:pt x="581854" y="120671"/>
                </a:lnTo>
                <a:lnTo>
                  <a:pt x="544091" y="120671"/>
                </a:lnTo>
                <a:lnTo>
                  <a:pt x="544091" y="117531"/>
                </a:lnTo>
                <a:cubicBezTo>
                  <a:pt x="547882" y="117531"/>
                  <a:pt x="550427" y="117164"/>
                  <a:pt x="551729" y="116430"/>
                </a:cubicBezTo>
                <a:cubicBezTo>
                  <a:pt x="553030" y="115697"/>
                  <a:pt x="554062" y="114483"/>
                  <a:pt x="554826" y="112789"/>
                </a:cubicBezTo>
                <a:cubicBezTo>
                  <a:pt x="555590" y="111096"/>
                  <a:pt x="555972" y="107850"/>
                  <a:pt x="555972" y="103052"/>
                </a:cubicBezTo>
                <a:lnTo>
                  <a:pt x="555972" y="73162"/>
                </a:lnTo>
                <a:cubicBezTo>
                  <a:pt x="555972" y="64751"/>
                  <a:pt x="555717" y="59304"/>
                  <a:pt x="555208" y="56822"/>
                </a:cubicBezTo>
                <a:cubicBezTo>
                  <a:pt x="554812" y="55015"/>
                  <a:pt x="554190" y="53759"/>
                  <a:pt x="553341" y="53053"/>
                </a:cubicBezTo>
                <a:cubicBezTo>
                  <a:pt x="552492" y="52348"/>
                  <a:pt x="551333" y="51995"/>
                  <a:pt x="549862" y="51995"/>
                </a:cubicBezTo>
                <a:cubicBezTo>
                  <a:pt x="548278" y="51995"/>
                  <a:pt x="546354" y="52419"/>
                  <a:pt x="544091" y="53265"/>
                </a:cubicBezTo>
                <a:lnTo>
                  <a:pt x="542903" y="50216"/>
                </a:lnTo>
                <a:lnTo>
                  <a:pt x="566324" y="40733"/>
                </a:lnTo>
                <a:lnTo>
                  <a:pt x="570058" y="40733"/>
                </a:lnTo>
                <a:close/>
                <a:moveTo>
                  <a:pt x="614215" y="57196"/>
                </a:moveTo>
                <a:cubicBezTo>
                  <a:pt x="623323" y="46220"/>
                  <a:pt x="632007" y="40733"/>
                  <a:pt x="640267" y="40733"/>
                </a:cubicBezTo>
                <a:cubicBezTo>
                  <a:pt x="644510" y="40733"/>
                  <a:pt x="648159" y="41792"/>
                  <a:pt x="651213" y="43910"/>
                </a:cubicBezTo>
                <a:cubicBezTo>
                  <a:pt x="654268" y="46026"/>
                  <a:pt x="656701" y="49511"/>
                  <a:pt x="658511" y="54366"/>
                </a:cubicBezTo>
                <a:cubicBezTo>
                  <a:pt x="659756" y="57752"/>
                  <a:pt x="660378" y="62945"/>
                  <a:pt x="660378" y="69946"/>
                </a:cubicBezTo>
                <a:lnTo>
                  <a:pt x="660378" y="103052"/>
                </a:lnTo>
                <a:cubicBezTo>
                  <a:pt x="660378" y="107963"/>
                  <a:pt x="660774" y="111294"/>
                  <a:pt x="661566" y="113044"/>
                </a:cubicBezTo>
                <a:cubicBezTo>
                  <a:pt x="662189" y="114455"/>
                  <a:pt x="663193" y="115555"/>
                  <a:pt x="664579" y="116345"/>
                </a:cubicBezTo>
                <a:cubicBezTo>
                  <a:pt x="665965" y="117136"/>
                  <a:pt x="668525" y="117531"/>
                  <a:pt x="672259" y="117531"/>
                </a:cubicBezTo>
                <a:lnTo>
                  <a:pt x="672259" y="120671"/>
                </a:lnTo>
                <a:lnTo>
                  <a:pt x="633817" y="120671"/>
                </a:lnTo>
                <a:lnTo>
                  <a:pt x="633817" y="117531"/>
                </a:lnTo>
                <a:lnTo>
                  <a:pt x="635430" y="117531"/>
                </a:lnTo>
                <a:cubicBezTo>
                  <a:pt x="639050" y="117531"/>
                  <a:pt x="641582" y="116982"/>
                  <a:pt x="643024" y="115884"/>
                </a:cubicBezTo>
                <a:cubicBezTo>
                  <a:pt x="644467" y="114786"/>
                  <a:pt x="645471" y="113169"/>
                  <a:pt x="646037" y="111031"/>
                </a:cubicBezTo>
                <a:cubicBezTo>
                  <a:pt x="646263" y="110186"/>
                  <a:pt x="646376" y="107540"/>
                  <a:pt x="646376" y="103094"/>
                </a:cubicBezTo>
                <a:lnTo>
                  <a:pt x="646376" y="71433"/>
                </a:lnTo>
                <a:cubicBezTo>
                  <a:pt x="646376" y="64399"/>
                  <a:pt x="645457" y="59291"/>
                  <a:pt x="643619" y="56111"/>
                </a:cubicBezTo>
                <a:cubicBezTo>
                  <a:pt x="641780" y="52930"/>
                  <a:pt x="638682" y="51340"/>
                  <a:pt x="634326" y="51340"/>
                </a:cubicBezTo>
                <a:cubicBezTo>
                  <a:pt x="627594" y="51340"/>
                  <a:pt x="620890" y="54999"/>
                  <a:pt x="614215" y="62316"/>
                </a:cubicBezTo>
                <a:lnTo>
                  <a:pt x="614215" y="103094"/>
                </a:lnTo>
                <a:cubicBezTo>
                  <a:pt x="614215" y="108329"/>
                  <a:pt x="614526" y="111565"/>
                  <a:pt x="615148" y="112803"/>
                </a:cubicBezTo>
                <a:cubicBezTo>
                  <a:pt x="615940" y="114434"/>
                  <a:pt x="617029" y="115630"/>
                  <a:pt x="618415" y="116391"/>
                </a:cubicBezTo>
                <a:cubicBezTo>
                  <a:pt x="619801" y="117151"/>
                  <a:pt x="622616" y="117531"/>
                  <a:pt x="626859" y="117531"/>
                </a:cubicBezTo>
                <a:lnTo>
                  <a:pt x="626859" y="120671"/>
                </a:lnTo>
                <a:lnTo>
                  <a:pt x="588417" y="120671"/>
                </a:lnTo>
                <a:lnTo>
                  <a:pt x="588417" y="117531"/>
                </a:lnTo>
                <a:lnTo>
                  <a:pt x="590114" y="117531"/>
                </a:lnTo>
                <a:cubicBezTo>
                  <a:pt x="594075" y="117531"/>
                  <a:pt x="596748" y="116529"/>
                  <a:pt x="598134" y="114526"/>
                </a:cubicBezTo>
                <a:cubicBezTo>
                  <a:pt x="599520" y="112521"/>
                  <a:pt x="600213" y="108697"/>
                  <a:pt x="600213" y="103052"/>
                </a:cubicBezTo>
                <a:lnTo>
                  <a:pt x="600213" y="74263"/>
                </a:lnTo>
                <a:cubicBezTo>
                  <a:pt x="600213" y="64950"/>
                  <a:pt x="600001" y="59277"/>
                  <a:pt x="599576" y="57246"/>
                </a:cubicBezTo>
                <a:cubicBezTo>
                  <a:pt x="599152" y="55213"/>
                  <a:pt x="598501" y="53829"/>
                  <a:pt x="597624" y="53096"/>
                </a:cubicBezTo>
                <a:cubicBezTo>
                  <a:pt x="596748" y="52362"/>
                  <a:pt x="595574" y="51995"/>
                  <a:pt x="594103" y="51995"/>
                </a:cubicBezTo>
                <a:cubicBezTo>
                  <a:pt x="592519" y="51995"/>
                  <a:pt x="590624" y="52419"/>
                  <a:pt x="588417" y="53265"/>
                </a:cubicBezTo>
                <a:lnTo>
                  <a:pt x="587144" y="50216"/>
                </a:lnTo>
                <a:lnTo>
                  <a:pt x="610566" y="40733"/>
                </a:lnTo>
                <a:lnTo>
                  <a:pt x="614215" y="40733"/>
                </a:lnTo>
                <a:lnTo>
                  <a:pt x="614215" y="57196"/>
                </a:lnTo>
                <a:close/>
                <a:moveTo>
                  <a:pt x="682357" y="149693"/>
                </a:moveTo>
                <a:lnTo>
                  <a:pt x="682357" y="145959"/>
                </a:lnTo>
                <a:cubicBezTo>
                  <a:pt x="688184" y="144028"/>
                  <a:pt x="692696" y="141033"/>
                  <a:pt x="695892" y="136972"/>
                </a:cubicBezTo>
                <a:cubicBezTo>
                  <a:pt x="699088" y="132913"/>
                  <a:pt x="700687" y="128611"/>
                  <a:pt x="700687" y="124068"/>
                </a:cubicBezTo>
                <a:cubicBezTo>
                  <a:pt x="700687" y="122991"/>
                  <a:pt x="700432" y="122085"/>
                  <a:pt x="699923" y="121350"/>
                </a:cubicBezTo>
                <a:cubicBezTo>
                  <a:pt x="699527" y="120840"/>
                  <a:pt x="699131" y="120586"/>
                  <a:pt x="698735" y="120586"/>
                </a:cubicBezTo>
                <a:cubicBezTo>
                  <a:pt x="698112" y="120586"/>
                  <a:pt x="696755" y="121152"/>
                  <a:pt x="694661" y="122283"/>
                </a:cubicBezTo>
                <a:cubicBezTo>
                  <a:pt x="693643" y="122792"/>
                  <a:pt x="692568" y="123047"/>
                  <a:pt x="691437" y="123047"/>
                </a:cubicBezTo>
                <a:cubicBezTo>
                  <a:pt x="688665" y="123047"/>
                  <a:pt x="686458" y="122226"/>
                  <a:pt x="684818" y="120586"/>
                </a:cubicBezTo>
                <a:cubicBezTo>
                  <a:pt x="683177" y="118945"/>
                  <a:pt x="682357" y="116682"/>
                  <a:pt x="682357" y="113797"/>
                </a:cubicBezTo>
                <a:cubicBezTo>
                  <a:pt x="682357" y="111025"/>
                  <a:pt x="683418" y="108649"/>
                  <a:pt x="685539" y="106669"/>
                </a:cubicBezTo>
                <a:cubicBezTo>
                  <a:pt x="687661" y="104689"/>
                  <a:pt x="690249" y="103699"/>
                  <a:pt x="693304" y="103699"/>
                </a:cubicBezTo>
                <a:cubicBezTo>
                  <a:pt x="697038" y="103699"/>
                  <a:pt x="700361" y="105329"/>
                  <a:pt x="703275" y="108589"/>
                </a:cubicBezTo>
                <a:cubicBezTo>
                  <a:pt x="706188" y="111847"/>
                  <a:pt x="707645" y="116168"/>
                  <a:pt x="707645" y="121551"/>
                </a:cubicBezTo>
                <a:cubicBezTo>
                  <a:pt x="707645" y="127390"/>
                  <a:pt x="705623" y="132818"/>
                  <a:pt x="701578" y="137834"/>
                </a:cubicBezTo>
                <a:cubicBezTo>
                  <a:pt x="697533" y="142849"/>
                  <a:pt x="691126" y="146802"/>
                  <a:pt x="682357" y="149693"/>
                </a:cubicBezTo>
                <a:close/>
                <a:moveTo>
                  <a:pt x="803367" y="40733"/>
                </a:moveTo>
                <a:cubicBezTo>
                  <a:pt x="815134" y="40733"/>
                  <a:pt x="824582" y="45198"/>
                  <a:pt x="831710" y="54127"/>
                </a:cubicBezTo>
                <a:cubicBezTo>
                  <a:pt x="837764" y="61756"/>
                  <a:pt x="840790" y="70516"/>
                  <a:pt x="840790" y="80407"/>
                </a:cubicBezTo>
                <a:cubicBezTo>
                  <a:pt x="840790" y="87359"/>
                  <a:pt x="839121" y="94395"/>
                  <a:pt x="835783" y="101516"/>
                </a:cubicBezTo>
                <a:cubicBezTo>
                  <a:pt x="832446" y="108636"/>
                  <a:pt x="827849" y="114004"/>
                  <a:pt x="821994" y="117621"/>
                </a:cubicBezTo>
                <a:cubicBezTo>
                  <a:pt x="816138" y="121238"/>
                  <a:pt x="809618" y="123047"/>
                  <a:pt x="802434" y="123047"/>
                </a:cubicBezTo>
                <a:cubicBezTo>
                  <a:pt x="790723" y="123047"/>
                  <a:pt x="781417" y="118384"/>
                  <a:pt x="774515" y="109058"/>
                </a:cubicBezTo>
                <a:cubicBezTo>
                  <a:pt x="768688" y="101203"/>
                  <a:pt x="765774" y="92388"/>
                  <a:pt x="765774" y="82611"/>
                </a:cubicBezTo>
                <a:cubicBezTo>
                  <a:pt x="765774" y="75490"/>
                  <a:pt x="767542" y="68411"/>
                  <a:pt x="771078" y="61375"/>
                </a:cubicBezTo>
                <a:cubicBezTo>
                  <a:pt x="774614" y="54339"/>
                  <a:pt x="779267" y="49139"/>
                  <a:pt x="785037" y="45777"/>
                </a:cubicBezTo>
                <a:cubicBezTo>
                  <a:pt x="790808" y="42414"/>
                  <a:pt x="796918" y="40733"/>
                  <a:pt x="803367" y="40733"/>
                </a:cubicBezTo>
                <a:moveTo>
                  <a:pt x="800736" y="46333"/>
                </a:moveTo>
                <a:cubicBezTo>
                  <a:pt x="797738" y="46333"/>
                  <a:pt x="794725" y="47224"/>
                  <a:pt x="791699" y="49004"/>
                </a:cubicBezTo>
                <a:cubicBezTo>
                  <a:pt x="788672" y="50784"/>
                  <a:pt x="786225" y="53906"/>
                  <a:pt x="784358" y="58370"/>
                </a:cubicBezTo>
                <a:cubicBezTo>
                  <a:pt x="782492" y="62834"/>
                  <a:pt x="781558" y="68569"/>
                  <a:pt x="781558" y="75576"/>
                </a:cubicBezTo>
                <a:cubicBezTo>
                  <a:pt x="781558" y="86876"/>
                  <a:pt x="783807" y="96624"/>
                  <a:pt x="788304" y="104818"/>
                </a:cubicBezTo>
                <a:cubicBezTo>
                  <a:pt x="792802" y="113010"/>
                  <a:pt x="798728" y="117107"/>
                  <a:pt x="806083" y="117107"/>
                </a:cubicBezTo>
                <a:cubicBezTo>
                  <a:pt x="811570" y="117107"/>
                  <a:pt x="816096" y="114846"/>
                  <a:pt x="819660" y="110326"/>
                </a:cubicBezTo>
                <a:cubicBezTo>
                  <a:pt x="823224" y="105805"/>
                  <a:pt x="825006" y="98036"/>
                  <a:pt x="825006" y="87018"/>
                </a:cubicBezTo>
                <a:cubicBezTo>
                  <a:pt x="825006" y="73230"/>
                  <a:pt x="822036" y="62381"/>
                  <a:pt x="816096" y="54469"/>
                </a:cubicBezTo>
                <a:cubicBezTo>
                  <a:pt x="812079" y="49045"/>
                  <a:pt x="806959" y="46333"/>
                  <a:pt x="800736" y="46333"/>
                </a:cubicBezTo>
                <a:close/>
                <a:moveTo>
                  <a:pt x="874989" y="40733"/>
                </a:moveTo>
                <a:lnTo>
                  <a:pt x="874989" y="58214"/>
                </a:lnTo>
                <a:cubicBezTo>
                  <a:pt x="881495" y="46560"/>
                  <a:pt x="888170" y="40733"/>
                  <a:pt x="895016" y="40733"/>
                </a:cubicBezTo>
                <a:cubicBezTo>
                  <a:pt x="898127" y="40733"/>
                  <a:pt x="900701" y="41680"/>
                  <a:pt x="902738" y="43576"/>
                </a:cubicBezTo>
                <a:cubicBezTo>
                  <a:pt x="904774" y="45471"/>
                  <a:pt x="905793" y="47663"/>
                  <a:pt x="905793" y="50152"/>
                </a:cubicBezTo>
                <a:cubicBezTo>
                  <a:pt x="905793" y="52359"/>
                  <a:pt x="905057" y="54225"/>
                  <a:pt x="903586" y="55753"/>
                </a:cubicBezTo>
                <a:cubicBezTo>
                  <a:pt x="902115" y="57280"/>
                  <a:pt x="900362" y="58044"/>
                  <a:pt x="898325" y="58044"/>
                </a:cubicBezTo>
                <a:cubicBezTo>
                  <a:pt x="896345" y="58044"/>
                  <a:pt x="894124" y="57068"/>
                  <a:pt x="891664" y="55116"/>
                </a:cubicBezTo>
                <a:cubicBezTo>
                  <a:pt x="889203" y="53165"/>
                  <a:pt x="887378" y="52189"/>
                  <a:pt x="886190" y="52189"/>
                </a:cubicBezTo>
                <a:cubicBezTo>
                  <a:pt x="885172" y="52189"/>
                  <a:pt x="884069" y="52753"/>
                  <a:pt x="882881" y="53881"/>
                </a:cubicBezTo>
                <a:cubicBezTo>
                  <a:pt x="880335" y="56195"/>
                  <a:pt x="877704" y="60004"/>
                  <a:pt x="874989" y="65308"/>
                </a:cubicBezTo>
                <a:lnTo>
                  <a:pt x="874989" y="102466"/>
                </a:lnTo>
                <a:cubicBezTo>
                  <a:pt x="874989" y="106753"/>
                  <a:pt x="875526" y="109997"/>
                  <a:pt x="876601" y="112198"/>
                </a:cubicBezTo>
                <a:cubicBezTo>
                  <a:pt x="877336" y="113722"/>
                  <a:pt x="878638" y="114992"/>
                  <a:pt x="880504" y="116009"/>
                </a:cubicBezTo>
                <a:cubicBezTo>
                  <a:pt x="882371" y="117023"/>
                  <a:pt x="885059" y="117531"/>
                  <a:pt x="888566" y="117531"/>
                </a:cubicBezTo>
                <a:lnTo>
                  <a:pt x="888566" y="120671"/>
                </a:lnTo>
                <a:lnTo>
                  <a:pt x="848767" y="120671"/>
                </a:lnTo>
                <a:lnTo>
                  <a:pt x="848767" y="117531"/>
                </a:lnTo>
                <a:cubicBezTo>
                  <a:pt x="852727" y="117531"/>
                  <a:pt x="855669" y="116910"/>
                  <a:pt x="857592" y="115669"/>
                </a:cubicBezTo>
                <a:cubicBezTo>
                  <a:pt x="859007" y="114766"/>
                  <a:pt x="859997" y="113326"/>
                  <a:pt x="860562" y="111349"/>
                </a:cubicBezTo>
                <a:cubicBezTo>
                  <a:pt x="860845" y="110389"/>
                  <a:pt x="860987" y="107652"/>
                  <a:pt x="860987" y="103136"/>
                </a:cubicBezTo>
                <a:lnTo>
                  <a:pt x="860987" y="73078"/>
                </a:lnTo>
                <a:cubicBezTo>
                  <a:pt x="860987" y="64045"/>
                  <a:pt x="860803" y="58669"/>
                  <a:pt x="860435" y="56949"/>
                </a:cubicBezTo>
                <a:cubicBezTo>
                  <a:pt x="860067" y="55227"/>
                  <a:pt x="859389" y="53971"/>
                  <a:pt x="858398" y="53181"/>
                </a:cubicBezTo>
                <a:cubicBezTo>
                  <a:pt x="857408" y="52390"/>
                  <a:pt x="856178" y="51995"/>
                  <a:pt x="854707" y="51995"/>
                </a:cubicBezTo>
                <a:cubicBezTo>
                  <a:pt x="852953" y="51995"/>
                  <a:pt x="850973" y="52419"/>
                  <a:pt x="848767" y="53265"/>
                </a:cubicBezTo>
                <a:lnTo>
                  <a:pt x="847918" y="50216"/>
                </a:lnTo>
                <a:lnTo>
                  <a:pt x="871424" y="40733"/>
                </a:lnTo>
                <a:lnTo>
                  <a:pt x="874989" y="407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Text resolveerrorsinoutputs,">
            <a:extLst xmlns:a="http://schemas.openxmlformats.org/drawingml/2006/main">
              <a:ext uri="{FF2B5EF4-FFF2-40B4-BE49-F238E27FC236}">
                <a16:creationId xmlns:a16="http://schemas.microsoft.com/office/drawing/2014/main" id="{65880732-1545-4799-8DE0-E905B9D7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784" y="9213875"/>
            <a:ext cx="1718095" cy="157839"/>
          </a:xfrm>
          <a:custGeom xmlns:a="http://schemas.openxmlformats.org/drawingml/2006/main">
            <a:pathLst>
              <a:path w="1718095" h="157839">
                <a:moveTo>
                  <a:pt x="27070" y="40733"/>
                </a:moveTo>
                <a:lnTo>
                  <a:pt x="27070" y="58214"/>
                </a:lnTo>
                <a:cubicBezTo>
                  <a:pt x="33576" y="46560"/>
                  <a:pt x="40252" y="40733"/>
                  <a:pt x="47097" y="40733"/>
                </a:cubicBezTo>
                <a:cubicBezTo>
                  <a:pt x="50209" y="40733"/>
                  <a:pt x="52783" y="41680"/>
                  <a:pt x="54819" y="43576"/>
                </a:cubicBezTo>
                <a:cubicBezTo>
                  <a:pt x="56856" y="45471"/>
                  <a:pt x="57874" y="47663"/>
                  <a:pt x="57874" y="50152"/>
                </a:cubicBezTo>
                <a:cubicBezTo>
                  <a:pt x="57874" y="52359"/>
                  <a:pt x="57139" y="54225"/>
                  <a:pt x="55668" y="55753"/>
                </a:cubicBezTo>
                <a:cubicBezTo>
                  <a:pt x="54197" y="57280"/>
                  <a:pt x="52443" y="58044"/>
                  <a:pt x="50407" y="58044"/>
                </a:cubicBezTo>
                <a:cubicBezTo>
                  <a:pt x="48427" y="58044"/>
                  <a:pt x="46206" y="57068"/>
                  <a:pt x="43745" y="55116"/>
                </a:cubicBezTo>
                <a:cubicBezTo>
                  <a:pt x="41284" y="53165"/>
                  <a:pt x="39460" y="52189"/>
                  <a:pt x="38272" y="52189"/>
                </a:cubicBezTo>
                <a:cubicBezTo>
                  <a:pt x="37253" y="52189"/>
                  <a:pt x="36150" y="52753"/>
                  <a:pt x="34962" y="53881"/>
                </a:cubicBezTo>
                <a:cubicBezTo>
                  <a:pt x="32416" y="56195"/>
                  <a:pt x="29786" y="60004"/>
                  <a:pt x="27070" y="65308"/>
                </a:cubicBezTo>
                <a:lnTo>
                  <a:pt x="27070" y="102466"/>
                </a:lnTo>
                <a:cubicBezTo>
                  <a:pt x="27070" y="106753"/>
                  <a:pt x="27608" y="109997"/>
                  <a:pt x="28683" y="112198"/>
                </a:cubicBezTo>
                <a:cubicBezTo>
                  <a:pt x="29418" y="113722"/>
                  <a:pt x="30719" y="114992"/>
                  <a:pt x="32586" y="116009"/>
                </a:cubicBezTo>
                <a:cubicBezTo>
                  <a:pt x="34453" y="117023"/>
                  <a:pt x="37140" y="117531"/>
                  <a:pt x="40648" y="117531"/>
                </a:cubicBezTo>
                <a:lnTo>
                  <a:pt x="40648" y="120671"/>
                </a:lnTo>
                <a:lnTo>
                  <a:pt x="849" y="120671"/>
                </a:lnTo>
                <a:lnTo>
                  <a:pt x="849" y="117531"/>
                </a:lnTo>
                <a:cubicBezTo>
                  <a:pt x="4809" y="117531"/>
                  <a:pt x="7751" y="116910"/>
                  <a:pt x="9674" y="115669"/>
                </a:cubicBezTo>
                <a:cubicBezTo>
                  <a:pt x="11088" y="114766"/>
                  <a:pt x="12078" y="113326"/>
                  <a:pt x="12644" y="111349"/>
                </a:cubicBezTo>
                <a:cubicBezTo>
                  <a:pt x="12927" y="110389"/>
                  <a:pt x="13068" y="107652"/>
                  <a:pt x="13068" y="103136"/>
                </a:cubicBezTo>
                <a:lnTo>
                  <a:pt x="13068" y="73078"/>
                </a:lnTo>
                <a:cubicBezTo>
                  <a:pt x="13068" y="64045"/>
                  <a:pt x="12885" y="58669"/>
                  <a:pt x="12517" y="56949"/>
                </a:cubicBezTo>
                <a:cubicBezTo>
                  <a:pt x="12149" y="55227"/>
                  <a:pt x="11470" y="53971"/>
                  <a:pt x="10480" y="53181"/>
                </a:cubicBezTo>
                <a:cubicBezTo>
                  <a:pt x="9490" y="52390"/>
                  <a:pt x="8260" y="51995"/>
                  <a:pt x="6789" y="51995"/>
                </a:cubicBezTo>
                <a:cubicBezTo>
                  <a:pt x="5035" y="51995"/>
                  <a:pt x="3055" y="52419"/>
                  <a:pt x="849" y="53265"/>
                </a:cubicBezTo>
                <a:lnTo>
                  <a:pt x="0" y="50216"/>
                </a:lnTo>
                <a:lnTo>
                  <a:pt x="23506" y="40733"/>
                </a:lnTo>
                <a:lnTo>
                  <a:pt x="27070" y="40733"/>
                </a:lnTo>
                <a:close/>
                <a:moveTo>
                  <a:pt x="75269" y="72301"/>
                </a:moveTo>
                <a:cubicBezTo>
                  <a:pt x="75213" y="83815"/>
                  <a:pt x="78013" y="92846"/>
                  <a:pt x="83670" y="99395"/>
                </a:cubicBezTo>
                <a:cubicBezTo>
                  <a:pt x="89328" y="105941"/>
                  <a:pt x="95975" y="109215"/>
                  <a:pt x="103612" y="109215"/>
                </a:cubicBezTo>
                <a:cubicBezTo>
                  <a:pt x="108704" y="109215"/>
                  <a:pt x="113131" y="107814"/>
                  <a:pt x="116893" y="105014"/>
                </a:cubicBezTo>
                <a:cubicBezTo>
                  <a:pt x="120655" y="102214"/>
                  <a:pt x="123809" y="97419"/>
                  <a:pt x="126355" y="90630"/>
                </a:cubicBezTo>
                <a:lnTo>
                  <a:pt x="128985" y="92327"/>
                </a:lnTo>
                <a:cubicBezTo>
                  <a:pt x="127797" y="100078"/>
                  <a:pt x="124346" y="107136"/>
                  <a:pt x="118633" y="113500"/>
                </a:cubicBezTo>
                <a:cubicBezTo>
                  <a:pt x="112919" y="119864"/>
                  <a:pt x="105762" y="123047"/>
                  <a:pt x="97163" y="123047"/>
                </a:cubicBezTo>
                <a:cubicBezTo>
                  <a:pt x="87828" y="123047"/>
                  <a:pt x="79837" y="119420"/>
                  <a:pt x="73190" y="112166"/>
                </a:cubicBezTo>
                <a:cubicBezTo>
                  <a:pt x="66543" y="104911"/>
                  <a:pt x="63219" y="95157"/>
                  <a:pt x="63219" y="82905"/>
                </a:cubicBezTo>
                <a:cubicBezTo>
                  <a:pt x="63219" y="69639"/>
                  <a:pt x="66628" y="59294"/>
                  <a:pt x="73445" y="51871"/>
                </a:cubicBezTo>
                <a:cubicBezTo>
                  <a:pt x="80262" y="44445"/>
                  <a:pt x="88818" y="40733"/>
                  <a:pt x="99115" y="40733"/>
                </a:cubicBezTo>
                <a:cubicBezTo>
                  <a:pt x="107827" y="40733"/>
                  <a:pt x="114984" y="43597"/>
                  <a:pt x="120584" y="49325"/>
                </a:cubicBezTo>
                <a:cubicBezTo>
                  <a:pt x="126185" y="55051"/>
                  <a:pt x="128985" y="62710"/>
                  <a:pt x="128985" y="72301"/>
                </a:cubicBezTo>
                <a:lnTo>
                  <a:pt x="75269" y="72301"/>
                </a:lnTo>
                <a:moveTo>
                  <a:pt x="75269" y="67379"/>
                </a:moveTo>
                <a:lnTo>
                  <a:pt x="111250" y="67379"/>
                </a:lnTo>
                <a:cubicBezTo>
                  <a:pt x="110967" y="62400"/>
                  <a:pt x="110373" y="58893"/>
                  <a:pt x="109468" y="56856"/>
                </a:cubicBezTo>
                <a:cubicBezTo>
                  <a:pt x="108053" y="53688"/>
                  <a:pt x="105946" y="51199"/>
                  <a:pt x="103146" y="49388"/>
                </a:cubicBezTo>
                <a:cubicBezTo>
                  <a:pt x="100345" y="47578"/>
                  <a:pt x="97418" y="46673"/>
                  <a:pt x="94363" y="46673"/>
                </a:cubicBezTo>
                <a:cubicBezTo>
                  <a:pt x="89667" y="46673"/>
                  <a:pt x="85467" y="48497"/>
                  <a:pt x="81761" y="52146"/>
                </a:cubicBezTo>
                <a:cubicBezTo>
                  <a:pt x="78055" y="55795"/>
                  <a:pt x="75892" y="60873"/>
                  <a:pt x="75269" y="67379"/>
                </a:cubicBezTo>
                <a:close/>
                <a:moveTo>
                  <a:pt x="189602" y="40733"/>
                </a:moveTo>
                <a:lnTo>
                  <a:pt x="189602" y="67039"/>
                </a:lnTo>
                <a:lnTo>
                  <a:pt x="186802" y="67039"/>
                </a:lnTo>
                <a:cubicBezTo>
                  <a:pt x="184652" y="58788"/>
                  <a:pt x="181894" y="53176"/>
                  <a:pt x="178528" y="50203"/>
                </a:cubicBezTo>
                <a:cubicBezTo>
                  <a:pt x="175162" y="47227"/>
                  <a:pt x="170876" y="45739"/>
                  <a:pt x="165672" y="45739"/>
                </a:cubicBezTo>
                <a:cubicBezTo>
                  <a:pt x="161711" y="45739"/>
                  <a:pt x="158515" y="46785"/>
                  <a:pt x="156082" y="48877"/>
                </a:cubicBezTo>
                <a:cubicBezTo>
                  <a:pt x="153650" y="50966"/>
                  <a:pt x="152433" y="53283"/>
                  <a:pt x="152433" y="55827"/>
                </a:cubicBezTo>
                <a:cubicBezTo>
                  <a:pt x="152433" y="58992"/>
                  <a:pt x="153339" y="61704"/>
                  <a:pt x="155149" y="63963"/>
                </a:cubicBezTo>
                <a:cubicBezTo>
                  <a:pt x="156903" y="66281"/>
                  <a:pt x="160467" y="68739"/>
                  <a:pt x="165841" y="71338"/>
                </a:cubicBezTo>
                <a:lnTo>
                  <a:pt x="178231" y="77358"/>
                </a:lnTo>
                <a:cubicBezTo>
                  <a:pt x="189715" y="82951"/>
                  <a:pt x="195457" y="90326"/>
                  <a:pt x="195457" y="99482"/>
                </a:cubicBezTo>
                <a:cubicBezTo>
                  <a:pt x="195457" y="106545"/>
                  <a:pt x="192784" y="112239"/>
                  <a:pt x="187438" y="116563"/>
                </a:cubicBezTo>
                <a:cubicBezTo>
                  <a:pt x="182092" y="120885"/>
                  <a:pt x="176109" y="123047"/>
                  <a:pt x="169490" y="123047"/>
                </a:cubicBezTo>
                <a:cubicBezTo>
                  <a:pt x="164738" y="123047"/>
                  <a:pt x="159307" y="122198"/>
                  <a:pt x="153197" y="120501"/>
                </a:cubicBezTo>
                <a:cubicBezTo>
                  <a:pt x="151330" y="119935"/>
                  <a:pt x="149803" y="119652"/>
                  <a:pt x="148615" y="119652"/>
                </a:cubicBezTo>
                <a:cubicBezTo>
                  <a:pt x="147314" y="119652"/>
                  <a:pt x="146295" y="120388"/>
                  <a:pt x="145560" y="121859"/>
                </a:cubicBezTo>
                <a:lnTo>
                  <a:pt x="142759" y="121859"/>
                </a:lnTo>
                <a:lnTo>
                  <a:pt x="142759" y="94025"/>
                </a:lnTo>
                <a:lnTo>
                  <a:pt x="145560" y="94025"/>
                </a:lnTo>
                <a:cubicBezTo>
                  <a:pt x="147144" y="101973"/>
                  <a:pt x="150170" y="107963"/>
                  <a:pt x="154640" y="111994"/>
                </a:cubicBezTo>
                <a:cubicBezTo>
                  <a:pt x="159109" y="116025"/>
                  <a:pt x="164116" y="118040"/>
                  <a:pt x="169660" y="118040"/>
                </a:cubicBezTo>
                <a:cubicBezTo>
                  <a:pt x="173563" y="118040"/>
                  <a:pt x="176746" y="116896"/>
                  <a:pt x="179207" y="114608"/>
                </a:cubicBezTo>
                <a:cubicBezTo>
                  <a:pt x="181668" y="112319"/>
                  <a:pt x="182898" y="109564"/>
                  <a:pt x="182898" y="106343"/>
                </a:cubicBezTo>
                <a:cubicBezTo>
                  <a:pt x="182898" y="102443"/>
                  <a:pt x="181526" y="99165"/>
                  <a:pt x="178782" y="96509"/>
                </a:cubicBezTo>
                <a:cubicBezTo>
                  <a:pt x="176039" y="93854"/>
                  <a:pt x="170565" y="90492"/>
                  <a:pt x="162362" y="86424"/>
                </a:cubicBezTo>
                <a:cubicBezTo>
                  <a:pt x="154159" y="82355"/>
                  <a:pt x="148784" y="78681"/>
                  <a:pt x="146239" y="75403"/>
                </a:cubicBezTo>
                <a:cubicBezTo>
                  <a:pt x="143693" y="72182"/>
                  <a:pt x="142420" y="68113"/>
                  <a:pt x="142420" y="63197"/>
                </a:cubicBezTo>
                <a:cubicBezTo>
                  <a:pt x="142420" y="56811"/>
                  <a:pt x="144612" y="51471"/>
                  <a:pt x="148997" y="47177"/>
                </a:cubicBezTo>
                <a:cubicBezTo>
                  <a:pt x="153381" y="42881"/>
                  <a:pt x="159052" y="40733"/>
                  <a:pt x="166011" y="40733"/>
                </a:cubicBezTo>
                <a:cubicBezTo>
                  <a:pt x="169066" y="40733"/>
                  <a:pt x="172771" y="41383"/>
                  <a:pt x="177128" y="42684"/>
                </a:cubicBezTo>
                <a:cubicBezTo>
                  <a:pt x="180013" y="43533"/>
                  <a:pt x="181936" y="43957"/>
                  <a:pt x="182898" y="43957"/>
                </a:cubicBezTo>
                <a:cubicBezTo>
                  <a:pt x="183803" y="43957"/>
                  <a:pt x="184510" y="43759"/>
                  <a:pt x="185020" y="43363"/>
                </a:cubicBezTo>
                <a:cubicBezTo>
                  <a:pt x="185529" y="42967"/>
                  <a:pt x="186123" y="42090"/>
                  <a:pt x="186802" y="40733"/>
                </a:cubicBezTo>
                <a:lnTo>
                  <a:pt x="189602" y="40733"/>
                </a:lnTo>
                <a:close/>
                <a:moveTo>
                  <a:pt x="244988" y="40733"/>
                </a:moveTo>
                <a:cubicBezTo>
                  <a:pt x="256755" y="40733"/>
                  <a:pt x="266203" y="45198"/>
                  <a:pt x="273331" y="54127"/>
                </a:cubicBezTo>
                <a:cubicBezTo>
                  <a:pt x="279384" y="61756"/>
                  <a:pt x="282411" y="70516"/>
                  <a:pt x="282411" y="80407"/>
                </a:cubicBezTo>
                <a:cubicBezTo>
                  <a:pt x="282411" y="87359"/>
                  <a:pt x="280742" y="94395"/>
                  <a:pt x="277404" y="101516"/>
                </a:cubicBezTo>
                <a:cubicBezTo>
                  <a:pt x="274066" y="108636"/>
                  <a:pt x="269470" y="114004"/>
                  <a:pt x="263615" y="117621"/>
                </a:cubicBezTo>
                <a:cubicBezTo>
                  <a:pt x="257759" y="121238"/>
                  <a:pt x="251239" y="123047"/>
                  <a:pt x="244054" y="123047"/>
                </a:cubicBezTo>
                <a:cubicBezTo>
                  <a:pt x="232344" y="123047"/>
                  <a:pt x="223037" y="118384"/>
                  <a:pt x="216135" y="109058"/>
                </a:cubicBezTo>
                <a:cubicBezTo>
                  <a:pt x="210308" y="101203"/>
                  <a:pt x="207395" y="92388"/>
                  <a:pt x="207395" y="82611"/>
                </a:cubicBezTo>
                <a:cubicBezTo>
                  <a:pt x="207395" y="75490"/>
                  <a:pt x="209163" y="68411"/>
                  <a:pt x="212699" y="61375"/>
                </a:cubicBezTo>
                <a:cubicBezTo>
                  <a:pt x="216234" y="54339"/>
                  <a:pt x="220888" y="49139"/>
                  <a:pt x="226658" y="45777"/>
                </a:cubicBezTo>
                <a:cubicBezTo>
                  <a:pt x="232429" y="42414"/>
                  <a:pt x="238538" y="40733"/>
                  <a:pt x="244988" y="40733"/>
                </a:cubicBezTo>
                <a:moveTo>
                  <a:pt x="242357" y="46333"/>
                </a:moveTo>
                <a:cubicBezTo>
                  <a:pt x="239359" y="46333"/>
                  <a:pt x="236346" y="47224"/>
                  <a:pt x="233320" y="49004"/>
                </a:cubicBezTo>
                <a:cubicBezTo>
                  <a:pt x="230293" y="50784"/>
                  <a:pt x="227846" y="53906"/>
                  <a:pt x="225979" y="58370"/>
                </a:cubicBezTo>
                <a:cubicBezTo>
                  <a:pt x="224112" y="62834"/>
                  <a:pt x="223179" y="68569"/>
                  <a:pt x="223179" y="75576"/>
                </a:cubicBezTo>
                <a:cubicBezTo>
                  <a:pt x="223179" y="86876"/>
                  <a:pt x="225428" y="96624"/>
                  <a:pt x="229925" y="104818"/>
                </a:cubicBezTo>
                <a:cubicBezTo>
                  <a:pt x="234423" y="113010"/>
                  <a:pt x="240349" y="117107"/>
                  <a:pt x="247703" y="117107"/>
                </a:cubicBezTo>
                <a:cubicBezTo>
                  <a:pt x="253191" y="117107"/>
                  <a:pt x="257717" y="114846"/>
                  <a:pt x="261281" y="110326"/>
                </a:cubicBezTo>
                <a:cubicBezTo>
                  <a:pt x="264845" y="105805"/>
                  <a:pt x="266627" y="98036"/>
                  <a:pt x="266627" y="87018"/>
                </a:cubicBezTo>
                <a:cubicBezTo>
                  <a:pt x="266627" y="73230"/>
                  <a:pt x="263657" y="62381"/>
                  <a:pt x="257717" y="54469"/>
                </a:cubicBezTo>
                <a:cubicBezTo>
                  <a:pt x="253700" y="49045"/>
                  <a:pt x="248580" y="46333"/>
                  <a:pt x="242357" y="46333"/>
                </a:cubicBezTo>
                <a:close/>
                <a:moveTo>
                  <a:pt x="320598" y="0"/>
                </a:moveTo>
                <a:lnTo>
                  <a:pt x="320598" y="103030"/>
                </a:lnTo>
                <a:cubicBezTo>
                  <a:pt x="320598" y="107892"/>
                  <a:pt x="320951" y="111115"/>
                  <a:pt x="321658" y="112699"/>
                </a:cubicBezTo>
                <a:cubicBezTo>
                  <a:pt x="322366" y="114281"/>
                  <a:pt x="323455" y="115483"/>
                  <a:pt x="324926" y="116303"/>
                </a:cubicBezTo>
                <a:cubicBezTo>
                  <a:pt x="326396" y="117122"/>
                  <a:pt x="329140" y="117531"/>
                  <a:pt x="333157" y="117531"/>
                </a:cubicBezTo>
                <a:lnTo>
                  <a:pt x="333157" y="120671"/>
                </a:lnTo>
                <a:lnTo>
                  <a:pt x="295055" y="120671"/>
                </a:lnTo>
                <a:lnTo>
                  <a:pt x="295055" y="117531"/>
                </a:lnTo>
                <a:cubicBezTo>
                  <a:pt x="298619" y="117531"/>
                  <a:pt x="301052" y="117164"/>
                  <a:pt x="302353" y="116430"/>
                </a:cubicBezTo>
                <a:cubicBezTo>
                  <a:pt x="303654" y="115695"/>
                  <a:pt x="304672" y="114479"/>
                  <a:pt x="305408" y="112784"/>
                </a:cubicBezTo>
                <a:cubicBezTo>
                  <a:pt x="306143" y="111087"/>
                  <a:pt x="306511" y="107836"/>
                  <a:pt x="306511" y="103030"/>
                </a:cubicBezTo>
                <a:lnTo>
                  <a:pt x="306511" y="32477"/>
                </a:lnTo>
                <a:cubicBezTo>
                  <a:pt x="306511" y="23716"/>
                  <a:pt x="306313" y="18331"/>
                  <a:pt x="305917" y="16325"/>
                </a:cubicBezTo>
                <a:cubicBezTo>
                  <a:pt x="305521" y="14317"/>
                  <a:pt x="304885" y="12946"/>
                  <a:pt x="304008" y="12212"/>
                </a:cubicBezTo>
                <a:cubicBezTo>
                  <a:pt x="303131" y="11476"/>
                  <a:pt x="302013" y="11109"/>
                  <a:pt x="300656" y="11109"/>
                </a:cubicBezTo>
                <a:cubicBezTo>
                  <a:pt x="299185" y="11109"/>
                  <a:pt x="297318" y="11561"/>
                  <a:pt x="295055" y="12466"/>
                </a:cubicBezTo>
                <a:lnTo>
                  <a:pt x="293612" y="9496"/>
                </a:lnTo>
                <a:lnTo>
                  <a:pt x="316779" y="0"/>
                </a:lnTo>
                <a:lnTo>
                  <a:pt x="320598" y="0"/>
                </a:lnTo>
                <a:close/>
                <a:moveTo>
                  <a:pt x="338193" y="42939"/>
                </a:moveTo>
                <a:lnTo>
                  <a:pt x="374767" y="42939"/>
                </a:lnTo>
                <a:lnTo>
                  <a:pt x="374767" y="46079"/>
                </a:lnTo>
                <a:lnTo>
                  <a:pt x="372391" y="46079"/>
                </a:lnTo>
                <a:cubicBezTo>
                  <a:pt x="370185" y="46079"/>
                  <a:pt x="368502" y="46616"/>
                  <a:pt x="367342" y="47691"/>
                </a:cubicBezTo>
                <a:cubicBezTo>
                  <a:pt x="366182" y="48766"/>
                  <a:pt x="365603" y="50209"/>
                  <a:pt x="365603" y="52019"/>
                </a:cubicBezTo>
                <a:cubicBezTo>
                  <a:pt x="365603" y="53999"/>
                  <a:pt x="366197" y="56347"/>
                  <a:pt x="367385" y="59062"/>
                </a:cubicBezTo>
                <a:lnTo>
                  <a:pt x="385460" y="102001"/>
                </a:lnTo>
                <a:lnTo>
                  <a:pt x="403620" y="57450"/>
                </a:lnTo>
                <a:cubicBezTo>
                  <a:pt x="404921" y="54282"/>
                  <a:pt x="405571" y="51878"/>
                  <a:pt x="405571" y="50237"/>
                </a:cubicBezTo>
                <a:cubicBezTo>
                  <a:pt x="405571" y="49445"/>
                  <a:pt x="405345" y="48794"/>
                  <a:pt x="404893" y="48285"/>
                </a:cubicBezTo>
                <a:cubicBezTo>
                  <a:pt x="404270" y="47437"/>
                  <a:pt x="403478" y="46857"/>
                  <a:pt x="402517" y="46546"/>
                </a:cubicBezTo>
                <a:cubicBezTo>
                  <a:pt x="401555" y="46234"/>
                  <a:pt x="399603" y="46079"/>
                  <a:pt x="396661" y="46079"/>
                </a:cubicBezTo>
                <a:lnTo>
                  <a:pt x="396661" y="42939"/>
                </a:lnTo>
                <a:lnTo>
                  <a:pt x="422034" y="42939"/>
                </a:lnTo>
                <a:lnTo>
                  <a:pt x="422034" y="46079"/>
                </a:lnTo>
                <a:cubicBezTo>
                  <a:pt x="419092" y="46305"/>
                  <a:pt x="417056" y="46899"/>
                  <a:pt x="415924" y="47861"/>
                </a:cubicBezTo>
                <a:cubicBezTo>
                  <a:pt x="413944" y="49558"/>
                  <a:pt x="412162" y="52387"/>
                  <a:pt x="410578" y="56347"/>
                </a:cubicBezTo>
                <a:lnTo>
                  <a:pt x="382999" y="123047"/>
                </a:lnTo>
                <a:lnTo>
                  <a:pt x="379520" y="123047"/>
                </a:lnTo>
                <a:lnTo>
                  <a:pt x="351770" y="57450"/>
                </a:lnTo>
                <a:cubicBezTo>
                  <a:pt x="350526" y="54395"/>
                  <a:pt x="349338" y="52203"/>
                  <a:pt x="348206" y="50873"/>
                </a:cubicBezTo>
                <a:cubicBezTo>
                  <a:pt x="347075" y="49544"/>
                  <a:pt x="345632" y="48427"/>
                  <a:pt x="343878" y="47521"/>
                </a:cubicBezTo>
                <a:cubicBezTo>
                  <a:pt x="342917" y="47012"/>
                  <a:pt x="341021" y="46531"/>
                  <a:pt x="338193" y="46079"/>
                </a:cubicBezTo>
                <a:lnTo>
                  <a:pt x="338193" y="42939"/>
                </a:lnTo>
                <a:close/>
                <a:moveTo>
                  <a:pt x="442146" y="72301"/>
                </a:moveTo>
                <a:cubicBezTo>
                  <a:pt x="442090" y="83815"/>
                  <a:pt x="444890" y="92846"/>
                  <a:pt x="450547" y="99395"/>
                </a:cubicBezTo>
                <a:cubicBezTo>
                  <a:pt x="456205" y="105941"/>
                  <a:pt x="462852" y="109215"/>
                  <a:pt x="470489" y="109215"/>
                </a:cubicBezTo>
                <a:cubicBezTo>
                  <a:pt x="475581" y="109215"/>
                  <a:pt x="480008" y="107814"/>
                  <a:pt x="483770" y="105014"/>
                </a:cubicBezTo>
                <a:cubicBezTo>
                  <a:pt x="487532" y="102214"/>
                  <a:pt x="490686" y="97419"/>
                  <a:pt x="493232" y="90630"/>
                </a:cubicBezTo>
                <a:lnTo>
                  <a:pt x="495862" y="92327"/>
                </a:lnTo>
                <a:cubicBezTo>
                  <a:pt x="494674" y="100078"/>
                  <a:pt x="491223" y="107136"/>
                  <a:pt x="485510" y="113500"/>
                </a:cubicBezTo>
                <a:cubicBezTo>
                  <a:pt x="479796" y="119864"/>
                  <a:pt x="472639" y="123047"/>
                  <a:pt x="464040" y="123047"/>
                </a:cubicBezTo>
                <a:cubicBezTo>
                  <a:pt x="454705" y="123047"/>
                  <a:pt x="446714" y="119420"/>
                  <a:pt x="440067" y="112166"/>
                </a:cubicBezTo>
                <a:cubicBezTo>
                  <a:pt x="433420" y="104911"/>
                  <a:pt x="430096" y="95157"/>
                  <a:pt x="430096" y="82905"/>
                </a:cubicBezTo>
                <a:cubicBezTo>
                  <a:pt x="430096" y="69639"/>
                  <a:pt x="433505" y="59294"/>
                  <a:pt x="440322" y="51871"/>
                </a:cubicBezTo>
                <a:cubicBezTo>
                  <a:pt x="447139" y="44445"/>
                  <a:pt x="455695" y="40733"/>
                  <a:pt x="465992" y="40733"/>
                </a:cubicBezTo>
                <a:cubicBezTo>
                  <a:pt x="474704" y="40733"/>
                  <a:pt x="481861" y="43597"/>
                  <a:pt x="487461" y="49325"/>
                </a:cubicBezTo>
                <a:cubicBezTo>
                  <a:pt x="493062" y="55051"/>
                  <a:pt x="495862" y="62710"/>
                  <a:pt x="495862" y="72301"/>
                </a:cubicBezTo>
                <a:lnTo>
                  <a:pt x="442146" y="72301"/>
                </a:lnTo>
                <a:moveTo>
                  <a:pt x="442146" y="67379"/>
                </a:moveTo>
                <a:lnTo>
                  <a:pt x="478127" y="67379"/>
                </a:lnTo>
                <a:cubicBezTo>
                  <a:pt x="477844" y="62400"/>
                  <a:pt x="477250" y="58893"/>
                  <a:pt x="476345" y="56856"/>
                </a:cubicBezTo>
                <a:cubicBezTo>
                  <a:pt x="474930" y="53688"/>
                  <a:pt x="472823" y="51199"/>
                  <a:pt x="470023" y="49388"/>
                </a:cubicBezTo>
                <a:cubicBezTo>
                  <a:pt x="467222" y="47578"/>
                  <a:pt x="464295" y="46673"/>
                  <a:pt x="461240" y="46673"/>
                </a:cubicBezTo>
                <a:cubicBezTo>
                  <a:pt x="456544" y="46673"/>
                  <a:pt x="452344" y="48497"/>
                  <a:pt x="448638" y="52146"/>
                </a:cubicBezTo>
                <a:cubicBezTo>
                  <a:pt x="444932" y="55795"/>
                  <a:pt x="442769" y="60873"/>
                  <a:pt x="442146" y="67379"/>
                </a:cubicBezTo>
                <a:close/>
                <a:moveTo>
                  <a:pt x="562759" y="72301"/>
                </a:moveTo>
                <a:cubicBezTo>
                  <a:pt x="562702" y="83815"/>
                  <a:pt x="565502" y="92846"/>
                  <a:pt x="571160" y="99395"/>
                </a:cubicBezTo>
                <a:cubicBezTo>
                  <a:pt x="576817" y="105941"/>
                  <a:pt x="583464" y="109215"/>
                  <a:pt x="591102" y="109215"/>
                </a:cubicBezTo>
                <a:cubicBezTo>
                  <a:pt x="596193" y="109215"/>
                  <a:pt x="600620" y="107814"/>
                  <a:pt x="604382" y="105014"/>
                </a:cubicBezTo>
                <a:cubicBezTo>
                  <a:pt x="608145" y="102214"/>
                  <a:pt x="611298" y="97419"/>
                  <a:pt x="613844" y="90630"/>
                </a:cubicBezTo>
                <a:lnTo>
                  <a:pt x="616475" y="92327"/>
                </a:lnTo>
                <a:cubicBezTo>
                  <a:pt x="615287" y="100078"/>
                  <a:pt x="611836" y="107136"/>
                  <a:pt x="606122" y="113500"/>
                </a:cubicBezTo>
                <a:cubicBezTo>
                  <a:pt x="600408" y="119864"/>
                  <a:pt x="593252" y="123047"/>
                  <a:pt x="584652" y="123047"/>
                </a:cubicBezTo>
                <a:cubicBezTo>
                  <a:pt x="575318" y="123047"/>
                  <a:pt x="567327" y="119420"/>
                  <a:pt x="560680" y="112166"/>
                </a:cubicBezTo>
                <a:cubicBezTo>
                  <a:pt x="554032" y="104911"/>
                  <a:pt x="550709" y="95157"/>
                  <a:pt x="550709" y="82905"/>
                </a:cubicBezTo>
                <a:cubicBezTo>
                  <a:pt x="550709" y="69639"/>
                  <a:pt x="554117" y="59294"/>
                  <a:pt x="560934" y="51871"/>
                </a:cubicBezTo>
                <a:cubicBezTo>
                  <a:pt x="567751" y="44445"/>
                  <a:pt x="576308" y="40733"/>
                  <a:pt x="586604" y="40733"/>
                </a:cubicBezTo>
                <a:cubicBezTo>
                  <a:pt x="595317" y="40733"/>
                  <a:pt x="602473" y="43597"/>
                  <a:pt x="608074" y="49325"/>
                </a:cubicBezTo>
                <a:cubicBezTo>
                  <a:pt x="613675" y="55051"/>
                  <a:pt x="616475" y="62710"/>
                  <a:pt x="616475" y="72301"/>
                </a:cubicBezTo>
                <a:lnTo>
                  <a:pt x="562759" y="72301"/>
                </a:lnTo>
                <a:moveTo>
                  <a:pt x="562759" y="67379"/>
                </a:moveTo>
                <a:lnTo>
                  <a:pt x="598739" y="67379"/>
                </a:lnTo>
                <a:cubicBezTo>
                  <a:pt x="598456" y="62400"/>
                  <a:pt x="597862" y="58893"/>
                  <a:pt x="596957" y="56856"/>
                </a:cubicBezTo>
                <a:cubicBezTo>
                  <a:pt x="595543" y="53688"/>
                  <a:pt x="593435" y="51199"/>
                  <a:pt x="590635" y="49388"/>
                </a:cubicBezTo>
                <a:cubicBezTo>
                  <a:pt x="587835" y="47578"/>
                  <a:pt x="584907" y="46673"/>
                  <a:pt x="581852" y="46673"/>
                </a:cubicBezTo>
                <a:cubicBezTo>
                  <a:pt x="577157" y="46673"/>
                  <a:pt x="572956" y="48497"/>
                  <a:pt x="569250" y="52146"/>
                </a:cubicBezTo>
                <a:cubicBezTo>
                  <a:pt x="565545" y="55795"/>
                  <a:pt x="563381" y="60873"/>
                  <a:pt x="562759" y="67379"/>
                </a:cubicBezTo>
                <a:close/>
                <a:moveTo>
                  <a:pt x="649597" y="40733"/>
                </a:moveTo>
                <a:lnTo>
                  <a:pt x="649597" y="58214"/>
                </a:lnTo>
                <a:cubicBezTo>
                  <a:pt x="656103" y="46560"/>
                  <a:pt x="662778" y="40733"/>
                  <a:pt x="669624" y="40733"/>
                </a:cubicBezTo>
                <a:cubicBezTo>
                  <a:pt x="672735" y="40733"/>
                  <a:pt x="675309" y="41680"/>
                  <a:pt x="677346" y="43576"/>
                </a:cubicBezTo>
                <a:cubicBezTo>
                  <a:pt x="679382" y="45471"/>
                  <a:pt x="680401" y="47663"/>
                  <a:pt x="680401" y="50152"/>
                </a:cubicBezTo>
                <a:cubicBezTo>
                  <a:pt x="680401" y="52359"/>
                  <a:pt x="679665" y="54225"/>
                  <a:pt x="678194" y="55753"/>
                </a:cubicBezTo>
                <a:cubicBezTo>
                  <a:pt x="676724" y="57280"/>
                  <a:pt x="674970" y="58044"/>
                  <a:pt x="672933" y="58044"/>
                </a:cubicBezTo>
                <a:cubicBezTo>
                  <a:pt x="670953" y="58044"/>
                  <a:pt x="668733" y="57068"/>
                  <a:pt x="666272" y="55116"/>
                </a:cubicBezTo>
                <a:cubicBezTo>
                  <a:pt x="663811" y="53165"/>
                  <a:pt x="661986" y="52189"/>
                  <a:pt x="660798" y="52189"/>
                </a:cubicBezTo>
                <a:cubicBezTo>
                  <a:pt x="659780" y="52189"/>
                  <a:pt x="658677" y="52753"/>
                  <a:pt x="657489" y="53881"/>
                </a:cubicBezTo>
                <a:cubicBezTo>
                  <a:pt x="654943" y="56195"/>
                  <a:pt x="652312" y="60004"/>
                  <a:pt x="649597" y="65308"/>
                </a:cubicBezTo>
                <a:lnTo>
                  <a:pt x="649597" y="102466"/>
                </a:lnTo>
                <a:cubicBezTo>
                  <a:pt x="649597" y="106753"/>
                  <a:pt x="650134" y="109997"/>
                  <a:pt x="651209" y="112198"/>
                </a:cubicBezTo>
                <a:cubicBezTo>
                  <a:pt x="651944" y="113722"/>
                  <a:pt x="653246" y="114992"/>
                  <a:pt x="655113" y="116009"/>
                </a:cubicBezTo>
                <a:cubicBezTo>
                  <a:pt x="656979" y="117023"/>
                  <a:pt x="659667" y="117531"/>
                  <a:pt x="663174" y="117531"/>
                </a:cubicBezTo>
                <a:lnTo>
                  <a:pt x="663174" y="120671"/>
                </a:lnTo>
                <a:lnTo>
                  <a:pt x="623375" y="120671"/>
                </a:lnTo>
                <a:lnTo>
                  <a:pt x="623375" y="117531"/>
                </a:lnTo>
                <a:cubicBezTo>
                  <a:pt x="627335" y="117531"/>
                  <a:pt x="630277" y="116910"/>
                  <a:pt x="632200" y="115669"/>
                </a:cubicBezTo>
                <a:cubicBezTo>
                  <a:pt x="633615" y="114766"/>
                  <a:pt x="634605" y="113326"/>
                  <a:pt x="635170" y="111349"/>
                </a:cubicBezTo>
                <a:cubicBezTo>
                  <a:pt x="635453" y="110389"/>
                  <a:pt x="635595" y="107652"/>
                  <a:pt x="635595" y="103136"/>
                </a:cubicBezTo>
                <a:lnTo>
                  <a:pt x="635595" y="73078"/>
                </a:lnTo>
                <a:cubicBezTo>
                  <a:pt x="635595" y="64045"/>
                  <a:pt x="635411" y="58669"/>
                  <a:pt x="635043" y="56949"/>
                </a:cubicBezTo>
                <a:cubicBezTo>
                  <a:pt x="634675" y="55227"/>
                  <a:pt x="633997" y="53971"/>
                  <a:pt x="633007" y="53181"/>
                </a:cubicBezTo>
                <a:cubicBezTo>
                  <a:pt x="632017" y="52390"/>
                  <a:pt x="630786" y="51995"/>
                  <a:pt x="629315" y="51995"/>
                </a:cubicBezTo>
                <a:cubicBezTo>
                  <a:pt x="627561" y="51995"/>
                  <a:pt x="625581" y="52419"/>
                  <a:pt x="623375" y="53265"/>
                </a:cubicBezTo>
                <a:lnTo>
                  <a:pt x="622526" y="50216"/>
                </a:lnTo>
                <a:lnTo>
                  <a:pt x="646033" y="40733"/>
                </a:lnTo>
                <a:lnTo>
                  <a:pt x="649597" y="40733"/>
                </a:lnTo>
                <a:close/>
                <a:moveTo>
                  <a:pt x="707470" y="40733"/>
                </a:moveTo>
                <a:lnTo>
                  <a:pt x="707470" y="58214"/>
                </a:lnTo>
                <a:cubicBezTo>
                  <a:pt x="713976" y="46560"/>
                  <a:pt x="720651" y="40733"/>
                  <a:pt x="727497" y="40733"/>
                </a:cubicBezTo>
                <a:cubicBezTo>
                  <a:pt x="730608" y="40733"/>
                  <a:pt x="733182" y="41680"/>
                  <a:pt x="735219" y="43576"/>
                </a:cubicBezTo>
                <a:cubicBezTo>
                  <a:pt x="737255" y="45471"/>
                  <a:pt x="738274" y="47663"/>
                  <a:pt x="738274" y="50152"/>
                </a:cubicBezTo>
                <a:cubicBezTo>
                  <a:pt x="738274" y="52359"/>
                  <a:pt x="737538" y="54225"/>
                  <a:pt x="736067" y="55753"/>
                </a:cubicBezTo>
                <a:cubicBezTo>
                  <a:pt x="734596" y="57280"/>
                  <a:pt x="732843" y="58044"/>
                  <a:pt x="730806" y="58044"/>
                </a:cubicBezTo>
                <a:cubicBezTo>
                  <a:pt x="728826" y="58044"/>
                  <a:pt x="726605" y="57068"/>
                  <a:pt x="724145" y="55116"/>
                </a:cubicBezTo>
                <a:cubicBezTo>
                  <a:pt x="721684" y="53165"/>
                  <a:pt x="719859" y="52189"/>
                  <a:pt x="718671" y="52189"/>
                </a:cubicBezTo>
                <a:cubicBezTo>
                  <a:pt x="717653" y="52189"/>
                  <a:pt x="716550" y="52753"/>
                  <a:pt x="715362" y="53881"/>
                </a:cubicBezTo>
                <a:cubicBezTo>
                  <a:pt x="712816" y="56195"/>
                  <a:pt x="710185" y="60004"/>
                  <a:pt x="707470" y="65308"/>
                </a:cubicBezTo>
                <a:lnTo>
                  <a:pt x="707470" y="102466"/>
                </a:lnTo>
                <a:cubicBezTo>
                  <a:pt x="707470" y="106753"/>
                  <a:pt x="708007" y="109997"/>
                  <a:pt x="709082" y="112198"/>
                </a:cubicBezTo>
                <a:cubicBezTo>
                  <a:pt x="709817" y="113722"/>
                  <a:pt x="711119" y="114992"/>
                  <a:pt x="712985" y="116009"/>
                </a:cubicBezTo>
                <a:cubicBezTo>
                  <a:pt x="714852" y="117023"/>
                  <a:pt x="717540" y="117531"/>
                  <a:pt x="721047" y="117531"/>
                </a:cubicBezTo>
                <a:lnTo>
                  <a:pt x="721047" y="120671"/>
                </a:lnTo>
                <a:lnTo>
                  <a:pt x="681248" y="120671"/>
                </a:lnTo>
                <a:lnTo>
                  <a:pt x="681248" y="117531"/>
                </a:lnTo>
                <a:cubicBezTo>
                  <a:pt x="685208" y="117531"/>
                  <a:pt x="688150" y="116910"/>
                  <a:pt x="690073" y="115669"/>
                </a:cubicBezTo>
                <a:cubicBezTo>
                  <a:pt x="691488" y="114766"/>
                  <a:pt x="692478" y="113326"/>
                  <a:pt x="693043" y="111349"/>
                </a:cubicBezTo>
                <a:cubicBezTo>
                  <a:pt x="693326" y="110389"/>
                  <a:pt x="693468" y="107652"/>
                  <a:pt x="693468" y="103136"/>
                </a:cubicBezTo>
                <a:lnTo>
                  <a:pt x="693468" y="73078"/>
                </a:lnTo>
                <a:cubicBezTo>
                  <a:pt x="693468" y="64045"/>
                  <a:pt x="693284" y="58669"/>
                  <a:pt x="692916" y="56949"/>
                </a:cubicBezTo>
                <a:cubicBezTo>
                  <a:pt x="692548" y="55227"/>
                  <a:pt x="691870" y="53971"/>
                  <a:pt x="690880" y="53181"/>
                </a:cubicBezTo>
                <a:cubicBezTo>
                  <a:pt x="689889" y="52390"/>
                  <a:pt x="688659" y="51995"/>
                  <a:pt x="687188" y="51995"/>
                </a:cubicBezTo>
                <a:cubicBezTo>
                  <a:pt x="685434" y="51995"/>
                  <a:pt x="683454" y="52419"/>
                  <a:pt x="681248" y="53265"/>
                </a:cubicBezTo>
                <a:lnTo>
                  <a:pt x="680399" y="50216"/>
                </a:lnTo>
                <a:lnTo>
                  <a:pt x="703905" y="40733"/>
                </a:lnTo>
                <a:lnTo>
                  <a:pt x="707470" y="40733"/>
                </a:lnTo>
                <a:close/>
                <a:moveTo>
                  <a:pt x="780617" y="40733"/>
                </a:moveTo>
                <a:cubicBezTo>
                  <a:pt x="792385" y="40733"/>
                  <a:pt x="801832" y="45198"/>
                  <a:pt x="808960" y="54127"/>
                </a:cubicBezTo>
                <a:cubicBezTo>
                  <a:pt x="815014" y="61756"/>
                  <a:pt x="818040" y="70516"/>
                  <a:pt x="818040" y="80407"/>
                </a:cubicBezTo>
                <a:cubicBezTo>
                  <a:pt x="818040" y="87359"/>
                  <a:pt x="816372" y="94395"/>
                  <a:pt x="813034" y="101516"/>
                </a:cubicBezTo>
                <a:cubicBezTo>
                  <a:pt x="809696" y="108636"/>
                  <a:pt x="805099" y="114004"/>
                  <a:pt x="799244" y="117621"/>
                </a:cubicBezTo>
                <a:cubicBezTo>
                  <a:pt x="793389" y="121238"/>
                  <a:pt x="786869" y="123047"/>
                  <a:pt x="779684" y="123047"/>
                </a:cubicBezTo>
                <a:cubicBezTo>
                  <a:pt x="767973" y="123047"/>
                  <a:pt x="758667" y="118384"/>
                  <a:pt x="751765" y="109058"/>
                </a:cubicBezTo>
                <a:cubicBezTo>
                  <a:pt x="745938" y="101203"/>
                  <a:pt x="743024" y="92388"/>
                  <a:pt x="743024" y="82611"/>
                </a:cubicBezTo>
                <a:cubicBezTo>
                  <a:pt x="743024" y="75490"/>
                  <a:pt x="744792" y="68411"/>
                  <a:pt x="748328" y="61375"/>
                </a:cubicBezTo>
                <a:cubicBezTo>
                  <a:pt x="751864" y="54339"/>
                  <a:pt x="756517" y="49139"/>
                  <a:pt x="762288" y="45777"/>
                </a:cubicBezTo>
                <a:cubicBezTo>
                  <a:pt x="768058" y="42414"/>
                  <a:pt x="774168" y="40733"/>
                  <a:pt x="780617" y="40733"/>
                </a:cubicBezTo>
                <a:moveTo>
                  <a:pt x="777987" y="46333"/>
                </a:moveTo>
                <a:cubicBezTo>
                  <a:pt x="774988" y="46333"/>
                  <a:pt x="771976" y="47224"/>
                  <a:pt x="768949" y="49004"/>
                </a:cubicBezTo>
                <a:cubicBezTo>
                  <a:pt x="765922" y="50784"/>
                  <a:pt x="763476" y="53906"/>
                  <a:pt x="761609" y="58370"/>
                </a:cubicBezTo>
                <a:cubicBezTo>
                  <a:pt x="759742" y="62834"/>
                  <a:pt x="758808" y="68569"/>
                  <a:pt x="758808" y="75576"/>
                </a:cubicBezTo>
                <a:cubicBezTo>
                  <a:pt x="758808" y="86876"/>
                  <a:pt x="761057" y="96624"/>
                  <a:pt x="765555" y="104818"/>
                </a:cubicBezTo>
                <a:cubicBezTo>
                  <a:pt x="770052" y="113010"/>
                  <a:pt x="775978" y="117107"/>
                  <a:pt x="783333" y="117107"/>
                </a:cubicBezTo>
                <a:cubicBezTo>
                  <a:pt x="788820" y="117107"/>
                  <a:pt x="793346" y="114846"/>
                  <a:pt x="796910" y="110326"/>
                </a:cubicBezTo>
                <a:cubicBezTo>
                  <a:pt x="800475" y="105805"/>
                  <a:pt x="802257" y="98036"/>
                  <a:pt x="802257" y="87018"/>
                </a:cubicBezTo>
                <a:cubicBezTo>
                  <a:pt x="802257" y="73230"/>
                  <a:pt x="799286" y="62381"/>
                  <a:pt x="793346" y="54469"/>
                </a:cubicBezTo>
                <a:cubicBezTo>
                  <a:pt x="789330" y="49045"/>
                  <a:pt x="784210" y="46333"/>
                  <a:pt x="777987" y="46333"/>
                </a:cubicBezTo>
                <a:close/>
                <a:moveTo>
                  <a:pt x="852239" y="40733"/>
                </a:moveTo>
                <a:lnTo>
                  <a:pt x="852239" y="58214"/>
                </a:lnTo>
                <a:cubicBezTo>
                  <a:pt x="858745" y="46560"/>
                  <a:pt x="865421" y="40733"/>
                  <a:pt x="872266" y="40733"/>
                </a:cubicBezTo>
                <a:cubicBezTo>
                  <a:pt x="875378" y="40733"/>
                  <a:pt x="877952" y="41680"/>
                  <a:pt x="879988" y="43576"/>
                </a:cubicBezTo>
                <a:cubicBezTo>
                  <a:pt x="882025" y="45471"/>
                  <a:pt x="883043" y="47663"/>
                  <a:pt x="883043" y="50152"/>
                </a:cubicBezTo>
                <a:cubicBezTo>
                  <a:pt x="883043" y="52359"/>
                  <a:pt x="882308" y="54225"/>
                  <a:pt x="880837" y="55753"/>
                </a:cubicBezTo>
                <a:cubicBezTo>
                  <a:pt x="879366" y="57280"/>
                  <a:pt x="877612" y="58044"/>
                  <a:pt x="875576" y="58044"/>
                </a:cubicBezTo>
                <a:cubicBezTo>
                  <a:pt x="873596" y="58044"/>
                  <a:pt x="871375" y="57068"/>
                  <a:pt x="868914" y="55116"/>
                </a:cubicBezTo>
                <a:cubicBezTo>
                  <a:pt x="866453" y="53165"/>
                  <a:pt x="864629" y="52189"/>
                  <a:pt x="863441" y="52189"/>
                </a:cubicBezTo>
                <a:cubicBezTo>
                  <a:pt x="862422" y="52189"/>
                  <a:pt x="861319" y="52753"/>
                  <a:pt x="860131" y="53881"/>
                </a:cubicBezTo>
                <a:cubicBezTo>
                  <a:pt x="857585" y="56195"/>
                  <a:pt x="854955" y="60004"/>
                  <a:pt x="852239" y="65308"/>
                </a:cubicBezTo>
                <a:lnTo>
                  <a:pt x="852239" y="102466"/>
                </a:lnTo>
                <a:cubicBezTo>
                  <a:pt x="852239" y="106753"/>
                  <a:pt x="852777" y="109997"/>
                  <a:pt x="853851" y="112198"/>
                </a:cubicBezTo>
                <a:cubicBezTo>
                  <a:pt x="854587" y="113722"/>
                  <a:pt x="855888" y="114992"/>
                  <a:pt x="857755" y="116009"/>
                </a:cubicBezTo>
                <a:cubicBezTo>
                  <a:pt x="859622" y="117023"/>
                  <a:pt x="862309" y="117531"/>
                  <a:pt x="865817" y="117531"/>
                </a:cubicBezTo>
                <a:lnTo>
                  <a:pt x="865817" y="120671"/>
                </a:lnTo>
                <a:lnTo>
                  <a:pt x="826017" y="120671"/>
                </a:lnTo>
                <a:lnTo>
                  <a:pt x="826017" y="117531"/>
                </a:lnTo>
                <a:cubicBezTo>
                  <a:pt x="829978" y="117531"/>
                  <a:pt x="832919" y="116910"/>
                  <a:pt x="834843" y="115669"/>
                </a:cubicBezTo>
                <a:cubicBezTo>
                  <a:pt x="836257" y="114766"/>
                  <a:pt x="837247" y="113326"/>
                  <a:pt x="837813" y="111349"/>
                </a:cubicBezTo>
                <a:cubicBezTo>
                  <a:pt x="838096" y="110389"/>
                  <a:pt x="838237" y="107652"/>
                  <a:pt x="838237" y="103136"/>
                </a:cubicBezTo>
                <a:lnTo>
                  <a:pt x="838237" y="73078"/>
                </a:lnTo>
                <a:cubicBezTo>
                  <a:pt x="838237" y="64045"/>
                  <a:pt x="838053" y="58669"/>
                  <a:pt x="837686" y="56949"/>
                </a:cubicBezTo>
                <a:cubicBezTo>
                  <a:pt x="837318" y="55227"/>
                  <a:pt x="836639" y="53971"/>
                  <a:pt x="835649" y="53181"/>
                </a:cubicBezTo>
                <a:cubicBezTo>
                  <a:pt x="834659" y="52390"/>
                  <a:pt x="833429" y="51995"/>
                  <a:pt x="831958" y="51995"/>
                </a:cubicBezTo>
                <a:cubicBezTo>
                  <a:pt x="830204" y="51995"/>
                  <a:pt x="828224" y="52419"/>
                  <a:pt x="826017" y="53265"/>
                </a:cubicBezTo>
                <a:lnTo>
                  <a:pt x="825169" y="50216"/>
                </a:lnTo>
                <a:lnTo>
                  <a:pt x="848675" y="40733"/>
                </a:lnTo>
                <a:lnTo>
                  <a:pt x="852239" y="40733"/>
                </a:lnTo>
                <a:close/>
                <a:moveTo>
                  <a:pt x="937607" y="40733"/>
                </a:moveTo>
                <a:lnTo>
                  <a:pt x="937607" y="67039"/>
                </a:lnTo>
                <a:lnTo>
                  <a:pt x="934806" y="67039"/>
                </a:lnTo>
                <a:cubicBezTo>
                  <a:pt x="932657" y="58788"/>
                  <a:pt x="929899" y="53176"/>
                  <a:pt x="926532" y="50203"/>
                </a:cubicBezTo>
                <a:cubicBezTo>
                  <a:pt x="923166" y="47227"/>
                  <a:pt x="918881" y="45739"/>
                  <a:pt x="913676" y="45739"/>
                </a:cubicBezTo>
                <a:cubicBezTo>
                  <a:pt x="909716" y="45739"/>
                  <a:pt x="906520" y="46785"/>
                  <a:pt x="904087" y="48877"/>
                </a:cubicBezTo>
                <a:cubicBezTo>
                  <a:pt x="901654" y="50966"/>
                  <a:pt x="900438" y="53283"/>
                  <a:pt x="900438" y="55827"/>
                </a:cubicBezTo>
                <a:cubicBezTo>
                  <a:pt x="900438" y="58992"/>
                  <a:pt x="901343" y="61704"/>
                  <a:pt x="903154" y="63963"/>
                </a:cubicBezTo>
                <a:cubicBezTo>
                  <a:pt x="904907" y="66281"/>
                  <a:pt x="908471" y="68739"/>
                  <a:pt x="913846" y="71338"/>
                </a:cubicBezTo>
                <a:lnTo>
                  <a:pt x="926235" y="77358"/>
                </a:lnTo>
                <a:cubicBezTo>
                  <a:pt x="937720" y="82951"/>
                  <a:pt x="943462" y="90326"/>
                  <a:pt x="943462" y="99482"/>
                </a:cubicBezTo>
                <a:cubicBezTo>
                  <a:pt x="943462" y="106545"/>
                  <a:pt x="940789" y="112239"/>
                  <a:pt x="935443" y="116563"/>
                </a:cubicBezTo>
                <a:cubicBezTo>
                  <a:pt x="930097" y="120885"/>
                  <a:pt x="924114" y="123047"/>
                  <a:pt x="917495" y="123047"/>
                </a:cubicBezTo>
                <a:cubicBezTo>
                  <a:pt x="912743" y="123047"/>
                  <a:pt x="907312" y="122198"/>
                  <a:pt x="901202" y="120501"/>
                </a:cubicBezTo>
                <a:cubicBezTo>
                  <a:pt x="899335" y="119935"/>
                  <a:pt x="897807" y="119652"/>
                  <a:pt x="896619" y="119652"/>
                </a:cubicBezTo>
                <a:cubicBezTo>
                  <a:pt x="895318" y="119652"/>
                  <a:pt x="894300" y="120388"/>
                  <a:pt x="893564" y="121859"/>
                </a:cubicBezTo>
                <a:lnTo>
                  <a:pt x="890764" y="121859"/>
                </a:lnTo>
                <a:lnTo>
                  <a:pt x="890764" y="94025"/>
                </a:lnTo>
                <a:lnTo>
                  <a:pt x="893564" y="94025"/>
                </a:lnTo>
                <a:cubicBezTo>
                  <a:pt x="895148" y="101973"/>
                  <a:pt x="898175" y="107963"/>
                  <a:pt x="902644" y="111994"/>
                </a:cubicBezTo>
                <a:cubicBezTo>
                  <a:pt x="907114" y="116025"/>
                  <a:pt x="912120" y="118040"/>
                  <a:pt x="917665" y="118040"/>
                </a:cubicBezTo>
                <a:cubicBezTo>
                  <a:pt x="921568" y="118040"/>
                  <a:pt x="924750" y="116896"/>
                  <a:pt x="927211" y="114608"/>
                </a:cubicBezTo>
                <a:cubicBezTo>
                  <a:pt x="929672" y="112319"/>
                  <a:pt x="930903" y="109564"/>
                  <a:pt x="930903" y="106343"/>
                </a:cubicBezTo>
                <a:cubicBezTo>
                  <a:pt x="930903" y="102443"/>
                  <a:pt x="929531" y="99165"/>
                  <a:pt x="926787" y="96509"/>
                </a:cubicBezTo>
                <a:cubicBezTo>
                  <a:pt x="924043" y="93854"/>
                  <a:pt x="918570" y="90492"/>
                  <a:pt x="910367" y="86424"/>
                </a:cubicBezTo>
                <a:cubicBezTo>
                  <a:pt x="902164" y="82355"/>
                  <a:pt x="896789" y="78681"/>
                  <a:pt x="894243" y="75403"/>
                </a:cubicBezTo>
                <a:cubicBezTo>
                  <a:pt x="891697" y="72182"/>
                  <a:pt x="890425" y="68113"/>
                  <a:pt x="890425" y="63197"/>
                </a:cubicBezTo>
                <a:cubicBezTo>
                  <a:pt x="890425" y="56811"/>
                  <a:pt x="892617" y="51471"/>
                  <a:pt x="897001" y="47177"/>
                </a:cubicBezTo>
                <a:cubicBezTo>
                  <a:pt x="901386" y="42881"/>
                  <a:pt x="907057" y="40733"/>
                  <a:pt x="914016" y="40733"/>
                </a:cubicBezTo>
                <a:cubicBezTo>
                  <a:pt x="917071" y="40733"/>
                  <a:pt x="920776" y="41383"/>
                  <a:pt x="925132" y="42684"/>
                </a:cubicBezTo>
                <a:cubicBezTo>
                  <a:pt x="928017" y="43533"/>
                  <a:pt x="929941" y="43957"/>
                  <a:pt x="930903" y="43957"/>
                </a:cubicBezTo>
                <a:cubicBezTo>
                  <a:pt x="931808" y="43957"/>
                  <a:pt x="932515" y="43759"/>
                  <a:pt x="933024" y="43363"/>
                </a:cubicBezTo>
                <a:cubicBezTo>
                  <a:pt x="933533" y="42967"/>
                  <a:pt x="934127" y="42090"/>
                  <a:pt x="934806" y="40733"/>
                </a:cubicBezTo>
                <a:lnTo>
                  <a:pt x="937607" y="40733"/>
                </a:lnTo>
                <a:close/>
                <a:moveTo>
                  <a:pt x="1018196" y="0"/>
                </a:moveTo>
                <a:cubicBezTo>
                  <a:pt x="1020572" y="0"/>
                  <a:pt x="1022594" y="839"/>
                  <a:pt x="1024263" y="2517"/>
                </a:cubicBezTo>
                <a:cubicBezTo>
                  <a:pt x="1025932" y="4193"/>
                  <a:pt x="1026766" y="6225"/>
                  <a:pt x="1026766" y="8613"/>
                </a:cubicBezTo>
                <a:cubicBezTo>
                  <a:pt x="1026766" y="11002"/>
                  <a:pt x="1025932" y="13049"/>
                  <a:pt x="1024263" y="14755"/>
                </a:cubicBezTo>
                <a:cubicBezTo>
                  <a:pt x="1022594" y="16459"/>
                  <a:pt x="1020572" y="17311"/>
                  <a:pt x="1018196" y="17311"/>
                </a:cubicBezTo>
                <a:cubicBezTo>
                  <a:pt x="1015819" y="17311"/>
                  <a:pt x="1013783" y="16459"/>
                  <a:pt x="1012086" y="14755"/>
                </a:cubicBezTo>
                <a:cubicBezTo>
                  <a:pt x="1010388" y="13049"/>
                  <a:pt x="1009540" y="11002"/>
                  <a:pt x="1009540" y="8613"/>
                </a:cubicBezTo>
                <a:cubicBezTo>
                  <a:pt x="1009540" y="6225"/>
                  <a:pt x="1010374" y="4193"/>
                  <a:pt x="1012043" y="2517"/>
                </a:cubicBezTo>
                <a:cubicBezTo>
                  <a:pt x="1013712" y="839"/>
                  <a:pt x="1015763" y="0"/>
                  <a:pt x="1018196" y="0"/>
                </a:cubicBezTo>
                <a:moveTo>
                  <a:pt x="1025239" y="40733"/>
                </a:moveTo>
                <a:lnTo>
                  <a:pt x="1025239" y="103052"/>
                </a:lnTo>
                <a:cubicBezTo>
                  <a:pt x="1025239" y="107906"/>
                  <a:pt x="1025592" y="111138"/>
                  <a:pt x="1026300" y="112747"/>
                </a:cubicBezTo>
                <a:cubicBezTo>
                  <a:pt x="1027007" y="114356"/>
                  <a:pt x="1028053" y="115555"/>
                  <a:pt x="1029439" y="116345"/>
                </a:cubicBezTo>
                <a:cubicBezTo>
                  <a:pt x="1030825" y="117136"/>
                  <a:pt x="1033357" y="117531"/>
                  <a:pt x="1037034" y="117531"/>
                </a:cubicBezTo>
                <a:lnTo>
                  <a:pt x="1037034" y="120671"/>
                </a:lnTo>
                <a:lnTo>
                  <a:pt x="999272" y="120671"/>
                </a:lnTo>
                <a:lnTo>
                  <a:pt x="999272" y="117531"/>
                </a:lnTo>
                <a:cubicBezTo>
                  <a:pt x="1003062" y="117531"/>
                  <a:pt x="1005608" y="117164"/>
                  <a:pt x="1006909" y="116430"/>
                </a:cubicBezTo>
                <a:cubicBezTo>
                  <a:pt x="1008210" y="115697"/>
                  <a:pt x="1009243" y="114483"/>
                  <a:pt x="1010007" y="112789"/>
                </a:cubicBezTo>
                <a:cubicBezTo>
                  <a:pt x="1010770" y="111096"/>
                  <a:pt x="1011152" y="107850"/>
                  <a:pt x="1011152" y="103052"/>
                </a:cubicBezTo>
                <a:lnTo>
                  <a:pt x="1011152" y="73162"/>
                </a:lnTo>
                <a:cubicBezTo>
                  <a:pt x="1011152" y="64751"/>
                  <a:pt x="1010898" y="59304"/>
                  <a:pt x="1010388" y="56822"/>
                </a:cubicBezTo>
                <a:cubicBezTo>
                  <a:pt x="1009992" y="55015"/>
                  <a:pt x="1009370" y="53759"/>
                  <a:pt x="1008521" y="53053"/>
                </a:cubicBezTo>
                <a:cubicBezTo>
                  <a:pt x="1007673" y="52348"/>
                  <a:pt x="1006513" y="51995"/>
                  <a:pt x="1005042" y="51995"/>
                </a:cubicBezTo>
                <a:cubicBezTo>
                  <a:pt x="1003458" y="51995"/>
                  <a:pt x="1001535" y="52419"/>
                  <a:pt x="999272" y="53265"/>
                </a:cubicBezTo>
                <a:lnTo>
                  <a:pt x="998084" y="50216"/>
                </a:lnTo>
                <a:lnTo>
                  <a:pt x="1021505" y="40733"/>
                </a:lnTo>
                <a:lnTo>
                  <a:pt x="1025239" y="40733"/>
                </a:lnTo>
                <a:close/>
                <a:moveTo>
                  <a:pt x="1069395" y="57196"/>
                </a:moveTo>
                <a:cubicBezTo>
                  <a:pt x="1078503" y="46220"/>
                  <a:pt x="1087187" y="40733"/>
                  <a:pt x="1095447" y="40733"/>
                </a:cubicBezTo>
                <a:cubicBezTo>
                  <a:pt x="1099690" y="40733"/>
                  <a:pt x="1103339" y="41792"/>
                  <a:pt x="1106394" y="43910"/>
                </a:cubicBezTo>
                <a:cubicBezTo>
                  <a:pt x="1109449" y="46026"/>
                  <a:pt x="1111882" y="49511"/>
                  <a:pt x="1113692" y="54366"/>
                </a:cubicBezTo>
                <a:cubicBezTo>
                  <a:pt x="1114937" y="57752"/>
                  <a:pt x="1115559" y="62945"/>
                  <a:pt x="1115559" y="69946"/>
                </a:cubicBezTo>
                <a:lnTo>
                  <a:pt x="1115559" y="103052"/>
                </a:lnTo>
                <a:cubicBezTo>
                  <a:pt x="1115559" y="107963"/>
                  <a:pt x="1115955" y="111294"/>
                  <a:pt x="1116747" y="113044"/>
                </a:cubicBezTo>
                <a:cubicBezTo>
                  <a:pt x="1117369" y="114455"/>
                  <a:pt x="1118373" y="115555"/>
                  <a:pt x="1119759" y="116345"/>
                </a:cubicBezTo>
                <a:cubicBezTo>
                  <a:pt x="1121145" y="117136"/>
                  <a:pt x="1123705" y="117531"/>
                  <a:pt x="1127439" y="117531"/>
                </a:cubicBezTo>
                <a:lnTo>
                  <a:pt x="1127439" y="120671"/>
                </a:lnTo>
                <a:lnTo>
                  <a:pt x="1088998" y="120671"/>
                </a:lnTo>
                <a:lnTo>
                  <a:pt x="1088998" y="117531"/>
                </a:lnTo>
                <a:lnTo>
                  <a:pt x="1090610" y="117531"/>
                </a:lnTo>
                <a:cubicBezTo>
                  <a:pt x="1094231" y="117531"/>
                  <a:pt x="1096762" y="116982"/>
                  <a:pt x="1098205" y="115884"/>
                </a:cubicBezTo>
                <a:cubicBezTo>
                  <a:pt x="1099648" y="114786"/>
                  <a:pt x="1100652" y="113169"/>
                  <a:pt x="1101218" y="111031"/>
                </a:cubicBezTo>
                <a:cubicBezTo>
                  <a:pt x="1101444" y="110186"/>
                  <a:pt x="1101557" y="107540"/>
                  <a:pt x="1101557" y="103094"/>
                </a:cubicBezTo>
                <a:lnTo>
                  <a:pt x="1101557" y="71433"/>
                </a:lnTo>
                <a:cubicBezTo>
                  <a:pt x="1101557" y="64399"/>
                  <a:pt x="1100638" y="59291"/>
                  <a:pt x="1098799" y="56111"/>
                </a:cubicBezTo>
                <a:cubicBezTo>
                  <a:pt x="1096960" y="52930"/>
                  <a:pt x="1093863" y="51340"/>
                  <a:pt x="1089507" y="51340"/>
                </a:cubicBezTo>
                <a:cubicBezTo>
                  <a:pt x="1082775" y="51340"/>
                  <a:pt x="1076071" y="54999"/>
                  <a:pt x="1069395" y="62316"/>
                </a:cubicBezTo>
                <a:lnTo>
                  <a:pt x="1069395" y="103094"/>
                </a:lnTo>
                <a:cubicBezTo>
                  <a:pt x="1069395" y="108329"/>
                  <a:pt x="1069706" y="111565"/>
                  <a:pt x="1070329" y="112803"/>
                </a:cubicBezTo>
                <a:cubicBezTo>
                  <a:pt x="1071121" y="114434"/>
                  <a:pt x="1072210" y="115630"/>
                  <a:pt x="1073596" y="116391"/>
                </a:cubicBezTo>
                <a:cubicBezTo>
                  <a:pt x="1074982" y="117151"/>
                  <a:pt x="1077796" y="117531"/>
                  <a:pt x="1082039" y="117531"/>
                </a:cubicBezTo>
                <a:lnTo>
                  <a:pt x="1082039" y="120671"/>
                </a:lnTo>
                <a:lnTo>
                  <a:pt x="1043598" y="120671"/>
                </a:lnTo>
                <a:lnTo>
                  <a:pt x="1043598" y="117531"/>
                </a:lnTo>
                <a:lnTo>
                  <a:pt x="1045295" y="117531"/>
                </a:lnTo>
                <a:cubicBezTo>
                  <a:pt x="1049255" y="117531"/>
                  <a:pt x="1051928" y="116529"/>
                  <a:pt x="1053314" y="114526"/>
                </a:cubicBezTo>
                <a:cubicBezTo>
                  <a:pt x="1054700" y="112521"/>
                  <a:pt x="1055393" y="108697"/>
                  <a:pt x="1055393" y="103052"/>
                </a:cubicBezTo>
                <a:lnTo>
                  <a:pt x="1055393" y="74263"/>
                </a:lnTo>
                <a:cubicBezTo>
                  <a:pt x="1055393" y="64950"/>
                  <a:pt x="1055181" y="59277"/>
                  <a:pt x="1054757" y="57246"/>
                </a:cubicBezTo>
                <a:cubicBezTo>
                  <a:pt x="1054333" y="55213"/>
                  <a:pt x="1053682" y="53829"/>
                  <a:pt x="1052805" y="53096"/>
                </a:cubicBezTo>
                <a:cubicBezTo>
                  <a:pt x="1051928" y="52362"/>
                  <a:pt x="1050754" y="51995"/>
                  <a:pt x="1049283" y="51995"/>
                </a:cubicBezTo>
                <a:cubicBezTo>
                  <a:pt x="1047699" y="51995"/>
                  <a:pt x="1045804" y="52419"/>
                  <a:pt x="1043598" y="53265"/>
                </a:cubicBezTo>
                <a:lnTo>
                  <a:pt x="1042325" y="50216"/>
                </a:lnTo>
                <a:lnTo>
                  <a:pt x="1065746" y="40733"/>
                </a:lnTo>
                <a:lnTo>
                  <a:pt x="1069395" y="40733"/>
                </a:lnTo>
                <a:lnTo>
                  <a:pt x="1069395" y="57196"/>
                </a:lnTo>
                <a:close/>
                <a:moveTo>
                  <a:pt x="1215099" y="40733"/>
                </a:moveTo>
                <a:cubicBezTo>
                  <a:pt x="1226867" y="40733"/>
                  <a:pt x="1236314" y="45198"/>
                  <a:pt x="1243443" y="54127"/>
                </a:cubicBezTo>
                <a:cubicBezTo>
                  <a:pt x="1249496" y="61756"/>
                  <a:pt x="1252523" y="70516"/>
                  <a:pt x="1252523" y="80407"/>
                </a:cubicBezTo>
                <a:cubicBezTo>
                  <a:pt x="1252523" y="87359"/>
                  <a:pt x="1250854" y="94395"/>
                  <a:pt x="1247516" y="101516"/>
                </a:cubicBezTo>
                <a:cubicBezTo>
                  <a:pt x="1244178" y="108636"/>
                  <a:pt x="1239581" y="114004"/>
                  <a:pt x="1233726" y="117621"/>
                </a:cubicBezTo>
                <a:cubicBezTo>
                  <a:pt x="1227871" y="121238"/>
                  <a:pt x="1221351" y="123047"/>
                  <a:pt x="1214166" y="123047"/>
                </a:cubicBezTo>
                <a:cubicBezTo>
                  <a:pt x="1202455" y="123047"/>
                  <a:pt x="1193149" y="118384"/>
                  <a:pt x="1186247" y="109058"/>
                </a:cubicBezTo>
                <a:cubicBezTo>
                  <a:pt x="1180420" y="101203"/>
                  <a:pt x="1177506" y="92388"/>
                  <a:pt x="1177506" y="82611"/>
                </a:cubicBezTo>
                <a:cubicBezTo>
                  <a:pt x="1177506" y="75490"/>
                  <a:pt x="1179274" y="68411"/>
                  <a:pt x="1182810" y="61375"/>
                </a:cubicBezTo>
                <a:cubicBezTo>
                  <a:pt x="1186346" y="54339"/>
                  <a:pt x="1190999" y="49139"/>
                  <a:pt x="1196770" y="45777"/>
                </a:cubicBezTo>
                <a:cubicBezTo>
                  <a:pt x="1202540" y="42414"/>
                  <a:pt x="1208650" y="40733"/>
                  <a:pt x="1215099" y="40733"/>
                </a:cubicBezTo>
                <a:moveTo>
                  <a:pt x="1212469" y="46333"/>
                </a:moveTo>
                <a:cubicBezTo>
                  <a:pt x="1209470" y="46333"/>
                  <a:pt x="1206458" y="47224"/>
                  <a:pt x="1203431" y="49004"/>
                </a:cubicBezTo>
                <a:cubicBezTo>
                  <a:pt x="1200404" y="50784"/>
                  <a:pt x="1197958" y="53906"/>
                  <a:pt x="1196091" y="58370"/>
                </a:cubicBezTo>
                <a:cubicBezTo>
                  <a:pt x="1194224" y="62834"/>
                  <a:pt x="1193290" y="68569"/>
                  <a:pt x="1193290" y="75576"/>
                </a:cubicBezTo>
                <a:cubicBezTo>
                  <a:pt x="1193290" y="86876"/>
                  <a:pt x="1195539" y="96624"/>
                  <a:pt x="1200037" y="104818"/>
                </a:cubicBezTo>
                <a:cubicBezTo>
                  <a:pt x="1204534" y="113010"/>
                  <a:pt x="1210460" y="117107"/>
                  <a:pt x="1217815" y="117107"/>
                </a:cubicBezTo>
                <a:cubicBezTo>
                  <a:pt x="1223302" y="117107"/>
                  <a:pt x="1227828" y="114846"/>
                  <a:pt x="1231392" y="110326"/>
                </a:cubicBezTo>
                <a:cubicBezTo>
                  <a:pt x="1234957" y="105805"/>
                  <a:pt x="1236739" y="98036"/>
                  <a:pt x="1236739" y="87018"/>
                </a:cubicBezTo>
                <a:cubicBezTo>
                  <a:pt x="1236739" y="73230"/>
                  <a:pt x="1233768" y="62381"/>
                  <a:pt x="1227828" y="54469"/>
                </a:cubicBezTo>
                <a:cubicBezTo>
                  <a:pt x="1223812" y="49045"/>
                  <a:pt x="1218692" y="46333"/>
                  <a:pt x="1212469" y="46333"/>
                </a:cubicBezTo>
                <a:close/>
                <a:moveTo>
                  <a:pt x="1332121" y="42939"/>
                </a:moveTo>
                <a:lnTo>
                  <a:pt x="1332121" y="90036"/>
                </a:lnTo>
                <a:cubicBezTo>
                  <a:pt x="1332121" y="99031"/>
                  <a:pt x="1332333" y="104533"/>
                  <a:pt x="1332758" y="106541"/>
                </a:cubicBezTo>
                <a:cubicBezTo>
                  <a:pt x="1333182" y="108550"/>
                  <a:pt x="1333861" y="109950"/>
                  <a:pt x="1334794" y="110742"/>
                </a:cubicBezTo>
                <a:cubicBezTo>
                  <a:pt x="1335728" y="111534"/>
                  <a:pt x="1336817" y="111930"/>
                  <a:pt x="1338061" y="111930"/>
                </a:cubicBezTo>
                <a:cubicBezTo>
                  <a:pt x="1339815" y="111930"/>
                  <a:pt x="1341795" y="111449"/>
                  <a:pt x="1344002" y="110487"/>
                </a:cubicBezTo>
                <a:lnTo>
                  <a:pt x="1345190" y="113458"/>
                </a:lnTo>
                <a:lnTo>
                  <a:pt x="1321938" y="123047"/>
                </a:lnTo>
                <a:lnTo>
                  <a:pt x="1318119" y="123047"/>
                </a:lnTo>
                <a:lnTo>
                  <a:pt x="1318119" y="106584"/>
                </a:lnTo>
                <a:cubicBezTo>
                  <a:pt x="1311444" y="113825"/>
                  <a:pt x="1306352" y="118379"/>
                  <a:pt x="1302845" y="120246"/>
                </a:cubicBezTo>
                <a:cubicBezTo>
                  <a:pt x="1299337" y="122113"/>
                  <a:pt x="1295631" y="123047"/>
                  <a:pt x="1291728" y="123047"/>
                </a:cubicBezTo>
                <a:cubicBezTo>
                  <a:pt x="1287372" y="123047"/>
                  <a:pt x="1283595" y="121788"/>
                  <a:pt x="1280399" y="119270"/>
                </a:cubicBezTo>
                <a:cubicBezTo>
                  <a:pt x="1277203" y="116753"/>
                  <a:pt x="1274982" y="113514"/>
                  <a:pt x="1273738" y="109554"/>
                </a:cubicBezTo>
                <a:cubicBezTo>
                  <a:pt x="1272493" y="105594"/>
                  <a:pt x="1271871" y="99993"/>
                  <a:pt x="1271871" y="92752"/>
                </a:cubicBezTo>
                <a:lnTo>
                  <a:pt x="1271871" y="58044"/>
                </a:lnTo>
                <a:cubicBezTo>
                  <a:pt x="1271871" y="54367"/>
                  <a:pt x="1271475" y="51821"/>
                  <a:pt x="1270683" y="50407"/>
                </a:cubicBezTo>
                <a:cubicBezTo>
                  <a:pt x="1269891" y="48992"/>
                  <a:pt x="1268717" y="47903"/>
                  <a:pt x="1267161" y="47140"/>
                </a:cubicBezTo>
                <a:cubicBezTo>
                  <a:pt x="1265605" y="46376"/>
                  <a:pt x="1262791" y="46022"/>
                  <a:pt x="1258717" y="46079"/>
                </a:cubicBezTo>
                <a:lnTo>
                  <a:pt x="1258717" y="42939"/>
                </a:lnTo>
                <a:lnTo>
                  <a:pt x="1285957" y="42939"/>
                </a:lnTo>
                <a:lnTo>
                  <a:pt x="1285957" y="94831"/>
                </a:lnTo>
                <a:cubicBezTo>
                  <a:pt x="1285957" y="102055"/>
                  <a:pt x="1287216" y="106795"/>
                  <a:pt x="1289734" y="109053"/>
                </a:cubicBezTo>
                <a:cubicBezTo>
                  <a:pt x="1292251" y="111310"/>
                  <a:pt x="1295292" y="112439"/>
                  <a:pt x="1298856" y="112439"/>
                </a:cubicBezTo>
                <a:cubicBezTo>
                  <a:pt x="1301289" y="112439"/>
                  <a:pt x="1304047" y="111677"/>
                  <a:pt x="1307130" y="110153"/>
                </a:cubicBezTo>
                <a:cubicBezTo>
                  <a:pt x="1310213" y="108629"/>
                  <a:pt x="1313876" y="105724"/>
                  <a:pt x="1318119" y="101437"/>
                </a:cubicBezTo>
                <a:lnTo>
                  <a:pt x="1318119" y="57506"/>
                </a:lnTo>
                <a:cubicBezTo>
                  <a:pt x="1318119" y="53104"/>
                  <a:pt x="1317313" y="50127"/>
                  <a:pt x="1315701" y="48577"/>
                </a:cubicBezTo>
                <a:cubicBezTo>
                  <a:pt x="1314088" y="47025"/>
                  <a:pt x="1310736" y="46192"/>
                  <a:pt x="1305645" y="46079"/>
                </a:cubicBezTo>
                <a:lnTo>
                  <a:pt x="1305645" y="42939"/>
                </a:lnTo>
                <a:lnTo>
                  <a:pt x="1332121" y="42939"/>
                </a:lnTo>
                <a:close/>
                <a:moveTo>
                  <a:pt x="1373448" y="17311"/>
                </a:moveTo>
                <a:lnTo>
                  <a:pt x="1373448" y="42939"/>
                </a:lnTo>
                <a:lnTo>
                  <a:pt x="1391608" y="42939"/>
                </a:lnTo>
                <a:lnTo>
                  <a:pt x="1391608" y="48879"/>
                </a:lnTo>
                <a:lnTo>
                  <a:pt x="1373448" y="48879"/>
                </a:lnTo>
                <a:lnTo>
                  <a:pt x="1373448" y="99217"/>
                </a:lnTo>
                <a:cubicBezTo>
                  <a:pt x="1373448" y="104247"/>
                  <a:pt x="1374170" y="107638"/>
                  <a:pt x="1375612" y="109390"/>
                </a:cubicBezTo>
                <a:cubicBezTo>
                  <a:pt x="1377055" y="111140"/>
                  <a:pt x="1378908" y="112015"/>
                  <a:pt x="1381170" y="112015"/>
                </a:cubicBezTo>
                <a:cubicBezTo>
                  <a:pt x="1383037" y="112015"/>
                  <a:pt x="1384848" y="111435"/>
                  <a:pt x="1386601" y="110275"/>
                </a:cubicBezTo>
                <a:cubicBezTo>
                  <a:pt x="1388355" y="109116"/>
                  <a:pt x="1389713" y="107404"/>
                  <a:pt x="1390675" y="105141"/>
                </a:cubicBezTo>
                <a:lnTo>
                  <a:pt x="1393984" y="105141"/>
                </a:lnTo>
                <a:cubicBezTo>
                  <a:pt x="1392004" y="110701"/>
                  <a:pt x="1389204" y="114906"/>
                  <a:pt x="1385583" y="117756"/>
                </a:cubicBezTo>
                <a:cubicBezTo>
                  <a:pt x="1381962" y="120604"/>
                  <a:pt x="1378229" y="122028"/>
                  <a:pt x="1374382" y="122028"/>
                </a:cubicBezTo>
                <a:cubicBezTo>
                  <a:pt x="1371779" y="122028"/>
                  <a:pt x="1369233" y="121306"/>
                  <a:pt x="1366744" y="119862"/>
                </a:cubicBezTo>
                <a:cubicBezTo>
                  <a:pt x="1364255" y="118417"/>
                  <a:pt x="1362416" y="116351"/>
                  <a:pt x="1361228" y="113662"/>
                </a:cubicBezTo>
                <a:cubicBezTo>
                  <a:pt x="1360040" y="110971"/>
                  <a:pt x="1359446" y="106822"/>
                  <a:pt x="1359446" y="101214"/>
                </a:cubicBezTo>
                <a:lnTo>
                  <a:pt x="1359446" y="48879"/>
                </a:lnTo>
                <a:lnTo>
                  <a:pt x="1347142" y="48879"/>
                </a:lnTo>
                <a:lnTo>
                  <a:pt x="1347142" y="46079"/>
                </a:lnTo>
                <a:cubicBezTo>
                  <a:pt x="1350253" y="44831"/>
                  <a:pt x="1353435" y="42717"/>
                  <a:pt x="1356688" y="39738"/>
                </a:cubicBezTo>
                <a:cubicBezTo>
                  <a:pt x="1359941" y="36759"/>
                  <a:pt x="1362841" y="33227"/>
                  <a:pt x="1365387" y="29141"/>
                </a:cubicBezTo>
                <a:cubicBezTo>
                  <a:pt x="1366688" y="26986"/>
                  <a:pt x="1368498" y="23043"/>
                  <a:pt x="1370818" y="17311"/>
                </a:cubicBezTo>
                <a:lnTo>
                  <a:pt x="1373448" y="17311"/>
                </a:lnTo>
                <a:close/>
                <a:moveTo>
                  <a:pt x="1393589" y="50584"/>
                </a:moveTo>
                <a:lnTo>
                  <a:pt x="1417520" y="40902"/>
                </a:lnTo>
                <a:lnTo>
                  <a:pt x="1420744" y="40902"/>
                </a:lnTo>
                <a:lnTo>
                  <a:pt x="1420744" y="59062"/>
                </a:lnTo>
                <a:cubicBezTo>
                  <a:pt x="1424761" y="52217"/>
                  <a:pt x="1428792" y="47451"/>
                  <a:pt x="1432837" y="44764"/>
                </a:cubicBezTo>
                <a:cubicBezTo>
                  <a:pt x="1436882" y="42076"/>
                  <a:pt x="1441139" y="40733"/>
                  <a:pt x="1445608" y="40733"/>
                </a:cubicBezTo>
                <a:cubicBezTo>
                  <a:pt x="1453415" y="40733"/>
                  <a:pt x="1459921" y="43784"/>
                  <a:pt x="1465126" y="49887"/>
                </a:cubicBezTo>
                <a:cubicBezTo>
                  <a:pt x="1471519" y="57348"/>
                  <a:pt x="1474715" y="67068"/>
                  <a:pt x="1474715" y="79050"/>
                </a:cubicBezTo>
                <a:cubicBezTo>
                  <a:pt x="1474715" y="92443"/>
                  <a:pt x="1470868" y="103520"/>
                  <a:pt x="1463174" y="112280"/>
                </a:cubicBezTo>
                <a:cubicBezTo>
                  <a:pt x="1456838" y="119458"/>
                  <a:pt x="1448861" y="123047"/>
                  <a:pt x="1439244" y="123047"/>
                </a:cubicBezTo>
                <a:cubicBezTo>
                  <a:pt x="1435057" y="123047"/>
                  <a:pt x="1431437" y="122453"/>
                  <a:pt x="1428382" y="121265"/>
                </a:cubicBezTo>
                <a:cubicBezTo>
                  <a:pt x="1426119" y="120416"/>
                  <a:pt x="1423573" y="118719"/>
                  <a:pt x="1420744" y="116173"/>
                </a:cubicBezTo>
                <a:lnTo>
                  <a:pt x="1420744" y="139849"/>
                </a:lnTo>
                <a:cubicBezTo>
                  <a:pt x="1420744" y="145167"/>
                  <a:pt x="1421070" y="148547"/>
                  <a:pt x="1421720" y="149990"/>
                </a:cubicBezTo>
                <a:cubicBezTo>
                  <a:pt x="1422371" y="151432"/>
                  <a:pt x="1423502" y="152578"/>
                  <a:pt x="1425115" y="153427"/>
                </a:cubicBezTo>
                <a:cubicBezTo>
                  <a:pt x="1426727" y="154275"/>
                  <a:pt x="1429655" y="154699"/>
                  <a:pt x="1433898" y="154699"/>
                </a:cubicBezTo>
                <a:lnTo>
                  <a:pt x="1433898" y="157839"/>
                </a:lnTo>
                <a:lnTo>
                  <a:pt x="1393165" y="157839"/>
                </a:lnTo>
                <a:lnTo>
                  <a:pt x="1393165" y="154699"/>
                </a:lnTo>
                <a:lnTo>
                  <a:pt x="1395286" y="154699"/>
                </a:lnTo>
                <a:cubicBezTo>
                  <a:pt x="1398398" y="154756"/>
                  <a:pt x="1401057" y="154161"/>
                  <a:pt x="1403263" y="152915"/>
                </a:cubicBezTo>
                <a:cubicBezTo>
                  <a:pt x="1404338" y="152292"/>
                  <a:pt x="1405173" y="151287"/>
                  <a:pt x="1405767" y="149900"/>
                </a:cubicBezTo>
                <a:cubicBezTo>
                  <a:pt x="1406361" y="148514"/>
                  <a:pt x="1406658" y="144990"/>
                  <a:pt x="1406658" y="139329"/>
                </a:cubicBezTo>
                <a:lnTo>
                  <a:pt x="1406658" y="65785"/>
                </a:lnTo>
                <a:cubicBezTo>
                  <a:pt x="1406658" y="60746"/>
                  <a:pt x="1406431" y="57548"/>
                  <a:pt x="1405979" y="56190"/>
                </a:cubicBezTo>
                <a:cubicBezTo>
                  <a:pt x="1405526" y="54831"/>
                  <a:pt x="1404805" y="53812"/>
                  <a:pt x="1403815" y="53133"/>
                </a:cubicBezTo>
                <a:cubicBezTo>
                  <a:pt x="1402825" y="52452"/>
                  <a:pt x="1401481" y="52112"/>
                  <a:pt x="1399784" y="52112"/>
                </a:cubicBezTo>
                <a:cubicBezTo>
                  <a:pt x="1398426" y="52112"/>
                  <a:pt x="1396701" y="52508"/>
                  <a:pt x="1394607" y="53300"/>
                </a:cubicBezTo>
                <a:lnTo>
                  <a:pt x="1393589" y="50584"/>
                </a:lnTo>
                <a:moveTo>
                  <a:pt x="1420744" y="64223"/>
                </a:moveTo>
                <a:lnTo>
                  <a:pt x="1420744" y="93208"/>
                </a:lnTo>
                <a:cubicBezTo>
                  <a:pt x="1420744" y="99480"/>
                  <a:pt x="1420999" y="103605"/>
                  <a:pt x="1421508" y="105582"/>
                </a:cubicBezTo>
                <a:cubicBezTo>
                  <a:pt x="1422300" y="108859"/>
                  <a:pt x="1424238" y="111741"/>
                  <a:pt x="1427321" y="114227"/>
                </a:cubicBezTo>
                <a:cubicBezTo>
                  <a:pt x="1430404" y="116712"/>
                  <a:pt x="1434294" y="117955"/>
                  <a:pt x="1438989" y="117955"/>
                </a:cubicBezTo>
                <a:cubicBezTo>
                  <a:pt x="1444646" y="117955"/>
                  <a:pt x="1449229" y="115751"/>
                  <a:pt x="1452736" y="111344"/>
                </a:cubicBezTo>
                <a:cubicBezTo>
                  <a:pt x="1457319" y="105582"/>
                  <a:pt x="1459610" y="97475"/>
                  <a:pt x="1459610" y="87021"/>
                </a:cubicBezTo>
                <a:cubicBezTo>
                  <a:pt x="1459610" y="75157"/>
                  <a:pt x="1457008" y="66032"/>
                  <a:pt x="1451803" y="59648"/>
                </a:cubicBezTo>
                <a:cubicBezTo>
                  <a:pt x="1448182" y="55241"/>
                  <a:pt x="1443883" y="53037"/>
                  <a:pt x="1438904" y="53037"/>
                </a:cubicBezTo>
                <a:cubicBezTo>
                  <a:pt x="1436189" y="53037"/>
                  <a:pt x="1433502" y="53715"/>
                  <a:pt x="1430843" y="55071"/>
                </a:cubicBezTo>
                <a:cubicBezTo>
                  <a:pt x="1428806" y="56088"/>
                  <a:pt x="1425440" y="59138"/>
                  <a:pt x="1420744" y="64223"/>
                </a:cubicBezTo>
                <a:close/>
                <a:moveTo>
                  <a:pt x="1554229" y="42939"/>
                </a:moveTo>
                <a:lnTo>
                  <a:pt x="1554229" y="90036"/>
                </a:lnTo>
                <a:cubicBezTo>
                  <a:pt x="1554229" y="99031"/>
                  <a:pt x="1554441" y="104533"/>
                  <a:pt x="1554865" y="106541"/>
                </a:cubicBezTo>
                <a:cubicBezTo>
                  <a:pt x="1555289" y="108550"/>
                  <a:pt x="1555968" y="109950"/>
                  <a:pt x="1556902" y="110742"/>
                </a:cubicBezTo>
                <a:cubicBezTo>
                  <a:pt x="1557835" y="111534"/>
                  <a:pt x="1558924" y="111930"/>
                  <a:pt x="1560169" y="111930"/>
                </a:cubicBezTo>
                <a:cubicBezTo>
                  <a:pt x="1561923" y="111930"/>
                  <a:pt x="1563903" y="111449"/>
                  <a:pt x="1566109" y="110487"/>
                </a:cubicBezTo>
                <a:lnTo>
                  <a:pt x="1567297" y="113458"/>
                </a:lnTo>
                <a:lnTo>
                  <a:pt x="1544045" y="123047"/>
                </a:lnTo>
                <a:lnTo>
                  <a:pt x="1540227" y="123047"/>
                </a:lnTo>
                <a:lnTo>
                  <a:pt x="1540227" y="106584"/>
                </a:lnTo>
                <a:cubicBezTo>
                  <a:pt x="1533551" y="113825"/>
                  <a:pt x="1528459" y="118379"/>
                  <a:pt x="1524952" y="120246"/>
                </a:cubicBezTo>
                <a:cubicBezTo>
                  <a:pt x="1521444" y="122113"/>
                  <a:pt x="1517739" y="123047"/>
                  <a:pt x="1513835" y="123047"/>
                </a:cubicBezTo>
                <a:cubicBezTo>
                  <a:pt x="1509479" y="123047"/>
                  <a:pt x="1505703" y="121788"/>
                  <a:pt x="1502507" y="119270"/>
                </a:cubicBezTo>
                <a:cubicBezTo>
                  <a:pt x="1499310" y="116753"/>
                  <a:pt x="1497090" y="113514"/>
                  <a:pt x="1495845" y="109554"/>
                </a:cubicBezTo>
                <a:cubicBezTo>
                  <a:pt x="1494600" y="105594"/>
                  <a:pt x="1493978" y="99993"/>
                  <a:pt x="1493978" y="92752"/>
                </a:cubicBezTo>
                <a:lnTo>
                  <a:pt x="1493978" y="58044"/>
                </a:lnTo>
                <a:cubicBezTo>
                  <a:pt x="1493978" y="54367"/>
                  <a:pt x="1493582" y="51821"/>
                  <a:pt x="1492790" y="50407"/>
                </a:cubicBezTo>
                <a:cubicBezTo>
                  <a:pt x="1491998" y="48992"/>
                  <a:pt x="1490824" y="47903"/>
                  <a:pt x="1489268" y="47140"/>
                </a:cubicBezTo>
                <a:cubicBezTo>
                  <a:pt x="1487713" y="46376"/>
                  <a:pt x="1484898" y="46022"/>
                  <a:pt x="1480825" y="46079"/>
                </a:cubicBezTo>
                <a:lnTo>
                  <a:pt x="1480825" y="42939"/>
                </a:lnTo>
                <a:lnTo>
                  <a:pt x="1508065" y="42939"/>
                </a:lnTo>
                <a:lnTo>
                  <a:pt x="1508065" y="94831"/>
                </a:lnTo>
                <a:cubicBezTo>
                  <a:pt x="1508065" y="102055"/>
                  <a:pt x="1509324" y="106795"/>
                  <a:pt x="1511841" y="109053"/>
                </a:cubicBezTo>
                <a:cubicBezTo>
                  <a:pt x="1514359" y="111310"/>
                  <a:pt x="1517399" y="112439"/>
                  <a:pt x="1520964" y="112439"/>
                </a:cubicBezTo>
                <a:cubicBezTo>
                  <a:pt x="1523396" y="112439"/>
                  <a:pt x="1526154" y="111677"/>
                  <a:pt x="1529237" y="110153"/>
                </a:cubicBezTo>
                <a:cubicBezTo>
                  <a:pt x="1532321" y="108629"/>
                  <a:pt x="1535984" y="105724"/>
                  <a:pt x="1540227" y="101437"/>
                </a:cubicBezTo>
                <a:lnTo>
                  <a:pt x="1540227" y="57506"/>
                </a:lnTo>
                <a:cubicBezTo>
                  <a:pt x="1540227" y="53104"/>
                  <a:pt x="1539421" y="50127"/>
                  <a:pt x="1537808" y="48577"/>
                </a:cubicBezTo>
                <a:cubicBezTo>
                  <a:pt x="1536196" y="47025"/>
                  <a:pt x="1532844" y="46192"/>
                  <a:pt x="1527752" y="46079"/>
                </a:cubicBezTo>
                <a:lnTo>
                  <a:pt x="1527752" y="42939"/>
                </a:lnTo>
                <a:lnTo>
                  <a:pt x="1554229" y="42939"/>
                </a:lnTo>
                <a:close/>
                <a:moveTo>
                  <a:pt x="1595555" y="17311"/>
                </a:moveTo>
                <a:lnTo>
                  <a:pt x="1595555" y="42939"/>
                </a:lnTo>
                <a:lnTo>
                  <a:pt x="1613715" y="42939"/>
                </a:lnTo>
                <a:lnTo>
                  <a:pt x="1613715" y="48879"/>
                </a:lnTo>
                <a:lnTo>
                  <a:pt x="1595555" y="48879"/>
                </a:lnTo>
                <a:lnTo>
                  <a:pt x="1595555" y="99217"/>
                </a:lnTo>
                <a:cubicBezTo>
                  <a:pt x="1595555" y="104247"/>
                  <a:pt x="1596277" y="107638"/>
                  <a:pt x="1597719" y="109390"/>
                </a:cubicBezTo>
                <a:cubicBezTo>
                  <a:pt x="1599162" y="111140"/>
                  <a:pt x="1601015" y="112015"/>
                  <a:pt x="1603278" y="112015"/>
                </a:cubicBezTo>
                <a:cubicBezTo>
                  <a:pt x="1605145" y="112015"/>
                  <a:pt x="1606955" y="111435"/>
                  <a:pt x="1608709" y="110275"/>
                </a:cubicBezTo>
                <a:cubicBezTo>
                  <a:pt x="1610463" y="109116"/>
                  <a:pt x="1611820" y="107404"/>
                  <a:pt x="1612782" y="105141"/>
                </a:cubicBezTo>
                <a:lnTo>
                  <a:pt x="1616092" y="105141"/>
                </a:lnTo>
                <a:cubicBezTo>
                  <a:pt x="1614111" y="110701"/>
                  <a:pt x="1611311" y="114906"/>
                  <a:pt x="1607690" y="117756"/>
                </a:cubicBezTo>
                <a:cubicBezTo>
                  <a:pt x="1604070" y="120604"/>
                  <a:pt x="1600336" y="122028"/>
                  <a:pt x="1596489" y="122028"/>
                </a:cubicBezTo>
                <a:cubicBezTo>
                  <a:pt x="1593887" y="122028"/>
                  <a:pt x="1591341" y="121306"/>
                  <a:pt x="1588852" y="119862"/>
                </a:cubicBezTo>
                <a:cubicBezTo>
                  <a:pt x="1586362" y="118417"/>
                  <a:pt x="1584524" y="116351"/>
                  <a:pt x="1583336" y="113662"/>
                </a:cubicBezTo>
                <a:cubicBezTo>
                  <a:pt x="1582148" y="110971"/>
                  <a:pt x="1581554" y="106822"/>
                  <a:pt x="1581554" y="101214"/>
                </a:cubicBezTo>
                <a:lnTo>
                  <a:pt x="1581554" y="48879"/>
                </a:lnTo>
                <a:lnTo>
                  <a:pt x="1569249" y="48879"/>
                </a:lnTo>
                <a:lnTo>
                  <a:pt x="1569249" y="46079"/>
                </a:lnTo>
                <a:cubicBezTo>
                  <a:pt x="1572360" y="44831"/>
                  <a:pt x="1575543" y="42717"/>
                  <a:pt x="1578796" y="39738"/>
                </a:cubicBezTo>
                <a:cubicBezTo>
                  <a:pt x="1582049" y="36759"/>
                  <a:pt x="1584948" y="33227"/>
                  <a:pt x="1587494" y="29141"/>
                </a:cubicBezTo>
                <a:cubicBezTo>
                  <a:pt x="1588795" y="26986"/>
                  <a:pt x="1590605" y="23043"/>
                  <a:pt x="1592925" y="17311"/>
                </a:cubicBezTo>
                <a:lnTo>
                  <a:pt x="1595555" y="17311"/>
                </a:lnTo>
                <a:close/>
                <a:moveTo>
                  <a:pt x="1671534" y="40733"/>
                </a:moveTo>
                <a:lnTo>
                  <a:pt x="1671534" y="67039"/>
                </a:lnTo>
                <a:lnTo>
                  <a:pt x="1668734" y="67039"/>
                </a:lnTo>
                <a:cubicBezTo>
                  <a:pt x="1666584" y="58788"/>
                  <a:pt x="1663826" y="53176"/>
                  <a:pt x="1660460" y="50203"/>
                </a:cubicBezTo>
                <a:cubicBezTo>
                  <a:pt x="1657094" y="47227"/>
                  <a:pt x="1652808" y="45739"/>
                  <a:pt x="1647604" y="45739"/>
                </a:cubicBezTo>
                <a:cubicBezTo>
                  <a:pt x="1643644" y="45739"/>
                  <a:pt x="1640447" y="46785"/>
                  <a:pt x="1638014" y="48877"/>
                </a:cubicBezTo>
                <a:cubicBezTo>
                  <a:pt x="1635582" y="50966"/>
                  <a:pt x="1634365" y="53283"/>
                  <a:pt x="1634365" y="55827"/>
                </a:cubicBezTo>
                <a:cubicBezTo>
                  <a:pt x="1634365" y="58992"/>
                  <a:pt x="1635271" y="61704"/>
                  <a:pt x="1637081" y="63963"/>
                </a:cubicBezTo>
                <a:cubicBezTo>
                  <a:pt x="1638835" y="66281"/>
                  <a:pt x="1642399" y="68739"/>
                  <a:pt x="1647773" y="71338"/>
                </a:cubicBezTo>
                <a:lnTo>
                  <a:pt x="1660163" y="77358"/>
                </a:lnTo>
                <a:cubicBezTo>
                  <a:pt x="1671647" y="82951"/>
                  <a:pt x="1677389" y="90326"/>
                  <a:pt x="1677389" y="99482"/>
                </a:cubicBezTo>
                <a:cubicBezTo>
                  <a:pt x="1677389" y="106545"/>
                  <a:pt x="1674716" y="112239"/>
                  <a:pt x="1669370" y="116563"/>
                </a:cubicBezTo>
                <a:cubicBezTo>
                  <a:pt x="1664024" y="120885"/>
                  <a:pt x="1658041" y="123047"/>
                  <a:pt x="1651422" y="123047"/>
                </a:cubicBezTo>
                <a:cubicBezTo>
                  <a:pt x="1646670" y="123047"/>
                  <a:pt x="1641239" y="122198"/>
                  <a:pt x="1635129" y="120501"/>
                </a:cubicBezTo>
                <a:cubicBezTo>
                  <a:pt x="1633262" y="119935"/>
                  <a:pt x="1631735" y="119652"/>
                  <a:pt x="1630547" y="119652"/>
                </a:cubicBezTo>
                <a:cubicBezTo>
                  <a:pt x="1629246" y="119652"/>
                  <a:pt x="1628227" y="120388"/>
                  <a:pt x="1627492" y="121859"/>
                </a:cubicBezTo>
                <a:lnTo>
                  <a:pt x="1624691" y="121859"/>
                </a:lnTo>
                <a:lnTo>
                  <a:pt x="1624691" y="94025"/>
                </a:lnTo>
                <a:lnTo>
                  <a:pt x="1627492" y="94025"/>
                </a:lnTo>
                <a:cubicBezTo>
                  <a:pt x="1629076" y="101973"/>
                  <a:pt x="1632103" y="107963"/>
                  <a:pt x="1636572" y="111994"/>
                </a:cubicBezTo>
                <a:cubicBezTo>
                  <a:pt x="1641041" y="116025"/>
                  <a:pt x="1646048" y="118040"/>
                  <a:pt x="1651592" y="118040"/>
                </a:cubicBezTo>
                <a:cubicBezTo>
                  <a:pt x="1655496" y="118040"/>
                  <a:pt x="1658678" y="116896"/>
                  <a:pt x="1661139" y="114608"/>
                </a:cubicBezTo>
                <a:cubicBezTo>
                  <a:pt x="1663600" y="112319"/>
                  <a:pt x="1664830" y="109564"/>
                  <a:pt x="1664830" y="106343"/>
                </a:cubicBezTo>
                <a:cubicBezTo>
                  <a:pt x="1664830" y="102443"/>
                  <a:pt x="1663458" y="99165"/>
                  <a:pt x="1660714" y="96509"/>
                </a:cubicBezTo>
                <a:cubicBezTo>
                  <a:pt x="1657971" y="93854"/>
                  <a:pt x="1652497" y="90492"/>
                  <a:pt x="1644294" y="86424"/>
                </a:cubicBezTo>
                <a:cubicBezTo>
                  <a:pt x="1636091" y="82355"/>
                  <a:pt x="1630717" y="78681"/>
                  <a:pt x="1628171" y="75403"/>
                </a:cubicBezTo>
                <a:cubicBezTo>
                  <a:pt x="1625625" y="72182"/>
                  <a:pt x="1624352" y="68113"/>
                  <a:pt x="1624352" y="63197"/>
                </a:cubicBezTo>
                <a:cubicBezTo>
                  <a:pt x="1624352" y="56811"/>
                  <a:pt x="1626544" y="51471"/>
                  <a:pt x="1630929" y="47177"/>
                </a:cubicBezTo>
                <a:cubicBezTo>
                  <a:pt x="1635313" y="42881"/>
                  <a:pt x="1640985" y="40733"/>
                  <a:pt x="1647943" y="40733"/>
                </a:cubicBezTo>
                <a:cubicBezTo>
                  <a:pt x="1650998" y="40733"/>
                  <a:pt x="1654704" y="41383"/>
                  <a:pt x="1659060" y="42684"/>
                </a:cubicBezTo>
                <a:cubicBezTo>
                  <a:pt x="1661945" y="43533"/>
                  <a:pt x="1663868" y="43957"/>
                  <a:pt x="1664830" y="43957"/>
                </a:cubicBezTo>
                <a:cubicBezTo>
                  <a:pt x="1665735" y="43957"/>
                  <a:pt x="1666443" y="43759"/>
                  <a:pt x="1666952" y="43363"/>
                </a:cubicBezTo>
                <a:cubicBezTo>
                  <a:pt x="1667461" y="42967"/>
                  <a:pt x="1668055" y="42090"/>
                  <a:pt x="1668734" y="40733"/>
                </a:cubicBezTo>
                <a:lnTo>
                  <a:pt x="1671534" y="40733"/>
                </a:lnTo>
                <a:close/>
                <a:moveTo>
                  <a:pt x="1692807" y="149693"/>
                </a:moveTo>
                <a:lnTo>
                  <a:pt x="1692807" y="145959"/>
                </a:lnTo>
                <a:cubicBezTo>
                  <a:pt x="1698634" y="144028"/>
                  <a:pt x="1703145" y="141033"/>
                  <a:pt x="1706342" y="136972"/>
                </a:cubicBezTo>
                <a:cubicBezTo>
                  <a:pt x="1709538" y="132913"/>
                  <a:pt x="1711136" y="128611"/>
                  <a:pt x="1711136" y="124068"/>
                </a:cubicBezTo>
                <a:cubicBezTo>
                  <a:pt x="1711136" y="122991"/>
                  <a:pt x="1710882" y="122085"/>
                  <a:pt x="1710372" y="121350"/>
                </a:cubicBezTo>
                <a:cubicBezTo>
                  <a:pt x="1709976" y="120840"/>
                  <a:pt x="1709580" y="120586"/>
                  <a:pt x="1709184" y="120586"/>
                </a:cubicBezTo>
                <a:cubicBezTo>
                  <a:pt x="1708562" y="120586"/>
                  <a:pt x="1707204" y="121152"/>
                  <a:pt x="1705111" y="122283"/>
                </a:cubicBezTo>
                <a:cubicBezTo>
                  <a:pt x="1704093" y="122792"/>
                  <a:pt x="1703018" y="123047"/>
                  <a:pt x="1701887" y="123047"/>
                </a:cubicBezTo>
                <a:cubicBezTo>
                  <a:pt x="1699114" y="123047"/>
                  <a:pt x="1696908" y="122226"/>
                  <a:pt x="1695267" y="120586"/>
                </a:cubicBezTo>
                <a:cubicBezTo>
                  <a:pt x="1693627" y="118945"/>
                  <a:pt x="1692807" y="116682"/>
                  <a:pt x="1692807" y="113797"/>
                </a:cubicBezTo>
                <a:cubicBezTo>
                  <a:pt x="1692807" y="111025"/>
                  <a:pt x="1693867" y="108649"/>
                  <a:pt x="1695989" y="106669"/>
                </a:cubicBezTo>
                <a:cubicBezTo>
                  <a:pt x="1698110" y="104689"/>
                  <a:pt x="1700698" y="103699"/>
                  <a:pt x="1703753" y="103699"/>
                </a:cubicBezTo>
                <a:cubicBezTo>
                  <a:pt x="1707487" y="103699"/>
                  <a:pt x="1710811" y="105329"/>
                  <a:pt x="1713724" y="108589"/>
                </a:cubicBezTo>
                <a:cubicBezTo>
                  <a:pt x="1716638" y="111847"/>
                  <a:pt x="1718095" y="116168"/>
                  <a:pt x="1718095" y="121551"/>
                </a:cubicBezTo>
                <a:cubicBezTo>
                  <a:pt x="1718095" y="127390"/>
                  <a:pt x="1716072" y="132818"/>
                  <a:pt x="1712027" y="137834"/>
                </a:cubicBezTo>
                <a:cubicBezTo>
                  <a:pt x="1707982" y="142849"/>
                  <a:pt x="1701575" y="146802"/>
                  <a:pt x="1692807" y="1496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Text responses,orcode">
            <a:extLst xmlns:a="http://schemas.openxmlformats.org/drawingml/2006/main">
              <a:ext uri="{FF2B5EF4-FFF2-40B4-BE49-F238E27FC236}">
                <a16:creationId xmlns:a16="http://schemas.microsoft.com/office/drawing/2014/main" id="{BCC7A811-3E1D-4833-AC2F-8F0B8C38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336" y="9414405"/>
            <a:ext cx="1272890" cy="157839"/>
          </a:xfrm>
          <a:custGeom xmlns:a="http://schemas.openxmlformats.org/drawingml/2006/main">
            <a:pathLst>
              <a:path w="1272890" h="157839">
                <a:moveTo>
                  <a:pt x="27070" y="40733"/>
                </a:moveTo>
                <a:lnTo>
                  <a:pt x="27070" y="58214"/>
                </a:lnTo>
                <a:cubicBezTo>
                  <a:pt x="33576" y="46560"/>
                  <a:pt x="40252" y="40733"/>
                  <a:pt x="47097" y="40733"/>
                </a:cubicBezTo>
                <a:cubicBezTo>
                  <a:pt x="50209" y="40733"/>
                  <a:pt x="52783" y="41680"/>
                  <a:pt x="54819" y="43576"/>
                </a:cubicBezTo>
                <a:cubicBezTo>
                  <a:pt x="56856" y="45471"/>
                  <a:pt x="57874" y="47663"/>
                  <a:pt x="57874" y="50152"/>
                </a:cubicBezTo>
                <a:cubicBezTo>
                  <a:pt x="57874" y="52359"/>
                  <a:pt x="57139" y="54225"/>
                  <a:pt x="55668" y="55753"/>
                </a:cubicBezTo>
                <a:cubicBezTo>
                  <a:pt x="54197" y="57280"/>
                  <a:pt x="52443" y="58044"/>
                  <a:pt x="50407" y="58044"/>
                </a:cubicBezTo>
                <a:cubicBezTo>
                  <a:pt x="48427" y="58044"/>
                  <a:pt x="46206" y="57068"/>
                  <a:pt x="43745" y="55116"/>
                </a:cubicBezTo>
                <a:cubicBezTo>
                  <a:pt x="41284" y="53165"/>
                  <a:pt x="39460" y="52189"/>
                  <a:pt x="38272" y="52189"/>
                </a:cubicBezTo>
                <a:cubicBezTo>
                  <a:pt x="37253" y="52189"/>
                  <a:pt x="36150" y="52753"/>
                  <a:pt x="34962" y="53881"/>
                </a:cubicBezTo>
                <a:cubicBezTo>
                  <a:pt x="32416" y="56195"/>
                  <a:pt x="29786" y="60004"/>
                  <a:pt x="27070" y="65308"/>
                </a:cubicBezTo>
                <a:lnTo>
                  <a:pt x="27070" y="102466"/>
                </a:lnTo>
                <a:cubicBezTo>
                  <a:pt x="27070" y="106753"/>
                  <a:pt x="27608" y="109997"/>
                  <a:pt x="28683" y="112198"/>
                </a:cubicBezTo>
                <a:cubicBezTo>
                  <a:pt x="29418" y="113722"/>
                  <a:pt x="30719" y="114992"/>
                  <a:pt x="32586" y="116009"/>
                </a:cubicBezTo>
                <a:cubicBezTo>
                  <a:pt x="34453" y="117023"/>
                  <a:pt x="37140" y="117531"/>
                  <a:pt x="40648" y="117531"/>
                </a:cubicBezTo>
                <a:lnTo>
                  <a:pt x="40648" y="120671"/>
                </a:lnTo>
                <a:lnTo>
                  <a:pt x="849" y="120671"/>
                </a:lnTo>
                <a:lnTo>
                  <a:pt x="849" y="117531"/>
                </a:lnTo>
                <a:cubicBezTo>
                  <a:pt x="4809" y="117531"/>
                  <a:pt x="7751" y="116910"/>
                  <a:pt x="9674" y="115669"/>
                </a:cubicBezTo>
                <a:cubicBezTo>
                  <a:pt x="11088" y="114766"/>
                  <a:pt x="12078" y="113326"/>
                  <a:pt x="12644" y="111349"/>
                </a:cubicBezTo>
                <a:cubicBezTo>
                  <a:pt x="12927" y="110389"/>
                  <a:pt x="13068" y="107652"/>
                  <a:pt x="13068" y="103136"/>
                </a:cubicBezTo>
                <a:lnTo>
                  <a:pt x="13068" y="73078"/>
                </a:lnTo>
                <a:cubicBezTo>
                  <a:pt x="13068" y="64045"/>
                  <a:pt x="12885" y="58669"/>
                  <a:pt x="12517" y="56949"/>
                </a:cubicBezTo>
                <a:cubicBezTo>
                  <a:pt x="12149" y="55227"/>
                  <a:pt x="11470" y="53971"/>
                  <a:pt x="10480" y="53181"/>
                </a:cubicBezTo>
                <a:cubicBezTo>
                  <a:pt x="9490" y="52390"/>
                  <a:pt x="8260" y="51995"/>
                  <a:pt x="6789" y="51995"/>
                </a:cubicBezTo>
                <a:cubicBezTo>
                  <a:pt x="5035" y="51995"/>
                  <a:pt x="3055" y="52419"/>
                  <a:pt x="849" y="53265"/>
                </a:cubicBezTo>
                <a:lnTo>
                  <a:pt x="0" y="50216"/>
                </a:lnTo>
                <a:lnTo>
                  <a:pt x="23506" y="40733"/>
                </a:lnTo>
                <a:lnTo>
                  <a:pt x="27070" y="40733"/>
                </a:lnTo>
                <a:close/>
                <a:moveTo>
                  <a:pt x="75269" y="72301"/>
                </a:moveTo>
                <a:cubicBezTo>
                  <a:pt x="75213" y="83815"/>
                  <a:pt x="78013" y="92846"/>
                  <a:pt x="83670" y="99395"/>
                </a:cubicBezTo>
                <a:cubicBezTo>
                  <a:pt x="89328" y="105941"/>
                  <a:pt x="95975" y="109215"/>
                  <a:pt x="103612" y="109215"/>
                </a:cubicBezTo>
                <a:cubicBezTo>
                  <a:pt x="108704" y="109215"/>
                  <a:pt x="113131" y="107814"/>
                  <a:pt x="116893" y="105014"/>
                </a:cubicBezTo>
                <a:cubicBezTo>
                  <a:pt x="120655" y="102214"/>
                  <a:pt x="123809" y="97419"/>
                  <a:pt x="126355" y="90630"/>
                </a:cubicBezTo>
                <a:lnTo>
                  <a:pt x="128985" y="92327"/>
                </a:lnTo>
                <a:cubicBezTo>
                  <a:pt x="127797" y="100078"/>
                  <a:pt x="124346" y="107136"/>
                  <a:pt x="118633" y="113500"/>
                </a:cubicBezTo>
                <a:cubicBezTo>
                  <a:pt x="112919" y="119864"/>
                  <a:pt x="105762" y="123047"/>
                  <a:pt x="97163" y="123047"/>
                </a:cubicBezTo>
                <a:cubicBezTo>
                  <a:pt x="87828" y="123047"/>
                  <a:pt x="79837" y="119420"/>
                  <a:pt x="73190" y="112166"/>
                </a:cubicBezTo>
                <a:cubicBezTo>
                  <a:pt x="66543" y="104911"/>
                  <a:pt x="63219" y="95157"/>
                  <a:pt x="63219" y="82905"/>
                </a:cubicBezTo>
                <a:cubicBezTo>
                  <a:pt x="63219" y="69639"/>
                  <a:pt x="66628" y="59294"/>
                  <a:pt x="73445" y="51871"/>
                </a:cubicBezTo>
                <a:cubicBezTo>
                  <a:pt x="80262" y="44445"/>
                  <a:pt x="88818" y="40733"/>
                  <a:pt x="99115" y="40733"/>
                </a:cubicBezTo>
                <a:cubicBezTo>
                  <a:pt x="107827" y="40733"/>
                  <a:pt x="114984" y="43597"/>
                  <a:pt x="120584" y="49325"/>
                </a:cubicBezTo>
                <a:cubicBezTo>
                  <a:pt x="126185" y="55051"/>
                  <a:pt x="128985" y="62710"/>
                  <a:pt x="128985" y="72301"/>
                </a:cubicBezTo>
                <a:lnTo>
                  <a:pt x="75269" y="72301"/>
                </a:lnTo>
                <a:moveTo>
                  <a:pt x="75269" y="67379"/>
                </a:moveTo>
                <a:lnTo>
                  <a:pt x="111250" y="67379"/>
                </a:lnTo>
                <a:cubicBezTo>
                  <a:pt x="110967" y="62400"/>
                  <a:pt x="110373" y="58893"/>
                  <a:pt x="109468" y="56856"/>
                </a:cubicBezTo>
                <a:cubicBezTo>
                  <a:pt x="108053" y="53688"/>
                  <a:pt x="105946" y="51199"/>
                  <a:pt x="103146" y="49388"/>
                </a:cubicBezTo>
                <a:cubicBezTo>
                  <a:pt x="100345" y="47578"/>
                  <a:pt x="97418" y="46673"/>
                  <a:pt x="94363" y="46673"/>
                </a:cubicBezTo>
                <a:cubicBezTo>
                  <a:pt x="89667" y="46673"/>
                  <a:pt x="85467" y="48497"/>
                  <a:pt x="81761" y="52146"/>
                </a:cubicBezTo>
                <a:cubicBezTo>
                  <a:pt x="78055" y="55795"/>
                  <a:pt x="75892" y="60873"/>
                  <a:pt x="75269" y="67379"/>
                </a:cubicBezTo>
                <a:close/>
                <a:moveTo>
                  <a:pt x="189601" y="40733"/>
                </a:moveTo>
                <a:lnTo>
                  <a:pt x="189601" y="67039"/>
                </a:lnTo>
                <a:lnTo>
                  <a:pt x="186801" y="67039"/>
                </a:lnTo>
                <a:cubicBezTo>
                  <a:pt x="184651" y="58788"/>
                  <a:pt x="181893" y="53176"/>
                  <a:pt x="178527" y="50203"/>
                </a:cubicBezTo>
                <a:cubicBezTo>
                  <a:pt x="175161" y="47227"/>
                  <a:pt x="170876" y="45739"/>
                  <a:pt x="165671" y="45739"/>
                </a:cubicBezTo>
                <a:cubicBezTo>
                  <a:pt x="161711" y="45739"/>
                  <a:pt x="158514" y="46785"/>
                  <a:pt x="156082" y="48877"/>
                </a:cubicBezTo>
                <a:cubicBezTo>
                  <a:pt x="153649" y="50966"/>
                  <a:pt x="152433" y="53283"/>
                  <a:pt x="152433" y="55827"/>
                </a:cubicBezTo>
                <a:cubicBezTo>
                  <a:pt x="152433" y="58992"/>
                  <a:pt x="153338" y="61704"/>
                  <a:pt x="155148" y="63963"/>
                </a:cubicBezTo>
                <a:cubicBezTo>
                  <a:pt x="156902" y="66281"/>
                  <a:pt x="160466" y="68739"/>
                  <a:pt x="165841" y="71338"/>
                </a:cubicBezTo>
                <a:lnTo>
                  <a:pt x="178230" y="77358"/>
                </a:lnTo>
                <a:cubicBezTo>
                  <a:pt x="189715" y="82951"/>
                  <a:pt x="195457" y="90326"/>
                  <a:pt x="195457" y="99482"/>
                </a:cubicBezTo>
                <a:cubicBezTo>
                  <a:pt x="195457" y="106545"/>
                  <a:pt x="192784" y="112239"/>
                  <a:pt x="187438" y="116563"/>
                </a:cubicBezTo>
                <a:cubicBezTo>
                  <a:pt x="182091" y="120885"/>
                  <a:pt x="176109" y="123047"/>
                  <a:pt x="169490" y="123047"/>
                </a:cubicBezTo>
                <a:cubicBezTo>
                  <a:pt x="164738" y="123047"/>
                  <a:pt x="159306" y="122198"/>
                  <a:pt x="153197" y="120501"/>
                </a:cubicBezTo>
                <a:cubicBezTo>
                  <a:pt x="151330" y="119935"/>
                  <a:pt x="149802" y="119652"/>
                  <a:pt x="148614" y="119652"/>
                </a:cubicBezTo>
                <a:cubicBezTo>
                  <a:pt x="147313" y="119652"/>
                  <a:pt x="146295" y="120388"/>
                  <a:pt x="145559" y="121859"/>
                </a:cubicBezTo>
                <a:lnTo>
                  <a:pt x="142759" y="121859"/>
                </a:lnTo>
                <a:lnTo>
                  <a:pt x="142759" y="94025"/>
                </a:lnTo>
                <a:lnTo>
                  <a:pt x="145559" y="94025"/>
                </a:lnTo>
                <a:cubicBezTo>
                  <a:pt x="147143" y="101973"/>
                  <a:pt x="150170" y="107963"/>
                  <a:pt x="154639" y="111994"/>
                </a:cubicBezTo>
                <a:cubicBezTo>
                  <a:pt x="159108" y="116025"/>
                  <a:pt x="164115" y="118040"/>
                  <a:pt x="169659" y="118040"/>
                </a:cubicBezTo>
                <a:cubicBezTo>
                  <a:pt x="173563" y="118040"/>
                  <a:pt x="176745" y="116896"/>
                  <a:pt x="179206" y="114608"/>
                </a:cubicBezTo>
                <a:cubicBezTo>
                  <a:pt x="181667" y="112319"/>
                  <a:pt x="182898" y="109564"/>
                  <a:pt x="182898" y="106343"/>
                </a:cubicBezTo>
                <a:cubicBezTo>
                  <a:pt x="182898" y="102443"/>
                  <a:pt x="181526" y="99165"/>
                  <a:pt x="178782" y="96509"/>
                </a:cubicBezTo>
                <a:cubicBezTo>
                  <a:pt x="176038" y="93854"/>
                  <a:pt x="170565" y="90492"/>
                  <a:pt x="162361" y="86424"/>
                </a:cubicBezTo>
                <a:cubicBezTo>
                  <a:pt x="154158" y="82355"/>
                  <a:pt x="148784" y="78681"/>
                  <a:pt x="146238" y="75403"/>
                </a:cubicBezTo>
                <a:cubicBezTo>
                  <a:pt x="143692" y="72182"/>
                  <a:pt x="142419" y="68113"/>
                  <a:pt x="142419" y="63197"/>
                </a:cubicBezTo>
                <a:cubicBezTo>
                  <a:pt x="142419" y="56811"/>
                  <a:pt x="144612" y="51471"/>
                  <a:pt x="148996" y="47177"/>
                </a:cubicBezTo>
                <a:cubicBezTo>
                  <a:pt x="153380" y="42881"/>
                  <a:pt x="159052" y="40733"/>
                  <a:pt x="166010" y="40733"/>
                </a:cubicBezTo>
                <a:cubicBezTo>
                  <a:pt x="169065" y="40733"/>
                  <a:pt x="172771" y="41383"/>
                  <a:pt x="177127" y="42684"/>
                </a:cubicBezTo>
                <a:cubicBezTo>
                  <a:pt x="180012" y="43533"/>
                  <a:pt x="181936" y="43957"/>
                  <a:pt x="182898" y="43957"/>
                </a:cubicBezTo>
                <a:cubicBezTo>
                  <a:pt x="183803" y="43957"/>
                  <a:pt x="184510" y="43759"/>
                  <a:pt x="185019" y="43363"/>
                </a:cubicBezTo>
                <a:cubicBezTo>
                  <a:pt x="185528" y="42967"/>
                  <a:pt x="186122" y="42090"/>
                  <a:pt x="186801" y="40733"/>
                </a:cubicBezTo>
                <a:lnTo>
                  <a:pt x="189601" y="40733"/>
                </a:lnTo>
                <a:close/>
                <a:moveTo>
                  <a:pt x="201370" y="50584"/>
                </a:moveTo>
                <a:lnTo>
                  <a:pt x="225300" y="40902"/>
                </a:lnTo>
                <a:lnTo>
                  <a:pt x="228525" y="40902"/>
                </a:lnTo>
                <a:lnTo>
                  <a:pt x="228525" y="59062"/>
                </a:lnTo>
                <a:cubicBezTo>
                  <a:pt x="232541" y="52217"/>
                  <a:pt x="236572" y="47451"/>
                  <a:pt x="240617" y="44764"/>
                </a:cubicBezTo>
                <a:cubicBezTo>
                  <a:pt x="244662" y="42076"/>
                  <a:pt x="248919" y="40733"/>
                  <a:pt x="253389" y="40733"/>
                </a:cubicBezTo>
                <a:cubicBezTo>
                  <a:pt x="261196" y="40733"/>
                  <a:pt x="267702" y="43784"/>
                  <a:pt x="272906" y="49887"/>
                </a:cubicBezTo>
                <a:cubicBezTo>
                  <a:pt x="279299" y="57348"/>
                  <a:pt x="282496" y="67068"/>
                  <a:pt x="282496" y="79050"/>
                </a:cubicBezTo>
                <a:cubicBezTo>
                  <a:pt x="282496" y="92443"/>
                  <a:pt x="278649" y="103520"/>
                  <a:pt x="270955" y="112280"/>
                </a:cubicBezTo>
                <a:cubicBezTo>
                  <a:pt x="264618" y="119458"/>
                  <a:pt x="256642" y="123047"/>
                  <a:pt x="247024" y="123047"/>
                </a:cubicBezTo>
                <a:cubicBezTo>
                  <a:pt x="242838" y="123047"/>
                  <a:pt x="239217" y="122453"/>
                  <a:pt x="236162" y="121265"/>
                </a:cubicBezTo>
                <a:cubicBezTo>
                  <a:pt x="233899" y="120416"/>
                  <a:pt x="231353" y="118719"/>
                  <a:pt x="228525" y="116173"/>
                </a:cubicBezTo>
                <a:lnTo>
                  <a:pt x="228525" y="139849"/>
                </a:lnTo>
                <a:cubicBezTo>
                  <a:pt x="228525" y="145167"/>
                  <a:pt x="228850" y="148547"/>
                  <a:pt x="229501" y="149990"/>
                </a:cubicBezTo>
                <a:cubicBezTo>
                  <a:pt x="230151" y="151432"/>
                  <a:pt x="231283" y="152578"/>
                  <a:pt x="232895" y="153427"/>
                </a:cubicBezTo>
                <a:cubicBezTo>
                  <a:pt x="234507" y="154275"/>
                  <a:pt x="237435" y="154699"/>
                  <a:pt x="241678" y="154699"/>
                </a:cubicBezTo>
                <a:lnTo>
                  <a:pt x="241678" y="157839"/>
                </a:lnTo>
                <a:lnTo>
                  <a:pt x="200945" y="157839"/>
                </a:lnTo>
                <a:lnTo>
                  <a:pt x="200945" y="154699"/>
                </a:lnTo>
                <a:lnTo>
                  <a:pt x="203067" y="154699"/>
                </a:lnTo>
                <a:cubicBezTo>
                  <a:pt x="206178" y="154756"/>
                  <a:pt x="208837" y="154161"/>
                  <a:pt x="211044" y="152915"/>
                </a:cubicBezTo>
                <a:cubicBezTo>
                  <a:pt x="212118" y="152292"/>
                  <a:pt x="212953" y="151287"/>
                  <a:pt x="213547" y="149900"/>
                </a:cubicBezTo>
                <a:cubicBezTo>
                  <a:pt x="214141" y="148514"/>
                  <a:pt x="214438" y="144990"/>
                  <a:pt x="214438" y="139329"/>
                </a:cubicBezTo>
                <a:lnTo>
                  <a:pt x="214438" y="65785"/>
                </a:lnTo>
                <a:cubicBezTo>
                  <a:pt x="214438" y="60746"/>
                  <a:pt x="214212" y="57548"/>
                  <a:pt x="213759" y="56190"/>
                </a:cubicBezTo>
                <a:cubicBezTo>
                  <a:pt x="213307" y="54831"/>
                  <a:pt x="212585" y="53812"/>
                  <a:pt x="211595" y="53133"/>
                </a:cubicBezTo>
                <a:cubicBezTo>
                  <a:pt x="210605" y="52452"/>
                  <a:pt x="209262" y="52112"/>
                  <a:pt x="207564" y="52112"/>
                </a:cubicBezTo>
                <a:cubicBezTo>
                  <a:pt x="206207" y="52112"/>
                  <a:pt x="204481" y="52508"/>
                  <a:pt x="202388" y="53300"/>
                </a:cubicBezTo>
                <a:lnTo>
                  <a:pt x="201370" y="50584"/>
                </a:lnTo>
                <a:moveTo>
                  <a:pt x="228525" y="64223"/>
                </a:moveTo>
                <a:lnTo>
                  <a:pt x="228525" y="93208"/>
                </a:lnTo>
                <a:cubicBezTo>
                  <a:pt x="228525" y="99480"/>
                  <a:pt x="228779" y="103605"/>
                  <a:pt x="229288" y="105582"/>
                </a:cubicBezTo>
                <a:cubicBezTo>
                  <a:pt x="230080" y="108859"/>
                  <a:pt x="232018" y="111741"/>
                  <a:pt x="235101" y="114227"/>
                </a:cubicBezTo>
                <a:cubicBezTo>
                  <a:pt x="238185" y="116712"/>
                  <a:pt x="242074" y="117955"/>
                  <a:pt x="246770" y="117955"/>
                </a:cubicBezTo>
                <a:cubicBezTo>
                  <a:pt x="252427" y="117955"/>
                  <a:pt x="257009" y="115751"/>
                  <a:pt x="260517" y="111344"/>
                </a:cubicBezTo>
                <a:cubicBezTo>
                  <a:pt x="265099" y="105582"/>
                  <a:pt x="267391" y="97475"/>
                  <a:pt x="267391" y="87021"/>
                </a:cubicBezTo>
                <a:cubicBezTo>
                  <a:pt x="267391" y="75157"/>
                  <a:pt x="264788" y="66032"/>
                  <a:pt x="259583" y="59648"/>
                </a:cubicBezTo>
                <a:cubicBezTo>
                  <a:pt x="255963" y="55241"/>
                  <a:pt x="251663" y="53037"/>
                  <a:pt x="246685" y="53037"/>
                </a:cubicBezTo>
                <a:cubicBezTo>
                  <a:pt x="243969" y="53037"/>
                  <a:pt x="241282" y="53715"/>
                  <a:pt x="238623" y="55071"/>
                </a:cubicBezTo>
                <a:cubicBezTo>
                  <a:pt x="236586" y="56088"/>
                  <a:pt x="233220" y="59138"/>
                  <a:pt x="228525" y="64223"/>
                </a:cubicBezTo>
                <a:close/>
                <a:moveTo>
                  <a:pt x="331884" y="40733"/>
                </a:moveTo>
                <a:cubicBezTo>
                  <a:pt x="343651" y="40733"/>
                  <a:pt x="353099" y="45198"/>
                  <a:pt x="360227" y="54127"/>
                </a:cubicBezTo>
                <a:cubicBezTo>
                  <a:pt x="366281" y="61756"/>
                  <a:pt x="369307" y="70516"/>
                  <a:pt x="369307" y="80407"/>
                </a:cubicBezTo>
                <a:cubicBezTo>
                  <a:pt x="369307" y="87359"/>
                  <a:pt x="367638" y="94395"/>
                  <a:pt x="364301" y="101516"/>
                </a:cubicBezTo>
                <a:cubicBezTo>
                  <a:pt x="360963" y="108636"/>
                  <a:pt x="356366" y="114004"/>
                  <a:pt x="350511" y="117621"/>
                </a:cubicBezTo>
                <a:cubicBezTo>
                  <a:pt x="344655" y="121238"/>
                  <a:pt x="338135" y="123047"/>
                  <a:pt x="330951" y="123047"/>
                </a:cubicBezTo>
                <a:cubicBezTo>
                  <a:pt x="319240" y="123047"/>
                  <a:pt x="309934" y="118384"/>
                  <a:pt x="303032" y="109058"/>
                </a:cubicBezTo>
                <a:cubicBezTo>
                  <a:pt x="297205" y="101203"/>
                  <a:pt x="294291" y="92388"/>
                  <a:pt x="294291" y="82611"/>
                </a:cubicBezTo>
                <a:cubicBezTo>
                  <a:pt x="294291" y="75490"/>
                  <a:pt x="296059" y="68411"/>
                  <a:pt x="299595" y="61375"/>
                </a:cubicBezTo>
                <a:cubicBezTo>
                  <a:pt x="303131" y="54339"/>
                  <a:pt x="307784" y="49139"/>
                  <a:pt x="313554" y="45777"/>
                </a:cubicBezTo>
                <a:cubicBezTo>
                  <a:pt x="319325" y="42414"/>
                  <a:pt x="325435" y="40733"/>
                  <a:pt x="331884" y="40733"/>
                </a:cubicBezTo>
                <a:moveTo>
                  <a:pt x="329253" y="46333"/>
                </a:moveTo>
                <a:cubicBezTo>
                  <a:pt x="326255" y="46333"/>
                  <a:pt x="323243" y="47224"/>
                  <a:pt x="320216" y="49004"/>
                </a:cubicBezTo>
                <a:cubicBezTo>
                  <a:pt x="317189" y="50784"/>
                  <a:pt x="314742" y="53906"/>
                  <a:pt x="312875" y="58370"/>
                </a:cubicBezTo>
                <a:cubicBezTo>
                  <a:pt x="311009" y="62834"/>
                  <a:pt x="310075" y="68569"/>
                  <a:pt x="310075" y="75576"/>
                </a:cubicBezTo>
                <a:cubicBezTo>
                  <a:pt x="310075" y="86876"/>
                  <a:pt x="312324" y="96624"/>
                  <a:pt x="316821" y="104818"/>
                </a:cubicBezTo>
                <a:cubicBezTo>
                  <a:pt x="321319" y="113010"/>
                  <a:pt x="327245" y="117107"/>
                  <a:pt x="334600" y="117107"/>
                </a:cubicBezTo>
                <a:cubicBezTo>
                  <a:pt x="340087" y="117107"/>
                  <a:pt x="344613" y="114846"/>
                  <a:pt x="348177" y="110326"/>
                </a:cubicBezTo>
                <a:cubicBezTo>
                  <a:pt x="351741" y="105805"/>
                  <a:pt x="353523" y="98036"/>
                  <a:pt x="353523" y="87018"/>
                </a:cubicBezTo>
                <a:cubicBezTo>
                  <a:pt x="353523" y="73230"/>
                  <a:pt x="350553" y="62381"/>
                  <a:pt x="344613" y="54469"/>
                </a:cubicBezTo>
                <a:cubicBezTo>
                  <a:pt x="340596" y="49045"/>
                  <a:pt x="335476" y="46333"/>
                  <a:pt x="329253" y="46333"/>
                </a:cubicBezTo>
                <a:close/>
                <a:moveTo>
                  <a:pt x="403421" y="57196"/>
                </a:moveTo>
                <a:cubicBezTo>
                  <a:pt x="412529" y="46220"/>
                  <a:pt x="421213" y="40733"/>
                  <a:pt x="429473" y="40733"/>
                </a:cubicBezTo>
                <a:cubicBezTo>
                  <a:pt x="433716" y="40733"/>
                  <a:pt x="437365" y="41792"/>
                  <a:pt x="440420" y="43910"/>
                </a:cubicBezTo>
                <a:cubicBezTo>
                  <a:pt x="443475" y="46026"/>
                  <a:pt x="445907" y="49511"/>
                  <a:pt x="447718" y="54366"/>
                </a:cubicBezTo>
                <a:cubicBezTo>
                  <a:pt x="448962" y="57752"/>
                  <a:pt x="449584" y="62945"/>
                  <a:pt x="449584" y="69946"/>
                </a:cubicBezTo>
                <a:lnTo>
                  <a:pt x="449584" y="103052"/>
                </a:lnTo>
                <a:cubicBezTo>
                  <a:pt x="449584" y="107963"/>
                  <a:pt x="449980" y="111294"/>
                  <a:pt x="450772" y="113044"/>
                </a:cubicBezTo>
                <a:cubicBezTo>
                  <a:pt x="451395" y="114455"/>
                  <a:pt x="452399" y="115555"/>
                  <a:pt x="453785" y="116345"/>
                </a:cubicBezTo>
                <a:cubicBezTo>
                  <a:pt x="455171" y="117136"/>
                  <a:pt x="457731" y="117531"/>
                  <a:pt x="461465" y="117531"/>
                </a:cubicBezTo>
                <a:lnTo>
                  <a:pt x="461465" y="120671"/>
                </a:lnTo>
                <a:lnTo>
                  <a:pt x="423023" y="120671"/>
                </a:lnTo>
                <a:lnTo>
                  <a:pt x="423023" y="117531"/>
                </a:lnTo>
                <a:lnTo>
                  <a:pt x="424636" y="117531"/>
                </a:lnTo>
                <a:cubicBezTo>
                  <a:pt x="428256" y="117531"/>
                  <a:pt x="430788" y="116982"/>
                  <a:pt x="432231" y="115884"/>
                </a:cubicBezTo>
                <a:cubicBezTo>
                  <a:pt x="433673" y="114786"/>
                  <a:pt x="434677" y="113169"/>
                  <a:pt x="435243" y="111031"/>
                </a:cubicBezTo>
                <a:cubicBezTo>
                  <a:pt x="435469" y="110186"/>
                  <a:pt x="435583" y="107540"/>
                  <a:pt x="435583" y="103094"/>
                </a:cubicBezTo>
                <a:lnTo>
                  <a:pt x="435583" y="71433"/>
                </a:lnTo>
                <a:cubicBezTo>
                  <a:pt x="435583" y="64399"/>
                  <a:pt x="434663" y="59291"/>
                  <a:pt x="432825" y="56111"/>
                </a:cubicBezTo>
                <a:cubicBezTo>
                  <a:pt x="430986" y="52930"/>
                  <a:pt x="427889" y="51340"/>
                  <a:pt x="423532" y="51340"/>
                </a:cubicBezTo>
                <a:cubicBezTo>
                  <a:pt x="416800" y="51340"/>
                  <a:pt x="410096" y="54999"/>
                  <a:pt x="403421" y="62316"/>
                </a:cubicBezTo>
                <a:lnTo>
                  <a:pt x="403421" y="103094"/>
                </a:lnTo>
                <a:cubicBezTo>
                  <a:pt x="403421" y="108329"/>
                  <a:pt x="403732" y="111565"/>
                  <a:pt x="404354" y="112803"/>
                </a:cubicBezTo>
                <a:cubicBezTo>
                  <a:pt x="405146" y="114434"/>
                  <a:pt x="406235" y="115630"/>
                  <a:pt x="407621" y="116391"/>
                </a:cubicBezTo>
                <a:cubicBezTo>
                  <a:pt x="409007" y="117151"/>
                  <a:pt x="411822" y="117531"/>
                  <a:pt x="416065" y="117531"/>
                </a:cubicBezTo>
                <a:lnTo>
                  <a:pt x="416065" y="120671"/>
                </a:lnTo>
                <a:lnTo>
                  <a:pt x="377623" y="120671"/>
                </a:lnTo>
                <a:lnTo>
                  <a:pt x="377623" y="117531"/>
                </a:lnTo>
                <a:lnTo>
                  <a:pt x="379321" y="117531"/>
                </a:lnTo>
                <a:cubicBezTo>
                  <a:pt x="383281" y="117531"/>
                  <a:pt x="385954" y="116529"/>
                  <a:pt x="387340" y="114526"/>
                </a:cubicBezTo>
                <a:cubicBezTo>
                  <a:pt x="388726" y="112521"/>
                  <a:pt x="389419" y="108697"/>
                  <a:pt x="389419" y="103052"/>
                </a:cubicBezTo>
                <a:lnTo>
                  <a:pt x="389419" y="74263"/>
                </a:lnTo>
                <a:cubicBezTo>
                  <a:pt x="389419" y="64950"/>
                  <a:pt x="389207" y="59277"/>
                  <a:pt x="388782" y="57246"/>
                </a:cubicBezTo>
                <a:cubicBezTo>
                  <a:pt x="388358" y="55213"/>
                  <a:pt x="387707" y="53829"/>
                  <a:pt x="386831" y="53096"/>
                </a:cubicBezTo>
                <a:cubicBezTo>
                  <a:pt x="385954" y="52362"/>
                  <a:pt x="384780" y="51995"/>
                  <a:pt x="383309" y="51995"/>
                </a:cubicBezTo>
                <a:cubicBezTo>
                  <a:pt x="381725" y="51995"/>
                  <a:pt x="379830" y="52419"/>
                  <a:pt x="377623" y="53265"/>
                </a:cubicBezTo>
                <a:lnTo>
                  <a:pt x="376350" y="50216"/>
                </a:lnTo>
                <a:lnTo>
                  <a:pt x="399772" y="40733"/>
                </a:lnTo>
                <a:lnTo>
                  <a:pt x="403421" y="40733"/>
                </a:lnTo>
                <a:lnTo>
                  <a:pt x="403421" y="57196"/>
                </a:lnTo>
                <a:close/>
                <a:moveTo>
                  <a:pt x="517897" y="40733"/>
                </a:moveTo>
                <a:lnTo>
                  <a:pt x="517897" y="67039"/>
                </a:lnTo>
                <a:lnTo>
                  <a:pt x="515096" y="67039"/>
                </a:lnTo>
                <a:cubicBezTo>
                  <a:pt x="512947" y="58788"/>
                  <a:pt x="510189" y="53176"/>
                  <a:pt x="506823" y="50203"/>
                </a:cubicBezTo>
                <a:cubicBezTo>
                  <a:pt x="503456" y="47227"/>
                  <a:pt x="499171" y="45739"/>
                  <a:pt x="493966" y="45739"/>
                </a:cubicBezTo>
                <a:cubicBezTo>
                  <a:pt x="490006" y="45739"/>
                  <a:pt x="486810" y="46785"/>
                  <a:pt x="484377" y="48877"/>
                </a:cubicBezTo>
                <a:cubicBezTo>
                  <a:pt x="481944" y="50966"/>
                  <a:pt x="480728" y="53283"/>
                  <a:pt x="480728" y="55827"/>
                </a:cubicBezTo>
                <a:cubicBezTo>
                  <a:pt x="480728" y="58992"/>
                  <a:pt x="481633" y="61704"/>
                  <a:pt x="483444" y="63963"/>
                </a:cubicBezTo>
                <a:cubicBezTo>
                  <a:pt x="485197" y="66281"/>
                  <a:pt x="488762" y="68739"/>
                  <a:pt x="494136" y="71338"/>
                </a:cubicBezTo>
                <a:lnTo>
                  <a:pt x="506525" y="77358"/>
                </a:lnTo>
                <a:cubicBezTo>
                  <a:pt x="518010" y="82951"/>
                  <a:pt x="523752" y="90326"/>
                  <a:pt x="523752" y="99482"/>
                </a:cubicBezTo>
                <a:cubicBezTo>
                  <a:pt x="523752" y="106545"/>
                  <a:pt x="521079" y="112239"/>
                  <a:pt x="515733" y="116563"/>
                </a:cubicBezTo>
                <a:cubicBezTo>
                  <a:pt x="510387" y="120885"/>
                  <a:pt x="504404" y="123047"/>
                  <a:pt x="497785" y="123047"/>
                </a:cubicBezTo>
                <a:cubicBezTo>
                  <a:pt x="493033" y="123047"/>
                  <a:pt x="487602" y="122198"/>
                  <a:pt x="481492" y="120501"/>
                </a:cubicBezTo>
                <a:cubicBezTo>
                  <a:pt x="479625" y="119935"/>
                  <a:pt x="478097" y="119652"/>
                  <a:pt x="476909" y="119652"/>
                </a:cubicBezTo>
                <a:cubicBezTo>
                  <a:pt x="475608" y="119652"/>
                  <a:pt x="474590" y="120388"/>
                  <a:pt x="473854" y="121859"/>
                </a:cubicBezTo>
                <a:lnTo>
                  <a:pt x="471054" y="121859"/>
                </a:lnTo>
                <a:lnTo>
                  <a:pt x="471054" y="94025"/>
                </a:lnTo>
                <a:lnTo>
                  <a:pt x="473854" y="94025"/>
                </a:lnTo>
                <a:cubicBezTo>
                  <a:pt x="475439" y="101973"/>
                  <a:pt x="478465" y="107963"/>
                  <a:pt x="482934" y="111994"/>
                </a:cubicBezTo>
                <a:cubicBezTo>
                  <a:pt x="487404" y="116025"/>
                  <a:pt x="492410" y="118040"/>
                  <a:pt x="497955" y="118040"/>
                </a:cubicBezTo>
                <a:cubicBezTo>
                  <a:pt x="501858" y="118040"/>
                  <a:pt x="505040" y="116896"/>
                  <a:pt x="507501" y="114608"/>
                </a:cubicBezTo>
                <a:cubicBezTo>
                  <a:pt x="509962" y="112319"/>
                  <a:pt x="511193" y="109564"/>
                  <a:pt x="511193" y="106343"/>
                </a:cubicBezTo>
                <a:cubicBezTo>
                  <a:pt x="511193" y="102443"/>
                  <a:pt x="509821" y="99165"/>
                  <a:pt x="507077" y="96509"/>
                </a:cubicBezTo>
                <a:cubicBezTo>
                  <a:pt x="504333" y="93854"/>
                  <a:pt x="498860" y="90492"/>
                  <a:pt x="490657" y="86424"/>
                </a:cubicBezTo>
                <a:cubicBezTo>
                  <a:pt x="482454" y="82355"/>
                  <a:pt x="477079" y="78681"/>
                  <a:pt x="474533" y="75403"/>
                </a:cubicBezTo>
                <a:cubicBezTo>
                  <a:pt x="471988" y="72182"/>
                  <a:pt x="470715" y="68113"/>
                  <a:pt x="470715" y="63197"/>
                </a:cubicBezTo>
                <a:cubicBezTo>
                  <a:pt x="470715" y="56811"/>
                  <a:pt x="472907" y="51471"/>
                  <a:pt x="477291" y="47177"/>
                </a:cubicBezTo>
                <a:cubicBezTo>
                  <a:pt x="481676" y="42881"/>
                  <a:pt x="487347" y="40733"/>
                  <a:pt x="494306" y="40733"/>
                </a:cubicBezTo>
                <a:cubicBezTo>
                  <a:pt x="497361" y="40733"/>
                  <a:pt x="501066" y="41383"/>
                  <a:pt x="505422" y="42684"/>
                </a:cubicBezTo>
                <a:cubicBezTo>
                  <a:pt x="508308" y="43533"/>
                  <a:pt x="510231" y="43957"/>
                  <a:pt x="511193" y="43957"/>
                </a:cubicBezTo>
                <a:cubicBezTo>
                  <a:pt x="512098" y="43957"/>
                  <a:pt x="512805" y="43759"/>
                  <a:pt x="513314" y="43363"/>
                </a:cubicBezTo>
                <a:cubicBezTo>
                  <a:pt x="513823" y="42967"/>
                  <a:pt x="514417" y="42090"/>
                  <a:pt x="515096" y="40733"/>
                </a:cubicBezTo>
                <a:lnTo>
                  <a:pt x="517897" y="40733"/>
                </a:lnTo>
                <a:close/>
                <a:moveTo>
                  <a:pt x="548333" y="72301"/>
                </a:moveTo>
                <a:cubicBezTo>
                  <a:pt x="548277" y="83815"/>
                  <a:pt x="551077" y="92846"/>
                  <a:pt x="556735" y="99395"/>
                </a:cubicBezTo>
                <a:cubicBezTo>
                  <a:pt x="562392" y="105941"/>
                  <a:pt x="569039" y="109215"/>
                  <a:pt x="576677" y="109215"/>
                </a:cubicBezTo>
                <a:cubicBezTo>
                  <a:pt x="581768" y="109215"/>
                  <a:pt x="586195" y="107814"/>
                  <a:pt x="589957" y="105014"/>
                </a:cubicBezTo>
                <a:cubicBezTo>
                  <a:pt x="593719" y="102214"/>
                  <a:pt x="596873" y="97419"/>
                  <a:pt x="599419" y="90630"/>
                </a:cubicBezTo>
                <a:lnTo>
                  <a:pt x="602050" y="92327"/>
                </a:lnTo>
                <a:cubicBezTo>
                  <a:pt x="600862" y="100078"/>
                  <a:pt x="597411" y="107136"/>
                  <a:pt x="591697" y="113500"/>
                </a:cubicBezTo>
                <a:cubicBezTo>
                  <a:pt x="585983" y="119864"/>
                  <a:pt x="578826" y="123047"/>
                  <a:pt x="570227" y="123047"/>
                </a:cubicBezTo>
                <a:cubicBezTo>
                  <a:pt x="560893" y="123047"/>
                  <a:pt x="552902" y="119420"/>
                  <a:pt x="546254" y="112166"/>
                </a:cubicBezTo>
                <a:cubicBezTo>
                  <a:pt x="539607" y="104911"/>
                  <a:pt x="536283" y="95157"/>
                  <a:pt x="536283" y="82905"/>
                </a:cubicBezTo>
                <a:cubicBezTo>
                  <a:pt x="536283" y="69639"/>
                  <a:pt x="539692" y="59294"/>
                  <a:pt x="546509" y="51871"/>
                </a:cubicBezTo>
                <a:cubicBezTo>
                  <a:pt x="553326" y="44445"/>
                  <a:pt x="561883" y="40733"/>
                  <a:pt x="572179" y="40733"/>
                </a:cubicBezTo>
                <a:cubicBezTo>
                  <a:pt x="580891" y="40733"/>
                  <a:pt x="588048" y="43597"/>
                  <a:pt x="593649" y="49325"/>
                </a:cubicBezTo>
                <a:cubicBezTo>
                  <a:pt x="599249" y="55051"/>
                  <a:pt x="602050" y="62710"/>
                  <a:pt x="602050" y="72301"/>
                </a:cubicBezTo>
                <a:lnTo>
                  <a:pt x="548333" y="72301"/>
                </a:lnTo>
                <a:moveTo>
                  <a:pt x="548333" y="67379"/>
                </a:moveTo>
                <a:lnTo>
                  <a:pt x="584314" y="67379"/>
                </a:lnTo>
                <a:cubicBezTo>
                  <a:pt x="584031" y="62400"/>
                  <a:pt x="583437" y="58893"/>
                  <a:pt x="582532" y="56856"/>
                </a:cubicBezTo>
                <a:cubicBezTo>
                  <a:pt x="581118" y="53688"/>
                  <a:pt x="579010" y="51199"/>
                  <a:pt x="576210" y="49388"/>
                </a:cubicBezTo>
                <a:cubicBezTo>
                  <a:pt x="573410" y="47578"/>
                  <a:pt x="570482" y="46673"/>
                  <a:pt x="567427" y="46673"/>
                </a:cubicBezTo>
                <a:cubicBezTo>
                  <a:pt x="562731" y="46673"/>
                  <a:pt x="558531" y="48497"/>
                  <a:pt x="554825" y="52146"/>
                </a:cubicBezTo>
                <a:cubicBezTo>
                  <a:pt x="551120" y="55795"/>
                  <a:pt x="548956" y="60873"/>
                  <a:pt x="548333" y="67379"/>
                </a:cubicBezTo>
                <a:close/>
                <a:moveTo>
                  <a:pt x="662666" y="40733"/>
                </a:moveTo>
                <a:lnTo>
                  <a:pt x="662666" y="67039"/>
                </a:lnTo>
                <a:lnTo>
                  <a:pt x="659866" y="67039"/>
                </a:lnTo>
                <a:cubicBezTo>
                  <a:pt x="657716" y="58788"/>
                  <a:pt x="654958" y="53176"/>
                  <a:pt x="651592" y="50203"/>
                </a:cubicBezTo>
                <a:cubicBezTo>
                  <a:pt x="648226" y="47227"/>
                  <a:pt x="643941" y="45739"/>
                  <a:pt x="638736" y="45739"/>
                </a:cubicBezTo>
                <a:cubicBezTo>
                  <a:pt x="634776" y="45739"/>
                  <a:pt x="631579" y="46785"/>
                  <a:pt x="629147" y="48877"/>
                </a:cubicBezTo>
                <a:cubicBezTo>
                  <a:pt x="626714" y="50966"/>
                  <a:pt x="625498" y="53283"/>
                  <a:pt x="625498" y="55827"/>
                </a:cubicBezTo>
                <a:cubicBezTo>
                  <a:pt x="625498" y="58992"/>
                  <a:pt x="626403" y="61704"/>
                  <a:pt x="628213" y="63963"/>
                </a:cubicBezTo>
                <a:cubicBezTo>
                  <a:pt x="629967" y="66281"/>
                  <a:pt x="633531" y="68739"/>
                  <a:pt x="638905" y="71338"/>
                </a:cubicBezTo>
                <a:lnTo>
                  <a:pt x="651295" y="77358"/>
                </a:lnTo>
                <a:cubicBezTo>
                  <a:pt x="662779" y="82951"/>
                  <a:pt x="668522" y="90326"/>
                  <a:pt x="668522" y="99482"/>
                </a:cubicBezTo>
                <a:cubicBezTo>
                  <a:pt x="668522" y="106545"/>
                  <a:pt x="665848" y="112239"/>
                  <a:pt x="660502" y="116563"/>
                </a:cubicBezTo>
                <a:cubicBezTo>
                  <a:pt x="655156" y="120885"/>
                  <a:pt x="649174" y="123047"/>
                  <a:pt x="642554" y="123047"/>
                </a:cubicBezTo>
                <a:cubicBezTo>
                  <a:pt x="637802" y="123047"/>
                  <a:pt x="632371" y="122198"/>
                  <a:pt x="626261" y="120501"/>
                </a:cubicBezTo>
                <a:cubicBezTo>
                  <a:pt x="624394" y="119935"/>
                  <a:pt x="622867" y="119652"/>
                  <a:pt x="621679" y="119652"/>
                </a:cubicBezTo>
                <a:cubicBezTo>
                  <a:pt x="620378" y="119652"/>
                  <a:pt x="619359" y="120388"/>
                  <a:pt x="618624" y="121859"/>
                </a:cubicBezTo>
                <a:lnTo>
                  <a:pt x="615824" y="121859"/>
                </a:lnTo>
                <a:lnTo>
                  <a:pt x="615824" y="94025"/>
                </a:lnTo>
                <a:lnTo>
                  <a:pt x="618624" y="94025"/>
                </a:lnTo>
                <a:cubicBezTo>
                  <a:pt x="620208" y="101973"/>
                  <a:pt x="623235" y="107963"/>
                  <a:pt x="627704" y="111994"/>
                </a:cubicBezTo>
                <a:cubicBezTo>
                  <a:pt x="632173" y="116025"/>
                  <a:pt x="637180" y="118040"/>
                  <a:pt x="642724" y="118040"/>
                </a:cubicBezTo>
                <a:cubicBezTo>
                  <a:pt x="646628" y="118040"/>
                  <a:pt x="649810" y="116896"/>
                  <a:pt x="652271" y="114608"/>
                </a:cubicBezTo>
                <a:cubicBezTo>
                  <a:pt x="654732" y="112319"/>
                  <a:pt x="655962" y="109564"/>
                  <a:pt x="655962" y="106343"/>
                </a:cubicBezTo>
                <a:cubicBezTo>
                  <a:pt x="655962" y="102443"/>
                  <a:pt x="654590" y="99165"/>
                  <a:pt x="651847" y="96509"/>
                </a:cubicBezTo>
                <a:cubicBezTo>
                  <a:pt x="649103" y="93854"/>
                  <a:pt x="643629" y="90492"/>
                  <a:pt x="635426" y="86424"/>
                </a:cubicBezTo>
                <a:cubicBezTo>
                  <a:pt x="627223" y="82355"/>
                  <a:pt x="621849" y="78681"/>
                  <a:pt x="619303" y="75403"/>
                </a:cubicBezTo>
                <a:cubicBezTo>
                  <a:pt x="616757" y="72182"/>
                  <a:pt x="615484" y="68113"/>
                  <a:pt x="615484" y="63197"/>
                </a:cubicBezTo>
                <a:cubicBezTo>
                  <a:pt x="615484" y="56811"/>
                  <a:pt x="617676" y="51471"/>
                  <a:pt x="622061" y="47177"/>
                </a:cubicBezTo>
                <a:cubicBezTo>
                  <a:pt x="626445" y="42881"/>
                  <a:pt x="632117" y="40733"/>
                  <a:pt x="639075" y="40733"/>
                </a:cubicBezTo>
                <a:cubicBezTo>
                  <a:pt x="642130" y="40733"/>
                  <a:pt x="645836" y="41383"/>
                  <a:pt x="650192" y="42684"/>
                </a:cubicBezTo>
                <a:cubicBezTo>
                  <a:pt x="653077" y="43533"/>
                  <a:pt x="655001" y="43957"/>
                  <a:pt x="655962" y="43957"/>
                </a:cubicBezTo>
                <a:cubicBezTo>
                  <a:pt x="656867" y="43957"/>
                  <a:pt x="657575" y="43759"/>
                  <a:pt x="658084" y="43363"/>
                </a:cubicBezTo>
                <a:cubicBezTo>
                  <a:pt x="658593" y="42967"/>
                  <a:pt x="659187" y="42090"/>
                  <a:pt x="659866" y="40733"/>
                </a:cubicBezTo>
                <a:lnTo>
                  <a:pt x="662666" y="40733"/>
                </a:lnTo>
                <a:close/>
                <a:moveTo>
                  <a:pt x="683938" y="149693"/>
                </a:moveTo>
                <a:lnTo>
                  <a:pt x="683938" y="145959"/>
                </a:lnTo>
                <a:cubicBezTo>
                  <a:pt x="689765" y="144028"/>
                  <a:pt x="694277" y="141033"/>
                  <a:pt x="697474" y="136972"/>
                </a:cubicBezTo>
                <a:cubicBezTo>
                  <a:pt x="700670" y="132913"/>
                  <a:pt x="702268" y="128611"/>
                  <a:pt x="702268" y="124068"/>
                </a:cubicBezTo>
                <a:cubicBezTo>
                  <a:pt x="702268" y="122991"/>
                  <a:pt x="702014" y="122085"/>
                  <a:pt x="701504" y="121350"/>
                </a:cubicBezTo>
                <a:cubicBezTo>
                  <a:pt x="701108" y="120840"/>
                  <a:pt x="700712" y="120586"/>
                  <a:pt x="700316" y="120586"/>
                </a:cubicBezTo>
                <a:cubicBezTo>
                  <a:pt x="699694" y="120586"/>
                  <a:pt x="698336" y="121152"/>
                  <a:pt x="696243" y="122283"/>
                </a:cubicBezTo>
                <a:cubicBezTo>
                  <a:pt x="695225" y="122792"/>
                  <a:pt x="694150" y="123047"/>
                  <a:pt x="693018" y="123047"/>
                </a:cubicBezTo>
                <a:cubicBezTo>
                  <a:pt x="690246" y="123047"/>
                  <a:pt x="688040" y="122226"/>
                  <a:pt x="686399" y="120586"/>
                </a:cubicBezTo>
                <a:cubicBezTo>
                  <a:pt x="684759" y="118945"/>
                  <a:pt x="683938" y="116682"/>
                  <a:pt x="683938" y="113797"/>
                </a:cubicBezTo>
                <a:cubicBezTo>
                  <a:pt x="683938" y="111025"/>
                  <a:pt x="684999" y="108649"/>
                  <a:pt x="687121" y="106669"/>
                </a:cubicBezTo>
                <a:cubicBezTo>
                  <a:pt x="689242" y="104689"/>
                  <a:pt x="691830" y="103699"/>
                  <a:pt x="694885" y="103699"/>
                </a:cubicBezTo>
                <a:cubicBezTo>
                  <a:pt x="698619" y="103699"/>
                  <a:pt x="701943" y="105329"/>
                  <a:pt x="704856" y="108589"/>
                </a:cubicBezTo>
                <a:cubicBezTo>
                  <a:pt x="707770" y="111847"/>
                  <a:pt x="709227" y="116168"/>
                  <a:pt x="709227" y="121551"/>
                </a:cubicBezTo>
                <a:cubicBezTo>
                  <a:pt x="709227" y="127390"/>
                  <a:pt x="707204" y="132818"/>
                  <a:pt x="703159" y="137834"/>
                </a:cubicBezTo>
                <a:cubicBezTo>
                  <a:pt x="699114" y="142849"/>
                  <a:pt x="692707" y="146802"/>
                  <a:pt x="683938" y="149693"/>
                </a:cubicBezTo>
                <a:close/>
                <a:moveTo>
                  <a:pt x="804948" y="40733"/>
                </a:moveTo>
                <a:cubicBezTo>
                  <a:pt x="816716" y="40733"/>
                  <a:pt x="826163" y="45198"/>
                  <a:pt x="833292" y="54127"/>
                </a:cubicBezTo>
                <a:cubicBezTo>
                  <a:pt x="839345" y="61756"/>
                  <a:pt x="842372" y="70516"/>
                  <a:pt x="842372" y="80407"/>
                </a:cubicBezTo>
                <a:cubicBezTo>
                  <a:pt x="842372" y="87359"/>
                  <a:pt x="840703" y="94395"/>
                  <a:pt x="837365" y="101516"/>
                </a:cubicBezTo>
                <a:cubicBezTo>
                  <a:pt x="834027" y="108636"/>
                  <a:pt x="829430" y="114004"/>
                  <a:pt x="823575" y="117621"/>
                </a:cubicBezTo>
                <a:cubicBezTo>
                  <a:pt x="817720" y="121238"/>
                  <a:pt x="811200" y="123047"/>
                  <a:pt x="804015" y="123047"/>
                </a:cubicBezTo>
                <a:cubicBezTo>
                  <a:pt x="792304" y="123047"/>
                  <a:pt x="782998" y="118384"/>
                  <a:pt x="776096" y="109058"/>
                </a:cubicBezTo>
                <a:cubicBezTo>
                  <a:pt x="770269" y="101203"/>
                  <a:pt x="767355" y="92388"/>
                  <a:pt x="767355" y="82611"/>
                </a:cubicBezTo>
                <a:cubicBezTo>
                  <a:pt x="767355" y="75490"/>
                  <a:pt x="769123" y="68411"/>
                  <a:pt x="772659" y="61375"/>
                </a:cubicBezTo>
                <a:cubicBezTo>
                  <a:pt x="776195" y="54339"/>
                  <a:pt x="780848" y="49139"/>
                  <a:pt x="786619" y="45777"/>
                </a:cubicBezTo>
                <a:cubicBezTo>
                  <a:pt x="792389" y="42414"/>
                  <a:pt x="798499" y="40733"/>
                  <a:pt x="804948" y="40733"/>
                </a:cubicBezTo>
                <a:moveTo>
                  <a:pt x="802318" y="46333"/>
                </a:moveTo>
                <a:cubicBezTo>
                  <a:pt x="799319" y="46333"/>
                  <a:pt x="796307" y="47224"/>
                  <a:pt x="793280" y="49004"/>
                </a:cubicBezTo>
                <a:cubicBezTo>
                  <a:pt x="790253" y="50784"/>
                  <a:pt x="787807" y="53906"/>
                  <a:pt x="785940" y="58370"/>
                </a:cubicBezTo>
                <a:cubicBezTo>
                  <a:pt x="784073" y="62834"/>
                  <a:pt x="783139" y="68569"/>
                  <a:pt x="783139" y="75576"/>
                </a:cubicBezTo>
                <a:cubicBezTo>
                  <a:pt x="783139" y="86876"/>
                  <a:pt x="785388" y="96624"/>
                  <a:pt x="789886" y="104818"/>
                </a:cubicBezTo>
                <a:cubicBezTo>
                  <a:pt x="794383" y="113010"/>
                  <a:pt x="800309" y="117107"/>
                  <a:pt x="807664" y="117107"/>
                </a:cubicBezTo>
                <a:cubicBezTo>
                  <a:pt x="813151" y="117107"/>
                  <a:pt x="817677" y="114846"/>
                  <a:pt x="821241" y="110326"/>
                </a:cubicBezTo>
                <a:cubicBezTo>
                  <a:pt x="824806" y="105805"/>
                  <a:pt x="826588" y="98036"/>
                  <a:pt x="826588" y="87018"/>
                </a:cubicBezTo>
                <a:cubicBezTo>
                  <a:pt x="826588" y="73230"/>
                  <a:pt x="823617" y="62381"/>
                  <a:pt x="817677" y="54469"/>
                </a:cubicBezTo>
                <a:cubicBezTo>
                  <a:pt x="813661" y="49045"/>
                  <a:pt x="808541" y="46333"/>
                  <a:pt x="802318" y="46333"/>
                </a:cubicBezTo>
                <a:close/>
                <a:moveTo>
                  <a:pt x="876570" y="40733"/>
                </a:moveTo>
                <a:lnTo>
                  <a:pt x="876570" y="58214"/>
                </a:lnTo>
                <a:cubicBezTo>
                  <a:pt x="883076" y="46560"/>
                  <a:pt x="889752" y="40733"/>
                  <a:pt x="896597" y="40733"/>
                </a:cubicBezTo>
                <a:cubicBezTo>
                  <a:pt x="899709" y="40733"/>
                  <a:pt x="902283" y="41680"/>
                  <a:pt x="904319" y="43576"/>
                </a:cubicBezTo>
                <a:cubicBezTo>
                  <a:pt x="906356" y="45471"/>
                  <a:pt x="907374" y="47663"/>
                  <a:pt x="907374" y="50152"/>
                </a:cubicBezTo>
                <a:cubicBezTo>
                  <a:pt x="907374" y="52359"/>
                  <a:pt x="906639" y="54225"/>
                  <a:pt x="905168" y="55753"/>
                </a:cubicBezTo>
                <a:cubicBezTo>
                  <a:pt x="903697" y="57280"/>
                  <a:pt x="901943" y="58044"/>
                  <a:pt x="899907" y="58044"/>
                </a:cubicBezTo>
                <a:cubicBezTo>
                  <a:pt x="897927" y="58044"/>
                  <a:pt x="895706" y="57068"/>
                  <a:pt x="893245" y="55116"/>
                </a:cubicBezTo>
                <a:cubicBezTo>
                  <a:pt x="890784" y="53165"/>
                  <a:pt x="888960" y="52189"/>
                  <a:pt x="887772" y="52189"/>
                </a:cubicBezTo>
                <a:cubicBezTo>
                  <a:pt x="886753" y="52189"/>
                  <a:pt x="885650" y="52753"/>
                  <a:pt x="884462" y="53881"/>
                </a:cubicBezTo>
                <a:cubicBezTo>
                  <a:pt x="881916" y="56195"/>
                  <a:pt x="879286" y="60004"/>
                  <a:pt x="876570" y="65308"/>
                </a:cubicBezTo>
                <a:lnTo>
                  <a:pt x="876570" y="102466"/>
                </a:lnTo>
                <a:cubicBezTo>
                  <a:pt x="876570" y="106753"/>
                  <a:pt x="877108" y="109997"/>
                  <a:pt x="878182" y="112198"/>
                </a:cubicBezTo>
                <a:cubicBezTo>
                  <a:pt x="878918" y="113722"/>
                  <a:pt x="880219" y="114992"/>
                  <a:pt x="882086" y="116009"/>
                </a:cubicBezTo>
                <a:cubicBezTo>
                  <a:pt x="883953" y="117023"/>
                  <a:pt x="886640" y="117531"/>
                  <a:pt x="890148" y="117531"/>
                </a:cubicBezTo>
                <a:lnTo>
                  <a:pt x="890148" y="120671"/>
                </a:lnTo>
                <a:lnTo>
                  <a:pt x="850348" y="120671"/>
                </a:lnTo>
                <a:lnTo>
                  <a:pt x="850348" y="117531"/>
                </a:lnTo>
                <a:cubicBezTo>
                  <a:pt x="854309" y="117531"/>
                  <a:pt x="857250" y="116910"/>
                  <a:pt x="859174" y="115669"/>
                </a:cubicBezTo>
                <a:cubicBezTo>
                  <a:pt x="860588" y="114766"/>
                  <a:pt x="861578" y="113326"/>
                  <a:pt x="862144" y="111349"/>
                </a:cubicBezTo>
                <a:cubicBezTo>
                  <a:pt x="862427" y="110389"/>
                  <a:pt x="862568" y="107652"/>
                  <a:pt x="862568" y="103136"/>
                </a:cubicBezTo>
                <a:lnTo>
                  <a:pt x="862568" y="73078"/>
                </a:lnTo>
                <a:cubicBezTo>
                  <a:pt x="862568" y="64045"/>
                  <a:pt x="862384" y="58669"/>
                  <a:pt x="862017" y="56949"/>
                </a:cubicBezTo>
                <a:cubicBezTo>
                  <a:pt x="861649" y="55227"/>
                  <a:pt x="860970" y="53971"/>
                  <a:pt x="859980" y="53181"/>
                </a:cubicBezTo>
                <a:cubicBezTo>
                  <a:pt x="858990" y="52390"/>
                  <a:pt x="857760" y="51995"/>
                  <a:pt x="856289" y="51995"/>
                </a:cubicBezTo>
                <a:cubicBezTo>
                  <a:pt x="854535" y="51995"/>
                  <a:pt x="852555" y="52419"/>
                  <a:pt x="850348" y="53265"/>
                </a:cubicBezTo>
                <a:lnTo>
                  <a:pt x="849500" y="50216"/>
                </a:lnTo>
                <a:lnTo>
                  <a:pt x="873006" y="40733"/>
                </a:lnTo>
                <a:lnTo>
                  <a:pt x="876570" y="40733"/>
                </a:lnTo>
                <a:close/>
                <a:moveTo>
                  <a:pt x="1021170" y="91139"/>
                </a:moveTo>
                <a:cubicBezTo>
                  <a:pt x="1019076" y="101379"/>
                  <a:pt x="1014975" y="109257"/>
                  <a:pt x="1008865" y="114773"/>
                </a:cubicBezTo>
                <a:cubicBezTo>
                  <a:pt x="1002755" y="120289"/>
                  <a:pt x="995995" y="123047"/>
                  <a:pt x="988583" y="123047"/>
                </a:cubicBezTo>
                <a:cubicBezTo>
                  <a:pt x="979758" y="123047"/>
                  <a:pt x="972064" y="119346"/>
                  <a:pt x="965502" y="111943"/>
                </a:cubicBezTo>
                <a:cubicBezTo>
                  <a:pt x="958939" y="104539"/>
                  <a:pt x="955658" y="94536"/>
                  <a:pt x="955658" y="81932"/>
                </a:cubicBezTo>
                <a:cubicBezTo>
                  <a:pt x="955658" y="69725"/>
                  <a:pt x="959293" y="59807"/>
                  <a:pt x="966562" y="52178"/>
                </a:cubicBezTo>
                <a:cubicBezTo>
                  <a:pt x="973832" y="44548"/>
                  <a:pt x="982558" y="40733"/>
                  <a:pt x="992742" y="40733"/>
                </a:cubicBezTo>
                <a:cubicBezTo>
                  <a:pt x="1000379" y="40733"/>
                  <a:pt x="1006659" y="42749"/>
                  <a:pt x="1011580" y="46782"/>
                </a:cubicBezTo>
                <a:cubicBezTo>
                  <a:pt x="1016502" y="50812"/>
                  <a:pt x="1018963" y="54999"/>
                  <a:pt x="1018963" y="59341"/>
                </a:cubicBezTo>
                <a:cubicBezTo>
                  <a:pt x="1018963" y="61484"/>
                  <a:pt x="1018270" y="63218"/>
                  <a:pt x="1016884" y="64544"/>
                </a:cubicBezTo>
                <a:cubicBezTo>
                  <a:pt x="1015498" y="65868"/>
                  <a:pt x="1013561" y="66530"/>
                  <a:pt x="1011071" y="66530"/>
                </a:cubicBezTo>
                <a:cubicBezTo>
                  <a:pt x="1007733" y="66530"/>
                  <a:pt x="1005216" y="65455"/>
                  <a:pt x="1003519" y="63305"/>
                </a:cubicBezTo>
                <a:cubicBezTo>
                  <a:pt x="1002557" y="62117"/>
                  <a:pt x="1001921" y="59854"/>
                  <a:pt x="1001609" y="56517"/>
                </a:cubicBezTo>
                <a:cubicBezTo>
                  <a:pt x="1001298" y="53179"/>
                  <a:pt x="1000153" y="50633"/>
                  <a:pt x="998173" y="48879"/>
                </a:cubicBezTo>
                <a:cubicBezTo>
                  <a:pt x="996193" y="47182"/>
                  <a:pt x="993449" y="46333"/>
                  <a:pt x="989941" y="46333"/>
                </a:cubicBezTo>
                <a:cubicBezTo>
                  <a:pt x="984284" y="46333"/>
                  <a:pt x="979730" y="48427"/>
                  <a:pt x="976279" y="52613"/>
                </a:cubicBezTo>
                <a:cubicBezTo>
                  <a:pt x="971696" y="58157"/>
                  <a:pt x="969405" y="65483"/>
                  <a:pt x="969405" y="74592"/>
                </a:cubicBezTo>
                <a:cubicBezTo>
                  <a:pt x="969405" y="83870"/>
                  <a:pt x="971682" y="92059"/>
                  <a:pt x="976236" y="99159"/>
                </a:cubicBezTo>
                <a:cubicBezTo>
                  <a:pt x="980790" y="106259"/>
                  <a:pt x="986943" y="109809"/>
                  <a:pt x="994693" y="109809"/>
                </a:cubicBezTo>
                <a:cubicBezTo>
                  <a:pt x="1000238" y="109809"/>
                  <a:pt x="1005216" y="107913"/>
                  <a:pt x="1009629" y="104123"/>
                </a:cubicBezTo>
                <a:cubicBezTo>
                  <a:pt x="1012740" y="101521"/>
                  <a:pt x="1015767" y="96797"/>
                  <a:pt x="1018709" y="89951"/>
                </a:cubicBezTo>
                <a:lnTo>
                  <a:pt x="1021170" y="91139"/>
                </a:lnTo>
                <a:close/>
                <a:moveTo>
                  <a:pt x="1070330" y="40733"/>
                </a:moveTo>
                <a:cubicBezTo>
                  <a:pt x="1082097" y="40733"/>
                  <a:pt x="1091545" y="45198"/>
                  <a:pt x="1098673" y="54127"/>
                </a:cubicBezTo>
                <a:cubicBezTo>
                  <a:pt x="1104727" y="61756"/>
                  <a:pt x="1107753" y="70516"/>
                  <a:pt x="1107753" y="80407"/>
                </a:cubicBezTo>
                <a:cubicBezTo>
                  <a:pt x="1107753" y="87359"/>
                  <a:pt x="1106084" y="94395"/>
                  <a:pt x="1102747" y="101516"/>
                </a:cubicBezTo>
                <a:cubicBezTo>
                  <a:pt x="1099409" y="108636"/>
                  <a:pt x="1094812" y="114004"/>
                  <a:pt x="1088957" y="117621"/>
                </a:cubicBezTo>
                <a:cubicBezTo>
                  <a:pt x="1083102" y="121238"/>
                  <a:pt x="1076581" y="123047"/>
                  <a:pt x="1069397" y="123047"/>
                </a:cubicBezTo>
                <a:cubicBezTo>
                  <a:pt x="1057686" y="123047"/>
                  <a:pt x="1048380" y="118384"/>
                  <a:pt x="1041478" y="109058"/>
                </a:cubicBezTo>
                <a:cubicBezTo>
                  <a:pt x="1035651" y="101203"/>
                  <a:pt x="1032737" y="92388"/>
                  <a:pt x="1032737" y="82611"/>
                </a:cubicBezTo>
                <a:cubicBezTo>
                  <a:pt x="1032737" y="75490"/>
                  <a:pt x="1034505" y="68411"/>
                  <a:pt x="1038041" y="61375"/>
                </a:cubicBezTo>
                <a:cubicBezTo>
                  <a:pt x="1041577" y="54339"/>
                  <a:pt x="1046230" y="49139"/>
                  <a:pt x="1052000" y="45777"/>
                </a:cubicBezTo>
                <a:cubicBezTo>
                  <a:pt x="1057771" y="42414"/>
                  <a:pt x="1063881" y="40733"/>
                  <a:pt x="1070330" y="40733"/>
                </a:cubicBezTo>
                <a:moveTo>
                  <a:pt x="1067699" y="46333"/>
                </a:moveTo>
                <a:cubicBezTo>
                  <a:pt x="1064701" y="46333"/>
                  <a:pt x="1061689" y="47224"/>
                  <a:pt x="1058662" y="49004"/>
                </a:cubicBezTo>
                <a:cubicBezTo>
                  <a:pt x="1055635" y="50784"/>
                  <a:pt x="1053188" y="53906"/>
                  <a:pt x="1051322" y="58370"/>
                </a:cubicBezTo>
                <a:cubicBezTo>
                  <a:pt x="1049455" y="62834"/>
                  <a:pt x="1048521" y="68569"/>
                  <a:pt x="1048521" y="75576"/>
                </a:cubicBezTo>
                <a:cubicBezTo>
                  <a:pt x="1048521" y="86876"/>
                  <a:pt x="1050770" y="96624"/>
                  <a:pt x="1055267" y="104818"/>
                </a:cubicBezTo>
                <a:cubicBezTo>
                  <a:pt x="1059765" y="113010"/>
                  <a:pt x="1065691" y="117107"/>
                  <a:pt x="1073046" y="117107"/>
                </a:cubicBezTo>
                <a:cubicBezTo>
                  <a:pt x="1078533" y="117107"/>
                  <a:pt x="1083059" y="114846"/>
                  <a:pt x="1086623" y="110326"/>
                </a:cubicBezTo>
                <a:cubicBezTo>
                  <a:pt x="1090187" y="105805"/>
                  <a:pt x="1091969" y="98036"/>
                  <a:pt x="1091969" y="87018"/>
                </a:cubicBezTo>
                <a:cubicBezTo>
                  <a:pt x="1091969" y="73230"/>
                  <a:pt x="1088999" y="62381"/>
                  <a:pt x="1083059" y="54469"/>
                </a:cubicBezTo>
                <a:cubicBezTo>
                  <a:pt x="1079042" y="49045"/>
                  <a:pt x="1073922" y="46333"/>
                  <a:pt x="1067699" y="46333"/>
                </a:cubicBezTo>
                <a:close/>
                <a:moveTo>
                  <a:pt x="1174114" y="111930"/>
                </a:moveTo>
                <a:cubicBezTo>
                  <a:pt x="1170323" y="115890"/>
                  <a:pt x="1166618" y="118733"/>
                  <a:pt x="1162997" y="120459"/>
                </a:cubicBezTo>
                <a:cubicBezTo>
                  <a:pt x="1159376" y="122184"/>
                  <a:pt x="1155473" y="123047"/>
                  <a:pt x="1151286" y="123047"/>
                </a:cubicBezTo>
                <a:cubicBezTo>
                  <a:pt x="1142801" y="123047"/>
                  <a:pt x="1135389" y="119505"/>
                  <a:pt x="1129053" y="112421"/>
                </a:cubicBezTo>
                <a:cubicBezTo>
                  <a:pt x="1122717" y="105335"/>
                  <a:pt x="1119549" y="96230"/>
                  <a:pt x="1119549" y="85106"/>
                </a:cubicBezTo>
                <a:cubicBezTo>
                  <a:pt x="1119549" y="73984"/>
                  <a:pt x="1123056" y="63808"/>
                  <a:pt x="1130072" y="54578"/>
                </a:cubicBezTo>
                <a:cubicBezTo>
                  <a:pt x="1137087" y="45348"/>
                  <a:pt x="1146110" y="40733"/>
                  <a:pt x="1157142" y="40733"/>
                </a:cubicBezTo>
                <a:cubicBezTo>
                  <a:pt x="1163987" y="40733"/>
                  <a:pt x="1169644" y="42911"/>
                  <a:pt x="1174114" y="47267"/>
                </a:cubicBezTo>
                <a:lnTo>
                  <a:pt x="1174114" y="32894"/>
                </a:lnTo>
                <a:cubicBezTo>
                  <a:pt x="1174114" y="23975"/>
                  <a:pt x="1173902" y="18492"/>
                  <a:pt x="1173477" y="16447"/>
                </a:cubicBezTo>
                <a:cubicBezTo>
                  <a:pt x="1173053" y="14401"/>
                  <a:pt x="1172388" y="13010"/>
                  <a:pt x="1171483" y="12273"/>
                </a:cubicBezTo>
                <a:cubicBezTo>
                  <a:pt x="1170578" y="11534"/>
                  <a:pt x="1169446" y="11164"/>
                  <a:pt x="1168089" y="11164"/>
                </a:cubicBezTo>
                <a:cubicBezTo>
                  <a:pt x="1166618" y="11164"/>
                  <a:pt x="1164666" y="11619"/>
                  <a:pt x="1162233" y="12527"/>
                </a:cubicBezTo>
                <a:lnTo>
                  <a:pt x="1161130" y="9544"/>
                </a:lnTo>
                <a:lnTo>
                  <a:pt x="1184297" y="0"/>
                </a:lnTo>
                <a:lnTo>
                  <a:pt x="1188116" y="0"/>
                </a:lnTo>
                <a:lnTo>
                  <a:pt x="1188116" y="89867"/>
                </a:lnTo>
                <a:cubicBezTo>
                  <a:pt x="1188116" y="98975"/>
                  <a:pt x="1188328" y="104533"/>
                  <a:pt x="1188752" y="106541"/>
                </a:cubicBezTo>
                <a:cubicBezTo>
                  <a:pt x="1189176" y="108550"/>
                  <a:pt x="1189855" y="109950"/>
                  <a:pt x="1190789" y="110742"/>
                </a:cubicBezTo>
                <a:cubicBezTo>
                  <a:pt x="1191722" y="111534"/>
                  <a:pt x="1192811" y="111930"/>
                  <a:pt x="1194056" y="111930"/>
                </a:cubicBezTo>
                <a:cubicBezTo>
                  <a:pt x="1195583" y="111930"/>
                  <a:pt x="1197620" y="111449"/>
                  <a:pt x="1200166" y="110487"/>
                </a:cubicBezTo>
                <a:lnTo>
                  <a:pt x="1201099" y="113458"/>
                </a:lnTo>
                <a:lnTo>
                  <a:pt x="1178017" y="123047"/>
                </a:lnTo>
                <a:lnTo>
                  <a:pt x="1174114" y="123047"/>
                </a:lnTo>
                <a:lnTo>
                  <a:pt x="1174114" y="111930"/>
                </a:lnTo>
                <a:moveTo>
                  <a:pt x="1174114" y="106008"/>
                </a:moveTo>
                <a:lnTo>
                  <a:pt x="1174114" y="66055"/>
                </a:lnTo>
                <a:cubicBezTo>
                  <a:pt x="1173774" y="62217"/>
                  <a:pt x="1172756" y="58719"/>
                  <a:pt x="1171059" y="55559"/>
                </a:cubicBezTo>
                <a:cubicBezTo>
                  <a:pt x="1169362" y="52398"/>
                  <a:pt x="1167113" y="50014"/>
                  <a:pt x="1164312" y="48407"/>
                </a:cubicBezTo>
                <a:cubicBezTo>
                  <a:pt x="1161512" y="46798"/>
                  <a:pt x="1158782" y="45994"/>
                  <a:pt x="1156123" y="45994"/>
                </a:cubicBezTo>
                <a:cubicBezTo>
                  <a:pt x="1151145" y="45994"/>
                  <a:pt x="1146704" y="48223"/>
                  <a:pt x="1142801" y="52682"/>
                </a:cubicBezTo>
                <a:cubicBezTo>
                  <a:pt x="1137652" y="58550"/>
                  <a:pt x="1135078" y="67127"/>
                  <a:pt x="1135078" y="78413"/>
                </a:cubicBezTo>
                <a:cubicBezTo>
                  <a:pt x="1135078" y="89813"/>
                  <a:pt x="1137567" y="98546"/>
                  <a:pt x="1142546" y="104614"/>
                </a:cubicBezTo>
                <a:cubicBezTo>
                  <a:pt x="1147524" y="110679"/>
                  <a:pt x="1153069" y="113712"/>
                  <a:pt x="1159178" y="113712"/>
                </a:cubicBezTo>
                <a:cubicBezTo>
                  <a:pt x="1164327" y="113712"/>
                  <a:pt x="1169305" y="111144"/>
                  <a:pt x="1174114" y="106008"/>
                </a:cubicBezTo>
                <a:close/>
                <a:moveTo>
                  <a:pt x="1219174" y="72301"/>
                </a:moveTo>
                <a:cubicBezTo>
                  <a:pt x="1219117" y="83815"/>
                  <a:pt x="1221918" y="92846"/>
                  <a:pt x="1227575" y="99395"/>
                </a:cubicBezTo>
                <a:cubicBezTo>
                  <a:pt x="1233232" y="105941"/>
                  <a:pt x="1239880" y="109215"/>
                  <a:pt x="1247517" y="109215"/>
                </a:cubicBezTo>
                <a:cubicBezTo>
                  <a:pt x="1252609" y="109215"/>
                  <a:pt x="1257036" y="107814"/>
                  <a:pt x="1260798" y="105014"/>
                </a:cubicBezTo>
                <a:cubicBezTo>
                  <a:pt x="1264560" y="102214"/>
                  <a:pt x="1267714" y="97419"/>
                  <a:pt x="1270259" y="90630"/>
                </a:cubicBezTo>
                <a:lnTo>
                  <a:pt x="1272890" y="92327"/>
                </a:lnTo>
                <a:cubicBezTo>
                  <a:pt x="1271702" y="100078"/>
                  <a:pt x="1268251" y="107136"/>
                  <a:pt x="1262537" y="113500"/>
                </a:cubicBezTo>
                <a:cubicBezTo>
                  <a:pt x="1256823" y="119864"/>
                  <a:pt x="1249667" y="123047"/>
                  <a:pt x="1241068" y="123047"/>
                </a:cubicBezTo>
                <a:cubicBezTo>
                  <a:pt x="1231733" y="123047"/>
                  <a:pt x="1223742" y="119420"/>
                  <a:pt x="1217095" y="112166"/>
                </a:cubicBezTo>
                <a:cubicBezTo>
                  <a:pt x="1210447" y="104911"/>
                  <a:pt x="1207124" y="95157"/>
                  <a:pt x="1207124" y="82905"/>
                </a:cubicBezTo>
                <a:cubicBezTo>
                  <a:pt x="1207124" y="69639"/>
                  <a:pt x="1210532" y="59294"/>
                  <a:pt x="1217349" y="51871"/>
                </a:cubicBezTo>
                <a:cubicBezTo>
                  <a:pt x="1224166" y="44445"/>
                  <a:pt x="1232723" y="40733"/>
                  <a:pt x="1243020" y="40733"/>
                </a:cubicBezTo>
                <a:cubicBezTo>
                  <a:pt x="1251732" y="40733"/>
                  <a:pt x="1258888" y="43597"/>
                  <a:pt x="1264489" y="49325"/>
                </a:cubicBezTo>
                <a:cubicBezTo>
                  <a:pt x="1270090" y="55051"/>
                  <a:pt x="1272890" y="62710"/>
                  <a:pt x="1272890" y="72301"/>
                </a:cubicBezTo>
                <a:lnTo>
                  <a:pt x="1219174" y="72301"/>
                </a:lnTo>
                <a:moveTo>
                  <a:pt x="1219174" y="67379"/>
                </a:moveTo>
                <a:lnTo>
                  <a:pt x="1255154" y="67379"/>
                </a:lnTo>
                <a:cubicBezTo>
                  <a:pt x="1254872" y="62400"/>
                  <a:pt x="1254278" y="58893"/>
                  <a:pt x="1253372" y="56856"/>
                </a:cubicBezTo>
                <a:cubicBezTo>
                  <a:pt x="1251958" y="53688"/>
                  <a:pt x="1249851" y="51199"/>
                  <a:pt x="1247050" y="49388"/>
                </a:cubicBezTo>
                <a:cubicBezTo>
                  <a:pt x="1244250" y="47578"/>
                  <a:pt x="1241322" y="46673"/>
                  <a:pt x="1238267" y="46673"/>
                </a:cubicBezTo>
                <a:cubicBezTo>
                  <a:pt x="1233572" y="46673"/>
                  <a:pt x="1229371" y="48497"/>
                  <a:pt x="1225666" y="52146"/>
                </a:cubicBezTo>
                <a:cubicBezTo>
                  <a:pt x="1221960" y="55795"/>
                  <a:pt x="1219796" y="60873"/>
                  <a:pt x="1219174" y="673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3DC6D7-9C83-425C-B6D9-E0C56B8C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8846589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9F21F-0CFD-4191-8382-5C5E2C66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8846589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21" name="Text Canyoucorrectthe[x]">
            <a:extLst xmlns:a="http://schemas.openxmlformats.org/drawingml/2006/main">
              <a:ext uri="{FF2B5EF4-FFF2-40B4-BE49-F238E27FC236}">
                <a16:creationId xmlns:a16="http://schemas.microsoft.com/office/drawing/2014/main" id="{6EDD533F-6C9D-41CF-A134-E42C545A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249" y="8919764"/>
            <a:ext cx="1591480" cy="158179"/>
          </a:xfrm>
          <a:custGeom xmlns:a="http://schemas.openxmlformats.org/drawingml/2006/main">
            <a:pathLst>
              <a:path w="1591480" h="158179">
                <a:moveTo>
                  <a:pt x="98353" y="3055"/>
                </a:moveTo>
                <a:lnTo>
                  <a:pt x="100983" y="42090"/>
                </a:lnTo>
                <a:lnTo>
                  <a:pt x="98353" y="42090"/>
                </a:lnTo>
                <a:cubicBezTo>
                  <a:pt x="94845" y="30350"/>
                  <a:pt x="89838" y="21899"/>
                  <a:pt x="83332" y="16739"/>
                </a:cubicBezTo>
                <a:cubicBezTo>
                  <a:pt x="76826" y="11576"/>
                  <a:pt x="69019" y="8995"/>
                  <a:pt x="59911" y="8995"/>
                </a:cubicBezTo>
                <a:cubicBezTo>
                  <a:pt x="52274" y="8995"/>
                  <a:pt x="45372" y="10935"/>
                  <a:pt x="39205" y="14813"/>
                </a:cubicBezTo>
                <a:cubicBezTo>
                  <a:pt x="33039" y="18690"/>
                  <a:pt x="28188" y="24875"/>
                  <a:pt x="24652" y="33368"/>
                </a:cubicBezTo>
                <a:cubicBezTo>
                  <a:pt x="21116" y="41862"/>
                  <a:pt x="19348" y="52421"/>
                  <a:pt x="19348" y="65048"/>
                </a:cubicBezTo>
                <a:cubicBezTo>
                  <a:pt x="19348" y="75464"/>
                  <a:pt x="21017" y="84495"/>
                  <a:pt x="24355" y="92139"/>
                </a:cubicBezTo>
                <a:cubicBezTo>
                  <a:pt x="27693" y="99782"/>
                  <a:pt x="32713" y="105642"/>
                  <a:pt x="39417" y="109718"/>
                </a:cubicBezTo>
                <a:cubicBezTo>
                  <a:pt x="46121" y="113795"/>
                  <a:pt x="53773" y="115834"/>
                  <a:pt x="62372" y="115834"/>
                </a:cubicBezTo>
                <a:cubicBezTo>
                  <a:pt x="69840" y="115834"/>
                  <a:pt x="76430" y="114235"/>
                  <a:pt x="82144" y="111039"/>
                </a:cubicBezTo>
                <a:cubicBezTo>
                  <a:pt x="87858" y="107843"/>
                  <a:pt x="94138" y="101492"/>
                  <a:pt x="100983" y="91988"/>
                </a:cubicBezTo>
                <a:lnTo>
                  <a:pt x="103614" y="93680"/>
                </a:lnTo>
                <a:cubicBezTo>
                  <a:pt x="97843" y="103893"/>
                  <a:pt x="91111" y="111370"/>
                  <a:pt x="83417" y="116109"/>
                </a:cubicBezTo>
                <a:cubicBezTo>
                  <a:pt x="75723" y="120847"/>
                  <a:pt x="66587" y="123216"/>
                  <a:pt x="56007" y="123216"/>
                </a:cubicBezTo>
                <a:cubicBezTo>
                  <a:pt x="36942" y="123216"/>
                  <a:pt x="22177" y="116155"/>
                  <a:pt x="11711" y="102031"/>
                </a:cubicBezTo>
                <a:cubicBezTo>
                  <a:pt x="3904" y="91524"/>
                  <a:pt x="0" y="79152"/>
                  <a:pt x="0" y="64915"/>
                </a:cubicBezTo>
                <a:cubicBezTo>
                  <a:pt x="0" y="53447"/>
                  <a:pt x="2574" y="42911"/>
                  <a:pt x="7722" y="33307"/>
                </a:cubicBezTo>
                <a:cubicBezTo>
                  <a:pt x="12870" y="23704"/>
                  <a:pt x="19956" y="16261"/>
                  <a:pt x="28980" y="10979"/>
                </a:cubicBezTo>
                <a:cubicBezTo>
                  <a:pt x="38003" y="5696"/>
                  <a:pt x="47861" y="3055"/>
                  <a:pt x="58553" y="3055"/>
                </a:cubicBezTo>
                <a:cubicBezTo>
                  <a:pt x="66870" y="3055"/>
                  <a:pt x="75073" y="5092"/>
                  <a:pt x="83163" y="9165"/>
                </a:cubicBezTo>
                <a:cubicBezTo>
                  <a:pt x="85539" y="10409"/>
                  <a:pt x="87236" y="11032"/>
                  <a:pt x="88254" y="11032"/>
                </a:cubicBezTo>
                <a:cubicBezTo>
                  <a:pt x="89782" y="11032"/>
                  <a:pt x="91111" y="10494"/>
                  <a:pt x="92243" y="9419"/>
                </a:cubicBezTo>
                <a:cubicBezTo>
                  <a:pt x="93714" y="7892"/>
                  <a:pt x="94760" y="5770"/>
                  <a:pt x="95382" y="3055"/>
                </a:cubicBezTo>
                <a:lnTo>
                  <a:pt x="98353" y="3055"/>
                </a:lnTo>
                <a:close/>
                <a:moveTo>
                  <a:pt x="159114" y="109469"/>
                </a:moveTo>
                <a:cubicBezTo>
                  <a:pt x="151137" y="115636"/>
                  <a:pt x="146130" y="119200"/>
                  <a:pt x="144093" y="120161"/>
                </a:cubicBezTo>
                <a:cubicBezTo>
                  <a:pt x="141038" y="121632"/>
                  <a:pt x="137785" y="122368"/>
                  <a:pt x="134334" y="122368"/>
                </a:cubicBezTo>
                <a:cubicBezTo>
                  <a:pt x="128960" y="122368"/>
                  <a:pt x="124533" y="120529"/>
                  <a:pt x="121054" y="116852"/>
                </a:cubicBezTo>
                <a:cubicBezTo>
                  <a:pt x="117575" y="113175"/>
                  <a:pt x="115835" y="108338"/>
                  <a:pt x="115835" y="102341"/>
                </a:cubicBezTo>
                <a:cubicBezTo>
                  <a:pt x="115835" y="98551"/>
                  <a:pt x="116684" y="95269"/>
                  <a:pt x="118381" y="92497"/>
                </a:cubicBezTo>
                <a:cubicBezTo>
                  <a:pt x="120700" y="88650"/>
                  <a:pt x="124731" y="85030"/>
                  <a:pt x="130473" y="81635"/>
                </a:cubicBezTo>
                <a:cubicBezTo>
                  <a:pt x="136216" y="78241"/>
                  <a:pt x="145762" y="74111"/>
                  <a:pt x="159114" y="69246"/>
                </a:cubicBezTo>
                <a:lnTo>
                  <a:pt x="159114" y="66191"/>
                </a:lnTo>
                <a:cubicBezTo>
                  <a:pt x="159114" y="58440"/>
                  <a:pt x="157883" y="53122"/>
                  <a:pt x="155422" y="50237"/>
                </a:cubicBezTo>
                <a:cubicBezTo>
                  <a:pt x="152961" y="47352"/>
                  <a:pt x="149383" y="45909"/>
                  <a:pt x="144687" y="45909"/>
                </a:cubicBezTo>
                <a:cubicBezTo>
                  <a:pt x="141123" y="45909"/>
                  <a:pt x="138295" y="46867"/>
                  <a:pt x="136201" y="48784"/>
                </a:cubicBezTo>
                <a:cubicBezTo>
                  <a:pt x="134052" y="50700"/>
                  <a:pt x="132977" y="52899"/>
                  <a:pt x="132977" y="55379"/>
                </a:cubicBezTo>
                <a:lnTo>
                  <a:pt x="133146" y="60282"/>
                </a:lnTo>
                <a:cubicBezTo>
                  <a:pt x="133146" y="62874"/>
                  <a:pt x="132482" y="64874"/>
                  <a:pt x="131152" y="66283"/>
                </a:cubicBezTo>
                <a:cubicBezTo>
                  <a:pt x="129823" y="67692"/>
                  <a:pt x="128083" y="68397"/>
                  <a:pt x="125933" y="68397"/>
                </a:cubicBezTo>
                <a:cubicBezTo>
                  <a:pt x="123840" y="68397"/>
                  <a:pt x="122129" y="67664"/>
                  <a:pt x="120799" y="66199"/>
                </a:cubicBezTo>
                <a:cubicBezTo>
                  <a:pt x="119470" y="64731"/>
                  <a:pt x="118805" y="62728"/>
                  <a:pt x="118805" y="60189"/>
                </a:cubicBezTo>
                <a:cubicBezTo>
                  <a:pt x="118805" y="55340"/>
                  <a:pt x="121294" y="50885"/>
                  <a:pt x="126273" y="46824"/>
                </a:cubicBezTo>
                <a:cubicBezTo>
                  <a:pt x="131251" y="42763"/>
                  <a:pt x="138238" y="40733"/>
                  <a:pt x="147233" y="40733"/>
                </a:cubicBezTo>
                <a:cubicBezTo>
                  <a:pt x="154135" y="40733"/>
                  <a:pt x="159792" y="41891"/>
                  <a:pt x="164205" y="44207"/>
                </a:cubicBezTo>
                <a:cubicBezTo>
                  <a:pt x="167543" y="45959"/>
                  <a:pt x="170004" y="48700"/>
                  <a:pt x="171588" y="52430"/>
                </a:cubicBezTo>
                <a:cubicBezTo>
                  <a:pt x="172606" y="54859"/>
                  <a:pt x="173115" y="59831"/>
                  <a:pt x="173115" y="67347"/>
                </a:cubicBezTo>
                <a:lnTo>
                  <a:pt x="173115" y="93706"/>
                </a:lnTo>
                <a:cubicBezTo>
                  <a:pt x="173115" y="101109"/>
                  <a:pt x="173257" y="105643"/>
                  <a:pt x="173540" y="107311"/>
                </a:cubicBezTo>
                <a:cubicBezTo>
                  <a:pt x="173823" y="108978"/>
                  <a:pt x="174289" y="110094"/>
                  <a:pt x="174940" y="110660"/>
                </a:cubicBezTo>
                <a:cubicBezTo>
                  <a:pt x="175591" y="111224"/>
                  <a:pt x="176340" y="111506"/>
                  <a:pt x="177189" y="111506"/>
                </a:cubicBezTo>
                <a:cubicBezTo>
                  <a:pt x="178094" y="111506"/>
                  <a:pt x="178886" y="111308"/>
                  <a:pt x="179565" y="110912"/>
                </a:cubicBezTo>
                <a:cubicBezTo>
                  <a:pt x="180753" y="110176"/>
                  <a:pt x="183044" y="108111"/>
                  <a:pt x="186438" y="104717"/>
                </a:cubicBezTo>
                <a:lnTo>
                  <a:pt x="186438" y="109469"/>
                </a:lnTo>
                <a:cubicBezTo>
                  <a:pt x="180102" y="117955"/>
                  <a:pt x="174049" y="122198"/>
                  <a:pt x="168278" y="122198"/>
                </a:cubicBezTo>
                <a:cubicBezTo>
                  <a:pt x="165506" y="122198"/>
                  <a:pt x="163300" y="121236"/>
                  <a:pt x="161659" y="119313"/>
                </a:cubicBezTo>
                <a:cubicBezTo>
                  <a:pt x="160019" y="117389"/>
                  <a:pt x="159170" y="114108"/>
                  <a:pt x="159114" y="109469"/>
                </a:cubicBezTo>
                <a:moveTo>
                  <a:pt x="159114" y="103906"/>
                </a:moveTo>
                <a:lnTo>
                  <a:pt x="159114" y="74422"/>
                </a:lnTo>
                <a:cubicBezTo>
                  <a:pt x="150571" y="77801"/>
                  <a:pt x="145055" y="80194"/>
                  <a:pt x="142566" y="81603"/>
                </a:cubicBezTo>
                <a:cubicBezTo>
                  <a:pt x="138097" y="84082"/>
                  <a:pt x="134900" y="86673"/>
                  <a:pt x="132977" y="89376"/>
                </a:cubicBezTo>
                <a:cubicBezTo>
                  <a:pt x="131053" y="92079"/>
                  <a:pt x="130092" y="95036"/>
                  <a:pt x="130092" y="98246"/>
                </a:cubicBezTo>
                <a:cubicBezTo>
                  <a:pt x="130092" y="102302"/>
                  <a:pt x="131308" y="105667"/>
                  <a:pt x="133740" y="108342"/>
                </a:cubicBezTo>
                <a:cubicBezTo>
                  <a:pt x="136173" y="111017"/>
                  <a:pt x="138973" y="112354"/>
                  <a:pt x="142142" y="112354"/>
                </a:cubicBezTo>
                <a:cubicBezTo>
                  <a:pt x="146441" y="112354"/>
                  <a:pt x="152098" y="109538"/>
                  <a:pt x="159114" y="103906"/>
                </a:cubicBezTo>
                <a:close/>
                <a:moveTo>
                  <a:pt x="214893" y="57196"/>
                </a:moveTo>
                <a:cubicBezTo>
                  <a:pt x="224001" y="46220"/>
                  <a:pt x="232685" y="40733"/>
                  <a:pt x="240944" y="40733"/>
                </a:cubicBezTo>
                <a:cubicBezTo>
                  <a:pt x="245187" y="40733"/>
                  <a:pt x="248836" y="41792"/>
                  <a:pt x="251891" y="43910"/>
                </a:cubicBezTo>
                <a:cubicBezTo>
                  <a:pt x="254946" y="46026"/>
                  <a:pt x="257379" y="49511"/>
                  <a:pt x="259189" y="54366"/>
                </a:cubicBezTo>
                <a:cubicBezTo>
                  <a:pt x="260434" y="57752"/>
                  <a:pt x="261056" y="62945"/>
                  <a:pt x="261056" y="69946"/>
                </a:cubicBezTo>
                <a:lnTo>
                  <a:pt x="261056" y="103052"/>
                </a:lnTo>
                <a:cubicBezTo>
                  <a:pt x="261056" y="107963"/>
                  <a:pt x="261452" y="111294"/>
                  <a:pt x="262244" y="113044"/>
                </a:cubicBezTo>
                <a:cubicBezTo>
                  <a:pt x="262867" y="114455"/>
                  <a:pt x="263871" y="115555"/>
                  <a:pt x="265257" y="116345"/>
                </a:cubicBezTo>
                <a:cubicBezTo>
                  <a:pt x="266643" y="117136"/>
                  <a:pt x="269203" y="117531"/>
                  <a:pt x="272937" y="117531"/>
                </a:cubicBezTo>
                <a:lnTo>
                  <a:pt x="272937" y="120671"/>
                </a:lnTo>
                <a:lnTo>
                  <a:pt x="234495" y="120671"/>
                </a:lnTo>
                <a:lnTo>
                  <a:pt x="234495" y="117531"/>
                </a:lnTo>
                <a:lnTo>
                  <a:pt x="236107" y="117531"/>
                </a:lnTo>
                <a:cubicBezTo>
                  <a:pt x="239728" y="117531"/>
                  <a:pt x="242260" y="116982"/>
                  <a:pt x="243702" y="115884"/>
                </a:cubicBezTo>
                <a:cubicBezTo>
                  <a:pt x="245145" y="114786"/>
                  <a:pt x="246149" y="113169"/>
                  <a:pt x="246715" y="111031"/>
                </a:cubicBezTo>
                <a:cubicBezTo>
                  <a:pt x="246941" y="110186"/>
                  <a:pt x="247054" y="107540"/>
                  <a:pt x="247054" y="103094"/>
                </a:cubicBezTo>
                <a:lnTo>
                  <a:pt x="247054" y="71433"/>
                </a:lnTo>
                <a:cubicBezTo>
                  <a:pt x="247054" y="64399"/>
                  <a:pt x="246135" y="59291"/>
                  <a:pt x="244296" y="56111"/>
                </a:cubicBezTo>
                <a:cubicBezTo>
                  <a:pt x="242458" y="52930"/>
                  <a:pt x="239360" y="51340"/>
                  <a:pt x="235004" y="51340"/>
                </a:cubicBezTo>
                <a:cubicBezTo>
                  <a:pt x="228272" y="51340"/>
                  <a:pt x="221568" y="54999"/>
                  <a:pt x="214893" y="62316"/>
                </a:cubicBezTo>
                <a:lnTo>
                  <a:pt x="214893" y="103094"/>
                </a:lnTo>
                <a:cubicBezTo>
                  <a:pt x="214893" y="108329"/>
                  <a:pt x="215204" y="111565"/>
                  <a:pt x="215826" y="112803"/>
                </a:cubicBezTo>
                <a:cubicBezTo>
                  <a:pt x="216618" y="114434"/>
                  <a:pt x="217707" y="115630"/>
                  <a:pt x="219093" y="116391"/>
                </a:cubicBezTo>
                <a:cubicBezTo>
                  <a:pt x="220479" y="117151"/>
                  <a:pt x="223294" y="117531"/>
                  <a:pt x="227537" y="117531"/>
                </a:cubicBezTo>
                <a:lnTo>
                  <a:pt x="227537" y="120671"/>
                </a:lnTo>
                <a:lnTo>
                  <a:pt x="189095" y="120671"/>
                </a:lnTo>
                <a:lnTo>
                  <a:pt x="189095" y="117531"/>
                </a:lnTo>
                <a:lnTo>
                  <a:pt x="190792" y="117531"/>
                </a:lnTo>
                <a:cubicBezTo>
                  <a:pt x="194752" y="117531"/>
                  <a:pt x="197426" y="116529"/>
                  <a:pt x="198812" y="114526"/>
                </a:cubicBezTo>
                <a:cubicBezTo>
                  <a:pt x="200198" y="112521"/>
                  <a:pt x="200891" y="108697"/>
                  <a:pt x="200891" y="103052"/>
                </a:cubicBezTo>
                <a:lnTo>
                  <a:pt x="200891" y="74263"/>
                </a:lnTo>
                <a:cubicBezTo>
                  <a:pt x="200891" y="64950"/>
                  <a:pt x="200679" y="59277"/>
                  <a:pt x="200254" y="57246"/>
                </a:cubicBezTo>
                <a:cubicBezTo>
                  <a:pt x="199830" y="55213"/>
                  <a:pt x="199179" y="53829"/>
                  <a:pt x="198302" y="53096"/>
                </a:cubicBezTo>
                <a:cubicBezTo>
                  <a:pt x="197426" y="52362"/>
                  <a:pt x="196252" y="51995"/>
                  <a:pt x="194781" y="51995"/>
                </a:cubicBezTo>
                <a:cubicBezTo>
                  <a:pt x="193197" y="51995"/>
                  <a:pt x="191302" y="52419"/>
                  <a:pt x="189095" y="53265"/>
                </a:cubicBezTo>
                <a:lnTo>
                  <a:pt x="187822" y="50216"/>
                </a:lnTo>
                <a:lnTo>
                  <a:pt x="211244" y="40733"/>
                </a:lnTo>
                <a:lnTo>
                  <a:pt x="214893" y="40733"/>
                </a:lnTo>
                <a:lnTo>
                  <a:pt x="214893" y="57196"/>
                </a:lnTo>
                <a:close/>
                <a:moveTo>
                  <a:pt x="318167" y="42939"/>
                </a:moveTo>
                <a:lnTo>
                  <a:pt x="354402" y="42939"/>
                </a:lnTo>
                <a:lnTo>
                  <a:pt x="354402" y="46079"/>
                </a:lnTo>
                <a:lnTo>
                  <a:pt x="352620" y="46079"/>
                </a:lnTo>
                <a:cubicBezTo>
                  <a:pt x="350074" y="46079"/>
                  <a:pt x="348165" y="46630"/>
                  <a:pt x="346892" y="47734"/>
                </a:cubicBezTo>
                <a:cubicBezTo>
                  <a:pt x="345619" y="48837"/>
                  <a:pt x="344983" y="50209"/>
                  <a:pt x="344983" y="51849"/>
                </a:cubicBezTo>
                <a:cubicBezTo>
                  <a:pt x="344983" y="54056"/>
                  <a:pt x="345916" y="57111"/>
                  <a:pt x="347783" y="61014"/>
                </a:cubicBezTo>
                <a:lnTo>
                  <a:pt x="366707" y="100219"/>
                </a:lnTo>
                <a:lnTo>
                  <a:pt x="384103" y="57280"/>
                </a:lnTo>
                <a:cubicBezTo>
                  <a:pt x="385065" y="54961"/>
                  <a:pt x="385546" y="52670"/>
                  <a:pt x="385546" y="50407"/>
                </a:cubicBezTo>
                <a:cubicBezTo>
                  <a:pt x="385546" y="49388"/>
                  <a:pt x="385348" y="48625"/>
                  <a:pt x="384952" y="48116"/>
                </a:cubicBezTo>
                <a:cubicBezTo>
                  <a:pt x="384499" y="47493"/>
                  <a:pt x="383792" y="46998"/>
                  <a:pt x="382830" y="46630"/>
                </a:cubicBezTo>
                <a:cubicBezTo>
                  <a:pt x="381868" y="46263"/>
                  <a:pt x="380171" y="46079"/>
                  <a:pt x="377738" y="46079"/>
                </a:cubicBezTo>
                <a:lnTo>
                  <a:pt x="377738" y="42939"/>
                </a:lnTo>
                <a:lnTo>
                  <a:pt x="403027" y="42939"/>
                </a:lnTo>
                <a:lnTo>
                  <a:pt x="403027" y="46079"/>
                </a:lnTo>
                <a:cubicBezTo>
                  <a:pt x="400933" y="46305"/>
                  <a:pt x="399321" y="46758"/>
                  <a:pt x="398190" y="47437"/>
                </a:cubicBezTo>
                <a:cubicBezTo>
                  <a:pt x="397058" y="48116"/>
                  <a:pt x="395814" y="49388"/>
                  <a:pt x="394456" y="51255"/>
                </a:cubicBezTo>
                <a:cubicBezTo>
                  <a:pt x="393947" y="52047"/>
                  <a:pt x="392985" y="54225"/>
                  <a:pt x="391571" y="57790"/>
                </a:cubicBezTo>
                <a:lnTo>
                  <a:pt x="359918" y="135351"/>
                </a:lnTo>
                <a:cubicBezTo>
                  <a:pt x="356863" y="142876"/>
                  <a:pt x="352860" y="148561"/>
                  <a:pt x="347910" y="152408"/>
                </a:cubicBezTo>
                <a:cubicBezTo>
                  <a:pt x="342960" y="156255"/>
                  <a:pt x="338194" y="158179"/>
                  <a:pt x="333611" y="158179"/>
                </a:cubicBezTo>
                <a:cubicBezTo>
                  <a:pt x="330273" y="158179"/>
                  <a:pt x="327530" y="157228"/>
                  <a:pt x="325380" y="155328"/>
                </a:cubicBezTo>
                <a:cubicBezTo>
                  <a:pt x="323230" y="153427"/>
                  <a:pt x="322155" y="151248"/>
                  <a:pt x="322155" y="148788"/>
                </a:cubicBezTo>
                <a:cubicBezTo>
                  <a:pt x="322155" y="146441"/>
                  <a:pt x="322933" y="144547"/>
                  <a:pt x="324489" y="143108"/>
                </a:cubicBezTo>
                <a:cubicBezTo>
                  <a:pt x="326045" y="141671"/>
                  <a:pt x="328180" y="140952"/>
                  <a:pt x="330896" y="140952"/>
                </a:cubicBezTo>
                <a:cubicBezTo>
                  <a:pt x="332763" y="140952"/>
                  <a:pt x="335309" y="141574"/>
                  <a:pt x="338533" y="142819"/>
                </a:cubicBezTo>
                <a:cubicBezTo>
                  <a:pt x="340796" y="143668"/>
                  <a:pt x="342210" y="144092"/>
                  <a:pt x="342776" y="144092"/>
                </a:cubicBezTo>
                <a:cubicBezTo>
                  <a:pt x="344473" y="144092"/>
                  <a:pt x="346326" y="143209"/>
                  <a:pt x="348334" y="141443"/>
                </a:cubicBezTo>
                <a:cubicBezTo>
                  <a:pt x="350343" y="139678"/>
                  <a:pt x="352365" y="136263"/>
                  <a:pt x="354402" y="131196"/>
                </a:cubicBezTo>
                <a:lnTo>
                  <a:pt x="359918" y="117616"/>
                </a:lnTo>
                <a:lnTo>
                  <a:pt x="331999" y="58978"/>
                </a:lnTo>
                <a:cubicBezTo>
                  <a:pt x="331150" y="57224"/>
                  <a:pt x="329793" y="55046"/>
                  <a:pt x="327926" y="52443"/>
                </a:cubicBezTo>
                <a:cubicBezTo>
                  <a:pt x="326511" y="50463"/>
                  <a:pt x="325352" y="49134"/>
                  <a:pt x="324446" y="48455"/>
                </a:cubicBezTo>
                <a:cubicBezTo>
                  <a:pt x="323145" y="47550"/>
                  <a:pt x="321052" y="46758"/>
                  <a:pt x="318167" y="46079"/>
                </a:cubicBezTo>
                <a:lnTo>
                  <a:pt x="318167" y="42939"/>
                </a:lnTo>
                <a:close/>
                <a:moveTo>
                  <a:pt x="447493" y="40733"/>
                </a:moveTo>
                <a:cubicBezTo>
                  <a:pt x="459261" y="40733"/>
                  <a:pt x="468708" y="45198"/>
                  <a:pt x="475836" y="54127"/>
                </a:cubicBezTo>
                <a:cubicBezTo>
                  <a:pt x="481890" y="61756"/>
                  <a:pt x="484916" y="70516"/>
                  <a:pt x="484916" y="80407"/>
                </a:cubicBezTo>
                <a:cubicBezTo>
                  <a:pt x="484916" y="87359"/>
                  <a:pt x="483248" y="94395"/>
                  <a:pt x="479910" y="101516"/>
                </a:cubicBezTo>
                <a:cubicBezTo>
                  <a:pt x="476572" y="108636"/>
                  <a:pt x="471975" y="114004"/>
                  <a:pt x="466120" y="117621"/>
                </a:cubicBezTo>
                <a:cubicBezTo>
                  <a:pt x="460265" y="121238"/>
                  <a:pt x="453745" y="123047"/>
                  <a:pt x="446560" y="123047"/>
                </a:cubicBezTo>
                <a:cubicBezTo>
                  <a:pt x="434849" y="123047"/>
                  <a:pt x="425543" y="118384"/>
                  <a:pt x="418641" y="109058"/>
                </a:cubicBezTo>
                <a:cubicBezTo>
                  <a:pt x="412814" y="101203"/>
                  <a:pt x="409900" y="92388"/>
                  <a:pt x="409900" y="82611"/>
                </a:cubicBezTo>
                <a:cubicBezTo>
                  <a:pt x="409900" y="75490"/>
                  <a:pt x="411668" y="68411"/>
                  <a:pt x="415204" y="61375"/>
                </a:cubicBezTo>
                <a:cubicBezTo>
                  <a:pt x="418740" y="54339"/>
                  <a:pt x="423393" y="49139"/>
                  <a:pt x="429164" y="45777"/>
                </a:cubicBezTo>
                <a:cubicBezTo>
                  <a:pt x="434934" y="42414"/>
                  <a:pt x="441044" y="40733"/>
                  <a:pt x="447493" y="40733"/>
                </a:cubicBezTo>
                <a:moveTo>
                  <a:pt x="444863" y="46333"/>
                </a:moveTo>
                <a:cubicBezTo>
                  <a:pt x="441864" y="46333"/>
                  <a:pt x="438852" y="47224"/>
                  <a:pt x="435825" y="49004"/>
                </a:cubicBezTo>
                <a:cubicBezTo>
                  <a:pt x="432798" y="50784"/>
                  <a:pt x="430352" y="53906"/>
                  <a:pt x="428485" y="58370"/>
                </a:cubicBezTo>
                <a:cubicBezTo>
                  <a:pt x="426618" y="62834"/>
                  <a:pt x="425684" y="68569"/>
                  <a:pt x="425684" y="75576"/>
                </a:cubicBezTo>
                <a:cubicBezTo>
                  <a:pt x="425684" y="86876"/>
                  <a:pt x="427933" y="96624"/>
                  <a:pt x="432431" y="104818"/>
                </a:cubicBezTo>
                <a:cubicBezTo>
                  <a:pt x="436928" y="113010"/>
                  <a:pt x="442854" y="117107"/>
                  <a:pt x="450209" y="117107"/>
                </a:cubicBezTo>
                <a:cubicBezTo>
                  <a:pt x="455696" y="117107"/>
                  <a:pt x="460222" y="114846"/>
                  <a:pt x="463786" y="110326"/>
                </a:cubicBezTo>
                <a:cubicBezTo>
                  <a:pt x="467351" y="105805"/>
                  <a:pt x="469133" y="98036"/>
                  <a:pt x="469133" y="87018"/>
                </a:cubicBezTo>
                <a:cubicBezTo>
                  <a:pt x="469133" y="73230"/>
                  <a:pt x="466162" y="62381"/>
                  <a:pt x="460222" y="54469"/>
                </a:cubicBezTo>
                <a:cubicBezTo>
                  <a:pt x="456206" y="49045"/>
                  <a:pt x="451086" y="46333"/>
                  <a:pt x="444863" y="46333"/>
                </a:cubicBezTo>
                <a:close/>
                <a:moveTo>
                  <a:pt x="564515" y="42939"/>
                </a:moveTo>
                <a:lnTo>
                  <a:pt x="564515" y="90036"/>
                </a:lnTo>
                <a:cubicBezTo>
                  <a:pt x="564515" y="99031"/>
                  <a:pt x="564727" y="104533"/>
                  <a:pt x="565152" y="106541"/>
                </a:cubicBezTo>
                <a:cubicBezTo>
                  <a:pt x="565576" y="108550"/>
                  <a:pt x="566255" y="109950"/>
                  <a:pt x="567188" y="110742"/>
                </a:cubicBezTo>
                <a:cubicBezTo>
                  <a:pt x="568122" y="111534"/>
                  <a:pt x="569211" y="111930"/>
                  <a:pt x="570455" y="111930"/>
                </a:cubicBezTo>
                <a:cubicBezTo>
                  <a:pt x="572209" y="111930"/>
                  <a:pt x="574189" y="111449"/>
                  <a:pt x="576395" y="110487"/>
                </a:cubicBezTo>
                <a:lnTo>
                  <a:pt x="577584" y="113458"/>
                </a:lnTo>
                <a:lnTo>
                  <a:pt x="554332" y="123047"/>
                </a:lnTo>
                <a:lnTo>
                  <a:pt x="550513" y="123047"/>
                </a:lnTo>
                <a:lnTo>
                  <a:pt x="550513" y="106584"/>
                </a:lnTo>
                <a:cubicBezTo>
                  <a:pt x="543838" y="113825"/>
                  <a:pt x="538746" y="118379"/>
                  <a:pt x="535238" y="120246"/>
                </a:cubicBezTo>
                <a:cubicBezTo>
                  <a:pt x="531731" y="122113"/>
                  <a:pt x="528025" y="123047"/>
                  <a:pt x="524122" y="123047"/>
                </a:cubicBezTo>
                <a:cubicBezTo>
                  <a:pt x="519766" y="123047"/>
                  <a:pt x="515989" y="121788"/>
                  <a:pt x="512793" y="119270"/>
                </a:cubicBezTo>
                <a:cubicBezTo>
                  <a:pt x="509597" y="116753"/>
                  <a:pt x="507376" y="113514"/>
                  <a:pt x="506132" y="109554"/>
                </a:cubicBezTo>
                <a:cubicBezTo>
                  <a:pt x="504887" y="105594"/>
                  <a:pt x="504265" y="99993"/>
                  <a:pt x="504265" y="92752"/>
                </a:cubicBezTo>
                <a:lnTo>
                  <a:pt x="504265" y="58044"/>
                </a:lnTo>
                <a:cubicBezTo>
                  <a:pt x="504265" y="54367"/>
                  <a:pt x="503869" y="51821"/>
                  <a:pt x="503077" y="50407"/>
                </a:cubicBezTo>
                <a:cubicBezTo>
                  <a:pt x="502285" y="48992"/>
                  <a:pt x="501111" y="47903"/>
                  <a:pt x="499555" y="47140"/>
                </a:cubicBezTo>
                <a:cubicBezTo>
                  <a:pt x="497999" y="46376"/>
                  <a:pt x="495185" y="46022"/>
                  <a:pt x="491111" y="46079"/>
                </a:cubicBezTo>
                <a:lnTo>
                  <a:pt x="491111" y="42939"/>
                </a:lnTo>
                <a:lnTo>
                  <a:pt x="518351" y="42939"/>
                </a:lnTo>
                <a:lnTo>
                  <a:pt x="518351" y="94831"/>
                </a:lnTo>
                <a:cubicBezTo>
                  <a:pt x="518351" y="102055"/>
                  <a:pt x="519610" y="106795"/>
                  <a:pt x="522128" y="109053"/>
                </a:cubicBezTo>
                <a:cubicBezTo>
                  <a:pt x="524645" y="111310"/>
                  <a:pt x="527686" y="112439"/>
                  <a:pt x="531250" y="112439"/>
                </a:cubicBezTo>
                <a:cubicBezTo>
                  <a:pt x="533683" y="112439"/>
                  <a:pt x="536441" y="111677"/>
                  <a:pt x="539524" y="110153"/>
                </a:cubicBezTo>
                <a:cubicBezTo>
                  <a:pt x="542607" y="108629"/>
                  <a:pt x="546270" y="105724"/>
                  <a:pt x="550513" y="101437"/>
                </a:cubicBezTo>
                <a:lnTo>
                  <a:pt x="550513" y="57506"/>
                </a:lnTo>
                <a:cubicBezTo>
                  <a:pt x="550513" y="53104"/>
                  <a:pt x="549707" y="50127"/>
                  <a:pt x="548095" y="48577"/>
                </a:cubicBezTo>
                <a:cubicBezTo>
                  <a:pt x="546482" y="47025"/>
                  <a:pt x="543130" y="46192"/>
                  <a:pt x="538039" y="46079"/>
                </a:cubicBezTo>
                <a:lnTo>
                  <a:pt x="538039" y="42939"/>
                </a:lnTo>
                <a:lnTo>
                  <a:pt x="564515" y="42939"/>
                </a:lnTo>
                <a:close/>
                <a:moveTo>
                  <a:pt x="692738" y="91139"/>
                </a:moveTo>
                <a:cubicBezTo>
                  <a:pt x="690645" y="101379"/>
                  <a:pt x="686544" y="109257"/>
                  <a:pt x="680434" y="114773"/>
                </a:cubicBezTo>
                <a:cubicBezTo>
                  <a:pt x="674324" y="120289"/>
                  <a:pt x="667563" y="123047"/>
                  <a:pt x="660152" y="123047"/>
                </a:cubicBezTo>
                <a:cubicBezTo>
                  <a:pt x="651327" y="123047"/>
                  <a:pt x="643633" y="119346"/>
                  <a:pt x="637070" y="111943"/>
                </a:cubicBezTo>
                <a:cubicBezTo>
                  <a:pt x="630508" y="104539"/>
                  <a:pt x="627227" y="94536"/>
                  <a:pt x="627227" y="81932"/>
                </a:cubicBezTo>
                <a:cubicBezTo>
                  <a:pt x="627227" y="69725"/>
                  <a:pt x="630862" y="59807"/>
                  <a:pt x="638131" y="52178"/>
                </a:cubicBezTo>
                <a:cubicBezTo>
                  <a:pt x="645401" y="44548"/>
                  <a:pt x="654127" y="40733"/>
                  <a:pt x="664310" y="40733"/>
                </a:cubicBezTo>
                <a:cubicBezTo>
                  <a:pt x="671948" y="40733"/>
                  <a:pt x="678227" y="42749"/>
                  <a:pt x="683149" y="46782"/>
                </a:cubicBezTo>
                <a:cubicBezTo>
                  <a:pt x="688071" y="50812"/>
                  <a:pt x="690532" y="54999"/>
                  <a:pt x="690532" y="59341"/>
                </a:cubicBezTo>
                <a:cubicBezTo>
                  <a:pt x="690532" y="61484"/>
                  <a:pt x="689839" y="63218"/>
                  <a:pt x="688453" y="64544"/>
                </a:cubicBezTo>
                <a:cubicBezTo>
                  <a:pt x="687067" y="65868"/>
                  <a:pt x="685129" y="66530"/>
                  <a:pt x="682640" y="66530"/>
                </a:cubicBezTo>
                <a:cubicBezTo>
                  <a:pt x="679302" y="66530"/>
                  <a:pt x="676785" y="65455"/>
                  <a:pt x="675088" y="63305"/>
                </a:cubicBezTo>
                <a:cubicBezTo>
                  <a:pt x="674126" y="62117"/>
                  <a:pt x="673489" y="59854"/>
                  <a:pt x="673178" y="56517"/>
                </a:cubicBezTo>
                <a:cubicBezTo>
                  <a:pt x="672867" y="53179"/>
                  <a:pt x="671722" y="50633"/>
                  <a:pt x="669741" y="48879"/>
                </a:cubicBezTo>
                <a:cubicBezTo>
                  <a:pt x="667761" y="47182"/>
                  <a:pt x="665018" y="46333"/>
                  <a:pt x="661510" y="46333"/>
                </a:cubicBezTo>
                <a:cubicBezTo>
                  <a:pt x="655853" y="46333"/>
                  <a:pt x="651299" y="48427"/>
                  <a:pt x="647848" y="52613"/>
                </a:cubicBezTo>
                <a:cubicBezTo>
                  <a:pt x="643265" y="58157"/>
                  <a:pt x="640974" y="65483"/>
                  <a:pt x="640974" y="74592"/>
                </a:cubicBezTo>
                <a:cubicBezTo>
                  <a:pt x="640974" y="83870"/>
                  <a:pt x="643251" y="92059"/>
                  <a:pt x="647805" y="99159"/>
                </a:cubicBezTo>
                <a:cubicBezTo>
                  <a:pt x="652359" y="106259"/>
                  <a:pt x="658512" y="109809"/>
                  <a:pt x="666262" y="109809"/>
                </a:cubicBezTo>
                <a:cubicBezTo>
                  <a:pt x="671806" y="109809"/>
                  <a:pt x="676785" y="107913"/>
                  <a:pt x="681198" y="104123"/>
                </a:cubicBezTo>
                <a:cubicBezTo>
                  <a:pt x="684309" y="101521"/>
                  <a:pt x="687336" y="96797"/>
                  <a:pt x="690278" y="89951"/>
                </a:cubicBezTo>
                <a:lnTo>
                  <a:pt x="692738" y="91139"/>
                </a:lnTo>
                <a:close/>
                <a:moveTo>
                  <a:pt x="741898" y="40733"/>
                </a:moveTo>
                <a:cubicBezTo>
                  <a:pt x="753666" y="40733"/>
                  <a:pt x="763113" y="45198"/>
                  <a:pt x="770242" y="54127"/>
                </a:cubicBezTo>
                <a:cubicBezTo>
                  <a:pt x="776295" y="61756"/>
                  <a:pt x="779322" y="70516"/>
                  <a:pt x="779322" y="80407"/>
                </a:cubicBezTo>
                <a:cubicBezTo>
                  <a:pt x="779322" y="87359"/>
                  <a:pt x="777653" y="94395"/>
                  <a:pt x="774315" y="101516"/>
                </a:cubicBezTo>
                <a:cubicBezTo>
                  <a:pt x="770977" y="108636"/>
                  <a:pt x="766380" y="114004"/>
                  <a:pt x="760525" y="117621"/>
                </a:cubicBezTo>
                <a:cubicBezTo>
                  <a:pt x="754670" y="121238"/>
                  <a:pt x="748150" y="123047"/>
                  <a:pt x="740965" y="123047"/>
                </a:cubicBezTo>
                <a:cubicBezTo>
                  <a:pt x="729254" y="123047"/>
                  <a:pt x="719948" y="118384"/>
                  <a:pt x="713046" y="109058"/>
                </a:cubicBezTo>
                <a:cubicBezTo>
                  <a:pt x="707219" y="101203"/>
                  <a:pt x="704305" y="92388"/>
                  <a:pt x="704305" y="82611"/>
                </a:cubicBezTo>
                <a:cubicBezTo>
                  <a:pt x="704305" y="75490"/>
                  <a:pt x="706073" y="68411"/>
                  <a:pt x="709609" y="61375"/>
                </a:cubicBezTo>
                <a:cubicBezTo>
                  <a:pt x="713145" y="54339"/>
                  <a:pt x="717798" y="49139"/>
                  <a:pt x="723569" y="45777"/>
                </a:cubicBezTo>
                <a:cubicBezTo>
                  <a:pt x="729339" y="42414"/>
                  <a:pt x="735449" y="40733"/>
                  <a:pt x="741898" y="40733"/>
                </a:cubicBezTo>
                <a:moveTo>
                  <a:pt x="739268" y="46333"/>
                </a:moveTo>
                <a:cubicBezTo>
                  <a:pt x="736269" y="46333"/>
                  <a:pt x="733257" y="47224"/>
                  <a:pt x="730230" y="49004"/>
                </a:cubicBezTo>
                <a:cubicBezTo>
                  <a:pt x="727204" y="50784"/>
                  <a:pt x="724757" y="53906"/>
                  <a:pt x="722890" y="58370"/>
                </a:cubicBezTo>
                <a:cubicBezTo>
                  <a:pt x="721023" y="62834"/>
                  <a:pt x="720089" y="68569"/>
                  <a:pt x="720089" y="75576"/>
                </a:cubicBezTo>
                <a:cubicBezTo>
                  <a:pt x="720089" y="86876"/>
                  <a:pt x="722338" y="96624"/>
                  <a:pt x="726836" y="104818"/>
                </a:cubicBezTo>
                <a:cubicBezTo>
                  <a:pt x="731333" y="113010"/>
                  <a:pt x="737259" y="117107"/>
                  <a:pt x="744614" y="117107"/>
                </a:cubicBezTo>
                <a:cubicBezTo>
                  <a:pt x="750102" y="117107"/>
                  <a:pt x="754627" y="114846"/>
                  <a:pt x="758191" y="110326"/>
                </a:cubicBezTo>
                <a:cubicBezTo>
                  <a:pt x="761756" y="105805"/>
                  <a:pt x="763538" y="98036"/>
                  <a:pt x="763538" y="87018"/>
                </a:cubicBezTo>
                <a:cubicBezTo>
                  <a:pt x="763538" y="73230"/>
                  <a:pt x="760568" y="62381"/>
                  <a:pt x="754627" y="54469"/>
                </a:cubicBezTo>
                <a:cubicBezTo>
                  <a:pt x="750611" y="49045"/>
                  <a:pt x="745491" y="46333"/>
                  <a:pt x="739268" y="46333"/>
                </a:cubicBezTo>
                <a:close/>
                <a:moveTo>
                  <a:pt x="813520" y="40733"/>
                </a:moveTo>
                <a:lnTo>
                  <a:pt x="813520" y="58214"/>
                </a:lnTo>
                <a:cubicBezTo>
                  <a:pt x="820026" y="46560"/>
                  <a:pt x="826702" y="40733"/>
                  <a:pt x="833547" y="40733"/>
                </a:cubicBezTo>
                <a:cubicBezTo>
                  <a:pt x="836659" y="40733"/>
                  <a:pt x="839233" y="41680"/>
                  <a:pt x="841269" y="43576"/>
                </a:cubicBezTo>
                <a:cubicBezTo>
                  <a:pt x="843306" y="45471"/>
                  <a:pt x="844324" y="47663"/>
                  <a:pt x="844324" y="50152"/>
                </a:cubicBezTo>
                <a:cubicBezTo>
                  <a:pt x="844324" y="52359"/>
                  <a:pt x="843589" y="54225"/>
                  <a:pt x="842118" y="55753"/>
                </a:cubicBezTo>
                <a:cubicBezTo>
                  <a:pt x="840647" y="57280"/>
                  <a:pt x="838893" y="58044"/>
                  <a:pt x="836857" y="58044"/>
                </a:cubicBezTo>
                <a:cubicBezTo>
                  <a:pt x="834877" y="58044"/>
                  <a:pt x="832656" y="57068"/>
                  <a:pt x="830195" y="55116"/>
                </a:cubicBezTo>
                <a:cubicBezTo>
                  <a:pt x="827734" y="53165"/>
                  <a:pt x="825910" y="52189"/>
                  <a:pt x="824722" y="52189"/>
                </a:cubicBezTo>
                <a:cubicBezTo>
                  <a:pt x="823703" y="52189"/>
                  <a:pt x="822600" y="52753"/>
                  <a:pt x="821412" y="53881"/>
                </a:cubicBezTo>
                <a:cubicBezTo>
                  <a:pt x="818866" y="56195"/>
                  <a:pt x="816236" y="60004"/>
                  <a:pt x="813520" y="65308"/>
                </a:cubicBezTo>
                <a:lnTo>
                  <a:pt x="813520" y="102466"/>
                </a:lnTo>
                <a:cubicBezTo>
                  <a:pt x="813520" y="106753"/>
                  <a:pt x="814058" y="109997"/>
                  <a:pt x="815133" y="112198"/>
                </a:cubicBezTo>
                <a:cubicBezTo>
                  <a:pt x="815868" y="113722"/>
                  <a:pt x="817169" y="114992"/>
                  <a:pt x="819036" y="116009"/>
                </a:cubicBezTo>
                <a:cubicBezTo>
                  <a:pt x="820903" y="117023"/>
                  <a:pt x="823590" y="117531"/>
                  <a:pt x="827098" y="117531"/>
                </a:cubicBezTo>
                <a:lnTo>
                  <a:pt x="827098" y="120671"/>
                </a:lnTo>
                <a:lnTo>
                  <a:pt x="787299" y="120671"/>
                </a:lnTo>
                <a:lnTo>
                  <a:pt x="787299" y="117531"/>
                </a:lnTo>
                <a:cubicBezTo>
                  <a:pt x="791259" y="117531"/>
                  <a:pt x="794200" y="116910"/>
                  <a:pt x="796124" y="115669"/>
                </a:cubicBezTo>
                <a:cubicBezTo>
                  <a:pt x="797538" y="114766"/>
                  <a:pt x="798528" y="113326"/>
                  <a:pt x="799094" y="111349"/>
                </a:cubicBezTo>
                <a:cubicBezTo>
                  <a:pt x="799377" y="110389"/>
                  <a:pt x="799518" y="107652"/>
                  <a:pt x="799518" y="103136"/>
                </a:cubicBezTo>
                <a:lnTo>
                  <a:pt x="799518" y="73078"/>
                </a:lnTo>
                <a:cubicBezTo>
                  <a:pt x="799518" y="64045"/>
                  <a:pt x="799334" y="58669"/>
                  <a:pt x="798967" y="56949"/>
                </a:cubicBezTo>
                <a:cubicBezTo>
                  <a:pt x="798599" y="55227"/>
                  <a:pt x="797920" y="53971"/>
                  <a:pt x="796930" y="53181"/>
                </a:cubicBezTo>
                <a:cubicBezTo>
                  <a:pt x="795940" y="52390"/>
                  <a:pt x="794710" y="51995"/>
                  <a:pt x="793239" y="51995"/>
                </a:cubicBezTo>
                <a:cubicBezTo>
                  <a:pt x="791485" y="51995"/>
                  <a:pt x="789505" y="52419"/>
                  <a:pt x="787299" y="53265"/>
                </a:cubicBezTo>
                <a:lnTo>
                  <a:pt x="786450" y="50216"/>
                </a:lnTo>
                <a:lnTo>
                  <a:pt x="809956" y="40733"/>
                </a:lnTo>
                <a:lnTo>
                  <a:pt x="813520" y="40733"/>
                </a:lnTo>
                <a:close/>
                <a:moveTo>
                  <a:pt x="871393" y="40733"/>
                </a:moveTo>
                <a:lnTo>
                  <a:pt x="871393" y="58214"/>
                </a:lnTo>
                <a:cubicBezTo>
                  <a:pt x="877899" y="46560"/>
                  <a:pt x="884575" y="40733"/>
                  <a:pt x="891420" y="40733"/>
                </a:cubicBezTo>
                <a:cubicBezTo>
                  <a:pt x="894532" y="40733"/>
                  <a:pt x="897106" y="41680"/>
                  <a:pt x="899143" y="43576"/>
                </a:cubicBezTo>
                <a:cubicBezTo>
                  <a:pt x="901179" y="45471"/>
                  <a:pt x="902198" y="47663"/>
                  <a:pt x="902198" y="50152"/>
                </a:cubicBezTo>
                <a:cubicBezTo>
                  <a:pt x="902198" y="52359"/>
                  <a:pt x="901462" y="54225"/>
                  <a:pt x="899991" y="55753"/>
                </a:cubicBezTo>
                <a:cubicBezTo>
                  <a:pt x="898520" y="57280"/>
                  <a:pt x="896767" y="58044"/>
                  <a:pt x="894730" y="58044"/>
                </a:cubicBezTo>
                <a:cubicBezTo>
                  <a:pt x="892750" y="58044"/>
                  <a:pt x="890529" y="57068"/>
                  <a:pt x="888068" y="55116"/>
                </a:cubicBezTo>
                <a:cubicBezTo>
                  <a:pt x="885607" y="53165"/>
                  <a:pt x="883783" y="52189"/>
                  <a:pt x="882595" y="52189"/>
                </a:cubicBezTo>
                <a:cubicBezTo>
                  <a:pt x="881577" y="52189"/>
                  <a:pt x="880473" y="52753"/>
                  <a:pt x="879285" y="53881"/>
                </a:cubicBezTo>
                <a:cubicBezTo>
                  <a:pt x="876740" y="56195"/>
                  <a:pt x="874109" y="60004"/>
                  <a:pt x="871393" y="65308"/>
                </a:cubicBezTo>
                <a:lnTo>
                  <a:pt x="871393" y="102466"/>
                </a:lnTo>
                <a:cubicBezTo>
                  <a:pt x="871393" y="106753"/>
                  <a:pt x="871931" y="109997"/>
                  <a:pt x="873006" y="112198"/>
                </a:cubicBezTo>
                <a:cubicBezTo>
                  <a:pt x="873741" y="113722"/>
                  <a:pt x="875042" y="114992"/>
                  <a:pt x="876909" y="116009"/>
                </a:cubicBezTo>
                <a:cubicBezTo>
                  <a:pt x="878776" y="117023"/>
                  <a:pt x="881463" y="117531"/>
                  <a:pt x="884971" y="117531"/>
                </a:cubicBezTo>
                <a:lnTo>
                  <a:pt x="884971" y="120671"/>
                </a:lnTo>
                <a:lnTo>
                  <a:pt x="845172" y="120671"/>
                </a:lnTo>
                <a:lnTo>
                  <a:pt x="845172" y="117531"/>
                </a:lnTo>
                <a:cubicBezTo>
                  <a:pt x="849132" y="117531"/>
                  <a:pt x="852074" y="116910"/>
                  <a:pt x="853997" y="115669"/>
                </a:cubicBezTo>
                <a:cubicBezTo>
                  <a:pt x="855412" y="114766"/>
                  <a:pt x="856402" y="113326"/>
                  <a:pt x="856967" y="111349"/>
                </a:cubicBezTo>
                <a:cubicBezTo>
                  <a:pt x="857250" y="110389"/>
                  <a:pt x="857392" y="107652"/>
                  <a:pt x="857392" y="103136"/>
                </a:cubicBezTo>
                <a:lnTo>
                  <a:pt x="857392" y="73078"/>
                </a:lnTo>
                <a:cubicBezTo>
                  <a:pt x="857392" y="64045"/>
                  <a:pt x="857208" y="58669"/>
                  <a:pt x="856840" y="56949"/>
                </a:cubicBezTo>
                <a:cubicBezTo>
                  <a:pt x="856472" y="55227"/>
                  <a:pt x="855793" y="53971"/>
                  <a:pt x="854803" y="53181"/>
                </a:cubicBezTo>
                <a:cubicBezTo>
                  <a:pt x="853813" y="52390"/>
                  <a:pt x="852583" y="51995"/>
                  <a:pt x="851112" y="51995"/>
                </a:cubicBezTo>
                <a:cubicBezTo>
                  <a:pt x="849358" y="51995"/>
                  <a:pt x="847378" y="52419"/>
                  <a:pt x="845172" y="53265"/>
                </a:cubicBezTo>
                <a:lnTo>
                  <a:pt x="844323" y="50216"/>
                </a:lnTo>
                <a:lnTo>
                  <a:pt x="867829" y="40733"/>
                </a:lnTo>
                <a:lnTo>
                  <a:pt x="871393" y="40733"/>
                </a:lnTo>
                <a:close/>
                <a:moveTo>
                  <a:pt x="919592" y="72301"/>
                </a:moveTo>
                <a:cubicBezTo>
                  <a:pt x="919536" y="83815"/>
                  <a:pt x="922336" y="92846"/>
                  <a:pt x="927993" y="99395"/>
                </a:cubicBezTo>
                <a:cubicBezTo>
                  <a:pt x="933651" y="105941"/>
                  <a:pt x="940298" y="109215"/>
                  <a:pt x="947936" y="109215"/>
                </a:cubicBezTo>
                <a:cubicBezTo>
                  <a:pt x="953027" y="109215"/>
                  <a:pt x="957454" y="107814"/>
                  <a:pt x="961216" y="105014"/>
                </a:cubicBezTo>
                <a:cubicBezTo>
                  <a:pt x="964978" y="102214"/>
                  <a:pt x="968132" y="97419"/>
                  <a:pt x="970678" y="90630"/>
                </a:cubicBezTo>
                <a:lnTo>
                  <a:pt x="973309" y="92327"/>
                </a:lnTo>
                <a:cubicBezTo>
                  <a:pt x="972121" y="100078"/>
                  <a:pt x="968670" y="107136"/>
                  <a:pt x="962956" y="113500"/>
                </a:cubicBezTo>
                <a:cubicBezTo>
                  <a:pt x="957242" y="119864"/>
                  <a:pt x="950085" y="123047"/>
                  <a:pt x="941486" y="123047"/>
                </a:cubicBezTo>
                <a:cubicBezTo>
                  <a:pt x="932152" y="123047"/>
                  <a:pt x="924161" y="119420"/>
                  <a:pt x="917513" y="112166"/>
                </a:cubicBezTo>
                <a:cubicBezTo>
                  <a:pt x="910866" y="104911"/>
                  <a:pt x="907542" y="95157"/>
                  <a:pt x="907542" y="82905"/>
                </a:cubicBezTo>
                <a:cubicBezTo>
                  <a:pt x="907542" y="69639"/>
                  <a:pt x="910951" y="59294"/>
                  <a:pt x="917768" y="51871"/>
                </a:cubicBezTo>
                <a:cubicBezTo>
                  <a:pt x="924585" y="44445"/>
                  <a:pt x="933142" y="40733"/>
                  <a:pt x="943438" y="40733"/>
                </a:cubicBezTo>
                <a:cubicBezTo>
                  <a:pt x="952150" y="40733"/>
                  <a:pt x="959307" y="43597"/>
                  <a:pt x="964908" y="49325"/>
                </a:cubicBezTo>
                <a:cubicBezTo>
                  <a:pt x="970508" y="55051"/>
                  <a:pt x="973309" y="62710"/>
                  <a:pt x="973309" y="72301"/>
                </a:cubicBezTo>
                <a:lnTo>
                  <a:pt x="919592" y="72301"/>
                </a:lnTo>
                <a:moveTo>
                  <a:pt x="919592" y="67379"/>
                </a:moveTo>
                <a:lnTo>
                  <a:pt x="955573" y="67379"/>
                </a:lnTo>
                <a:cubicBezTo>
                  <a:pt x="955290" y="62400"/>
                  <a:pt x="954696" y="58893"/>
                  <a:pt x="953791" y="56856"/>
                </a:cubicBezTo>
                <a:cubicBezTo>
                  <a:pt x="952377" y="53688"/>
                  <a:pt x="950269" y="51199"/>
                  <a:pt x="947469" y="49388"/>
                </a:cubicBezTo>
                <a:cubicBezTo>
                  <a:pt x="944668" y="47578"/>
                  <a:pt x="941741" y="46673"/>
                  <a:pt x="938686" y="46673"/>
                </a:cubicBezTo>
                <a:cubicBezTo>
                  <a:pt x="933990" y="46673"/>
                  <a:pt x="929790" y="48497"/>
                  <a:pt x="926084" y="52146"/>
                </a:cubicBezTo>
                <a:cubicBezTo>
                  <a:pt x="922379" y="55795"/>
                  <a:pt x="920215" y="60873"/>
                  <a:pt x="919592" y="67379"/>
                </a:cubicBezTo>
                <a:close/>
                <a:moveTo>
                  <a:pt x="1049709" y="91139"/>
                </a:moveTo>
                <a:cubicBezTo>
                  <a:pt x="1047616" y="101379"/>
                  <a:pt x="1043514" y="109257"/>
                  <a:pt x="1037404" y="114773"/>
                </a:cubicBezTo>
                <a:cubicBezTo>
                  <a:pt x="1031295" y="120289"/>
                  <a:pt x="1024534" y="123047"/>
                  <a:pt x="1017123" y="123047"/>
                </a:cubicBezTo>
                <a:cubicBezTo>
                  <a:pt x="1008298" y="123047"/>
                  <a:pt x="1000604" y="119346"/>
                  <a:pt x="994041" y="111943"/>
                </a:cubicBezTo>
                <a:cubicBezTo>
                  <a:pt x="987479" y="104539"/>
                  <a:pt x="984197" y="94536"/>
                  <a:pt x="984197" y="81932"/>
                </a:cubicBezTo>
                <a:cubicBezTo>
                  <a:pt x="984197" y="69725"/>
                  <a:pt x="987832" y="59807"/>
                  <a:pt x="995102" y="52178"/>
                </a:cubicBezTo>
                <a:cubicBezTo>
                  <a:pt x="1002371" y="44548"/>
                  <a:pt x="1011098" y="40733"/>
                  <a:pt x="1021281" y="40733"/>
                </a:cubicBezTo>
                <a:cubicBezTo>
                  <a:pt x="1028918" y="40733"/>
                  <a:pt x="1035198" y="42749"/>
                  <a:pt x="1040120" y="46782"/>
                </a:cubicBezTo>
                <a:cubicBezTo>
                  <a:pt x="1045042" y="50812"/>
                  <a:pt x="1047503" y="54999"/>
                  <a:pt x="1047503" y="59341"/>
                </a:cubicBezTo>
                <a:cubicBezTo>
                  <a:pt x="1047503" y="61484"/>
                  <a:pt x="1046810" y="63218"/>
                  <a:pt x="1045424" y="64544"/>
                </a:cubicBezTo>
                <a:cubicBezTo>
                  <a:pt x="1044038" y="65868"/>
                  <a:pt x="1042100" y="66530"/>
                  <a:pt x="1039611" y="66530"/>
                </a:cubicBezTo>
                <a:cubicBezTo>
                  <a:pt x="1036273" y="66530"/>
                  <a:pt x="1033755" y="65455"/>
                  <a:pt x="1032058" y="63305"/>
                </a:cubicBezTo>
                <a:cubicBezTo>
                  <a:pt x="1031097" y="62117"/>
                  <a:pt x="1030460" y="59854"/>
                  <a:pt x="1030149" y="56517"/>
                </a:cubicBezTo>
                <a:cubicBezTo>
                  <a:pt x="1029838" y="53179"/>
                  <a:pt x="1028692" y="50633"/>
                  <a:pt x="1026712" y="48879"/>
                </a:cubicBezTo>
                <a:cubicBezTo>
                  <a:pt x="1024732" y="47182"/>
                  <a:pt x="1021988" y="46333"/>
                  <a:pt x="1018481" y="46333"/>
                </a:cubicBezTo>
                <a:cubicBezTo>
                  <a:pt x="1012823" y="46333"/>
                  <a:pt x="1008269" y="48427"/>
                  <a:pt x="1004818" y="52613"/>
                </a:cubicBezTo>
                <a:cubicBezTo>
                  <a:pt x="1000236" y="58157"/>
                  <a:pt x="997945" y="65483"/>
                  <a:pt x="997945" y="74592"/>
                </a:cubicBezTo>
                <a:cubicBezTo>
                  <a:pt x="997945" y="83870"/>
                  <a:pt x="1000222" y="92059"/>
                  <a:pt x="1004776" y="99159"/>
                </a:cubicBezTo>
                <a:cubicBezTo>
                  <a:pt x="1009330" y="106259"/>
                  <a:pt x="1015482" y="109809"/>
                  <a:pt x="1023233" y="109809"/>
                </a:cubicBezTo>
                <a:cubicBezTo>
                  <a:pt x="1028777" y="109809"/>
                  <a:pt x="1033755" y="107913"/>
                  <a:pt x="1038168" y="104123"/>
                </a:cubicBezTo>
                <a:cubicBezTo>
                  <a:pt x="1041280" y="101521"/>
                  <a:pt x="1044306" y="96797"/>
                  <a:pt x="1047248" y="89951"/>
                </a:cubicBezTo>
                <a:lnTo>
                  <a:pt x="1049709" y="91139"/>
                </a:lnTo>
                <a:close/>
                <a:moveTo>
                  <a:pt x="1083425" y="17311"/>
                </a:moveTo>
                <a:lnTo>
                  <a:pt x="1083425" y="42939"/>
                </a:lnTo>
                <a:lnTo>
                  <a:pt x="1101585" y="42939"/>
                </a:lnTo>
                <a:lnTo>
                  <a:pt x="1101585" y="48879"/>
                </a:lnTo>
                <a:lnTo>
                  <a:pt x="1083425" y="48879"/>
                </a:lnTo>
                <a:lnTo>
                  <a:pt x="1083425" y="99217"/>
                </a:lnTo>
                <a:cubicBezTo>
                  <a:pt x="1083425" y="104247"/>
                  <a:pt x="1084146" y="107638"/>
                  <a:pt x="1085589" y="109390"/>
                </a:cubicBezTo>
                <a:cubicBezTo>
                  <a:pt x="1087032" y="111140"/>
                  <a:pt x="1088884" y="112015"/>
                  <a:pt x="1091147" y="112015"/>
                </a:cubicBezTo>
                <a:cubicBezTo>
                  <a:pt x="1093014" y="112015"/>
                  <a:pt x="1094825" y="111435"/>
                  <a:pt x="1096578" y="110275"/>
                </a:cubicBezTo>
                <a:cubicBezTo>
                  <a:pt x="1098332" y="109116"/>
                  <a:pt x="1099690" y="107404"/>
                  <a:pt x="1100652" y="105141"/>
                </a:cubicBezTo>
                <a:lnTo>
                  <a:pt x="1103961" y="105141"/>
                </a:lnTo>
                <a:cubicBezTo>
                  <a:pt x="1101981" y="110701"/>
                  <a:pt x="1099181" y="114906"/>
                  <a:pt x="1095560" y="117756"/>
                </a:cubicBezTo>
                <a:cubicBezTo>
                  <a:pt x="1091939" y="120604"/>
                  <a:pt x="1088206" y="122028"/>
                  <a:pt x="1084359" y="122028"/>
                </a:cubicBezTo>
                <a:cubicBezTo>
                  <a:pt x="1081756" y="122028"/>
                  <a:pt x="1079210" y="121306"/>
                  <a:pt x="1076721" y="119862"/>
                </a:cubicBezTo>
                <a:cubicBezTo>
                  <a:pt x="1074232" y="118417"/>
                  <a:pt x="1072393" y="116351"/>
                  <a:pt x="1071205" y="113662"/>
                </a:cubicBezTo>
                <a:cubicBezTo>
                  <a:pt x="1070017" y="110971"/>
                  <a:pt x="1069423" y="106822"/>
                  <a:pt x="1069423" y="101214"/>
                </a:cubicBezTo>
                <a:lnTo>
                  <a:pt x="1069423" y="48879"/>
                </a:lnTo>
                <a:lnTo>
                  <a:pt x="1057119" y="48879"/>
                </a:lnTo>
                <a:lnTo>
                  <a:pt x="1057119" y="46079"/>
                </a:lnTo>
                <a:cubicBezTo>
                  <a:pt x="1060230" y="44831"/>
                  <a:pt x="1063412" y="42717"/>
                  <a:pt x="1066665" y="39738"/>
                </a:cubicBezTo>
                <a:cubicBezTo>
                  <a:pt x="1069918" y="36759"/>
                  <a:pt x="1072818" y="33227"/>
                  <a:pt x="1075363" y="29141"/>
                </a:cubicBezTo>
                <a:cubicBezTo>
                  <a:pt x="1076665" y="26986"/>
                  <a:pt x="1078475" y="23043"/>
                  <a:pt x="1080794" y="17311"/>
                </a:cubicBezTo>
                <a:lnTo>
                  <a:pt x="1083425" y="17311"/>
                </a:lnTo>
                <a:close/>
                <a:moveTo>
                  <a:pt x="1175188" y="17311"/>
                </a:moveTo>
                <a:lnTo>
                  <a:pt x="1175188" y="42939"/>
                </a:lnTo>
                <a:lnTo>
                  <a:pt x="1193348" y="42939"/>
                </a:lnTo>
                <a:lnTo>
                  <a:pt x="1193348" y="48879"/>
                </a:lnTo>
                <a:lnTo>
                  <a:pt x="1175188" y="48879"/>
                </a:lnTo>
                <a:lnTo>
                  <a:pt x="1175188" y="99217"/>
                </a:lnTo>
                <a:cubicBezTo>
                  <a:pt x="1175188" y="104247"/>
                  <a:pt x="1175909" y="107638"/>
                  <a:pt x="1177352" y="109390"/>
                </a:cubicBezTo>
                <a:cubicBezTo>
                  <a:pt x="1178794" y="111140"/>
                  <a:pt x="1180647" y="112015"/>
                  <a:pt x="1182910" y="112015"/>
                </a:cubicBezTo>
                <a:cubicBezTo>
                  <a:pt x="1184777" y="112015"/>
                  <a:pt x="1186587" y="111435"/>
                  <a:pt x="1188341" y="110275"/>
                </a:cubicBezTo>
                <a:cubicBezTo>
                  <a:pt x="1190095" y="109116"/>
                  <a:pt x="1191453" y="107404"/>
                  <a:pt x="1192414" y="105141"/>
                </a:cubicBezTo>
                <a:lnTo>
                  <a:pt x="1195724" y="105141"/>
                </a:lnTo>
                <a:cubicBezTo>
                  <a:pt x="1193744" y="110701"/>
                  <a:pt x="1190943" y="114906"/>
                  <a:pt x="1187323" y="117756"/>
                </a:cubicBezTo>
                <a:cubicBezTo>
                  <a:pt x="1183702" y="120604"/>
                  <a:pt x="1179968" y="122028"/>
                  <a:pt x="1176121" y="122028"/>
                </a:cubicBezTo>
                <a:cubicBezTo>
                  <a:pt x="1173519" y="122028"/>
                  <a:pt x="1170973" y="121306"/>
                  <a:pt x="1168484" y="119862"/>
                </a:cubicBezTo>
                <a:cubicBezTo>
                  <a:pt x="1165995" y="118417"/>
                  <a:pt x="1164156" y="116351"/>
                  <a:pt x="1162968" y="113662"/>
                </a:cubicBezTo>
                <a:cubicBezTo>
                  <a:pt x="1161780" y="110971"/>
                  <a:pt x="1161186" y="106822"/>
                  <a:pt x="1161186" y="101214"/>
                </a:cubicBezTo>
                <a:lnTo>
                  <a:pt x="1161186" y="48879"/>
                </a:lnTo>
                <a:lnTo>
                  <a:pt x="1148881" y="48879"/>
                </a:lnTo>
                <a:lnTo>
                  <a:pt x="1148881" y="46079"/>
                </a:lnTo>
                <a:cubicBezTo>
                  <a:pt x="1151993" y="44831"/>
                  <a:pt x="1155175" y="42717"/>
                  <a:pt x="1158428" y="39738"/>
                </a:cubicBezTo>
                <a:cubicBezTo>
                  <a:pt x="1161681" y="36759"/>
                  <a:pt x="1164580" y="33227"/>
                  <a:pt x="1167126" y="29141"/>
                </a:cubicBezTo>
                <a:cubicBezTo>
                  <a:pt x="1168427" y="26986"/>
                  <a:pt x="1170238" y="23043"/>
                  <a:pt x="1172557" y="17311"/>
                </a:cubicBezTo>
                <a:lnTo>
                  <a:pt x="1175188" y="17311"/>
                </a:lnTo>
                <a:close/>
                <a:moveTo>
                  <a:pt x="1223757" y="0"/>
                </a:moveTo>
                <a:lnTo>
                  <a:pt x="1223757" y="56941"/>
                </a:lnTo>
                <a:cubicBezTo>
                  <a:pt x="1230037" y="50039"/>
                  <a:pt x="1235015" y="45612"/>
                  <a:pt x="1238693" y="43660"/>
                </a:cubicBezTo>
                <a:cubicBezTo>
                  <a:pt x="1242370" y="41709"/>
                  <a:pt x="1246047" y="40733"/>
                  <a:pt x="1249724" y="40733"/>
                </a:cubicBezTo>
                <a:cubicBezTo>
                  <a:pt x="1254137" y="40733"/>
                  <a:pt x="1257927" y="41946"/>
                  <a:pt x="1261095" y="44374"/>
                </a:cubicBezTo>
                <a:cubicBezTo>
                  <a:pt x="1264264" y="46801"/>
                  <a:pt x="1266611" y="50611"/>
                  <a:pt x="1268139" y="55803"/>
                </a:cubicBezTo>
                <a:cubicBezTo>
                  <a:pt x="1269214" y="59417"/>
                  <a:pt x="1269751" y="66022"/>
                  <a:pt x="1269751" y="75618"/>
                </a:cubicBezTo>
                <a:lnTo>
                  <a:pt x="1269751" y="103052"/>
                </a:lnTo>
                <a:cubicBezTo>
                  <a:pt x="1269751" y="107963"/>
                  <a:pt x="1270147" y="111322"/>
                  <a:pt x="1270939" y="113129"/>
                </a:cubicBezTo>
                <a:cubicBezTo>
                  <a:pt x="1271505" y="114483"/>
                  <a:pt x="1272467" y="115555"/>
                  <a:pt x="1273824" y="116345"/>
                </a:cubicBezTo>
                <a:cubicBezTo>
                  <a:pt x="1275182" y="117136"/>
                  <a:pt x="1277671" y="117531"/>
                  <a:pt x="1281292" y="117531"/>
                </a:cubicBezTo>
                <a:lnTo>
                  <a:pt x="1281292" y="120671"/>
                </a:lnTo>
                <a:lnTo>
                  <a:pt x="1243105" y="120671"/>
                </a:lnTo>
                <a:lnTo>
                  <a:pt x="1243105" y="117531"/>
                </a:lnTo>
                <a:lnTo>
                  <a:pt x="1244887" y="117531"/>
                </a:lnTo>
                <a:cubicBezTo>
                  <a:pt x="1248508" y="117531"/>
                  <a:pt x="1251025" y="116979"/>
                  <a:pt x="1252440" y="115876"/>
                </a:cubicBezTo>
                <a:cubicBezTo>
                  <a:pt x="1253854" y="114773"/>
                  <a:pt x="1254844" y="113146"/>
                  <a:pt x="1255410" y="110997"/>
                </a:cubicBezTo>
                <a:cubicBezTo>
                  <a:pt x="1255580" y="110091"/>
                  <a:pt x="1255664" y="107433"/>
                  <a:pt x="1255664" y="103020"/>
                </a:cubicBezTo>
                <a:lnTo>
                  <a:pt x="1255664" y="75525"/>
                </a:lnTo>
                <a:cubicBezTo>
                  <a:pt x="1255664" y="67039"/>
                  <a:pt x="1255226" y="61467"/>
                  <a:pt x="1254349" y="58808"/>
                </a:cubicBezTo>
                <a:cubicBezTo>
                  <a:pt x="1253472" y="56149"/>
                  <a:pt x="1252072" y="54155"/>
                  <a:pt x="1250149" y="52825"/>
                </a:cubicBezTo>
                <a:cubicBezTo>
                  <a:pt x="1248225" y="51496"/>
                  <a:pt x="1245906" y="50831"/>
                  <a:pt x="1243190" y="50831"/>
                </a:cubicBezTo>
                <a:cubicBezTo>
                  <a:pt x="1240418" y="50831"/>
                  <a:pt x="1237533" y="51566"/>
                  <a:pt x="1234534" y="53037"/>
                </a:cubicBezTo>
                <a:cubicBezTo>
                  <a:pt x="1231536" y="54508"/>
                  <a:pt x="1227944" y="57478"/>
                  <a:pt x="1223757" y="61948"/>
                </a:cubicBezTo>
                <a:lnTo>
                  <a:pt x="1223757" y="103020"/>
                </a:lnTo>
                <a:cubicBezTo>
                  <a:pt x="1223757" y="108338"/>
                  <a:pt x="1224054" y="111647"/>
                  <a:pt x="1224648" y="112948"/>
                </a:cubicBezTo>
                <a:cubicBezTo>
                  <a:pt x="1225242" y="114250"/>
                  <a:pt x="1226345" y="115339"/>
                  <a:pt x="1227958" y="116216"/>
                </a:cubicBezTo>
                <a:cubicBezTo>
                  <a:pt x="1229570" y="117092"/>
                  <a:pt x="1232356" y="117531"/>
                  <a:pt x="1236316" y="117531"/>
                </a:cubicBezTo>
                <a:lnTo>
                  <a:pt x="1236316" y="120671"/>
                </a:lnTo>
                <a:lnTo>
                  <a:pt x="1197790" y="120671"/>
                </a:lnTo>
                <a:lnTo>
                  <a:pt x="1197790" y="117531"/>
                </a:lnTo>
                <a:cubicBezTo>
                  <a:pt x="1201241" y="117531"/>
                  <a:pt x="1203957" y="116993"/>
                  <a:pt x="1205937" y="115919"/>
                </a:cubicBezTo>
                <a:cubicBezTo>
                  <a:pt x="1207068" y="115355"/>
                  <a:pt x="1207973" y="114281"/>
                  <a:pt x="1208652" y="112699"/>
                </a:cubicBezTo>
                <a:cubicBezTo>
                  <a:pt x="1209331" y="111115"/>
                  <a:pt x="1209670" y="107892"/>
                  <a:pt x="1209670" y="103030"/>
                </a:cubicBezTo>
                <a:lnTo>
                  <a:pt x="1209670" y="32732"/>
                </a:lnTo>
                <a:cubicBezTo>
                  <a:pt x="1209670" y="23857"/>
                  <a:pt x="1209458" y="18402"/>
                  <a:pt x="1209034" y="16367"/>
                </a:cubicBezTo>
                <a:cubicBezTo>
                  <a:pt x="1208610" y="14331"/>
                  <a:pt x="1207959" y="12946"/>
                  <a:pt x="1207082" y="12212"/>
                </a:cubicBezTo>
                <a:cubicBezTo>
                  <a:pt x="1206205" y="11476"/>
                  <a:pt x="1205031" y="11109"/>
                  <a:pt x="1203561" y="11109"/>
                </a:cubicBezTo>
                <a:cubicBezTo>
                  <a:pt x="1202373" y="11109"/>
                  <a:pt x="1200449" y="11561"/>
                  <a:pt x="1197790" y="12466"/>
                </a:cubicBezTo>
                <a:lnTo>
                  <a:pt x="1196602" y="9496"/>
                </a:lnTo>
                <a:lnTo>
                  <a:pt x="1219854" y="0"/>
                </a:lnTo>
                <a:lnTo>
                  <a:pt x="1223757" y="0"/>
                </a:lnTo>
                <a:close/>
                <a:moveTo>
                  <a:pt x="1300895" y="72301"/>
                </a:moveTo>
                <a:cubicBezTo>
                  <a:pt x="1300838" y="83815"/>
                  <a:pt x="1303638" y="92846"/>
                  <a:pt x="1309296" y="99395"/>
                </a:cubicBezTo>
                <a:cubicBezTo>
                  <a:pt x="1314953" y="105941"/>
                  <a:pt x="1321600" y="109215"/>
                  <a:pt x="1329238" y="109215"/>
                </a:cubicBezTo>
                <a:cubicBezTo>
                  <a:pt x="1334329" y="109215"/>
                  <a:pt x="1338756" y="107814"/>
                  <a:pt x="1342518" y="105014"/>
                </a:cubicBezTo>
                <a:cubicBezTo>
                  <a:pt x="1346280" y="102214"/>
                  <a:pt x="1349434" y="97419"/>
                  <a:pt x="1351980" y="90630"/>
                </a:cubicBezTo>
                <a:lnTo>
                  <a:pt x="1354611" y="92327"/>
                </a:lnTo>
                <a:cubicBezTo>
                  <a:pt x="1353423" y="100078"/>
                  <a:pt x="1349972" y="107136"/>
                  <a:pt x="1344258" y="113500"/>
                </a:cubicBezTo>
                <a:cubicBezTo>
                  <a:pt x="1338544" y="119864"/>
                  <a:pt x="1331388" y="123047"/>
                  <a:pt x="1322788" y="123047"/>
                </a:cubicBezTo>
                <a:cubicBezTo>
                  <a:pt x="1313454" y="123047"/>
                  <a:pt x="1305463" y="119420"/>
                  <a:pt x="1298816" y="112166"/>
                </a:cubicBezTo>
                <a:cubicBezTo>
                  <a:pt x="1292168" y="104911"/>
                  <a:pt x="1288844" y="95157"/>
                  <a:pt x="1288844" y="82905"/>
                </a:cubicBezTo>
                <a:cubicBezTo>
                  <a:pt x="1288844" y="69639"/>
                  <a:pt x="1292253" y="59294"/>
                  <a:pt x="1299070" y="51871"/>
                </a:cubicBezTo>
                <a:cubicBezTo>
                  <a:pt x="1305887" y="44445"/>
                  <a:pt x="1314444" y="40733"/>
                  <a:pt x="1324740" y="40733"/>
                </a:cubicBezTo>
                <a:cubicBezTo>
                  <a:pt x="1333452" y="40733"/>
                  <a:pt x="1340609" y="43597"/>
                  <a:pt x="1346210" y="49325"/>
                </a:cubicBezTo>
                <a:cubicBezTo>
                  <a:pt x="1351810" y="55051"/>
                  <a:pt x="1354611" y="62710"/>
                  <a:pt x="1354611" y="72301"/>
                </a:cubicBezTo>
                <a:lnTo>
                  <a:pt x="1300895" y="72301"/>
                </a:lnTo>
                <a:moveTo>
                  <a:pt x="1300895" y="67379"/>
                </a:moveTo>
                <a:lnTo>
                  <a:pt x="1336875" y="67379"/>
                </a:lnTo>
                <a:cubicBezTo>
                  <a:pt x="1336592" y="62400"/>
                  <a:pt x="1335998" y="58893"/>
                  <a:pt x="1335093" y="56856"/>
                </a:cubicBezTo>
                <a:cubicBezTo>
                  <a:pt x="1333679" y="53688"/>
                  <a:pt x="1331571" y="51199"/>
                  <a:pt x="1328771" y="49388"/>
                </a:cubicBezTo>
                <a:cubicBezTo>
                  <a:pt x="1325971" y="47578"/>
                  <a:pt x="1323043" y="46673"/>
                  <a:pt x="1319988" y="46673"/>
                </a:cubicBezTo>
                <a:cubicBezTo>
                  <a:pt x="1315292" y="46673"/>
                  <a:pt x="1311092" y="48497"/>
                  <a:pt x="1307386" y="52146"/>
                </a:cubicBezTo>
                <a:cubicBezTo>
                  <a:pt x="1303681" y="55795"/>
                  <a:pt x="1301517" y="60873"/>
                  <a:pt x="1300895" y="67379"/>
                </a:cubicBezTo>
                <a:close/>
                <a:moveTo>
                  <a:pt x="1454602" y="155124"/>
                </a:moveTo>
                <a:lnTo>
                  <a:pt x="1417264" y="155124"/>
                </a:lnTo>
                <a:lnTo>
                  <a:pt x="1417264" y="2885"/>
                </a:lnTo>
                <a:lnTo>
                  <a:pt x="1454602" y="2885"/>
                </a:lnTo>
                <a:lnTo>
                  <a:pt x="1454602" y="9589"/>
                </a:lnTo>
                <a:lnTo>
                  <a:pt x="1429993" y="9589"/>
                </a:lnTo>
                <a:lnTo>
                  <a:pt x="1429993" y="148590"/>
                </a:lnTo>
                <a:lnTo>
                  <a:pt x="1454602" y="148590"/>
                </a:lnTo>
                <a:lnTo>
                  <a:pt x="1454602" y="155124"/>
                </a:lnTo>
                <a:close/>
                <a:moveTo>
                  <a:pt x="1463172" y="42939"/>
                </a:moveTo>
                <a:lnTo>
                  <a:pt x="1499746" y="42939"/>
                </a:lnTo>
                <a:lnTo>
                  <a:pt x="1499746" y="46079"/>
                </a:lnTo>
                <a:cubicBezTo>
                  <a:pt x="1497427" y="46079"/>
                  <a:pt x="1495800" y="46475"/>
                  <a:pt x="1494867" y="47267"/>
                </a:cubicBezTo>
                <a:cubicBezTo>
                  <a:pt x="1493933" y="48059"/>
                  <a:pt x="1493467" y="49106"/>
                  <a:pt x="1493467" y="50407"/>
                </a:cubicBezTo>
                <a:cubicBezTo>
                  <a:pt x="1493467" y="51764"/>
                  <a:pt x="1494457" y="53858"/>
                  <a:pt x="1496437" y="56686"/>
                </a:cubicBezTo>
                <a:cubicBezTo>
                  <a:pt x="1497059" y="57592"/>
                  <a:pt x="1497993" y="59006"/>
                  <a:pt x="1499237" y="60929"/>
                </a:cubicBezTo>
                <a:lnTo>
                  <a:pt x="1504753" y="69755"/>
                </a:lnTo>
                <a:lnTo>
                  <a:pt x="1511118" y="60929"/>
                </a:lnTo>
                <a:cubicBezTo>
                  <a:pt x="1515191" y="55329"/>
                  <a:pt x="1517228" y="51793"/>
                  <a:pt x="1517228" y="50322"/>
                </a:cubicBezTo>
                <a:cubicBezTo>
                  <a:pt x="1517228" y="49134"/>
                  <a:pt x="1516747" y="48130"/>
                  <a:pt x="1515785" y="47309"/>
                </a:cubicBezTo>
                <a:cubicBezTo>
                  <a:pt x="1514823" y="46489"/>
                  <a:pt x="1513267" y="46079"/>
                  <a:pt x="1511118" y="46079"/>
                </a:cubicBezTo>
                <a:lnTo>
                  <a:pt x="1511118" y="42939"/>
                </a:lnTo>
                <a:lnTo>
                  <a:pt x="1537424" y="42939"/>
                </a:lnTo>
                <a:lnTo>
                  <a:pt x="1537424" y="46079"/>
                </a:lnTo>
                <a:cubicBezTo>
                  <a:pt x="1534652" y="46249"/>
                  <a:pt x="1532248" y="47012"/>
                  <a:pt x="1530211" y="48370"/>
                </a:cubicBezTo>
                <a:cubicBezTo>
                  <a:pt x="1527439" y="50294"/>
                  <a:pt x="1523649" y="54480"/>
                  <a:pt x="1518840" y="60929"/>
                </a:cubicBezTo>
                <a:lnTo>
                  <a:pt x="1508232" y="75101"/>
                </a:lnTo>
                <a:lnTo>
                  <a:pt x="1527580" y="102879"/>
                </a:lnTo>
                <a:cubicBezTo>
                  <a:pt x="1532333" y="109710"/>
                  <a:pt x="1535727" y="113818"/>
                  <a:pt x="1537764" y="115202"/>
                </a:cubicBezTo>
                <a:cubicBezTo>
                  <a:pt x="1539800" y="116585"/>
                  <a:pt x="1542431" y="117361"/>
                  <a:pt x="1545656" y="117531"/>
                </a:cubicBezTo>
                <a:lnTo>
                  <a:pt x="1545656" y="120671"/>
                </a:lnTo>
                <a:lnTo>
                  <a:pt x="1508996" y="120671"/>
                </a:lnTo>
                <a:lnTo>
                  <a:pt x="1508996" y="117531"/>
                </a:lnTo>
                <a:cubicBezTo>
                  <a:pt x="1511542" y="117531"/>
                  <a:pt x="1513522" y="116967"/>
                  <a:pt x="1514936" y="115839"/>
                </a:cubicBezTo>
                <a:cubicBezTo>
                  <a:pt x="1516011" y="115049"/>
                  <a:pt x="1516549" y="114005"/>
                  <a:pt x="1516549" y="112707"/>
                </a:cubicBezTo>
                <a:cubicBezTo>
                  <a:pt x="1516549" y="111409"/>
                  <a:pt x="1514738" y="108137"/>
                  <a:pt x="1511118" y="102890"/>
                </a:cubicBezTo>
                <a:lnTo>
                  <a:pt x="1499746" y="86302"/>
                </a:lnTo>
                <a:lnTo>
                  <a:pt x="1487272" y="102890"/>
                </a:lnTo>
                <a:cubicBezTo>
                  <a:pt x="1483425" y="108024"/>
                  <a:pt x="1481502" y="111071"/>
                  <a:pt x="1481502" y="112031"/>
                </a:cubicBezTo>
                <a:cubicBezTo>
                  <a:pt x="1481502" y="113385"/>
                  <a:pt x="1482138" y="114612"/>
                  <a:pt x="1483411" y="115712"/>
                </a:cubicBezTo>
                <a:cubicBezTo>
                  <a:pt x="1484684" y="116811"/>
                  <a:pt x="1486593" y="117418"/>
                  <a:pt x="1489139" y="117531"/>
                </a:cubicBezTo>
                <a:lnTo>
                  <a:pt x="1489139" y="120671"/>
                </a:lnTo>
                <a:lnTo>
                  <a:pt x="1463766" y="120671"/>
                </a:lnTo>
                <a:lnTo>
                  <a:pt x="1463766" y="117531"/>
                </a:lnTo>
                <a:cubicBezTo>
                  <a:pt x="1465802" y="117248"/>
                  <a:pt x="1467585" y="116543"/>
                  <a:pt x="1469112" y="115415"/>
                </a:cubicBezTo>
                <a:cubicBezTo>
                  <a:pt x="1471262" y="113778"/>
                  <a:pt x="1474882" y="109601"/>
                  <a:pt x="1479974" y="102885"/>
                </a:cubicBezTo>
                <a:lnTo>
                  <a:pt x="1496267" y="81296"/>
                </a:lnTo>
                <a:lnTo>
                  <a:pt x="1481502" y="59911"/>
                </a:lnTo>
                <a:cubicBezTo>
                  <a:pt x="1477315" y="53801"/>
                  <a:pt x="1474076" y="49968"/>
                  <a:pt x="1471785" y="48413"/>
                </a:cubicBezTo>
                <a:cubicBezTo>
                  <a:pt x="1469494" y="46857"/>
                  <a:pt x="1466623" y="46079"/>
                  <a:pt x="1463172" y="46079"/>
                </a:cubicBezTo>
                <a:lnTo>
                  <a:pt x="1463172" y="42939"/>
                </a:lnTo>
                <a:close/>
                <a:moveTo>
                  <a:pt x="1554142" y="2885"/>
                </a:moveTo>
                <a:lnTo>
                  <a:pt x="1591480" y="2885"/>
                </a:lnTo>
                <a:lnTo>
                  <a:pt x="1591480" y="155124"/>
                </a:lnTo>
                <a:lnTo>
                  <a:pt x="1554142" y="155124"/>
                </a:lnTo>
                <a:lnTo>
                  <a:pt x="1554142" y="148420"/>
                </a:lnTo>
                <a:lnTo>
                  <a:pt x="1578751" y="148420"/>
                </a:lnTo>
                <a:lnTo>
                  <a:pt x="1578751" y="9589"/>
                </a:lnTo>
                <a:lnTo>
                  <a:pt x="1554142" y="9589"/>
                </a:lnTo>
                <a:lnTo>
                  <a:pt x="1554142" y="28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21D02-2CB5-4231-98CE-B81CA209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9140700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8"/>
                </a:cubicBezTo>
                <a:cubicBezTo>
                  <a:pt x="1976999" y="7831"/>
                  <a:pt x="1978565" y="11613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1"/>
                  <a:pt x="1973866" y="262674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4"/>
                </a:cubicBezTo>
                <a:cubicBezTo>
                  <a:pt x="1566" y="259541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3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E7D25-7E26-418A-942C-336272E1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9140700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8"/>
                </a:cubicBezTo>
                <a:cubicBezTo>
                  <a:pt x="1976999" y="7831"/>
                  <a:pt x="1978565" y="11613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1"/>
                  <a:pt x="1973866" y="262674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4"/>
                </a:cubicBezTo>
                <a:cubicBezTo>
                  <a:pt x="1566" y="259541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3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24" name="Text Correct[x]">
            <a:extLst xmlns:a="http://schemas.openxmlformats.org/drawingml/2006/main">
              <a:ext uri="{FF2B5EF4-FFF2-40B4-BE49-F238E27FC236}">
                <a16:creationId xmlns:a16="http://schemas.microsoft.com/office/drawing/2014/main" id="{5C8A15C5-907B-48EC-81C3-BE6E5979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249" y="9216760"/>
            <a:ext cx="746846" cy="152239"/>
          </a:xfrm>
          <a:custGeom xmlns:a="http://schemas.openxmlformats.org/drawingml/2006/main">
            <a:pathLst>
              <a:path w="746846" h="152239">
                <a:moveTo>
                  <a:pt x="98353" y="170"/>
                </a:moveTo>
                <a:lnTo>
                  <a:pt x="100983" y="39205"/>
                </a:lnTo>
                <a:lnTo>
                  <a:pt x="98353" y="39205"/>
                </a:lnTo>
                <a:cubicBezTo>
                  <a:pt x="94845" y="27465"/>
                  <a:pt x="89838" y="19014"/>
                  <a:pt x="83332" y="13853"/>
                </a:cubicBezTo>
                <a:cubicBezTo>
                  <a:pt x="76826" y="8691"/>
                  <a:pt x="69019" y="6110"/>
                  <a:pt x="59911" y="6110"/>
                </a:cubicBezTo>
                <a:cubicBezTo>
                  <a:pt x="52274" y="6110"/>
                  <a:pt x="45372" y="8049"/>
                  <a:pt x="39205" y="11928"/>
                </a:cubicBezTo>
                <a:cubicBezTo>
                  <a:pt x="33039" y="15805"/>
                  <a:pt x="28188" y="21990"/>
                  <a:pt x="24652" y="30483"/>
                </a:cubicBezTo>
                <a:cubicBezTo>
                  <a:pt x="21116" y="38976"/>
                  <a:pt x="19348" y="49536"/>
                  <a:pt x="19348" y="62162"/>
                </a:cubicBezTo>
                <a:cubicBezTo>
                  <a:pt x="19348" y="72579"/>
                  <a:pt x="21017" y="81610"/>
                  <a:pt x="24355" y="89254"/>
                </a:cubicBezTo>
                <a:cubicBezTo>
                  <a:pt x="27693" y="96897"/>
                  <a:pt x="32713" y="102756"/>
                  <a:pt x="39417" y="106833"/>
                </a:cubicBezTo>
                <a:cubicBezTo>
                  <a:pt x="46121" y="110910"/>
                  <a:pt x="53773" y="112948"/>
                  <a:pt x="62372" y="112948"/>
                </a:cubicBezTo>
                <a:cubicBezTo>
                  <a:pt x="69840" y="112948"/>
                  <a:pt x="76430" y="111350"/>
                  <a:pt x="82144" y="108154"/>
                </a:cubicBezTo>
                <a:cubicBezTo>
                  <a:pt x="87858" y="104957"/>
                  <a:pt x="94138" y="98607"/>
                  <a:pt x="100983" y="89103"/>
                </a:cubicBezTo>
                <a:lnTo>
                  <a:pt x="103614" y="90795"/>
                </a:lnTo>
                <a:cubicBezTo>
                  <a:pt x="97843" y="101008"/>
                  <a:pt x="91111" y="108484"/>
                  <a:pt x="83417" y="113224"/>
                </a:cubicBezTo>
                <a:cubicBezTo>
                  <a:pt x="75723" y="117962"/>
                  <a:pt x="66587" y="120331"/>
                  <a:pt x="56007" y="120331"/>
                </a:cubicBezTo>
                <a:cubicBezTo>
                  <a:pt x="36942" y="120331"/>
                  <a:pt x="22177" y="113269"/>
                  <a:pt x="11711" y="99145"/>
                </a:cubicBezTo>
                <a:cubicBezTo>
                  <a:pt x="3904" y="88639"/>
                  <a:pt x="0" y="76267"/>
                  <a:pt x="0" y="62030"/>
                </a:cubicBezTo>
                <a:cubicBezTo>
                  <a:pt x="0" y="50561"/>
                  <a:pt x="2574" y="40026"/>
                  <a:pt x="7722" y="30422"/>
                </a:cubicBezTo>
                <a:cubicBezTo>
                  <a:pt x="12870" y="20819"/>
                  <a:pt x="19956" y="13376"/>
                  <a:pt x="28980" y="8094"/>
                </a:cubicBezTo>
                <a:cubicBezTo>
                  <a:pt x="38003" y="2811"/>
                  <a:pt x="47861" y="170"/>
                  <a:pt x="58553" y="170"/>
                </a:cubicBezTo>
                <a:cubicBezTo>
                  <a:pt x="66870" y="170"/>
                  <a:pt x="75073" y="2206"/>
                  <a:pt x="83163" y="6280"/>
                </a:cubicBezTo>
                <a:cubicBezTo>
                  <a:pt x="85539" y="7524"/>
                  <a:pt x="87236" y="8147"/>
                  <a:pt x="88254" y="8147"/>
                </a:cubicBezTo>
                <a:cubicBezTo>
                  <a:pt x="89782" y="8147"/>
                  <a:pt x="91111" y="7609"/>
                  <a:pt x="92243" y="6534"/>
                </a:cubicBezTo>
                <a:cubicBezTo>
                  <a:pt x="93714" y="5007"/>
                  <a:pt x="94760" y="2885"/>
                  <a:pt x="95382" y="170"/>
                </a:cubicBezTo>
                <a:lnTo>
                  <a:pt x="98353" y="170"/>
                </a:lnTo>
                <a:close/>
                <a:moveTo>
                  <a:pt x="153089" y="37847"/>
                </a:moveTo>
                <a:cubicBezTo>
                  <a:pt x="164856" y="37847"/>
                  <a:pt x="174303" y="42312"/>
                  <a:pt x="181432" y="51242"/>
                </a:cubicBezTo>
                <a:cubicBezTo>
                  <a:pt x="187485" y="58871"/>
                  <a:pt x="190512" y="67631"/>
                  <a:pt x="190512" y="77522"/>
                </a:cubicBezTo>
                <a:cubicBezTo>
                  <a:pt x="190512" y="84474"/>
                  <a:pt x="188843" y="91510"/>
                  <a:pt x="185505" y="98631"/>
                </a:cubicBezTo>
                <a:cubicBezTo>
                  <a:pt x="182167" y="105750"/>
                  <a:pt x="177571" y="111119"/>
                  <a:pt x="171715" y="114736"/>
                </a:cubicBezTo>
                <a:cubicBezTo>
                  <a:pt x="165860" y="118353"/>
                  <a:pt x="159340" y="120161"/>
                  <a:pt x="152155" y="120161"/>
                </a:cubicBezTo>
                <a:cubicBezTo>
                  <a:pt x="140444" y="120161"/>
                  <a:pt x="131138" y="115499"/>
                  <a:pt x="124236" y="106173"/>
                </a:cubicBezTo>
                <a:cubicBezTo>
                  <a:pt x="118409" y="98318"/>
                  <a:pt x="115496" y="89502"/>
                  <a:pt x="115496" y="79726"/>
                </a:cubicBezTo>
                <a:cubicBezTo>
                  <a:pt x="115496" y="72605"/>
                  <a:pt x="117264" y="65526"/>
                  <a:pt x="120799" y="58490"/>
                </a:cubicBezTo>
                <a:cubicBezTo>
                  <a:pt x="124335" y="51453"/>
                  <a:pt x="128988" y="46254"/>
                  <a:pt x="134759" y="42891"/>
                </a:cubicBezTo>
                <a:cubicBezTo>
                  <a:pt x="140529" y="39529"/>
                  <a:pt x="146639" y="37847"/>
                  <a:pt x="153089" y="37847"/>
                </a:cubicBezTo>
                <a:moveTo>
                  <a:pt x="150458" y="43448"/>
                </a:moveTo>
                <a:cubicBezTo>
                  <a:pt x="147459" y="43448"/>
                  <a:pt x="144447" y="44338"/>
                  <a:pt x="141420" y="46119"/>
                </a:cubicBezTo>
                <a:cubicBezTo>
                  <a:pt x="138394" y="47899"/>
                  <a:pt x="135947" y="51021"/>
                  <a:pt x="134080" y="55485"/>
                </a:cubicBezTo>
                <a:cubicBezTo>
                  <a:pt x="132213" y="59949"/>
                  <a:pt x="131280" y="65684"/>
                  <a:pt x="131280" y="72690"/>
                </a:cubicBezTo>
                <a:cubicBezTo>
                  <a:pt x="131280" y="83991"/>
                  <a:pt x="133528" y="93738"/>
                  <a:pt x="138026" y="101933"/>
                </a:cubicBezTo>
                <a:cubicBezTo>
                  <a:pt x="142523" y="110125"/>
                  <a:pt x="148450" y="114221"/>
                  <a:pt x="155804" y="114221"/>
                </a:cubicBezTo>
                <a:cubicBezTo>
                  <a:pt x="161292" y="114221"/>
                  <a:pt x="165817" y="111961"/>
                  <a:pt x="169382" y="107440"/>
                </a:cubicBezTo>
                <a:cubicBezTo>
                  <a:pt x="172946" y="102920"/>
                  <a:pt x="174728" y="95151"/>
                  <a:pt x="174728" y="84133"/>
                </a:cubicBezTo>
                <a:cubicBezTo>
                  <a:pt x="174728" y="70345"/>
                  <a:pt x="171758" y="59496"/>
                  <a:pt x="165817" y="51584"/>
                </a:cubicBezTo>
                <a:cubicBezTo>
                  <a:pt x="161801" y="46160"/>
                  <a:pt x="156681" y="43448"/>
                  <a:pt x="150458" y="43448"/>
                </a:cubicBezTo>
                <a:close/>
                <a:moveTo>
                  <a:pt x="224710" y="37847"/>
                </a:moveTo>
                <a:lnTo>
                  <a:pt x="224710" y="55329"/>
                </a:lnTo>
                <a:cubicBezTo>
                  <a:pt x="231216" y="43675"/>
                  <a:pt x="237891" y="37847"/>
                  <a:pt x="244737" y="37847"/>
                </a:cubicBezTo>
                <a:cubicBezTo>
                  <a:pt x="247848" y="37847"/>
                  <a:pt x="250422" y="38795"/>
                  <a:pt x="252459" y="40690"/>
                </a:cubicBezTo>
                <a:cubicBezTo>
                  <a:pt x="254496" y="42585"/>
                  <a:pt x="255514" y="44778"/>
                  <a:pt x="255514" y="47267"/>
                </a:cubicBezTo>
                <a:cubicBezTo>
                  <a:pt x="255514" y="49473"/>
                  <a:pt x="254778" y="51340"/>
                  <a:pt x="253308" y="52868"/>
                </a:cubicBezTo>
                <a:cubicBezTo>
                  <a:pt x="251837" y="54395"/>
                  <a:pt x="250083" y="55159"/>
                  <a:pt x="248046" y="55159"/>
                </a:cubicBezTo>
                <a:cubicBezTo>
                  <a:pt x="246066" y="55159"/>
                  <a:pt x="243846" y="54183"/>
                  <a:pt x="241385" y="52231"/>
                </a:cubicBezTo>
                <a:cubicBezTo>
                  <a:pt x="238924" y="50279"/>
                  <a:pt x="237099" y="49304"/>
                  <a:pt x="235911" y="49304"/>
                </a:cubicBezTo>
                <a:cubicBezTo>
                  <a:pt x="234893" y="49304"/>
                  <a:pt x="233790" y="49868"/>
                  <a:pt x="232602" y="50995"/>
                </a:cubicBezTo>
                <a:cubicBezTo>
                  <a:pt x="230056" y="53310"/>
                  <a:pt x="227425" y="57119"/>
                  <a:pt x="224710" y="62422"/>
                </a:cubicBezTo>
                <a:lnTo>
                  <a:pt x="224710" y="99580"/>
                </a:lnTo>
                <a:cubicBezTo>
                  <a:pt x="224710" y="103868"/>
                  <a:pt x="225247" y="107112"/>
                  <a:pt x="226322" y="109313"/>
                </a:cubicBezTo>
                <a:cubicBezTo>
                  <a:pt x="227058" y="110837"/>
                  <a:pt x="228359" y="112107"/>
                  <a:pt x="230226" y="113123"/>
                </a:cubicBezTo>
                <a:cubicBezTo>
                  <a:pt x="232093" y="114138"/>
                  <a:pt x="234780" y="114646"/>
                  <a:pt x="238287" y="114646"/>
                </a:cubicBezTo>
                <a:lnTo>
                  <a:pt x="238287" y="117785"/>
                </a:lnTo>
                <a:lnTo>
                  <a:pt x="198488" y="117785"/>
                </a:lnTo>
                <a:lnTo>
                  <a:pt x="198488" y="114646"/>
                </a:lnTo>
                <a:cubicBezTo>
                  <a:pt x="202448" y="114646"/>
                  <a:pt x="205390" y="114025"/>
                  <a:pt x="207313" y="112784"/>
                </a:cubicBezTo>
                <a:cubicBezTo>
                  <a:pt x="208728" y="111881"/>
                  <a:pt x="209718" y="110441"/>
                  <a:pt x="210284" y="108464"/>
                </a:cubicBezTo>
                <a:cubicBezTo>
                  <a:pt x="210566" y="107504"/>
                  <a:pt x="210708" y="104767"/>
                  <a:pt x="210708" y="100251"/>
                </a:cubicBezTo>
                <a:lnTo>
                  <a:pt x="210708" y="70192"/>
                </a:lnTo>
                <a:cubicBezTo>
                  <a:pt x="210708" y="61160"/>
                  <a:pt x="210524" y="55784"/>
                  <a:pt x="210156" y="54064"/>
                </a:cubicBezTo>
                <a:cubicBezTo>
                  <a:pt x="209789" y="52342"/>
                  <a:pt x="209110" y="51086"/>
                  <a:pt x="208120" y="50295"/>
                </a:cubicBezTo>
                <a:cubicBezTo>
                  <a:pt x="207130" y="49505"/>
                  <a:pt x="205899" y="49110"/>
                  <a:pt x="204428" y="49110"/>
                </a:cubicBezTo>
                <a:cubicBezTo>
                  <a:pt x="202674" y="49110"/>
                  <a:pt x="200694" y="49533"/>
                  <a:pt x="198488" y="50380"/>
                </a:cubicBezTo>
                <a:lnTo>
                  <a:pt x="197639" y="47331"/>
                </a:lnTo>
                <a:lnTo>
                  <a:pt x="221146" y="37847"/>
                </a:lnTo>
                <a:lnTo>
                  <a:pt x="224710" y="37847"/>
                </a:lnTo>
                <a:close/>
                <a:moveTo>
                  <a:pt x="282583" y="37847"/>
                </a:moveTo>
                <a:lnTo>
                  <a:pt x="282583" y="55329"/>
                </a:lnTo>
                <a:cubicBezTo>
                  <a:pt x="289089" y="43675"/>
                  <a:pt x="295765" y="37847"/>
                  <a:pt x="302610" y="37847"/>
                </a:cubicBezTo>
                <a:cubicBezTo>
                  <a:pt x="305722" y="37847"/>
                  <a:pt x="308296" y="38795"/>
                  <a:pt x="310332" y="40690"/>
                </a:cubicBezTo>
                <a:cubicBezTo>
                  <a:pt x="312369" y="42585"/>
                  <a:pt x="313387" y="44778"/>
                  <a:pt x="313387" y="47267"/>
                </a:cubicBezTo>
                <a:cubicBezTo>
                  <a:pt x="313387" y="49473"/>
                  <a:pt x="312652" y="51340"/>
                  <a:pt x="311181" y="52868"/>
                </a:cubicBezTo>
                <a:cubicBezTo>
                  <a:pt x="309710" y="54395"/>
                  <a:pt x="307956" y="55159"/>
                  <a:pt x="305920" y="55159"/>
                </a:cubicBezTo>
                <a:cubicBezTo>
                  <a:pt x="303940" y="55159"/>
                  <a:pt x="301719" y="54183"/>
                  <a:pt x="299258" y="52231"/>
                </a:cubicBezTo>
                <a:cubicBezTo>
                  <a:pt x="296797" y="50279"/>
                  <a:pt x="294973" y="49304"/>
                  <a:pt x="293785" y="49304"/>
                </a:cubicBezTo>
                <a:cubicBezTo>
                  <a:pt x="292766" y="49304"/>
                  <a:pt x="291663" y="49868"/>
                  <a:pt x="290475" y="50995"/>
                </a:cubicBezTo>
                <a:cubicBezTo>
                  <a:pt x="287929" y="53310"/>
                  <a:pt x="285299" y="57119"/>
                  <a:pt x="282583" y="62422"/>
                </a:cubicBezTo>
                <a:lnTo>
                  <a:pt x="282583" y="99580"/>
                </a:lnTo>
                <a:cubicBezTo>
                  <a:pt x="282583" y="103868"/>
                  <a:pt x="283121" y="107112"/>
                  <a:pt x="284196" y="109313"/>
                </a:cubicBezTo>
                <a:cubicBezTo>
                  <a:pt x="284931" y="110837"/>
                  <a:pt x="286232" y="112107"/>
                  <a:pt x="288099" y="113123"/>
                </a:cubicBezTo>
                <a:cubicBezTo>
                  <a:pt x="289966" y="114138"/>
                  <a:pt x="292653" y="114646"/>
                  <a:pt x="296161" y="114646"/>
                </a:cubicBezTo>
                <a:lnTo>
                  <a:pt x="296161" y="117785"/>
                </a:lnTo>
                <a:lnTo>
                  <a:pt x="256362" y="117785"/>
                </a:lnTo>
                <a:lnTo>
                  <a:pt x="256362" y="114646"/>
                </a:lnTo>
                <a:cubicBezTo>
                  <a:pt x="260322" y="114646"/>
                  <a:pt x="263264" y="114025"/>
                  <a:pt x="265187" y="112784"/>
                </a:cubicBezTo>
                <a:cubicBezTo>
                  <a:pt x="266601" y="111881"/>
                  <a:pt x="267591" y="110441"/>
                  <a:pt x="268157" y="108464"/>
                </a:cubicBezTo>
                <a:cubicBezTo>
                  <a:pt x="268440" y="107504"/>
                  <a:pt x="268581" y="104767"/>
                  <a:pt x="268581" y="100251"/>
                </a:cubicBezTo>
                <a:lnTo>
                  <a:pt x="268581" y="70192"/>
                </a:lnTo>
                <a:cubicBezTo>
                  <a:pt x="268581" y="61160"/>
                  <a:pt x="268398" y="55784"/>
                  <a:pt x="268030" y="54064"/>
                </a:cubicBezTo>
                <a:cubicBezTo>
                  <a:pt x="267662" y="52342"/>
                  <a:pt x="266983" y="51086"/>
                  <a:pt x="265993" y="50295"/>
                </a:cubicBezTo>
                <a:cubicBezTo>
                  <a:pt x="265003" y="49505"/>
                  <a:pt x="263773" y="49110"/>
                  <a:pt x="262302" y="49110"/>
                </a:cubicBezTo>
                <a:cubicBezTo>
                  <a:pt x="260548" y="49110"/>
                  <a:pt x="258568" y="49533"/>
                  <a:pt x="256362" y="50380"/>
                </a:cubicBezTo>
                <a:lnTo>
                  <a:pt x="255513" y="47331"/>
                </a:lnTo>
                <a:lnTo>
                  <a:pt x="279019" y="37847"/>
                </a:lnTo>
                <a:lnTo>
                  <a:pt x="282583" y="37847"/>
                </a:lnTo>
                <a:close/>
                <a:moveTo>
                  <a:pt x="330782" y="69415"/>
                </a:moveTo>
                <a:cubicBezTo>
                  <a:pt x="330725" y="80930"/>
                  <a:pt x="333526" y="89961"/>
                  <a:pt x="339183" y="96509"/>
                </a:cubicBezTo>
                <a:cubicBezTo>
                  <a:pt x="344840" y="103056"/>
                  <a:pt x="351488" y="106329"/>
                  <a:pt x="359125" y="106329"/>
                </a:cubicBezTo>
                <a:cubicBezTo>
                  <a:pt x="364217" y="106329"/>
                  <a:pt x="368644" y="104929"/>
                  <a:pt x="372406" y="102129"/>
                </a:cubicBezTo>
                <a:cubicBezTo>
                  <a:pt x="376168" y="99328"/>
                  <a:pt x="379322" y="94534"/>
                  <a:pt x="381868" y="87745"/>
                </a:cubicBezTo>
                <a:lnTo>
                  <a:pt x="384498" y="89442"/>
                </a:lnTo>
                <a:cubicBezTo>
                  <a:pt x="383310" y="97193"/>
                  <a:pt x="379859" y="104250"/>
                  <a:pt x="374145" y="110615"/>
                </a:cubicBezTo>
                <a:cubicBezTo>
                  <a:pt x="368431" y="116979"/>
                  <a:pt x="361275" y="120161"/>
                  <a:pt x="352676" y="120161"/>
                </a:cubicBezTo>
                <a:cubicBezTo>
                  <a:pt x="343341" y="120161"/>
                  <a:pt x="335350" y="116535"/>
                  <a:pt x="328703" y="109281"/>
                </a:cubicBezTo>
                <a:cubicBezTo>
                  <a:pt x="322055" y="102025"/>
                  <a:pt x="318732" y="92272"/>
                  <a:pt x="318732" y="80020"/>
                </a:cubicBezTo>
                <a:cubicBezTo>
                  <a:pt x="318732" y="66754"/>
                  <a:pt x="322140" y="56409"/>
                  <a:pt x="328957" y="48985"/>
                </a:cubicBezTo>
                <a:cubicBezTo>
                  <a:pt x="335774" y="41560"/>
                  <a:pt x="344331" y="37847"/>
                  <a:pt x="354628" y="37847"/>
                </a:cubicBezTo>
                <a:cubicBezTo>
                  <a:pt x="363340" y="37847"/>
                  <a:pt x="370496" y="40711"/>
                  <a:pt x="376097" y="46440"/>
                </a:cubicBezTo>
                <a:cubicBezTo>
                  <a:pt x="381698" y="52166"/>
                  <a:pt x="384498" y="59824"/>
                  <a:pt x="384498" y="69415"/>
                </a:cubicBezTo>
                <a:lnTo>
                  <a:pt x="330782" y="69415"/>
                </a:lnTo>
                <a:moveTo>
                  <a:pt x="330782" y="64493"/>
                </a:moveTo>
                <a:lnTo>
                  <a:pt x="366762" y="64493"/>
                </a:lnTo>
                <a:cubicBezTo>
                  <a:pt x="366480" y="59515"/>
                  <a:pt x="365886" y="56007"/>
                  <a:pt x="364980" y="53971"/>
                </a:cubicBezTo>
                <a:cubicBezTo>
                  <a:pt x="363566" y="50803"/>
                  <a:pt x="361459" y="48314"/>
                  <a:pt x="358658" y="46503"/>
                </a:cubicBezTo>
                <a:cubicBezTo>
                  <a:pt x="355858" y="44693"/>
                  <a:pt x="352930" y="43788"/>
                  <a:pt x="349875" y="43788"/>
                </a:cubicBezTo>
                <a:cubicBezTo>
                  <a:pt x="345180" y="43788"/>
                  <a:pt x="340979" y="45612"/>
                  <a:pt x="337274" y="49261"/>
                </a:cubicBezTo>
                <a:cubicBezTo>
                  <a:pt x="333568" y="52910"/>
                  <a:pt x="331404" y="57988"/>
                  <a:pt x="330782" y="64493"/>
                </a:cubicBezTo>
                <a:close/>
                <a:moveTo>
                  <a:pt x="460899" y="88254"/>
                </a:moveTo>
                <a:cubicBezTo>
                  <a:pt x="458805" y="98494"/>
                  <a:pt x="454704" y="106372"/>
                  <a:pt x="448594" y="111888"/>
                </a:cubicBezTo>
                <a:cubicBezTo>
                  <a:pt x="442484" y="117404"/>
                  <a:pt x="435724" y="120161"/>
                  <a:pt x="428312" y="120161"/>
                </a:cubicBezTo>
                <a:cubicBezTo>
                  <a:pt x="419487" y="120161"/>
                  <a:pt x="411793" y="116460"/>
                  <a:pt x="405231" y="109058"/>
                </a:cubicBezTo>
                <a:cubicBezTo>
                  <a:pt x="398668" y="101654"/>
                  <a:pt x="395387" y="91650"/>
                  <a:pt x="395387" y="79047"/>
                </a:cubicBezTo>
                <a:cubicBezTo>
                  <a:pt x="395387" y="66839"/>
                  <a:pt x="399022" y="56921"/>
                  <a:pt x="406291" y="49293"/>
                </a:cubicBezTo>
                <a:cubicBezTo>
                  <a:pt x="413561" y="41663"/>
                  <a:pt x="422287" y="37847"/>
                  <a:pt x="432471" y="37847"/>
                </a:cubicBezTo>
                <a:cubicBezTo>
                  <a:pt x="440108" y="37847"/>
                  <a:pt x="446388" y="39864"/>
                  <a:pt x="451309" y="43896"/>
                </a:cubicBezTo>
                <a:cubicBezTo>
                  <a:pt x="456231" y="47927"/>
                  <a:pt x="458692" y="52114"/>
                  <a:pt x="458692" y="56456"/>
                </a:cubicBezTo>
                <a:cubicBezTo>
                  <a:pt x="458692" y="58598"/>
                  <a:pt x="457999" y="60333"/>
                  <a:pt x="456613" y="61659"/>
                </a:cubicBezTo>
                <a:cubicBezTo>
                  <a:pt x="455227" y="62983"/>
                  <a:pt x="453290" y="63645"/>
                  <a:pt x="450800" y="63645"/>
                </a:cubicBezTo>
                <a:cubicBezTo>
                  <a:pt x="447463" y="63645"/>
                  <a:pt x="444945" y="62570"/>
                  <a:pt x="443248" y="60420"/>
                </a:cubicBezTo>
                <a:cubicBezTo>
                  <a:pt x="442286" y="59232"/>
                  <a:pt x="441650" y="56969"/>
                  <a:pt x="441338" y="53631"/>
                </a:cubicBezTo>
                <a:cubicBezTo>
                  <a:pt x="441027" y="50294"/>
                  <a:pt x="439882" y="47748"/>
                  <a:pt x="437902" y="45994"/>
                </a:cubicBezTo>
                <a:cubicBezTo>
                  <a:pt x="435922" y="44297"/>
                  <a:pt x="433178" y="43448"/>
                  <a:pt x="429670" y="43448"/>
                </a:cubicBezTo>
                <a:cubicBezTo>
                  <a:pt x="424013" y="43448"/>
                  <a:pt x="419459" y="45541"/>
                  <a:pt x="416008" y="49728"/>
                </a:cubicBezTo>
                <a:cubicBezTo>
                  <a:pt x="411425" y="55272"/>
                  <a:pt x="409134" y="62598"/>
                  <a:pt x="409134" y="71707"/>
                </a:cubicBezTo>
                <a:cubicBezTo>
                  <a:pt x="409134" y="80985"/>
                  <a:pt x="411411" y="89174"/>
                  <a:pt x="415965" y="96273"/>
                </a:cubicBezTo>
                <a:cubicBezTo>
                  <a:pt x="420520" y="103373"/>
                  <a:pt x="426672" y="106923"/>
                  <a:pt x="434422" y="106923"/>
                </a:cubicBezTo>
                <a:cubicBezTo>
                  <a:pt x="439967" y="106923"/>
                  <a:pt x="444945" y="105028"/>
                  <a:pt x="449358" y="101238"/>
                </a:cubicBezTo>
                <a:cubicBezTo>
                  <a:pt x="452469" y="98635"/>
                  <a:pt x="455496" y="93912"/>
                  <a:pt x="458438" y="87066"/>
                </a:cubicBezTo>
                <a:lnTo>
                  <a:pt x="460899" y="88254"/>
                </a:lnTo>
                <a:close/>
                <a:moveTo>
                  <a:pt x="494615" y="14426"/>
                </a:moveTo>
                <a:lnTo>
                  <a:pt x="494615" y="40054"/>
                </a:lnTo>
                <a:lnTo>
                  <a:pt x="512775" y="40054"/>
                </a:lnTo>
                <a:lnTo>
                  <a:pt x="512775" y="45994"/>
                </a:lnTo>
                <a:lnTo>
                  <a:pt x="494615" y="45994"/>
                </a:lnTo>
                <a:lnTo>
                  <a:pt x="494615" y="96332"/>
                </a:lnTo>
                <a:cubicBezTo>
                  <a:pt x="494615" y="101362"/>
                  <a:pt x="495336" y="104752"/>
                  <a:pt x="496779" y="106504"/>
                </a:cubicBezTo>
                <a:cubicBezTo>
                  <a:pt x="498221" y="108255"/>
                  <a:pt x="500074" y="109130"/>
                  <a:pt x="502337" y="109130"/>
                </a:cubicBezTo>
                <a:cubicBezTo>
                  <a:pt x="504204" y="109130"/>
                  <a:pt x="506014" y="108550"/>
                  <a:pt x="507768" y="107390"/>
                </a:cubicBezTo>
                <a:cubicBezTo>
                  <a:pt x="509522" y="106230"/>
                  <a:pt x="510879" y="104519"/>
                  <a:pt x="511841" y="102256"/>
                </a:cubicBezTo>
                <a:lnTo>
                  <a:pt x="515151" y="102256"/>
                </a:lnTo>
                <a:cubicBezTo>
                  <a:pt x="513171" y="107816"/>
                  <a:pt x="510370" y="112021"/>
                  <a:pt x="506750" y="114871"/>
                </a:cubicBezTo>
                <a:cubicBezTo>
                  <a:pt x="503129" y="117719"/>
                  <a:pt x="499395" y="119143"/>
                  <a:pt x="495548" y="119143"/>
                </a:cubicBezTo>
                <a:cubicBezTo>
                  <a:pt x="492946" y="119143"/>
                  <a:pt x="490400" y="118421"/>
                  <a:pt x="487911" y="116977"/>
                </a:cubicBezTo>
                <a:cubicBezTo>
                  <a:pt x="485421" y="115532"/>
                  <a:pt x="483583" y="113466"/>
                  <a:pt x="482395" y="110777"/>
                </a:cubicBezTo>
                <a:cubicBezTo>
                  <a:pt x="481207" y="108086"/>
                  <a:pt x="480613" y="103936"/>
                  <a:pt x="480613" y="98329"/>
                </a:cubicBezTo>
                <a:lnTo>
                  <a:pt x="480613" y="45994"/>
                </a:lnTo>
                <a:lnTo>
                  <a:pt x="468308" y="45994"/>
                </a:lnTo>
                <a:lnTo>
                  <a:pt x="468308" y="43194"/>
                </a:lnTo>
                <a:cubicBezTo>
                  <a:pt x="471420" y="41946"/>
                  <a:pt x="474602" y="39832"/>
                  <a:pt x="477855" y="36853"/>
                </a:cubicBezTo>
                <a:cubicBezTo>
                  <a:pt x="481108" y="33874"/>
                  <a:pt x="484007" y="30342"/>
                  <a:pt x="486553" y="26256"/>
                </a:cubicBezTo>
                <a:cubicBezTo>
                  <a:pt x="487854" y="24101"/>
                  <a:pt x="489664" y="20158"/>
                  <a:pt x="491984" y="14426"/>
                </a:cubicBezTo>
                <a:lnTo>
                  <a:pt x="494615" y="14426"/>
                </a:lnTo>
                <a:close/>
                <a:moveTo>
                  <a:pt x="609968" y="152239"/>
                </a:moveTo>
                <a:lnTo>
                  <a:pt x="572630" y="152239"/>
                </a:lnTo>
                <a:lnTo>
                  <a:pt x="572630" y="0"/>
                </a:lnTo>
                <a:lnTo>
                  <a:pt x="609968" y="0"/>
                </a:lnTo>
                <a:lnTo>
                  <a:pt x="609968" y="6704"/>
                </a:lnTo>
                <a:lnTo>
                  <a:pt x="585359" y="6704"/>
                </a:lnTo>
                <a:lnTo>
                  <a:pt x="585359" y="145704"/>
                </a:lnTo>
                <a:lnTo>
                  <a:pt x="609968" y="145704"/>
                </a:lnTo>
                <a:lnTo>
                  <a:pt x="609968" y="152239"/>
                </a:lnTo>
                <a:close/>
                <a:moveTo>
                  <a:pt x="618538" y="40054"/>
                </a:moveTo>
                <a:lnTo>
                  <a:pt x="655113" y="40054"/>
                </a:lnTo>
                <a:lnTo>
                  <a:pt x="655113" y="43194"/>
                </a:lnTo>
                <a:cubicBezTo>
                  <a:pt x="652793" y="43194"/>
                  <a:pt x="651167" y="43590"/>
                  <a:pt x="650233" y="44382"/>
                </a:cubicBezTo>
                <a:cubicBezTo>
                  <a:pt x="649300" y="45174"/>
                  <a:pt x="648833" y="46220"/>
                  <a:pt x="648833" y="47521"/>
                </a:cubicBezTo>
                <a:cubicBezTo>
                  <a:pt x="648833" y="48879"/>
                  <a:pt x="649823" y="50972"/>
                  <a:pt x="651803" y="53801"/>
                </a:cubicBezTo>
                <a:cubicBezTo>
                  <a:pt x="652425" y="54706"/>
                  <a:pt x="653359" y="56121"/>
                  <a:pt x="654603" y="58044"/>
                </a:cubicBezTo>
                <a:lnTo>
                  <a:pt x="660119" y="66870"/>
                </a:lnTo>
                <a:lnTo>
                  <a:pt x="666484" y="58044"/>
                </a:lnTo>
                <a:cubicBezTo>
                  <a:pt x="670557" y="52443"/>
                  <a:pt x="672594" y="48908"/>
                  <a:pt x="672594" y="47437"/>
                </a:cubicBezTo>
                <a:cubicBezTo>
                  <a:pt x="672594" y="46249"/>
                  <a:pt x="672113" y="45244"/>
                  <a:pt x="671151" y="44424"/>
                </a:cubicBezTo>
                <a:cubicBezTo>
                  <a:pt x="670189" y="43604"/>
                  <a:pt x="668634" y="43194"/>
                  <a:pt x="666484" y="43194"/>
                </a:cubicBezTo>
                <a:lnTo>
                  <a:pt x="666484" y="40054"/>
                </a:lnTo>
                <a:lnTo>
                  <a:pt x="692790" y="40054"/>
                </a:lnTo>
                <a:lnTo>
                  <a:pt x="692790" y="43194"/>
                </a:lnTo>
                <a:cubicBezTo>
                  <a:pt x="690018" y="43363"/>
                  <a:pt x="687614" y="44127"/>
                  <a:pt x="685577" y="45485"/>
                </a:cubicBezTo>
                <a:cubicBezTo>
                  <a:pt x="682805" y="47408"/>
                  <a:pt x="679015" y="51595"/>
                  <a:pt x="674206" y="58044"/>
                </a:cubicBezTo>
                <a:lnTo>
                  <a:pt x="663599" y="72216"/>
                </a:lnTo>
                <a:lnTo>
                  <a:pt x="682947" y="99994"/>
                </a:lnTo>
                <a:cubicBezTo>
                  <a:pt x="687699" y="106825"/>
                  <a:pt x="691093" y="110933"/>
                  <a:pt x="693130" y="112317"/>
                </a:cubicBezTo>
                <a:cubicBezTo>
                  <a:pt x="695166" y="113700"/>
                  <a:pt x="697797" y="114476"/>
                  <a:pt x="701022" y="114646"/>
                </a:cubicBezTo>
                <a:lnTo>
                  <a:pt x="701022" y="117785"/>
                </a:lnTo>
                <a:lnTo>
                  <a:pt x="664362" y="117785"/>
                </a:lnTo>
                <a:lnTo>
                  <a:pt x="664362" y="114646"/>
                </a:lnTo>
                <a:cubicBezTo>
                  <a:pt x="666908" y="114646"/>
                  <a:pt x="668888" y="114082"/>
                  <a:pt x="670302" y="112954"/>
                </a:cubicBezTo>
                <a:cubicBezTo>
                  <a:pt x="671377" y="112163"/>
                  <a:pt x="671915" y="111120"/>
                  <a:pt x="671915" y="109822"/>
                </a:cubicBezTo>
                <a:cubicBezTo>
                  <a:pt x="671915" y="108524"/>
                  <a:pt x="670104" y="105252"/>
                  <a:pt x="666484" y="100005"/>
                </a:cubicBezTo>
                <a:lnTo>
                  <a:pt x="655113" y="83417"/>
                </a:lnTo>
                <a:lnTo>
                  <a:pt x="642638" y="100005"/>
                </a:lnTo>
                <a:cubicBezTo>
                  <a:pt x="638791" y="105139"/>
                  <a:pt x="636868" y="108186"/>
                  <a:pt x="636868" y="109146"/>
                </a:cubicBezTo>
                <a:cubicBezTo>
                  <a:pt x="636868" y="110500"/>
                  <a:pt x="637504" y="111727"/>
                  <a:pt x="638777" y="112826"/>
                </a:cubicBezTo>
                <a:cubicBezTo>
                  <a:pt x="640050" y="113926"/>
                  <a:pt x="641959" y="114532"/>
                  <a:pt x="644505" y="114646"/>
                </a:cubicBezTo>
                <a:lnTo>
                  <a:pt x="644505" y="117785"/>
                </a:lnTo>
                <a:lnTo>
                  <a:pt x="619132" y="117785"/>
                </a:lnTo>
                <a:lnTo>
                  <a:pt x="619132" y="114646"/>
                </a:lnTo>
                <a:cubicBezTo>
                  <a:pt x="621169" y="114363"/>
                  <a:pt x="622951" y="113657"/>
                  <a:pt x="624478" y="112529"/>
                </a:cubicBezTo>
                <a:cubicBezTo>
                  <a:pt x="626628" y="110892"/>
                  <a:pt x="630249" y="106716"/>
                  <a:pt x="635340" y="99999"/>
                </a:cubicBezTo>
                <a:lnTo>
                  <a:pt x="651633" y="78410"/>
                </a:lnTo>
                <a:lnTo>
                  <a:pt x="636868" y="57026"/>
                </a:lnTo>
                <a:cubicBezTo>
                  <a:pt x="632681" y="50916"/>
                  <a:pt x="629442" y="47083"/>
                  <a:pt x="627151" y="45527"/>
                </a:cubicBezTo>
                <a:cubicBezTo>
                  <a:pt x="624860" y="43972"/>
                  <a:pt x="621989" y="43194"/>
                  <a:pt x="618538" y="43194"/>
                </a:cubicBezTo>
                <a:lnTo>
                  <a:pt x="618538" y="40054"/>
                </a:lnTo>
                <a:close/>
                <a:moveTo>
                  <a:pt x="709508" y="0"/>
                </a:moveTo>
                <a:lnTo>
                  <a:pt x="746846" y="0"/>
                </a:lnTo>
                <a:lnTo>
                  <a:pt x="746846" y="152239"/>
                </a:lnTo>
                <a:lnTo>
                  <a:pt x="709508" y="152239"/>
                </a:lnTo>
                <a:lnTo>
                  <a:pt x="709508" y="145535"/>
                </a:lnTo>
                <a:lnTo>
                  <a:pt x="734117" y="145535"/>
                </a:lnTo>
                <a:lnTo>
                  <a:pt x="734117" y="6704"/>
                </a:lnTo>
                <a:lnTo>
                  <a:pt x="709508" y="6704"/>
                </a:lnTo>
                <a:lnTo>
                  <a:pt x="70950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F0C03-655A-4EE2-9DBC-219544D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9434811"/>
            <a:ext cx="1978565" cy="267374"/>
          </a:xfrm>
          <a:custGeom xmlns:a="http://schemas.openxmlformats.org/drawingml/2006/main">
            <a:pathLst>
              <a:path w="1978565" h="267374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solidFill xmlns:a="http://schemas.openxmlformats.org/drawingml/2006/main">
            <a:srgbClr val="D7FA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B6FCD-4938-4A37-9563-50F4F7D7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284" y="9434811"/>
            <a:ext cx="1978565" cy="267374"/>
          </a:xfrm>
          <a:custGeom xmlns:a="http://schemas.openxmlformats.org/drawingml/2006/main">
            <a:pathLst>
              <a:path w="1978565" h="267374" fill="none">
                <a:moveTo>
                  <a:pt x="16043" y="0"/>
                </a:moveTo>
                <a:lnTo>
                  <a:pt x="1962523" y="0"/>
                </a:lnTo>
                <a:cubicBezTo>
                  <a:pt x="1966953" y="0"/>
                  <a:pt x="1970734" y="1565"/>
                  <a:pt x="1973866" y="4699"/>
                </a:cubicBezTo>
                <a:cubicBezTo>
                  <a:pt x="1976999" y="7831"/>
                  <a:pt x="1978565" y="11612"/>
                  <a:pt x="1978565" y="16042"/>
                </a:cubicBezTo>
                <a:lnTo>
                  <a:pt x="1978565" y="251331"/>
                </a:lnTo>
                <a:cubicBezTo>
                  <a:pt x="1978565" y="255761"/>
                  <a:pt x="1976999" y="259542"/>
                  <a:pt x="1973866" y="262675"/>
                </a:cubicBezTo>
                <a:cubicBezTo>
                  <a:pt x="1970734" y="265807"/>
                  <a:pt x="1966953" y="267373"/>
                  <a:pt x="1962523" y="267374"/>
                </a:cubicBezTo>
                <a:lnTo>
                  <a:pt x="16043" y="267374"/>
                </a:lnTo>
                <a:cubicBezTo>
                  <a:pt x="11613" y="267373"/>
                  <a:pt x="7832" y="265807"/>
                  <a:pt x="4699" y="262675"/>
                </a:cubicBezTo>
                <a:cubicBezTo>
                  <a:pt x="1566" y="259542"/>
                  <a:pt x="0" y="255761"/>
                  <a:pt x="0" y="251331"/>
                </a:cubicBezTo>
                <a:lnTo>
                  <a:pt x="0" y="16042"/>
                </a:lnTo>
                <a:cubicBezTo>
                  <a:pt x="0" y="11612"/>
                  <a:pt x="1566" y="7831"/>
                  <a:pt x="4699" y="4699"/>
                </a:cubicBezTo>
                <a:cubicBezTo>
                  <a:pt x="7832" y="1565"/>
                  <a:pt x="11613" y="0"/>
                  <a:pt x="1604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27" name="Text Canyoucorrect[x]">
            <a:extLst xmlns:a="http://schemas.openxmlformats.org/drawingml/2006/main">
              <a:ext uri="{FF2B5EF4-FFF2-40B4-BE49-F238E27FC236}">
                <a16:creationId xmlns:a16="http://schemas.microsoft.com/office/drawing/2014/main" id="{2455ABF0-A35E-4D03-A655-16F5D4E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249" y="9510871"/>
            <a:ext cx="1335657" cy="155293"/>
          </a:xfrm>
          <a:custGeom xmlns:a="http://schemas.openxmlformats.org/drawingml/2006/main">
            <a:pathLst>
              <a:path w="1335657" h="155293">
                <a:moveTo>
                  <a:pt x="98353" y="170"/>
                </a:moveTo>
                <a:lnTo>
                  <a:pt x="100983" y="39205"/>
                </a:lnTo>
                <a:lnTo>
                  <a:pt x="98353" y="39205"/>
                </a:lnTo>
                <a:cubicBezTo>
                  <a:pt x="94845" y="27465"/>
                  <a:pt x="89838" y="19014"/>
                  <a:pt x="83332" y="13853"/>
                </a:cubicBezTo>
                <a:cubicBezTo>
                  <a:pt x="76826" y="8691"/>
                  <a:pt x="69019" y="6110"/>
                  <a:pt x="59911" y="6110"/>
                </a:cubicBezTo>
                <a:cubicBezTo>
                  <a:pt x="52274" y="6110"/>
                  <a:pt x="45372" y="8049"/>
                  <a:pt x="39205" y="11928"/>
                </a:cubicBezTo>
                <a:cubicBezTo>
                  <a:pt x="33039" y="15805"/>
                  <a:pt x="28188" y="21990"/>
                  <a:pt x="24652" y="30483"/>
                </a:cubicBezTo>
                <a:cubicBezTo>
                  <a:pt x="21116" y="38976"/>
                  <a:pt x="19348" y="49536"/>
                  <a:pt x="19348" y="62162"/>
                </a:cubicBezTo>
                <a:cubicBezTo>
                  <a:pt x="19348" y="72579"/>
                  <a:pt x="21017" y="81610"/>
                  <a:pt x="24355" y="89254"/>
                </a:cubicBezTo>
                <a:cubicBezTo>
                  <a:pt x="27693" y="96897"/>
                  <a:pt x="32713" y="102756"/>
                  <a:pt x="39417" y="106833"/>
                </a:cubicBezTo>
                <a:cubicBezTo>
                  <a:pt x="46121" y="110910"/>
                  <a:pt x="53773" y="112948"/>
                  <a:pt x="62372" y="112948"/>
                </a:cubicBezTo>
                <a:cubicBezTo>
                  <a:pt x="69840" y="112948"/>
                  <a:pt x="76430" y="111350"/>
                  <a:pt x="82144" y="108154"/>
                </a:cubicBezTo>
                <a:cubicBezTo>
                  <a:pt x="87858" y="104957"/>
                  <a:pt x="94138" y="98607"/>
                  <a:pt x="100983" y="89103"/>
                </a:cubicBezTo>
                <a:lnTo>
                  <a:pt x="103614" y="90795"/>
                </a:lnTo>
                <a:cubicBezTo>
                  <a:pt x="97843" y="101008"/>
                  <a:pt x="91111" y="108484"/>
                  <a:pt x="83417" y="113224"/>
                </a:cubicBezTo>
                <a:cubicBezTo>
                  <a:pt x="75723" y="117962"/>
                  <a:pt x="66587" y="120331"/>
                  <a:pt x="56007" y="120331"/>
                </a:cubicBezTo>
                <a:cubicBezTo>
                  <a:pt x="36942" y="120331"/>
                  <a:pt x="22177" y="113269"/>
                  <a:pt x="11711" y="99145"/>
                </a:cubicBezTo>
                <a:cubicBezTo>
                  <a:pt x="3904" y="88639"/>
                  <a:pt x="0" y="76267"/>
                  <a:pt x="0" y="62030"/>
                </a:cubicBezTo>
                <a:cubicBezTo>
                  <a:pt x="0" y="50561"/>
                  <a:pt x="2574" y="40026"/>
                  <a:pt x="7722" y="30422"/>
                </a:cubicBezTo>
                <a:cubicBezTo>
                  <a:pt x="12870" y="20819"/>
                  <a:pt x="19956" y="13376"/>
                  <a:pt x="28980" y="8094"/>
                </a:cubicBezTo>
                <a:cubicBezTo>
                  <a:pt x="38003" y="2811"/>
                  <a:pt x="47861" y="170"/>
                  <a:pt x="58553" y="170"/>
                </a:cubicBezTo>
                <a:cubicBezTo>
                  <a:pt x="66870" y="170"/>
                  <a:pt x="75073" y="2206"/>
                  <a:pt x="83163" y="6280"/>
                </a:cubicBezTo>
                <a:cubicBezTo>
                  <a:pt x="85539" y="7524"/>
                  <a:pt x="87236" y="8147"/>
                  <a:pt x="88254" y="8147"/>
                </a:cubicBezTo>
                <a:cubicBezTo>
                  <a:pt x="89782" y="8147"/>
                  <a:pt x="91111" y="7609"/>
                  <a:pt x="92243" y="6534"/>
                </a:cubicBezTo>
                <a:cubicBezTo>
                  <a:pt x="93714" y="5007"/>
                  <a:pt x="94760" y="2885"/>
                  <a:pt x="95382" y="170"/>
                </a:cubicBezTo>
                <a:lnTo>
                  <a:pt x="98353" y="170"/>
                </a:lnTo>
                <a:close/>
                <a:moveTo>
                  <a:pt x="159114" y="106584"/>
                </a:moveTo>
                <a:cubicBezTo>
                  <a:pt x="151137" y="112750"/>
                  <a:pt x="146130" y="116315"/>
                  <a:pt x="144093" y="117276"/>
                </a:cubicBezTo>
                <a:cubicBezTo>
                  <a:pt x="141038" y="118747"/>
                  <a:pt x="137785" y="119483"/>
                  <a:pt x="134334" y="119483"/>
                </a:cubicBezTo>
                <a:cubicBezTo>
                  <a:pt x="128960" y="119483"/>
                  <a:pt x="124533" y="117644"/>
                  <a:pt x="121054" y="113967"/>
                </a:cubicBezTo>
                <a:cubicBezTo>
                  <a:pt x="117575" y="110289"/>
                  <a:pt x="115835" y="105452"/>
                  <a:pt x="115835" y="99456"/>
                </a:cubicBezTo>
                <a:cubicBezTo>
                  <a:pt x="115835" y="95665"/>
                  <a:pt x="116684" y="92384"/>
                  <a:pt x="118381" y="89612"/>
                </a:cubicBezTo>
                <a:cubicBezTo>
                  <a:pt x="120700" y="85765"/>
                  <a:pt x="124731" y="82144"/>
                  <a:pt x="130473" y="78750"/>
                </a:cubicBezTo>
                <a:cubicBezTo>
                  <a:pt x="136216" y="75356"/>
                  <a:pt x="145762" y="71226"/>
                  <a:pt x="159114" y="66360"/>
                </a:cubicBezTo>
                <a:lnTo>
                  <a:pt x="159114" y="63305"/>
                </a:lnTo>
                <a:cubicBezTo>
                  <a:pt x="159114" y="55555"/>
                  <a:pt x="157883" y="50237"/>
                  <a:pt x="155422" y="47352"/>
                </a:cubicBezTo>
                <a:cubicBezTo>
                  <a:pt x="152961" y="44467"/>
                  <a:pt x="149383" y="43024"/>
                  <a:pt x="144687" y="43024"/>
                </a:cubicBezTo>
                <a:cubicBezTo>
                  <a:pt x="141123" y="43024"/>
                  <a:pt x="138295" y="43982"/>
                  <a:pt x="136201" y="45899"/>
                </a:cubicBezTo>
                <a:cubicBezTo>
                  <a:pt x="134052" y="47815"/>
                  <a:pt x="132977" y="50013"/>
                  <a:pt x="132977" y="52494"/>
                </a:cubicBezTo>
                <a:lnTo>
                  <a:pt x="133146" y="57397"/>
                </a:lnTo>
                <a:cubicBezTo>
                  <a:pt x="133146" y="59989"/>
                  <a:pt x="132482" y="61989"/>
                  <a:pt x="131152" y="63398"/>
                </a:cubicBezTo>
                <a:cubicBezTo>
                  <a:pt x="129823" y="64807"/>
                  <a:pt x="128083" y="65512"/>
                  <a:pt x="125933" y="65512"/>
                </a:cubicBezTo>
                <a:cubicBezTo>
                  <a:pt x="123840" y="65512"/>
                  <a:pt x="122129" y="64779"/>
                  <a:pt x="120799" y="63313"/>
                </a:cubicBezTo>
                <a:cubicBezTo>
                  <a:pt x="119470" y="61846"/>
                  <a:pt x="118805" y="59843"/>
                  <a:pt x="118805" y="57304"/>
                </a:cubicBezTo>
                <a:cubicBezTo>
                  <a:pt x="118805" y="52455"/>
                  <a:pt x="121294" y="48000"/>
                  <a:pt x="126273" y="43939"/>
                </a:cubicBezTo>
                <a:cubicBezTo>
                  <a:pt x="131251" y="39878"/>
                  <a:pt x="138238" y="37847"/>
                  <a:pt x="147233" y="37847"/>
                </a:cubicBezTo>
                <a:cubicBezTo>
                  <a:pt x="154135" y="37847"/>
                  <a:pt x="159792" y="39005"/>
                  <a:pt x="164205" y="41321"/>
                </a:cubicBezTo>
                <a:cubicBezTo>
                  <a:pt x="167543" y="43073"/>
                  <a:pt x="170004" y="45815"/>
                  <a:pt x="171588" y="49545"/>
                </a:cubicBezTo>
                <a:cubicBezTo>
                  <a:pt x="172606" y="51974"/>
                  <a:pt x="173115" y="56946"/>
                  <a:pt x="173115" y="64462"/>
                </a:cubicBezTo>
                <a:lnTo>
                  <a:pt x="173115" y="90821"/>
                </a:lnTo>
                <a:cubicBezTo>
                  <a:pt x="173115" y="98223"/>
                  <a:pt x="173257" y="102758"/>
                  <a:pt x="173540" y="104425"/>
                </a:cubicBezTo>
                <a:cubicBezTo>
                  <a:pt x="173823" y="106092"/>
                  <a:pt x="174289" y="107209"/>
                  <a:pt x="174940" y="107775"/>
                </a:cubicBezTo>
                <a:cubicBezTo>
                  <a:pt x="175591" y="108339"/>
                  <a:pt x="176340" y="108621"/>
                  <a:pt x="177189" y="108621"/>
                </a:cubicBezTo>
                <a:cubicBezTo>
                  <a:pt x="178094" y="108621"/>
                  <a:pt x="178886" y="108423"/>
                  <a:pt x="179565" y="108027"/>
                </a:cubicBezTo>
                <a:cubicBezTo>
                  <a:pt x="180753" y="107291"/>
                  <a:pt x="183044" y="105226"/>
                  <a:pt x="186438" y="101832"/>
                </a:cubicBezTo>
                <a:lnTo>
                  <a:pt x="186438" y="106584"/>
                </a:lnTo>
                <a:cubicBezTo>
                  <a:pt x="180102" y="115070"/>
                  <a:pt x="174049" y="119313"/>
                  <a:pt x="168278" y="119313"/>
                </a:cubicBezTo>
                <a:cubicBezTo>
                  <a:pt x="165506" y="119313"/>
                  <a:pt x="163300" y="118351"/>
                  <a:pt x="161659" y="116428"/>
                </a:cubicBezTo>
                <a:cubicBezTo>
                  <a:pt x="160019" y="114504"/>
                  <a:pt x="159170" y="111223"/>
                  <a:pt x="159114" y="106584"/>
                </a:cubicBezTo>
                <a:moveTo>
                  <a:pt x="159114" y="101020"/>
                </a:moveTo>
                <a:lnTo>
                  <a:pt x="159114" y="71537"/>
                </a:lnTo>
                <a:cubicBezTo>
                  <a:pt x="150571" y="74915"/>
                  <a:pt x="145055" y="77309"/>
                  <a:pt x="142566" y="78718"/>
                </a:cubicBezTo>
                <a:cubicBezTo>
                  <a:pt x="138097" y="81197"/>
                  <a:pt x="134900" y="83788"/>
                  <a:pt x="132977" y="86491"/>
                </a:cubicBezTo>
                <a:cubicBezTo>
                  <a:pt x="131053" y="89194"/>
                  <a:pt x="130092" y="92151"/>
                  <a:pt x="130092" y="95361"/>
                </a:cubicBezTo>
                <a:cubicBezTo>
                  <a:pt x="130092" y="99417"/>
                  <a:pt x="131308" y="102782"/>
                  <a:pt x="133740" y="105457"/>
                </a:cubicBezTo>
                <a:cubicBezTo>
                  <a:pt x="136173" y="108132"/>
                  <a:pt x="138973" y="109469"/>
                  <a:pt x="142142" y="109469"/>
                </a:cubicBezTo>
                <a:cubicBezTo>
                  <a:pt x="146441" y="109469"/>
                  <a:pt x="152098" y="106653"/>
                  <a:pt x="159114" y="101020"/>
                </a:cubicBezTo>
                <a:close/>
                <a:moveTo>
                  <a:pt x="214893" y="54310"/>
                </a:moveTo>
                <a:cubicBezTo>
                  <a:pt x="224001" y="43335"/>
                  <a:pt x="232685" y="37847"/>
                  <a:pt x="240944" y="37847"/>
                </a:cubicBezTo>
                <a:cubicBezTo>
                  <a:pt x="245187" y="37847"/>
                  <a:pt x="248836" y="38906"/>
                  <a:pt x="251891" y="41024"/>
                </a:cubicBezTo>
                <a:cubicBezTo>
                  <a:pt x="254946" y="43141"/>
                  <a:pt x="257379" y="46626"/>
                  <a:pt x="259189" y="51481"/>
                </a:cubicBezTo>
                <a:cubicBezTo>
                  <a:pt x="260434" y="54866"/>
                  <a:pt x="261056" y="60060"/>
                  <a:pt x="261056" y="67060"/>
                </a:cubicBezTo>
                <a:lnTo>
                  <a:pt x="261056" y="100166"/>
                </a:lnTo>
                <a:cubicBezTo>
                  <a:pt x="261056" y="105078"/>
                  <a:pt x="261452" y="108408"/>
                  <a:pt x="262244" y="110159"/>
                </a:cubicBezTo>
                <a:cubicBezTo>
                  <a:pt x="262867" y="111569"/>
                  <a:pt x="263871" y="112670"/>
                  <a:pt x="265257" y="113460"/>
                </a:cubicBezTo>
                <a:cubicBezTo>
                  <a:pt x="266643" y="114250"/>
                  <a:pt x="269203" y="114646"/>
                  <a:pt x="272937" y="114646"/>
                </a:cubicBezTo>
                <a:lnTo>
                  <a:pt x="272937" y="117785"/>
                </a:lnTo>
                <a:lnTo>
                  <a:pt x="234495" y="117785"/>
                </a:lnTo>
                <a:lnTo>
                  <a:pt x="234495" y="114646"/>
                </a:lnTo>
                <a:lnTo>
                  <a:pt x="236107" y="114646"/>
                </a:lnTo>
                <a:cubicBezTo>
                  <a:pt x="239728" y="114646"/>
                  <a:pt x="242260" y="114097"/>
                  <a:pt x="243702" y="112999"/>
                </a:cubicBezTo>
                <a:cubicBezTo>
                  <a:pt x="245145" y="111901"/>
                  <a:pt x="246149" y="110283"/>
                  <a:pt x="246715" y="108146"/>
                </a:cubicBezTo>
                <a:cubicBezTo>
                  <a:pt x="246941" y="107301"/>
                  <a:pt x="247054" y="104655"/>
                  <a:pt x="247054" y="100209"/>
                </a:cubicBezTo>
                <a:lnTo>
                  <a:pt x="247054" y="68548"/>
                </a:lnTo>
                <a:cubicBezTo>
                  <a:pt x="247054" y="61514"/>
                  <a:pt x="246135" y="56406"/>
                  <a:pt x="244296" y="53226"/>
                </a:cubicBezTo>
                <a:cubicBezTo>
                  <a:pt x="242458" y="50045"/>
                  <a:pt x="239360" y="48455"/>
                  <a:pt x="235004" y="48455"/>
                </a:cubicBezTo>
                <a:cubicBezTo>
                  <a:pt x="228272" y="48455"/>
                  <a:pt x="221568" y="52114"/>
                  <a:pt x="214893" y="59431"/>
                </a:cubicBezTo>
                <a:lnTo>
                  <a:pt x="214893" y="100209"/>
                </a:lnTo>
                <a:cubicBezTo>
                  <a:pt x="214893" y="105444"/>
                  <a:pt x="215204" y="108680"/>
                  <a:pt x="215826" y="109917"/>
                </a:cubicBezTo>
                <a:cubicBezTo>
                  <a:pt x="216618" y="111549"/>
                  <a:pt x="217707" y="112745"/>
                  <a:pt x="219093" y="113505"/>
                </a:cubicBezTo>
                <a:cubicBezTo>
                  <a:pt x="220479" y="114266"/>
                  <a:pt x="223294" y="114646"/>
                  <a:pt x="227537" y="114646"/>
                </a:cubicBezTo>
                <a:lnTo>
                  <a:pt x="227537" y="117785"/>
                </a:lnTo>
                <a:lnTo>
                  <a:pt x="189095" y="117785"/>
                </a:lnTo>
                <a:lnTo>
                  <a:pt x="189095" y="114646"/>
                </a:lnTo>
                <a:lnTo>
                  <a:pt x="190792" y="114646"/>
                </a:lnTo>
                <a:cubicBezTo>
                  <a:pt x="194752" y="114646"/>
                  <a:pt x="197426" y="113644"/>
                  <a:pt x="198812" y="111641"/>
                </a:cubicBezTo>
                <a:cubicBezTo>
                  <a:pt x="200198" y="109636"/>
                  <a:pt x="200891" y="105811"/>
                  <a:pt x="200891" y="100166"/>
                </a:cubicBezTo>
                <a:lnTo>
                  <a:pt x="200891" y="71378"/>
                </a:lnTo>
                <a:cubicBezTo>
                  <a:pt x="200891" y="62064"/>
                  <a:pt x="200679" y="56392"/>
                  <a:pt x="200254" y="54361"/>
                </a:cubicBezTo>
                <a:cubicBezTo>
                  <a:pt x="199830" y="52328"/>
                  <a:pt x="199179" y="50944"/>
                  <a:pt x="198302" y="50210"/>
                </a:cubicBezTo>
                <a:cubicBezTo>
                  <a:pt x="197426" y="49477"/>
                  <a:pt x="196252" y="49110"/>
                  <a:pt x="194781" y="49110"/>
                </a:cubicBezTo>
                <a:cubicBezTo>
                  <a:pt x="193197" y="49110"/>
                  <a:pt x="191302" y="49533"/>
                  <a:pt x="189095" y="50380"/>
                </a:cubicBezTo>
                <a:lnTo>
                  <a:pt x="187822" y="47331"/>
                </a:lnTo>
                <a:lnTo>
                  <a:pt x="211244" y="37847"/>
                </a:lnTo>
                <a:lnTo>
                  <a:pt x="214893" y="37847"/>
                </a:lnTo>
                <a:lnTo>
                  <a:pt x="214893" y="54310"/>
                </a:lnTo>
                <a:close/>
                <a:moveTo>
                  <a:pt x="318167" y="40054"/>
                </a:moveTo>
                <a:lnTo>
                  <a:pt x="354402" y="40054"/>
                </a:lnTo>
                <a:lnTo>
                  <a:pt x="354402" y="43194"/>
                </a:lnTo>
                <a:lnTo>
                  <a:pt x="352620" y="43194"/>
                </a:lnTo>
                <a:cubicBezTo>
                  <a:pt x="350074" y="43194"/>
                  <a:pt x="348165" y="43745"/>
                  <a:pt x="346892" y="44848"/>
                </a:cubicBezTo>
                <a:cubicBezTo>
                  <a:pt x="345619" y="45952"/>
                  <a:pt x="344983" y="47323"/>
                  <a:pt x="344983" y="48964"/>
                </a:cubicBezTo>
                <a:cubicBezTo>
                  <a:pt x="344983" y="51170"/>
                  <a:pt x="345916" y="54225"/>
                  <a:pt x="347783" y="58129"/>
                </a:cubicBezTo>
                <a:lnTo>
                  <a:pt x="366707" y="97334"/>
                </a:lnTo>
                <a:lnTo>
                  <a:pt x="384103" y="54395"/>
                </a:lnTo>
                <a:cubicBezTo>
                  <a:pt x="385065" y="52076"/>
                  <a:pt x="385546" y="49784"/>
                  <a:pt x="385546" y="47521"/>
                </a:cubicBezTo>
                <a:cubicBezTo>
                  <a:pt x="385546" y="46503"/>
                  <a:pt x="385348" y="45739"/>
                  <a:pt x="384952" y="45230"/>
                </a:cubicBezTo>
                <a:cubicBezTo>
                  <a:pt x="384499" y="44608"/>
                  <a:pt x="383792" y="44113"/>
                  <a:pt x="382830" y="43745"/>
                </a:cubicBezTo>
                <a:cubicBezTo>
                  <a:pt x="381868" y="43378"/>
                  <a:pt x="380171" y="43194"/>
                  <a:pt x="377738" y="43194"/>
                </a:cubicBezTo>
                <a:lnTo>
                  <a:pt x="377738" y="40054"/>
                </a:lnTo>
                <a:lnTo>
                  <a:pt x="403027" y="40054"/>
                </a:lnTo>
                <a:lnTo>
                  <a:pt x="403027" y="43194"/>
                </a:lnTo>
                <a:cubicBezTo>
                  <a:pt x="400933" y="43420"/>
                  <a:pt x="399321" y="43873"/>
                  <a:pt x="398190" y="44551"/>
                </a:cubicBezTo>
                <a:cubicBezTo>
                  <a:pt x="397058" y="45230"/>
                  <a:pt x="395814" y="46503"/>
                  <a:pt x="394456" y="48370"/>
                </a:cubicBezTo>
                <a:cubicBezTo>
                  <a:pt x="393947" y="49162"/>
                  <a:pt x="392985" y="51340"/>
                  <a:pt x="391571" y="54904"/>
                </a:cubicBezTo>
                <a:lnTo>
                  <a:pt x="359918" y="132466"/>
                </a:lnTo>
                <a:cubicBezTo>
                  <a:pt x="356863" y="139990"/>
                  <a:pt x="352860" y="145676"/>
                  <a:pt x="347910" y="149523"/>
                </a:cubicBezTo>
                <a:cubicBezTo>
                  <a:pt x="342960" y="153370"/>
                  <a:pt x="338194" y="155293"/>
                  <a:pt x="333611" y="155293"/>
                </a:cubicBezTo>
                <a:cubicBezTo>
                  <a:pt x="330273" y="155293"/>
                  <a:pt x="327530" y="154343"/>
                  <a:pt x="325380" y="152443"/>
                </a:cubicBezTo>
                <a:cubicBezTo>
                  <a:pt x="323230" y="150542"/>
                  <a:pt x="322155" y="148362"/>
                  <a:pt x="322155" y="145903"/>
                </a:cubicBezTo>
                <a:cubicBezTo>
                  <a:pt x="322155" y="143555"/>
                  <a:pt x="322933" y="141662"/>
                  <a:pt x="324489" y="140223"/>
                </a:cubicBezTo>
                <a:cubicBezTo>
                  <a:pt x="326045" y="138786"/>
                  <a:pt x="328180" y="138067"/>
                  <a:pt x="330896" y="138067"/>
                </a:cubicBezTo>
                <a:cubicBezTo>
                  <a:pt x="332763" y="138067"/>
                  <a:pt x="335309" y="138689"/>
                  <a:pt x="338533" y="139934"/>
                </a:cubicBezTo>
                <a:cubicBezTo>
                  <a:pt x="340796" y="140782"/>
                  <a:pt x="342210" y="141207"/>
                  <a:pt x="342776" y="141207"/>
                </a:cubicBezTo>
                <a:cubicBezTo>
                  <a:pt x="344473" y="141207"/>
                  <a:pt x="346326" y="140324"/>
                  <a:pt x="348334" y="138558"/>
                </a:cubicBezTo>
                <a:cubicBezTo>
                  <a:pt x="350343" y="136793"/>
                  <a:pt x="352365" y="133378"/>
                  <a:pt x="354402" y="128311"/>
                </a:cubicBezTo>
                <a:lnTo>
                  <a:pt x="359918" y="114730"/>
                </a:lnTo>
                <a:lnTo>
                  <a:pt x="331999" y="56092"/>
                </a:lnTo>
                <a:cubicBezTo>
                  <a:pt x="331150" y="54339"/>
                  <a:pt x="329793" y="52161"/>
                  <a:pt x="327926" y="49558"/>
                </a:cubicBezTo>
                <a:cubicBezTo>
                  <a:pt x="326511" y="47578"/>
                  <a:pt x="325352" y="46249"/>
                  <a:pt x="324446" y="45570"/>
                </a:cubicBezTo>
                <a:cubicBezTo>
                  <a:pt x="323145" y="44665"/>
                  <a:pt x="321052" y="43873"/>
                  <a:pt x="318167" y="43194"/>
                </a:cubicBezTo>
                <a:lnTo>
                  <a:pt x="318167" y="40054"/>
                </a:lnTo>
                <a:close/>
                <a:moveTo>
                  <a:pt x="447493" y="37847"/>
                </a:moveTo>
                <a:cubicBezTo>
                  <a:pt x="459261" y="37847"/>
                  <a:pt x="468708" y="42312"/>
                  <a:pt x="475836" y="51242"/>
                </a:cubicBezTo>
                <a:cubicBezTo>
                  <a:pt x="481890" y="58871"/>
                  <a:pt x="484916" y="67631"/>
                  <a:pt x="484916" y="77522"/>
                </a:cubicBezTo>
                <a:cubicBezTo>
                  <a:pt x="484916" y="84474"/>
                  <a:pt x="483248" y="91510"/>
                  <a:pt x="479910" y="98631"/>
                </a:cubicBezTo>
                <a:cubicBezTo>
                  <a:pt x="476572" y="105750"/>
                  <a:pt x="471975" y="111119"/>
                  <a:pt x="466120" y="114736"/>
                </a:cubicBezTo>
                <a:cubicBezTo>
                  <a:pt x="460265" y="118353"/>
                  <a:pt x="453745" y="120161"/>
                  <a:pt x="446560" y="120161"/>
                </a:cubicBezTo>
                <a:cubicBezTo>
                  <a:pt x="434849" y="120161"/>
                  <a:pt x="425543" y="115499"/>
                  <a:pt x="418641" y="106173"/>
                </a:cubicBezTo>
                <a:cubicBezTo>
                  <a:pt x="412814" y="98318"/>
                  <a:pt x="409900" y="89502"/>
                  <a:pt x="409900" y="79726"/>
                </a:cubicBezTo>
                <a:cubicBezTo>
                  <a:pt x="409900" y="72605"/>
                  <a:pt x="411668" y="65526"/>
                  <a:pt x="415204" y="58490"/>
                </a:cubicBezTo>
                <a:cubicBezTo>
                  <a:pt x="418740" y="51453"/>
                  <a:pt x="423393" y="46254"/>
                  <a:pt x="429164" y="42891"/>
                </a:cubicBezTo>
                <a:cubicBezTo>
                  <a:pt x="434934" y="39529"/>
                  <a:pt x="441044" y="37847"/>
                  <a:pt x="447493" y="37847"/>
                </a:cubicBezTo>
                <a:moveTo>
                  <a:pt x="444863" y="43448"/>
                </a:moveTo>
                <a:cubicBezTo>
                  <a:pt x="441864" y="43448"/>
                  <a:pt x="438852" y="44338"/>
                  <a:pt x="435825" y="46119"/>
                </a:cubicBezTo>
                <a:cubicBezTo>
                  <a:pt x="432798" y="47899"/>
                  <a:pt x="430352" y="51021"/>
                  <a:pt x="428485" y="55485"/>
                </a:cubicBezTo>
                <a:cubicBezTo>
                  <a:pt x="426618" y="59949"/>
                  <a:pt x="425684" y="65684"/>
                  <a:pt x="425684" y="72690"/>
                </a:cubicBezTo>
                <a:cubicBezTo>
                  <a:pt x="425684" y="83991"/>
                  <a:pt x="427933" y="93738"/>
                  <a:pt x="432431" y="101933"/>
                </a:cubicBezTo>
                <a:cubicBezTo>
                  <a:pt x="436928" y="110125"/>
                  <a:pt x="442854" y="114221"/>
                  <a:pt x="450209" y="114221"/>
                </a:cubicBezTo>
                <a:cubicBezTo>
                  <a:pt x="455696" y="114221"/>
                  <a:pt x="460222" y="111961"/>
                  <a:pt x="463786" y="107440"/>
                </a:cubicBezTo>
                <a:cubicBezTo>
                  <a:pt x="467351" y="102920"/>
                  <a:pt x="469133" y="95151"/>
                  <a:pt x="469133" y="84133"/>
                </a:cubicBezTo>
                <a:cubicBezTo>
                  <a:pt x="469133" y="70345"/>
                  <a:pt x="466162" y="59496"/>
                  <a:pt x="460222" y="51584"/>
                </a:cubicBezTo>
                <a:cubicBezTo>
                  <a:pt x="456206" y="46160"/>
                  <a:pt x="451086" y="43448"/>
                  <a:pt x="444863" y="43448"/>
                </a:cubicBezTo>
                <a:close/>
                <a:moveTo>
                  <a:pt x="564515" y="40054"/>
                </a:moveTo>
                <a:lnTo>
                  <a:pt x="564515" y="87151"/>
                </a:lnTo>
                <a:cubicBezTo>
                  <a:pt x="564515" y="96146"/>
                  <a:pt x="564727" y="101648"/>
                  <a:pt x="565152" y="103656"/>
                </a:cubicBezTo>
                <a:cubicBezTo>
                  <a:pt x="565576" y="105665"/>
                  <a:pt x="566255" y="107065"/>
                  <a:pt x="567188" y="107857"/>
                </a:cubicBezTo>
                <a:cubicBezTo>
                  <a:pt x="568122" y="108649"/>
                  <a:pt x="569211" y="109045"/>
                  <a:pt x="570455" y="109045"/>
                </a:cubicBezTo>
                <a:cubicBezTo>
                  <a:pt x="572209" y="109045"/>
                  <a:pt x="574189" y="108564"/>
                  <a:pt x="576395" y="107602"/>
                </a:cubicBezTo>
                <a:lnTo>
                  <a:pt x="577584" y="110572"/>
                </a:lnTo>
                <a:lnTo>
                  <a:pt x="554332" y="120161"/>
                </a:lnTo>
                <a:lnTo>
                  <a:pt x="550513" y="120161"/>
                </a:lnTo>
                <a:lnTo>
                  <a:pt x="550513" y="103699"/>
                </a:lnTo>
                <a:cubicBezTo>
                  <a:pt x="543838" y="110940"/>
                  <a:pt x="538746" y="115494"/>
                  <a:pt x="535238" y="117361"/>
                </a:cubicBezTo>
                <a:cubicBezTo>
                  <a:pt x="531731" y="119228"/>
                  <a:pt x="528025" y="120161"/>
                  <a:pt x="524122" y="120161"/>
                </a:cubicBezTo>
                <a:cubicBezTo>
                  <a:pt x="519766" y="120161"/>
                  <a:pt x="515989" y="118903"/>
                  <a:pt x="512793" y="116385"/>
                </a:cubicBezTo>
                <a:cubicBezTo>
                  <a:pt x="509597" y="113868"/>
                  <a:pt x="507376" y="110629"/>
                  <a:pt x="506132" y="106669"/>
                </a:cubicBezTo>
                <a:cubicBezTo>
                  <a:pt x="504887" y="102709"/>
                  <a:pt x="504265" y="97108"/>
                  <a:pt x="504265" y="89867"/>
                </a:cubicBezTo>
                <a:lnTo>
                  <a:pt x="504265" y="55159"/>
                </a:lnTo>
                <a:cubicBezTo>
                  <a:pt x="504265" y="51482"/>
                  <a:pt x="503869" y="48936"/>
                  <a:pt x="503077" y="47521"/>
                </a:cubicBezTo>
                <a:cubicBezTo>
                  <a:pt x="502285" y="46107"/>
                  <a:pt x="501111" y="45018"/>
                  <a:pt x="499555" y="44254"/>
                </a:cubicBezTo>
                <a:cubicBezTo>
                  <a:pt x="497999" y="43491"/>
                  <a:pt x="495185" y="43137"/>
                  <a:pt x="491111" y="43194"/>
                </a:cubicBezTo>
                <a:lnTo>
                  <a:pt x="491111" y="40054"/>
                </a:lnTo>
                <a:lnTo>
                  <a:pt x="518351" y="40054"/>
                </a:lnTo>
                <a:lnTo>
                  <a:pt x="518351" y="91946"/>
                </a:lnTo>
                <a:cubicBezTo>
                  <a:pt x="518351" y="99169"/>
                  <a:pt x="519610" y="103910"/>
                  <a:pt x="522128" y="106168"/>
                </a:cubicBezTo>
                <a:cubicBezTo>
                  <a:pt x="524645" y="108425"/>
                  <a:pt x="527686" y="109554"/>
                  <a:pt x="531250" y="109554"/>
                </a:cubicBezTo>
                <a:cubicBezTo>
                  <a:pt x="533683" y="109554"/>
                  <a:pt x="536441" y="108792"/>
                  <a:pt x="539524" y="107268"/>
                </a:cubicBezTo>
                <a:cubicBezTo>
                  <a:pt x="542607" y="105744"/>
                  <a:pt x="546270" y="102839"/>
                  <a:pt x="550513" y="98551"/>
                </a:cubicBezTo>
                <a:lnTo>
                  <a:pt x="550513" y="54621"/>
                </a:lnTo>
                <a:cubicBezTo>
                  <a:pt x="550513" y="50218"/>
                  <a:pt x="549707" y="47242"/>
                  <a:pt x="548095" y="45692"/>
                </a:cubicBezTo>
                <a:cubicBezTo>
                  <a:pt x="546482" y="44139"/>
                  <a:pt x="543130" y="43307"/>
                  <a:pt x="538039" y="43194"/>
                </a:cubicBezTo>
                <a:lnTo>
                  <a:pt x="538039" y="40054"/>
                </a:lnTo>
                <a:lnTo>
                  <a:pt x="564515" y="40054"/>
                </a:lnTo>
                <a:close/>
                <a:moveTo>
                  <a:pt x="692738" y="88254"/>
                </a:moveTo>
                <a:cubicBezTo>
                  <a:pt x="690645" y="98494"/>
                  <a:pt x="686544" y="106372"/>
                  <a:pt x="680434" y="111888"/>
                </a:cubicBezTo>
                <a:cubicBezTo>
                  <a:pt x="674324" y="117404"/>
                  <a:pt x="667563" y="120161"/>
                  <a:pt x="660152" y="120161"/>
                </a:cubicBezTo>
                <a:cubicBezTo>
                  <a:pt x="651327" y="120161"/>
                  <a:pt x="643633" y="116460"/>
                  <a:pt x="637070" y="109058"/>
                </a:cubicBezTo>
                <a:cubicBezTo>
                  <a:pt x="630508" y="101654"/>
                  <a:pt x="627227" y="91650"/>
                  <a:pt x="627227" y="79047"/>
                </a:cubicBezTo>
                <a:cubicBezTo>
                  <a:pt x="627227" y="66839"/>
                  <a:pt x="630862" y="56921"/>
                  <a:pt x="638131" y="49293"/>
                </a:cubicBezTo>
                <a:cubicBezTo>
                  <a:pt x="645401" y="41663"/>
                  <a:pt x="654127" y="37847"/>
                  <a:pt x="664310" y="37847"/>
                </a:cubicBezTo>
                <a:cubicBezTo>
                  <a:pt x="671948" y="37847"/>
                  <a:pt x="678227" y="39864"/>
                  <a:pt x="683149" y="43896"/>
                </a:cubicBezTo>
                <a:cubicBezTo>
                  <a:pt x="688071" y="47927"/>
                  <a:pt x="690532" y="52114"/>
                  <a:pt x="690532" y="56456"/>
                </a:cubicBezTo>
                <a:cubicBezTo>
                  <a:pt x="690532" y="58598"/>
                  <a:pt x="689839" y="60333"/>
                  <a:pt x="688453" y="61659"/>
                </a:cubicBezTo>
                <a:cubicBezTo>
                  <a:pt x="687067" y="62983"/>
                  <a:pt x="685129" y="63645"/>
                  <a:pt x="682640" y="63645"/>
                </a:cubicBezTo>
                <a:cubicBezTo>
                  <a:pt x="679302" y="63645"/>
                  <a:pt x="676785" y="62570"/>
                  <a:pt x="675088" y="60420"/>
                </a:cubicBezTo>
                <a:cubicBezTo>
                  <a:pt x="674126" y="59232"/>
                  <a:pt x="673489" y="56969"/>
                  <a:pt x="673178" y="53631"/>
                </a:cubicBezTo>
                <a:cubicBezTo>
                  <a:pt x="672867" y="50294"/>
                  <a:pt x="671722" y="47748"/>
                  <a:pt x="669741" y="45994"/>
                </a:cubicBezTo>
                <a:cubicBezTo>
                  <a:pt x="667761" y="44297"/>
                  <a:pt x="665018" y="43448"/>
                  <a:pt x="661510" y="43448"/>
                </a:cubicBezTo>
                <a:cubicBezTo>
                  <a:pt x="655853" y="43448"/>
                  <a:pt x="651299" y="45541"/>
                  <a:pt x="647848" y="49728"/>
                </a:cubicBezTo>
                <a:cubicBezTo>
                  <a:pt x="643265" y="55272"/>
                  <a:pt x="640974" y="62598"/>
                  <a:pt x="640974" y="71707"/>
                </a:cubicBezTo>
                <a:cubicBezTo>
                  <a:pt x="640974" y="80985"/>
                  <a:pt x="643251" y="89174"/>
                  <a:pt x="647805" y="96273"/>
                </a:cubicBezTo>
                <a:cubicBezTo>
                  <a:pt x="652359" y="103373"/>
                  <a:pt x="658512" y="106923"/>
                  <a:pt x="666262" y="106923"/>
                </a:cubicBezTo>
                <a:cubicBezTo>
                  <a:pt x="671806" y="106923"/>
                  <a:pt x="676785" y="105028"/>
                  <a:pt x="681198" y="101238"/>
                </a:cubicBezTo>
                <a:cubicBezTo>
                  <a:pt x="684309" y="98635"/>
                  <a:pt x="687336" y="93912"/>
                  <a:pt x="690278" y="87066"/>
                </a:cubicBezTo>
                <a:lnTo>
                  <a:pt x="692738" y="88254"/>
                </a:lnTo>
                <a:close/>
                <a:moveTo>
                  <a:pt x="741898" y="37847"/>
                </a:moveTo>
                <a:cubicBezTo>
                  <a:pt x="753666" y="37847"/>
                  <a:pt x="763113" y="42312"/>
                  <a:pt x="770242" y="51242"/>
                </a:cubicBezTo>
                <a:cubicBezTo>
                  <a:pt x="776295" y="58871"/>
                  <a:pt x="779322" y="67631"/>
                  <a:pt x="779322" y="77522"/>
                </a:cubicBezTo>
                <a:cubicBezTo>
                  <a:pt x="779322" y="84474"/>
                  <a:pt x="777653" y="91510"/>
                  <a:pt x="774315" y="98631"/>
                </a:cubicBezTo>
                <a:cubicBezTo>
                  <a:pt x="770977" y="105750"/>
                  <a:pt x="766380" y="111119"/>
                  <a:pt x="760525" y="114736"/>
                </a:cubicBezTo>
                <a:cubicBezTo>
                  <a:pt x="754670" y="118353"/>
                  <a:pt x="748150" y="120161"/>
                  <a:pt x="740965" y="120161"/>
                </a:cubicBezTo>
                <a:cubicBezTo>
                  <a:pt x="729254" y="120161"/>
                  <a:pt x="719948" y="115499"/>
                  <a:pt x="713046" y="106173"/>
                </a:cubicBezTo>
                <a:cubicBezTo>
                  <a:pt x="707219" y="98318"/>
                  <a:pt x="704305" y="89502"/>
                  <a:pt x="704305" y="79726"/>
                </a:cubicBezTo>
                <a:cubicBezTo>
                  <a:pt x="704305" y="72605"/>
                  <a:pt x="706073" y="65526"/>
                  <a:pt x="709609" y="58490"/>
                </a:cubicBezTo>
                <a:cubicBezTo>
                  <a:pt x="713145" y="51453"/>
                  <a:pt x="717798" y="46254"/>
                  <a:pt x="723569" y="42891"/>
                </a:cubicBezTo>
                <a:cubicBezTo>
                  <a:pt x="729339" y="39529"/>
                  <a:pt x="735449" y="37847"/>
                  <a:pt x="741898" y="37847"/>
                </a:cubicBezTo>
                <a:moveTo>
                  <a:pt x="739268" y="43448"/>
                </a:moveTo>
                <a:cubicBezTo>
                  <a:pt x="736269" y="43448"/>
                  <a:pt x="733257" y="44338"/>
                  <a:pt x="730230" y="46119"/>
                </a:cubicBezTo>
                <a:cubicBezTo>
                  <a:pt x="727204" y="47899"/>
                  <a:pt x="724757" y="51021"/>
                  <a:pt x="722890" y="55485"/>
                </a:cubicBezTo>
                <a:cubicBezTo>
                  <a:pt x="721023" y="59949"/>
                  <a:pt x="720089" y="65684"/>
                  <a:pt x="720089" y="72690"/>
                </a:cubicBezTo>
                <a:cubicBezTo>
                  <a:pt x="720089" y="83991"/>
                  <a:pt x="722338" y="93738"/>
                  <a:pt x="726836" y="101933"/>
                </a:cubicBezTo>
                <a:cubicBezTo>
                  <a:pt x="731333" y="110125"/>
                  <a:pt x="737259" y="114221"/>
                  <a:pt x="744614" y="114221"/>
                </a:cubicBezTo>
                <a:cubicBezTo>
                  <a:pt x="750102" y="114221"/>
                  <a:pt x="754627" y="111961"/>
                  <a:pt x="758191" y="107440"/>
                </a:cubicBezTo>
                <a:cubicBezTo>
                  <a:pt x="761756" y="102920"/>
                  <a:pt x="763538" y="95151"/>
                  <a:pt x="763538" y="84133"/>
                </a:cubicBezTo>
                <a:cubicBezTo>
                  <a:pt x="763538" y="70345"/>
                  <a:pt x="760568" y="59496"/>
                  <a:pt x="754627" y="51584"/>
                </a:cubicBezTo>
                <a:cubicBezTo>
                  <a:pt x="750611" y="46160"/>
                  <a:pt x="745491" y="43448"/>
                  <a:pt x="739268" y="43448"/>
                </a:cubicBezTo>
                <a:close/>
                <a:moveTo>
                  <a:pt x="813520" y="37847"/>
                </a:moveTo>
                <a:lnTo>
                  <a:pt x="813520" y="55329"/>
                </a:lnTo>
                <a:cubicBezTo>
                  <a:pt x="820026" y="43675"/>
                  <a:pt x="826702" y="37847"/>
                  <a:pt x="833547" y="37847"/>
                </a:cubicBezTo>
                <a:cubicBezTo>
                  <a:pt x="836659" y="37847"/>
                  <a:pt x="839233" y="38795"/>
                  <a:pt x="841269" y="40690"/>
                </a:cubicBezTo>
                <a:cubicBezTo>
                  <a:pt x="843306" y="42585"/>
                  <a:pt x="844324" y="44778"/>
                  <a:pt x="844324" y="47267"/>
                </a:cubicBezTo>
                <a:cubicBezTo>
                  <a:pt x="844324" y="49473"/>
                  <a:pt x="843589" y="51340"/>
                  <a:pt x="842118" y="52868"/>
                </a:cubicBezTo>
                <a:cubicBezTo>
                  <a:pt x="840647" y="54395"/>
                  <a:pt x="838893" y="55159"/>
                  <a:pt x="836857" y="55159"/>
                </a:cubicBezTo>
                <a:cubicBezTo>
                  <a:pt x="834877" y="55159"/>
                  <a:pt x="832656" y="54183"/>
                  <a:pt x="830195" y="52231"/>
                </a:cubicBezTo>
                <a:cubicBezTo>
                  <a:pt x="827734" y="50279"/>
                  <a:pt x="825910" y="49304"/>
                  <a:pt x="824722" y="49304"/>
                </a:cubicBezTo>
                <a:cubicBezTo>
                  <a:pt x="823703" y="49304"/>
                  <a:pt x="822600" y="49868"/>
                  <a:pt x="821412" y="50995"/>
                </a:cubicBezTo>
                <a:cubicBezTo>
                  <a:pt x="818866" y="53310"/>
                  <a:pt x="816236" y="57119"/>
                  <a:pt x="813520" y="62422"/>
                </a:cubicBezTo>
                <a:lnTo>
                  <a:pt x="813520" y="99580"/>
                </a:lnTo>
                <a:cubicBezTo>
                  <a:pt x="813520" y="103868"/>
                  <a:pt x="814058" y="107112"/>
                  <a:pt x="815133" y="109313"/>
                </a:cubicBezTo>
                <a:cubicBezTo>
                  <a:pt x="815868" y="110837"/>
                  <a:pt x="817169" y="112107"/>
                  <a:pt x="819036" y="113123"/>
                </a:cubicBezTo>
                <a:cubicBezTo>
                  <a:pt x="820903" y="114138"/>
                  <a:pt x="823590" y="114646"/>
                  <a:pt x="827098" y="114646"/>
                </a:cubicBezTo>
                <a:lnTo>
                  <a:pt x="827098" y="117785"/>
                </a:lnTo>
                <a:lnTo>
                  <a:pt x="787299" y="117785"/>
                </a:lnTo>
                <a:lnTo>
                  <a:pt x="787299" y="114646"/>
                </a:lnTo>
                <a:cubicBezTo>
                  <a:pt x="791259" y="114646"/>
                  <a:pt x="794200" y="114025"/>
                  <a:pt x="796124" y="112784"/>
                </a:cubicBezTo>
                <a:cubicBezTo>
                  <a:pt x="797538" y="111881"/>
                  <a:pt x="798528" y="110441"/>
                  <a:pt x="799094" y="108464"/>
                </a:cubicBezTo>
                <a:cubicBezTo>
                  <a:pt x="799377" y="107504"/>
                  <a:pt x="799518" y="104767"/>
                  <a:pt x="799518" y="100251"/>
                </a:cubicBezTo>
                <a:lnTo>
                  <a:pt x="799518" y="70192"/>
                </a:lnTo>
                <a:cubicBezTo>
                  <a:pt x="799518" y="61160"/>
                  <a:pt x="799334" y="55784"/>
                  <a:pt x="798967" y="54064"/>
                </a:cubicBezTo>
                <a:cubicBezTo>
                  <a:pt x="798599" y="52342"/>
                  <a:pt x="797920" y="51086"/>
                  <a:pt x="796930" y="50295"/>
                </a:cubicBezTo>
                <a:cubicBezTo>
                  <a:pt x="795940" y="49505"/>
                  <a:pt x="794710" y="49110"/>
                  <a:pt x="793239" y="49110"/>
                </a:cubicBezTo>
                <a:cubicBezTo>
                  <a:pt x="791485" y="49110"/>
                  <a:pt x="789505" y="49533"/>
                  <a:pt x="787299" y="50380"/>
                </a:cubicBezTo>
                <a:lnTo>
                  <a:pt x="786450" y="47331"/>
                </a:lnTo>
                <a:lnTo>
                  <a:pt x="809956" y="37847"/>
                </a:lnTo>
                <a:lnTo>
                  <a:pt x="813520" y="37847"/>
                </a:lnTo>
                <a:close/>
                <a:moveTo>
                  <a:pt x="871393" y="37847"/>
                </a:moveTo>
                <a:lnTo>
                  <a:pt x="871393" y="55329"/>
                </a:lnTo>
                <a:cubicBezTo>
                  <a:pt x="877899" y="43675"/>
                  <a:pt x="884575" y="37847"/>
                  <a:pt x="891420" y="37847"/>
                </a:cubicBezTo>
                <a:cubicBezTo>
                  <a:pt x="894532" y="37847"/>
                  <a:pt x="897106" y="38795"/>
                  <a:pt x="899143" y="40690"/>
                </a:cubicBezTo>
                <a:cubicBezTo>
                  <a:pt x="901179" y="42585"/>
                  <a:pt x="902198" y="44778"/>
                  <a:pt x="902198" y="47267"/>
                </a:cubicBezTo>
                <a:cubicBezTo>
                  <a:pt x="902198" y="49473"/>
                  <a:pt x="901462" y="51340"/>
                  <a:pt x="899991" y="52868"/>
                </a:cubicBezTo>
                <a:cubicBezTo>
                  <a:pt x="898520" y="54395"/>
                  <a:pt x="896767" y="55159"/>
                  <a:pt x="894730" y="55159"/>
                </a:cubicBezTo>
                <a:cubicBezTo>
                  <a:pt x="892750" y="55159"/>
                  <a:pt x="890529" y="54183"/>
                  <a:pt x="888068" y="52231"/>
                </a:cubicBezTo>
                <a:cubicBezTo>
                  <a:pt x="885607" y="50279"/>
                  <a:pt x="883783" y="49304"/>
                  <a:pt x="882595" y="49304"/>
                </a:cubicBezTo>
                <a:cubicBezTo>
                  <a:pt x="881577" y="49304"/>
                  <a:pt x="880473" y="49868"/>
                  <a:pt x="879285" y="50995"/>
                </a:cubicBezTo>
                <a:cubicBezTo>
                  <a:pt x="876740" y="53310"/>
                  <a:pt x="874109" y="57119"/>
                  <a:pt x="871393" y="62422"/>
                </a:cubicBezTo>
                <a:lnTo>
                  <a:pt x="871393" y="99580"/>
                </a:lnTo>
                <a:cubicBezTo>
                  <a:pt x="871393" y="103868"/>
                  <a:pt x="871931" y="107112"/>
                  <a:pt x="873006" y="109313"/>
                </a:cubicBezTo>
                <a:cubicBezTo>
                  <a:pt x="873741" y="110837"/>
                  <a:pt x="875042" y="112107"/>
                  <a:pt x="876909" y="113123"/>
                </a:cubicBezTo>
                <a:cubicBezTo>
                  <a:pt x="878776" y="114138"/>
                  <a:pt x="881463" y="114646"/>
                  <a:pt x="884971" y="114646"/>
                </a:cubicBezTo>
                <a:lnTo>
                  <a:pt x="884971" y="117785"/>
                </a:lnTo>
                <a:lnTo>
                  <a:pt x="845172" y="117785"/>
                </a:lnTo>
                <a:lnTo>
                  <a:pt x="845172" y="114646"/>
                </a:lnTo>
                <a:cubicBezTo>
                  <a:pt x="849132" y="114646"/>
                  <a:pt x="852074" y="114025"/>
                  <a:pt x="853997" y="112784"/>
                </a:cubicBezTo>
                <a:cubicBezTo>
                  <a:pt x="855412" y="111881"/>
                  <a:pt x="856402" y="110441"/>
                  <a:pt x="856967" y="108464"/>
                </a:cubicBezTo>
                <a:cubicBezTo>
                  <a:pt x="857250" y="107504"/>
                  <a:pt x="857392" y="104767"/>
                  <a:pt x="857392" y="100251"/>
                </a:cubicBezTo>
                <a:lnTo>
                  <a:pt x="857392" y="70192"/>
                </a:lnTo>
                <a:cubicBezTo>
                  <a:pt x="857392" y="61160"/>
                  <a:pt x="857208" y="55784"/>
                  <a:pt x="856840" y="54064"/>
                </a:cubicBezTo>
                <a:cubicBezTo>
                  <a:pt x="856472" y="52342"/>
                  <a:pt x="855793" y="51086"/>
                  <a:pt x="854803" y="50295"/>
                </a:cubicBezTo>
                <a:cubicBezTo>
                  <a:pt x="853813" y="49505"/>
                  <a:pt x="852583" y="49110"/>
                  <a:pt x="851112" y="49110"/>
                </a:cubicBezTo>
                <a:cubicBezTo>
                  <a:pt x="849358" y="49110"/>
                  <a:pt x="847378" y="49533"/>
                  <a:pt x="845172" y="50380"/>
                </a:cubicBezTo>
                <a:lnTo>
                  <a:pt x="844323" y="47331"/>
                </a:lnTo>
                <a:lnTo>
                  <a:pt x="867829" y="37847"/>
                </a:lnTo>
                <a:lnTo>
                  <a:pt x="871393" y="37847"/>
                </a:lnTo>
                <a:close/>
                <a:moveTo>
                  <a:pt x="919592" y="69415"/>
                </a:moveTo>
                <a:cubicBezTo>
                  <a:pt x="919536" y="80930"/>
                  <a:pt x="922336" y="89961"/>
                  <a:pt x="927993" y="96509"/>
                </a:cubicBezTo>
                <a:cubicBezTo>
                  <a:pt x="933651" y="103056"/>
                  <a:pt x="940298" y="106329"/>
                  <a:pt x="947936" y="106329"/>
                </a:cubicBezTo>
                <a:cubicBezTo>
                  <a:pt x="953027" y="106329"/>
                  <a:pt x="957454" y="104929"/>
                  <a:pt x="961216" y="102129"/>
                </a:cubicBezTo>
                <a:cubicBezTo>
                  <a:pt x="964978" y="99328"/>
                  <a:pt x="968132" y="94534"/>
                  <a:pt x="970678" y="87745"/>
                </a:cubicBezTo>
                <a:lnTo>
                  <a:pt x="973309" y="89442"/>
                </a:lnTo>
                <a:cubicBezTo>
                  <a:pt x="972121" y="97193"/>
                  <a:pt x="968670" y="104250"/>
                  <a:pt x="962956" y="110615"/>
                </a:cubicBezTo>
                <a:cubicBezTo>
                  <a:pt x="957242" y="116979"/>
                  <a:pt x="950085" y="120161"/>
                  <a:pt x="941486" y="120161"/>
                </a:cubicBezTo>
                <a:cubicBezTo>
                  <a:pt x="932152" y="120161"/>
                  <a:pt x="924161" y="116535"/>
                  <a:pt x="917513" y="109281"/>
                </a:cubicBezTo>
                <a:cubicBezTo>
                  <a:pt x="910866" y="102025"/>
                  <a:pt x="907542" y="92272"/>
                  <a:pt x="907542" y="80020"/>
                </a:cubicBezTo>
                <a:cubicBezTo>
                  <a:pt x="907542" y="66754"/>
                  <a:pt x="910951" y="56409"/>
                  <a:pt x="917768" y="48985"/>
                </a:cubicBezTo>
                <a:cubicBezTo>
                  <a:pt x="924585" y="41560"/>
                  <a:pt x="933142" y="37847"/>
                  <a:pt x="943438" y="37847"/>
                </a:cubicBezTo>
                <a:cubicBezTo>
                  <a:pt x="952150" y="37847"/>
                  <a:pt x="959307" y="40711"/>
                  <a:pt x="964908" y="46440"/>
                </a:cubicBezTo>
                <a:cubicBezTo>
                  <a:pt x="970508" y="52166"/>
                  <a:pt x="973309" y="59824"/>
                  <a:pt x="973309" y="69415"/>
                </a:cubicBezTo>
                <a:lnTo>
                  <a:pt x="919592" y="69415"/>
                </a:lnTo>
                <a:moveTo>
                  <a:pt x="919592" y="64493"/>
                </a:moveTo>
                <a:lnTo>
                  <a:pt x="955573" y="64493"/>
                </a:lnTo>
                <a:cubicBezTo>
                  <a:pt x="955290" y="59515"/>
                  <a:pt x="954696" y="56007"/>
                  <a:pt x="953791" y="53971"/>
                </a:cubicBezTo>
                <a:cubicBezTo>
                  <a:pt x="952377" y="50803"/>
                  <a:pt x="950269" y="48314"/>
                  <a:pt x="947469" y="46503"/>
                </a:cubicBezTo>
                <a:cubicBezTo>
                  <a:pt x="944668" y="44693"/>
                  <a:pt x="941741" y="43788"/>
                  <a:pt x="938686" y="43788"/>
                </a:cubicBezTo>
                <a:cubicBezTo>
                  <a:pt x="933990" y="43788"/>
                  <a:pt x="929790" y="45612"/>
                  <a:pt x="926084" y="49261"/>
                </a:cubicBezTo>
                <a:cubicBezTo>
                  <a:pt x="922379" y="52910"/>
                  <a:pt x="920215" y="57988"/>
                  <a:pt x="919592" y="64493"/>
                </a:cubicBezTo>
                <a:close/>
                <a:moveTo>
                  <a:pt x="1049709" y="88254"/>
                </a:moveTo>
                <a:cubicBezTo>
                  <a:pt x="1047616" y="98494"/>
                  <a:pt x="1043514" y="106372"/>
                  <a:pt x="1037404" y="111888"/>
                </a:cubicBezTo>
                <a:cubicBezTo>
                  <a:pt x="1031295" y="117404"/>
                  <a:pt x="1024534" y="120161"/>
                  <a:pt x="1017123" y="120161"/>
                </a:cubicBezTo>
                <a:cubicBezTo>
                  <a:pt x="1008298" y="120161"/>
                  <a:pt x="1000604" y="116460"/>
                  <a:pt x="994041" y="109058"/>
                </a:cubicBezTo>
                <a:cubicBezTo>
                  <a:pt x="987479" y="101654"/>
                  <a:pt x="984197" y="91650"/>
                  <a:pt x="984197" y="79047"/>
                </a:cubicBezTo>
                <a:cubicBezTo>
                  <a:pt x="984197" y="66839"/>
                  <a:pt x="987832" y="56921"/>
                  <a:pt x="995102" y="49293"/>
                </a:cubicBezTo>
                <a:cubicBezTo>
                  <a:pt x="1002371" y="41663"/>
                  <a:pt x="1011098" y="37847"/>
                  <a:pt x="1021281" y="37847"/>
                </a:cubicBezTo>
                <a:cubicBezTo>
                  <a:pt x="1028918" y="37847"/>
                  <a:pt x="1035198" y="39864"/>
                  <a:pt x="1040120" y="43896"/>
                </a:cubicBezTo>
                <a:cubicBezTo>
                  <a:pt x="1045042" y="47927"/>
                  <a:pt x="1047503" y="52114"/>
                  <a:pt x="1047503" y="56456"/>
                </a:cubicBezTo>
                <a:cubicBezTo>
                  <a:pt x="1047503" y="58598"/>
                  <a:pt x="1046810" y="60333"/>
                  <a:pt x="1045424" y="61659"/>
                </a:cubicBezTo>
                <a:cubicBezTo>
                  <a:pt x="1044038" y="62983"/>
                  <a:pt x="1042100" y="63645"/>
                  <a:pt x="1039611" y="63645"/>
                </a:cubicBezTo>
                <a:cubicBezTo>
                  <a:pt x="1036273" y="63645"/>
                  <a:pt x="1033755" y="62570"/>
                  <a:pt x="1032058" y="60420"/>
                </a:cubicBezTo>
                <a:cubicBezTo>
                  <a:pt x="1031097" y="59232"/>
                  <a:pt x="1030460" y="56969"/>
                  <a:pt x="1030149" y="53631"/>
                </a:cubicBezTo>
                <a:cubicBezTo>
                  <a:pt x="1029838" y="50294"/>
                  <a:pt x="1028692" y="47748"/>
                  <a:pt x="1026712" y="45994"/>
                </a:cubicBezTo>
                <a:cubicBezTo>
                  <a:pt x="1024732" y="44297"/>
                  <a:pt x="1021988" y="43448"/>
                  <a:pt x="1018481" y="43448"/>
                </a:cubicBezTo>
                <a:cubicBezTo>
                  <a:pt x="1012823" y="43448"/>
                  <a:pt x="1008269" y="45541"/>
                  <a:pt x="1004818" y="49728"/>
                </a:cubicBezTo>
                <a:cubicBezTo>
                  <a:pt x="1000236" y="55272"/>
                  <a:pt x="997945" y="62598"/>
                  <a:pt x="997945" y="71707"/>
                </a:cubicBezTo>
                <a:cubicBezTo>
                  <a:pt x="997945" y="80985"/>
                  <a:pt x="1000222" y="89174"/>
                  <a:pt x="1004776" y="96273"/>
                </a:cubicBezTo>
                <a:cubicBezTo>
                  <a:pt x="1009330" y="103373"/>
                  <a:pt x="1015482" y="106923"/>
                  <a:pt x="1023233" y="106923"/>
                </a:cubicBezTo>
                <a:cubicBezTo>
                  <a:pt x="1028777" y="106923"/>
                  <a:pt x="1033755" y="105028"/>
                  <a:pt x="1038168" y="101238"/>
                </a:cubicBezTo>
                <a:cubicBezTo>
                  <a:pt x="1041280" y="98635"/>
                  <a:pt x="1044306" y="93912"/>
                  <a:pt x="1047248" y="87066"/>
                </a:cubicBezTo>
                <a:lnTo>
                  <a:pt x="1049709" y="88254"/>
                </a:lnTo>
                <a:close/>
                <a:moveTo>
                  <a:pt x="1083425" y="14426"/>
                </a:moveTo>
                <a:lnTo>
                  <a:pt x="1083425" y="40054"/>
                </a:lnTo>
                <a:lnTo>
                  <a:pt x="1101585" y="40054"/>
                </a:lnTo>
                <a:lnTo>
                  <a:pt x="1101585" y="45994"/>
                </a:lnTo>
                <a:lnTo>
                  <a:pt x="1083425" y="45994"/>
                </a:lnTo>
                <a:lnTo>
                  <a:pt x="1083425" y="96332"/>
                </a:lnTo>
                <a:cubicBezTo>
                  <a:pt x="1083425" y="101362"/>
                  <a:pt x="1084146" y="104752"/>
                  <a:pt x="1085589" y="106504"/>
                </a:cubicBezTo>
                <a:cubicBezTo>
                  <a:pt x="1087032" y="108255"/>
                  <a:pt x="1088884" y="109130"/>
                  <a:pt x="1091147" y="109130"/>
                </a:cubicBezTo>
                <a:cubicBezTo>
                  <a:pt x="1093014" y="109130"/>
                  <a:pt x="1094825" y="108550"/>
                  <a:pt x="1096578" y="107390"/>
                </a:cubicBezTo>
                <a:cubicBezTo>
                  <a:pt x="1098332" y="106230"/>
                  <a:pt x="1099690" y="104519"/>
                  <a:pt x="1100652" y="102256"/>
                </a:cubicBezTo>
                <a:lnTo>
                  <a:pt x="1103961" y="102256"/>
                </a:lnTo>
                <a:cubicBezTo>
                  <a:pt x="1101981" y="107816"/>
                  <a:pt x="1099181" y="112021"/>
                  <a:pt x="1095560" y="114871"/>
                </a:cubicBezTo>
                <a:cubicBezTo>
                  <a:pt x="1091939" y="117719"/>
                  <a:pt x="1088206" y="119143"/>
                  <a:pt x="1084359" y="119143"/>
                </a:cubicBezTo>
                <a:cubicBezTo>
                  <a:pt x="1081756" y="119143"/>
                  <a:pt x="1079210" y="118421"/>
                  <a:pt x="1076721" y="116977"/>
                </a:cubicBezTo>
                <a:cubicBezTo>
                  <a:pt x="1074232" y="115532"/>
                  <a:pt x="1072393" y="113466"/>
                  <a:pt x="1071205" y="110777"/>
                </a:cubicBezTo>
                <a:cubicBezTo>
                  <a:pt x="1070017" y="108086"/>
                  <a:pt x="1069423" y="103936"/>
                  <a:pt x="1069423" y="98329"/>
                </a:cubicBezTo>
                <a:lnTo>
                  <a:pt x="1069423" y="45994"/>
                </a:lnTo>
                <a:lnTo>
                  <a:pt x="1057119" y="45994"/>
                </a:lnTo>
                <a:lnTo>
                  <a:pt x="1057119" y="43194"/>
                </a:lnTo>
                <a:cubicBezTo>
                  <a:pt x="1060230" y="41946"/>
                  <a:pt x="1063412" y="39832"/>
                  <a:pt x="1066665" y="36853"/>
                </a:cubicBezTo>
                <a:cubicBezTo>
                  <a:pt x="1069918" y="33874"/>
                  <a:pt x="1072818" y="30342"/>
                  <a:pt x="1075363" y="26256"/>
                </a:cubicBezTo>
                <a:cubicBezTo>
                  <a:pt x="1076665" y="24101"/>
                  <a:pt x="1078475" y="20158"/>
                  <a:pt x="1080794" y="14426"/>
                </a:cubicBezTo>
                <a:lnTo>
                  <a:pt x="1083425" y="14426"/>
                </a:lnTo>
                <a:close/>
                <a:moveTo>
                  <a:pt x="1198779" y="152239"/>
                </a:moveTo>
                <a:lnTo>
                  <a:pt x="1161440" y="152239"/>
                </a:lnTo>
                <a:lnTo>
                  <a:pt x="1161440" y="0"/>
                </a:lnTo>
                <a:lnTo>
                  <a:pt x="1198779" y="0"/>
                </a:lnTo>
                <a:lnTo>
                  <a:pt x="1198779" y="6704"/>
                </a:lnTo>
                <a:lnTo>
                  <a:pt x="1174169" y="6704"/>
                </a:lnTo>
                <a:lnTo>
                  <a:pt x="1174169" y="145704"/>
                </a:lnTo>
                <a:lnTo>
                  <a:pt x="1198779" y="145704"/>
                </a:lnTo>
                <a:lnTo>
                  <a:pt x="1198779" y="152239"/>
                </a:lnTo>
                <a:close/>
                <a:moveTo>
                  <a:pt x="1207348" y="40054"/>
                </a:moveTo>
                <a:lnTo>
                  <a:pt x="1243923" y="40054"/>
                </a:lnTo>
                <a:lnTo>
                  <a:pt x="1243923" y="43194"/>
                </a:lnTo>
                <a:cubicBezTo>
                  <a:pt x="1241603" y="43194"/>
                  <a:pt x="1239977" y="43590"/>
                  <a:pt x="1239044" y="44382"/>
                </a:cubicBezTo>
                <a:cubicBezTo>
                  <a:pt x="1238110" y="45174"/>
                  <a:pt x="1237643" y="46220"/>
                  <a:pt x="1237643" y="47521"/>
                </a:cubicBezTo>
                <a:cubicBezTo>
                  <a:pt x="1237643" y="48879"/>
                  <a:pt x="1238633" y="50972"/>
                  <a:pt x="1240613" y="53801"/>
                </a:cubicBezTo>
                <a:cubicBezTo>
                  <a:pt x="1241236" y="54706"/>
                  <a:pt x="1242169" y="56121"/>
                  <a:pt x="1243414" y="58044"/>
                </a:cubicBezTo>
                <a:lnTo>
                  <a:pt x="1248930" y="66870"/>
                </a:lnTo>
                <a:lnTo>
                  <a:pt x="1255294" y="58044"/>
                </a:lnTo>
                <a:cubicBezTo>
                  <a:pt x="1259367" y="52443"/>
                  <a:pt x="1261404" y="48908"/>
                  <a:pt x="1261404" y="47437"/>
                </a:cubicBezTo>
                <a:cubicBezTo>
                  <a:pt x="1261404" y="46249"/>
                  <a:pt x="1260923" y="45244"/>
                  <a:pt x="1259961" y="44424"/>
                </a:cubicBezTo>
                <a:cubicBezTo>
                  <a:pt x="1259000" y="43604"/>
                  <a:pt x="1257444" y="43194"/>
                  <a:pt x="1255294" y="43194"/>
                </a:cubicBezTo>
                <a:lnTo>
                  <a:pt x="1255294" y="40054"/>
                </a:lnTo>
                <a:lnTo>
                  <a:pt x="1281601" y="40054"/>
                </a:lnTo>
                <a:lnTo>
                  <a:pt x="1281601" y="43194"/>
                </a:lnTo>
                <a:cubicBezTo>
                  <a:pt x="1278829" y="43363"/>
                  <a:pt x="1276424" y="44127"/>
                  <a:pt x="1274388" y="45485"/>
                </a:cubicBezTo>
                <a:cubicBezTo>
                  <a:pt x="1271616" y="47408"/>
                  <a:pt x="1267825" y="51595"/>
                  <a:pt x="1263016" y="58044"/>
                </a:cubicBezTo>
                <a:lnTo>
                  <a:pt x="1252409" y="72216"/>
                </a:lnTo>
                <a:lnTo>
                  <a:pt x="1271757" y="99994"/>
                </a:lnTo>
                <a:cubicBezTo>
                  <a:pt x="1276509" y="106825"/>
                  <a:pt x="1279904" y="110933"/>
                  <a:pt x="1281940" y="112317"/>
                </a:cubicBezTo>
                <a:cubicBezTo>
                  <a:pt x="1283977" y="113700"/>
                  <a:pt x="1286607" y="114476"/>
                  <a:pt x="1289832" y="114646"/>
                </a:cubicBezTo>
                <a:lnTo>
                  <a:pt x="1289832" y="117785"/>
                </a:lnTo>
                <a:lnTo>
                  <a:pt x="1253173" y="117785"/>
                </a:lnTo>
                <a:lnTo>
                  <a:pt x="1253173" y="114646"/>
                </a:lnTo>
                <a:cubicBezTo>
                  <a:pt x="1255719" y="114646"/>
                  <a:pt x="1257699" y="114082"/>
                  <a:pt x="1259113" y="112954"/>
                </a:cubicBezTo>
                <a:cubicBezTo>
                  <a:pt x="1260188" y="112163"/>
                  <a:pt x="1260725" y="111120"/>
                  <a:pt x="1260725" y="109822"/>
                </a:cubicBezTo>
                <a:cubicBezTo>
                  <a:pt x="1260725" y="108524"/>
                  <a:pt x="1258915" y="105252"/>
                  <a:pt x="1255294" y="100005"/>
                </a:cubicBezTo>
                <a:lnTo>
                  <a:pt x="1243923" y="83417"/>
                </a:lnTo>
                <a:lnTo>
                  <a:pt x="1231449" y="100005"/>
                </a:lnTo>
                <a:cubicBezTo>
                  <a:pt x="1227602" y="105139"/>
                  <a:pt x="1225678" y="108186"/>
                  <a:pt x="1225678" y="109146"/>
                </a:cubicBezTo>
                <a:cubicBezTo>
                  <a:pt x="1225678" y="110500"/>
                  <a:pt x="1226315" y="111727"/>
                  <a:pt x="1227587" y="112826"/>
                </a:cubicBezTo>
                <a:cubicBezTo>
                  <a:pt x="1228860" y="113926"/>
                  <a:pt x="1230770" y="114532"/>
                  <a:pt x="1233316" y="114646"/>
                </a:cubicBezTo>
                <a:lnTo>
                  <a:pt x="1233316" y="117785"/>
                </a:lnTo>
                <a:lnTo>
                  <a:pt x="1207942" y="117785"/>
                </a:lnTo>
                <a:lnTo>
                  <a:pt x="1207942" y="114646"/>
                </a:lnTo>
                <a:cubicBezTo>
                  <a:pt x="1209979" y="114363"/>
                  <a:pt x="1211761" y="113657"/>
                  <a:pt x="1213289" y="112529"/>
                </a:cubicBezTo>
                <a:cubicBezTo>
                  <a:pt x="1215438" y="110892"/>
                  <a:pt x="1219059" y="106716"/>
                  <a:pt x="1224151" y="99999"/>
                </a:cubicBezTo>
                <a:lnTo>
                  <a:pt x="1240444" y="78410"/>
                </a:lnTo>
                <a:lnTo>
                  <a:pt x="1225678" y="57026"/>
                </a:lnTo>
                <a:cubicBezTo>
                  <a:pt x="1221492" y="50916"/>
                  <a:pt x="1218253" y="47083"/>
                  <a:pt x="1215962" y="45527"/>
                </a:cubicBezTo>
                <a:cubicBezTo>
                  <a:pt x="1213670" y="43972"/>
                  <a:pt x="1210799" y="43194"/>
                  <a:pt x="1207348" y="43194"/>
                </a:cubicBezTo>
                <a:lnTo>
                  <a:pt x="1207348" y="40054"/>
                </a:lnTo>
                <a:close/>
                <a:moveTo>
                  <a:pt x="1298318" y="0"/>
                </a:moveTo>
                <a:lnTo>
                  <a:pt x="1335657" y="0"/>
                </a:lnTo>
                <a:lnTo>
                  <a:pt x="1335657" y="152239"/>
                </a:lnTo>
                <a:lnTo>
                  <a:pt x="1298318" y="152239"/>
                </a:lnTo>
                <a:lnTo>
                  <a:pt x="1298318" y="145535"/>
                </a:lnTo>
                <a:lnTo>
                  <a:pt x="1322928" y="145535"/>
                </a:lnTo>
                <a:lnTo>
                  <a:pt x="1322928" y="6704"/>
                </a:lnTo>
                <a:lnTo>
                  <a:pt x="1298318" y="6704"/>
                </a:lnTo>
                <a:lnTo>
                  <a:pt x="129831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B31AF-114E-444C-9C20-1C4E9883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714" y="9274387"/>
            <a:ext cx="75266" cy="10"/>
          </a:xfrm>
          <a:custGeom xmlns:a="http://schemas.openxmlformats.org/drawingml/2006/main">
            <a:pathLst>
              <a:path w="75266" h="1" fill="none">
                <a:moveTo>
                  <a:pt x="0" y="0"/>
                </a:moveTo>
                <a:lnTo>
                  <a:pt x="752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771F0-9FAB-405A-ACB8-B02F5BB6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9227596"/>
            <a:ext cx="93581" cy="93581"/>
          </a:xfrm>
          <a:custGeom xmlns:a="http://schemas.openxmlformats.org/drawingml/2006/main">
            <a:pathLst>
              <a:path w="93581" h="93581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FEF93-8792-4E64-AF04-AF786E46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4585" y="9227596"/>
            <a:ext cx="93581" cy="93581"/>
          </a:xfrm>
          <a:custGeom xmlns:a="http://schemas.openxmlformats.org/drawingml/2006/main">
            <a:pathLst>
              <a:path w="93581" h="93581" fill="none">
                <a:moveTo>
                  <a:pt x="93581" y="46790"/>
                </a:moveTo>
                <a:lnTo>
                  <a:pt x="0" y="93581"/>
                </a:lnTo>
                <a:lnTo>
                  <a:pt x="23395" y="46790"/>
                </a:lnTo>
                <a:lnTo>
                  <a:pt x="0" y="0"/>
                </a:lnTo>
                <a:lnTo>
                  <a:pt x="93581" y="467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9A438-6754-4737-AC4B-E7F51C16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8846589"/>
            <a:ext cx="1898353" cy="855596"/>
          </a:xfrm>
          <a:custGeom xmlns:a="http://schemas.openxmlformats.org/drawingml/2006/main">
            <a:pathLst>
              <a:path w="1898353" h="855596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C2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6102D7-D161-4280-8EF7-C2DB0997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8846589"/>
            <a:ext cx="1898353" cy="855596"/>
          </a:xfrm>
          <a:custGeom xmlns:a="http://schemas.openxmlformats.org/drawingml/2006/main">
            <a:pathLst>
              <a:path w="1898353" h="855596" fill="none">
                <a:moveTo>
                  <a:pt x="0" y="0"/>
                </a:moveTo>
                <a:lnTo>
                  <a:pt x="1898353" y="0"/>
                </a:lnTo>
                <a:lnTo>
                  <a:pt x="1898353" y="855596"/>
                </a:lnTo>
                <a:lnTo>
                  <a:pt x="0" y="8555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33" name="Text Correction&amp;">
            <a:extLst xmlns:a="http://schemas.openxmlformats.org/drawingml/2006/main">
              <a:ext uri="{FF2B5EF4-FFF2-40B4-BE49-F238E27FC236}">
                <a16:creationId xmlns:a16="http://schemas.microsoft.com/office/drawing/2014/main" id="{1EFF7AB7-E513-4687-BB05-33A44F09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57" y="8976294"/>
            <a:ext cx="981373" cy="120331"/>
          </a:xfrm>
          <a:custGeom xmlns:a="http://schemas.openxmlformats.org/drawingml/2006/main">
            <a:pathLst>
              <a:path w="981373" h="120331">
                <a:moveTo>
                  <a:pt x="109130" y="0"/>
                </a:moveTo>
                <a:lnTo>
                  <a:pt x="109130" y="39884"/>
                </a:lnTo>
                <a:lnTo>
                  <a:pt x="105820" y="39884"/>
                </a:lnTo>
                <a:cubicBezTo>
                  <a:pt x="103331" y="29420"/>
                  <a:pt x="98692" y="21401"/>
                  <a:pt x="91903" y="15829"/>
                </a:cubicBezTo>
                <a:cubicBezTo>
                  <a:pt x="85114" y="10255"/>
                  <a:pt x="77420" y="7468"/>
                  <a:pt x="68821" y="7468"/>
                </a:cubicBezTo>
                <a:cubicBezTo>
                  <a:pt x="61637" y="7468"/>
                  <a:pt x="55046" y="9533"/>
                  <a:pt x="49049" y="13662"/>
                </a:cubicBezTo>
                <a:cubicBezTo>
                  <a:pt x="43052" y="17792"/>
                  <a:pt x="38668" y="23195"/>
                  <a:pt x="35896" y="29871"/>
                </a:cubicBezTo>
                <a:cubicBezTo>
                  <a:pt x="32332" y="38413"/>
                  <a:pt x="30550" y="47918"/>
                  <a:pt x="30550" y="58384"/>
                </a:cubicBezTo>
                <a:cubicBezTo>
                  <a:pt x="30550" y="68680"/>
                  <a:pt x="31851" y="78057"/>
                  <a:pt x="34453" y="86515"/>
                </a:cubicBezTo>
                <a:cubicBezTo>
                  <a:pt x="37055" y="94972"/>
                  <a:pt x="41129" y="101365"/>
                  <a:pt x="46673" y="105693"/>
                </a:cubicBezTo>
                <a:cubicBezTo>
                  <a:pt x="52217" y="110021"/>
                  <a:pt x="59402" y="112185"/>
                  <a:pt x="68227" y="112185"/>
                </a:cubicBezTo>
                <a:cubicBezTo>
                  <a:pt x="75469" y="112185"/>
                  <a:pt x="82102" y="110601"/>
                  <a:pt x="88127" y="107433"/>
                </a:cubicBezTo>
                <a:cubicBezTo>
                  <a:pt x="94152" y="104264"/>
                  <a:pt x="100502" y="98805"/>
                  <a:pt x="107178" y="91055"/>
                </a:cubicBezTo>
                <a:lnTo>
                  <a:pt x="107178" y="100983"/>
                </a:lnTo>
                <a:cubicBezTo>
                  <a:pt x="100729" y="107715"/>
                  <a:pt x="94011" y="112595"/>
                  <a:pt x="87024" y="115621"/>
                </a:cubicBezTo>
                <a:cubicBezTo>
                  <a:pt x="80037" y="118648"/>
                  <a:pt x="71876" y="120161"/>
                  <a:pt x="62542" y="120161"/>
                </a:cubicBezTo>
                <a:cubicBezTo>
                  <a:pt x="50265" y="120161"/>
                  <a:pt x="39361" y="117704"/>
                  <a:pt x="29828" y="112789"/>
                </a:cubicBezTo>
                <a:cubicBezTo>
                  <a:pt x="20296" y="107874"/>
                  <a:pt x="12941" y="100813"/>
                  <a:pt x="7765" y="91606"/>
                </a:cubicBezTo>
                <a:cubicBezTo>
                  <a:pt x="2588" y="82397"/>
                  <a:pt x="0" y="72595"/>
                  <a:pt x="0" y="62200"/>
                </a:cubicBezTo>
                <a:cubicBezTo>
                  <a:pt x="0" y="51240"/>
                  <a:pt x="2871" y="40846"/>
                  <a:pt x="8613" y="31016"/>
                </a:cubicBezTo>
                <a:cubicBezTo>
                  <a:pt x="14355" y="21185"/>
                  <a:pt x="22106" y="13558"/>
                  <a:pt x="31865" y="8136"/>
                </a:cubicBezTo>
                <a:cubicBezTo>
                  <a:pt x="41624" y="2712"/>
                  <a:pt x="51991" y="0"/>
                  <a:pt x="62966" y="0"/>
                </a:cubicBezTo>
                <a:cubicBezTo>
                  <a:pt x="71056" y="0"/>
                  <a:pt x="79599" y="1754"/>
                  <a:pt x="88594" y="5261"/>
                </a:cubicBezTo>
                <a:cubicBezTo>
                  <a:pt x="93798" y="7298"/>
                  <a:pt x="97108" y="8316"/>
                  <a:pt x="98522" y="8316"/>
                </a:cubicBezTo>
                <a:cubicBezTo>
                  <a:pt x="100333" y="8316"/>
                  <a:pt x="101902" y="7652"/>
                  <a:pt x="103232" y="6322"/>
                </a:cubicBezTo>
                <a:cubicBezTo>
                  <a:pt x="104561" y="4993"/>
                  <a:pt x="105424" y="2885"/>
                  <a:pt x="105820" y="0"/>
                </a:cubicBezTo>
                <a:lnTo>
                  <a:pt x="109130" y="0"/>
                </a:lnTo>
                <a:close/>
                <a:moveTo>
                  <a:pt x="161883" y="35811"/>
                </a:moveTo>
                <a:cubicBezTo>
                  <a:pt x="168785" y="35811"/>
                  <a:pt x="175206" y="37595"/>
                  <a:pt x="181147" y="41162"/>
                </a:cubicBezTo>
                <a:cubicBezTo>
                  <a:pt x="187087" y="44730"/>
                  <a:pt x="191598" y="49799"/>
                  <a:pt x="194682" y="56368"/>
                </a:cubicBezTo>
                <a:cubicBezTo>
                  <a:pt x="197765" y="62938"/>
                  <a:pt x="199307" y="70130"/>
                  <a:pt x="199307" y="77944"/>
                </a:cubicBezTo>
                <a:cubicBezTo>
                  <a:pt x="199307" y="89212"/>
                  <a:pt x="196450" y="98642"/>
                  <a:pt x="190736" y="106231"/>
                </a:cubicBezTo>
                <a:cubicBezTo>
                  <a:pt x="183834" y="115405"/>
                  <a:pt x="174301" y="119992"/>
                  <a:pt x="162138" y="119992"/>
                </a:cubicBezTo>
                <a:cubicBezTo>
                  <a:pt x="150201" y="119992"/>
                  <a:pt x="141008" y="115801"/>
                  <a:pt x="134558" y="107419"/>
                </a:cubicBezTo>
                <a:cubicBezTo>
                  <a:pt x="128109" y="99038"/>
                  <a:pt x="124884" y="89326"/>
                  <a:pt x="124884" y="78283"/>
                </a:cubicBezTo>
                <a:cubicBezTo>
                  <a:pt x="124884" y="66901"/>
                  <a:pt x="128180" y="56977"/>
                  <a:pt x="134771" y="48511"/>
                </a:cubicBezTo>
                <a:cubicBezTo>
                  <a:pt x="141361" y="40044"/>
                  <a:pt x="150399" y="35811"/>
                  <a:pt x="161883" y="35811"/>
                </a:cubicBezTo>
                <a:moveTo>
                  <a:pt x="162223" y="41751"/>
                </a:moveTo>
                <a:cubicBezTo>
                  <a:pt x="159338" y="41751"/>
                  <a:pt x="156862" y="42842"/>
                  <a:pt x="154798" y="45023"/>
                </a:cubicBezTo>
                <a:cubicBezTo>
                  <a:pt x="152733" y="47203"/>
                  <a:pt x="151375" y="51507"/>
                  <a:pt x="150724" y="57935"/>
                </a:cubicBezTo>
                <a:cubicBezTo>
                  <a:pt x="150074" y="64364"/>
                  <a:pt x="149748" y="73299"/>
                  <a:pt x="149748" y="84740"/>
                </a:cubicBezTo>
                <a:cubicBezTo>
                  <a:pt x="149748" y="90801"/>
                  <a:pt x="150144" y="96465"/>
                  <a:pt x="150936" y="101734"/>
                </a:cubicBezTo>
                <a:cubicBezTo>
                  <a:pt x="151559" y="105754"/>
                  <a:pt x="152888" y="108812"/>
                  <a:pt x="154925" y="110909"/>
                </a:cubicBezTo>
                <a:cubicBezTo>
                  <a:pt x="156961" y="113004"/>
                  <a:pt x="159281" y="114052"/>
                  <a:pt x="161883" y="114052"/>
                </a:cubicBezTo>
                <a:cubicBezTo>
                  <a:pt x="164429" y="114052"/>
                  <a:pt x="166551" y="113344"/>
                  <a:pt x="168248" y="111927"/>
                </a:cubicBezTo>
                <a:cubicBezTo>
                  <a:pt x="170454" y="110002"/>
                  <a:pt x="171925" y="107311"/>
                  <a:pt x="172661" y="103855"/>
                </a:cubicBezTo>
                <a:cubicBezTo>
                  <a:pt x="173792" y="98475"/>
                  <a:pt x="174358" y="87601"/>
                  <a:pt x="174358" y="71232"/>
                </a:cubicBezTo>
                <a:cubicBezTo>
                  <a:pt x="174358" y="61604"/>
                  <a:pt x="173820" y="54992"/>
                  <a:pt x="172745" y="51396"/>
                </a:cubicBezTo>
                <a:cubicBezTo>
                  <a:pt x="171671" y="47798"/>
                  <a:pt x="170086" y="45178"/>
                  <a:pt x="167993" y="43536"/>
                </a:cubicBezTo>
                <a:cubicBezTo>
                  <a:pt x="166522" y="42346"/>
                  <a:pt x="164599" y="41751"/>
                  <a:pt x="162223" y="41751"/>
                </a:cubicBezTo>
                <a:close/>
                <a:moveTo>
                  <a:pt x="244282" y="38187"/>
                </a:moveTo>
                <a:lnTo>
                  <a:pt x="244282" y="56177"/>
                </a:lnTo>
                <a:cubicBezTo>
                  <a:pt x="249544" y="47974"/>
                  <a:pt x="254154" y="42529"/>
                  <a:pt x="258114" y="39842"/>
                </a:cubicBezTo>
                <a:cubicBezTo>
                  <a:pt x="262074" y="37154"/>
                  <a:pt x="265893" y="35811"/>
                  <a:pt x="269570" y="35811"/>
                </a:cubicBezTo>
                <a:cubicBezTo>
                  <a:pt x="272739" y="35811"/>
                  <a:pt x="275270" y="36790"/>
                  <a:pt x="277165" y="38749"/>
                </a:cubicBezTo>
                <a:cubicBezTo>
                  <a:pt x="279061" y="40708"/>
                  <a:pt x="280008" y="43476"/>
                  <a:pt x="280008" y="47052"/>
                </a:cubicBezTo>
                <a:cubicBezTo>
                  <a:pt x="280008" y="50857"/>
                  <a:pt x="279089" y="53810"/>
                  <a:pt x="277250" y="55912"/>
                </a:cubicBezTo>
                <a:cubicBezTo>
                  <a:pt x="275412" y="58012"/>
                  <a:pt x="273191" y="59062"/>
                  <a:pt x="270589" y="59062"/>
                </a:cubicBezTo>
                <a:cubicBezTo>
                  <a:pt x="267590" y="59062"/>
                  <a:pt x="264988" y="58101"/>
                  <a:pt x="262782" y="56177"/>
                </a:cubicBezTo>
                <a:cubicBezTo>
                  <a:pt x="260575" y="54254"/>
                  <a:pt x="259274" y="53179"/>
                  <a:pt x="258878" y="52953"/>
                </a:cubicBezTo>
                <a:cubicBezTo>
                  <a:pt x="258312" y="52613"/>
                  <a:pt x="257662" y="52443"/>
                  <a:pt x="256926" y="52443"/>
                </a:cubicBezTo>
                <a:cubicBezTo>
                  <a:pt x="255286" y="52443"/>
                  <a:pt x="253730" y="53066"/>
                  <a:pt x="252259" y="54310"/>
                </a:cubicBezTo>
                <a:cubicBezTo>
                  <a:pt x="249940" y="56234"/>
                  <a:pt x="248186" y="58978"/>
                  <a:pt x="246998" y="62542"/>
                </a:cubicBezTo>
                <a:cubicBezTo>
                  <a:pt x="245187" y="68029"/>
                  <a:pt x="244282" y="74083"/>
                  <a:pt x="244282" y="80702"/>
                </a:cubicBezTo>
                <a:lnTo>
                  <a:pt x="244282" y="98947"/>
                </a:lnTo>
                <a:lnTo>
                  <a:pt x="244367" y="103699"/>
                </a:lnTo>
                <a:cubicBezTo>
                  <a:pt x="244367" y="106923"/>
                  <a:pt x="244565" y="108988"/>
                  <a:pt x="244961" y="109893"/>
                </a:cubicBezTo>
                <a:cubicBezTo>
                  <a:pt x="245640" y="111421"/>
                  <a:pt x="246644" y="112538"/>
                  <a:pt x="247974" y="113245"/>
                </a:cubicBezTo>
                <a:cubicBezTo>
                  <a:pt x="249303" y="113953"/>
                  <a:pt x="251552" y="114391"/>
                  <a:pt x="254720" y="114561"/>
                </a:cubicBezTo>
                <a:lnTo>
                  <a:pt x="254720" y="117616"/>
                </a:lnTo>
                <a:lnTo>
                  <a:pt x="211866" y="117616"/>
                </a:lnTo>
                <a:lnTo>
                  <a:pt x="211866" y="114561"/>
                </a:lnTo>
                <a:cubicBezTo>
                  <a:pt x="215317" y="114278"/>
                  <a:pt x="217650" y="113330"/>
                  <a:pt x="218867" y="111718"/>
                </a:cubicBezTo>
                <a:cubicBezTo>
                  <a:pt x="220083" y="110106"/>
                  <a:pt x="220691" y="105848"/>
                  <a:pt x="220691" y="98947"/>
                </a:cubicBezTo>
                <a:lnTo>
                  <a:pt x="220691" y="54989"/>
                </a:lnTo>
                <a:cubicBezTo>
                  <a:pt x="220691" y="50435"/>
                  <a:pt x="220465" y="47532"/>
                  <a:pt x="220012" y="46280"/>
                </a:cubicBezTo>
                <a:cubicBezTo>
                  <a:pt x="219447" y="44686"/>
                  <a:pt x="218626" y="43519"/>
                  <a:pt x="217551" y="42780"/>
                </a:cubicBezTo>
                <a:cubicBezTo>
                  <a:pt x="216476" y="42039"/>
                  <a:pt x="214581" y="41526"/>
                  <a:pt x="211866" y="41242"/>
                </a:cubicBezTo>
                <a:lnTo>
                  <a:pt x="211866" y="38187"/>
                </a:lnTo>
                <a:lnTo>
                  <a:pt x="244282" y="38187"/>
                </a:lnTo>
                <a:close/>
                <a:moveTo>
                  <a:pt x="321446" y="38187"/>
                </a:moveTo>
                <a:lnTo>
                  <a:pt x="321446" y="56177"/>
                </a:lnTo>
                <a:cubicBezTo>
                  <a:pt x="326708" y="47974"/>
                  <a:pt x="331318" y="42529"/>
                  <a:pt x="335278" y="39842"/>
                </a:cubicBezTo>
                <a:cubicBezTo>
                  <a:pt x="339239" y="37154"/>
                  <a:pt x="343057" y="35811"/>
                  <a:pt x="346734" y="35811"/>
                </a:cubicBezTo>
                <a:cubicBezTo>
                  <a:pt x="349903" y="35811"/>
                  <a:pt x="352434" y="36790"/>
                  <a:pt x="354329" y="38749"/>
                </a:cubicBezTo>
                <a:cubicBezTo>
                  <a:pt x="356225" y="40708"/>
                  <a:pt x="357172" y="43476"/>
                  <a:pt x="357172" y="47052"/>
                </a:cubicBezTo>
                <a:cubicBezTo>
                  <a:pt x="357172" y="50857"/>
                  <a:pt x="356253" y="53810"/>
                  <a:pt x="354414" y="55912"/>
                </a:cubicBezTo>
                <a:cubicBezTo>
                  <a:pt x="352576" y="58012"/>
                  <a:pt x="350355" y="59062"/>
                  <a:pt x="347753" y="59062"/>
                </a:cubicBezTo>
                <a:cubicBezTo>
                  <a:pt x="344754" y="59062"/>
                  <a:pt x="342152" y="58101"/>
                  <a:pt x="339946" y="56177"/>
                </a:cubicBezTo>
                <a:cubicBezTo>
                  <a:pt x="337739" y="54254"/>
                  <a:pt x="336438" y="53179"/>
                  <a:pt x="336042" y="52953"/>
                </a:cubicBezTo>
                <a:cubicBezTo>
                  <a:pt x="335476" y="52613"/>
                  <a:pt x="334826" y="52443"/>
                  <a:pt x="334090" y="52443"/>
                </a:cubicBezTo>
                <a:cubicBezTo>
                  <a:pt x="332450" y="52443"/>
                  <a:pt x="330894" y="53066"/>
                  <a:pt x="329423" y="54310"/>
                </a:cubicBezTo>
                <a:cubicBezTo>
                  <a:pt x="327104" y="56234"/>
                  <a:pt x="325350" y="58978"/>
                  <a:pt x="324162" y="62542"/>
                </a:cubicBezTo>
                <a:cubicBezTo>
                  <a:pt x="322351" y="68029"/>
                  <a:pt x="321446" y="74083"/>
                  <a:pt x="321446" y="80702"/>
                </a:cubicBezTo>
                <a:lnTo>
                  <a:pt x="321446" y="98947"/>
                </a:lnTo>
                <a:lnTo>
                  <a:pt x="321531" y="103699"/>
                </a:lnTo>
                <a:cubicBezTo>
                  <a:pt x="321531" y="106923"/>
                  <a:pt x="321729" y="108988"/>
                  <a:pt x="322125" y="109893"/>
                </a:cubicBezTo>
                <a:cubicBezTo>
                  <a:pt x="322804" y="111421"/>
                  <a:pt x="323808" y="112538"/>
                  <a:pt x="325138" y="113245"/>
                </a:cubicBezTo>
                <a:cubicBezTo>
                  <a:pt x="326467" y="113953"/>
                  <a:pt x="328716" y="114391"/>
                  <a:pt x="331884" y="114561"/>
                </a:cubicBezTo>
                <a:lnTo>
                  <a:pt x="331884" y="117616"/>
                </a:lnTo>
                <a:lnTo>
                  <a:pt x="289030" y="117616"/>
                </a:lnTo>
                <a:lnTo>
                  <a:pt x="289030" y="114561"/>
                </a:lnTo>
                <a:cubicBezTo>
                  <a:pt x="292481" y="114278"/>
                  <a:pt x="294814" y="113330"/>
                  <a:pt x="296031" y="111718"/>
                </a:cubicBezTo>
                <a:cubicBezTo>
                  <a:pt x="297247" y="110106"/>
                  <a:pt x="297855" y="105848"/>
                  <a:pt x="297855" y="98947"/>
                </a:cubicBezTo>
                <a:lnTo>
                  <a:pt x="297855" y="54989"/>
                </a:lnTo>
                <a:cubicBezTo>
                  <a:pt x="297855" y="50435"/>
                  <a:pt x="297629" y="47532"/>
                  <a:pt x="297176" y="46280"/>
                </a:cubicBezTo>
                <a:cubicBezTo>
                  <a:pt x="296611" y="44686"/>
                  <a:pt x="295790" y="43519"/>
                  <a:pt x="294715" y="42780"/>
                </a:cubicBezTo>
                <a:cubicBezTo>
                  <a:pt x="293641" y="42039"/>
                  <a:pt x="291745" y="41526"/>
                  <a:pt x="289030" y="41242"/>
                </a:cubicBezTo>
                <a:lnTo>
                  <a:pt x="289030" y="38187"/>
                </a:lnTo>
                <a:lnTo>
                  <a:pt x="321446" y="38187"/>
                </a:lnTo>
                <a:close/>
                <a:moveTo>
                  <a:pt x="429730" y="75016"/>
                </a:moveTo>
                <a:lnTo>
                  <a:pt x="386197" y="75016"/>
                </a:lnTo>
                <a:cubicBezTo>
                  <a:pt x="386706" y="85567"/>
                  <a:pt x="389507" y="93905"/>
                  <a:pt x="394598" y="100031"/>
                </a:cubicBezTo>
                <a:cubicBezTo>
                  <a:pt x="398502" y="104739"/>
                  <a:pt x="403197" y="107093"/>
                  <a:pt x="408685" y="107093"/>
                </a:cubicBezTo>
                <a:cubicBezTo>
                  <a:pt x="412079" y="107093"/>
                  <a:pt x="415162" y="106145"/>
                  <a:pt x="417935" y="104250"/>
                </a:cubicBezTo>
                <a:cubicBezTo>
                  <a:pt x="420707" y="102355"/>
                  <a:pt x="423677" y="98947"/>
                  <a:pt x="426845" y="94025"/>
                </a:cubicBezTo>
                <a:lnTo>
                  <a:pt x="429730" y="95892"/>
                </a:lnTo>
                <a:cubicBezTo>
                  <a:pt x="425430" y="104660"/>
                  <a:pt x="420678" y="110869"/>
                  <a:pt x="415474" y="114518"/>
                </a:cubicBezTo>
                <a:cubicBezTo>
                  <a:pt x="410269" y="118167"/>
                  <a:pt x="404244" y="119992"/>
                  <a:pt x="397398" y="119992"/>
                </a:cubicBezTo>
                <a:cubicBezTo>
                  <a:pt x="385631" y="119992"/>
                  <a:pt x="376721" y="115461"/>
                  <a:pt x="370668" y="106401"/>
                </a:cubicBezTo>
                <a:cubicBezTo>
                  <a:pt x="365802" y="99096"/>
                  <a:pt x="363370" y="90035"/>
                  <a:pt x="363370" y="79219"/>
                </a:cubicBezTo>
                <a:cubicBezTo>
                  <a:pt x="363370" y="65967"/>
                  <a:pt x="366948" y="55420"/>
                  <a:pt x="374104" y="47577"/>
                </a:cubicBezTo>
                <a:cubicBezTo>
                  <a:pt x="381261" y="39733"/>
                  <a:pt x="389648" y="35811"/>
                  <a:pt x="399265" y="35811"/>
                </a:cubicBezTo>
                <a:cubicBezTo>
                  <a:pt x="407299" y="35811"/>
                  <a:pt x="414271" y="39106"/>
                  <a:pt x="420183" y="45697"/>
                </a:cubicBezTo>
                <a:cubicBezTo>
                  <a:pt x="426095" y="52288"/>
                  <a:pt x="429277" y="62061"/>
                  <a:pt x="429730" y="75016"/>
                </a:cubicBezTo>
                <a:moveTo>
                  <a:pt x="408855" y="69415"/>
                </a:moveTo>
                <a:cubicBezTo>
                  <a:pt x="408855" y="60307"/>
                  <a:pt x="408360" y="54056"/>
                  <a:pt x="407369" y="50661"/>
                </a:cubicBezTo>
                <a:cubicBezTo>
                  <a:pt x="406379" y="47267"/>
                  <a:pt x="404838" y="44693"/>
                  <a:pt x="402745" y="42939"/>
                </a:cubicBezTo>
                <a:cubicBezTo>
                  <a:pt x="401557" y="41921"/>
                  <a:pt x="399973" y="41412"/>
                  <a:pt x="397992" y="41412"/>
                </a:cubicBezTo>
                <a:cubicBezTo>
                  <a:pt x="395051" y="41412"/>
                  <a:pt x="392646" y="42854"/>
                  <a:pt x="390779" y="45739"/>
                </a:cubicBezTo>
                <a:cubicBezTo>
                  <a:pt x="387442" y="50774"/>
                  <a:pt x="385773" y="57676"/>
                  <a:pt x="385773" y="66445"/>
                </a:cubicBezTo>
                <a:lnTo>
                  <a:pt x="385773" y="69415"/>
                </a:lnTo>
                <a:lnTo>
                  <a:pt x="408855" y="69415"/>
                </a:lnTo>
                <a:close/>
                <a:moveTo>
                  <a:pt x="504433" y="97098"/>
                </a:moveTo>
                <a:lnTo>
                  <a:pt x="507064" y="99132"/>
                </a:lnTo>
                <a:cubicBezTo>
                  <a:pt x="503330" y="106170"/>
                  <a:pt x="498677" y="111407"/>
                  <a:pt x="493104" y="114842"/>
                </a:cubicBezTo>
                <a:cubicBezTo>
                  <a:pt x="487532" y="118275"/>
                  <a:pt x="481606" y="119992"/>
                  <a:pt x="475326" y="119992"/>
                </a:cubicBezTo>
                <a:cubicBezTo>
                  <a:pt x="464747" y="119992"/>
                  <a:pt x="456289" y="116000"/>
                  <a:pt x="449953" y="108016"/>
                </a:cubicBezTo>
                <a:cubicBezTo>
                  <a:pt x="443617" y="100030"/>
                  <a:pt x="440449" y="90431"/>
                  <a:pt x="440449" y="79219"/>
                </a:cubicBezTo>
                <a:cubicBezTo>
                  <a:pt x="440449" y="68401"/>
                  <a:pt x="443334" y="58887"/>
                  <a:pt x="449105" y="50677"/>
                </a:cubicBezTo>
                <a:cubicBezTo>
                  <a:pt x="456063" y="40766"/>
                  <a:pt x="465652" y="35811"/>
                  <a:pt x="477872" y="35811"/>
                </a:cubicBezTo>
                <a:cubicBezTo>
                  <a:pt x="486075" y="35811"/>
                  <a:pt x="492595" y="37882"/>
                  <a:pt x="497432" y="42024"/>
                </a:cubicBezTo>
                <a:cubicBezTo>
                  <a:pt x="502269" y="46165"/>
                  <a:pt x="504688" y="50788"/>
                  <a:pt x="504688" y="55893"/>
                </a:cubicBezTo>
                <a:cubicBezTo>
                  <a:pt x="504688" y="59127"/>
                  <a:pt x="503712" y="61708"/>
                  <a:pt x="501760" y="63637"/>
                </a:cubicBezTo>
                <a:cubicBezTo>
                  <a:pt x="499808" y="65566"/>
                  <a:pt x="497248" y="66530"/>
                  <a:pt x="494080" y="66530"/>
                </a:cubicBezTo>
                <a:cubicBezTo>
                  <a:pt x="490742" y="66530"/>
                  <a:pt x="487985" y="65423"/>
                  <a:pt x="485806" y="63210"/>
                </a:cubicBezTo>
                <a:cubicBezTo>
                  <a:pt x="483628" y="60995"/>
                  <a:pt x="482285" y="57049"/>
                  <a:pt x="481776" y="51372"/>
                </a:cubicBezTo>
                <a:cubicBezTo>
                  <a:pt x="481436" y="47796"/>
                  <a:pt x="480616" y="45297"/>
                  <a:pt x="479315" y="43878"/>
                </a:cubicBezTo>
                <a:cubicBezTo>
                  <a:pt x="478013" y="42460"/>
                  <a:pt x="476486" y="41751"/>
                  <a:pt x="474732" y="41751"/>
                </a:cubicBezTo>
                <a:cubicBezTo>
                  <a:pt x="472017" y="41751"/>
                  <a:pt x="469697" y="43194"/>
                  <a:pt x="467774" y="46079"/>
                </a:cubicBezTo>
                <a:cubicBezTo>
                  <a:pt x="464832" y="50435"/>
                  <a:pt x="463361" y="57111"/>
                  <a:pt x="463361" y="66106"/>
                </a:cubicBezTo>
                <a:cubicBezTo>
                  <a:pt x="463361" y="73573"/>
                  <a:pt x="464549" y="80716"/>
                  <a:pt x="466925" y="87533"/>
                </a:cubicBezTo>
                <a:cubicBezTo>
                  <a:pt x="469301" y="94350"/>
                  <a:pt x="472554" y="99427"/>
                  <a:pt x="476684" y="102765"/>
                </a:cubicBezTo>
                <a:cubicBezTo>
                  <a:pt x="479796" y="105198"/>
                  <a:pt x="483473" y="106414"/>
                  <a:pt x="487716" y="106414"/>
                </a:cubicBezTo>
                <a:cubicBezTo>
                  <a:pt x="490488" y="106414"/>
                  <a:pt x="493119" y="105765"/>
                  <a:pt x="495608" y="104468"/>
                </a:cubicBezTo>
                <a:cubicBezTo>
                  <a:pt x="498097" y="103168"/>
                  <a:pt x="501039" y="100712"/>
                  <a:pt x="504433" y="97098"/>
                </a:cubicBezTo>
                <a:close/>
                <a:moveTo>
                  <a:pt x="548332" y="8995"/>
                </a:moveTo>
                <a:lnTo>
                  <a:pt x="548332" y="38187"/>
                </a:lnTo>
                <a:lnTo>
                  <a:pt x="567171" y="38187"/>
                </a:lnTo>
                <a:lnTo>
                  <a:pt x="567171" y="46503"/>
                </a:lnTo>
                <a:lnTo>
                  <a:pt x="548332" y="46503"/>
                </a:lnTo>
                <a:lnTo>
                  <a:pt x="548332" y="95600"/>
                </a:lnTo>
                <a:cubicBezTo>
                  <a:pt x="548332" y="100195"/>
                  <a:pt x="548544" y="103159"/>
                  <a:pt x="548969" y="104492"/>
                </a:cubicBezTo>
                <a:cubicBezTo>
                  <a:pt x="549393" y="105825"/>
                  <a:pt x="550142" y="106903"/>
                  <a:pt x="551217" y="107727"/>
                </a:cubicBezTo>
                <a:cubicBezTo>
                  <a:pt x="552292" y="108549"/>
                  <a:pt x="553282" y="108960"/>
                  <a:pt x="554187" y="108960"/>
                </a:cubicBezTo>
                <a:cubicBezTo>
                  <a:pt x="557865" y="108960"/>
                  <a:pt x="561344" y="106131"/>
                  <a:pt x="564625" y="100474"/>
                </a:cubicBezTo>
                <a:lnTo>
                  <a:pt x="567171" y="102359"/>
                </a:lnTo>
                <a:cubicBezTo>
                  <a:pt x="562589" y="113322"/>
                  <a:pt x="555149" y="118804"/>
                  <a:pt x="544853" y="118804"/>
                </a:cubicBezTo>
                <a:cubicBezTo>
                  <a:pt x="539818" y="118804"/>
                  <a:pt x="535561" y="117399"/>
                  <a:pt x="532081" y="114590"/>
                </a:cubicBezTo>
                <a:cubicBezTo>
                  <a:pt x="528602" y="111779"/>
                  <a:pt x="526382" y="108642"/>
                  <a:pt x="525420" y="105178"/>
                </a:cubicBezTo>
                <a:cubicBezTo>
                  <a:pt x="524854" y="103248"/>
                  <a:pt x="524571" y="98025"/>
                  <a:pt x="524571" y="89509"/>
                </a:cubicBezTo>
                <a:lnTo>
                  <a:pt x="524571" y="46503"/>
                </a:lnTo>
                <a:lnTo>
                  <a:pt x="514218" y="46503"/>
                </a:lnTo>
                <a:lnTo>
                  <a:pt x="514218" y="43525"/>
                </a:lnTo>
                <a:cubicBezTo>
                  <a:pt x="521347" y="38480"/>
                  <a:pt x="527414" y="33178"/>
                  <a:pt x="532421" y="27622"/>
                </a:cubicBezTo>
                <a:cubicBezTo>
                  <a:pt x="537428" y="22065"/>
                  <a:pt x="541798" y="15856"/>
                  <a:pt x="545532" y="8995"/>
                </a:cubicBezTo>
                <a:lnTo>
                  <a:pt x="548332" y="8995"/>
                </a:lnTo>
                <a:close/>
                <a:moveTo>
                  <a:pt x="593816" y="0"/>
                </a:moveTo>
                <a:cubicBezTo>
                  <a:pt x="597493" y="0"/>
                  <a:pt x="600604" y="1291"/>
                  <a:pt x="603150" y="3874"/>
                </a:cubicBezTo>
                <a:cubicBezTo>
                  <a:pt x="605696" y="6456"/>
                  <a:pt x="606969" y="9563"/>
                  <a:pt x="606969" y="13196"/>
                </a:cubicBezTo>
                <a:cubicBezTo>
                  <a:pt x="606969" y="16829"/>
                  <a:pt x="605682" y="19923"/>
                  <a:pt x="603108" y="22477"/>
                </a:cubicBezTo>
                <a:cubicBezTo>
                  <a:pt x="600534" y="25030"/>
                  <a:pt x="597436" y="26307"/>
                  <a:pt x="593816" y="26307"/>
                </a:cubicBezTo>
                <a:cubicBezTo>
                  <a:pt x="590195" y="26307"/>
                  <a:pt x="587112" y="25030"/>
                  <a:pt x="584566" y="22477"/>
                </a:cubicBezTo>
                <a:cubicBezTo>
                  <a:pt x="582020" y="19923"/>
                  <a:pt x="580747" y="16829"/>
                  <a:pt x="580747" y="13196"/>
                </a:cubicBezTo>
                <a:cubicBezTo>
                  <a:pt x="580747" y="9563"/>
                  <a:pt x="582020" y="6456"/>
                  <a:pt x="584566" y="3874"/>
                </a:cubicBezTo>
                <a:cubicBezTo>
                  <a:pt x="587112" y="1291"/>
                  <a:pt x="590195" y="0"/>
                  <a:pt x="593816" y="0"/>
                </a:cubicBezTo>
                <a:moveTo>
                  <a:pt x="605696" y="38187"/>
                </a:moveTo>
                <a:lnTo>
                  <a:pt x="605696" y="101153"/>
                </a:lnTo>
                <a:cubicBezTo>
                  <a:pt x="605696" y="106754"/>
                  <a:pt x="606347" y="110332"/>
                  <a:pt x="607648" y="111888"/>
                </a:cubicBezTo>
                <a:cubicBezTo>
                  <a:pt x="608949" y="113443"/>
                  <a:pt x="611495" y="114334"/>
                  <a:pt x="615285" y="114561"/>
                </a:cubicBezTo>
                <a:lnTo>
                  <a:pt x="615285" y="117616"/>
                </a:lnTo>
                <a:lnTo>
                  <a:pt x="572431" y="117616"/>
                </a:lnTo>
                <a:lnTo>
                  <a:pt x="572431" y="114561"/>
                </a:lnTo>
                <a:cubicBezTo>
                  <a:pt x="575938" y="114448"/>
                  <a:pt x="578541" y="113429"/>
                  <a:pt x="580238" y="111506"/>
                </a:cubicBezTo>
                <a:cubicBezTo>
                  <a:pt x="581370" y="110205"/>
                  <a:pt x="581935" y="106754"/>
                  <a:pt x="581935" y="101153"/>
                </a:cubicBezTo>
                <a:lnTo>
                  <a:pt x="581935" y="54819"/>
                </a:lnTo>
                <a:cubicBezTo>
                  <a:pt x="581935" y="49148"/>
                  <a:pt x="581285" y="45525"/>
                  <a:pt x="579983" y="43949"/>
                </a:cubicBezTo>
                <a:cubicBezTo>
                  <a:pt x="578682" y="42374"/>
                  <a:pt x="576165" y="41472"/>
                  <a:pt x="572431" y="41242"/>
                </a:cubicBezTo>
                <a:lnTo>
                  <a:pt x="572431" y="38187"/>
                </a:lnTo>
                <a:lnTo>
                  <a:pt x="605696" y="38187"/>
                </a:lnTo>
                <a:close/>
                <a:moveTo>
                  <a:pt x="660460" y="35811"/>
                </a:moveTo>
                <a:cubicBezTo>
                  <a:pt x="667362" y="35811"/>
                  <a:pt x="673783" y="37595"/>
                  <a:pt x="679723" y="41162"/>
                </a:cubicBezTo>
                <a:cubicBezTo>
                  <a:pt x="685663" y="44730"/>
                  <a:pt x="690175" y="49799"/>
                  <a:pt x="693258" y="56368"/>
                </a:cubicBezTo>
                <a:cubicBezTo>
                  <a:pt x="696341" y="62938"/>
                  <a:pt x="697883" y="70130"/>
                  <a:pt x="697883" y="77944"/>
                </a:cubicBezTo>
                <a:cubicBezTo>
                  <a:pt x="697883" y="89212"/>
                  <a:pt x="695026" y="98642"/>
                  <a:pt x="689312" y="106231"/>
                </a:cubicBezTo>
                <a:cubicBezTo>
                  <a:pt x="682410" y="115405"/>
                  <a:pt x="672878" y="119992"/>
                  <a:pt x="660714" y="119992"/>
                </a:cubicBezTo>
                <a:cubicBezTo>
                  <a:pt x="648777" y="119992"/>
                  <a:pt x="639584" y="115801"/>
                  <a:pt x="633135" y="107419"/>
                </a:cubicBezTo>
                <a:cubicBezTo>
                  <a:pt x="626686" y="99038"/>
                  <a:pt x="623461" y="89326"/>
                  <a:pt x="623461" y="78283"/>
                </a:cubicBezTo>
                <a:cubicBezTo>
                  <a:pt x="623461" y="66901"/>
                  <a:pt x="626756" y="56977"/>
                  <a:pt x="633347" y="48511"/>
                </a:cubicBezTo>
                <a:cubicBezTo>
                  <a:pt x="639938" y="40044"/>
                  <a:pt x="648975" y="35811"/>
                  <a:pt x="660460" y="35811"/>
                </a:cubicBezTo>
                <a:moveTo>
                  <a:pt x="660799" y="41751"/>
                </a:moveTo>
                <a:cubicBezTo>
                  <a:pt x="657914" y="41751"/>
                  <a:pt x="655439" y="42842"/>
                  <a:pt x="653374" y="45023"/>
                </a:cubicBezTo>
                <a:cubicBezTo>
                  <a:pt x="651309" y="47203"/>
                  <a:pt x="649951" y="51507"/>
                  <a:pt x="649301" y="57935"/>
                </a:cubicBezTo>
                <a:cubicBezTo>
                  <a:pt x="648650" y="64364"/>
                  <a:pt x="648325" y="73299"/>
                  <a:pt x="648325" y="84740"/>
                </a:cubicBezTo>
                <a:cubicBezTo>
                  <a:pt x="648325" y="90801"/>
                  <a:pt x="648721" y="96465"/>
                  <a:pt x="649513" y="101734"/>
                </a:cubicBezTo>
                <a:cubicBezTo>
                  <a:pt x="650135" y="105754"/>
                  <a:pt x="651465" y="108812"/>
                  <a:pt x="653501" y="110909"/>
                </a:cubicBezTo>
                <a:cubicBezTo>
                  <a:pt x="655538" y="113004"/>
                  <a:pt x="657857" y="114052"/>
                  <a:pt x="660460" y="114052"/>
                </a:cubicBezTo>
                <a:cubicBezTo>
                  <a:pt x="663006" y="114052"/>
                  <a:pt x="665127" y="113344"/>
                  <a:pt x="666824" y="111927"/>
                </a:cubicBezTo>
                <a:cubicBezTo>
                  <a:pt x="669031" y="110002"/>
                  <a:pt x="670502" y="107311"/>
                  <a:pt x="671237" y="103855"/>
                </a:cubicBezTo>
                <a:cubicBezTo>
                  <a:pt x="672368" y="98475"/>
                  <a:pt x="672934" y="87601"/>
                  <a:pt x="672934" y="71232"/>
                </a:cubicBezTo>
                <a:cubicBezTo>
                  <a:pt x="672934" y="61604"/>
                  <a:pt x="672397" y="54992"/>
                  <a:pt x="671322" y="51396"/>
                </a:cubicBezTo>
                <a:cubicBezTo>
                  <a:pt x="670247" y="47798"/>
                  <a:pt x="668663" y="45178"/>
                  <a:pt x="666570" y="43536"/>
                </a:cubicBezTo>
                <a:cubicBezTo>
                  <a:pt x="665099" y="42346"/>
                  <a:pt x="663175" y="41751"/>
                  <a:pt x="660799" y="41751"/>
                </a:cubicBezTo>
                <a:close/>
                <a:moveTo>
                  <a:pt x="742350" y="38187"/>
                </a:moveTo>
                <a:lnTo>
                  <a:pt x="742350" y="48540"/>
                </a:lnTo>
                <a:cubicBezTo>
                  <a:pt x="746423" y="44097"/>
                  <a:pt x="750326" y="40865"/>
                  <a:pt x="754060" y="38845"/>
                </a:cubicBezTo>
                <a:cubicBezTo>
                  <a:pt x="757794" y="36822"/>
                  <a:pt x="761811" y="35811"/>
                  <a:pt x="766110" y="35811"/>
                </a:cubicBezTo>
                <a:cubicBezTo>
                  <a:pt x="771258" y="35811"/>
                  <a:pt x="775530" y="37241"/>
                  <a:pt x="778924" y="40102"/>
                </a:cubicBezTo>
                <a:cubicBezTo>
                  <a:pt x="782319" y="42962"/>
                  <a:pt x="784581" y="46516"/>
                  <a:pt x="785713" y="50765"/>
                </a:cubicBezTo>
                <a:cubicBezTo>
                  <a:pt x="786618" y="53995"/>
                  <a:pt x="787071" y="60198"/>
                  <a:pt x="787071" y="69376"/>
                </a:cubicBezTo>
                <a:lnTo>
                  <a:pt x="787071" y="100304"/>
                </a:lnTo>
                <a:cubicBezTo>
                  <a:pt x="787071" y="106414"/>
                  <a:pt x="787622" y="110219"/>
                  <a:pt x="788725" y="111718"/>
                </a:cubicBezTo>
                <a:cubicBezTo>
                  <a:pt x="789829" y="113217"/>
                  <a:pt x="792134" y="114165"/>
                  <a:pt x="795642" y="114561"/>
                </a:cubicBezTo>
                <a:lnTo>
                  <a:pt x="795642" y="117616"/>
                </a:lnTo>
                <a:lnTo>
                  <a:pt x="755503" y="117616"/>
                </a:lnTo>
                <a:lnTo>
                  <a:pt x="755503" y="114561"/>
                </a:lnTo>
                <a:cubicBezTo>
                  <a:pt x="758501" y="114165"/>
                  <a:pt x="760651" y="112920"/>
                  <a:pt x="761952" y="110827"/>
                </a:cubicBezTo>
                <a:cubicBezTo>
                  <a:pt x="762857" y="109413"/>
                  <a:pt x="763310" y="105905"/>
                  <a:pt x="763310" y="100304"/>
                </a:cubicBezTo>
                <a:lnTo>
                  <a:pt x="763310" y="65003"/>
                </a:lnTo>
                <a:cubicBezTo>
                  <a:pt x="763310" y="58497"/>
                  <a:pt x="763055" y="54395"/>
                  <a:pt x="762546" y="52698"/>
                </a:cubicBezTo>
                <a:cubicBezTo>
                  <a:pt x="762037" y="51001"/>
                  <a:pt x="761174" y="49685"/>
                  <a:pt x="759958" y="48752"/>
                </a:cubicBezTo>
                <a:cubicBezTo>
                  <a:pt x="758742" y="47818"/>
                  <a:pt x="757398" y="47352"/>
                  <a:pt x="755927" y="47352"/>
                </a:cubicBezTo>
                <a:cubicBezTo>
                  <a:pt x="751062" y="47352"/>
                  <a:pt x="746536" y="50859"/>
                  <a:pt x="742350" y="57874"/>
                </a:cubicBezTo>
                <a:lnTo>
                  <a:pt x="742350" y="100304"/>
                </a:lnTo>
                <a:cubicBezTo>
                  <a:pt x="742350" y="106244"/>
                  <a:pt x="742901" y="110007"/>
                  <a:pt x="744004" y="111591"/>
                </a:cubicBezTo>
                <a:cubicBezTo>
                  <a:pt x="745107" y="113175"/>
                  <a:pt x="747158" y="114165"/>
                  <a:pt x="750157" y="114561"/>
                </a:cubicBezTo>
                <a:lnTo>
                  <a:pt x="750157" y="117616"/>
                </a:lnTo>
                <a:lnTo>
                  <a:pt x="710018" y="117616"/>
                </a:lnTo>
                <a:lnTo>
                  <a:pt x="710018" y="114561"/>
                </a:lnTo>
                <a:cubicBezTo>
                  <a:pt x="713356" y="114221"/>
                  <a:pt x="715732" y="113146"/>
                  <a:pt x="717146" y="111336"/>
                </a:cubicBezTo>
                <a:cubicBezTo>
                  <a:pt x="718108" y="110091"/>
                  <a:pt x="718589" y="106414"/>
                  <a:pt x="718589" y="100304"/>
                </a:cubicBezTo>
                <a:lnTo>
                  <a:pt x="718589" y="55498"/>
                </a:lnTo>
                <a:cubicBezTo>
                  <a:pt x="718589" y="49429"/>
                  <a:pt x="718037" y="45650"/>
                  <a:pt x="716934" y="44162"/>
                </a:cubicBezTo>
                <a:cubicBezTo>
                  <a:pt x="715831" y="42673"/>
                  <a:pt x="713526" y="41700"/>
                  <a:pt x="710018" y="41242"/>
                </a:cubicBezTo>
                <a:lnTo>
                  <a:pt x="710018" y="38187"/>
                </a:lnTo>
                <a:lnTo>
                  <a:pt x="742350" y="38187"/>
                </a:lnTo>
                <a:close/>
                <a:moveTo>
                  <a:pt x="943101" y="48879"/>
                </a:moveTo>
                <a:lnTo>
                  <a:pt x="978403" y="48879"/>
                </a:lnTo>
                <a:lnTo>
                  <a:pt x="978403" y="52274"/>
                </a:lnTo>
                <a:cubicBezTo>
                  <a:pt x="974443" y="52838"/>
                  <a:pt x="971331" y="54007"/>
                  <a:pt x="969068" y="55782"/>
                </a:cubicBezTo>
                <a:cubicBezTo>
                  <a:pt x="966806" y="57555"/>
                  <a:pt x="963864" y="61682"/>
                  <a:pt x="960243" y="68164"/>
                </a:cubicBezTo>
                <a:cubicBezTo>
                  <a:pt x="956622" y="74643"/>
                  <a:pt x="951531" y="81883"/>
                  <a:pt x="944968" y="89882"/>
                </a:cubicBezTo>
                <a:cubicBezTo>
                  <a:pt x="950739" y="95080"/>
                  <a:pt x="955434" y="98696"/>
                  <a:pt x="959055" y="100731"/>
                </a:cubicBezTo>
                <a:cubicBezTo>
                  <a:pt x="961601" y="102144"/>
                  <a:pt x="964090" y="102850"/>
                  <a:pt x="966523" y="102850"/>
                </a:cubicBezTo>
                <a:cubicBezTo>
                  <a:pt x="970709" y="102850"/>
                  <a:pt x="974499" y="100106"/>
                  <a:pt x="977894" y="94619"/>
                </a:cubicBezTo>
                <a:lnTo>
                  <a:pt x="981373" y="96486"/>
                </a:lnTo>
                <a:cubicBezTo>
                  <a:pt x="976734" y="105617"/>
                  <a:pt x="971784" y="112116"/>
                  <a:pt x="966523" y="115982"/>
                </a:cubicBezTo>
                <a:cubicBezTo>
                  <a:pt x="962506" y="118882"/>
                  <a:pt x="957924" y="120331"/>
                  <a:pt x="952775" y="120331"/>
                </a:cubicBezTo>
                <a:cubicBezTo>
                  <a:pt x="948363" y="120331"/>
                  <a:pt x="944162" y="119378"/>
                  <a:pt x="940174" y="117472"/>
                </a:cubicBezTo>
                <a:cubicBezTo>
                  <a:pt x="936185" y="115565"/>
                  <a:pt x="931334" y="111992"/>
                  <a:pt x="925620" y="106754"/>
                </a:cubicBezTo>
                <a:cubicBezTo>
                  <a:pt x="918549" y="111536"/>
                  <a:pt x="911901" y="114995"/>
                  <a:pt x="905678" y="117130"/>
                </a:cubicBezTo>
                <a:cubicBezTo>
                  <a:pt x="899455" y="119264"/>
                  <a:pt x="892977" y="120331"/>
                  <a:pt x="886245" y="120331"/>
                </a:cubicBezTo>
                <a:cubicBezTo>
                  <a:pt x="875496" y="120331"/>
                  <a:pt x="866954" y="117416"/>
                  <a:pt x="860618" y="111585"/>
                </a:cubicBezTo>
                <a:cubicBezTo>
                  <a:pt x="854281" y="105755"/>
                  <a:pt x="851113" y="98905"/>
                  <a:pt x="851113" y="91036"/>
                </a:cubicBezTo>
                <a:cubicBezTo>
                  <a:pt x="851113" y="82545"/>
                  <a:pt x="854140" y="75158"/>
                  <a:pt x="860193" y="68874"/>
                </a:cubicBezTo>
                <a:cubicBezTo>
                  <a:pt x="866247" y="62591"/>
                  <a:pt x="875044" y="57157"/>
                  <a:pt x="886585" y="52571"/>
                </a:cubicBezTo>
                <a:cubicBezTo>
                  <a:pt x="885114" y="48897"/>
                  <a:pt x="884011" y="45308"/>
                  <a:pt x="883275" y="41804"/>
                </a:cubicBezTo>
                <a:cubicBezTo>
                  <a:pt x="882540" y="38298"/>
                  <a:pt x="882172" y="34906"/>
                  <a:pt x="882172" y="31626"/>
                </a:cubicBezTo>
                <a:cubicBezTo>
                  <a:pt x="882172" y="22583"/>
                  <a:pt x="885354" y="15052"/>
                  <a:pt x="891719" y="9032"/>
                </a:cubicBezTo>
                <a:cubicBezTo>
                  <a:pt x="898083" y="3011"/>
                  <a:pt x="906216" y="0"/>
                  <a:pt x="916116" y="0"/>
                </a:cubicBezTo>
                <a:cubicBezTo>
                  <a:pt x="924093" y="0"/>
                  <a:pt x="930415" y="1994"/>
                  <a:pt x="935082" y="5983"/>
                </a:cubicBezTo>
                <a:cubicBezTo>
                  <a:pt x="939749" y="9971"/>
                  <a:pt x="942083" y="14624"/>
                  <a:pt x="942083" y="19942"/>
                </a:cubicBezTo>
                <a:cubicBezTo>
                  <a:pt x="942083" y="26335"/>
                  <a:pt x="939693" y="31808"/>
                  <a:pt x="934912" y="36362"/>
                </a:cubicBezTo>
                <a:cubicBezTo>
                  <a:pt x="930132" y="40917"/>
                  <a:pt x="922565" y="45089"/>
                  <a:pt x="912212" y="48879"/>
                </a:cubicBezTo>
                <a:cubicBezTo>
                  <a:pt x="918605" y="60120"/>
                  <a:pt x="927968" y="72236"/>
                  <a:pt x="940301" y="85228"/>
                </a:cubicBezTo>
                <a:cubicBezTo>
                  <a:pt x="948617" y="75933"/>
                  <a:pt x="952775" y="67961"/>
                  <a:pt x="952775" y="61314"/>
                </a:cubicBezTo>
                <a:cubicBezTo>
                  <a:pt x="952775" y="58948"/>
                  <a:pt x="951955" y="56935"/>
                  <a:pt x="950314" y="55273"/>
                </a:cubicBezTo>
                <a:cubicBezTo>
                  <a:pt x="948674" y="53611"/>
                  <a:pt x="946269" y="52611"/>
                  <a:pt x="943101" y="52274"/>
                </a:cubicBezTo>
                <a:lnTo>
                  <a:pt x="943101" y="48879"/>
                </a:lnTo>
                <a:moveTo>
                  <a:pt x="909327" y="43740"/>
                </a:moveTo>
                <a:cubicBezTo>
                  <a:pt x="915267" y="41542"/>
                  <a:pt x="919256" y="39189"/>
                  <a:pt x="921292" y="36681"/>
                </a:cubicBezTo>
                <a:cubicBezTo>
                  <a:pt x="923329" y="34172"/>
                  <a:pt x="924347" y="31142"/>
                  <a:pt x="924347" y="27590"/>
                </a:cubicBezTo>
                <a:cubicBezTo>
                  <a:pt x="924347" y="21277"/>
                  <a:pt x="922678" y="15950"/>
                  <a:pt x="919341" y="11610"/>
                </a:cubicBezTo>
                <a:cubicBezTo>
                  <a:pt x="917134" y="8735"/>
                  <a:pt x="914419" y="7298"/>
                  <a:pt x="911194" y="7298"/>
                </a:cubicBezTo>
                <a:cubicBezTo>
                  <a:pt x="908535" y="7298"/>
                  <a:pt x="906258" y="8341"/>
                  <a:pt x="904363" y="10427"/>
                </a:cubicBezTo>
                <a:cubicBezTo>
                  <a:pt x="902468" y="12512"/>
                  <a:pt x="901520" y="15330"/>
                  <a:pt x="901520" y="18881"/>
                </a:cubicBezTo>
                <a:cubicBezTo>
                  <a:pt x="901520" y="21643"/>
                  <a:pt x="901973" y="24602"/>
                  <a:pt x="902878" y="27760"/>
                </a:cubicBezTo>
                <a:cubicBezTo>
                  <a:pt x="903783" y="30915"/>
                  <a:pt x="905933" y="36242"/>
                  <a:pt x="909327" y="43740"/>
                </a:cubicBezTo>
                <a:moveTo>
                  <a:pt x="888961" y="57999"/>
                </a:moveTo>
                <a:cubicBezTo>
                  <a:pt x="884435" y="59921"/>
                  <a:pt x="881239" y="61956"/>
                  <a:pt x="879372" y="64104"/>
                </a:cubicBezTo>
                <a:cubicBezTo>
                  <a:pt x="876713" y="67270"/>
                  <a:pt x="875383" y="70803"/>
                  <a:pt x="875383" y="74703"/>
                </a:cubicBezTo>
                <a:cubicBezTo>
                  <a:pt x="875383" y="80016"/>
                  <a:pt x="876925" y="85301"/>
                  <a:pt x="880008" y="90559"/>
                </a:cubicBezTo>
                <a:cubicBezTo>
                  <a:pt x="883091" y="95816"/>
                  <a:pt x="886811" y="99887"/>
                  <a:pt x="891167" y="102771"/>
                </a:cubicBezTo>
                <a:cubicBezTo>
                  <a:pt x="895523" y="105652"/>
                  <a:pt x="899879" y="107093"/>
                  <a:pt x="904236" y="107093"/>
                </a:cubicBezTo>
                <a:cubicBezTo>
                  <a:pt x="906385" y="107093"/>
                  <a:pt x="908804" y="106627"/>
                  <a:pt x="911491" y="105696"/>
                </a:cubicBezTo>
                <a:cubicBezTo>
                  <a:pt x="914178" y="104762"/>
                  <a:pt x="917106" y="103363"/>
                  <a:pt x="920274" y="101498"/>
                </a:cubicBezTo>
                <a:cubicBezTo>
                  <a:pt x="906640" y="87535"/>
                  <a:pt x="896202" y="73035"/>
                  <a:pt x="888961" y="5799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Text ErrorFixing">
            <a:extLst xmlns:a="http://schemas.openxmlformats.org/drawingml/2006/main">
              <a:ext uri="{FF2B5EF4-FFF2-40B4-BE49-F238E27FC236}">
                <a16:creationId xmlns:a16="http://schemas.microsoft.com/office/drawing/2014/main" id="{043D4B7C-5755-416F-8A60-53724CF2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62" y="9190193"/>
            <a:ext cx="938015" cy="155124"/>
          </a:xfrm>
          <a:custGeom xmlns:a="http://schemas.openxmlformats.org/drawingml/2006/main">
            <a:pathLst>
              <a:path w="938015" h="155124">
                <a:moveTo>
                  <a:pt x="43873" y="9165"/>
                </a:moveTo>
                <a:lnTo>
                  <a:pt x="43873" y="55838"/>
                </a:lnTo>
                <a:lnTo>
                  <a:pt x="46164" y="55838"/>
                </a:lnTo>
                <a:cubicBezTo>
                  <a:pt x="53462" y="55838"/>
                  <a:pt x="58751" y="53547"/>
                  <a:pt x="62033" y="48964"/>
                </a:cubicBezTo>
                <a:cubicBezTo>
                  <a:pt x="65314" y="44382"/>
                  <a:pt x="67407" y="37621"/>
                  <a:pt x="68312" y="28683"/>
                </a:cubicBezTo>
                <a:lnTo>
                  <a:pt x="71537" y="28683"/>
                </a:lnTo>
                <a:lnTo>
                  <a:pt x="71537" y="89103"/>
                </a:lnTo>
                <a:lnTo>
                  <a:pt x="68312" y="89103"/>
                </a:lnTo>
                <a:cubicBezTo>
                  <a:pt x="67633" y="82519"/>
                  <a:pt x="66205" y="77128"/>
                  <a:pt x="64027" y="72929"/>
                </a:cubicBezTo>
                <a:cubicBezTo>
                  <a:pt x="61849" y="68728"/>
                  <a:pt x="59317" y="65905"/>
                  <a:pt x="56432" y="64459"/>
                </a:cubicBezTo>
                <a:cubicBezTo>
                  <a:pt x="53547" y="63011"/>
                  <a:pt x="49360" y="62287"/>
                  <a:pt x="43873" y="62287"/>
                </a:cubicBezTo>
                <a:lnTo>
                  <a:pt x="43873" y="94704"/>
                </a:lnTo>
                <a:cubicBezTo>
                  <a:pt x="43873" y="101040"/>
                  <a:pt x="44141" y="104915"/>
                  <a:pt x="44679" y="106329"/>
                </a:cubicBezTo>
                <a:cubicBezTo>
                  <a:pt x="45216" y="107744"/>
                  <a:pt x="46220" y="108903"/>
                  <a:pt x="47691" y="109809"/>
                </a:cubicBezTo>
                <a:cubicBezTo>
                  <a:pt x="49162" y="110714"/>
                  <a:pt x="51538" y="111166"/>
                  <a:pt x="54819" y="111166"/>
                </a:cubicBezTo>
                <a:lnTo>
                  <a:pt x="61693" y="111166"/>
                </a:lnTo>
                <a:cubicBezTo>
                  <a:pt x="72442" y="111166"/>
                  <a:pt x="81055" y="108691"/>
                  <a:pt x="87533" y="103741"/>
                </a:cubicBezTo>
                <a:cubicBezTo>
                  <a:pt x="94011" y="98791"/>
                  <a:pt x="98664" y="91224"/>
                  <a:pt x="101492" y="81041"/>
                </a:cubicBezTo>
                <a:lnTo>
                  <a:pt x="104632" y="81041"/>
                </a:lnTo>
                <a:lnTo>
                  <a:pt x="99456" y="117616"/>
                </a:lnTo>
                <a:lnTo>
                  <a:pt x="0" y="117616"/>
                </a:lnTo>
                <a:lnTo>
                  <a:pt x="0" y="114561"/>
                </a:lnTo>
                <a:lnTo>
                  <a:pt x="3819" y="114561"/>
                </a:lnTo>
                <a:cubicBezTo>
                  <a:pt x="7157" y="114561"/>
                  <a:pt x="9844" y="113964"/>
                  <a:pt x="11880" y="112771"/>
                </a:cubicBezTo>
                <a:cubicBezTo>
                  <a:pt x="13351" y="111973"/>
                  <a:pt x="14483" y="110609"/>
                  <a:pt x="15275" y="108676"/>
                </a:cubicBezTo>
                <a:cubicBezTo>
                  <a:pt x="15897" y="107311"/>
                  <a:pt x="16208" y="103729"/>
                  <a:pt x="16208" y="97928"/>
                </a:cubicBezTo>
                <a:lnTo>
                  <a:pt x="16208" y="22233"/>
                </a:lnTo>
                <a:cubicBezTo>
                  <a:pt x="16208" y="17002"/>
                  <a:pt x="16067" y="13789"/>
                  <a:pt x="15784" y="12594"/>
                </a:cubicBezTo>
                <a:cubicBezTo>
                  <a:pt x="15218" y="10605"/>
                  <a:pt x="14172" y="9070"/>
                  <a:pt x="12644" y="7990"/>
                </a:cubicBezTo>
                <a:cubicBezTo>
                  <a:pt x="10494" y="6397"/>
                  <a:pt x="7553" y="5601"/>
                  <a:pt x="3819" y="5601"/>
                </a:cubicBezTo>
                <a:lnTo>
                  <a:pt x="0" y="5601"/>
                </a:lnTo>
                <a:lnTo>
                  <a:pt x="0" y="2546"/>
                </a:lnTo>
                <a:lnTo>
                  <a:pt x="96316" y="2546"/>
                </a:lnTo>
                <a:lnTo>
                  <a:pt x="96316" y="36659"/>
                </a:lnTo>
                <a:lnTo>
                  <a:pt x="93091" y="36659"/>
                </a:lnTo>
                <a:cubicBezTo>
                  <a:pt x="91451" y="28317"/>
                  <a:pt x="89145" y="22330"/>
                  <a:pt x="86175" y="18698"/>
                </a:cubicBezTo>
                <a:cubicBezTo>
                  <a:pt x="83205" y="15067"/>
                  <a:pt x="79004" y="12400"/>
                  <a:pt x="73573" y="10698"/>
                </a:cubicBezTo>
                <a:cubicBezTo>
                  <a:pt x="70405" y="9676"/>
                  <a:pt x="64465" y="9165"/>
                  <a:pt x="55753" y="9165"/>
                </a:cubicBezTo>
                <a:lnTo>
                  <a:pt x="43873" y="9165"/>
                </a:lnTo>
                <a:close/>
                <a:moveTo>
                  <a:pt x="151222" y="38187"/>
                </a:moveTo>
                <a:lnTo>
                  <a:pt x="151222" y="56177"/>
                </a:lnTo>
                <a:cubicBezTo>
                  <a:pt x="156483" y="47974"/>
                  <a:pt x="161094" y="42529"/>
                  <a:pt x="165054" y="39842"/>
                </a:cubicBezTo>
                <a:cubicBezTo>
                  <a:pt x="169014" y="37154"/>
                  <a:pt x="172833" y="35811"/>
                  <a:pt x="176510" y="35811"/>
                </a:cubicBezTo>
                <a:cubicBezTo>
                  <a:pt x="179678" y="35811"/>
                  <a:pt x="182210" y="36790"/>
                  <a:pt x="184105" y="38749"/>
                </a:cubicBezTo>
                <a:cubicBezTo>
                  <a:pt x="186000" y="40708"/>
                  <a:pt x="186948" y="43476"/>
                  <a:pt x="186948" y="47052"/>
                </a:cubicBezTo>
                <a:cubicBezTo>
                  <a:pt x="186948" y="50857"/>
                  <a:pt x="186028" y="53810"/>
                  <a:pt x="184190" y="55912"/>
                </a:cubicBezTo>
                <a:cubicBezTo>
                  <a:pt x="182351" y="58012"/>
                  <a:pt x="180130" y="59062"/>
                  <a:pt x="177528" y="59062"/>
                </a:cubicBezTo>
                <a:cubicBezTo>
                  <a:pt x="174530" y="59062"/>
                  <a:pt x="171927" y="58101"/>
                  <a:pt x="169721" y="56177"/>
                </a:cubicBezTo>
                <a:cubicBezTo>
                  <a:pt x="167515" y="54254"/>
                  <a:pt x="166213" y="53179"/>
                  <a:pt x="165817" y="52953"/>
                </a:cubicBezTo>
                <a:cubicBezTo>
                  <a:pt x="165252" y="52613"/>
                  <a:pt x="164601" y="52443"/>
                  <a:pt x="163866" y="52443"/>
                </a:cubicBezTo>
                <a:cubicBezTo>
                  <a:pt x="162225" y="52443"/>
                  <a:pt x="160669" y="53066"/>
                  <a:pt x="159198" y="54310"/>
                </a:cubicBezTo>
                <a:cubicBezTo>
                  <a:pt x="156879" y="56234"/>
                  <a:pt x="155125" y="58978"/>
                  <a:pt x="153937" y="62542"/>
                </a:cubicBezTo>
                <a:cubicBezTo>
                  <a:pt x="152127" y="68029"/>
                  <a:pt x="151222" y="74083"/>
                  <a:pt x="151222" y="80702"/>
                </a:cubicBezTo>
                <a:lnTo>
                  <a:pt x="151222" y="98947"/>
                </a:lnTo>
                <a:lnTo>
                  <a:pt x="151306" y="103699"/>
                </a:lnTo>
                <a:cubicBezTo>
                  <a:pt x="151306" y="106923"/>
                  <a:pt x="151504" y="108988"/>
                  <a:pt x="151900" y="109893"/>
                </a:cubicBezTo>
                <a:cubicBezTo>
                  <a:pt x="152579" y="111421"/>
                  <a:pt x="153583" y="112538"/>
                  <a:pt x="154913" y="113245"/>
                </a:cubicBezTo>
                <a:cubicBezTo>
                  <a:pt x="156242" y="113953"/>
                  <a:pt x="158491" y="114391"/>
                  <a:pt x="161659" y="114561"/>
                </a:cubicBezTo>
                <a:lnTo>
                  <a:pt x="161659" y="117616"/>
                </a:lnTo>
                <a:lnTo>
                  <a:pt x="118805" y="117616"/>
                </a:lnTo>
                <a:lnTo>
                  <a:pt x="118805" y="114561"/>
                </a:lnTo>
                <a:cubicBezTo>
                  <a:pt x="122256" y="114278"/>
                  <a:pt x="124590" y="113330"/>
                  <a:pt x="125806" y="111718"/>
                </a:cubicBezTo>
                <a:cubicBezTo>
                  <a:pt x="127022" y="110106"/>
                  <a:pt x="127631" y="105848"/>
                  <a:pt x="127631" y="98947"/>
                </a:cubicBezTo>
                <a:lnTo>
                  <a:pt x="127631" y="54989"/>
                </a:lnTo>
                <a:cubicBezTo>
                  <a:pt x="127631" y="50435"/>
                  <a:pt x="127404" y="47532"/>
                  <a:pt x="126952" y="46280"/>
                </a:cubicBezTo>
                <a:cubicBezTo>
                  <a:pt x="126386" y="44686"/>
                  <a:pt x="125566" y="43519"/>
                  <a:pt x="124491" y="42780"/>
                </a:cubicBezTo>
                <a:cubicBezTo>
                  <a:pt x="123416" y="42039"/>
                  <a:pt x="121521" y="41526"/>
                  <a:pt x="118805" y="41242"/>
                </a:cubicBezTo>
                <a:lnTo>
                  <a:pt x="118805" y="38187"/>
                </a:lnTo>
                <a:lnTo>
                  <a:pt x="151222" y="38187"/>
                </a:lnTo>
                <a:close/>
                <a:moveTo>
                  <a:pt x="228386" y="38187"/>
                </a:moveTo>
                <a:lnTo>
                  <a:pt x="228386" y="56177"/>
                </a:lnTo>
                <a:cubicBezTo>
                  <a:pt x="233647" y="47974"/>
                  <a:pt x="238258" y="42529"/>
                  <a:pt x="242218" y="39842"/>
                </a:cubicBezTo>
                <a:cubicBezTo>
                  <a:pt x="246178" y="37154"/>
                  <a:pt x="249997" y="35811"/>
                  <a:pt x="253674" y="35811"/>
                </a:cubicBezTo>
                <a:cubicBezTo>
                  <a:pt x="256842" y="35811"/>
                  <a:pt x="259374" y="36790"/>
                  <a:pt x="261269" y="38749"/>
                </a:cubicBezTo>
                <a:cubicBezTo>
                  <a:pt x="263164" y="40708"/>
                  <a:pt x="264112" y="43476"/>
                  <a:pt x="264112" y="47052"/>
                </a:cubicBezTo>
                <a:cubicBezTo>
                  <a:pt x="264112" y="50857"/>
                  <a:pt x="263192" y="53810"/>
                  <a:pt x="261354" y="55912"/>
                </a:cubicBezTo>
                <a:cubicBezTo>
                  <a:pt x="259515" y="58012"/>
                  <a:pt x="257295" y="59062"/>
                  <a:pt x="254692" y="59062"/>
                </a:cubicBezTo>
                <a:cubicBezTo>
                  <a:pt x="251694" y="59062"/>
                  <a:pt x="249091" y="58101"/>
                  <a:pt x="246885" y="56177"/>
                </a:cubicBezTo>
                <a:cubicBezTo>
                  <a:pt x="244679" y="54254"/>
                  <a:pt x="243378" y="53179"/>
                  <a:pt x="242981" y="52953"/>
                </a:cubicBezTo>
                <a:cubicBezTo>
                  <a:pt x="242416" y="52613"/>
                  <a:pt x="241765" y="52443"/>
                  <a:pt x="241030" y="52443"/>
                </a:cubicBezTo>
                <a:cubicBezTo>
                  <a:pt x="239389" y="52443"/>
                  <a:pt x="237833" y="53066"/>
                  <a:pt x="236362" y="54310"/>
                </a:cubicBezTo>
                <a:cubicBezTo>
                  <a:pt x="234043" y="56234"/>
                  <a:pt x="232289" y="58978"/>
                  <a:pt x="231101" y="62542"/>
                </a:cubicBezTo>
                <a:cubicBezTo>
                  <a:pt x="229291" y="68029"/>
                  <a:pt x="228386" y="74083"/>
                  <a:pt x="228386" y="80702"/>
                </a:cubicBezTo>
                <a:lnTo>
                  <a:pt x="228386" y="98947"/>
                </a:lnTo>
                <a:lnTo>
                  <a:pt x="228470" y="103699"/>
                </a:lnTo>
                <a:cubicBezTo>
                  <a:pt x="228470" y="106923"/>
                  <a:pt x="228668" y="108988"/>
                  <a:pt x="229064" y="109893"/>
                </a:cubicBezTo>
                <a:cubicBezTo>
                  <a:pt x="229743" y="111421"/>
                  <a:pt x="230748" y="112538"/>
                  <a:pt x="232077" y="113245"/>
                </a:cubicBezTo>
                <a:cubicBezTo>
                  <a:pt x="233406" y="113953"/>
                  <a:pt x="235655" y="114391"/>
                  <a:pt x="238823" y="114561"/>
                </a:cubicBezTo>
                <a:lnTo>
                  <a:pt x="238823" y="117616"/>
                </a:lnTo>
                <a:lnTo>
                  <a:pt x="195969" y="117616"/>
                </a:lnTo>
                <a:lnTo>
                  <a:pt x="195969" y="114561"/>
                </a:lnTo>
                <a:cubicBezTo>
                  <a:pt x="199420" y="114278"/>
                  <a:pt x="201754" y="113330"/>
                  <a:pt x="202970" y="111718"/>
                </a:cubicBezTo>
                <a:cubicBezTo>
                  <a:pt x="204186" y="110106"/>
                  <a:pt x="204795" y="105848"/>
                  <a:pt x="204795" y="98947"/>
                </a:cubicBezTo>
                <a:lnTo>
                  <a:pt x="204795" y="54989"/>
                </a:lnTo>
                <a:cubicBezTo>
                  <a:pt x="204795" y="50435"/>
                  <a:pt x="204568" y="47532"/>
                  <a:pt x="204116" y="46280"/>
                </a:cubicBezTo>
                <a:cubicBezTo>
                  <a:pt x="203550" y="44686"/>
                  <a:pt x="202730" y="43519"/>
                  <a:pt x="201655" y="42780"/>
                </a:cubicBezTo>
                <a:cubicBezTo>
                  <a:pt x="200580" y="42039"/>
                  <a:pt x="198685" y="41526"/>
                  <a:pt x="195969" y="41242"/>
                </a:cubicBezTo>
                <a:lnTo>
                  <a:pt x="195969" y="38187"/>
                </a:lnTo>
                <a:lnTo>
                  <a:pt x="228386" y="38187"/>
                </a:lnTo>
                <a:close/>
                <a:moveTo>
                  <a:pt x="306853" y="35811"/>
                </a:moveTo>
                <a:cubicBezTo>
                  <a:pt x="313755" y="35811"/>
                  <a:pt x="320176" y="37595"/>
                  <a:pt x="326116" y="41162"/>
                </a:cubicBezTo>
                <a:cubicBezTo>
                  <a:pt x="332056" y="44730"/>
                  <a:pt x="336568" y="49799"/>
                  <a:pt x="339651" y="56368"/>
                </a:cubicBezTo>
                <a:cubicBezTo>
                  <a:pt x="342735" y="62938"/>
                  <a:pt x="344276" y="70130"/>
                  <a:pt x="344276" y="77944"/>
                </a:cubicBezTo>
                <a:cubicBezTo>
                  <a:pt x="344276" y="89212"/>
                  <a:pt x="341419" y="98642"/>
                  <a:pt x="335705" y="106231"/>
                </a:cubicBezTo>
                <a:cubicBezTo>
                  <a:pt x="328803" y="115405"/>
                  <a:pt x="319271" y="119992"/>
                  <a:pt x="307108" y="119992"/>
                </a:cubicBezTo>
                <a:cubicBezTo>
                  <a:pt x="295171" y="119992"/>
                  <a:pt x="285978" y="115801"/>
                  <a:pt x="279528" y="107419"/>
                </a:cubicBezTo>
                <a:cubicBezTo>
                  <a:pt x="273079" y="99038"/>
                  <a:pt x="269854" y="89326"/>
                  <a:pt x="269854" y="78283"/>
                </a:cubicBezTo>
                <a:cubicBezTo>
                  <a:pt x="269854" y="66901"/>
                  <a:pt x="273150" y="56977"/>
                  <a:pt x="279740" y="48511"/>
                </a:cubicBezTo>
                <a:cubicBezTo>
                  <a:pt x="286331" y="40044"/>
                  <a:pt x="295369" y="35811"/>
                  <a:pt x="306853" y="35811"/>
                </a:cubicBezTo>
                <a:moveTo>
                  <a:pt x="307193" y="41751"/>
                </a:moveTo>
                <a:cubicBezTo>
                  <a:pt x="304307" y="41751"/>
                  <a:pt x="301832" y="42842"/>
                  <a:pt x="299767" y="45023"/>
                </a:cubicBezTo>
                <a:cubicBezTo>
                  <a:pt x="297702" y="47203"/>
                  <a:pt x="296345" y="51507"/>
                  <a:pt x="295694" y="57935"/>
                </a:cubicBezTo>
                <a:cubicBezTo>
                  <a:pt x="295043" y="64364"/>
                  <a:pt x="294718" y="73299"/>
                  <a:pt x="294718" y="84740"/>
                </a:cubicBezTo>
                <a:cubicBezTo>
                  <a:pt x="294718" y="90801"/>
                  <a:pt x="295114" y="96465"/>
                  <a:pt x="295906" y="101734"/>
                </a:cubicBezTo>
                <a:cubicBezTo>
                  <a:pt x="296528" y="105754"/>
                  <a:pt x="297858" y="108812"/>
                  <a:pt x="299895" y="110909"/>
                </a:cubicBezTo>
                <a:cubicBezTo>
                  <a:pt x="301931" y="113004"/>
                  <a:pt x="304251" y="114052"/>
                  <a:pt x="306853" y="114052"/>
                </a:cubicBezTo>
                <a:cubicBezTo>
                  <a:pt x="309399" y="114052"/>
                  <a:pt x="311520" y="113344"/>
                  <a:pt x="313218" y="111927"/>
                </a:cubicBezTo>
                <a:cubicBezTo>
                  <a:pt x="315424" y="110002"/>
                  <a:pt x="316895" y="107311"/>
                  <a:pt x="317630" y="103855"/>
                </a:cubicBezTo>
                <a:cubicBezTo>
                  <a:pt x="318762" y="98475"/>
                  <a:pt x="319327" y="87601"/>
                  <a:pt x="319327" y="71232"/>
                </a:cubicBezTo>
                <a:cubicBezTo>
                  <a:pt x="319327" y="61604"/>
                  <a:pt x="318790" y="54992"/>
                  <a:pt x="317715" y="51396"/>
                </a:cubicBezTo>
                <a:cubicBezTo>
                  <a:pt x="316640" y="47798"/>
                  <a:pt x="315056" y="45178"/>
                  <a:pt x="312963" y="43536"/>
                </a:cubicBezTo>
                <a:cubicBezTo>
                  <a:pt x="311492" y="42346"/>
                  <a:pt x="309569" y="41751"/>
                  <a:pt x="307193" y="41751"/>
                </a:cubicBezTo>
                <a:close/>
                <a:moveTo>
                  <a:pt x="389252" y="38187"/>
                </a:moveTo>
                <a:lnTo>
                  <a:pt x="389252" y="56177"/>
                </a:lnTo>
                <a:cubicBezTo>
                  <a:pt x="394513" y="47974"/>
                  <a:pt x="399124" y="42529"/>
                  <a:pt x="403084" y="39842"/>
                </a:cubicBezTo>
                <a:cubicBezTo>
                  <a:pt x="407044" y="37154"/>
                  <a:pt x="410863" y="35811"/>
                  <a:pt x="414540" y="35811"/>
                </a:cubicBezTo>
                <a:cubicBezTo>
                  <a:pt x="417708" y="35811"/>
                  <a:pt x="420240" y="36790"/>
                  <a:pt x="422135" y="38749"/>
                </a:cubicBezTo>
                <a:cubicBezTo>
                  <a:pt x="424030" y="40708"/>
                  <a:pt x="424978" y="43476"/>
                  <a:pt x="424978" y="47052"/>
                </a:cubicBezTo>
                <a:cubicBezTo>
                  <a:pt x="424978" y="50857"/>
                  <a:pt x="424059" y="53810"/>
                  <a:pt x="422220" y="55912"/>
                </a:cubicBezTo>
                <a:cubicBezTo>
                  <a:pt x="420381" y="58012"/>
                  <a:pt x="418161" y="59062"/>
                  <a:pt x="415558" y="59062"/>
                </a:cubicBezTo>
                <a:cubicBezTo>
                  <a:pt x="412560" y="59062"/>
                  <a:pt x="409958" y="58101"/>
                  <a:pt x="407751" y="56177"/>
                </a:cubicBezTo>
                <a:cubicBezTo>
                  <a:pt x="405545" y="54254"/>
                  <a:pt x="404244" y="53179"/>
                  <a:pt x="403848" y="52953"/>
                </a:cubicBezTo>
                <a:cubicBezTo>
                  <a:pt x="403282" y="52613"/>
                  <a:pt x="402631" y="52443"/>
                  <a:pt x="401896" y="52443"/>
                </a:cubicBezTo>
                <a:cubicBezTo>
                  <a:pt x="400255" y="52443"/>
                  <a:pt x="398700" y="53066"/>
                  <a:pt x="397229" y="54310"/>
                </a:cubicBezTo>
                <a:cubicBezTo>
                  <a:pt x="394909" y="56234"/>
                  <a:pt x="393155" y="58978"/>
                  <a:pt x="391967" y="62542"/>
                </a:cubicBezTo>
                <a:cubicBezTo>
                  <a:pt x="390157" y="68029"/>
                  <a:pt x="389252" y="74083"/>
                  <a:pt x="389252" y="80702"/>
                </a:cubicBezTo>
                <a:lnTo>
                  <a:pt x="389252" y="98947"/>
                </a:lnTo>
                <a:lnTo>
                  <a:pt x="389337" y="103699"/>
                </a:lnTo>
                <a:cubicBezTo>
                  <a:pt x="389337" y="106923"/>
                  <a:pt x="389535" y="108988"/>
                  <a:pt x="389931" y="109893"/>
                </a:cubicBezTo>
                <a:cubicBezTo>
                  <a:pt x="390610" y="111421"/>
                  <a:pt x="391614" y="112538"/>
                  <a:pt x="392943" y="113245"/>
                </a:cubicBezTo>
                <a:cubicBezTo>
                  <a:pt x="394273" y="113953"/>
                  <a:pt x="396522" y="114391"/>
                  <a:pt x="399690" y="114561"/>
                </a:cubicBezTo>
                <a:lnTo>
                  <a:pt x="399690" y="117616"/>
                </a:lnTo>
                <a:lnTo>
                  <a:pt x="356835" y="117616"/>
                </a:lnTo>
                <a:lnTo>
                  <a:pt x="356835" y="114561"/>
                </a:lnTo>
                <a:cubicBezTo>
                  <a:pt x="360286" y="114278"/>
                  <a:pt x="362620" y="113330"/>
                  <a:pt x="363836" y="111718"/>
                </a:cubicBezTo>
                <a:cubicBezTo>
                  <a:pt x="365053" y="110106"/>
                  <a:pt x="365661" y="105848"/>
                  <a:pt x="365661" y="98947"/>
                </a:cubicBezTo>
                <a:lnTo>
                  <a:pt x="365661" y="54989"/>
                </a:lnTo>
                <a:cubicBezTo>
                  <a:pt x="365661" y="50435"/>
                  <a:pt x="365435" y="47532"/>
                  <a:pt x="364982" y="46280"/>
                </a:cubicBezTo>
                <a:cubicBezTo>
                  <a:pt x="364416" y="44686"/>
                  <a:pt x="363596" y="43519"/>
                  <a:pt x="362521" y="42780"/>
                </a:cubicBezTo>
                <a:cubicBezTo>
                  <a:pt x="361446" y="42039"/>
                  <a:pt x="359551" y="41526"/>
                  <a:pt x="356835" y="41242"/>
                </a:cubicBezTo>
                <a:lnTo>
                  <a:pt x="356835" y="38187"/>
                </a:lnTo>
                <a:lnTo>
                  <a:pt x="389252" y="38187"/>
                </a:lnTo>
                <a:close/>
                <a:moveTo>
                  <a:pt x="515693" y="9165"/>
                </a:moveTo>
                <a:lnTo>
                  <a:pt x="515693" y="56347"/>
                </a:lnTo>
                <a:lnTo>
                  <a:pt x="519003" y="56347"/>
                </a:lnTo>
                <a:cubicBezTo>
                  <a:pt x="524094" y="56347"/>
                  <a:pt x="528252" y="55581"/>
                  <a:pt x="531477" y="54048"/>
                </a:cubicBezTo>
                <a:cubicBezTo>
                  <a:pt x="534702" y="52515"/>
                  <a:pt x="537431" y="49932"/>
                  <a:pt x="539666" y="46299"/>
                </a:cubicBezTo>
                <a:cubicBezTo>
                  <a:pt x="541901" y="42666"/>
                  <a:pt x="543357" y="37756"/>
                  <a:pt x="544036" y="31568"/>
                </a:cubicBezTo>
                <a:lnTo>
                  <a:pt x="547006" y="31568"/>
                </a:lnTo>
                <a:lnTo>
                  <a:pt x="547006" y="89442"/>
                </a:lnTo>
                <a:lnTo>
                  <a:pt x="544036" y="89442"/>
                </a:lnTo>
                <a:cubicBezTo>
                  <a:pt x="542961" y="78524"/>
                  <a:pt x="540034" y="71325"/>
                  <a:pt x="535253" y="67845"/>
                </a:cubicBezTo>
                <a:cubicBezTo>
                  <a:pt x="530473" y="64366"/>
                  <a:pt x="525056" y="62627"/>
                  <a:pt x="519003" y="62627"/>
                </a:cubicBezTo>
                <a:lnTo>
                  <a:pt x="515693" y="62627"/>
                </a:lnTo>
                <a:lnTo>
                  <a:pt x="515693" y="97928"/>
                </a:lnTo>
                <a:cubicBezTo>
                  <a:pt x="515693" y="103842"/>
                  <a:pt x="516018" y="107539"/>
                  <a:pt x="516669" y="109018"/>
                </a:cubicBezTo>
                <a:cubicBezTo>
                  <a:pt x="517320" y="110496"/>
                  <a:pt x="518592" y="111790"/>
                  <a:pt x="520488" y="112898"/>
                </a:cubicBezTo>
                <a:cubicBezTo>
                  <a:pt x="522383" y="114007"/>
                  <a:pt x="524943" y="114561"/>
                  <a:pt x="528167" y="114561"/>
                </a:cubicBezTo>
                <a:lnTo>
                  <a:pt x="531986" y="114561"/>
                </a:lnTo>
                <a:lnTo>
                  <a:pt x="531986" y="117616"/>
                </a:lnTo>
                <a:lnTo>
                  <a:pt x="471821" y="117616"/>
                </a:lnTo>
                <a:lnTo>
                  <a:pt x="471821" y="114561"/>
                </a:lnTo>
                <a:lnTo>
                  <a:pt x="475639" y="114561"/>
                </a:lnTo>
                <a:cubicBezTo>
                  <a:pt x="478977" y="114561"/>
                  <a:pt x="481664" y="113964"/>
                  <a:pt x="483701" y="112771"/>
                </a:cubicBezTo>
                <a:cubicBezTo>
                  <a:pt x="485172" y="111973"/>
                  <a:pt x="486303" y="110609"/>
                  <a:pt x="487095" y="108676"/>
                </a:cubicBezTo>
                <a:cubicBezTo>
                  <a:pt x="487718" y="107311"/>
                  <a:pt x="488029" y="103729"/>
                  <a:pt x="488029" y="97928"/>
                </a:cubicBezTo>
                <a:lnTo>
                  <a:pt x="488029" y="22233"/>
                </a:lnTo>
                <a:cubicBezTo>
                  <a:pt x="488029" y="16320"/>
                  <a:pt x="487718" y="12624"/>
                  <a:pt x="487095" y="11146"/>
                </a:cubicBezTo>
                <a:cubicBezTo>
                  <a:pt x="486473" y="9666"/>
                  <a:pt x="485214" y="8372"/>
                  <a:pt x="483319" y="7263"/>
                </a:cubicBezTo>
                <a:cubicBezTo>
                  <a:pt x="481424" y="6155"/>
                  <a:pt x="478864" y="5601"/>
                  <a:pt x="475639" y="5601"/>
                </a:cubicBezTo>
                <a:lnTo>
                  <a:pt x="471821" y="5601"/>
                </a:lnTo>
                <a:lnTo>
                  <a:pt x="471821" y="2546"/>
                </a:lnTo>
                <a:lnTo>
                  <a:pt x="568900" y="2546"/>
                </a:lnTo>
                <a:lnTo>
                  <a:pt x="568900" y="35641"/>
                </a:lnTo>
                <a:lnTo>
                  <a:pt x="565421" y="35641"/>
                </a:lnTo>
                <a:cubicBezTo>
                  <a:pt x="564629" y="27866"/>
                  <a:pt x="562606" y="22105"/>
                  <a:pt x="559353" y="18359"/>
                </a:cubicBezTo>
                <a:cubicBezTo>
                  <a:pt x="556100" y="14613"/>
                  <a:pt x="551391" y="11974"/>
                  <a:pt x="545224" y="10443"/>
                </a:cubicBezTo>
                <a:cubicBezTo>
                  <a:pt x="541830" y="9591"/>
                  <a:pt x="535550" y="9165"/>
                  <a:pt x="526385" y="9165"/>
                </a:cubicBezTo>
                <a:lnTo>
                  <a:pt x="515693" y="9165"/>
                </a:lnTo>
                <a:close/>
                <a:moveTo>
                  <a:pt x="599053" y="0"/>
                </a:moveTo>
                <a:cubicBezTo>
                  <a:pt x="602731" y="0"/>
                  <a:pt x="605842" y="1291"/>
                  <a:pt x="608388" y="3874"/>
                </a:cubicBezTo>
                <a:cubicBezTo>
                  <a:pt x="610934" y="6456"/>
                  <a:pt x="612207" y="9563"/>
                  <a:pt x="612207" y="13196"/>
                </a:cubicBezTo>
                <a:cubicBezTo>
                  <a:pt x="612207" y="16829"/>
                  <a:pt x="610919" y="19923"/>
                  <a:pt x="608345" y="22477"/>
                </a:cubicBezTo>
                <a:cubicBezTo>
                  <a:pt x="605771" y="25030"/>
                  <a:pt x="602674" y="26307"/>
                  <a:pt x="599053" y="26307"/>
                </a:cubicBezTo>
                <a:cubicBezTo>
                  <a:pt x="595433" y="26307"/>
                  <a:pt x="592349" y="25030"/>
                  <a:pt x="589804" y="22477"/>
                </a:cubicBezTo>
                <a:cubicBezTo>
                  <a:pt x="587258" y="19923"/>
                  <a:pt x="585985" y="16829"/>
                  <a:pt x="585985" y="13196"/>
                </a:cubicBezTo>
                <a:cubicBezTo>
                  <a:pt x="585985" y="9563"/>
                  <a:pt x="587258" y="6456"/>
                  <a:pt x="589804" y="3874"/>
                </a:cubicBezTo>
                <a:cubicBezTo>
                  <a:pt x="592349" y="1291"/>
                  <a:pt x="595433" y="0"/>
                  <a:pt x="599053" y="0"/>
                </a:cubicBezTo>
                <a:moveTo>
                  <a:pt x="610934" y="38187"/>
                </a:moveTo>
                <a:lnTo>
                  <a:pt x="610934" y="101153"/>
                </a:lnTo>
                <a:cubicBezTo>
                  <a:pt x="610934" y="106754"/>
                  <a:pt x="611584" y="110332"/>
                  <a:pt x="612885" y="111888"/>
                </a:cubicBezTo>
                <a:cubicBezTo>
                  <a:pt x="614187" y="113443"/>
                  <a:pt x="616732" y="114334"/>
                  <a:pt x="620523" y="114561"/>
                </a:cubicBezTo>
                <a:lnTo>
                  <a:pt x="620523" y="117616"/>
                </a:lnTo>
                <a:lnTo>
                  <a:pt x="577669" y="117616"/>
                </a:lnTo>
                <a:lnTo>
                  <a:pt x="577669" y="114561"/>
                </a:lnTo>
                <a:cubicBezTo>
                  <a:pt x="581176" y="114448"/>
                  <a:pt x="583778" y="113429"/>
                  <a:pt x="585476" y="111506"/>
                </a:cubicBezTo>
                <a:cubicBezTo>
                  <a:pt x="586607" y="110205"/>
                  <a:pt x="587173" y="106754"/>
                  <a:pt x="587173" y="101153"/>
                </a:cubicBezTo>
                <a:lnTo>
                  <a:pt x="587173" y="54819"/>
                </a:lnTo>
                <a:cubicBezTo>
                  <a:pt x="587173" y="49148"/>
                  <a:pt x="586522" y="45525"/>
                  <a:pt x="585221" y="43949"/>
                </a:cubicBezTo>
                <a:cubicBezTo>
                  <a:pt x="583920" y="42374"/>
                  <a:pt x="581402" y="41472"/>
                  <a:pt x="577669" y="41242"/>
                </a:cubicBezTo>
                <a:lnTo>
                  <a:pt x="577669" y="38187"/>
                </a:lnTo>
                <a:lnTo>
                  <a:pt x="610934" y="38187"/>
                </a:lnTo>
                <a:close/>
                <a:moveTo>
                  <a:pt x="674844" y="68943"/>
                </a:moveTo>
                <a:lnTo>
                  <a:pt x="688949" y="95133"/>
                </a:lnTo>
                <a:cubicBezTo>
                  <a:pt x="693701" y="104240"/>
                  <a:pt x="697463" y="110008"/>
                  <a:pt x="700235" y="112439"/>
                </a:cubicBezTo>
                <a:cubicBezTo>
                  <a:pt x="701763" y="113740"/>
                  <a:pt x="703856" y="114448"/>
                  <a:pt x="706515" y="114561"/>
                </a:cubicBezTo>
                <a:lnTo>
                  <a:pt x="706515" y="117616"/>
                </a:lnTo>
                <a:lnTo>
                  <a:pt x="662303" y="117616"/>
                </a:lnTo>
                <a:lnTo>
                  <a:pt x="662303" y="114561"/>
                </a:lnTo>
                <a:cubicBezTo>
                  <a:pt x="665754" y="114278"/>
                  <a:pt x="667890" y="113825"/>
                  <a:pt x="668710" y="113203"/>
                </a:cubicBezTo>
                <a:cubicBezTo>
                  <a:pt x="669530" y="112579"/>
                  <a:pt x="669940" y="111729"/>
                  <a:pt x="669940" y="110652"/>
                </a:cubicBezTo>
                <a:cubicBezTo>
                  <a:pt x="669940" y="109066"/>
                  <a:pt x="669035" y="106573"/>
                  <a:pt x="667225" y="103174"/>
                </a:cubicBezTo>
                <a:lnTo>
                  <a:pt x="660298" y="90312"/>
                </a:lnTo>
                <a:lnTo>
                  <a:pt x="654496" y="98840"/>
                </a:lnTo>
                <a:cubicBezTo>
                  <a:pt x="651837" y="102749"/>
                  <a:pt x="650338" y="105072"/>
                  <a:pt x="649998" y="105810"/>
                </a:cubicBezTo>
                <a:cubicBezTo>
                  <a:pt x="649546" y="106884"/>
                  <a:pt x="649319" y="107847"/>
                  <a:pt x="649319" y="108697"/>
                </a:cubicBezTo>
                <a:cubicBezTo>
                  <a:pt x="649319" y="110000"/>
                  <a:pt x="649588" y="111091"/>
                  <a:pt x="650126" y="111970"/>
                </a:cubicBezTo>
                <a:cubicBezTo>
                  <a:pt x="650663" y="112847"/>
                  <a:pt x="651398" y="113498"/>
                  <a:pt x="652332" y="113924"/>
                </a:cubicBezTo>
                <a:cubicBezTo>
                  <a:pt x="653265" y="114349"/>
                  <a:pt x="654977" y="114561"/>
                  <a:pt x="657466" y="114561"/>
                </a:cubicBezTo>
                <a:lnTo>
                  <a:pt x="657466" y="117616"/>
                </a:lnTo>
                <a:lnTo>
                  <a:pt x="626407" y="117616"/>
                </a:lnTo>
                <a:lnTo>
                  <a:pt x="626407" y="114561"/>
                </a:lnTo>
                <a:cubicBezTo>
                  <a:pt x="630254" y="114561"/>
                  <a:pt x="633776" y="113499"/>
                  <a:pt x="636972" y="111376"/>
                </a:cubicBezTo>
                <a:cubicBezTo>
                  <a:pt x="640169" y="109251"/>
                  <a:pt x="644822" y="103686"/>
                  <a:pt x="650932" y="94682"/>
                </a:cubicBezTo>
                <a:lnTo>
                  <a:pt x="657479" y="85075"/>
                </a:lnTo>
                <a:lnTo>
                  <a:pt x="643804" y="59680"/>
                </a:lnTo>
                <a:cubicBezTo>
                  <a:pt x="639334" y="51371"/>
                  <a:pt x="635996" y="46278"/>
                  <a:pt x="633790" y="44400"/>
                </a:cubicBezTo>
                <a:cubicBezTo>
                  <a:pt x="631584" y="42523"/>
                  <a:pt x="629123" y="41470"/>
                  <a:pt x="626407" y="41242"/>
                </a:cubicBezTo>
                <a:lnTo>
                  <a:pt x="626407" y="38187"/>
                </a:lnTo>
                <a:lnTo>
                  <a:pt x="670365" y="38187"/>
                </a:lnTo>
                <a:lnTo>
                  <a:pt x="670365" y="41242"/>
                </a:lnTo>
                <a:lnTo>
                  <a:pt x="668073" y="41327"/>
                </a:lnTo>
                <a:lnTo>
                  <a:pt x="663661" y="42870"/>
                </a:lnTo>
                <a:cubicBezTo>
                  <a:pt x="663208" y="43270"/>
                  <a:pt x="662982" y="43926"/>
                  <a:pt x="662982" y="44840"/>
                </a:cubicBezTo>
                <a:cubicBezTo>
                  <a:pt x="662982" y="45696"/>
                  <a:pt x="663123" y="46581"/>
                  <a:pt x="663406" y="47495"/>
                </a:cubicBezTo>
                <a:cubicBezTo>
                  <a:pt x="663576" y="47895"/>
                  <a:pt x="664368" y="49436"/>
                  <a:pt x="665782" y="52120"/>
                </a:cubicBezTo>
                <a:lnTo>
                  <a:pt x="672030" y="63719"/>
                </a:lnTo>
                <a:lnTo>
                  <a:pt x="675202" y="59062"/>
                </a:lnTo>
                <a:cubicBezTo>
                  <a:pt x="679728" y="52809"/>
                  <a:pt x="681990" y="48432"/>
                  <a:pt x="681990" y="45930"/>
                </a:cubicBezTo>
                <a:cubicBezTo>
                  <a:pt x="681990" y="44737"/>
                  <a:pt x="681495" y="43728"/>
                  <a:pt x="680505" y="42905"/>
                </a:cubicBezTo>
                <a:cubicBezTo>
                  <a:pt x="679515" y="42081"/>
                  <a:pt x="677747" y="41526"/>
                  <a:pt x="675202" y="41242"/>
                </a:cubicBezTo>
                <a:lnTo>
                  <a:pt x="675202" y="38187"/>
                </a:lnTo>
                <a:lnTo>
                  <a:pt x="703290" y="38187"/>
                </a:lnTo>
                <a:lnTo>
                  <a:pt x="703290" y="41242"/>
                </a:lnTo>
                <a:cubicBezTo>
                  <a:pt x="699839" y="41355"/>
                  <a:pt x="696615" y="42423"/>
                  <a:pt x="693616" y="44445"/>
                </a:cubicBezTo>
                <a:cubicBezTo>
                  <a:pt x="690618" y="46468"/>
                  <a:pt x="687252" y="50385"/>
                  <a:pt x="683518" y="56196"/>
                </a:cubicBezTo>
                <a:lnTo>
                  <a:pt x="674844" y="68943"/>
                </a:lnTo>
                <a:close/>
                <a:moveTo>
                  <a:pt x="734264" y="0"/>
                </a:moveTo>
                <a:cubicBezTo>
                  <a:pt x="737941" y="0"/>
                  <a:pt x="741053" y="1291"/>
                  <a:pt x="743599" y="3874"/>
                </a:cubicBezTo>
                <a:cubicBezTo>
                  <a:pt x="746144" y="6456"/>
                  <a:pt x="747417" y="9563"/>
                  <a:pt x="747417" y="13196"/>
                </a:cubicBezTo>
                <a:cubicBezTo>
                  <a:pt x="747417" y="16829"/>
                  <a:pt x="746130" y="19923"/>
                  <a:pt x="743556" y="22477"/>
                </a:cubicBezTo>
                <a:cubicBezTo>
                  <a:pt x="740982" y="25030"/>
                  <a:pt x="737885" y="26307"/>
                  <a:pt x="734264" y="26307"/>
                </a:cubicBezTo>
                <a:cubicBezTo>
                  <a:pt x="730643" y="26307"/>
                  <a:pt x="727560" y="25030"/>
                  <a:pt x="725014" y="22477"/>
                </a:cubicBezTo>
                <a:cubicBezTo>
                  <a:pt x="722469" y="19923"/>
                  <a:pt x="721196" y="16829"/>
                  <a:pt x="721196" y="13196"/>
                </a:cubicBezTo>
                <a:cubicBezTo>
                  <a:pt x="721196" y="9563"/>
                  <a:pt x="722469" y="6456"/>
                  <a:pt x="725014" y="3874"/>
                </a:cubicBezTo>
                <a:cubicBezTo>
                  <a:pt x="727560" y="1291"/>
                  <a:pt x="730643" y="0"/>
                  <a:pt x="734264" y="0"/>
                </a:cubicBezTo>
                <a:moveTo>
                  <a:pt x="746144" y="38187"/>
                </a:moveTo>
                <a:lnTo>
                  <a:pt x="746144" y="101153"/>
                </a:lnTo>
                <a:cubicBezTo>
                  <a:pt x="746144" y="106754"/>
                  <a:pt x="746795" y="110332"/>
                  <a:pt x="748096" y="111888"/>
                </a:cubicBezTo>
                <a:cubicBezTo>
                  <a:pt x="749397" y="113443"/>
                  <a:pt x="751943" y="114334"/>
                  <a:pt x="755734" y="114561"/>
                </a:cubicBezTo>
                <a:lnTo>
                  <a:pt x="755734" y="117616"/>
                </a:lnTo>
                <a:lnTo>
                  <a:pt x="712879" y="117616"/>
                </a:lnTo>
                <a:lnTo>
                  <a:pt x="712879" y="114561"/>
                </a:lnTo>
                <a:cubicBezTo>
                  <a:pt x="716387" y="114448"/>
                  <a:pt x="718989" y="113429"/>
                  <a:pt x="720686" y="111506"/>
                </a:cubicBezTo>
                <a:cubicBezTo>
                  <a:pt x="721818" y="110205"/>
                  <a:pt x="722384" y="106754"/>
                  <a:pt x="722384" y="101153"/>
                </a:cubicBezTo>
                <a:lnTo>
                  <a:pt x="722384" y="54819"/>
                </a:lnTo>
                <a:cubicBezTo>
                  <a:pt x="722384" y="49148"/>
                  <a:pt x="721733" y="45525"/>
                  <a:pt x="720432" y="43949"/>
                </a:cubicBezTo>
                <a:cubicBezTo>
                  <a:pt x="719131" y="42374"/>
                  <a:pt x="716613" y="41472"/>
                  <a:pt x="712879" y="41242"/>
                </a:cubicBezTo>
                <a:lnTo>
                  <a:pt x="712879" y="38187"/>
                </a:lnTo>
                <a:lnTo>
                  <a:pt x="746144" y="38187"/>
                </a:lnTo>
                <a:close/>
                <a:moveTo>
                  <a:pt x="795901" y="38187"/>
                </a:moveTo>
                <a:lnTo>
                  <a:pt x="795901" y="48540"/>
                </a:lnTo>
                <a:cubicBezTo>
                  <a:pt x="799975" y="44097"/>
                  <a:pt x="803878" y="40865"/>
                  <a:pt x="807612" y="38845"/>
                </a:cubicBezTo>
                <a:cubicBezTo>
                  <a:pt x="811346" y="36822"/>
                  <a:pt x="815363" y="35811"/>
                  <a:pt x="819662" y="35811"/>
                </a:cubicBezTo>
                <a:cubicBezTo>
                  <a:pt x="824810" y="35811"/>
                  <a:pt x="829082" y="37241"/>
                  <a:pt x="832476" y="40102"/>
                </a:cubicBezTo>
                <a:cubicBezTo>
                  <a:pt x="835870" y="42962"/>
                  <a:pt x="838133" y="46516"/>
                  <a:pt x="839265" y="50765"/>
                </a:cubicBezTo>
                <a:cubicBezTo>
                  <a:pt x="840170" y="53995"/>
                  <a:pt x="840623" y="60198"/>
                  <a:pt x="840623" y="69376"/>
                </a:cubicBezTo>
                <a:lnTo>
                  <a:pt x="840623" y="100304"/>
                </a:lnTo>
                <a:cubicBezTo>
                  <a:pt x="840623" y="106414"/>
                  <a:pt x="841174" y="110219"/>
                  <a:pt x="842277" y="111718"/>
                </a:cubicBezTo>
                <a:cubicBezTo>
                  <a:pt x="843381" y="113217"/>
                  <a:pt x="845686" y="114165"/>
                  <a:pt x="849193" y="114561"/>
                </a:cubicBezTo>
                <a:lnTo>
                  <a:pt x="849193" y="117616"/>
                </a:lnTo>
                <a:lnTo>
                  <a:pt x="809055" y="117616"/>
                </a:lnTo>
                <a:lnTo>
                  <a:pt x="809055" y="114561"/>
                </a:lnTo>
                <a:cubicBezTo>
                  <a:pt x="812053" y="114165"/>
                  <a:pt x="814203" y="112920"/>
                  <a:pt x="815504" y="110827"/>
                </a:cubicBezTo>
                <a:cubicBezTo>
                  <a:pt x="816409" y="109413"/>
                  <a:pt x="816862" y="105905"/>
                  <a:pt x="816862" y="100304"/>
                </a:cubicBezTo>
                <a:lnTo>
                  <a:pt x="816862" y="65003"/>
                </a:lnTo>
                <a:cubicBezTo>
                  <a:pt x="816862" y="58497"/>
                  <a:pt x="816607" y="54395"/>
                  <a:pt x="816098" y="52698"/>
                </a:cubicBezTo>
                <a:cubicBezTo>
                  <a:pt x="815589" y="51001"/>
                  <a:pt x="814726" y="49685"/>
                  <a:pt x="813510" y="48752"/>
                </a:cubicBezTo>
                <a:cubicBezTo>
                  <a:pt x="812294" y="47818"/>
                  <a:pt x="810950" y="47352"/>
                  <a:pt x="809479" y="47352"/>
                </a:cubicBezTo>
                <a:cubicBezTo>
                  <a:pt x="804614" y="47352"/>
                  <a:pt x="800088" y="50859"/>
                  <a:pt x="795901" y="57874"/>
                </a:cubicBezTo>
                <a:lnTo>
                  <a:pt x="795901" y="100304"/>
                </a:lnTo>
                <a:cubicBezTo>
                  <a:pt x="795901" y="106244"/>
                  <a:pt x="796453" y="110007"/>
                  <a:pt x="797556" y="111591"/>
                </a:cubicBezTo>
                <a:cubicBezTo>
                  <a:pt x="798659" y="113175"/>
                  <a:pt x="800710" y="114165"/>
                  <a:pt x="803709" y="114561"/>
                </a:cubicBezTo>
                <a:lnTo>
                  <a:pt x="803709" y="117616"/>
                </a:lnTo>
                <a:lnTo>
                  <a:pt x="763570" y="117616"/>
                </a:lnTo>
                <a:lnTo>
                  <a:pt x="763570" y="114561"/>
                </a:lnTo>
                <a:cubicBezTo>
                  <a:pt x="766908" y="114221"/>
                  <a:pt x="769284" y="113146"/>
                  <a:pt x="770698" y="111336"/>
                </a:cubicBezTo>
                <a:cubicBezTo>
                  <a:pt x="771660" y="110091"/>
                  <a:pt x="772141" y="106414"/>
                  <a:pt x="772141" y="100304"/>
                </a:cubicBezTo>
                <a:lnTo>
                  <a:pt x="772141" y="55498"/>
                </a:lnTo>
                <a:cubicBezTo>
                  <a:pt x="772141" y="49429"/>
                  <a:pt x="771589" y="45650"/>
                  <a:pt x="770486" y="44162"/>
                </a:cubicBezTo>
                <a:cubicBezTo>
                  <a:pt x="769383" y="42673"/>
                  <a:pt x="767077" y="41700"/>
                  <a:pt x="763570" y="41242"/>
                </a:cubicBezTo>
                <a:lnTo>
                  <a:pt x="763570" y="38187"/>
                </a:lnTo>
                <a:lnTo>
                  <a:pt x="795901" y="38187"/>
                </a:lnTo>
                <a:close/>
                <a:moveTo>
                  <a:pt x="911030" y="39205"/>
                </a:moveTo>
                <a:lnTo>
                  <a:pt x="937761" y="39205"/>
                </a:lnTo>
                <a:lnTo>
                  <a:pt x="937761" y="48540"/>
                </a:lnTo>
                <a:lnTo>
                  <a:pt x="922571" y="48540"/>
                </a:lnTo>
                <a:cubicBezTo>
                  <a:pt x="925343" y="51312"/>
                  <a:pt x="927266" y="53829"/>
                  <a:pt x="928341" y="56092"/>
                </a:cubicBezTo>
                <a:cubicBezTo>
                  <a:pt x="929699" y="59147"/>
                  <a:pt x="930378" y="62344"/>
                  <a:pt x="930378" y="65681"/>
                </a:cubicBezTo>
                <a:cubicBezTo>
                  <a:pt x="930378" y="71339"/>
                  <a:pt x="928808" y="76247"/>
                  <a:pt x="925668" y="80405"/>
                </a:cubicBezTo>
                <a:cubicBezTo>
                  <a:pt x="922528" y="84563"/>
                  <a:pt x="918257" y="87816"/>
                  <a:pt x="912854" y="90164"/>
                </a:cubicBezTo>
                <a:cubicBezTo>
                  <a:pt x="907452" y="92511"/>
                  <a:pt x="902657" y="93685"/>
                  <a:pt x="898471" y="93685"/>
                </a:cubicBezTo>
                <a:cubicBezTo>
                  <a:pt x="898131" y="93685"/>
                  <a:pt x="894737" y="93544"/>
                  <a:pt x="888287" y="93261"/>
                </a:cubicBezTo>
                <a:cubicBezTo>
                  <a:pt x="885742" y="93261"/>
                  <a:pt x="883606" y="94091"/>
                  <a:pt x="881880" y="95751"/>
                </a:cubicBezTo>
                <a:cubicBezTo>
                  <a:pt x="880155" y="97411"/>
                  <a:pt x="879292" y="99394"/>
                  <a:pt x="879292" y="101699"/>
                </a:cubicBezTo>
                <a:cubicBezTo>
                  <a:pt x="879292" y="103725"/>
                  <a:pt x="880070" y="105385"/>
                  <a:pt x="881626" y="106679"/>
                </a:cubicBezTo>
                <a:cubicBezTo>
                  <a:pt x="883182" y="107973"/>
                  <a:pt x="885713" y="108621"/>
                  <a:pt x="889221" y="108621"/>
                </a:cubicBezTo>
                <a:lnTo>
                  <a:pt x="903902" y="108451"/>
                </a:lnTo>
                <a:cubicBezTo>
                  <a:pt x="915782" y="108451"/>
                  <a:pt x="923957" y="109755"/>
                  <a:pt x="928426" y="112362"/>
                </a:cubicBezTo>
                <a:cubicBezTo>
                  <a:pt x="934819" y="115988"/>
                  <a:pt x="938015" y="121571"/>
                  <a:pt x="938015" y="129109"/>
                </a:cubicBezTo>
                <a:cubicBezTo>
                  <a:pt x="938015" y="133926"/>
                  <a:pt x="936544" y="138305"/>
                  <a:pt x="933603" y="142244"/>
                </a:cubicBezTo>
                <a:cubicBezTo>
                  <a:pt x="930661" y="146183"/>
                  <a:pt x="926785" y="149087"/>
                  <a:pt x="921977" y="150958"/>
                </a:cubicBezTo>
                <a:cubicBezTo>
                  <a:pt x="914679" y="153735"/>
                  <a:pt x="906278" y="155124"/>
                  <a:pt x="896773" y="155124"/>
                </a:cubicBezTo>
                <a:cubicBezTo>
                  <a:pt x="889645" y="155124"/>
                  <a:pt x="883139" y="154431"/>
                  <a:pt x="877256" y="153045"/>
                </a:cubicBezTo>
                <a:cubicBezTo>
                  <a:pt x="871372" y="151659"/>
                  <a:pt x="867157" y="149734"/>
                  <a:pt x="864612" y="147272"/>
                </a:cubicBezTo>
                <a:cubicBezTo>
                  <a:pt x="862066" y="144811"/>
                  <a:pt x="860793" y="142222"/>
                  <a:pt x="860793" y="139504"/>
                </a:cubicBezTo>
                <a:cubicBezTo>
                  <a:pt x="860793" y="136902"/>
                  <a:pt x="861769" y="134567"/>
                  <a:pt x="863720" y="132501"/>
                </a:cubicBezTo>
                <a:cubicBezTo>
                  <a:pt x="865672" y="130436"/>
                  <a:pt x="869307" y="128696"/>
                  <a:pt x="874625" y="127282"/>
                </a:cubicBezTo>
                <a:cubicBezTo>
                  <a:pt x="867270" y="123661"/>
                  <a:pt x="863593" y="118627"/>
                  <a:pt x="863593" y="112179"/>
                </a:cubicBezTo>
                <a:cubicBezTo>
                  <a:pt x="863593" y="108276"/>
                  <a:pt x="865092" y="104486"/>
                  <a:pt x="868091" y="100811"/>
                </a:cubicBezTo>
                <a:cubicBezTo>
                  <a:pt x="871089" y="97134"/>
                  <a:pt x="875841" y="93937"/>
                  <a:pt x="882347" y="91222"/>
                </a:cubicBezTo>
                <a:cubicBezTo>
                  <a:pt x="874766" y="88446"/>
                  <a:pt x="869279" y="84792"/>
                  <a:pt x="865884" y="80259"/>
                </a:cubicBezTo>
                <a:cubicBezTo>
                  <a:pt x="862490" y="75726"/>
                  <a:pt x="860793" y="70485"/>
                  <a:pt x="860793" y="64536"/>
                </a:cubicBezTo>
                <a:cubicBezTo>
                  <a:pt x="860793" y="56775"/>
                  <a:pt x="863961" y="50047"/>
                  <a:pt x="870297" y="44353"/>
                </a:cubicBezTo>
                <a:cubicBezTo>
                  <a:pt x="876633" y="38658"/>
                  <a:pt x="884780" y="35811"/>
                  <a:pt x="894737" y="35811"/>
                </a:cubicBezTo>
                <a:cubicBezTo>
                  <a:pt x="899998" y="35811"/>
                  <a:pt x="905429" y="36942"/>
                  <a:pt x="911030" y="39205"/>
                </a:cubicBezTo>
                <a:moveTo>
                  <a:pt x="896349" y="41242"/>
                </a:moveTo>
                <a:cubicBezTo>
                  <a:pt x="893068" y="41242"/>
                  <a:pt x="890296" y="42894"/>
                  <a:pt x="888033" y="46198"/>
                </a:cubicBezTo>
                <a:cubicBezTo>
                  <a:pt x="885770" y="49501"/>
                  <a:pt x="884638" y="56348"/>
                  <a:pt x="884638" y="66740"/>
                </a:cubicBezTo>
                <a:cubicBezTo>
                  <a:pt x="884638" y="75153"/>
                  <a:pt x="885756" y="80927"/>
                  <a:pt x="887990" y="84062"/>
                </a:cubicBezTo>
                <a:cubicBezTo>
                  <a:pt x="890225" y="87196"/>
                  <a:pt x="892870" y="88763"/>
                  <a:pt x="895925" y="88763"/>
                </a:cubicBezTo>
                <a:cubicBezTo>
                  <a:pt x="899319" y="88763"/>
                  <a:pt x="902148" y="87210"/>
                  <a:pt x="904411" y="84104"/>
                </a:cubicBezTo>
                <a:cubicBezTo>
                  <a:pt x="906674" y="80998"/>
                  <a:pt x="907805" y="74955"/>
                  <a:pt x="907805" y="65976"/>
                </a:cubicBezTo>
                <a:cubicBezTo>
                  <a:pt x="907805" y="55869"/>
                  <a:pt x="906532" y="48979"/>
                  <a:pt x="903986" y="45307"/>
                </a:cubicBezTo>
                <a:cubicBezTo>
                  <a:pt x="902176" y="42597"/>
                  <a:pt x="899630" y="41242"/>
                  <a:pt x="896349" y="41242"/>
                </a:cubicBezTo>
                <a:moveTo>
                  <a:pt x="891342" y="129326"/>
                </a:moveTo>
                <a:cubicBezTo>
                  <a:pt x="885572" y="129326"/>
                  <a:pt x="881753" y="129805"/>
                  <a:pt x="879886" y="130764"/>
                </a:cubicBezTo>
                <a:cubicBezTo>
                  <a:pt x="876662" y="132509"/>
                  <a:pt x="875049" y="134874"/>
                  <a:pt x="875049" y="137860"/>
                </a:cubicBezTo>
                <a:cubicBezTo>
                  <a:pt x="875049" y="140733"/>
                  <a:pt x="876718" y="143338"/>
                  <a:pt x="880056" y="145675"/>
                </a:cubicBezTo>
                <a:cubicBezTo>
                  <a:pt x="883394" y="148014"/>
                  <a:pt x="889673" y="149184"/>
                  <a:pt x="898895" y="149184"/>
                </a:cubicBezTo>
                <a:cubicBezTo>
                  <a:pt x="906759" y="149184"/>
                  <a:pt x="912939" y="148141"/>
                  <a:pt x="917437" y="146057"/>
                </a:cubicBezTo>
                <a:cubicBezTo>
                  <a:pt x="921934" y="143973"/>
                  <a:pt x="924183" y="141043"/>
                  <a:pt x="924183" y="137269"/>
                </a:cubicBezTo>
                <a:cubicBezTo>
                  <a:pt x="924183" y="135861"/>
                  <a:pt x="923759" y="134679"/>
                  <a:pt x="922910" y="133720"/>
                </a:cubicBezTo>
                <a:cubicBezTo>
                  <a:pt x="921383" y="132030"/>
                  <a:pt x="919077" y="130875"/>
                  <a:pt x="915994" y="130255"/>
                </a:cubicBezTo>
                <a:cubicBezTo>
                  <a:pt x="912911" y="129636"/>
                  <a:pt x="904694" y="129326"/>
                  <a:pt x="891342" y="12932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4040C1-E3A3-4A81-8CA9-5357B846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273921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F15A9-A328-4A1C-ABAF-40E411FD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273921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37" name="Text 311,46.7%">
            <a:extLst xmlns:a="http://schemas.openxmlformats.org/drawingml/2006/main">
              <a:ext uri="{FF2B5EF4-FFF2-40B4-BE49-F238E27FC236}">
                <a16:creationId xmlns:a16="http://schemas.microsoft.com/office/drawing/2014/main" id="{52E73FB9-E8DD-4C21-BA8C-A324BE41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214" y="366692"/>
            <a:ext cx="776976" cy="146807"/>
          </a:xfrm>
          <a:custGeom xmlns:a="http://schemas.openxmlformats.org/drawingml/2006/main">
            <a:pathLst>
              <a:path w="776976" h="146807">
                <a:moveTo>
                  <a:pt x="1782" y="24524"/>
                </a:moveTo>
                <a:cubicBezTo>
                  <a:pt x="5063" y="16774"/>
                  <a:pt x="9207" y="10805"/>
                  <a:pt x="14214" y="6619"/>
                </a:cubicBezTo>
                <a:cubicBezTo>
                  <a:pt x="19221" y="2433"/>
                  <a:pt x="25458" y="339"/>
                  <a:pt x="32926" y="339"/>
                </a:cubicBezTo>
                <a:cubicBezTo>
                  <a:pt x="42147" y="339"/>
                  <a:pt x="49219" y="3333"/>
                  <a:pt x="54141" y="9321"/>
                </a:cubicBezTo>
                <a:cubicBezTo>
                  <a:pt x="57874" y="13785"/>
                  <a:pt x="59741" y="18560"/>
                  <a:pt x="59741" y="23644"/>
                </a:cubicBezTo>
                <a:cubicBezTo>
                  <a:pt x="59741" y="32005"/>
                  <a:pt x="54480" y="40648"/>
                  <a:pt x="43957" y="49574"/>
                </a:cubicBezTo>
                <a:cubicBezTo>
                  <a:pt x="51029" y="52350"/>
                  <a:pt x="56375" y="56314"/>
                  <a:pt x="59996" y="61468"/>
                </a:cubicBezTo>
                <a:cubicBezTo>
                  <a:pt x="63617" y="66619"/>
                  <a:pt x="65427" y="72678"/>
                  <a:pt x="65427" y="79644"/>
                </a:cubicBezTo>
                <a:cubicBezTo>
                  <a:pt x="65427" y="89611"/>
                  <a:pt x="62259" y="98247"/>
                  <a:pt x="55923" y="105552"/>
                </a:cubicBezTo>
                <a:cubicBezTo>
                  <a:pt x="47663" y="115065"/>
                  <a:pt x="35698" y="119822"/>
                  <a:pt x="20027" y="119822"/>
                </a:cubicBezTo>
                <a:cubicBezTo>
                  <a:pt x="12276" y="119822"/>
                  <a:pt x="7001" y="118860"/>
                  <a:pt x="4201" y="116937"/>
                </a:cubicBezTo>
                <a:cubicBezTo>
                  <a:pt x="1400" y="115013"/>
                  <a:pt x="0" y="112948"/>
                  <a:pt x="0" y="110742"/>
                </a:cubicBezTo>
                <a:cubicBezTo>
                  <a:pt x="0" y="109101"/>
                  <a:pt x="665" y="107659"/>
                  <a:pt x="1994" y="106414"/>
                </a:cubicBezTo>
                <a:cubicBezTo>
                  <a:pt x="3324" y="105170"/>
                  <a:pt x="4922" y="104547"/>
                  <a:pt x="6789" y="104547"/>
                </a:cubicBezTo>
                <a:cubicBezTo>
                  <a:pt x="8203" y="104547"/>
                  <a:pt x="9646" y="104774"/>
                  <a:pt x="11117" y="105226"/>
                </a:cubicBezTo>
                <a:cubicBezTo>
                  <a:pt x="12078" y="105509"/>
                  <a:pt x="14256" y="106541"/>
                  <a:pt x="17651" y="108324"/>
                </a:cubicBezTo>
                <a:cubicBezTo>
                  <a:pt x="21045" y="110106"/>
                  <a:pt x="23393" y="111166"/>
                  <a:pt x="24694" y="111506"/>
                </a:cubicBezTo>
                <a:cubicBezTo>
                  <a:pt x="26787" y="112128"/>
                  <a:pt x="29022" y="112439"/>
                  <a:pt x="31398" y="112439"/>
                </a:cubicBezTo>
                <a:cubicBezTo>
                  <a:pt x="37169" y="112439"/>
                  <a:pt x="42189" y="110201"/>
                  <a:pt x="46461" y="105725"/>
                </a:cubicBezTo>
                <a:cubicBezTo>
                  <a:pt x="50732" y="101248"/>
                  <a:pt x="52868" y="95950"/>
                  <a:pt x="52868" y="89829"/>
                </a:cubicBezTo>
                <a:cubicBezTo>
                  <a:pt x="52868" y="85353"/>
                  <a:pt x="51878" y="80990"/>
                  <a:pt x="49898" y="76740"/>
                </a:cubicBezTo>
                <a:cubicBezTo>
                  <a:pt x="48427" y="73566"/>
                  <a:pt x="46814" y="71158"/>
                  <a:pt x="45061" y="69516"/>
                </a:cubicBezTo>
                <a:cubicBezTo>
                  <a:pt x="42628" y="67248"/>
                  <a:pt x="39290" y="65194"/>
                  <a:pt x="35047" y="63353"/>
                </a:cubicBezTo>
                <a:cubicBezTo>
                  <a:pt x="30804" y="61511"/>
                  <a:pt x="26476" y="60590"/>
                  <a:pt x="22064" y="60590"/>
                </a:cubicBezTo>
                <a:lnTo>
                  <a:pt x="19348" y="60590"/>
                </a:lnTo>
                <a:lnTo>
                  <a:pt x="19348" y="58044"/>
                </a:lnTo>
                <a:cubicBezTo>
                  <a:pt x="23817" y="57478"/>
                  <a:pt x="28301" y="55866"/>
                  <a:pt x="32798" y="53207"/>
                </a:cubicBezTo>
                <a:cubicBezTo>
                  <a:pt x="37296" y="50548"/>
                  <a:pt x="40563" y="47352"/>
                  <a:pt x="42600" y="43618"/>
                </a:cubicBezTo>
                <a:cubicBezTo>
                  <a:pt x="44636" y="39884"/>
                  <a:pt x="45655" y="35783"/>
                  <a:pt x="45655" y="31313"/>
                </a:cubicBezTo>
                <a:cubicBezTo>
                  <a:pt x="45655" y="25486"/>
                  <a:pt x="43830" y="20777"/>
                  <a:pt x="40181" y="17184"/>
                </a:cubicBezTo>
                <a:cubicBezTo>
                  <a:pt x="36532" y="13592"/>
                  <a:pt x="31992" y="11796"/>
                  <a:pt x="26561" y="11796"/>
                </a:cubicBezTo>
                <a:cubicBezTo>
                  <a:pt x="17792" y="11796"/>
                  <a:pt x="10466" y="16491"/>
                  <a:pt x="4582" y="25882"/>
                </a:cubicBezTo>
                <a:lnTo>
                  <a:pt x="1782" y="24524"/>
                </a:lnTo>
                <a:close/>
                <a:moveTo>
                  <a:pt x="100220" y="14002"/>
                </a:moveTo>
                <a:lnTo>
                  <a:pt x="128223" y="339"/>
                </a:lnTo>
                <a:lnTo>
                  <a:pt x="131024" y="339"/>
                </a:lnTo>
                <a:lnTo>
                  <a:pt x="131024" y="97504"/>
                </a:lnTo>
                <a:cubicBezTo>
                  <a:pt x="131024" y="103953"/>
                  <a:pt x="131292" y="107970"/>
                  <a:pt x="131830" y="109554"/>
                </a:cubicBezTo>
                <a:cubicBezTo>
                  <a:pt x="132367" y="111138"/>
                  <a:pt x="133485" y="112354"/>
                  <a:pt x="135182" y="113203"/>
                </a:cubicBezTo>
                <a:cubicBezTo>
                  <a:pt x="136879" y="114052"/>
                  <a:pt x="140330" y="114532"/>
                  <a:pt x="145535" y="114646"/>
                </a:cubicBezTo>
                <a:lnTo>
                  <a:pt x="145535" y="117785"/>
                </a:lnTo>
                <a:lnTo>
                  <a:pt x="102256" y="117785"/>
                </a:lnTo>
                <a:lnTo>
                  <a:pt x="102256" y="114646"/>
                </a:lnTo>
                <a:cubicBezTo>
                  <a:pt x="107687" y="114532"/>
                  <a:pt x="111195" y="114066"/>
                  <a:pt x="112779" y="113245"/>
                </a:cubicBezTo>
                <a:cubicBezTo>
                  <a:pt x="114363" y="112425"/>
                  <a:pt x="115466" y="111322"/>
                  <a:pt x="116088" y="109936"/>
                </a:cubicBezTo>
                <a:cubicBezTo>
                  <a:pt x="116711" y="108550"/>
                  <a:pt x="117022" y="104406"/>
                  <a:pt x="117022" y="97504"/>
                </a:cubicBezTo>
                <a:lnTo>
                  <a:pt x="117022" y="35387"/>
                </a:lnTo>
                <a:cubicBezTo>
                  <a:pt x="117022" y="27014"/>
                  <a:pt x="116739" y="21639"/>
                  <a:pt x="116173" y="19263"/>
                </a:cubicBezTo>
                <a:cubicBezTo>
                  <a:pt x="115777" y="17453"/>
                  <a:pt x="115056" y="16123"/>
                  <a:pt x="114009" y="15275"/>
                </a:cubicBezTo>
                <a:cubicBezTo>
                  <a:pt x="112963" y="14426"/>
                  <a:pt x="111704" y="14002"/>
                  <a:pt x="110233" y="14002"/>
                </a:cubicBezTo>
                <a:cubicBezTo>
                  <a:pt x="108140" y="14002"/>
                  <a:pt x="105226" y="14879"/>
                  <a:pt x="101492" y="16633"/>
                </a:cubicBezTo>
                <a:lnTo>
                  <a:pt x="100220" y="14002"/>
                </a:lnTo>
                <a:close/>
                <a:moveTo>
                  <a:pt x="180666" y="14002"/>
                </a:moveTo>
                <a:lnTo>
                  <a:pt x="208670" y="339"/>
                </a:lnTo>
                <a:lnTo>
                  <a:pt x="211471" y="339"/>
                </a:lnTo>
                <a:lnTo>
                  <a:pt x="211471" y="97504"/>
                </a:lnTo>
                <a:cubicBezTo>
                  <a:pt x="211471" y="103953"/>
                  <a:pt x="211739" y="107970"/>
                  <a:pt x="212277" y="109554"/>
                </a:cubicBezTo>
                <a:cubicBezTo>
                  <a:pt x="212814" y="111138"/>
                  <a:pt x="213932" y="112354"/>
                  <a:pt x="215629" y="113203"/>
                </a:cubicBezTo>
                <a:cubicBezTo>
                  <a:pt x="217326" y="114052"/>
                  <a:pt x="220777" y="114532"/>
                  <a:pt x="225982" y="114646"/>
                </a:cubicBezTo>
                <a:lnTo>
                  <a:pt x="225982" y="117785"/>
                </a:lnTo>
                <a:lnTo>
                  <a:pt x="182703" y="117785"/>
                </a:lnTo>
                <a:lnTo>
                  <a:pt x="182703" y="114646"/>
                </a:lnTo>
                <a:cubicBezTo>
                  <a:pt x="188134" y="114532"/>
                  <a:pt x="191642" y="114066"/>
                  <a:pt x="193226" y="113245"/>
                </a:cubicBezTo>
                <a:cubicBezTo>
                  <a:pt x="194810" y="112425"/>
                  <a:pt x="195913" y="111322"/>
                  <a:pt x="196535" y="109936"/>
                </a:cubicBezTo>
                <a:cubicBezTo>
                  <a:pt x="197158" y="108550"/>
                  <a:pt x="197469" y="104406"/>
                  <a:pt x="197469" y="97504"/>
                </a:cubicBezTo>
                <a:lnTo>
                  <a:pt x="197469" y="35387"/>
                </a:lnTo>
                <a:cubicBezTo>
                  <a:pt x="197469" y="27014"/>
                  <a:pt x="197186" y="21639"/>
                  <a:pt x="196620" y="19263"/>
                </a:cubicBezTo>
                <a:cubicBezTo>
                  <a:pt x="196224" y="17453"/>
                  <a:pt x="195503" y="16123"/>
                  <a:pt x="194456" y="15275"/>
                </a:cubicBezTo>
                <a:cubicBezTo>
                  <a:pt x="193410" y="14426"/>
                  <a:pt x="192151" y="14002"/>
                  <a:pt x="190680" y="14002"/>
                </a:cubicBezTo>
                <a:cubicBezTo>
                  <a:pt x="188587" y="14002"/>
                  <a:pt x="185673" y="14879"/>
                  <a:pt x="181939" y="16633"/>
                </a:cubicBezTo>
                <a:lnTo>
                  <a:pt x="180666" y="14002"/>
                </a:lnTo>
                <a:close/>
                <a:moveTo>
                  <a:pt x="256531" y="146807"/>
                </a:moveTo>
                <a:lnTo>
                  <a:pt x="256531" y="143074"/>
                </a:lnTo>
                <a:cubicBezTo>
                  <a:pt x="262358" y="141143"/>
                  <a:pt x="266870" y="138147"/>
                  <a:pt x="270066" y="134086"/>
                </a:cubicBezTo>
                <a:cubicBezTo>
                  <a:pt x="273263" y="130027"/>
                  <a:pt x="274861" y="125726"/>
                  <a:pt x="274861" y="121182"/>
                </a:cubicBezTo>
                <a:cubicBezTo>
                  <a:pt x="274861" y="120106"/>
                  <a:pt x="274606" y="119200"/>
                  <a:pt x="274097" y="118464"/>
                </a:cubicBezTo>
                <a:cubicBezTo>
                  <a:pt x="273701" y="117955"/>
                  <a:pt x="273305" y="117701"/>
                  <a:pt x="272909" y="117701"/>
                </a:cubicBezTo>
                <a:cubicBezTo>
                  <a:pt x="272287" y="117701"/>
                  <a:pt x="270929" y="118266"/>
                  <a:pt x="268836" y="119398"/>
                </a:cubicBezTo>
                <a:cubicBezTo>
                  <a:pt x="267817" y="119907"/>
                  <a:pt x="266742" y="120161"/>
                  <a:pt x="265611" y="120161"/>
                </a:cubicBezTo>
                <a:cubicBezTo>
                  <a:pt x="262839" y="120161"/>
                  <a:pt x="260633" y="119341"/>
                  <a:pt x="258992" y="117701"/>
                </a:cubicBezTo>
                <a:cubicBezTo>
                  <a:pt x="257351" y="116060"/>
                  <a:pt x="256531" y="113797"/>
                  <a:pt x="256531" y="110912"/>
                </a:cubicBezTo>
                <a:cubicBezTo>
                  <a:pt x="256531" y="108140"/>
                  <a:pt x="257592" y="105764"/>
                  <a:pt x="259713" y="103784"/>
                </a:cubicBezTo>
                <a:cubicBezTo>
                  <a:pt x="261835" y="101803"/>
                  <a:pt x="264423" y="100813"/>
                  <a:pt x="267478" y="100813"/>
                </a:cubicBezTo>
                <a:cubicBezTo>
                  <a:pt x="271212" y="100813"/>
                  <a:pt x="274535" y="102443"/>
                  <a:pt x="277449" y="105704"/>
                </a:cubicBezTo>
                <a:cubicBezTo>
                  <a:pt x="280362" y="108962"/>
                  <a:pt x="281819" y="113283"/>
                  <a:pt x="281819" y="118666"/>
                </a:cubicBezTo>
                <a:cubicBezTo>
                  <a:pt x="281819" y="124505"/>
                  <a:pt x="279797" y="129933"/>
                  <a:pt x="275752" y="134948"/>
                </a:cubicBezTo>
                <a:cubicBezTo>
                  <a:pt x="271707" y="139964"/>
                  <a:pt x="265300" y="143917"/>
                  <a:pt x="256531" y="146807"/>
                </a:cubicBezTo>
                <a:close/>
                <a:moveTo>
                  <a:pt x="414964" y="75356"/>
                </a:moveTo>
                <a:lnTo>
                  <a:pt x="414964" y="87406"/>
                </a:lnTo>
                <a:lnTo>
                  <a:pt x="399520" y="87406"/>
                </a:lnTo>
                <a:lnTo>
                  <a:pt x="399520" y="117785"/>
                </a:lnTo>
                <a:lnTo>
                  <a:pt x="385518" y="117785"/>
                </a:lnTo>
                <a:lnTo>
                  <a:pt x="385518" y="87406"/>
                </a:lnTo>
                <a:lnTo>
                  <a:pt x="336809" y="87406"/>
                </a:lnTo>
                <a:lnTo>
                  <a:pt x="336809" y="76544"/>
                </a:lnTo>
                <a:lnTo>
                  <a:pt x="390185" y="339"/>
                </a:lnTo>
                <a:lnTo>
                  <a:pt x="399520" y="339"/>
                </a:lnTo>
                <a:lnTo>
                  <a:pt x="399520" y="75356"/>
                </a:lnTo>
                <a:lnTo>
                  <a:pt x="414964" y="75356"/>
                </a:lnTo>
                <a:moveTo>
                  <a:pt x="385518" y="75356"/>
                </a:moveTo>
                <a:lnTo>
                  <a:pt x="385518" y="18245"/>
                </a:lnTo>
                <a:lnTo>
                  <a:pt x="345125" y="75356"/>
                </a:lnTo>
                <a:lnTo>
                  <a:pt x="385518" y="75356"/>
                </a:lnTo>
                <a:close/>
                <a:moveTo>
                  <a:pt x="498891" y="339"/>
                </a:moveTo>
                <a:lnTo>
                  <a:pt x="498891" y="3479"/>
                </a:lnTo>
                <a:cubicBezTo>
                  <a:pt x="491423" y="4215"/>
                  <a:pt x="485327" y="5700"/>
                  <a:pt x="480604" y="7934"/>
                </a:cubicBezTo>
                <a:cubicBezTo>
                  <a:pt x="475880" y="10169"/>
                  <a:pt x="471212" y="13578"/>
                  <a:pt x="466602" y="18160"/>
                </a:cubicBezTo>
                <a:cubicBezTo>
                  <a:pt x="461991" y="22742"/>
                  <a:pt x="458172" y="27848"/>
                  <a:pt x="455146" y="33477"/>
                </a:cubicBezTo>
                <a:cubicBezTo>
                  <a:pt x="452119" y="39106"/>
                  <a:pt x="449587" y="45796"/>
                  <a:pt x="447551" y="53547"/>
                </a:cubicBezTo>
                <a:cubicBezTo>
                  <a:pt x="455697" y="47946"/>
                  <a:pt x="463872" y="45145"/>
                  <a:pt x="472075" y="45145"/>
                </a:cubicBezTo>
                <a:cubicBezTo>
                  <a:pt x="479939" y="45145"/>
                  <a:pt x="486756" y="48314"/>
                  <a:pt x="492526" y="54650"/>
                </a:cubicBezTo>
                <a:cubicBezTo>
                  <a:pt x="498297" y="60986"/>
                  <a:pt x="501182" y="69132"/>
                  <a:pt x="501182" y="79089"/>
                </a:cubicBezTo>
                <a:cubicBezTo>
                  <a:pt x="501182" y="88707"/>
                  <a:pt x="498269" y="97476"/>
                  <a:pt x="492442" y="105396"/>
                </a:cubicBezTo>
                <a:cubicBezTo>
                  <a:pt x="485426" y="115013"/>
                  <a:pt x="476148" y="119822"/>
                  <a:pt x="464608" y="119822"/>
                </a:cubicBezTo>
                <a:cubicBezTo>
                  <a:pt x="456744" y="119822"/>
                  <a:pt x="450068" y="117220"/>
                  <a:pt x="444581" y="112015"/>
                </a:cubicBezTo>
                <a:cubicBezTo>
                  <a:pt x="433832" y="101888"/>
                  <a:pt x="428457" y="88763"/>
                  <a:pt x="428457" y="72640"/>
                </a:cubicBezTo>
                <a:cubicBezTo>
                  <a:pt x="428457" y="62344"/>
                  <a:pt x="430522" y="52557"/>
                  <a:pt x="434652" y="43279"/>
                </a:cubicBezTo>
                <a:cubicBezTo>
                  <a:pt x="438782" y="34001"/>
                  <a:pt x="444680" y="25769"/>
                  <a:pt x="452345" y="18584"/>
                </a:cubicBezTo>
                <a:cubicBezTo>
                  <a:pt x="460011" y="11400"/>
                  <a:pt x="467351" y="6562"/>
                  <a:pt x="474366" y="4073"/>
                </a:cubicBezTo>
                <a:cubicBezTo>
                  <a:pt x="481381" y="1584"/>
                  <a:pt x="487916" y="339"/>
                  <a:pt x="493969" y="339"/>
                </a:cubicBezTo>
                <a:lnTo>
                  <a:pt x="498891" y="339"/>
                </a:lnTo>
                <a:moveTo>
                  <a:pt x="446108" y="59741"/>
                </a:moveTo>
                <a:cubicBezTo>
                  <a:pt x="445090" y="67379"/>
                  <a:pt x="444581" y="73545"/>
                  <a:pt x="444581" y="78241"/>
                </a:cubicBezTo>
                <a:cubicBezTo>
                  <a:pt x="444581" y="83672"/>
                  <a:pt x="445585" y="89570"/>
                  <a:pt x="447593" y="95934"/>
                </a:cubicBezTo>
                <a:cubicBezTo>
                  <a:pt x="449601" y="102299"/>
                  <a:pt x="452586" y="107348"/>
                  <a:pt x="456546" y="111081"/>
                </a:cubicBezTo>
                <a:cubicBezTo>
                  <a:pt x="459431" y="113740"/>
                  <a:pt x="462939" y="115070"/>
                  <a:pt x="467068" y="115070"/>
                </a:cubicBezTo>
                <a:cubicBezTo>
                  <a:pt x="471990" y="115070"/>
                  <a:pt x="476389" y="112750"/>
                  <a:pt x="480264" y="108111"/>
                </a:cubicBezTo>
                <a:cubicBezTo>
                  <a:pt x="484139" y="103472"/>
                  <a:pt x="486077" y="96853"/>
                  <a:pt x="486077" y="88254"/>
                </a:cubicBezTo>
                <a:cubicBezTo>
                  <a:pt x="486077" y="78580"/>
                  <a:pt x="484154" y="70207"/>
                  <a:pt x="480307" y="63136"/>
                </a:cubicBezTo>
                <a:cubicBezTo>
                  <a:pt x="476460" y="56064"/>
                  <a:pt x="471000" y="52528"/>
                  <a:pt x="463929" y="52528"/>
                </a:cubicBezTo>
                <a:cubicBezTo>
                  <a:pt x="461779" y="52528"/>
                  <a:pt x="459473" y="52981"/>
                  <a:pt x="457013" y="53886"/>
                </a:cubicBezTo>
                <a:cubicBezTo>
                  <a:pt x="454552" y="54791"/>
                  <a:pt x="450917" y="56743"/>
                  <a:pt x="446108" y="59741"/>
                </a:cubicBezTo>
                <a:close/>
                <a:moveTo>
                  <a:pt x="529610" y="101323"/>
                </a:moveTo>
                <a:cubicBezTo>
                  <a:pt x="532269" y="101323"/>
                  <a:pt x="534504" y="102242"/>
                  <a:pt x="536314" y="104081"/>
                </a:cubicBezTo>
                <a:cubicBezTo>
                  <a:pt x="538124" y="105919"/>
                  <a:pt x="539029" y="108140"/>
                  <a:pt x="539029" y="110742"/>
                </a:cubicBezTo>
                <a:cubicBezTo>
                  <a:pt x="539029" y="113344"/>
                  <a:pt x="538110" y="115565"/>
                  <a:pt x="536271" y="117404"/>
                </a:cubicBezTo>
                <a:cubicBezTo>
                  <a:pt x="534433" y="119242"/>
                  <a:pt x="532212" y="120161"/>
                  <a:pt x="529610" y="120161"/>
                </a:cubicBezTo>
                <a:cubicBezTo>
                  <a:pt x="527008" y="120161"/>
                  <a:pt x="524787" y="119242"/>
                  <a:pt x="522948" y="117404"/>
                </a:cubicBezTo>
                <a:cubicBezTo>
                  <a:pt x="521110" y="115565"/>
                  <a:pt x="520191" y="113344"/>
                  <a:pt x="520191" y="110742"/>
                </a:cubicBezTo>
                <a:cubicBezTo>
                  <a:pt x="520191" y="108083"/>
                  <a:pt x="521110" y="105848"/>
                  <a:pt x="522948" y="104038"/>
                </a:cubicBezTo>
                <a:cubicBezTo>
                  <a:pt x="524787" y="102228"/>
                  <a:pt x="527008" y="101323"/>
                  <a:pt x="529610" y="101323"/>
                </a:cubicBezTo>
                <a:close/>
                <a:moveTo>
                  <a:pt x="568815" y="2716"/>
                </a:moveTo>
                <a:lnTo>
                  <a:pt x="630508" y="2716"/>
                </a:lnTo>
                <a:lnTo>
                  <a:pt x="630508" y="5940"/>
                </a:lnTo>
                <a:lnTo>
                  <a:pt x="592152" y="120161"/>
                </a:lnTo>
                <a:lnTo>
                  <a:pt x="582647" y="120161"/>
                </a:lnTo>
                <a:lnTo>
                  <a:pt x="617016" y="16548"/>
                </a:lnTo>
                <a:lnTo>
                  <a:pt x="585363" y="16548"/>
                </a:lnTo>
                <a:cubicBezTo>
                  <a:pt x="578970" y="16548"/>
                  <a:pt x="574416" y="17311"/>
                  <a:pt x="571700" y="18839"/>
                </a:cubicBezTo>
                <a:cubicBezTo>
                  <a:pt x="566948" y="21441"/>
                  <a:pt x="563130" y="25458"/>
                  <a:pt x="560244" y="30889"/>
                </a:cubicBezTo>
                <a:lnTo>
                  <a:pt x="557783" y="29956"/>
                </a:lnTo>
                <a:lnTo>
                  <a:pt x="568815" y="2716"/>
                </a:lnTo>
                <a:close/>
                <a:moveTo>
                  <a:pt x="756355" y="0"/>
                </a:moveTo>
                <a:lnTo>
                  <a:pt x="672514" y="122538"/>
                </a:lnTo>
                <a:lnTo>
                  <a:pt x="664961" y="122538"/>
                </a:lnTo>
                <a:lnTo>
                  <a:pt x="748803" y="0"/>
                </a:lnTo>
                <a:lnTo>
                  <a:pt x="756355" y="0"/>
                </a:lnTo>
                <a:moveTo>
                  <a:pt x="669119" y="0"/>
                </a:moveTo>
                <a:cubicBezTo>
                  <a:pt x="676757" y="0"/>
                  <a:pt x="682683" y="3173"/>
                  <a:pt x="686898" y="9518"/>
                </a:cubicBezTo>
                <a:cubicBezTo>
                  <a:pt x="691112" y="15863"/>
                  <a:pt x="693220" y="23142"/>
                  <a:pt x="693220" y="31356"/>
                </a:cubicBezTo>
                <a:cubicBezTo>
                  <a:pt x="693220" y="41214"/>
                  <a:pt x="690844" y="48833"/>
                  <a:pt x="686091" y="54215"/>
                </a:cubicBezTo>
                <a:cubicBezTo>
                  <a:pt x="681339" y="59596"/>
                  <a:pt x="675625" y="62287"/>
                  <a:pt x="668950" y="62287"/>
                </a:cubicBezTo>
                <a:cubicBezTo>
                  <a:pt x="664480" y="62287"/>
                  <a:pt x="660379" y="61055"/>
                  <a:pt x="656645" y="58590"/>
                </a:cubicBezTo>
                <a:cubicBezTo>
                  <a:pt x="652911" y="56126"/>
                  <a:pt x="649927" y="52458"/>
                  <a:pt x="647692" y="47588"/>
                </a:cubicBezTo>
                <a:cubicBezTo>
                  <a:pt x="645458" y="42715"/>
                  <a:pt x="644340" y="37305"/>
                  <a:pt x="644340" y="31356"/>
                </a:cubicBezTo>
                <a:cubicBezTo>
                  <a:pt x="644340" y="25408"/>
                  <a:pt x="645472" y="19928"/>
                  <a:pt x="647735" y="14914"/>
                </a:cubicBezTo>
                <a:cubicBezTo>
                  <a:pt x="649998" y="9900"/>
                  <a:pt x="653095" y="6161"/>
                  <a:pt x="657027" y="3697"/>
                </a:cubicBezTo>
                <a:cubicBezTo>
                  <a:pt x="660959" y="1232"/>
                  <a:pt x="664990" y="0"/>
                  <a:pt x="669119" y="0"/>
                </a:cubicBezTo>
                <a:moveTo>
                  <a:pt x="668865" y="4582"/>
                </a:moveTo>
                <a:cubicBezTo>
                  <a:pt x="665980" y="4582"/>
                  <a:pt x="663420" y="6288"/>
                  <a:pt x="661185" y="9698"/>
                </a:cubicBezTo>
                <a:cubicBezTo>
                  <a:pt x="658950" y="13108"/>
                  <a:pt x="657833" y="20271"/>
                  <a:pt x="657833" y="31186"/>
                </a:cubicBezTo>
                <a:cubicBezTo>
                  <a:pt x="657833" y="39087"/>
                  <a:pt x="658455" y="45112"/>
                  <a:pt x="659700" y="49261"/>
                </a:cubicBezTo>
                <a:cubicBezTo>
                  <a:pt x="660662" y="52389"/>
                  <a:pt x="662161" y="54804"/>
                  <a:pt x="664198" y="56509"/>
                </a:cubicBezTo>
                <a:cubicBezTo>
                  <a:pt x="665386" y="57532"/>
                  <a:pt x="666856" y="58044"/>
                  <a:pt x="668610" y="58044"/>
                </a:cubicBezTo>
                <a:cubicBezTo>
                  <a:pt x="671326" y="58044"/>
                  <a:pt x="673645" y="56566"/>
                  <a:pt x="675569" y="53610"/>
                </a:cubicBezTo>
                <a:cubicBezTo>
                  <a:pt x="678397" y="49233"/>
                  <a:pt x="679812" y="41929"/>
                  <a:pt x="679812" y="31698"/>
                </a:cubicBezTo>
                <a:cubicBezTo>
                  <a:pt x="679812" y="20898"/>
                  <a:pt x="678426" y="13309"/>
                  <a:pt x="675654" y="8931"/>
                </a:cubicBezTo>
                <a:cubicBezTo>
                  <a:pt x="673843" y="6032"/>
                  <a:pt x="671580" y="4582"/>
                  <a:pt x="668865" y="4582"/>
                </a:cubicBezTo>
                <a:moveTo>
                  <a:pt x="752452" y="60590"/>
                </a:moveTo>
                <a:cubicBezTo>
                  <a:pt x="756468" y="60590"/>
                  <a:pt x="760471" y="61865"/>
                  <a:pt x="764459" y="64414"/>
                </a:cubicBezTo>
                <a:cubicBezTo>
                  <a:pt x="768448" y="66963"/>
                  <a:pt x="771531" y="70674"/>
                  <a:pt x="773709" y="75546"/>
                </a:cubicBezTo>
                <a:cubicBezTo>
                  <a:pt x="775887" y="80417"/>
                  <a:pt x="776976" y="85770"/>
                  <a:pt x="776976" y="91606"/>
                </a:cubicBezTo>
                <a:cubicBezTo>
                  <a:pt x="776976" y="101634"/>
                  <a:pt x="774572" y="109296"/>
                  <a:pt x="769763" y="114593"/>
                </a:cubicBezTo>
                <a:cubicBezTo>
                  <a:pt x="764954" y="119889"/>
                  <a:pt x="759269" y="122538"/>
                  <a:pt x="752706" y="122538"/>
                </a:cubicBezTo>
                <a:cubicBezTo>
                  <a:pt x="748576" y="122538"/>
                  <a:pt x="744574" y="121263"/>
                  <a:pt x="740699" y="118714"/>
                </a:cubicBezTo>
                <a:cubicBezTo>
                  <a:pt x="736823" y="116164"/>
                  <a:pt x="733768" y="112525"/>
                  <a:pt x="731534" y="107796"/>
                </a:cubicBezTo>
                <a:cubicBezTo>
                  <a:pt x="729299" y="103065"/>
                  <a:pt x="728182" y="97668"/>
                  <a:pt x="728182" y="91606"/>
                </a:cubicBezTo>
                <a:cubicBezTo>
                  <a:pt x="728182" y="85657"/>
                  <a:pt x="729299" y="80219"/>
                  <a:pt x="731534" y="75292"/>
                </a:cubicBezTo>
                <a:cubicBezTo>
                  <a:pt x="733768" y="70363"/>
                  <a:pt x="736823" y="66680"/>
                  <a:pt x="740699" y="64244"/>
                </a:cubicBezTo>
                <a:cubicBezTo>
                  <a:pt x="744574" y="61808"/>
                  <a:pt x="748492" y="60590"/>
                  <a:pt x="752452" y="60590"/>
                </a:cubicBezTo>
                <a:moveTo>
                  <a:pt x="752537" y="65172"/>
                </a:moveTo>
                <a:cubicBezTo>
                  <a:pt x="749821" y="65172"/>
                  <a:pt x="747473" y="66705"/>
                  <a:pt x="745493" y="69771"/>
                </a:cubicBezTo>
                <a:cubicBezTo>
                  <a:pt x="742947" y="73743"/>
                  <a:pt x="741675" y="81263"/>
                  <a:pt x="741675" y="92330"/>
                </a:cubicBezTo>
                <a:cubicBezTo>
                  <a:pt x="741675" y="102489"/>
                  <a:pt x="742976" y="109583"/>
                  <a:pt x="745578" y="113614"/>
                </a:cubicBezTo>
                <a:cubicBezTo>
                  <a:pt x="747502" y="116508"/>
                  <a:pt x="749821" y="117955"/>
                  <a:pt x="752537" y="117955"/>
                </a:cubicBezTo>
                <a:cubicBezTo>
                  <a:pt x="755139" y="117955"/>
                  <a:pt x="757458" y="116394"/>
                  <a:pt x="759495" y="113272"/>
                </a:cubicBezTo>
                <a:cubicBezTo>
                  <a:pt x="762211" y="109130"/>
                  <a:pt x="763568" y="102007"/>
                  <a:pt x="763568" y="91903"/>
                </a:cubicBezTo>
                <a:cubicBezTo>
                  <a:pt x="763568" y="81234"/>
                  <a:pt x="762211" y="73771"/>
                  <a:pt x="759495" y="69513"/>
                </a:cubicBezTo>
                <a:cubicBezTo>
                  <a:pt x="757628" y="66619"/>
                  <a:pt x="755309" y="65172"/>
                  <a:pt x="752537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D7AF0-58BE-4B54-8CA2-0E757B54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571374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2FF9C-FB65-4AF2-B7F1-4961BAFA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571374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40" name="Text 68,10.2%">
            <a:extLst xmlns:a="http://schemas.openxmlformats.org/drawingml/2006/main">
              <a:ext uri="{FF2B5EF4-FFF2-40B4-BE49-F238E27FC236}">
                <a16:creationId xmlns:a16="http://schemas.microsoft.com/office/drawing/2014/main" id="{0D9165F1-42FF-48DD-91CD-EBE0C11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953" y="647434"/>
            <a:ext cx="696105" cy="146807"/>
          </a:xfrm>
          <a:custGeom xmlns:a="http://schemas.openxmlformats.org/drawingml/2006/main">
            <a:pathLst>
              <a:path w="696105" h="146807">
                <a:moveTo>
                  <a:pt x="70434" y="339"/>
                </a:moveTo>
                <a:lnTo>
                  <a:pt x="70434" y="3479"/>
                </a:lnTo>
                <a:cubicBezTo>
                  <a:pt x="62966" y="4215"/>
                  <a:pt x="56870" y="5700"/>
                  <a:pt x="52146" y="7934"/>
                </a:cubicBezTo>
                <a:cubicBezTo>
                  <a:pt x="47422" y="10169"/>
                  <a:pt x="42755" y="13578"/>
                  <a:pt x="38144" y="18160"/>
                </a:cubicBezTo>
                <a:cubicBezTo>
                  <a:pt x="33534" y="22742"/>
                  <a:pt x="29715" y="27848"/>
                  <a:pt x="26688" y="33477"/>
                </a:cubicBezTo>
                <a:cubicBezTo>
                  <a:pt x="23662" y="39106"/>
                  <a:pt x="21130" y="45796"/>
                  <a:pt x="19093" y="53547"/>
                </a:cubicBezTo>
                <a:cubicBezTo>
                  <a:pt x="27240" y="47946"/>
                  <a:pt x="35415" y="45145"/>
                  <a:pt x="43618" y="45145"/>
                </a:cubicBezTo>
                <a:cubicBezTo>
                  <a:pt x="51482" y="45145"/>
                  <a:pt x="58299" y="48314"/>
                  <a:pt x="64069" y="54650"/>
                </a:cubicBezTo>
                <a:cubicBezTo>
                  <a:pt x="69840" y="60986"/>
                  <a:pt x="72725" y="69132"/>
                  <a:pt x="72725" y="79089"/>
                </a:cubicBezTo>
                <a:cubicBezTo>
                  <a:pt x="72725" y="88707"/>
                  <a:pt x="69811" y="97476"/>
                  <a:pt x="63984" y="105396"/>
                </a:cubicBezTo>
                <a:cubicBezTo>
                  <a:pt x="56969" y="115013"/>
                  <a:pt x="47691" y="119822"/>
                  <a:pt x="36150" y="119822"/>
                </a:cubicBezTo>
                <a:cubicBezTo>
                  <a:pt x="28287" y="119822"/>
                  <a:pt x="21611" y="117220"/>
                  <a:pt x="16123" y="112015"/>
                </a:cubicBezTo>
                <a:cubicBezTo>
                  <a:pt x="5374" y="101888"/>
                  <a:pt x="0" y="88763"/>
                  <a:pt x="0" y="72640"/>
                </a:cubicBezTo>
                <a:cubicBezTo>
                  <a:pt x="0" y="62344"/>
                  <a:pt x="2065" y="52557"/>
                  <a:pt x="6195" y="43279"/>
                </a:cubicBezTo>
                <a:cubicBezTo>
                  <a:pt x="10325" y="34001"/>
                  <a:pt x="16222" y="25769"/>
                  <a:pt x="23888" y="18584"/>
                </a:cubicBezTo>
                <a:cubicBezTo>
                  <a:pt x="31554" y="11400"/>
                  <a:pt x="38894" y="6562"/>
                  <a:pt x="45909" y="4073"/>
                </a:cubicBezTo>
                <a:cubicBezTo>
                  <a:pt x="52924" y="1584"/>
                  <a:pt x="59458" y="339"/>
                  <a:pt x="65512" y="339"/>
                </a:cubicBezTo>
                <a:lnTo>
                  <a:pt x="70434" y="339"/>
                </a:lnTo>
                <a:moveTo>
                  <a:pt x="17651" y="59741"/>
                </a:moveTo>
                <a:cubicBezTo>
                  <a:pt x="16633" y="67379"/>
                  <a:pt x="16123" y="73545"/>
                  <a:pt x="16123" y="78241"/>
                </a:cubicBezTo>
                <a:cubicBezTo>
                  <a:pt x="16123" y="83672"/>
                  <a:pt x="17128" y="89570"/>
                  <a:pt x="19136" y="95934"/>
                </a:cubicBezTo>
                <a:cubicBezTo>
                  <a:pt x="21144" y="102299"/>
                  <a:pt x="24128" y="107348"/>
                  <a:pt x="28089" y="111081"/>
                </a:cubicBezTo>
                <a:cubicBezTo>
                  <a:pt x="30974" y="113740"/>
                  <a:pt x="34481" y="115070"/>
                  <a:pt x="38611" y="115070"/>
                </a:cubicBezTo>
                <a:cubicBezTo>
                  <a:pt x="43533" y="115070"/>
                  <a:pt x="47932" y="112750"/>
                  <a:pt x="51807" y="108111"/>
                </a:cubicBezTo>
                <a:cubicBezTo>
                  <a:pt x="55682" y="103472"/>
                  <a:pt x="57620" y="96853"/>
                  <a:pt x="57620" y="88254"/>
                </a:cubicBezTo>
                <a:cubicBezTo>
                  <a:pt x="57620" y="78580"/>
                  <a:pt x="55696" y="70207"/>
                  <a:pt x="51849" y="63136"/>
                </a:cubicBezTo>
                <a:cubicBezTo>
                  <a:pt x="48002" y="56064"/>
                  <a:pt x="42543" y="52528"/>
                  <a:pt x="35471" y="52528"/>
                </a:cubicBezTo>
                <a:cubicBezTo>
                  <a:pt x="33322" y="52528"/>
                  <a:pt x="31016" y="52981"/>
                  <a:pt x="28555" y="53886"/>
                </a:cubicBezTo>
                <a:cubicBezTo>
                  <a:pt x="26094" y="54791"/>
                  <a:pt x="22460" y="56743"/>
                  <a:pt x="17651" y="59741"/>
                </a:cubicBezTo>
                <a:close/>
                <a:moveTo>
                  <a:pt x="112779" y="59826"/>
                </a:moveTo>
                <a:cubicBezTo>
                  <a:pt x="103671" y="52359"/>
                  <a:pt x="97801" y="46362"/>
                  <a:pt x="95170" y="41836"/>
                </a:cubicBezTo>
                <a:cubicBezTo>
                  <a:pt x="92540" y="37310"/>
                  <a:pt x="91224" y="32614"/>
                  <a:pt x="91224" y="27749"/>
                </a:cubicBezTo>
                <a:cubicBezTo>
                  <a:pt x="91224" y="20281"/>
                  <a:pt x="94110" y="13846"/>
                  <a:pt x="99880" y="8444"/>
                </a:cubicBezTo>
                <a:cubicBezTo>
                  <a:pt x="105651" y="3041"/>
                  <a:pt x="113316" y="339"/>
                  <a:pt x="122877" y="339"/>
                </a:cubicBezTo>
                <a:cubicBezTo>
                  <a:pt x="132155" y="339"/>
                  <a:pt x="139623" y="2857"/>
                  <a:pt x="145280" y="7892"/>
                </a:cubicBezTo>
                <a:cubicBezTo>
                  <a:pt x="150937" y="12927"/>
                  <a:pt x="153766" y="18669"/>
                  <a:pt x="153766" y="25119"/>
                </a:cubicBezTo>
                <a:cubicBezTo>
                  <a:pt x="153766" y="29418"/>
                  <a:pt x="152239" y="33802"/>
                  <a:pt x="149184" y="38272"/>
                </a:cubicBezTo>
                <a:cubicBezTo>
                  <a:pt x="146129" y="42741"/>
                  <a:pt x="139764" y="48002"/>
                  <a:pt x="130090" y="54056"/>
                </a:cubicBezTo>
                <a:cubicBezTo>
                  <a:pt x="140047" y="61750"/>
                  <a:pt x="146638" y="67803"/>
                  <a:pt x="149863" y="72216"/>
                </a:cubicBezTo>
                <a:cubicBezTo>
                  <a:pt x="154162" y="77986"/>
                  <a:pt x="156312" y="84068"/>
                  <a:pt x="156312" y="90461"/>
                </a:cubicBezTo>
                <a:cubicBezTo>
                  <a:pt x="156312" y="98551"/>
                  <a:pt x="153229" y="105467"/>
                  <a:pt x="147062" y="111209"/>
                </a:cubicBezTo>
                <a:cubicBezTo>
                  <a:pt x="140896" y="116951"/>
                  <a:pt x="132806" y="119822"/>
                  <a:pt x="122792" y="119822"/>
                </a:cubicBezTo>
                <a:cubicBezTo>
                  <a:pt x="111874" y="119822"/>
                  <a:pt x="103359" y="116399"/>
                  <a:pt x="97249" y="109554"/>
                </a:cubicBezTo>
                <a:cubicBezTo>
                  <a:pt x="92384" y="104066"/>
                  <a:pt x="89952" y="98070"/>
                  <a:pt x="89952" y="91564"/>
                </a:cubicBezTo>
                <a:cubicBezTo>
                  <a:pt x="89952" y="86472"/>
                  <a:pt x="91663" y="81423"/>
                  <a:pt x="95086" y="76416"/>
                </a:cubicBezTo>
                <a:cubicBezTo>
                  <a:pt x="98508" y="71410"/>
                  <a:pt x="104406" y="65880"/>
                  <a:pt x="112779" y="59826"/>
                </a:cubicBezTo>
                <a:moveTo>
                  <a:pt x="126102" y="50746"/>
                </a:moveTo>
                <a:cubicBezTo>
                  <a:pt x="132891" y="44636"/>
                  <a:pt x="137190" y="39813"/>
                  <a:pt x="139001" y="36278"/>
                </a:cubicBezTo>
                <a:cubicBezTo>
                  <a:pt x="140811" y="32742"/>
                  <a:pt x="141716" y="28739"/>
                  <a:pt x="141716" y="24270"/>
                </a:cubicBezTo>
                <a:cubicBezTo>
                  <a:pt x="141716" y="18330"/>
                  <a:pt x="140047" y="13677"/>
                  <a:pt x="136709" y="10310"/>
                </a:cubicBezTo>
                <a:cubicBezTo>
                  <a:pt x="133371" y="6944"/>
                  <a:pt x="128817" y="5261"/>
                  <a:pt x="123047" y="5261"/>
                </a:cubicBezTo>
                <a:cubicBezTo>
                  <a:pt x="117276" y="5261"/>
                  <a:pt x="112581" y="6930"/>
                  <a:pt x="108960" y="10268"/>
                </a:cubicBezTo>
                <a:cubicBezTo>
                  <a:pt x="105339" y="13606"/>
                  <a:pt x="103529" y="17509"/>
                  <a:pt x="103529" y="21979"/>
                </a:cubicBezTo>
                <a:cubicBezTo>
                  <a:pt x="103529" y="24920"/>
                  <a:pt x="104279" y="27862"/>
                  <a:pt x="105778" y="30804"/>
                </a:cubicBezTo>
                <a:cubicBezTo>
                  <a:pt x="107277" y="33746"/>
                  <a:pt x="109413" y="36546"/>
                  <a:pt x="112185" y="39205"/>
                </a:cubicBezTo>
                <a:lnTo>
                  <a:pt x="126102" y="50746"/>
                </a:lnTo>
                <a:moveTo>
                  <a:pt x="116767" y="63051"/>
                </a:moveTo>
                <a:cubicBezTo>
                  <a:pt x="112072" y="67011"/>
                  <a:pt x="108592" y="71325"/>
                  <a:pt x="106329" y="75992"/>
                </a:cubicBezTo>
                <a:cubicBezTo>
                  <a:pt x="104067" y="80659"/>
                  <a:pt x="102935" y="85708"/>
                  <a:pt x="102935" y="91139"/>
                </a:cubicBezTo>
                <a:cubicBezTo>
                  <a:pt x="102935" y="98437"/>
                  <a:pt x="104929" y="104279"/>
                  <a:pt x="108918" y="108663"/>
                </a:cubicBezTo>
                <a:cubicBezTo>
                  <a:pt x="112906" y="113047"/>
                  <a:pt x="117984" y="115240"/>
                  <a:pt x="124150" y="115240"/>
                </a:cubicBezTo>
                <a:cubicBezTo>
                  <a:pt x="130260" y="115240"/>
                  <a:pt x="135154" y="113514"/>
                  <a:pt x="138831" y="110063"/>
                </a:cubicBezTo>
                <a:cubicBezTo>
                  <a:pt x="142508" y="106612"/>
                  <a:pt x="144347" y="102426"/>
                  <a:pt x="144347" y="97504"/>
                </a:cubicBezTo>
                <a:cubicBezTo>
                  <a:pt x="144347" y="93431"/>
                  <a:pt x="143272" y="89782"/>
                  <a:pt x="141122" y="86557"/>
                </a:cubicBezTo>
                <a:cubicBezTo>
                  <a:pt x="137105" y="80560"/>
                  <a:pt x="128987" y="72725"/>
                  <a:pt x="116767" y="63051"/>
                </a:cubicBezTo>
                <a:close/>
                <a:moveTo>
                  <a:pt x="175659" y="146807"/>
                </a:moveTo>
                <a:lnTo>
                  <a:pt x="175659" y="143074"/>
                </a:lnTo>
                <a:cubicBezTo>
                  <a:pt x="181487" y="141143"/>
                  <a:pt x="185998" y="138147"/>
                  <a:pt x="189195" y="134086"/>
                </a:cubicBezTo>
                <a:cubicBezTo>
                  <a:pt x="192391" y="130027"/>
                  <a:pt x="193989" y="125726"/>
                  <a:pt x="193989" y="121182"/>
                </a:cubicBezTo>
                <a:cubicBezTo>
                  <a:pt x="193989" y="120106"/>
                  <a:pt x="193735" y="119200"/>
                  <a:pt x="193225" y="118464"/>
                </a:cubicBezTo>
                <a:cubicBezTo>
                  <a:pt x="192829" y="117955"/>
                  <a:pt x="192433" y="117701"/>
                  <a:pt x="192037" y="117701"/>
                </a:cubicBezTo>
                <a:cubicBezTo>
                  <a:pt x="191415" y="117701"/>
                  <a:pt x="190057" y="118266"/>
                  <a:pt x="187964" y="119398"/>
                </a:cubicBezTo>
                <a:cubicBezTo>
                  <a:pt x="186946" y="119907"/>
                  <a:pt x="185871" y="120161"/>
                  <a:pt x="184739" y="120161"/>
                </a:cubicBezTo>
                <a:cubicBezTo>
                  <a:pt x="181967" y="120161"/>
                  <a:pt x="179761" y="119341"/>
                  <a:pt x="178120" y="117701"/>
                </a:cubicBezTo>
                <a:cubicBezTo>
                  <a:pt x="176480" y="116060"/>
                  <a:pt x="175659" y="113797"/>
                  <a:pt x="175659" y="110912"/>
                </a:cubicBezTo>
                <a:cubicBezTo>
                  <a:pt x="175659" y="108140"/>
                  <a:pt x="176720" y="105764"/>
                  <a:pt x="178842" y="103784"/>
                </a:cubicBezTo>
                <a:cubicBezTo>
                  <a:pt x="180963" y="101803"/>
                  <a:pt x="183551" y="100813"/>
                  <a:pt x="186606" y="100813"/>
                </a:cubicBezTo>
                <a:cubicBezTo>
                  <a:pt x="190340" y="100813"/>
                  <a:pt x="193664" y="102443"/>
                  <a:pt x="196577" y="105704"/>
                </a:cubicBezTo>
                <a:cubicBezTo>
                  <a:pt x="199491" y="108962"/>
                  <a:pt x="200948" y="113283"/>
                  <a:pt x="200948" y="118666"/>
                </a:cubicBezTo>
                <a:cubicBezTo>
                  <a:pt x="200948" y="124505"/>
                  <a:pt x="198925" y="129933"/>
                  <a:pt x="194880" y="134948"/>
                </a:cubicBezTo>
                <a:cubicBezTo>
                  <a:pt x="190835" y="139964"/>
                  <a:pt x="184428" y="143917"/>
                  <a:pt x="175659" y="146807"/>
                </a:cubicBezTo>
                <a:close/>
                <a:moveTo>
                  <a:pt x="273588" y="14002"/>
                </a:moveTo>
                <a:lnTo>
                  <a:pt x="301592" y="339"/>
                </a:lnTo>
                <a:lnTo>
                  <a:pt x="304392" y="339"/>
                </a:lnTo>
                <a:lnTo>
                  <a:pt x="304392" y="97504"/>
                </a:lnTo>
                <a:cubicBezTo>
                  <a:pt x="304392" y="103953"/>
                  <a:pt x="304661" y="107970"/>
                  <a:pt x="305198" y="109554"/>
                </a:cubicBezTo>
                <a:cubicBezTo>
                  <a:pt x="305736" y="111138"/>
                  <a:pt x="306853" y="112354"/>
                  <a:pt x="308550" y="113203"/>
                </a:cubicBezTo>
                <a:cubicBezTo>
                  <a:pt x="310247" y="114052"/>
                  <a:pt x="313698" y="114532"/>
                  <a:pt x="318903" y="114646"/>
                </a:cubicBezTo>
                <a:lnTo>
                  <a:pt x="318903" y="117785"/>
                </a:lnTo>
                <a:lnTo>
                  <a:pt x="275624" y="117785"/>
                </a:lnTo>
                <a:lnTo>
                  <a:pt x="275624" y="114646"/>
                </a:lnTo>
                <a:cubicBezTo>
                  <a:pt x="281056" y="114532"/>
                  <a:pt x="284563" y="114066"/>
                  <a:pt x="286147" y="113245"/>
                </a:cubicBezTo>
                <a:cubicBezTo>
                  <a:pt x="287731" y="112425"/>
                  <a:pt x="288834" y="111322"/>
                  <a:pt x="289457" y="109936"/>
                </a:cubicBezTo>
                <a:cubicBezTo>
                  <a:pt x="290079" y="108550"/>
                  <a:pt x="290390" y="104406"/>
                  <a:pt x="290390" y="97504"/>
                </a:cubicBezTo>
                <a:lnTo>
                  <a:pt x="290390" y="35387"/>
                </a:lnTo>
                <a:cubicBezTo>
                  <a:pt x="290390" y="27014"/>
                  <a:pt x="290107" y="21639"/>
                  <a:pt x="289541" y="19263"/>
                </a:cubicBezTo>
                <a:cubicBezTo>
                  <a:pt x="289145" y="17453"/>
                  <a:pt x="288424" y="16123"/>
                  <a:pt x="287378" y="15275"/>
                </a:cubicBezTo>
                <a:cubicBezTo>
                  <a:pt x="286331" y="14426"/>
                  <a:pt x="285072" y="14002"/>
                  <a:pt x="283601" y="14002"/>
                </a:cubicBezTo>
                <a:cubicBezTo>
                  <a:pt x="281508" y="14002"/>
                  <a:pt x="278595" y="14879"/>
                  <a:pt x="274861" y="16633"/>
                </a:cubicBezTo>
                <a:lnTo>
                  <a:pt x="273588" y="14002"/>
                </a:lnTo>
                <a:close/>
                <a:moveTo>
                  <a:pt x="346398" y="60929"/>
                </a:moveTo>
                <a:cubicBezTo>
                  <a:pt x="346398" y="47804"/>
                  <a:pt x="348378" y="36504"/>
                  <a:pt x="352338" y="27028"/>
                </a:cubicBezTo>
                <a:cubicBezTo>
                  <a:pt x="356298" y="17552"/>
                  <a:pt x="361559" y="10494"/>
                  <a:pt x="368122" y="5855"/>
                </a:cubicBezTo>
                <a:cubicBezTo>
                  <a:pt x="373213" y="2178"/>
                  <a:pt x="378475" y="339"/>
                  <a:pt x="383906" y="339"/>
                </a:cubicBezTo>
                <a:cubicBezTo>
                  <a:pt x="392731" y="339"/>
                  <a:pt x="400651" y="4837"/>
                  <a:pt x="407666" y="13832"/>
                </a:cubicBezTo>
                <a:cubicBezTo>
                  <a:pt x="416435" y="24977"/>
                  <a:pt x="420820" y="40082"/>
                  <a:pt x="420820" y="59147"/>
                </a:cubicBezTo>
                <a:cubicBezTo>
                  <a:pt x="420820" y="72499"/>
                  <a:pt x="418896" y="83841"/>
                  <a:pt x="415049" y="93176"/>
                </a:cubicBezTo>
                <a:cubicBezTo>
                  <a:pt x="411202" y="102511"/>
                  <a:pt x="406295" y="109285"/>
                  <a:pt x="400326" y="113500"/>
                </a:cubicBezTo>
                <a:cubicBezTo>
                  <a:pt x="394358" y="117715"/>
                  <a:pt x="388601" y="119822"/>
                  <a:pt x="383057" y="119822"/>
                </a:cubicBezTo>
                <a:cubicBezTo>
                  <a:pt x="372082" y="119822"/>
                  <a:pt x="362945" y="113344"/>
                  <a:pt x="355647" y="100389"/>
                </a:cubicBezTo>
                <a:cubicBezTo>
                  <a:pt x="349481" y="89471"/>
                  <a:pt x="346398" y="76317"/>
                  <a:pt x="346398" y="60929"/>
                </a:cubicBezTo>
                <a:moveTo>
                  <a:pt x="363030" y="63096"/>
                </a:moveTo>
                <a:cubicBezTo>
                  <a:pt x="363030" y="78949"/>
                  <a:pt x="364982" y="91885"/>
                  <a:pt x="368886" y="101906"/>
                </a:cubicBezTo>
                <a:cubicBezTo>
                  <a:pt x="372110" y="110343"/>
                  <a:pt x="376919" y="114561"/>
                  <a:pt x="383312" y="114561"/>
                </a:cubicBezTo>
                <a:cubicBezTo>
                  <a:pt x="386367" y="114561"/>
                  <a:pt x="389535" y="113188"/>
                  <a:pt x="392816" y="110442"/>
                </a:cubicBezTo>
                <a:cubicBezTo>
                  <a:pt x="396097" y="107697"/>
                  <a:pt x="398586" y="103097"/>
                  <a:pt x="400284" y="96642"/>
                </a:cubicBezTo>
                <a:cubicBezTo>
                  <a:pt x="402886" y="86903"/>
                  <a:pt x="404187" y="73173"/>
                  <a:pt x="404187" y="55453"/>
                </a:cubicBezTo>
                <a:cubicBezTo>
                  <a:pt x="404187" y="42318"/>
                  <a:pt x="402829" y="31362"/>
                  <a:pt x="400114" y="22586"/>
                </a:cubicBezTo>
                <a:cubicBezTo>
                  <a:pt x="398077" y="16075"/>
                  <a:pt x="395447" y="11460"/>
                  <a:pt x="392222" y="8743"/>
                </a:cubicBezTo>
                <a:cubicBezTo>
                  <a:pt x="389902" y="6875"/>
                  <a:pt x="387102" y="5940"/>
                  <a:pt x="383821" y="5940"/>
                </a:cubicBezTo>
                <a:cubicBezTo>
                  <a:pt x="379974" y="5940"/>
                  <a:pt x="376551" y="7667"/>
                  <a:pt x="373553" y="11122"/>
                </a:cubicBezTo>
                <a:cubicBezTo>
                  <a:pt x="369480" y="15821"/>
                  <a:pt x="366707" y="23210"/>
                  <a:pt x="365237" y="33289"/>
                </a:cubicBezTo>
                <a:cubicBezTo>
                  <a:pt x="363766" y="43366"/>
                  <a:pt x="363030" y="53302"/>
                  <a:pt x="363030" y="63096"/>
                </a:cubicBezTo>
                <a:close/>
                <a:moveTo>
                  <a:pt x="448738" y="101323"/>
                </a:moveTo>
                <a:cubicBezTo>
                  <a:pt x="451397" y="101323"/>
                  <a:pt x="453632" y="102242"/>
                  <a:pt x="455442" y="104081"/>
                </a:cubicBezTo>
                <a:cubicBezTo>
                  <a:pt x="457253" y="105919"/>
                  <a:pt x="458158" y="108140"/>
                  <a:pt x="458158" y="110742"/>
                </a:cubicBezTo>
                <a:cubicBezTo>
                  <a:pt x="458158" y="113344"/>
                  <a:pt x="457239" y="115565"/>
                  <a:pt x="455400" y="117404"/>
                </a:cubicBezTo>
                <a:cubicBezTo>
                  <a:pt x="453561" y="119242"/>
                  <a:pt x="451341" y="120161"/>
                  <a:pt x="448738" y="120161"/>
                </a:cubicBezTo>
                <a:cubicBezTo>
                  <a:pt x="446136" y="120161"/>
                  <a:pt x="443916" y="119242"/>
                  <a:pt x="442077" y="117404"/>
                </a:cubicBezTo>
                <a:cubicBezTo>
                  <a:pt x="440238" y="115565"/>
                  <a:pt x="439319" y="113344"/>
                  <a:pt x="439319" y="110742"/>
                </a:cubicBezTo>
                <a:cubicBezTo>
                  <a:pt x="439319" y="108083"/>
                  <a:pt x="440238" y="105848"/>
                  <a:pt x="442077" y="104038"/>
                </a:cubicBezTo>
                <a:cubicBezTo>
                  <a:pt x="443916" y="102228"/>
                  <a:pt x="446136" y="101323"/>
                  <a:pt x="448738" y="101323"/>
                </a:cubicBezTo>
                <a:close/>
                <a:moveTo>
                  <a:pt x="550146" y="95552"/>
                </a:moveTo>
                <a:lnTo>
                  <a:pt x="542084" y="117785"/>
                </a:lnTo>
                <a:lnTo>
                  <a:pt x="474196" y="117785"/>
                </a:lnTo>
                <a:lnTo>
                  <a:pt x="474196" y="114640"/>
                </a:lnTo>
                <a:cubicBezTo>
                  <a:pt x="494167" y="96394"/>
                  <a:pt x="508225" y="81491"/>
                  <a:pt x="516372" y="69932"/>
                </a:cubicBezTo>
                <a:cubicBezTo>
                  <a:pt x="524518" y="58372"/>
                  <a:pt x="528592" y="47803"/>
                  <a:pt x="528592" y="38227"/>
                </a:cubicBezTo>
                <a:cubicBezTo>
                  <a:pt x="528592" y="30918"/>
                  <a:pt x="526357" y="24913"/>
                  <a:pt x="521888" y="20210"/>
                </a:cubicBezTo>
                <a:cubicBezTo>
                  <a:pt x="517418" y="15505"/>
                  <a:pt x="512072" y="13153"/>
                  <a:pt x="505849" y="13153"/>
                </a:cubicBezTo>
                <a:cubicBezTo>
                  <a:pt x="500192" y="13153"/>
                  <a:pt x="495114" y="14815"/>
                  <a:pt x="490617" y="18139"/>
                </a:cubicBezTo>
                <a:cubicBezTo>
                  <a:pt x="486119" y="21462"/>
                  <a:pt x="482796" y="26335"/>
                  <a:pt x="480646" y="32756"/>
                </a:cubicBezTo>
                <a:lnTo>
                  <a:pt x="477506" y="32756"/>
                </a:lnTo>
                <a:cubicBezTo>
                  <a:pt x="478920" y="22316"/>
                  <a:pt x="482555" y="14304"/>
                  <a:pt x="488410" y="8719"/>
                </a:cubicBezTo>
                <a:cubicBezTo>
                  <a:pt x="494266" y="3133"/>
                  <a:pt x="501578" y="339"/>
                  <a:pt x="510347" y="339"/>
                </a:cubicBezTo>
                <a:cubicBezTo>
                  <a:pt x="519681" y="339"/>
                  <a:pt x="527474" y="3338"/>
                  <a:pt x="533726" y="9335"/>
                </a:cubicBezTo>
                <a:cubicBezTo>
                  <a:pt x="539977" y="15331"/>
                  <a:pt x="543103" y="22403"/>
                  <a:pt x="543103" y="30550"/>
                </a:cubicBezTo>
                <a:cubicBezTo>
                  <a:pt x="543103" y="36377"/>
                  <a:pt x="541745" y="42204"/>
                  <a:pt x="539029" y="48031"/>
                </a:cubicBezTo>
                <a:cubicBezTo>
                  <a:pt x="534843" y="57196"/>
                  <a:pt x="528054" y="66898"/>
                  <a:pt x="518663" y="77138"/>
                </a:cubicBezTo>
                <a:cubicBezTo>
                  <a:pt x="504576" y="92525"/>
                  <a:pt x="495779" y="101803"/>
                  <a:pt x="492272" y="104972"/>
                </a:cubicBezTo>
                <a:lnTo>
                  <a:pt x="522312" y="104972"/>
                </a:lnTo>
                <a:cubicBezTo>
                  <a:pt x="528422" y="104972"/>
                  <a:pt x="532707" y="104744"/>
                  <a:pt x="535168" y="104287"/>
                </a:cubicBezTo>
                <a:cubicBezTo>
                  <a:pt x="537629" y="103830"/>
                  <a:pt x="539850" y="102901"/>
                  <a:pt x="541830" y="101503"/>
                </a:cubicBezTo>
                <a:cubicBezTo>
                  <a:pt x="543810" y="100105"/>
                  <a:pt x="545535" y="98121"/>
                  <a:pt x="547006" y="95552"/>
                </a:cubicBezTo>
                <a:lnTo>
                  <a:pt x="550146" y="95552"/>
                </a:lnTo>
                <a:close/>
                <a:moveTo>
                  <a:pt x="675484" y="0"/>
                </a:moveTo>
                <a:lnTo>
                  <a:pt x="591642" y="122538"/>
                </a:lnTo>
                <a:lnTo>
                  <a:pt x="584090" y="122538"/>
                </a:lnTo>
                <a:lnTo>
                  <a:pt x="667931" y="0"/>
                </a:lnTo>
                <a:lnTo>
                  <a:pt x="675484" y="0"/>
                </a:lnTo>
                <a:moveTo>
                  <a:pt x="588248" y="0"/>
                </a:moveTo>
                <a:cubicBezTo>
                  <a:pt x="595885" y="0"/>
                  <a:pt x="601811" y="3173"/>
                  <a:pt x="606026" y="9518"/>
                </a:cubicBezTo>
                <a:cubicBezTo>
                  <a:pt x="610241" y="15863"/>
                  <a:pt x="612348" y="23142"/>
                  <a:pt x="612348" y="31356"/>
                </a:cubicBezTo>
                <a:cubicBezTo>
                  <a:pt x="612348" y="41214"/>
                  <a:pt x="609972" y="48833"/>
                  <a:pt x="605220" y="54215"/>
                </a:cubicBezTo>
                <a:cubicBezTo>
                  <a:pt x="600468" y="59596"/>
                  <a:pt x="594754" y="62287"/>
                  <a:pt x="588078" y="62287"/>
                </a:cubicBezTo>
                <a:cubicBezTo>
                  <a:pt x="583609" y="62287"/>
                  <a:pt x="579507" y="61055"/>
                  <a:pt x="575774" y="58590"/>
                </a:cubicBezTo>
                <a:cubicBezTo>
                  <a:pt x="572040" y="56126"/>
                  <a:pt x="569055" y="52458"/>
                  <a:pt x="566821" y="47588"/>
                </a:cubicBezTo>
                <a:cubicBezTo>
                  <a:pt x="564586" y="42715"/>
                  <a:pt x="563469" y="37305"/>
                  <a:pt x="563469" y="31356"/>
                </a:cubicBezTo>
                <a:cubicBezTo>
                  <a:pt x="563469" y="25408"/>
                  <a:pt x="564600" y="19928"/>
                  <a:pt x="566863" y="14914"/>
                </a:cubicBezTo>
                <a:cubicBezTo>
                  <a:pt x="569126" y="9900"/>
                  <a:pt x="572224" y="6161"/>
                  <a:pt x="576155" y="3697"/>
                </a:cubicBezTo>
                <a:cubicBezTo>
                  <a:pt x="580087" y="1232"/>
                  <a:pt x="584118" y="0"/>
                  <a:pt x="588248" y="0"/>
                </a:cubicBezTo>
                <a:moveTo>
                  <a:pt x="587993" y="4582"/>
                </a:moveTo>
                <a:cubicBezTo>
                  <a:pt x="585108" y="4582"/>
                  <a:pt x="582548" y="6288"/>
                  <a:pt x="580314" y="9698"/>
                </a:cubicBezTo>
                <a:cubicBezTo>
                  <a:pt x="578079" y="13108"/>
                  <a:pt x="576962" y="20271"/>
                  <a:pt x="576962" y="31186"/>
                </a:cubicBezTo>
                <a:cubicBezTo>
                  <a:pt x="576962" y="39087"/>
                  <a:pt x="577584" y="45112"/>
                  <a:pt x="578828" y="49261"/>
                </a:cubicBezTo>
                <a:cubicBezTo>
                  <a:pt x="579790" y="52389"/>
                  <a:pt x="581289" y="54804"/>
                  <a:pt x="583326" y="56509"/>
                </a:cubicBezTo>
                <a:cubicBezTo>
                  <a:pt x="584514" y="57532"/>
                  <a:pt x="585985" y="58044"/>
                  <a:pt x="587739" y="58044"/>
                </a:cubicBezTo>
                <a:cubicBezTo>
                  <a:pt x="590454" y="58044"/>
                  <a:pt x="592774" y="56566"/>
                  <a:pt x="594697" y="53610"/>
                </a:cubicBezTo>
                <a:cubicBezTo>
                  <a:pt x="597526" y="49233"/>
                  <a:pt x="598940" y="41929"/>
                  <a:pt x="598940" y="31698"/>
                </a:cubicBezTo>
                <a:cubicBezTo>
                  <a:pt x="598940" y="20898"/>
                  <a:pt x="597554" y="13309"/>
                  <a:pt x="594782" y="8931"/>
                </a:cubicBezTo>
                <a:cubicBezTo>
                  <a:pt x="592972" y="6032"/>
                  <a:pt x="590709" y="4582"/>
                  <a:pt x="587993" y="4582"/>
                </a:cubicBezTo>
                <a:moveTo>
                  <a:pt x="671580" y="60590"/>
                </a:moveTo>
                <a:cubicBezTo>
                  <a:pt x="675597" y="60590"/>
                  <a:pt x="679599" y="61865"/>
                  <a:pt x="683588" y="64414"/>
                </a:cubicBezTo>
                <a:cubicBezTo>
                  <a:pt x="687576" y="66963"/>
                  <a:pt x="690660" y="70674"/>
                  <a:pt x="692838" y="75546"/>
                </a:cubicBezTo>
                <a:cubicBezTo>
                  <a:pt x="695016" y="80417"/>
                  <a:pt x="696105" y="85770"/>
                  <a:pt x="696105" y="91606"/>
                </a:cubicBezTo>
                <a:cubicBezTo>
                  <a:pt x="696105" y="101634"/>
                  <a:pt x="693700" y="109296"/>
                  <a:pt x="688892" y="114593"/>
                </a:cubicBezTo>
                <a:cubicBezTo>
                  <a:pt x="684083" y="119889"/>
                  <a:pt x="678397" y="122538"/>
                  <a:pt x="671835" y="122538"/>
                </a:cubicBezTo>
                <a:cubicBezTo>
                  <a:pt x="667705" y="122538"/>
                  <a:pt x="663702" y="121263"/>
                  <a:pt x="659827" y="118714"/>
                </a:cubicBezTo>
                <a:cubicBezTo>
                  <a:pt x="655952" y="116164"/>
                  <a:pt x="652897" y="112525"/>
                  <a:pt x="650662" y="107796"/>
                </a:cubicBezTo>
                <a:cubicBezTo>
                  <a:pt x="648428" y="103065"/>
                  <a:pt x="647310" y="97668"/>
                  <a:pt x="647310" y="91606"/>
                </a:cubicBezTo>
                <a:cubicBezTo>
                  <a:pt x="647310" y="85657"/>
                  <a:pt x="648428" y="80219"/>
                  <a:pt x="650662" y="75292"/>
                </a:cubicBezTo>
                <a:cubicBezTo>
                  <a:pt x="652897" y="70363"/>
                  <a:pt x="655952" y="66680"/>
                  <a:pt x="659827" y="64244"/>
                </a:cubicBezTo>
                <a:cubicBezTo>
                  <a:pt x="663702" y="61808"/>
                  <a:pt x="667620" y="60590"/>
                  <a:pt x="671580" y="60590"/>
                </a:cubicBezTo>
                <a:moveTo>
                  <a:pt x="671665" y="65172"/>
                </a:moveTo>
                <a:cubicBezTo>
                  <a:pt x="668950" y="65172"/>
                  <a:pt x="666602" y="66705"/>
                  <a:pt x="664622" y="69771"/>
                </a:cubicBezTo>
                <a:cubicBezTo>
                  <a:pt x="662076" y="73743"/>
                  <a:pt x="660803" y="81263"/>
                  <a:pt x="660803" y="92330"/>
                </a:cubicBezTo>
                <a:cubicBezTo>
                  <a:pt x="660803" y="102489"/>
                  <a:pt x="662104" y="109583"/>
                  <a:pt x="664707" y="113614"/>
                </a:cubicBezTo>
                <a:cubicBezTo>
                  <a:pt x="666630" y="116508"/>
                  <a:pt x="668950" y="117955"/>
                  <a:pt x="671665" y="117955"/>
                </a:cubicBezTo>
                <a:cubicBezTo>
                  <a:pt x="674267" y="117955"/>
                  <a:pt x="676587" y="116394"/>
                  <a:pt x="678624" y="113272"/>
                </a:cubicBezTo>
                <a:cubicBezTo>
                  <a:pt x="681339" y="109130"/>
                  <a:pt x="682697" y="102007"/>
                  <a:pt x="682697" y="91903"/>
                </a:cubicBezTo>
                <a:cubicBezTo>
                  <a:pt x="682697" y="81234"/>
                  <a:pt x="681339" y="73771"/>
                  <a:pt x="678624" y="69513"/>
                </a:cubicBezTo>
                <a:cubicBezTo>
                  <a:pt x="676757" y="66619"/>
                  <a:pt x="674437" y="65172"/>
                  <a:pt x="671665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82020-91A1-461C-BC3F-E1E955FC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865485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4B88F-7C25-4EA9-9A69-34742484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865485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43" name="Text 32,4.8%">
            <a:extLst xmlns:a="http://schemas.openxmlformats.org/drawingml/2006/main">
              <a:ext uri="{FF2B5EF4-FFF2-40B4-BE49-F238E27FC236}">
                <a16:creationId xmlns:a16="http://schemas.microsoft.com/office/drawing/2014/main" id="{98BF473A-B6F7-4805-8119-0D1F9DEB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977" y="954914"/>
            <a:ext cx="609633" cy="146807"/>
          </a:xfrm>
          <a:custGeom xmlns:a="http://schemas.openxmlformats.org/drawingml/2006/main">
            <a:pathLst>
              <a:path w="609633" h="146807">
                <a:moveTo>
                  <a:pt x="1782" y="24524"/>
                </a:moveTo>
                <a:cubicBezTo>
                  <a:pt x="5063" y="16774"/>
                  <a:pt x="9207" y="10805"/>
                  <a:pt x="14214" y="6619"/>
                </a:cubicBezTo>
                <a:cubicBezTo>
                  <a:pt x="19221" y="2433"/>
                  <a:pt x="25458" y="339"/>
                  <a:pt x="32926" y="339"/>
                </a:cubicBezTo>
                <a:cubicBezTo>
                  <a:pt x="42147" y="339"/>
                  <a:pt x="49219" y="3333"/>
                  <a:pt x="54141" y="9321"/>
                </a:cubicBezTo>
                <a:cubicBezTo>
                  <a:pt x="57874" y="13785"/>
                  <a:pt x="59741" y="18560"/>
                  <a:pt x="59741" y="23644"/>
                </a:cubicBezTo>
                <a:cubicBezTo>
                  <a:pt x="59741" y="32005"/>
                  <a:pt x="54480" y="40648"/>
                  <a:pt x="43957" y="49574"/>
                </a:cubicBezTo>
                <a:cubicBezTo>
                  <a:pt x="51029" y="52350"/>
                  <a:pt x="56375" y="56314"/>
                  <a:pt x="59996" y="61468"/>
                </a:cubicBezTo>
                <a:cubicBezTo>
                  <a:pt x="63617" y="66619"/>
                  <a:pt x="65427" y="72678"/>
                  <a:pt x="65427" y="79644"/>
                </a:cubicBezTo>
                <a:cubicBezTo>
                  <a:pt x="65427" y="89611"/>
                  <a:pt x="62259" y="98247"/>
                  <a:pt x="55923" y="105552"/>
                </a:cubicBezTo>
                <a:cubicBezTo>
                  <a:pt x="47663" y="115065"/>
                  <a:pt x="35698" y="119822"/>
                  <a:pt x="20027" y="119822"/>
                </a:cubicBezTo>
                <a:cubicBezTo>
                  <a:pt x="12276" y="119822"/>
                  <a:pt x="7001" y="118860"/>
                  <a:pt x="4201" y="116937"/>
                </a:cubicBezTo>
                <a:cubicBezTo>
                  <a:pt x="1400" y="115013"/>
                  <a:pt x="0" y="112948"/>
                  <a:pt x="0" y="110742"/>
                </a:cubicBezTo>
                <a:cubicBezTo>
                  <a:pt x="0" y="109101"/>
                  <a:pt x="665" y="107659"/>
                  <a:pt x="1994" y="106414"/>
                </a:cubicBezTo>
                <a:cubicBezTo>
                  <a:pt x="3324" y="105170"/>
                  <a:pt x="4922" y="104547"/>
                  <a:pt x="6789" y="104547"/>
                </a:cubicBezTo>
                <a:cubicBezTo>
                  <a:pt x="8203" y="104547"/>
                  <a:pt x="9646" y="104774"/>
                  <a:pt x="11117" y="105226"/>
                </a:cubicBezTo>
                <a:cubicBezTo>
                  <a:pt x="12078" y="105509"/>
                  <a:pt x="14256" y="106541"/>
                  <a:pt x="17651" y="108324"/>
                </a:cubicBezTo>
                <a:cubicBezTo>
                  <a:pt x="21045" y="110106"/>
                  <a:pt x="23393" y="111166"/>
                  <a:pt x="24694" y="111506"/>
                </a:cubicBezTo>
                <a:cubicBezTo>
                  <a:pt x="26787" y="112128"/>
                  <a:pt x="29022" y="112439"/>
                  <a:pt x="31398" y="112439"/>
                </a:cubicBezTo>
                <a:cubicBezTo>
                  <a:pt x="37169" y="112439"/>
                  <a:pt x="42189" y="110201"/>
                  <a:pt x="46461" y="105725"/>
                </a:cubicBezTo>
                <a:cubicBezTo>
                  <a:pt x="50732" y="101248"/>
                  <a:pt x="52868" y="95950"/>
                  <a:pt x="52868" y="89829"/>
                </a:cubicBezTo>
                <a:cubicBezTo>
                  <a:pt x="52868" y="85353"/>
                  <a:pt x="51878" y="80990"/>
                  <a:pt x="49898" y="76740"/>
                </a:cubicBezTo>
                <a:cubicBezTo>
                  <a:pt x="48427" y="73566"/>
                  <a:pt x="46814" y="71158"/>
                  <a:pt x="45061" y="69516"/>
                </a:cubicBezTo>
                <a:cubicBezTo>
                  <a:pt x="42628" y="67248"/>
                  <a:pt x="39290" y="65194"/>
                  <a:pt x="35047" y="63353"/>
                </a:cubicBezTo>
                <a:cubicBezTo>
                  <a:pt x="30804" y="61511"/>
                  <a:pt x="26476" y="60590"/>
                  <a:pt x="22064" y="60590"/>
                </a:cubicBezTo>
                <a:lnTo>
                  <a:pt x="19348" y="60590"/>
                </a:lnTo>
                <a:lnTo>
                  <a:pt x="19348" y="58044"/>
                </a:lnTo>
                <a:cubicBezTo>
                  <a:pt x="23817" y="57478"/>
                  <a:pt x="28301" y="55866"/>
                  <a:pt x="32798" y="53207"/>
                </a:cubicBezTo>
                <a:cubicBezTo>
                  <a:pt x="37296" y="50548"/>
                  <a:pt x="40563" y="47352"/>
                  <a:pt x="42600" y="43618"/>
                </a:cubicBezTo>
                <a:cubicBezTo>
                  <a:pt x="44636" y="39884"/>
                  <a:pt x="45655" y="35783"/>
                  <a:pt x="45655" y="31313"/>
                </a:cubicBezTo>
                <a:cubicBezTo>
                  <a:pt x="45655" y="25486"/>
                  <a:pt x="43830" y="20777"/>
                  <a:pt x="40181" y="17184"/>
                </a:cubicBezTo>
                <a:cubicBezTo>
                  <a:pt x="36532" y="13592"/>
                  <a:pt x="31992" y="11796"/>
                  <a:pt x="26561" y="11796"/>
                </a:cubicBezTo>
                <a:cubicBezTo>
                  <a:pt x="17792" y="11796"/>
                  <a:pt x="10466" y="16491"/>
                  <a:pt x="4582" y="25882"/>
                </a:cubicBezTo>
                <a:lnTo>
                  <a:pt x="1782" y="24524"/>
                </a:lnTo>
                <a:close/>
                <a:moveTo>
                  <a:pt x="159537" y="95552"/>
                </a:moveTo>
                <a:lnTo>
                  <a:pt x="151475" y="117785"/>
                </a:lnTo>
                <a:lnTo>
                  <a:pt x="83587" y="117785"/>
                </a:lnTo>
                <a:lnTo>
                  <a:pt x="83587" y="114640"/>
                </a:lnTo>
                <a:cubicBezTo>
                  <a:pt x="103557" y="96394"/>
                  <a:pt x="117616" y="81491"/>
                  <a:pt x="125762" y="69932"/>
                </a:cubicBezTo>
                <a:cubicBezTo>
                  <a:pt x="133909" y="58372"/>
                  <a:pt x="137982" y="47803"/>
                  <a:pt x="137982" y="38227"/>
                </a:cubicBezTo>
                <a:cubicBezTo>
                  <a:pt x="137982" y="30918"/>
                  <a:pt x="135748" y="24913"/>
                  <a:pt x="131278" y="20210"/>
                </a:cubicBezTo>
                <a:cubicBezTo>
                  <a:pt x="126809" y="15505"/>
                  <a:pt x="121463" y="13153"/>
                  <a:pt x="115240" y="13153"/>
                </a:cubicBezTo>
                <a:cubicBezTo>
                  <a:pt x="109582" y="13153"/>
                  <a:pt x="104505" y="14815"/>
                  <a:pt x="100007" y="18139"/>
                </a:cubicBezTo>
                <a:cubicBezTo>
                  <a:pt x="95510" y="21462"/>
                  <a:pt x="92186" y="26335"/>
                  <a:pt x="90036" y="32756"/>
                </a:cubicBezTo>
                <a:lnTo>
                  <a:pt x="86897" y="32756"/>
                </a:lnTo>
                <a:cubicBezTo>
                  <a:pt x="88311" y="22316"/>
                  <a:pt x="91946" y="14304"/>
                  <a:pt x="97801" y="8719"/>
                </a:cubicBezTo>
                <a:cubicBezTo>
                  <a:pt x="103656" y="3133"/>
                  <a:pt x="110968" y="339"/>
                  <a:pt x="119737" y="339"/>
                </a:cubicBezTo>
                <a:cubicBezTo>
                  <a:pt x="129072" y="339"/>
                  <a:pt x="136865" y="3338"/>
                  <a:pt x="143116" y="9335"/>
                </a:cubicBezTo>
                <a:cubicBezTo>
                  <a:pt x="149368" y="15331"/>
                  <a:pt x="152493" y="22403"/>
                  <a:pt x="152493" y="30550"/>
                </a:cubicBezTo>
                <a:cubicBezTo>
                  <a:pt x="152493" y="36377"/>
                  <a:pt x="151135" y="42204"/>
                  <a:pt x="148420" y="48031"/>
                </a:cubicBezTo>
                <a:cubicBezTo>
                  <a:pt x="144234" y="57196"/>
                  <a:pt x="137445" y="66898"/>
                  <a:pt x="128054" y="77138"/>
                </a:cubicBezTo>
                <a:cubicBezTo>
                  <a:pt x="113967" y="92525"/>
                  <a:pt x="105170" y="101803"/>
                  <a:pt x="101662" y="104972"/>
                </a:cubicBezTo>
                <a:lnTo>
                  <a:pt x="131703" y="104972"/>
                </a:lnTo>
                <a:cubicBezTo>
                  <a:pt x="137812" y="104972"/>
                  <a:pt x="142098" y="104744"/>
                  <a:pt x="144559" y="104287"/>
                </a:cubicBezTo>
                <a:cubicBezTo>
                  <a:pt x="147020" y="103830"/>
                  <a:pt x="149240" y="102901"/>
                  <a:pt x="151220" y="101503"/>
                </a:cubicBezTo>
                <a:cubicBezTo>
                  <a:pt x="153200" y="100105"/>
                  <a:pt x="154926" y="98121"/>
                  <a:pt x="156397" y="95552"/>
                </a:cubicBezTo>
                <a:lnTo>
                  <a:pt x="159537" y="95552"/>
                </a:lnTo>
                <a:close/>
                <a:moveTo>
                  <a:pt x="176084" y="146807"/>
                </a:moveTo>
                <a:lnTo>
                  <a:pt x="176084" y="143074"/>
                </a:lnTo>
                <a:cubicBezTo>
                  <a:pt x="181911" y="141143"/>
                  <a:pt x="186423" y="138147"/>
                  <a:pt x="189620" y="134086"/>
                </a:cubicBezTo>
                <a:cubicBezTo>
                  <a:pt x="192816" y="130027"/>
                  <a:pt x="194414" y="125726"/>
                  <a:pt x="194414" y="121182"/>
                </a:cubicBezTo>
                <a:cubicBezTo>
                  <a:pt x="194414" y="120106"/>
                  <a:pt x="194160" y="119200"/>
                  <a:pt x="193650" y="118464"/>
                </a:cubicBezTo>
                <a:cubicBezTo>
                  <a:pt x="193254" y="117955"/>
                  <a:pt x="192858" y="117701"/>
                  <a:pt x="192462" y="117701"/>
                </a:cubicBezTo>
                <a:cubicBezTo>
                  <a:pt x="191840" y="117701"/>
                  <a:pt x="190482" y="118266"/>
                  <a:pt x="188389" y="119398"/>
                </a:cubicBezTo>
                <a:cubicBezTo>
                  <a:pt x="187371" y="119907"/>
                  <a:pt x="186296" y="120161"/>
                  <a:pt x="185164" y="120161"/>
                </a:cubicBezTo>
                <a:cubicBezTo>
                  <a:pt x="182392" y="120161"/>
                  <a:pt x="180186" y="119341"/>
                  <a:pt x="178545" y="117701"/>
                </a:cubicBezTo>
                <a:cubicBezTo>
                  <a:pt x="176905" y="116060"/>
                  <a:pt x="176084" y="113797"/>
                  <a:pt x="176084" y="110912"/>
                </a:cubicBezTo>
                <a:cubicBezTo>
                  <a:pt x="176084" y="108140"/>
                  <a:pt x="177145" y="105764"/>
                  <a:pt x="179267" y="103784"/>
                </a:cubicBezTo>
                <a:cubicBezTo>
                  <a:pt x="181388" y="101803"/>
                  <a:pt x="183976" y="100813"/>
                  <a:pt x="187031" y="100813"/>
                </a:cubicBezTo>
                <a:cubicBezTo>
                  <a:pt x="190765" y="100813"/>
                  <a:pt x="194089" y="102443"/>
                  <a:pt x="197002" y="105704"/>
                </a:cubicBezTo>
                <a:cubicBezTo>
                  <a:pt x="199916" y="108962"/>
                  <a:pt x="201373" y="113283"/>
                  <a:pt x="201373" y="118666"/>
                </a:cubicBezTo>
                <a:cubicBezTo>
                  <a:pt x="201373" y="124505"/>
                  <a:pt x="199350" y="129933"/>
                  <a:pt x="195305" y="134948"/>
                </a:cubicBezTo>
                <a:cubicBezTo>
                  <a:pt x="191260" y="139964"/>
                  <a:pt x="184853" y="143917"/>
                  <a:pt x="176084" y="146807"/>
                </a:cubicBezTo>
                <a:close/>
                <a:moveTo>
                  <a:pt x="334517" y="75356"/>
                </a:moveTo>
                <a:lnTo>
                  <a:pt x="334517" y="87406"/>
                </a:lnTo>
                <a:lnTo>
                  <a:pt x="319073" y="87406"/>
                </a:lnTo>
                <a:lnTo>
                  <a:pt x="319073" y="117785"/>
                </a:lnTo>
                <a:lnTo>
                  <a:pt x="305071" y="117785"/>
                </a:lnTo>
                <a:lnTo>
                  <a:pt x="305071" y="87406"/>
                </a:lnTo>
                <a:lnTo>
                  <a:pt x="256361" y="87406"/>
                </a:lnTo>
                <a:lnTo>
                  <a:pt x="256361" y="76544"/>
                </a:lnTo>
                <a:lnTo>
                  <a:pt x="309738" y="339"/>
                </a:lnTo>
                <a:lnTo>
                  <a:pt x="319073" y="339"/>
                </a:lnTo>
                <a:lnTo>
                  <a:pt x="319073" y="75356"/>
                </a:lnTo>
                <a:lnTo>
                  <a:pt x="334517" y="75356"/>
                </a:lnTo>
                <a:moveTo>
                  <a:pt x="305071" y="75356"/>
                </a:moveTo>
                <a:lnTo>
                  <a:pt x="305071" y="18245"/>
                </a:lnTo>
                <a:lnTo>
                  <a:pt x="264678" y="75356"/>
                </a:lnTo>
                <a:lnTo>
                  <a:pt x="305071" y="75356"/>
                </a:lnTo>
                <a:close/>
                <a:moveTo>
                  <a:pt x="362266" y="101323"/>
                </a:moveTo>
                <a:cubicBezTo>
                  <a:pt x="364925" y="101323"/>
                  <a:pt x="367160" y="102242"/>
                  <a:pt x="368970" y="104081"/>
                </a:cubicBezTo>
                <a:cubicBezTo>
                  <a:pt x="370781" y="105919"/>
                  <a:pt x="371686" y="108140"/>
                  <a:pt x="371686" y="110742"/>
                </a:cubicBezTo>
                <a:cubicBezTo>
                  <a:pt x="371686" y="113344"/>
                  <a:pt x="370767" y="115565"/>
                  <a:pt x="368928" y="117404"/>
                </a:cubicBezTo>
                <a:cubicBezTo>
                  <a:pt x="367089" y="119242"/>
                  <a:pt x="364869" y="120161"/>
                  <a:pt x="362266" y="120161"/>
                </a:cubicBezTo>
                <a:cubicBezTo>
                  <a:pt x="359664" y="120161"/>
                  <a:pt x="357444" y="119242"/>
                  <a:pt x="355605" y="117404"/>
                </a:cubicBezTo>
                <a:cubicBezTo>
                  <a:pt x="353766" y="115565"/>
                  <a:pt x="352847" y="113344"/>
                  <a:pt x="352847" y="110742"/>
                </a:cubicBezTo>
                <a:cubicBezTo>
                  <a:pt x="352847" y="108083"/>
                  <a:pt x="353766" y="105848"/>
                  <a:pt x="355605" y="104038"/>
                </a:cubicBezTo>
                <a:cubicBezTo>
                  <a:pt x="357444" y="102228"/>
                  <a:pt x="359664" y="101323"/>
                  <a:pt x="362266" y="101323"/>
                </a:cubicBezTo>
                <a:close/>
                <a:moveTo>
                  <a:pt x="417341" y="59826"/>
                </a:moveTo>
                <a:cubicBezTo>
                  <a:pt x="408232" y="52359"/>
                  <a:pt x="402363" y="46362"/>
                  <a:pt x="399732" y="41836"/>
                </a:cubicBezTo>
                <a:cubicBezTo>
                  <a:pt x="397101" y="37310"/>
                  <a:pt x="395786" y="32614"/>
                  <a:pt x="395786" y="27749"/>
                </a:cubicBezTo>
                <a:cubicBezTo>
                  <a:pt x="395786" y="20281"/>
                  <a:pt x="398671" y="13846"/>
                  <a:pt x="404442" y="8444"/>
                </a:cubicBezTo>
                <a:cubicBezTo>
                  <a:pt x="410212" y="3041"/>
                  <a:pt x="417878" y="339"/>
                  <a:pt x="427439" y="339"/>
                </a:cubicBezTo>
                <a:cubicBezTo>
                  <a:pt x="436717" y="339"/>
                  <a:pt x="444185" y="2857"/>
                  <a:pt x="449842" y="7892"/>
                </a:cubicBezTo>
                <a:cubicBezTo>
                  <a:pt x="455499" y="12927"/>
                  <a:pt x="458328" y="18669"/>
                  <a:pt x="458328" y="25119"/>
                </a:cubicBezTo>
                <a:cubicBezTo>
                  <a:pt x="458328" y="29418"/>
                  <a:pt x="456800" y="33802"/>
                  <a:pt x="453745" y="38272"/>
                </a:cubicBezTo>
                <a:cubicBezTo>
                  <a:pt x="450690" y="42741"/>
                  <a:pt x="444326" y="48002"/>
                  <a:pt x="434652" y="54056"/>
                </a:cubicBezTo>
                <a:cubicBezTo>
                  <a:pt x="444609" y="61750"/>
                  <a:pt x="451200" y="67803"/>
                  <a:pt x="454424" y="72216"/>
                </a:cubicBezTo>
                <a:cubicBezTo>
                  <a:pt x="458724" y="77986"/>
                  <a:pt x="460874" y="84068"/>
                  <a:pt x="460874" y="90461"/>
                </a:cubicBezTo>
                <a:cubicBezTo>
                  <a:pt x="460874" y="98551"/>
                  <a:pt x="457790" y="105467"/>
                  <a:pt x="451624" y="111209"/>
                </a:cubicBezTo>
                <a:cubicBezTo>
                  <a:pt x="445457" y="116951"/>
                  <a:pt x="437367" y="119822"/>
                  <a:pt x="427354" y="119822"/>
                </a:cubicBezTo>
                <a:cubicBezTo>
                  <a:pt x="416435" y="119822"/>
                  <a:pt x="407921" y="116399"/>
                  <a:pt x="401811" y="109554"/>
                </a:cubicBezTo>
                <a:cubicBezTo>
                  <a:pt x="396946" y="104066"/>
                  <a:pt x="394513" y="98070"/>
                  <a:pt x="394513" y="91564"/>
                </a:cubicBezTo>
                <a:cubicBezTo>
                  <a:pt x="394513" y="86472"/>
                  <a:pt x="396225" y="81423"/>
                  <a:pt x="399647" y="76416"/>
                </a:cubicBezTo>
                <a:cubicBezTo>
                  <a:pt x="403070" y="71410"/>
                  <a:pt x="408968" y="65880"/>
                  <a:pt x="417341" y="59826"/>
                </a:cubicBezTo>
                <a:moveTo>
                  <a:pt x="430664" y="50746"/>
                </a:moveTo>
                <a:cubicBezTo>
                  <a:pt x="437452" y="44636"/>
                  <a:pt x="441752" y="39813"/>
                  <a:pt x="443562" y="36278"/>
                </a:cubicBezTo>
                <a:cubicBezTo>
                  <a:pt x="445373" y="32742"/>
                  <a:pt x="446278" y="28739"/>
                  <a:pt x="446278" y="24270"/>
                </a:cubicBezTo>
                <a:cubicBezTo>
                  <a:pt x="446278" y="18330"/>
                  <a:pt x="444609" y="13677"/>
                  <a:pt x="441271" y="10310"/>
                </a:cubicBezTo>
                <a:cubicBezTo>
                  <a:pt x="437933" y="6944"/>
                  <a:pt x="433379" y="5261"/>
                  <a:pt x="427609" y="5261"/>
                </a:cubicBezTo>
                <a:cubicBezTo>
                  <a:pt x="421838" y="5261"/>
                  <a:pt x="417143" y="6930"/>
                  <a:pt x="413522" y="10268"/>
                </a:cubicBezTo>
                <a:cubicBezTo>
                  <a:pt x="409901" y="13606"/>
                  <a:pt x="408091" y="17509"/>
                  <a:pt x="408091" y="21979"/>
                </a:cubicBezTo>
                <a:cubicBezTo>
                  <a:pt x="408091" y="24920"/>
                  <a:pt x="408840" y="27862"/>
                  <a:pt x="410340" y="30804"/>
                </a:cubicBezTo>
                <a:cubicBezTo>
                  <a:pt x="411839" y="33746"/>
                  <a:pt x="413974" y="36546"/>
                  <a:pt x="416747" y="39205"/>
                </a:cubicBezTo>
                <a:lnTo>
                  <a:pt x="430664" y="50746"/>
                </a:lnTo>
                <a:moveTo>
                  <a:pt x="421329" y="63051"/>
                </a:moveTo>
                <a:cubicBezTo>
                  <a:pt x="416633" y="67011"/>
                  <a:pt x="413154" y="71325"/>
                  <a:pt x="410891" y="75992"/>
                </a:cubicBezTo>
                <a:cubicBezTo>
                  <a:pt x="408628" y="80659"/>
                  <a:pt x="407497" y="85708"/>
                  <a:pt x="407497" y="91139"/>
                </a:cubicBezTo>
                <a:cubicBezTo>
                  <a:pt x="407497" y="98437"/>
                  <a:pt x="409491" y="104279"/>
                  <a:pt x="413479" y="108663"/>
                </a:cubicBezTo>
                <a:cubicBezTo>
                  <a:pt x="417468" y="113047"/>
                  <a:pt x="422545" y="115240"/>
                  <a:pt x="428712" y="115240"/>
                </a:cubicBezTo>
                <a:cubicBezTo>
                  <a:pt x="434822" y="115240"/>
                  <a:pt x="439715" y="113514"/>
                  <a:pt x="443393" y="110063"/>
                </a:cubicBezTo>
                <a:cubicBezTo>
                  <a:pt x="447070" y="106612"/>
                  <a:pt x="448908" y="102426"/>
                  <a:pt x="448908" y="97504"/>
                </a:cubicBezTo>
                <a:cubicBezTo>
                  <a:pt x="448908" y="93431"/>
                  <a:pt x="447834" y="89782"/>
                  <a:pt x="445684" y="86557"/>
                </a:cubicBezTo>
                <a:cubicBezTo>
                  <a:pt x="441667" y="80560"/>
                  <a:pt x="433549" y="72725"/>
                  <a:pt x="421329" y="63051"/>
                </a:cubicBezTo>
                <a:close/>
                <a:moveTo>
                  <a:pt x="589012" y="0"/>
                </a:moveTo>
                <a:lnTo>
                  <a:pt x="505171" y="122538"/>
                </a:lnTo>
                <a:lnTo>
                  <a:pt x="497618" y="122538"/>
                </a:lnTo>
                <a:lnTo>
                  <a:pt x="581460" y="0"/>
                </a:lnTo>
                <a:lnTo>
                  <a:pt x="589012" y="0"/>
                </a:lnTo>
                <a:moveTo>
                  <a:pt x="501776" y="0"/>
                </a:moveTo>
                <a:cubicBezTo>
                  <a:pt x="509414" y="0"/>
                  <a:pt x="515340" y="3173"/>
                  <a:pt x="519554" y="9518"/>
                </a:cubicBezTo>
                <a:cubicBezTo>
                  <a:pt x="523769" y="15863"/>
                  <a:pt x="525876" y="23142"/>
                  <a:pt x="525876" y="31356"/>
                </a:cubicBezTo>
                <a:cubicBezTo>
                  <a:pt x="525876" y="41214"/>
                  <a:pt x="523500" y="48833"/>
                  <a:pt x="518748" y="54215"/>
                </a:cubicBezTo>
                <a:cubicBezTo>
                  <a:pt x="513996" y="59596"/>
                  <a:pt x="508282" y="62287"/>
                  <a:pt x="501606" y="62287"/>
                </a:cubicBezTo>
                <a:cubicBezTo>
                  <a:pt x="497137" y="62287"/>
                  <a:pt x="493036" y="61055"/>
                  <a:pt x="489302" y="58590"/>
                </a:cubicBezTo>
                <a:cubicBezTo>
                  <a:pt x="485568" y="56126"/>
                  <a:pt x="482584" y="52458"/>
                  <a:pt x="480349" y="47588"/>
                </a:cubicBezTo>
                <a:cubicBezTo>
                  <a:pt x="478114" y="42715"/>
                  <a:pt x="476997" y="37305"/>
                  <a:pt x="476997" y="31356"/>
                </a:cubicBezTo>
                <a:cubicBezTo>
                  <a:pt x="476997" y="25408"/>
                  <a:pt x="478129" y="19928"/>
                  <a:pt x="480392" y="14914"/>
                </a:cubicBezTo>
                <a:cubicBezTo>
                  <a:pt x="482654" y="9900"/>
                  <a:pt x="485752" y="6161"/>
                  <a:pt x="489684" y="3697"/>
                </a:cubicBezTo>
                <a:cubicBezTo>
                  <a:pt x="493616" y="1232"/>
                  <a:pt x="497646" y="0"/>
                  <a:pt x="501776" y="0"/>
                </a:cubicBezTo>
                <a:moveTo>
                  <a:pt x="501522" y="4582"/>
                </a:moveTo>
                <a:cubicBezTo>
                  <a:pt x="498636" y="4582"/>
                  <a:pt x="496076" y="6288"/>
                  <a:pt x="493842" y="9698"/>
                </a:cubicBezTo>
                <a:cubicBezTo>
                  <a:pt x="491607" y="13108"/>
                  <a:pt x="490490" y="20271"/>
                  <a:pt x="490490" y="31186"/>
                </a:cubicBezTo>
                <a:cubicBezTo>
                  <a:pt x="490490" y="39087"/>
                  <a:pt x="491112" y="45112"/>
                  <a:pt x="492357" y="49261"/>
                </a:cubicBezTo>
                <a:cubicBezTo>
                  <a:pt x="493319" y="52389"/>
                  <a:pt x="494818" y="54804"/>
                  <a:pt x="496854" y="56509"/>
                </a:cubicBezTo>
                <a:cubicBezTo>
                  <a:pt x="498042" y="57532"/>
                  <a:pt x="499513" y="58044"/>
                  <a:pt x="501267" y="58044"/>
                </a:cubicBezTo>
                <a:cubicBezTo>
                  <a:pt x="503983" y="58044"/>
                  <a:pt x="506302" y="56566"/>
                  <a:pt x="508226" y="53610"/>
                </a:cubicBezTo>
                <a:cubicBezTo>
                  <a:pt x="511054" y="49233"/>
                  <a:pt x="512469" y="41929"/>
                  <a:pt x="512469" y="31698"/>
                </a:cubicBezTo>
                <a:cubicBezTo>
                  <a:pt x="512469" y="20898"/>
                  <a:pt x="511082" y="13309"/>
                  <a:pt x="508310" y="8931"/>
                </a:cubicBezTo>
                <a:cubicBezTo>
                  <a:pt x="506500" y="6032"/>
                  <a:pt x="504237" y="4582"/>
                  <a:pt x="501522" y="4582"/>
                </a:cubicBezTo>
                <a:moveTo>
                  <a:pt x="585109" y="60590"/>
                </a:moveTo>
                <a:cubicBezTo>
                  <a:pt x="589125" y="60590"/>
                  <a:pt x="593128" y="61865"/>
                  <a:pt x="597116" y="64414"/>
                </a:cubicBezTo>
                <a:cubicBezTo>
                  <a:pt x="601105" y="66963"/>
                  <a:pt x="604188" y="70674"/>
                  <a:pt x="606366" y="75546"/>
                </a:cubicBezTo>
                <a:cubicBezTo>
                  <a:pt x="608544" y="80417"/>
                  <a:pt x="609633" y="85770"/>
                  <a:pt x="609633" y="91606"/>
                </a:cubicBezTo>
                <a:cubicBezTo>
                  <a:pt x="609633" y="101634"/>
                  <a:pt x="607229" y="109296"/>
                  <a:pt x="602420" y="114593"/>
                </a:cubicBezTo>
                <a:cubicBezTo>
                  <a:pt x="597611" y="119889"/>
                  <a:pt x="591926" y="122538"/>
                  <a:pt x="585363" y="122538"/>
                </a:cubicBezTo>
                <a:cubicBezTo>
                  <a:pt x="581233" y="122538"/>
                  <a:pt x="577231" y="121263"/>
                  <a:pt x="573355" y="118714"/>
                </a:cubicBezTo>
                <a:cubicBezTo>
                  <a:pt x="569480" y="116164"/>
                  <a:pt x="566425" y="112525"/>
                  <a:pt x="564191" y="107796"/>
                </a:cubicBezTo>
                <a:cubicBezTo>
                  <a:pt x="561956" y="103065"/>
                  <a:pt x="560839" y="97668"/>
                  <a:pt x="560839" y="91606"/>
                </a:cubicBezTo>
                <a:cubicBezTo>
                  <a:pt x="560839" y="85657"/>
                  <a:pt x="561956" y="80219"/>
                  <a:pt x="564191" y="75292"/>
                </a:cubicBezTo>
                <a:cubicBezTo>
                  <a:pt x="566425" y="70363"/>
                  <a:pt x="569480" y="66680"/>
                  <a:pt x="573355" y="64244"/>
                </a:cubicBezTo>
                <a:cubicBezTo>
                  <a:pt x="577231" y="61808"/>
                  <a:pt x="581148" y="60590"/>
                  <a:pt x="585109" y="60590"/>
                </a:cubicBezTo>
                <a:moveTo>
                  <a:pt x="585193" y="65172"/>
                </a:moveTo>
                <a:cubicBezTo>
                  <a:pt x="582478" y="65172"/>
                  <a:pt x="580130" y="66705"/>
                  <a:pt x="578150" y="69771"/>
                </a:cubicBezTo>
                <a:cubicBezTo>
                  <a:pt x="575604" y="73743"/>
                  <a:pt x="574331" y="81263"/>
                  <a:pt x="574331" y="92330"/>
                </a:cubicBezTo>
                <a:cubicBezTo>
                  <a:pt x="574331" y="102489"/>
                  <a:pt x="575633" y="109583"/>
                  <a:pt x="578235" y="113614"/>
                </a:cubicBezTo>
                <a:cubicBezTo>
                  <a:pt x="580158" y="116508"/>
                  <a:pt x="582478" y="117955"/>
                  <a:pt x="585193" y="117955"/>
                </a:cubicBezTo>
                <a:cubicBezTo>
                  <a:pt x="587796" y="117955"/>
                  <a:pt x="590115" y="116394"/>
                  <a:pt x="592152" y="113272"/>
                </a:cubicBezTo>
                <a:cubicBezTo>
                  <a:pt x="594867" y="109130"/>
                  <a:pt x="596225" y="102007"/>
                  <a:pt x="596225" y="91903"/>
                </a:cubicBezTo>
                <a:cubicBezTo>
                  <a:pt x="596225" y="81234"/>
                  <a:pt x="594867" y="73771"/>
                  <a:pt x="592152" y="69513"/>
                </a:cubicBezTo>
                <a:cubicBezTo>
                  <a:pt x="590285" y="66619"/>
                  <a:pt x="587965" y="65172"/>
                  <a:pt x="585193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4614B3-579C-45D2-A1EB-FB2C62D8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1199702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0A728-B1EB-4077-9593-2C2B81A1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1199702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46" name="Text 68,13.8%">
            <a:extLst xmlns:a="http://schemas.openxmlformats.org/drawingml/2006/main">
              <a:ext uri="{FF2B5EF4-FFF2-40B4-BE49-F238E27FC236}">
                <a16:creationId xmlns:a16="http://schemas.microsoft.com/office/drawing/2014/main" id="{1A6C4FE2-9A01-4C65-BBC5-E1B7C9FB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953" y="1289131"/>
            <a:ext cx="696105" cy="146807"/>
          </a:xfrm>
          <a:custGeom xmlns:a="http://schemas.openxmlformats.org/drawingml/2006/main">
            <a:pathLst>
              <a:path w="696105" h="146807">
                <a:moveTo>
                  <a:pt x="70434" y="339"/>
                </a:moveTo>
                <a:lnTo>
                  <a:pt x="70434" y="3479"/>
                </a:lnTo>
                <a:cubicBezTo>
                  <a:pt x="62966" y="4215"/>
                  <a:pt x="56870" y="5700"/>
                  <a:pt x="52146" y="7934"/>
                </a:cubicBezTo>
                <a:cubicBezTo>
                  <a:pt x="47422" y="10169"/>
                  <a:pt x="42755" y="13578"/>
                  <a:pt x="38144" y="18160"/>
                </a:cubicBezTo>
                <a:cubicBezTo>
                  <a:pt x="33534" y="22742"/>
                  <a:pt x="29715" y="27848"/>
                  <a:pt x="26688" y="33477"/>
                </a:cubicBezTo>
                <a:cubicBezTo>
                  <a:pt x="23662" y="39106"/>
                  <a:pt x="21130" y="45796"/>
                  <a:pt x="19093" y="53547"/>
                </a:cubicBezTo>
                <a:cubicBezTo>
                  <a:pt x="27240" y="47946"/>
                  <a:pt x="35415" y="45145"/>
                  <a:pt x="43618" y="45145"/>
                </a:cubicBezTo>
                <a:cubicBezTo>
                  <a:pt x="51482" y="45145"/>
                  <a:pt x="58299" y="48314"/>
                  <a:pt x="64069" y="54650"/>
                </a:cubicBezTo>
                <a:cubicBezTo>
                  <a:pt x="69840" y="60986"/>
                  <a:pt x="72725" y="69132"/>
                  <a:pt x="72725" y="79089"/>
                </a:cubicBezTo>
                <a:cubicBezTo>
                  <a:pt x="72725" y="88707"/>
                  <a:pt x="69811" y="97476"/>
                  <a:pt x="63984" y="105396"/>
                </a:cubicBezTo>
                <a:cubicBezTo>
                  <a:pt x="56969" y="115013"/>
                  <a:pt x="47691" y="119822"/>
                  <a:pt x="36150" y="119822"/>
                </a:cubicBezTo>
                <a:cubicBezTo>
                  <a:pt x="28287" y="119822"/>
                  <a:pt x="21611" y="117220"/>
                  <a:pt x="16123" y="112015"/>
                </a:cubicBezTo>
                <a:cubicBezTo>
                  <a:pt x="5374" y="101888"/>
                  <a:pt x="0" y="88763"/>
                  <a:pt x="0" y="72640"/>
                </a:cubicBezTo>
                <a:cubicBezTo>
                  <a:pt x="0" y="62344"/>
                  <a:pt x="2065" y="52557"/>
                  <a:pt x="6195" y="43279"/>
                </a:cubicBezTo>
                <a:cubicBezTo>
                  <a:pt x="10325" y="34001"/>
                  <a:pt x="16222" y="25769"/>
                  <a:pt x="23888" y="18584"/>
                </a:cubicBezTo>
                <a:cubicBezTo>
                  <a:pt x="31554" y="11400"/>
                  <a:pt x="38894" y="6562"/>
                  <a:pt x="45909" y="4073"/>
                </a:cubicBezTo>
                <a:cubicBezTo>
                  <a:pt x="52924" y="1584"/>
                  <a:pt x="59458" y="339"/>
                  <a:pt x="65512" y="339"/>
                </a:cubicBezTo>
                <a:lnTo>
                  <a:pt x="70434" y="339"/>
                </a:lnTo>
                <a:moveTo>
                  <a:pt x="17651" y="59741"/>
                </a:moveTo>
                <a:cubicBezTo>
                  <a:pt x="16633" y="67379"/>
                  <a:pt x="16123" y="73545"/>
                  <a:pt x="16123" y="78241"/>
                </a:cubicBezTo>
                <a:cubicBezTo>
                  <a:pt x="16123" y="83672"/>
                  <a:pt x="17128" y="89570"/>
                  <a:pt x="19136" y="95934"/>
                </a:cubicBezTo>
                <a:cubicBezTo>
                  <a:pt x="21144" y="102299"/>
                  <a:pt x="24128" y="107348"/>
                  <a:pt x="28089" y="111081"/>
                </a:cubicBezTo>
                <a:cubicBezTo>
                  <a:pt x="30974" y="113740"/>
                  <a:pt x="34481" y="115070"/>
                  <a:pt x="38611" y="115070"/>
                </a:cubicBezTo>
                <a:cubicBezTo>
                  <a:pt x="43533" y="115070"/>
                  <a:pt x="47932" y="112750"/>
                  <a:pt x="51807" y="108111"/>
                </a:cubicBezTo>
                <a:cubicBezTo>
                  <a:pt x="55682" y="103472"/>
                  <a:pt x="57620" y="96853"/>
                  <a:pt x="57620" y="88254"/>
                </a:cubicBezTo>
                <a:cubicBezTo>
                  <a:pt x="57620" y="78580"/>
                  <a:pt x="55696" y="70207"/>
                  <a:pt x="51849" y="63136"/>
                </a:cubicBezTo>
                <a:cubicBezTo>
                  <a:pt x="48002" y="56064"/>
                  <a:pt x="42543" y="52528"/>
                  <a:pt x="35471" y="52528"/>
                </a:cubicBezTo>
                <a:cubicBezTo>
                  <a:pt x="33322" y="52528"/>
                  <a:pt x="31016" y="52981"/>
                  <a:pt x="28555" y="53886"/>
                </a:cubicBezTo>
                <a:cubicBezTo>
                  <a:pt x="26094" y="54791"/>
                  <a:pt x="22460" y="56743"/>
                  <a:pt x="17651" y="59741"/>
                </a:cubicBezTo>
                <a:close/>
                <a:moveTo>
                  <a:pt x="112779" y="59826"/>
                </a:moveTo>
                <a:cubicBezTo>
                  <a:pt x="103671" y="52359"/>
                  <a:pt x="97801" y="46362"/>
                  <a:pt x="95170" y="41836"/>
                </a:cubicBezTo>
                <a:cubicBezTo>
                  <a:pt x="92540" y="37310"/>
                  <a:pt x="91224" y="32614"/>
                  <a:pt x="91224" y="27749"/>
                </a:cubicBezTo>
                <a:cubicBezTo>
                  <a:pt x="91224" y="20281"/>
                  <a:pt x="94110" y="13846"/>
                  <a:pt x="99880" y="8444"/>
                </a:cubicBezTo>
                <a:cubicBezTo>
                  <a:pt x="105651" y="3041"/>
                  <a:pt x="113316" y="339"/>
                  <a:pt x="122877" y="339"/>
                </a:cubicBezTo>
                <a:cubicBezTo>
                  <a:pt x="132155" y="339"/>
                  <a:pt x="139623" y="2857"/>
                  <a:pt x="145280" y="7892"/>
                </a:cubicBezTo>
                <a:cubicBezTo>
                  <a:pt x="150937" y="12927"/>
                  <a:pt x="153766" y="18669"/>
                  <a:pt x="153766" y="25119"/>
                </a:cubicBezTo>
                <a:cubicBezTo>
                  <a:pt x="153766" y="29418"/>
                  <a:pt x="152239" y="33802"/>
                  <a:pt x="149184" y="38272"/>
                </a:cubicBezTo>
                <a:cubicBezTo>
                  <a:pt x="146129" y="42741"/>
                  <a:pt x="139764" y="48002"/>
                  <a:pt x="130090" y="54056"/>
                </a:cubicBezTo>
                <a:cubicBezTo>
                  <a:pt x="140047" y="61750"/>
                  <a:pt x="146638" y="67803"/>
                  <a:pt x="149863" y="72216"/>
                </a:cubicBezTo>
                <a:cubicBezTo>
                  <a:pt x="154162" y="77986"/>
                  <a:pt x="156312" y="84068"/>
                  <a:pt x="156312" y="90461"/>
                </a:cubicBezTo>
                <a:cubicBezTo>
                  <a:pt x="156312" y="98551"/>
                  <a:pt x="153229" y="105467"/>
                  <a:pt x="147062" y="111209"/>
                </a:cubicBezTo>
                <a:cubicBezTo>
                  <a:pt x="140896" y="116951"/>
                  <a:pt x="132806" y="119822"/>
                  <a:pt x="122792" y="119822"/>
                </a:cubicBezTo>
                <a:cubicBezTo>
                  <a:pt x="111874" y="119822"/>
                  <a:pt x="103359" y="116399"/>
                  <a:pt x="97249" y="109554"/>
                </a:cubicBezTo>
                <a:cubicBezTo>
                  <a:pt x="92384" y="104066"/>
                  <a:pt x="89952" y="98070"/>
                  <a:pt x="89952" y="91564"/>
                </a:cubicBezTo>
                <a:cubicBezTo>
                  <a:pt x="89952" y="86472"/>
                  <a:pt x="91663" y="81423"/>
                  <a:pt x="95086" y="76416"/>
                </a:cubicBezTo>
                <a:cubicBezTo>
                  <a:pt x="98508" y="71410"/>
                  <a:pt x="104406" y="65880"/>
                  <a:pt x="112779" y="59826"/>
                </a:cubicBezTo>
                <a:moveTo>
                  <a:pt x="126102" y="50746"/>
                </a:moveTo>
                <a:cubicBezTo>
                  <a:pt x="132891" y="44636"/>
                  <a:pt x="137190" y="39813"/>
                  <a:pt x="139001" y="36278"/>
                </a:cubicBezTo>
                <a:cubicBezTo>
                  <a:pt x="140811" y="32742"/>
                  <a:pt x="141716" y="28739"/>
                  <a:pt x="141716" y="24270"/>
                </a:cubicBezTo>
                <a:cubicBezTo>
                  <a:pt x="141716" y="18330"/>
                  <a:pt x="140047" y="13677"/>
                  <a:pt x="136709" y="10310"/>
                </a:cubicBezTo>
                <a:cubicBezTo>
                  <a:pt x="133371" y="6944"/>
                  <a:pt x="128817" y="5261"/>
                  <a:pt x="123047" y="5261"/>
                </a:cubicBezTo>
                <a:cubicBezTo>
                  <a:pt x="117276" y="5261"/>
                  <a:pt x="112581" y="6930"/>
                  <a:pt x="108960" y="10268"/>
                </a:cubicBezTo>
                <a:cubicBezTo>
                  <a:pt x="105339" y="13606"/>
                  <a:pt x="103529" y="17509"/>
                  <a:pt x="103529" y="21979"/>
                </a:cubicBezTo>
                <a:cubicBezTo>
                  <a:pt x="103529" y="24920"/>
                  <a:pt x="104279" y="27862"/>
                  <a:pt x="105778" y="30804"/>
                </a:cubicBezTo>
                <a:cubicBezTo>
                  <a:pt x="107277" y="33746"/>
                  <a:pt x="109413" y="36546"/>
                  <a:pt x="112185" y="39205"/>
                </a:cubicBezTo>
                <a:lnTo>
                  <a:pt x="126102" y="50746"/>
                </a:lnTo>
                <a:moveTo>
                  <a:pt x="116767" y="63051"/>
                </a:moveTo>
                <a:cubicBezTo>
                  <a:pt x="112072" y="67011"/>
                  <a:pt x="108592" y="71325"/>
                  <a:pt x="106329" y="75992"/>
                </a:cubicBezTo>
                <a:cubicBezTo>
                  <a:pt x="104067" y="80659"/>
                  <a:pt x="102935" y="85708"/>
                  <a:pt x="102935" y="91139"/>
                </a:cubicBezTo>
                <a:cubicBezTo>
                  <a:pt x="102935" y="98437"/>
                  <a:pt x="104929" y="104279"/>
                  <a:pt x="108918" y="108663"/>
                </a:cubicBezTo>
                <a:cubicBezTo>
                  <a:pt x="112906" y="113047"/>
                  <a:pt x="117984" y="115240"/>
                  <a:pt x="124150" y="115240"/>
                </a:cubicBezTo>
                <a:cubicBezTo>
                  <a:pt x="130260" y="115240"/>
                  <a:pt x="135154" y="113514"/>
                  <a:pt x="138831" y="110063"/>
                </a:cubicBezTo>
                <a:cubicBezTo>
                  <a:pt x="142508" y="106612"/>
                  <a:pt x="144347" y="102426"/>
                  <a:pt x="144347" y="97504"/>
                </a:cubicBezTo>
                <a:cubicBezTo>
                  <a:pt x="144347" y="93431"/>
                  <a:pt x="143272" y="89782"/>
                  <a:pt x="141122" y="86557"/>
                </a:cubicBezTo>
                <a:cubicBezTo>
                  <a:pt x="137105" y="80560"/>
                  <a:pt x="128987" y="72725"/>
                  <a:pt x="116767" y="63051"/>
                </a:cubicBezTo>
                <a:close/>
                <a:moveTo>
                  <a:pt x="175659" y="146807"/>
                </a:moveTo>
                <a:lnTo>
                  <a:pt x="175659" y="143074"/>
                </a:lnTo>
                <a:cubicBezTo>
                  <a:pt x="181487" y="141143"/>
                  <a:pt x="185998" y="138147"/>
                  <a:pt x="189195" y="134086"/>
                </a:cubicBezTo>
                <a:cubicBezTo>
                  <a:pt x="192391" y="130027"/>
                  <a:pt x="193989" y="125726"/>
                  <a:pt x="193989" y="121182"/>
                </a:cubicBezTo>
                <a:cubicBezTo>
                  <a:pt x="193989" y="120106"/>
                  <a:pt x="193735" y="119200"/>
                  <a:pt x="193225" y="118464"/>
                </a:cubicBezTo>
                <a:cubicBezTo>
                  <a:pt x="192829" y="117955"/>
                  <a:pt x="192433" y="117701"/>
                  <a:pt x="192037" y="117701"/>
                </a:cubicBezTo>
                <a:cubicBezTo>
                  <a:pt x="191415" y="117701"/>
                  <a:pt x="190057" y="118266"/>
                  <a:pt x="187964" y="119398"/>
                </a:cubicBezTo>
                <a:cubicBezTo>
                  <a:pt x="186946" y="119907"/>
                  <a:pt x="185871" y="120161"/>
                  <a:pt x="184739" y="120161"/>
                </a:cubicBezTo>
                <a:cubicBezTo>
                  <a:pt x="181967" y="120161"/>
                  <a:pt x="179761" y="119341"/>
                  <a:pt x="178120" y="117701"/>
                </a:cubicBezTo>
                <a:cubicBezTo>
                  <a:pt x="176480" y="116060"/>
                  <a:pt x="175659" y="113797"/>
                  <a:pt x="175659" y="110912"/>
                </a:cubicBezTo>
                <a:cubicBezTo>
                  <a:pt x="175659" y="108140"/>
                  <a:pt x="176720" y="105764"/>
                  <a:pt x="178842" y="103784"/>
                </a:cubicBezTo>
                <a:cubicBezTo>
                  <a:pt x="180963" y="101803"/>
                  <a:pt x="183551" y="100813"/>
                  <a:pt x="186606" y="100813"/>
                </a:cubicBezTo>
                <a:cubicBezTo>
                  <a:pt x="190340" y="100813"/>
                  <a:pt x="193664" y="102443"/>
                  <a:pt x="196577" y="105704"/>
                </a:cubicBezTo>
                <a:cubicBezTo>
                  <a:pt x="199491" y="108962"/>
                  <a:pt x="200948" y="113283"/>
                  <a:pt x="200948" y="118666"/>
                </a:cubicBezTo>
                <a:cubicBezTo>
                  <a:pt x="200948" y="124505"/>
                  <a:pt x="198925" y="129933"/>
                  <a:pt x="194880" y="134948"/>
                </a:cubicBezTo>
                <a:cubicBezTo>
                  <a:pt x="190835" y="139964"/>
                  <a:pt x="184428" y="143917"/>
                  <a:pt x="175659" y="146807"/>
                </a:cubicBezTo>
                <a:close/>
                <a:moveTo>
                  <a:pt x="273588" y="14002"/>
                </a:moveTo>
                <a:lnTo>
                  <a:pt x="301592" y="339"/>
                </a:lnTo>
                <a:lnTo>
                  <a:pt x="304392" y="339"/>
                </a:lnTo>
                <a:lnTo>
                  <a:pt x="304392" y="97504"/>
                </a:lnTo>
                <a:cubicBezTo>
                  <a:pt x="304392" y="103953"/>
                  <a:pt x="304661" y="107970"/>
                  <a:pt x="305198" y="109554"/>
                </a:cubicBezTo>
                <a:cubicBezTo>
                  <a:pt x="305736" y="111138"/>
                  <a:pt x="306853" y="112354"/>
                  <a:pt x="308550" y="113203"/>
                </a:cubicBezTo>
                <a:cubicBezTo>
                  <a:pt x="310247" y="114052"/>
                  <a:pt x="313698" y="114532"/>
                  <a:pt x="318903" y="114646"/>
                </a:cubicBezTo>
                <a:lnTo>
                  <a:pt x="318903" y="117785"/>
                </a:lnTo>
                <a:lnTo>
                  <a:pt x="275624" y="117785"/>
                </a:lnTo>
                <a:lnTo>
                  <a:pt x="275624" y="114646"/>
                </a:lnTo>
                <a:cubicBezTo>
                  <a:pt x="281056" y="114532"/>
                  <a:pt x="284563" y="114066"/>
                  <a:pt x="286147" y="113245"/>
                </a:cubicBezTo>
                <a:cubicBezTo>
                  <a:pt x="287731" y="112425"/>
                  <a:pt x="288834" y="111322"/>
                  <a:pt x="289457" y="109936"/>
                </a:cubicBezTo>
                <a:cubicBezTo>
                  <a:pt x="290079" y="108550"/>
                  <a:pt x="290390" y="104406"/>
                  <a:pt x="290390" y="97504"/>
                </a:cubicBezTo>
                <a:lnTo>
                  <a:pt x="290390" y="35387"/>
                </a:lnTo>
                <a:cubicBezTo>
                  <a:pt x="290390" y="27014"/>
                  <a:pt x="290107" y="21639"/>
                  <a:pt x="289541" y="19263"/>
                </a:cubicBezTo>
                <a:cubicBezTo>
                  <a:pt x="289145" y="17453"/>
                  <a:pt x="288424" y="16123"/>
                  <a:pt x="287378" y="15275"/>
                </a:cubicBezTo>
                <a:cubicBezTo>
                  <a:pt x="286331" y="14426"/>
                  <a:pt x="285072" y="14002"/>
                  <a:pt x="283601" y="14002"/>
                </a:cubicBezTo>
                <a:cubicBezTo>
                  <a:pt x="281508" y="14002"/>
                  <a:pt x="278595" y="14879"/>
                  <a:pt x="274861" y="16633"/>
                </a:cubicBezTo>
                <a:lnTo>
                  <a:pt x="273588" y="14002"/>
                </a:lnTo>
                <a:close/>
                <a:moveTo>
                  <a:pt x="348943" y="24524"/>
                </a:moveTo>
                <a:cubicBezTo>
                  <a:pt x="352225" y="16774"/>
                  <a:pt x="356369" y="10805"/>
                  <a:pt x="361375" y="6619"/>
                </a:cubicBezTo>
                <a:cubicBezTo>
                  <a:pt x="366382" y="2433"/>
                  <a:pt x="372619" y="339"/>
                  <a:pt x="380087" y="339"/>
                </a:cubicBezTo>
                <a:cubicBezTo>
                  <a:pt x="389308" y="339"/>
                  <a:pt x="396380" y="3333"/>
                  <a:pt x="401302" y="9321"/>
                </a:cubicBezTo>
                <a:cubicBezTo>
                  <a:pt x="405036" y="13785"/>
                  <a:pt x="406903" y="18560"/>
                  <a:pt x="406903" y="23644"/>
                </a:cubicBezTo>
                <a:cubicBezTo>
                  <a:pt x="406903" y="32005"/>
                  <a:pt x="401641" y="40648"/>
                  <a:pt x="391119" y="49574"/>
                </a:cubicBezTo>
                <a:cubicBezTo>
                  <a:pt x="398190" y="52350"/>
                  <a:pt x="403537" y="56314"/>
                  <a:pt x="407157" y="61468"/>
                </a:cubicBezTo>
                <a:cubicBezTo>
                  <a:pt x="410778" y="66619"/>
                  <a:pt x="412588" y="72678"/>
                  <a:pt x="412588" y="79644"/>
                </a:cubicBezTo>
                <a:cubicBezTo>
                  <a:pt x="412588" y="89611"/>
                  <a:pt x="409420" y="98247"/>
                  <a:pt x="403084" y="105552"/>
                </a:cubicBezTo>
                <a:cubicBezTo>
                  <a:pt x="394824" y="115065"/>
                  <a:pt x="382859" y="119822"/>
                  <a:pt x="367188" y="119822"/>
                </a:cubicBezTo>
                <a:cubicBezTo>
                  <a:pt x="359438" y="119822"/>
                  <a:pt x="354162" y="118860"/>
                  <a:pt x="351362" y="116937"/>
                </a:cubicBezTo>
                <a:cubicBezTo>
                  <a:pt x="348562" y="115013"/>
                  <a:pt x="347161" y="112948"/>
                  <a:pt x="347161" y="110742"/>
                </a:cubicBezTo>
                <a:cubicBezTo>
                  <a:pt x="347161" y="109101"/>
                  <a:pt x="347826" y="107659"/>
                  <a:pt x="349156" y="106414"/>
                </a:cubicBezTo>
                <a:cubicBezTo>
                  <a:pt x="350485" y="105170"/>
                  <a:pt x="352083" y="104547"/>
                  <a:pt x="353950" y="104547"/>
                </a:cubicBezTo>
                <a:cubicBezTo>
                  <a:pt x="355365" y="104547"/>
                  <a:pt x="356807" y="104774"/>
                  <a:pt x="358278" y="105226"/>
                </a:cubicBezTo>
                <a:cubicBezTo>
                  <a:pt x="359240" y="105509"/>
                  <a:pt x="361418" y="106541"/>
                  <a:pt x="364812" y="108324"/>
                </a:cubicBezTo>
                <a:cubicBezTo>
                  <a:pt x="368207" y="110106"/>
                  <a:pt x="370554" y="111166"/>
                  <a:pt x="371856" y="111506"/>
                </a:cubicBezTo>
                <a:cubicBezTo>
                  <a:pt x="373949" y="112128"/>
                  <a:pt x="376183" y="112439"/>
                  <a:pt x="378560" y="112439"/>
                </a:cubicBezTo>
                <a:cubicBezTo>
                  <a:pt x="384330" y="112439"/>
                  <a:pt x="389351" y="110201"/>
                  <a:pt x="393622" y="105725"/>
                </a:cubicBezTo>
                <a:cubicBezTo>
                  <a:pt x="397893" y="101248"/>
                  <a:pt x="400029" y="95950"/>
                  <a:pt x="400029" y="89829"/>
                </a:cubicBezTo>
                <a:cubicBezTo>
                  <a:pt x="400029" y="85353"/>
                  <a:pt x="399039" y="80990"/>
                  <a:pt x="397059" y="76740"/>
                </a:cubicBezTo>
                <a:cubicBezTo>
                  <a:pt x="395588" y="73566"/>
                  <a:pt x="393976" y="71158"/>
                  <a:pt x="392222" y="69516"/>
                </a:cubicBezTo>
                <a:cubicBezTo>
                  <a:pt x="389789" y="67248"/>
                  <a:pt x="386452" y="65194"/>
                  <a:pt x="382209" y="63353"/>
                </a:cubicBezTo>
                <a:cubicBezTo>
                  <a:pt x="377966" y="61511"/>
                  <a:pt x="373638" y="60590"/>
                  <a:pt x="369225" y="60590"/>
                </a:cubicBezTo>
                <a:lnTo>
                  <a:pt x="366509" y="60590"/>
                </a:lnTo>
                <a:lnTo>
                  <a:pt x="366509" y="58044"/>
                </a:lnTo>
                <a:cubicBezTo>
                  <a:pt x="370979" y="57478"/>
                  <a:pt x="375462" y="55866"/>
                  <a:pt x="379960" y="53207"/>
                </a:cubicBezTo>
                <a:cubicBezTo>
                  <a:pt x="384457" y="50548"/>
                  <a:pt x="387724" y="47352"/>
                  <a:pt x="389761" y="43618"/>
                </a:cubicBezTo>
                <a:cubicBezTo>
                  <a:pt x="391798" y="39884"/>
                  <a:pt x="392816" y="35783"/>
                  <a:pt x="392816" y="31313"/>
                </a:cubicBezTo>
                <a:cubicBezTo>
                  <a:pt x="392816" y="25486"/>
                  <a:pt x="390992" y="20777"/>
                  <a:pt x="387343" y="17184"/>
                </a:cubicBezTo>
                <a:cubicBezTo>
                  <a:pt x="383694" y="13592"/>
                  <a:pt x="379154" y="11796"/>
                  <a:pt x="373723" y="11796"/>
                </a:cubicBezTo>
                <a:cubicBezTo>
                  <a:pt x="364954" y="11796"/>
                  <a:pt x="357627" y="16491"/>
                  <a:pt x="351744" y="25882"/>
                </a:cubicBezTo>
                <a:lnTo>
                  <a:pt x="348943" y="24524"/>
                </a:lnTo>
                <a:close/>
                <a:moveTo>
                  <a:pt x="448738" y="101323"/>
                </a:moveTo>
                <a:cubicBezTo>
                  <a:pt x="451397" y="101323"/>
                  <a:pt x="453632" y="102242"/>
                  <a:pt x="455442" y="104081"/>
                </a:cubicBezTo>
                <a:cubicBezTo>
                  <a:pt x="457253" y="105919"/>
                  <a:pt x="458158" y="108140"/>
                  <a:pt x="458158" y="110742"/>
                </a:cubicBezTo>
                <a:cubicBezTo>
                  <a:pt x="458158" y="113344"/>
                  <a:pt x="457239" y="115565"/>
                  <a:pt x="455400" y="117404"/>
                </a:cubicBezTo>
                <a:cubicBezTo>
                  <a:pt x="453561" y="119242"/>
                  <a:pt x="451341" y="120161"/>
                  <a:pt x="448738" y="120161"/>
                </a:cubicBezTo>
                <a:cubicBezTo>
                  <a:pt x="446136" y="120161"/>
                  <a:pt x="443916" y="119242"/>
                  <a:pt x="442077" y="117404"/>
                </a:cubicBezTo>
                <a:cubicBezTo>
                  <a:pt x="440238" y="115565"/>
                  <a:pt x="439319" y="113344"/>
                  <a:pt x="439319" y="110742"/>
                </a:cubicBezTo>
                <a:cubicBezTo>
                  <a:pt x="439319" y="108083"/>
                  <a:pt x="440238" y="105848"/>
                  <a:pt x="442077" y="104038"/>
                </a:cubicBezTo>
                <a:cubicBezTo>
                  <a:pt x="443916" y="102228"/>
                  <a:pt x="446136" y="101323"/>
                  <a:pt x="448738" y="101323"/>
                </a:cubicBezTo>
                <a:close/>
                <a:moveTo>
                  <a:pt x="503813" y="59826"/>
                </a:moveTo>
                <a:cubicBezTo>
                  <a:pt x="494704" y="52359"/>
                  <a:pt x="488835" y="46362"/>
                  <a:pt x="486204" y="41836"/>
                </a:cubicBezTo>
                <a:cubicBezTo>
                  <a:pt x="483573" y="37310"/>
                  <a:pt x="482258" y="32614"/>
                  <a:pt x="482258" y="27749"/>
                </a:cubicBezTo>
                <a:cubicBezTo>
                  <a:pt x="482258" y="20281"/>
                  <a:pt x="485143" y="13846"/>
                  <a:pt x="490914" y="8444"/>
                </a:cubicBezTo>
                <a:cubicBezTo>
                  <a:pt x="496684" y="3041"/>
                  <a:pt x="504350" y="339"/>
                  <a:pt x="513911" y="339"/>
                </a:cubicBezTo>
                <a:cubicBezTo>
                  <a:pt x="523189" y="339"/>
                  <a:pt x="530657" y="2857"/>
                  <a:pt x="536314" y="7892"/>
                </a:cubicBezTo>
                <a:cubicBezTo>
                  <a:pt x="541971" y="12927"/>
                  <a:pt x="544800" y="18669"/>
                  <a:pt x="544800" y="25119"/>
                </a:cubicBezTo>
                <a:cubicBezTo>
                  <a:pt x="544800" y="29418"/>
                  <a:pt x="543272" y="33802"/>
                  <a:pt x="540217" y="38272"/>
                </a:cubicBezTo>
                <a:cubicBezTo>
                  <a:pt x="537162" y="42741"/>
                  <a:pt x="530798" y="48002"/>
                  <a:pt x="521124" y="54056"/>
                </a:cubicBezTo>
                <a:cubicBezTo>
                  <a:pt x="531081" y="61750"/>
                  <a:pt x="537672" y="67803"/>
                  <a:pt x="540896" y="72216"/>
                </a:cubicBezTo>
                <a:cubicBezTo>
                  <a:pt x="545196" y="77986"/>
                  <a:pt x="547346" y="84068"/>
                  <a:pt x="547346" y="90461"/>
                </a:cubicBezTo>
                <a:cubicBezTo>
                  <a:pt x="547346" y="98551"/>
                  <a:pt x="544262" y="105467"/>
                  <a:pt x="538096" y="111209"/>
                </a:cubicBezTo>
                <a:cubicBezTo>
                  <a:pt x="531929" y="116951"/>
                  <a:pt x="523839" y="119822"/>
                  <a:pt x="513826" y="119822"/>
                </a:cubicBezTo>
                <a:cubicBezTo>
                  <a:pt x="502907" y="119822"/>
                  <a:pt x="494393" y="116399"/>
                  <a:pt x="488283" y="109554"/>
                </a:cubicBezTo>
                <a:cubicBezTo>
                  <a:pt x="483418" y="104066"/>
                  <a:pt x="480985" y="98070"/>
                  <a:pt x="480985" y="91564"/>
                </a:cubicBezTo>
                <a:cubicBezTo>
                  <a:pt x="480985" y="86472"/>
                  <a:pt x="482697" y="81423"/>
                  <a:pt x="486119" y="76416"/>
                </a:cubicBezTo>
                <a:cubicBezTo>
                  <a:pt x="489542" y="71410"/>
                  <a:pt x="495440" y="65880"/>
                  <a:pt x="503813" y="59826"/>
                </a:cubicBezTo>
                <a:moveTo>
                  <a:pt x="517136" y="50746"/>
                </a:moveTo>
                <a:cubicBezTo>
                  <a:pt x="523924" y="44636"/>
                  <a:pt x="528224" y="39813"/>
                  <a:pt x="530034" y="36278"/>
                </a:cubicBezTo>
                <a:cubicBezTo>
                  <a:pt x="531845" y="32742"/>
                  <a:pt x="532750" y="28739"/>
                  <a:pt x="532750" y="24270"/>
                </a:cubicBezTo>
                <a:cubicBezTo>
                  <a:pt x="532750" y="18330"/>
                  <a:pt x="531081" y="13677"/>
                  <a:pt x="527743" y="10310"/>
                </a:cubicBezTo>
                <a:cubicBezTo>
                  <a:pt x="524405" y="6944"/>
                  <a:pt x="519851" y="5261"/>
                  <a:pt x="514081" y="5261"/>
                </a:cubicBezTo>
                <a:cubicBezTo>
                  <a:pt x="508310" y="5261"/>
                  <a:pt x="503615" y="6930"/>
                  <a:pt x="499994" y="10268"/>
                </a:cubicBezTo>
                <a:cubicBezTo>
                  <a:pt x="496373" y="13606"/>
                  <a:pt x="494563" y="17509"/>
                  <a:pt x="494563" y="21979"/>
                </a:cubicBezTo>
                <a:cubicBezTo>
                  <a:pt x="494563" y="24920"/>
                  <a:pt x="495312" y="27862"/>
                  <a:pt x="496812" y="30804"/>
                </a:cubicBezTo>
                <a:cubicBezTo>
                  <a:pt x="498311" y="33746"/>
                  <a:pt x="500446" y="36546"/>
                  <a:pt x="503219" y="39205"/>
                </a:cubicBezTo>
                <a:lnTo>
                  <a:pt x="517136" y="50746"/>
                </a:lnTo>
                <a:moveTo>
                  <a:pt x="507801" y="63051"/>
                </a:moveTo>
                <a:cubicBezTo>
                  <a:pt x="503105" y="67011"/>
                  <a:pt x="499626" y="71325"/>
                  <a:pt x="497363" y="75992"/>
                </a:cubicBezTo>
                <a:cubicBezTo>
                  <a:pt x="495100" y="80659"/>
                  <a:pt x="493969" y="85708"/>
                  <a:pt x="493969" y="91139"/>
                </a:cubicBezTo>
                <a:cubicBezTo>
                  <a:pt x="493969" y="98437"/>
                  <a:pt x="495963" y="104279"/>
                  <a:pt x="499951" y="108663"/>
                </a:cubicBezTo>
                <a:cubicBezTo>
                  <a:pt x="503940" y="113047"/>
                  <a:pt x="509017" y="115240"/>
                  <a:pt x="515184" y="115240"/>
                </a:cubicBezTo>
                <a:cubicBezTo>
                  <a:pt x="521294" y="115240"/>
                  <a:pt x="526187" y="113514"/>
                  <a:pt x="529865" y="110063"/>
                </a:cubicBezTo>
                <a:cubicBezTo>
                  <a:pt x="533542" y="106612"/>
                  <a:pt x="535380" y="102426"/>
                  <a:pt x="535380" y="97504"/>
                </a:cubicBezTo>
                <a:cubicBezTo>
                  <a:pt x="535380" y="93431"/>
                  <a:pt x="534306" y="89782"/>
                  <a:pt x="532156" y="86557"/>
                </a:cubicBezTo>
                <a:cubicBezTo>
                  <a:pt x="528139" y="80560"/>
                  <a:pt x="520021" y="72725"/>
                  <a:pt x="507801" y="63051"/>
                </a:cubicBezTo>
                <a:close/>
                <a:moveTo>
                  <a:pt x="675484" y="0"/>
                </a:moveTo>
                <a:lnTo>
                  <a:pt x="591642" y="122538"/>
                </a:lnTo>
                <a:lnTo>
                  <a:pt x="584090" y="122538"/>
                </a:lnTo>
                <a:lnTo>
                  <a:pt x="667931" y="0"/>
                </a:lnTo>
                <a:lnTo>
                  <a:pt x="675484" y="0"/>
                </a:lnTo>
                <a:moveTo>
                  <a:pt x="588248" y="0"/>
                </a:moveTo>
                <a:cubicBezTo>
                  <a:pt x="595885" y="0"/>
                  <a:pt x="601811" y="3173"/>
                  <a:pt x="606026" y="9518"/>
                </a:cubicBezTo>
                <a:cubicBezTo>
                  <a:pt x="610241" y="15863"/>
                  <a:pt x="612348" y="23142"/>
                  <a:pt x="612348" y="31356"/>
                </a:cubicBezTo>
                <a:cubicBezTo>
                  <a:pt x="612348" y="41214"/>
                  <a:pt x="609972" y="48833"/>
                  <a:pt x="605220" y="54215"/>
                </a:cubicBezTo>
                <a:cubicBezTo>
                  <a:pt x="600468" y="59596"/>
                  <a:pt x="594754" y="62287"/>
                  <a:pt x="588078" y="62287"/>
                </a:cubicBezTo>
                <a:cubicBezTo>
                  <a:pt x="583609" y="62287"/>
                  <a:pt x="579507" y="61055"/>
                  <a:pt x="575774" y="58590"/>
                </a:cubicBezTo>
                <a:cubicBezTo>
                  <a:pt x="572040" y="56126"/>
                  <a:pt x="569055" y="52458"/>
                  <a:pt x="566821" y="47588"/>
                </a:cubicBezTo>
                <a:cubicBezTo>
                  <a:pt x="564586" y="42715"/>
                  <a:pt x="563469" y="37305"/>
                  <a:pt x="563469" y="31356"/>
                </a:cubicBezTo>
                <a:cubicBezTo>
                  <a:pt x="563469" y="25408"/>
                  <a:pt x="564600" y="19928"/>
                  <a:pt x="566863" y="14914"/>
                </a:cubicBezTo>
                <a:cubicBezTo>
                  <a:pt x="569126" y="9900"/>
                  <a:pt x="572224" y="6161"/>
                  <a:pt x="576155" y="3697"/>
                </a:cubicBezTo>
                <a:cubicBezTo>
                  <a:pt x="580087" y="1232"/>
                  <a:pt x="584118" y="0"/>
                  <a:pt x="588248" y="0"/>
                </a:cubicBezTo>
                <a:moveTo>
                  <a:pt x="587993" y="4582"/>
                </a:moveTo>
                <a:cubicBezTo>
                  <a:pt x="585108" y="4582"/>
                  <a:pt x="582548" y="6288"/>
                  <a:pt x="580314" y="9698"/>
                </a:cubicBezTo>
                <a:cubicBezTo>
                  <a:pt x="578079" y="13108"/>
                  <a:pt x="576962" y="20271"/>
                  <a:pt x="576962" y="31186"/>
                </a:cubicBezTo>
                <a:cubicBezTo>
                  <a:pt x="576962" y="39087"/>
                  <a:pt x="577584" y="45112"/>
                  <a:pt x="578828" y="49261"/>
                </a:cubicBezTo>
                <a:cubicBezTo>
                  <a:pt x="579790" y="52389"/>
                  <a:pt x="581289" y="54804"/>
                  <a:pt x="583326" y="56509"/>
                </a:cubicBezTo>
                <a:cubicBezTo>
                  <a:pt x="584514" y="57532"/>
                  <a:pt x="585985" y="58044"/>
                  <a:pt x="587739" y="58044"/>
                </a:cubicBezTo>
                <a:cubicBezTo>
                  <a:pt x="590454" y="58044"/>
                  <a:pt x="592774" y="56566"/>
                  <a:pt x="594697" y="53610"/>
                </a:cubicBezTo>
                <a:cubicBezTo>
                  <a:pt x="597526" y="49233"/>
                  <a:pt x="598940" y="41929"/>
                  <a:pt x="598940" y="31698"/>
                </a:cubicBezTo>
                <a:cubicBezTo>
                  <a:pt x="598940" y="20898"/>
                  <a:pt x="597554" y="13309"/>
                  <a:pt x="594782" y="8931"/>
                </a:cubicBezTo>
                <a:cubicBezTo>
                  <a:pt x="592972" y="6032"/>
                  <a:pt x="590709" y="4582"/>
                  <a:pt x="587993" y="4582"/>
                </a:cubicBezTo>
                <a:moveTo>
                  <a:pt x="671580" y="60590"/>
                </a:moveTo>
                <a:cubicBezTo>
                  <a:pt x="675597" y="60590"/>
                  <a:pt x="679599" y="61865"/>
                  <a:pt x="683588" y="64414"/>
                </a:cubicBezTo>
                <a:cubicBezTo>
                  <a:pt x="687576" y="66963"/>
                  <a:pt x="690660" y="70674"/>
                  <a:pt x="692838" y="75546"/>
                </a:cubicBezTo>
                <a:cubicBezTo>
                  <a:pt x="695016" y="80417"/>
                  <a:pt x="696105" y="85770"/>
                  <a:pt x="696105" y="91606"/>
                </a:cubicBezTo>
                <a:cubicBezTo>
                  <a:pt x="696105" y="101634"/>
                  <a:pt x="693700" y="109296"/>
                  <a:pt x="688892" y="114593"/>
                </a:cubicBezTo>
                <a:cubicBezTo>
                  <a:pt x="684083" y="119889"/>
                  <a:pt x="678397" y="122538"/>
                  <a:pt x="671835" y="122538"/>
                </a:cubicBezTo>
                <a:cubicBezTo>
                  <a:pt x="667705" y="122538"/>
                  <a:pt x="663702" y="121263"/>
                  <a:pt x="659827" y="118714"/>
                </a:cubicBezTo>
                <a:cubicBezTo>
                  <a:pt x="655952" y="116164"/>
                  <a:pt x="652897" y="112525"/>
                  <a:pt x="650662" y="107796"/>
                </a:cubicBezTo>
                <a:cubicBezTo>
                  <a:pt x="648428" y="103065"/>
                  <a:pt x="647310" y="97668"/>
                  <a:pt x="647310" y="91606"/>
                </a:cubicBezTo>
                <a:cubicBezTo>
                  <a:pt x="647310" y="85657"/>
                  <a:pt x="648428" y="80219"/>
                  <a:pt x="650662" y="75292"/>
                </a:cubicBezTo>
                <a:cubicBezTo>
                  <a:pt x="652897" y="70363"/>
                  <a:pt x="655952" y="66680"/>
                  <a:pt x="659827" y="64244"/>
                </a:cubicBezTo>
                <a:cubicBezTo>
                  <a:pt x="663702" y="61808"/>
                  <a:pt x="667620" y="60590"/>
                  <a:pt x="671580" y="60590"/>
                </a:cubicBezTo>
                <a:moveTo>
                  <a:pt x="671665" y="65172"/>
                </a:moveTo>
                <a:cubicBezTo>
                  <a:pt x="668950" y="65172"/>
                  <a:pt x="666602" y="66705"/>
                  <a:pt x="664622" y="69771"/>
                </a:cubicBezTo>
                <a:cubicBezTo>
                  <a:pt x="662076" y="73743"/>
                  <a:pt x="660803" y="81263"/>
                  <a:pt x="660803" y="92330"/>
                </a:cubicBezTo>
                <a:cubicBezTo>
                  <a:pt x="660803" y="102489"/>
                  <a:pt x="662104" y="109583"/>
                  <a:pt x="664707" y="113614"/>
                </a:cubicBezTo>
                <a:cubicBezTo>
                  <a:pt x="666630" y="116508"/>
                  <a:pt x="668950" y="117955"/>
                  <a:pt x="671665" y="117955"/>
                </a:cubicBezTo>
                <a:cubicBezTo>
                  <a:pt x="674267" y="117955"/>
                  <a:pt x="676587" y="116394"/>
                  <a:pt x="678624" y="113272"/>
                </a:cubicBezTo>
                <a:cubicBezTo>
                  <a:pt x="681339" y="109130"/>
                  <a:pt x="682697" y="102007"/>
                  <a:pt x="682697" y="91903"/>
                </a:cubicBezTo>
                <a:cubicBezTo>
                  <a:pt x="682697" y="81234"/>
                  <a:pt x="681339" y="73771"/>
                  <a:pt x="678624" y="69513"/>
                </a:cubicBezTo>
                <a:cubicBezTo>
                  <a:pt x="676757" y="66619"/>
                  <a:pt x="674437" y="65172"/>
                  <a:pt x="671665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CBA69-5E05-4ED0-904E-5F4F5C91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1787924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90F6B-1C36-4DAC-BBD8-36E4DE54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1787924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49" name="Text 21,4.3%">
            <a:extLst xmlns:a="http://schemas.openxmlformats.org/drawingml/2006/main">
              <a:ext uri="{FF2B5EF4-FFF2-40B4-BE49-F238E27FC236}">
                <a16:creationId xmlns:a16="http://schemas.microsoft.com/office/drawing/2014/main" id="{8ABCF69D-CDEC-4FCE-AB16-9B77A991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68" y="1877353"/>
            <a:ext cx="612943" cy="146807"/>
          </a:xfrm>
          <a:custGeom xmlns:a="http://schemas.openxmlformats.org/drawingml/2006/main">
            <a:pathLst>
              <a:path w="612943" h="146807">
                <a:moveTo>
                  <a:pt x="75950" y="95552"/>
                </a:moveTo>
                <a:lnTo>
                  <a:pt x="67888" y="117785"/>
                </a:lnTo>
                <a:lnTo>
                  <a:pt x="0" y="117785"/>
                </a:lnTo>
                <a:lnTo>
                  <a:pt x="0" y="114640"/>
                </a:lnTo>
                <a:cubicBezTo>
                  <a:pt x="19970" y="96394"/>
                  <a:pt x="34029" y="81491"/>
                  <a:pt x="42175" y="69932"/>
                </a:cubicBezTo>
                <a:cubicBezTo>
                  <a:pt x="50322" y="58372"/>
                  <a:pt x="54395" y="47803"/>
                  <a:pt x="54395" y="38227"/>
                </a:cubicBezTo>
                <a:cubicBezTo>
                  <a:pt x="54395" y="30918"/>
                  <a:pt x="52160" y="24913"/>
                  <a:pt x="47691" y="20210"/>
                </a:cubicBezTo>
                <a:cubicBezTo>
                  <a:pt x="43222" y="15505"/>
                  <a:pt x="37876" y="13153"/>
                  <a:pt x="31653" y="13153"/>
                </a:cubicBezTo>
                <a:cubicBezTo>
                  <a:pt x="25995" y="13153"/>
                  <a:pt x="20918" y="14815"/>
                  <a:pt x="16420" y="18139"/>
                </a:cubicBezTo>
                <a:cubicBezTo>
                  <a:pt x="11923" y="21462"/>
                  <a:pt x="8599" y="26335"/>
                  <a:pt x="6449" y="32756"/>
                </a:cubicBezTo>
                <a:lnTo>
                  <a:pt x="3310" y="32756"/>
                </a:lnTo>
                <a:cubicBezTo>
                  <a:pt x="4724" y="22316"/>
                  <a:pt x="8359" y="14304"/>
                  <a:pt x="14214" y="8719"/>
                </a:cubicBezTo>
                <a:cubicBezTo>
                  <a:pt x="20069" y="3133"/>
                  <a:pt x="27381" y="339"/>
                  <a:pt x="36150" y="339"/>
                </a:cubicBezTo>
                <a:cubicBezTo>
                  <a:pt x="45485" y="339"/>
                  <a:pt x="53278" y="3338"/>
                  <a:pt x="59529" y="9335"/>
                </a:cubicBezTo>
                <a:cubicBezTo>
                  <a:pt x="65780" y="15331"/>
                  <a:pt x="68906" y="22403"/>
                  <a:pt x="68906" y="30550"/>
                </a:cubicBezTo>
                <a:cubicBezTo>
                  <a:pt x="68906" y="36377"/>
                  <a:pt x="67548" y="42204"/>
                  <a:pt x="64833" y="48031"/>
                </a:cubicBezTo>
                <a:cubicBezTo>
                  <a:pt x="60646" y="57196"/>
                  <a:pt x="53858" y="66898"/>
                  <a:pt x="44467" y="77138"/>
                </a:cubicBezTo>
                <a:cubicBezTo>
                  <a:pt x="30380" y="92525"/>
                  <a:pt x="21583" y="101803"/>
                  <a:pt x="18075" y="104972"/>
                </a:cubicBezTo>
                <a:lnTo>
                  <a:pt x="48116" y="104972"/>
                </a:lnTo>
                <a:cubicBezTo>
                  <a:pt x="54225" y="104972"/>
                  <a:pt x="58511" y="104744"/>
                  <a:pt x="60972" y="104287"/>
                </a:cubicBezTo>
                <a:cubicBezTo>
                  <a:pt x="63433" y="103830"/>
                  <a:pt x="65653" y="102901"/>
                  <a:pt x="67633" y="101503"/>
                </a:cubicBezTo>
                <a:cubicBezTo>
                  <a:pt x="69613" y="100105"/>
                  <a:pt x="71339" y="98121"/>
                  <a:pt x="72810" y="95552"/>
                </a:cubicBezTo>
                <a:lnTo>
                  <a:pt x="75950" y="95552"/>
                </a:lnTo>
                <a:close/>
                <a:moveTo>
                  <a:pt x="103529" y="14002"/>
                </a:moveTo>
                <a:lnTo>
                  <a:pt x="131533" y="339"/>
                </a:lnTo>
                <a:lnTo>
                  <a:pt x="134333" y="339"/>
                </a:lnTo>
                <a:lnTo>
                  <a:pt x="134333" y="97504"/>
                </a:lnTo>
                <a:cubicBezTo>
                  <a:pt x="134333" y="103953"/>
                  <a:pt x="134602" y="107970"/>
                  <a:pt x="135139" y="109554"/>
                </a:cubicBezTo>
                <a:cubicBezTo>
                  <a:pt x="135677" y="111138"/>
                  <a:pt x="136794" y="112354"/>
                  <a:pt x="138491" y="113203"/>
                </a:cubicBezTo>
                <a:cubicBezTo>
                  <a:pt x="140189" y="114052"/>
                  <a:pt x="143640" y="114532"/>
                  <a:pt x="148844" y="114646"/>
                </a:cubicBezTo>
                <a:lnTo>
                  <a:pt x="148844" y="117785"/>
                </a:lnTo>
                <a:lnTo>
                  <a:pt x="105566" y="117785"/>
                </a:lnTo>
                <a:lnTo>
                  <a:pt x="105566" y="114646"/>
                </a:lnTo>
                <a:cubicBezTo>
                  <a:pt x="110997" y="114532"/>
                  <a:pt x="114504" y="114066"/>
                  <a:pt x="116088" y="113245"/>
                </a:cubicBezTo>
                <a:cubicBezTo>
                  <a:pt x="117672" y="112425"/>
                  <a:pt x="118776" y="111322"/>
                  <a:pt x="119398" y="109936"/>
                </a:cubicBezTo>
                <a:cubicBezTo>
                  <a:pt x="120020" y="108550"/>
                  <a:pt x="120331" y="104406"/>
                  <a:pt x="120331" y="97504"/>
                </a:cubicBezTo>
                <a:lnTo>
                  <a:pt x="120331" y="35387"/>
                </a:lnTo>
                <a:cubicBezTo>
                  <a:pt x="120331" y="27014"/>
                  <a:pt x="120048" y="21639"/>
                  <a:pt x="119483" y="19263"/>
                </a:cubicBezTo>
                <a:cubicBezTo>
                  <a:pt x="119087" y="17453"/>
                  <a:pt x="118365" y="16123"/>
                  <a:pt x="117319" y="15275"/>
                </a:cubicBezTo>
                <a:cubicBezTo>
                  <a:pt x="116272" y="14426"/>
                  <a:pt x="115013" y="14002"/>
                  <a:pt x="113543" y="14002"/>
                </a:cubicBezTo>
                <a:cubicBezTo>
                  <a:pt x="111449" y="14002"/>
                  <a:pt x="108536" y="14879"/>
                  <a:pt x="104802" y="16633"/>
                </a:cubicBezTo>
                <a:lnTo>
                  <a:pt x="103529" y="14002"/>
                </a:lnTo>
                <a:close/>
                <a:moveTo>
                  <a:pt x="179394" y="146807"/>
                </a:moveTo>
                <a:lnTo>
                  <a:pt x="179394" y="143074"/>
                </a:lnTo>
                <a:cubicBezTo>
                  <a:pt x="185221" y="141143"/>
                  <a:pt x="189733" y="138147"/>
                  <a:pt x="192929" y="134086"/>
                </a:cubicBezTo>
                <a:cubicBezTo>
                  <a:pt x="196125" y="130027"/>
                  <a:pt x="197724" y="125726"/>
                  <a:pt x="197724" y="121182"/>
                </a:cubicBezTo>
                <a:cubicBezTo>
                  <a:pt x="197724" y="120106"/>
                  <a:pt x="197469" y="119200"/>
                  <a:pt x="196960" y="118464"/>
                </a:cubicBezTo>
                <a:cubicBezTo>
                  <a:pt x="196564" y="117955"/>
                  <a:pt x="196168" y="117701"/>
                  <a:pt x="195772" y="117701"/>
                </a:cubicBezTo>
                <a:cubicBezTo>
                  <a:pt x="195150" y="117701"/>
                  <a:pt x="193792" y="118266"/>
                  <a:pt x="191699" y="119398"/>
                </a:cubicBezTo>
                <a:cubicBezTo>
                  <a:pt x="190680" y="119907"/>
                  <a:pt x="189605" y="120161"/>
                  <a:pt x="188474" y="120161"/>
                </a:cubicBezTo>
                <a:cubicBezTo>
                  <a:pt x="185702" y="120161"/>
                  <a:pt x="183495" y="119341"/>
                  <a:pt x="181855" y="117701"/>
                </a:cubicBezTo>
                <a:cubicBezTo>
                  <a:pt x="180214" y="116060"/>
                  <a:pt x="179394" y="113797"/>
                  <a:pt x="179394" y="110912"/>
                </a:cubicBezTo>
                <a:cubicBezTo>
                  <a:pt x="179394" y="108140"/>
                  <a:pt x="180455" y="105764"/>
                  <a:pt x="182576" y="103784"/>
                </a:cubicBezTo>
                <a:cubicBezTo>
                  <a:pt x="184698" y="101803"/>
                  <a:pt x="187286" y="100813"/>
                  <a:pt x="190341" y="100813"/>
                </a:cubicBezTo>
                <a:cubicBezTo>
                  <a:pt x="194075" y="100813"/>
                  <a:pt x="197398" y="102443"/>
                  <a:pt x="200312" y="105704"/>
                </a:cubicBezTo>
                <a:cubicBezTo>
                  <a:pt x="203225" y="108962"/>
                  <a:pt x="204682" y="113283"/>
                  <a:pt x="204682" y="118666"/>
                </a:cubicBezTo>
                <a:cubicBezTo>
                  <a:pt x="204682" y="124505"/>
                  <a:pt x="202660" y="129933"/>
                  <a:pt x="198615" y="134948"/>
                </a:cubicBezTo>
                <a:cubicBezTo>
                  <a:pt x="194570" y="139964"/>
                  <a:pt x="188163" y="143917"/>
                  <a:pt x="179394" y="146807"/>
                </a:cubicBezTo>
                <a:close/>
                <a:moveTo>
                  <a:pt x="337827" y="75356"/>
                </a:moveTo>
                <a:lnTo>
                  <a:pt x="337827" y="87406"/>
                </a:lnTo>
                <a:lnTo>
                  <a:pt x="322382" y="87406"/>
                </a:lnTo>
                <a:lnTo>
                  <a:pt x="322382" y="117785"/>
                </a:lnTo>
                <a:lnTo>
                  <a:pt x="308380" y="117785"/>
                </a:lnTo>
                <a:lnTo>
                  <a:pt x="308380" y="87406"/>
                </a:lnTo>
                <a:lnTo>
                  <a:pt x="259671" y="87406"/>
                </a:lnTo>
                <a:lnTo>
                  <a:pt x="259671" y="76544"/>
                </a:lnTo>
                <a:lnTo>
                  <a:pt x="313048" y="339"/>
                </a:lnTo>
                <a:lnTo>
                  <a:pt x="322382" y="339"/>
                </a:lnTo>
                <a:lnTo>
                  <a:pt x="322382" y="75356"/>
                </a:lnTo>
                <a:lnTo>
                  <a:pt x="337827" y="75356"/>
                </a:lnTo>
                <a:moveTo>
                  <a:pt x="308380" y="75356"/>
                </a:moveTo>
                <a:lnTo>
                  <a:pt x="308380" y="18245"/>
                </a:lnTo>
                <a:lnTo>
                  <a:pt x="267987" y="75356"/>
                </a:lnTo>
                <a:lnTo>
                  <a:pt x="308380" y="75356"/>
                </a:lnTo>
                <a:close/>
                <a:moveTo>
                  <a:pt x="365576" y="101323"/>
                </a:moveTo>
                <a:cubicBezTo>
                  <a:pt x="368235" y="101323"/>
                  <a:pt x="370470" y="102242"/>
                  <a:pt x="372280" y="104081"/>
                </a:cubicBezTo>
                <a:cubicBezTo>
                  <a:pt x="374090" y="105919"/>
                  <a:pt x="374995" y="108140"/>
                  <a:pt x="374995" y="110742"/>
                </a:cubicBezTo>
                <a:cubicBezTo>
                  <a:pt x="374995" y="113344"/>
                  <a:pt x="374076" y="115565"/>
                  <a:pt x="372238" y="117404"/>
                </a:cubicBezTo>
                <a:cubicBezTo>
                  <a:pt x="370399" y="119242"/>
                  <a:pt x="368178" y="120161"/>
                  <a:pt x="365576" y="120161"/>
                </a:cubicBezTo>
                <a:cubicBezTo>
                  <a:pt x="362974" y="120161"/>
                  <a:pt x="360753" y="119242"/>
                  <a:pt x="358915" y="117404"/>
                </a:cubicBezTo>
                <a:cubicBezTo>
                  <a:pt x="357076" y="115565"/>
                  <a:pt x="356157" y="113344"/>
                  <a:pt x="356157" y="110742"/>
                </a:cubicBezTo>
                <a:cubicBezTo>
                  <a:pt x="356157" y="108083"/>
                  <a:pt x="357076" y="105848"/>
                  <a:pt x="358915" y="104038"/>
                </a:cubicBezTo>
                <a:cubicBezTo>
                  <a:pt x="360753" y="102228"/>
                  <a:pt x="362974" y="101323"/>
                  <a:pt x="365576" y="101323"/>
                </a:cubicBezTo>
                <a:close/>
                <a:moveTo>
                  <a:pt x="396126" y="24524"/>
                </a:moveTo>
                <a:cubicBezTo>
                  <a:pt x="399407" y="16774"/>
                  <a:pt x="403551" y="10805"/>
                  <a:pt x="408558" y="6619"/>
                </a:cubicBezTo>
                <a:cubicBezTo>
                  <a:pt x="413564" y="2433"/>
                  <a:pt x="419801" y="339"/>
                  <a:pt x="427269" y="339"/>
                </a:cubicBezTo>
                <a:cubicBezTo>
                  <a:pt x="436491" y="339"/>
                  <a:pt x="443562" y="3333"/>
                  <a:pt x="448484" y="9321"/>
                </a:cubicBezTo>
                <a:cubicBezTo>
                  <a:pt x="452218" y="13785"/>
                  <a:pt x="454085" y="18560"/>
                  <a:pt x="454085" y="23644"/>
                </a:cubicBezTo>
                <a:cubicBezTo>
                  <a:pt x="454085" y="32005"/>
                  <a:pt x="448824" y="40648"/>
                  <a:pt x="438301" y="49574"/>
                </a:cubicBezTo>
                <a:cubicBezTo>
                  <a:pt x="445373" y="52350"/>
                  <a:pt x="450719" y="56314"/>
                  <a:pt x="454339" y="61468"/>
                </a:cubicBezTo>
                <a:cubicBezTo>
                  <a:pt x="457960" y="66619"/>
                  <a:pt x="459770" y="72678"/>
                  <a:pt x="459770" y="79644"/>
                </a:cubicBezTo>
                <a:cubicBezTo>
                  <a:pt x="459770" y="89611"/>
                  <a:pt x="456602" y="98247"/>
                  <a:pt x="450266" y="105552"/>
                </a:cubicBezTo>
                <a:cubicBezTo>
                  <a:pt x="442006" y="115065"/>
                  <a:pt x="430041" y="119822"/>
                  <a:pt x="414370" y="119822"/>
                </a:cubicBezTo>
                <a:cubicBezTo>
                  <a:pt x="406620" y="119822"/>
                  <a:pt x="401344" y="118860"/>
                  <a:pt x="398544" y="116937"/>
                </a:cubicBezTo>
                <a:cubicBezTo>
                  <a:pt x="395744" y="115013"/>
                  <a:pt x="394344" y="112948"/>
                  <a:pt x="394344" y="110742"/>
                </a:cubicBezTo>
                <a:cubicBezTo>
                  <a:pt x="394344" y="109101"/>
                  <a:pt x="395008" y="107659"/>
                  <a:pt x="396338" y="106414"/>
                </a:cubicBezTo>
                <a:cubicBezTo>
                  <a:pt x="397667" y="105170"/>
                  <a:pt x="399265" y="104547"/>
                  <a:pt x="401132" y="104547"/>
                </a:cubicBezTo>
                <a:cubicBezTo>
                  <a:pt x="402547" y="104547"/>
                  <a:pt x="403989" y="104774"/>
                  <a:pt x="405460" y="105226"/>
                </a:cubicBezTo>
                <a:cubicBezTo>
                  <a:pt x="406422" y="105509"/>
                  <a:pt x="408600" y="106541"/>
                  <a:pt x="411994" y="108324"/>
                </a:cubicBezTo>
                <a:cubicBezTo>
                  <a:pt x="415389" y="110106"/>
                  <a:pt x="417737" y="111166"/>
                  <a:pt x="419038" y="111506"/>
                </a:cubicBezTo>
                <a:cubicBezTo>
                  <a:pt x="421131" y="112128"/>
                  <a:pt x="423366" y="112439"/>
                  <a:pt x="425742" y="112439"/>
                </a:cubicBezTo>
                <a:cubicBezTo>
                  <a:pt x="431512" y="112439"/>
                  <a:pt x="436533" y="110201"/>
                  <a:pt x="440804" y="105725"/>
                </a:cubicBezTo>
                <a:cubicBezTo>
                  <a:pt x="445076" y="101248"/>
                  <a:pt x="447211" y="95950"/>
                  <a:pt x="447211" y="89829"/>
                </a:cubicBezTo>
                <a:cubicBezTo>
                  <a:pt x="447211" y="85353"/>
                  <a:pt x="446221" y="80990"/>
                  <a:pt x="444241" y="76740"/>
                </a:cubicBezTo>
                <a:cubicBezTo>
                  <a:pt x="442770" y="73566"/>
                  <a:pt x="441158" y="71158"/>
                  <a:pt x="439404" y="69516"/>
                </a:cubicBezTo>
                <a:cubicBezTo>
                  <a:pt x="436971" y="67248"/>
                  <a:pt x="433634" y="65194"/>
                  <a:pt x="429391" y="63353"/>
                </a:cubicBezTo>
                <a:cubicBezTo>
                  <a:pt x="425148" y="61511"/>
                  <a:pt x="420820" y="60590"/>
                  <a:pt x="416407" y="60590"/>
                </a:cubicBezTo>
                <a:lnTo>
                  <a:pt x="413692" y="60590"/>
                </a:lnTo>
                <a:lnTo>
                  <a:pt x="413692" y="58044"/>
                </a:lnTo>
                <a:cubicBezTo>
                  <a:pt x="418161" y="57478"/>
                  <a:pt x="422644" y="55866"/>
                  <a:pt x="427142" y="53207"/>
                </a:cubicBezTo>
                <a:cubicBezTo>
                  <a:pt x="431639" y="50548"/>
                  <a:pt x="434907" y="47352"/>
                  <a:pt x="436943" y="43618"/>
                </a:cubicBezTo>
                <a:cubicBezTo>
                  <a:pt x="438980" y="39884"/>
                  <a:pt x="439998" y="35783"/>
                  <a:pt x="439998" y="31313"/>
                </a:cubicBezTo>
                <a:cubicBezTo>
                  <a:pt x="439998" y="25486"/>
                  <a:pt x="438174" y="20777"/>
                  <a:pt x="434525" y="17184"/>
                </a:cubicBezTo>
                <a:cubicBezTo>
                  <a:pt x="430876" y="13592"/>
                  <a:pt x="426336" y="11796"/>
                  <a:pt x="420905" y="11796"/>
                </a:cubicBezTo>
                <a:cubicBezTo>
                  <a:pt x="412136" y="11796"/>
                  <a:pt x="404810" y="16491"/>
                  <a:pt x="398926" y="25882"/>
                </a:cubicBezTo>
                <a:lnTo>
                  <a:pt x="396126" y="24524"/>
                </a:lnTo>
                <a:close/>
                <a:moveTo>
                  <a:pt x="592322" y="0"/>
                </a:moveTo>
                <a:lnTo>
                  <a:pt x="508480" y="122538"/>
                </a:lnTo>
                <a:lnTo>
                  <a:pt x="500928" y="122538"/>
                </a:lnTo>
                <a:lnTo>
                  <a:pt x="584769" y="0"/>
                </a:lnTo>
                <a:lnTo>
                  <a:pt x="592322" y="0"/>
                </a:lnTo>
                <a:moveTo>
                  <a:pt x="505086" y="0"/>
                </a:moveTo>
                <a:cubicBezTo>
                  <a:pt x="512723" y="0"/>
                  <a:pt x="518649" y="3173"/>
                  <a:pt x="522864" y="9518"/>
                </a:cubicBezTo>
                <a:cubicBezTo>
                  <a:pt x="527079" y="15863"/>
                  <a:pt x="529186" y="23142"/>
                  <a:pt x="529186" y="31356"/>
                </a:cubicBezTo>
                <a:cubicBezTo>
                  <a:pt x="529186" y="41214"/>
                  <a:pt x="526810" y="48833"/>
                  <a:pt x="522058" y="54215"/>
                </a:cubicBezTo>
                <a:cubicBezTo>
                  <a:pt x="517306" y="59596"/>
                  <a:pt x="511592" y="62287"/>
                  <a:pt x="504916" y="62287"/>
                </a:cubicBezTo>
                <a:cubicBezTo>
                  <a:pt x="500447" y="62287"/>
                  <a:pt x="496345" y="61055"/>
                  <a:pt x="492611" y="58590"/>
                </a:cubicBezTo>
                <a:cubicBezTo>
                  <a:pt x="488878" y="56126"/>
                  <a:pt x="485893" y="52458"/>
                  <a:pt x="483659" y="47588"/>
                </a:cubicBezTo>
                <a:cubicBezTo>
                  <a:pt x="481424" y="42715"/>
                  <a:pt x="480307" y="37305"/>
                  <a:pt x="480307" y="31356"/>
                </a:cubicBezTo>
                <a:cubicBezTo>
                  <a:pt x="480307" y="25408"/>
                  <a:pt x="481438" y="19928"/>
                  <a:pt x="483701" y="14914"/>
                </a:cubicBezTo>
                <a:cubicBezTo>
                  <a:pt x="485964" y="9900"/>
                  <a:pt x="489061" y="6161"/>
                  <a:pt x="492993" y="3697"/>
                </a:cubicBezTo>
                <a:cubicBezTo>
                  <a:pt x="496925" y="1232"/>
                  <a:pt x="500956" y="0"/>
                  <a:pt x="505086" y="0"/>
                </a:cubicBezTo>
                <a:moveTo>
                  <a:pt x="504831" y="4582"/>
                </a:moveTo>
                <a:cubicBezTo>
                  <a:pt x="501946" y="4582"/>
                  <a:pt x="499386" y="6288"/>
                  <a:pt x="497151" y="9698"/>
                </a:cubicBezTo>
                <a:cubicBezTo>
                  <a:pt x="494917" y="13108"/>
                  <a:pt x="493799" y="20271"/>
                  <a:pt x="493799" y="31186"/>
                </a:cubicBezTo>
                <a:cubicBezTo>
                  <a:pt x="493799" y="39087"/>
                  <a:pt x="494422" y="45112"/>
                  <a:pt x="495666" y="49261"/>
                </a:cubicBezTo>
                <a:cubicBezTo>
                  <a:pt x="496628" y="52389"/>
                  <a:pt x="498127" y="54804"/>
                  <a:pt x="500164" y="56509"/>
                </a:cubicBezTo>
                <a:cubicBezTo>
                  <a:pt x="501352" y="57532"/>
                  <a:pt x="502823" y="58044"/>
                  <a:pt x="504577" y="58044"/>
                </a:cubicBezTo>
                <a:cubicBezTo>
                  <a:pt x="507292" y="58044"/>
                  <a:pt x="509612" y="56566"/>
                  <a:pt x="511535" y="53610"/>
                </a:cubicBezTo>
                <a:cubicBezTo>
                  <a:pt x="514364" y="49233"/>
                  <a:pt x="515778" y="41929"/>
                  <a:pt x="515778" y="31698"/>
                </a:cubicBezTo>
                <a:cubicBezTo>
                  <a:pt x="515778" y="20898"/>
                  <a:pt x="514392" y="13309"/>
                  <a:pt x="511620" y="8931"/>
                </a:cubicBezTo>
                <a:cubicBezTo>
                  <a:pt x="509810" y="6032"/>
                  <a:pt x="507547" y="4582"/>
                  <a:pt x="504831" y="4582"/>
                </a:cubicBezTo>
                <a:moveTo>
                  <a:pt x="588418" y="60590"/>
                </a:moveTo>
                <a:cubicBezTo>
                  <a:pt x="592435" y="60590"/>
                  <a:pt x="596437" y="61865"/>
                  <a:pt x="600426" y="64414"/>
                </a:cubicBezTo>
                <a:cubicBezTo>
                  <a:pt x="604414" y="66963"/>
                  <a:pt x="607497" y="70674"/>
                  <a:pt x="609675" y="75546"/>
                </a:cubicBezTo>
                <a:cubicBezTo>
                  <a:pt x="611854" y="80417"/>
                  <a:pt x="612943" y="85770"/>
                  <a:pt x="612943" y="91606"/>
                </a:cubicBezTo>
                <a:cubicBezTo>
                  <a:pt x="612943" y="101634"/>
                  <a:pt x="610538" y="109296"/>
                  <a:pt x="605729" y="114593"/>
                </a:cubicBezTo>
                <a:cubicBezTo>
                  <a:pt x="600921" y="119889"/>
                  <a:pt x="595235" y="122538"/>
                  <a:pt x="588673" y="122538"/>
                </a:cubicBezTo>
                <a:cubicBezTo>
                  <a:pt x="584543" y="122538"/>
                  <a:pt x="580540" y="121263"/>
                  <a:pt x="576665" y="118714"/>
                </a:cubicBezTo>
                <a:cubicBezTo>
                  <a:pt x="572790" y="116164"/>
                  <a:pt x="569735" y="112525"/>
                  <a:pt x="567500" y="107796"/>
                </a:cubicBezTo>
                <a:cubicBezTo>
                  <a:pt x="565265" y="103065"/>
                  <a:pt x="564148" y="97668"/>
                  <a:pt x="564148" y="91606"/>
                </a:cubicBezTo>
                <a:cubicBezTo>
                  <a:pt x="564148" y="85657"/>
                  <a:pt x="565265" y="80219"/>
                  <a:pt x="567500" y="75292"/>
                </a:cubicBezTo>
                <a:cubicBezTo>
                  <a:pt x="569735" y="70363"/>
                  <a:pt x="572790" y="66680"/>
                  <a:pt x="576665" y="64244"/>
                </a:cubicBezTo>
                <a:cubicBezTo>
                  <a:pt x="580540" y="61808"/>
                  <a:pt x="584458" y="60590"/>
                  <a:pt x="588418" y="60590"/>
                </a:cubicBezTo>
                <a:moveTo>
                  <a:pt x="588503" y="65172"/>
                </a:moveTo>
                <a:cubicBezTo>
                  <a:pt x="585787" y="65172"/>
                  <a:pt x="583440" y="66705"/>
                  <a:pt x="581460" y="69771"/>
                </a:cubicBezTo>
                <a:cubicBezTo>
                  <a:pt x="578914" y="73743"/>
                  <a:pt x="577641" y="81263"/>
                  <a:pt x="577641" y="92330"/>
                </a:cubicBezTo>
                <a:cubicBezTo>
                  <a:pt x="577641" y="102489"/>
                  <a:pt x="578942" y="109583"/>
                  <a:pt x="581544" y="113614"/>
                </a:cubicBezTo>
                <a:cubicBezTo>
                  <a:pt x="583468" y="116508"/>
                  <a:pt x="585787" y="117955"/>
                  <a:pt x="588503" y="117955"/>
                </a:cubicBezTo>
                <a:cubicBezTo>
                  <a:pt x="591105" y="117955"/>
                  <a:pt x="593425" y="116394"/>
                  <a:pt x="595461" y="113272"/>
                </a:cubicBezTo>
                <a:cubicBezTo>
                  <a:pt x="598177" y="109130"/>
                  <a:pt x="599535" y="102007"/>
                  <a:pt x="599535" y="91903"/>
                </a:cubicBezTo>
                <a:cubicBezTo>
                  <a:pt x="599535" y="81234"/>
                  <a:pt x="598177" y="73771"/>
                  <a:pt x="595461" y="69513"/>
                </a:cubicBezTo>
                <a:cubicBezTo>
                  <a:pt x="593595" y="66619"/>
                  <a:pt x="591275" y="65172"/>
                  <a:pt x="588503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D950DA-FC6F-48B1-8A75-F06444F6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1493813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89D14-FA19-4A57-A00C-17A86CCD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1493813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52" name="Text 25,5.1%">
            <a:extLst xmlns:a="http://schemas.openxmlformats.org/drawingml/2006/main">
              <a:ext uri="{FF2B5EF4-FFF2-40B4-BE49-F238E27FC236}">
                <a16:creationId xmlns:a16="http://schemas.microsoft.com/office/drawing/2014/main" id="{490E3A49-81CF-4604-B8FF-F5BB8094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392" y="1569873"/>
            <a:ext cx="612943" cy="146807"/>
          </a:xfrm>
          <a:custGeom xmlns:a="http://schemas.openxmlformats.org/drawingml/2006/main">
            <a:pathLst>
              <a:path w="612943" h="146807">
                <a:moveTo>
                  <a:pt x="75950" y="95552"/>
                </a:moveTo>
                <a:lnTo>
                  <a:pt x="67888" y="117785"/>
                </a:lnTo>
                <a:lnTo>
                  <a:pt x="0" y="117785"/>
                </a:lnTo>
                <a:lnTo>
                  <a:pt x="0" y="114640"/>
                </a:lnTo>
                <a:cubicBezTo>
                  <a:pt x="19970" y="96394"/>
                  <a:pt x="34029" y="81491"/>
                  <a:pt x="42175" y="69932"/>
                </a:cubicBezTo>
                <a:cubicBezTo>
                  <a:pt x="50322" y="58372"/>
                  <a:pt x="54395" y="47803"/>
                  <a:pt x="54395" y="38227"/>
                </a:cubicBezTo>
                <a:cubicBezTo>
                  <a:pt x="54395" y="30918"/>
                  <a:pt x="52160" y="24913"/>
                  <a:pt x="47691" y="20210"/>
                </a:cubicBezTo>
                <a:cubicBezTo>
                  <a:pt x="43222" y="15505"/>
                  <a:pt x="37876" y="13153"/>
                  <a:pt x="31653" y="13153"/>
                </a:cubicBezTo>
                <a:cubicBezTo>
                  <a:pt x="25995" y="13153"/>
                  <a:pt x="20918" y="14815"/>
                  <a:pt x="16420" y="18139"/>
                </a:cubicBezTo>
                <a:cubicBezTo>
                  <a:pt x="11923" y="21462"/>
                  <a:pt x="8599" y="26335"/>
                  <a:pt x="6449" y="32756"/>
                </a:cubicBezTo>
                <a:lnTo>
                  <a:pt x="3310" y="32756"/>
                </a:lnTo>
                <a:cubicBezTo>
                  <a:pt x="4724" y="22316"/>
                  <a:pt x="8359" y="14304"/>
                  <a:pt x="14214" y="8719"/>
                </a:cubicBezTo>
                <a:cubicBezTo>
                  <a:pt x="20069" y="3133"/>
                  <a:pt x="27381" y="339"/>
                  <a:pt x="36150" y="339"/>
                </a:cubicBezTo>
                <a:cubicBezTo>
                  <a:pt x="45485" y="339"/>
                  <a:pt x="53278" y="3338"/>
                  <a:pt x="59529" y="9335"/>
                </a:cubicBezTo>
                <a:cubicBezTo>
                  <a:pt x="65780" y="15331"/>
                  <a:pt x="68906" y="22403"/>
                  <a:pt x="68906" y="30550"/>
                </a:cubicBezTo>
                <a:cubicBezTo>
                  <a:pt x="68906" y="36377"/>
                  <a:pt x="67548" y="42204"/>
                  <a:pt x="64833" y="48031"/>
                </a:cubicBezTo>
                <a:cubicBezTo>
                  <a:pt x="60646" y="57196"/>
                  <a:pt x="53858" y="66898"/>
                  <a:pt x="44467" y="77138"/>
                </a:cubicBezTo>
                <a:cubicBezTo>
                  <a:pt x="30380" y="92525"/>
                  <a:pt x="21583" y="101803"/>
                  <a:pt x="18075" y="104972"/>
                </a:cubicBezTo>
                <a:lnTo>
                  <a:pt x="48116" y="104972"/>
                </a:lnTo>
                <a:cubicBezTo>
                  <a:pt x="54225" y="104972"/>
                  <a:pt x="58511" y="104744"/>
                  <a:pt x="60972" y="104287"/>
                </a:cubicBezTo>
                <a:cubicBezTo>
                  <a:pt x="63433" y="103830"/>
                  <a:pt x="65653" y="102901"/>
                  <a:pt x="67633" y="101503"/>
                </a:cubicBezTo>
                <a:cubicBezTo>
                  <a:pt x="69613" y="100105"/>
                  <a:pt x="71339" y="98121"/>
                  <a:pt x="72810" y="95552"/>
                </a:cubicBezTo>
                <a:lnTo>
                  <a:pt x="75950" y="95552"/>
                </a:lnTo>
                <a:close/>
                <a:moveTo>
                  <a:pt x="158603" y="2716"/>
                </a:moveTo>
                <a:lnTo>
                  <a:pt x="151984" y="17311"/>
                </a:lnTo>
                <a:lnTo>
                  <a:pt x="117361" y="17311"/>
                </a:lnTo>
                <a:lnTo>
                  <a:pt x="109809" y="32586"/>
                </a:lnTo>
                <a:cubicBezTo>
                  <a:pt x="124801" y="34793"/>
                  <a:pt x="136681" y="40365"/>
                  <a:pt x="145450" y="49304"/>
                </a:cubicBezTo>
                <a:cubicBezTo>
                  <a:pt x="152974" y="56998"/>
                  <a:pt x="156736" y="66049"/>
                  <a:pt x="156736" y="76459"/>
                </a:cubicBezTo>
                <a:cubicBezTo>
                  <a:pt x="156736" y="82512"/>
                  <a:pt x="155506" y="88113"/>
                  <a:pt x="153045" y="93261"/>
                </a:cubicBezTo>
                <a:cubicBezTo>
                  <a:pt x="150584" y="98409"/>
                  <a:pt x="147486" y="102794"/>
                  <a:pt x="143753" y="106414"/>
                </a:cubicBezTo>
                <a:cubicBezTo>
                  <a:pt x="140019" y="110035"/>
                  <a:pt x="135861" y="112948"/>
                  <a:pt x="131278" y="115155"/>
                </a:cubicBezTo>
                <a:cubicBezTo>
                  <a:pt x="124772" y="118266"/>
                  <a:pt x="118097" y="119822"/>
                  <a:pt x="111251" y="119822"/>
                </a:cubicBezTo>
                <a:cubicBezTo>
                  <a:pt x="104349" y="119822"/>
                  <a:pt x="99329" y="118648"/>
                  <a:pt x="96189" y="116300"/>
                </a:cubicBezTo>
                <a:cubicBezTo>
                  <a:pt x="93049" y="113953"/>
                  <a:pt x="91479" y="111364"/>
                  <a:pt x="91479" y="108536"/>
                </a:cubicBezTo>
                <a:cubicBezTo>
                  <a:pt x="91479" y="106952"/>
                  <a:pt x="92130" y="105551"/>
                  <a:pt x="93431" y="104335"/>
                </a:cubicBezTo>
                <a:cubicBezTo>
                  <a:pt x="94732" y="103119"/>
                  <a:pt x="96373" y="102511"/>
                  <a:pt x="98353" y="102511"/>
                </a:cubicBezTo>
                <a:cubicBezTo>
                  <a:pt x="99824" y="102511"/>
                  <a:pt x="101111" y="102737"/>
                  <a:pt x="102214" y="103190"/>
                </a:cubicBezTo>
                <a:cubicBezTo>
                  <a:pt x="103317" y="103642"/>
                  <a:pt x="105198" y="104802"/>
                  <a:pt x="107857" y="106669"/>
                </a:cubicBezTo>
                <a:cubicBezTo>
                  <a:pt x="112100" y="109611"/>
                  <a:pt x="116400" y="111081"/>
                  <a:pt x="120756" y="111081"/>
                </a:cubicBezTo>
                <a:cubicBezTo>
                  <a:pt x="127375" y="111081"/>
                  <a:pt x="133188" y="108578"/>
                  <a:pt x="138194" y="103571"/>
                </a:cubicBezTo>
                <a:cubicBezTo>
                  <a:pt x="143201" y="98565"/>
                  <a:pt x="145704" y="92469"/>
                  <a:pt x="145704" y="85284"/>
                </a:cubicBezTo>
                <a:cubicBezTo>
                  <a:pt x="145704" y="78326"/>
                  <a:pt x="143470" y="71834"/>
                  <a:pt x="139000" y="65809"/>
                </a:cubicBezTo>
                <a:cubicBezTo>
                  <a:pt x="134531" y="59784"/>
                  <a:pt x="128365" y="55131"/>
                  <a:pt x="120501" y="51849"/>
                </a:cubicBezTo>
                <a:cubicBezTo>
                  <a:pt x="114335" y="49304"/>
                  <a:pt x="105933" y="47833"/>
                  <a:pt x="95298" y="47437"/>
                </a:cubicBezTo>
                <a:lnTo>
                  <a:pt x="117361" y="2716"/>
                </a:lnTo>
                <a:lnTo>
                  <a:pt x="158603" y="2716"/>
                </a:lnTo>
                <a:close/>
                <a:moveTo>
                  <a:pt x="179394" y="146807"/>
                </a:moveTo>
                <a:lnTo>
                  <a:pt x="179394" y="143074"/>
                </a:lnTo>
                <a:cubicBezTo>
                  <a:pt x="185221" y="141143"/>
                  <a:pt x="189732" y="138147"/>
                  <a:pt x="192929" y="134086"/>
                </a:cubicBezTo>
                <a:cubicBezTo>
                  <a:pt x="196125" y="130027"/>
                  <a:pt x="197723" y="125726"/>
                  <a:pt x="197723" y="121182"/>
                </a:cubicBezTo>
                <a:cubicBezTo>
                  <a:pt x="197723" y="120106"/>
                  <a:pt x="197469" y="119200"/>
                  <a:pt x="196960" y="118464"/>
                </a:cubicBezTo>
                <a:cubicBezTo>
                  <a:pt x="196564" y="117955"/>
                  <a:pt x="196168" y="117701"/>
                  <a:pt x="195772" y="117701"/>
                </a:cubicBezTo>
                <a:cubicBezTo>
                  <a:pt x="195149" y="117701"/>
                  <a:pt x="193791" y="118266"/>
                  <a:pt x="191698" y="119398"/>
                </a:cubicBezTo>
                <a:cubicBezTo>
                  <a:pt x="190680" y="119907"/>
                  <a:pt x="189605" y="120161"/>
                  <a:pt x="188474" y="120161"/>
                </a:cubicBezTo>
                <a:cubicBezTo>
                  <a:pt x="185702" y="120161"/>
                  <a:pt x="183495" y="119341"/>
                  <a:pt x="181855" y="117701"/>
                </a:cubicBezTo>
                <a:cubicBezTo>
                  <a:pt x="180214" y="116060"/>
                  <a:pt x="179394" y="113797"/>
                  <a:pt x="179394" y="110912"/>
                </a:cubicBezTo>
                <a:cubicBezTo>
                  <a:pt x="179394" y="108140"/>
                  <a:pt x="180454" y="105764"/>
                  <a:pt x="182576" y="103784"/>
                </a:cubicBezTo>
                <a:cubicBezTo>
                  <a:pt x="184697" y="101803"/>
                  <a:pt x="187286" y="100813"/>
                  <a:pt x="190341" y="100813"/>
                </a:cubicBezTo>
                <a:cubicBezTo>
                  <a:pt x="194074" y="100813"/>
                  <a:pt x="197398" y="102443"/>
                  <a:pt x="200312" y="105704"/>
                </a:cubicBezTo>
                <a:cubicBezTo>
                  <a:pt x="203225" y="108962"/>
                  <a:pt x="204682" y="113283"/>
                  <a:pt x="204682" y="118666"/>
                </a:cubicBezTo>
                <a:cubicBezTo>
                  <a:pt x="204682" y="124505"/>
                  <a:pt x="202659" y="129933"/>
                  <a:pt x="198614" y="134948"/>
                </a:cubicBezTo>
                <a:cubicBezTo>
                  <a:pt x="194569" y="139964"/>
                  <a:pt x="188162" y="143917"/>
                  <a:pt x="179394" y="146807"/>
                </a:cubicBezTo>
                <a:close/>
                <a:moveTo>
                  <a:pt x="332396" y="2716"/>
                </a:moveTo>
                <a:lnTo>
                  <a:pt x="325777" y="17311"/>
                </a:lnTo>
                <a:lnTo>
                  <a:pt x="291154" y="17311"/>
                </a:lnTo>
                <a:lnTo>
                  <a:pt x="283602" y="32586"/>
                </a:lnTo>
                <a:cubicBezTo>
                  <a:pt x="298593" y="34793"/>
                  <a:pt x="310474" y="40365"/>
                  <a:pt x="319243" y="49304"/>
                </a:cubicBezTo>
                <a:cubicBezTo>
                  <a:pt x="326767" y="56998"/>
                  <a:pt x="330529" y="66049"/>
                  <a:pt x="330529" y="76459"/>
                </a:cubicBezTo>
                <a:cubicBezTo>
                  <a:pt x="330529" y="82512"/>
                  <a:pt x="329299" y="88113"/>
                  <a:pt x="326838" y="93261"/>
                </a:cubicBezTo>
                <a:cubicBezTo>
                  <a:pt x="324377" y="98409"/>
                  <a:pt x="321279" y="102794"/>
                  <a:pt x="317546" y="106414"/>
                </a:cubicBezTo>
                <a:cubicBezTo>
                  <a:pt x="313812" y="110035"/>
                  <a:pt x="309654" y="112948"/>
                  <a:pt x="305071" y="115155"/>
                </a:cubicBezTo>
                <a:cubicBezTo>
                  <a:pt x="298565" y="118266"/>
                  <a:pt x="291890" y="119822"/>
                  <a:pt x="285044" y="119822"/>
                </a:cubicBezTo>
                <a:cubicBezTo>
                  <a:pt x="278142" y="119822"/>
                  <a:pt x="273121" y="118648"/>
                  <a:pt x="269982" y="116300"/>
                </a:cubicBezTo>
                <a:cubicBezTo>
                  <a:pt x="266842" y="113953"/>
                  <a:pt x="265272" y="111364"/>
                  <a:pt x="265272" y="108536"/>
                </a:cubicBezTo>
                <a:cubicBezTo>
                  <a:pt x="265272" y="106952"/>
                  <a:pt x="265922" y="105551"/>
                  <a:pt x="267224" y="104335"/>
                </a:cubicBezTo>
                <a:cubicBezTo>
                  <a:pt x="268525" y="103119"/>
                  <a:pt x="270165" y="102511"/>
                  <a:pt x="272146" y="102511"/>
                </a:cubicBezTo>
                <a:cubicBezTo>
                  <a:pt x="273616" y="102511"/>
                  <a:pt x="274903" y="102737"/>
                  <a:pt x="276007" y="103190"/>
                </a:cubicBezTo>
                <a:cubicBezTo>
                  <a:pt x="277110" y="103642"/>
                  <a:pt x="278991" y="104802"/>
                  <a:pt x="281650" y="106669"/>
                </a:cubicBezTo>
                <a:cubicBezTo>
                  <a:pt x="285893" y="109611"/>
                  <a:pt x="290192" y="111081"/>
                  <a:pt x="294549" y="111081"/>
                </a:cubicBezTo>
                <a:cubicBezTo>
                  <a:pt x="301168" y="111081"/>
                  <a:pt x="306980" y="108578"/>
                  <a:pt x="311987" y="103571"/>
                </a:cubicBezTo>
                <a:cubicBezTo>
                  <a:pt x="316994" y="98565"/>
                  <a:pt x="319497" y="92469"/>
                  <a:pt x="319497" y="85284"/>
                </a:cubicBezTo>
                <a:cubicBezTo>
                  <a:pt x="319497" y="78326"/>
                  <a:pt x="317263" y="71834"/>
                  <a:pt x="312793" y="65809"/>
                </a:cubicBezTo>
                <a:cubicBezTo>
                  <a:pt x="308324" y="59784"/>
                  <a:pt x="302158" y="55131"/>
                  <a:pt x="294294" y="51849"/>
                </a:cubicBezTo>
                <a:cubicBezTo>
                  <a:pt x="288127" y="49304"/>
                  <a:pt x="279726" y="47833"/>
                  <a:pt x="269091" y="47437"/>
                </a:cubicBezTo>
                <a:lnTo>
                  <a:pt x="291154" y="2716"/>
                </a:lnTo>
                <a:lnTo>
                  <a:pt x="332396" y="2716"/>
                </a:lnTo>
                <a:close/>
                <a:moveTo>
                  <a:pt x="365576" y="101323"/>
                </a:moveTo>
                <a:cubicBezTo>
                  <a:pt x="368235" y="101323"/>
                  <a:pt x="370470" y="102242"/>
                  <a:pt x="372280" y="104081"/>
                </a:cubicBezTo>
                <a:cubicBezTo>
                  <a:pt x="374091" y="105919"/>
                  <a:pt x="374996" y="108140"/>
                  <a:pt x="374996" y="110742"/>
                </a:cubicBezTo>
                <a:cubicBezTo>
                  <a:pt x="374996" y="113344"/>
                  <a:pt x="374076" y="115565"/>
                  <a:pt x="372238" y="117404"/>
                </a:cubicBezTo>
                <a:cubicBezTo>
                  <a:pt x="370399" y="119242"/>
                  <a:pt x="368179" y="120161"/>
                  <a:pt x="365576" y="120161"/>
                </a:cubicBezTo>
                <a:cubicBezTo>
                  <a:pt x="362974" y="120161"/>
                  <a:pt x="360753" y="119242"/>
                  <a:pt x="358915" y="117404"/>
                </a:cubicBezTo>
                <a:cubicBezTo>
                  <a:pt x="357076" y="115565"/>
                  <a:pt x="356157" y="113344"/>
                  <a:pt x="356157" y="110742"/>
                </a:cubicBezTo>
                <a:cubicBezTo>
                  <a:pt x="356157" y="108083"/>
                  <a:pt x="357076" y="105848"/>
                  <a:pt x="358915" y="104038"/>
                </a:cubicBezTo>
                <a:cubicBezTo>
                  <a:pt x="360753" y="102228"/>
                  <a:pt x="362974" y="101323"/>
                  <a:pt x="365576" y="101323"/>
                </a:cubicBezTo>
                <a:close/>
                <a:moveTo>
                  <a:pt x="407667" y="14002"/>
                </a:moveTo>
                <a:lnTo>
                  <a:pt x="435670" y="339"/>
                </a:lnTo>
                <a:lnTo>
                  <a:pt x="438471" y="339"/>
                </a:lnTo>
                <a:lnTo>
                  <a:pt x="438471" y="97504"/>
                </a:lnTo>
                <a:cubicBezTo>
                  <a:pt x="438471" y="103953"/>
                  <a:pt x="438739" y="107970"/>
                  <a:pt x="439277" y="109554"/>
                </a:cubicBezTo>
                <a:cubicBezTo>
                  <a:pt x="439814" y="111138"/>
                  <a:pt x="440932" y="112354"/>
                  <a:pt x="442629" y="113203"/>
                </a:cubicBezTo>
                <a:cubicBezTo>
                  <a:pt x="444326" y="114052"/>
                  <a:pt x="447777" y="114532"/>
                  <a:pt x="452982" y="114646"/>
                </a:cubicBezTo>
                <a:lnTo>
                  <a:pt x="452982" y="117785"/>
                </a:lnTo>
                <a:lnTo>
                  <a:pt x="409703" y="117785"/>
                </a:lnTo>
                <a:lnTo>
                  <a:pt x="409703" y="114646"/>
                </a:lnTo>
                <a:cubicBezTo>
                  <a:pt x="415134" y="114532"/>
                  <a:pt x="418642" y="114066"/>
                  <a:pt x="420226" y="113245"/>
                </a:cubicBezTo>
                <a:cubicBezTo>
                  <a:pt x="421810" y="112425"/>
                  <a:pt x="422913" y="111322"/>
                  <a:pt x="423535" y="109936"/>
                </a:cubicBezTo>
                <a:cubicBezTo>
                  <a:pt x="424158" y="108550"/>
                  <a:pt x="424469" y="104406"/>
                  <a:pt x="424469" y="97504"/>
                </a:cubicBezTo>
                <a:lnTo>
                  <a:pt x="424469" y="35387"/>
                </a:lnTo>
                <a:cubicBezTo>
                  <a:pt x="424469" y="27014"/>
                  <a:pt x="424186" y="21639"/>
                  <a:pt x="423620" y="19263"/>
                </a:cubicBezTo>
                <a:cubicBezTo>
                  <a:pt x="423224" y="17453"/>
                  <a:pt x="422503" y="16123"/>
                  <a:pt x="421456" y="15275"/>
                </a:cubicBezTo>
                <a:cubicBezTo>
                  <a:pt x="420410" y="14426"/>
                  <a:pt x="419151" y="14002"/>
                  <a:pt x="417680" y="14002"/>
                </a:cubicBezTo>
                <a:cubicBezTo>
                  <a:pt x="415587" y="14002"/>
                  <a:pt x="412673" y="14879"/>
                  <a:pt x="408939" y="16633"/>
                </a:cubicBezTo>
                <a:lnTo>
                  <a:pt x="407667" y="14002"/>
                </a:lnTo>
                <a:close/>
                <a:moveTo>
                  <a:pt x="592322" y="0"/>
                </a:moveTo>
                <a:lnTo>
                  <a:pt x="508480" y="122538"/>
                </a:lnTo>
                <a:lnTo>
                  <a:pt x="500928" y="122538"/>
                </a:lnTo>
                <a:lnTo>
                  <a:pt x="584769" y="0"/>
                </a:lnTo>
                <a:lnTo>
                  <a:pt x="592322" y="0"/>
                </a:lnTo>
                <a:moveTo>
                  <a:pt x="505086" y="0"/>
                </a:moveTo>
                <a:cubicBezTo>
                  <a:pt x="512723" y="0"/>
                  <a:pt x="518649" y="3173"/>
                  <a:pt x="522864" y="9518"/>
                </a:cubicBezTo>
                <a:cubicBezTo>
                  <a:pt x="527079" y="15863"/>
                  <a:pt x="529186" y="23142"/>
                  <a:pt x="529186" y="31356"/>
                </a:cubicBezTo>
                <a:cubicBezTo>
                  <a:pt x="529186" y="41214"/>
                  <a:pt x="526810" y="48833"/>
                  <a:pt x="522058" y="54215"/>
                </a:cubicBezTo>
                <a:cubicBezTo>
                  <a:pt x="517306" y="59596"/>
                  <a:pt x="511592" y="62287"/>
                  <a:pt x="504916" y="62287"/>
                </a:cubicBezTo>
                <a:cubicBezTo>
                  <a:pt x="500447" y="62287"/>
                  <a:pt x="496345" y="61055"/>
                  <a:pt x="492611" y="58590"/>
                </a:cubicBezTo>
                <a:cubicBezTo>
                  <a:pt x="488878" y="56126"/>
                  <a:pt x="485893" y="52458"/>
                  <a:pt x="483659" y="47588"/>
                </a:cubicBezTo>
                <a:cubicBezTo>
                  <a:pt x="481424" y="42715"/>
                  <a:pt x="480307" y="37305"/>
                  <a:pt x="480307" y="31356"/>
                </a:cubicBezTo>
                <a:cubicBezTo>
                  <a:pt x="480307" y="25408"/>
                  <a:pt x="481438" y="19928"/>
                  <a:pt x="483701" y="14914"/>
                </a:cubicBezTo>
                <a:cubicBezTo>
                  <a:pt x="485964" y="9900"/>
                  <a:pt x="489061" y="6161"/>
                  <a:pt x="492993" y="3697"/>
                </a:cubicBezTo>
                <a:cubicBezTo>
                  <a:pt x="496925" y="1232"/>
                  <a:pt x="500956" y="0"/>
                  <a:pt x="505086" y="0"/>
                </a:cubicBezTo>
                <a:moveTo>
                  <a:pt x="504831" y="4582"/>
                </a:moveTo>
                <a:cubicBezTo>
                  <a:pt x="501946" y="4582"/>
                  <a:pt x="499386" y="6288"/>
                  <a:pt x="497151" y="9698"/>
                </a:cubicBezTo>
                <a:cubicBezTo>
                  <a:pt x="494917" y="13108"/>
                  <a:pt x="493799" y="20271"/>
                  <a:pt x="493799" y="31186"/>
                </a:cubicBezTo>
                <a:cubicBezTo>
                  <a:pt x="493799" y="39087"/>
                  <a:pt x="494422" y="45112"/>
                  <a:pt x="495666" y="49261"/>
                </a:cubicBezTo>
                <a:cubicBezTo>
                  <a:pt x="496628" y="52389"/>
                  <a:pt x="498127" y="54804"/>
                  <a:pt x="500164" y="56509"/>
                </a:cubicBezTo>
                <a:cubicBezTo>
                  <a:pt x="501352" y="57532"/>
                  <a:pt x="502823" y="58044"/>
                  <a:pt x="504577" y="58044"/>
                </a:cubicBezTo>
                <a:cubicBezTo>
                  <a:pt x="507292" y="58044"/>
                  <a:pt x="509612" y="56566"/>
                  <a:pt x="511535" y="53610"/>
                </a:cubicBezTo>
                <a:cubicBezTo>
                  <a:pt x="514364" y="49233"/>
                  <a:pt x="515778" y="41929"/>
                  <a:pt x="515778" y="31698"/>
                </a:cubicBezTo>
                <a:cubicBezTo>
                  <a:pt x="515778" y="20898"/>
                  <a:pt x="514392" y="13309"/>
                  <a:pt x="511620" y="8931"/>
                </a:cubicBezTo>
                <a:cubicBezTo>
                  <a:pt x="509810" y="6032"/>
                  <a:pt x="507547" y="4582"/>
                  <a:pt x="504831" y="4582"/>
                </a:cubicBezTo>
                <a:moveTo>
                  <a:pt x="588418" y="60590"/>
                </a:moveTo>
                <a:cubicBezTo>
                  <a:pt x="592435" y="60590"/>
                  <a:pt x="596437" y="61865"/>
                  <a:pt x="600426" y="64414"/>
                </a:cubicBezTo>
                <a:cubicBezTo>
                  <a:pt x="604414" y="66963"/>
                  <a:pt x="607497" y="70674"/>
                  <a:pt x="609675" y="75546"/>
                </a:cubicBezTo>
                <a:cubicBezTo>
                  <a:pt x="611854" y="80417"/>
                  <a:pt x="612943" y="85770"/>
                  <a:pt x="612943" y="91606"/>
                </a:cubicBezTo>
                <a:cubicBezTo>
                  <a:pt x="612943" y="101634"/>
                  <a:pt x="610538" y="109296"/>
                  <a:pt x="605729" y="114593"/>
                </a:cubicBezTo>
                <a:cubicBezTo>
                  <a:pt x="600921" y="119889"/>
                  <a:pt x="595235" y="122538"/>
                  <a:pt x="588673" y="122538"/>
                </a:cubicBezTo>
                <a:cubicBezTo>
                  <a:pt x="584543" y="122538"/>
                  <a:pt x="580540" y="121263"/>
                  <a:pt x="576665" y="118714"/>
                </a:cubicBezTo>
                <a:cubicBezTo>
                  <a:pt x="572790" y="116164"/>
                  <a:pt x="569735" y="112525"/>
                  <a:pt x="567500" y="107796"/>
                </a:cubicBezTo>
                <a:cubicBezTo>
                  <a:pt x="565265" y="103065"/>
                  <a:pt x="564148" y="97668"/>
                  <a:pt x="564148" y="91606"/>
                </a:cubicBezTo>
                <a:cubicBezTo>
                  <a:pt x="564148" y="85657"/>
                  <a:pt x="565265" y="80219"/>
                  <a:pt x="567500" y="75292"/>
                </a:cubicBezTo>
                <a:cubicBezTo>
                  <a:pt x="569735" y="70363"/>
                  <a:pt x="572790" y="66680"/>
                  <a:pt x="576665" y="64244"/>
                </a:cubicBezTo>
                <a:cubicBezTo>
                  <a:pt x="580540" y="61808"/>
                  <a:pt x="584458" y="60590"/>
                  <a:pt x="588418" y="60590"/>
                </a:cubicBezTo>
                <a:moveTo>
                  <a:pt x="588503" y="65172"/>
                </a:moveTo>
                <a:cubicBezTo>
                  <a:pt x="585787" y="65172"/>
                  <a:pt x="583440" y="66705"/>
                  <a:pt x="581460" y="69771"/>
                </a:cubicBezTo>
                <a:cubicBezTo>
                  <a:pt x="578914" y="73743"/>
                  <a:pt x="577641" y="81263"/>
                  <a:pt x="577641" y="92330"/>
                </a:cubicBezTo>
                <a:cubicBezTo>
                  <a:pt x="577641" y="102489"/>
                  <a:pt x="578942" y="109583"/>
                  <a:pt x="581544" y="113614"/>
                </a:cubicBezTo>
                <a:cubicBezTo>
                  <a:pt x="583468" y="116508"/>
                  <a:pt x="585787" y="117955"/>
                  <a:pt x="588503" y="117955"/>
                </a:cubicBezTo>
                <a:cubicBezTo>
                  <a:pt x="591105" y="117955"/>
                  <a:pt x="593425" y="116394"/>
                  <a:pt x="595461" y="113272"/>
                </a:cubicBezTo>
                <a:cubicBezTo>
                  <a:pt x="598177" y="109130"/>
                  <a:pt x="599535" y="102007"/>
                  <a:pt x="599535" y="91903"/>
                </a:cubicBezTo>
                <a:cubicBezTo>
                  <a:pt x="599535" y="81234"/>
                  <a:pt x="598177" y="73771"/>
                  <a:pt x="595461" y="69513"/>
                </a:cubicBezTo>
                <a:cubicBezTo>
                  <a:pt x="593595" y="66619"/>
                  <a:pt x="591275" y="65172"/>
                  <a:pt x="588503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59B32C-8C04-494D-B73B-93688EB5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2122141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ED536-4488-455B-ABF5-66FC63D9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2122141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55" name="Text 186,41.0%">
            <a:extLst xmlns:a="http://schemas.openxmlformats.org/drawingml/2006/main">
              <a:ext uri="{FF2B5EF4-FFF2-40B4-BE49-F238E27FC236}">
                <a16:creationId xmlns:a16="http://schemas.microsoft.com/office/drawing/2014/main" id="{E4246084-2065-4340-9417-1FE05842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128" y="2211570"/>
            <a:ext cx="770103" cy="146807"/>
          </a:xfrm>
          <a:custGeom xmlns:a="http://schemas.openxmlformats.org/drawingml/2006/main">
            <a:pathLst>
              <a:path w="770103" h="146807">
                <a:moveTo>
                  <a:pt x="0" y="14002"/>
                </a:moveTo>
                <a:lnTo>
                  <a:pt x="28004" y="339"/>
                </a:lnTo>
                <a:lnTo>
                  <a:pt x="30804" y="339"/>
                </a:lnTo>
                <a:lnTo>
                  <a:pt x="30804" y="97504"/>
                </a:lnTo>
                <a:cubicBezTo>
                  <a:pt x="30804" y="103953"/>
                  <a:pt x="31073" y="107970"/>
                  <a:pt x="31610" y="109554"/>
                </a:cubicBezTo>
                <a:cubicBezTo>
                  <a:pt x="32148" y="111138"/>
                  <a:pt x="33265" y="112354"/>
                  <a:pt x="34962" y="113203"/>
                </a:cubicBezTo>
                <a:cubicBezTo>
                  <a:pt x="36659" y="114052"/>
                  <a:pt x="40110" y="114532"/>
                  <a:pt x="45315" y="114646"/>
                </a:cubicBezTo>
                <a:lnTo>
                  <a:pt x="45315" y="117785"/>
                </a:lnTo>
                <a:lnTo>
                  <a:pt x="2037" y="117785"/>
                </a:lnTo>
                <a:lnTo>
                  <a:pt x="2037" y="114646"/>
                </a:lnTo>
                <a:cubicBezTo>
                  <a:pt x="7468" y="114532"/>
                  <a:pt x="10975" y="114066"/>
                  <a:pt x="12559" y="113245"/>
                </a:cubicBezTo>
                <a:cubicBezTo>
                  <a:pt x="14143" y="112425"/>
                  <a:pt x="15246" y="111322"/>
                  <a:pt x="15869" y="109936"/>
                </a:cubicBezTo>
                <a:cubicBezTo>
                  <a:pt x="16491" y="108550"/>
                  <a:pt x="16802" y="104406"/>
                  <a:pt x="16802" y="97504"/>
                </a:cubicBezTo>
                <a:lnTo>
                  <a:pt x="16802" y="35387"/>
                </a:lnTo>
                <a:cubicBezTo>
                  <a:pt x="16802" y="27014"/>
                  <a:pt x="16519" y="21639"/>
                  <a:pt x="15954" y="19263"/>
                </a:cubicBezTo>
                <a:cubicBezTo>
                  <a:pt x="15558" y="17453"/>
                  <a:pt x="14836" y="16123"/>
                  <a:pt x="13790" y="15275"/>
                </a:cubicBezTo>
                <a:cubicBezTo>
                  <a:pt x="12743" y="14426"/>
                  <a:pt x="11484" y="14002"/>
                  <a:pt x="10013" y="14002"/>
                </a:cubicBezTo>
                <a:cubicBezTo>
                  <a:pt x="7920" y="14002"/>
                  <a:pt x="5007" y="14879"/>
                  <a:pt x="1273" y="16633"/>
                </a:cubicBezTo>
                <a:lnTo>
                  <a:pt x="0" y="14002"/>
                </a:lnTo>
                <a:close/>
                <a:moveTo>
                  <a:pt x="99880" y="59826"/>
                </a:moveTo>
                <a:cubicBezTo>
                  <a:pt x="90772" y="52359"/>
                  <a:pt x="84902" y="46362"/>
                  <a:pt x="82272" y="41836"/>
                </a:cubicBezTo>
                <a:cubicBezTo>
                  <a:pt x="79641" y="37310"/>
                  <a:pt x="78326" y="32614"/>
                  <a:pt x="78326" y="27749"/>
                </a:cubicBezTo>
                <a:cubicBezTo>
                  <a:pt x="78326" y="20281"/>
                  <a:pt x="81211" y="13846"/>
                  <a:pt x="86981" y="8444"/>
                </a:cubicBezTo>
                <a:cubicBezTo>
                  <a:pt x="92752" y="3041"/>
                  <a:pt x="100418" y="339"/>
                  <a:pt x="109978" y="339"/>
                </a:cubicBezTo>
                <a:cubicBezTo>
                  <a:pt x="119256" y="339"/>
                  <a:pt x="126724" y="2857"/>
                  <a:pt x="132381" y="7892"/>
                </a:cubicBezTo>
                <a:cubicBezTo>
                  <a:pt x="138039" y="12927"/>
                  <a:pt x="140867" y="18669"/>
                  <a:pt x="140867" y="25119"/>
                </a:cubicBezTo>
                <a:cubicBezTo>
                  <a:pt x="140867" y="29418"/>
                  <a:pt x="139340" y="33802"/>
                  <a:pt x="136285" y="38272"/>
                </a:cubicBezTo>
                <a:cubicBezTo>
                  <a:pt x="133230" y="42741"/>
                  <a:pt x="126866" y="48002"/>
                  <a:pt x="117192" y="54056"/>
                </a:cubicBezTo>
                <a:cubicBezTo>
                  <a:pt x="127148" y="61750"/>
                  <a:pt x="133739" y="67803"/>
                  <a:pt x="136964" y="72216"/>
                </a:cubicBezTo>
                <a:cubicBezTo>
                  <a:pt x="141263" y="77986"/>
                  <a:pt x="143413" y="84068"/>
                  <a:pt x="143413" y="90461"/>
                </a:cubicBezTo>
                <a:cubicBezTo>
                  <a:pt x="143413" y="98551"/>
                  <a:pt x="140330" y="105467"/>
                  <a:pt x="134163" y="111209"/>
                </a:cubicBezTo>
                <a:cubicBezTo>
                  <a:pt x="127997" y="116951"/>
                  <a:pt x="119907" y="119822"/>
                  <a:pt x="109894" y="119822"/>
                </a:cubicBezTo>
                <a:cubicBezTo>
                  <a:pt x="98975" y="119822"/>
                  <a:pt x="90461" y="116399"/>
                  <a:pt x="84351" y="109554"/>
                </a:cubicBezTo>
                <a:cubicBezTo>
                  <a:pt x="79485" y="104066"/>
                  <a:pt x="77053" y="98070"/>
                  <a:pt x="77053" y="91564"/>
                </a:cubicBezTo>
                <a:cubicBezTo>
                  <a:pt x="77053" y="86472"/>
                  <a:pt x="78764" y="81423"/>
                  <a:pt x="82187" y="76416"/>
                </a:cubicBezTo>
                <a:cubicBezTo>
                  <a:pt x="85610" y="71410"/>
                  <a:pt x="91507" y="65880"/>
                  <a:pt x="99880" y="59826"/>
                </a:cubicBezTo>
                <a:moveTo>
                  <a:pt x="113203" y="50746"/>
                </a:moveTo>
                <a:cubicBezTo>
                  <a:pt x="119992" y="44636"/>
                  <a:pt x="124291" y="39813"/>
                  <a:pt x="126102" y="36278"/>
                </a:cubicBezTo>
                <a:cubicBezTo>
                  <a:pt x="127912" y="32742"/>
                  <a:pt x="128817" y="28739"/>
                  <a:pt x="128817" y="24270"/>
                </a:cubicBezTo>
                <a:cubicBezTo>
                  <a:pt x="128817" y="18330"/>
                  <a:pt x="127148" y="13677"/>
                  <a:pt x="123811" y="10310"/>
                </a:cubicBezTo>
                <a:cubicBezTo>
                  <a:pt x="120473" y="6944"/>
                  <a:pt x="115919" y="5261"/>
                  <a:pt x="110148" y="5261"/>
                </a:cubicBezTo>
                <a:cubicBezTo>
                  <a:pt x="104378" y="5261"/>
                  <a:pt x="99682" y="6930"/>
                  <a:pt x="96061" y="10268"/>
                </a:cubicBezTo>
                <a:cubicBezTo>
                  <a:pt x="92441" y="13606"/>
                  <a:pt x="90630" y="17509"/>
                  <a:pt x="90630" y="21979"/>
                </a:cubicBezTo>
                <a:cubicBezTo>
                  <a:pt x="90630" y="24920"/>
                  <a:pt x="91380" y="27862"/>
                  <a:pt x="92879" y="30804"/>
                </a:cubicBezTo>
                <a:cubicBezTo>
                  <a:pt x="94378" y="33746"/>
                  <a:pt x="96514" y="36546"/>
                  <a:pt x="99286" y="39205"/>
                </a:cubicBezTo>
                <a:lnTo>
                  <a:pt x="113203" y="50746"/>
                </a:lnTo>
                <a:moveTo>
                  <a:pt x="103869" y="63051"/>
                </a:moveTo>
                <a:cubicBezTo>
                  <a:pt x="99173" y="67011"/>
                  <a:pt x="95694" y="71325"/>
                  <a:pt x="93431" y="75992"/>
                </a:cubicBezTo>
                <a:cubicBezTo>
                  <a:pt x="91168" y="80659"/>
                  <a:pt x="90036" y="85708"/>
                  <a:pt x="90036" y="91139"/>
                </a:cubicBezTo>
                <a:cubicBezTo>
                  <a:pt x="90036" y="98437"/>
                  <a:pt x="92031" y="104279"/>
                  <a:pt x="96019" y="108663"/>
                </a:cubicBezTo>
                <a:cubicBezTo>
                  <a:pt x="100007" y="113047"/>
                  <a:pt x="105085" y="115240"/>
                  <a:pt x="111251" y="115240"/>
                </a:cubicBezTo>
                <a:cubicBezTo>
                  <a:pt x="117361" y="115240"/>
                  <a:pt x="122255" y="113514"/>
                  <a:pt x="125932" y="110063"/>
                </a:cubicBezTo>
                <a:cubicBezTo>
                  <a:pt x="129609" y="106612"/>
                  <a:pt x="131448" y="102426"/>
                  <a:pt x="131448" y="97504"/>
                </a:cubicBezTo>
                <a:cubicBezTo>
                  <a:pt x="131448" y="93431"/>
                  <a:pt x="130373" y="89782"/>
                  <a:pt x="128223" y="86557"/>
                </a:cubicBezTo>
                <a:cubicBezTo>
                  <a:pt x="124207" y="80560"/>
                  <a:pt x="116088" y="72725"/>
                  <a:pt x="103869" y="63051"/>
                </a:cubicBezTo>
                <a:close/>
                <a:moveTo>
                  <a:pt x="231328" y="339"/>
                </a:moveTo>
                <a:lnTo>
                  <a:pt x="231328" y="3479"/>
                </a:lnTo>
                <a:cubicBezTo>
                  <a:pt x="223860" y="4215"/>
                  <a:pt x="217765" y="5700"/>
                  <a:pt x="213041" y="7934"/>
                </a:cubicBezTo>
                <a:cubicBezTo>
                  <a:pt x="208317" y="10169"/>
                  <a:pt x="203650" y="13578"/>
                  <a:pt x="199039" y="18160"/>
                </a:cubicBezTo>
                <a:cubicBezTo>
                  <a:pt x="194428" y="22742"/>
                  <a:pt x="190610" y="27848"/>
                  <a:pt x="187583" y="33477"/>
                </a:cubicBezTo>
                <a:cubicBezTo>
                  <a:pt x="184556" y="39106"/>
                  <a:pt x="182025" y="45796"/>
                  <a:pt x="179988" y="53547"/>
                </a:cubicBezTo>
                <a:cubicBezTo>
                  <a:pt x="188134" y="47946"/>
                  <a:pt x="196309" y="45145"/>
                  <a:pt x="204512" y="45145"/>
                </a:cubicBezTo>
                <a:cubicBezTo>
                  <a:pt x="212376" y="45145"/>
                  <a:pt x="219193" y="48314"/>
                  <a:pt x="224964" y="54650"/>
                </a:cubicBezTo>
                <a:cubicBezTo>
                  <a:pt x="230734" y="60986"/>
                  <a:pt x="233619" y="69132"/>
                  <a:pt x="233619" y="79089"/>
                </a:cubicBezTo>
                <a:cubicBezTo>
                  <a:pt x="233619" y="88707"/>
                  <a:pt x="230706" y="97476"/>
                  <a:pt x="224879" y="105396"/>
                </a:cubicBezTo>
                <a:cubicBezTo>
                  <a:pt x="217864" y="115013"/>
                  <a:pt x="208586" y="119822"/>
                  <a:pt x="197045" y="119822"/>
                </a:cubicBezTo>
                <a:cubicBezTo>
                  <a:pt x="189181" y="119822"/>
                  <a:pt x="182505" y="117220"/>
                  <a:pt x="177018" y="112015"/>
                </a:cubicBezTo>
                <a:cubicBezTo>
                  <a:pt x="166269" y="101888"/>
                  <a:pt x="160894" y="88763"/>
                  <a:pt x="160894" y="72640"/>
                </a:cubicBezTo>
                <a:cubicBezTo>
                  <a:pt x="160894" y="62344"/>
                  <a:pt x="162959" y="52557"/>
                  <a:pt x="167089" y="43279"/>
                </a:cubicBezTo>
                <a:cubicBezTo>
                  <a:pt x="171219" y="34001"/>
                  <a:pt x="177117" y="25769"/>
                  <a:pt x="184782" y="18584"/>
                </a:cubicBezTo>
                <a:cubicBezTo>
                  <a:pt x="192448" y="11400"/>
                  <a:pt x="199789" y="6562"/>
                  <a:pt x="206804" y="4073"/>
                </a:cubicBezTo>
                <a:cubicBezTo>
                  <a:pt x="213819" y="1584"/>
                  <a:pt x="220353" y="339"/>
                  <a:pt x="226406" y="339"/>
                </a:cubicBezTo>
                <a:lnTo>
                  <a:pt x="231328" y="339"/>
                </a:lnTo>
                <a:moveTo>
                  <a:pt x="178545" y="59741"/>
                </a:moveTo>
                <a:cubicBezTo>
                  <a:pt x="177527" y="67379"/>
                  <a:pt x="177018" y="73545"/>
                  <a:pt x="177018" y="78241"/>
                </a:cubicBezTo>
                <a:cubicBezTo>
                  <a:pt x="177018" y="83672"/>
                  <a:pt x="178022" y="89570"/>
                  <a:pt x="180030" y="95934"/>
                </a:cubicBezTo>
                <a:cubicBezTo>
                  <a:pt x="182039" y="102299"/>
                  <a:pt x="185023" y="107348"/>
                  <a:pt x="188983" y="111081"/>
                </a:cubicBezTo>
                <a:cubicBezTo>
                  <a:pt x="191868" y="113740"/>
                  <a:pt x="195376" y="115070"/>
                  <a:pt x="199506" y="115070"/>
                </a:cubicBezTo>
                <a:cubicBezTo>
                  <a:pt x="204428" y="115070"/>
                  <a:pt x="208826" y="112750"/>
                  <a:pt x="212701" y="108111"/>
                </a:cubicBezTo>
                <a:cubicBezTo>
                  <a:pt x="216577" y="103472"/>
                  <a:pt x="218514" y="96853"/>
                  <a:pt x="218514" y="88254"/>
                </a:cubicBezTo>
                <a:cubicBezTo>
                  <a:pt x="218514" y="78580"/>
                  <a:pt x="216591" y="70207"/>
                  <a:pt x="212744" y="63136"/>
                </a:cubicBezTo>
                <a:cubicBezTo>
                  <a:pt x="208897" y="56064"/>
                  <a:pt x="203438" y="52528"/>
                  <a:pt x="196366" y="52528"/>
                </a:cubicBezTo>
                <a:cubicBezTo>
                  <a:pt x="194216" y="52528"/>
                  <a:pt x="191911" y="52981"/>
                  <a:pt x="189450" y="53886"/>
                </a:cubicBezTo>
                <a:cubicBezTo>
                  <a:pt x="186989" y="54791"/>
                  <a:pt x="183354" y="56743"/>
                  <a:pt x="178545" y="59741"/>
                </a:cubicBezTo>
                <a:close/>
                <a:moveTo>
                  <a:pt x="249658" y="146807"/>
                </a:moveTo>
                <a:lnTo>
                  <a:pt x="249658" y="143074"/>
                </a:lnTo>
                <a:cubicBezTo>
                  <a:pt x="255485" y="141143"/>
                  <a:pt x="259996" y="138147"/>
                  <a:pt x="263193" y="134086"/>
                </a:cubicBezTo>
                <a:cubicBezTo>
                  <a:pt x="266389" y="130027"/>
                  <a:pt x="267987" y="125726"/>
                  <a:pt x="267987" y="121182"/>
                </a:cubicBezTo>
                <a:cubicBezTo>
                  <a:pt x="267987" y="120106"/>
                  <a:pt x="267733" y="119200"/>
                  <a:pt x="267224" y="118464"/>
                </a:cubicBezTo>
                <a:cubicBezTo>
                  <a:pt x="266828" y="117955"/>
                  <a:pt x="266432" y="117701"/>
                  <a:pt x="266036" y="117701"/>
                </a:cubicBezTo>
                <a:cubicBezTo>
                  <a:pt x="265413" y="117701"/>
                  <a:pt x="264056" y="118266"/>
                  <a:pt x="261962" y="119398"/>
                </a:cubicBezTo>
                <a:cubicBezTo>
                  <a:pt x="260944" y="119907"/>
                  <a:pt x="259869" y="120161"/>
                  <a:pt x="258738" y="120161"/>
                </a:cubicBezTo>
                <a:cubicBezTo>
                  <a:pt x="255966" y="120161"/>
                  <a:pt x="253759" y="119341"/>
                  <a:pt x="252119" y="117701"/>
                </a:cubicBezTo>
                <a:cubicBezTo>
                  <a:pt x="250478" y="116060"/>
                  <a:pt x="249658" y="113797"/>
                  <a:pt x="249658" y="110912"/>
                </a:cubicBezTo>
                <a:cubicBezTo>
                  <a:pt x="249658" y="108140"/>
                  <a:pt x="250718" y="105764"/>
                  <a:pt x="252840" y="103784"/>
                </a:cubicBezTo>
                <a:cubicBezTo>
                  <a:pt x="254961" y="101803"/>
                  <a:pt x="257550" y="100813"/>
                  <a:pt x="260605" y="100813"/>
                </a:cubicBezTo>
                <a:cubicBezTo>
                  <a:pt x="264338" y="100813"/>
                  <a:pt x="267662" y="102443"/>
                  <a:pt x="270576" y="105704"/>
                </a:cubicBezTo>
                <a:cubicBezTo>
                  <a:pt x="273489" y="108962"/>
                  <a:pt x="274946" y="113283"/>
                  <a:pt x="274946" y="118666"/>
                </a:cubicBezTo>
                <a:cubicBezTo>
                  <a:pt x="274946" y="124505"/>
                  <a:pt x="272923" y="129933"/>
                  <a:pt x="268878" y="134948"/>
                </a:cubicBezTo>
                <a:cubicBezTo>
                  <a:pt x="264833" y="139964"/>
                  <a:pt x="258427" y="143917"/>
                  <a:pt x="249658" y="146807"/>
                </a:cubicBezTo>
                <a:close/>
                <a:moveTo>
                  <a:pt x="408091" y="75356"/>
                </a:moveTo>
                <a:lnTo>
                  <a:pt x="408091" y="87406"/>
                </a:lnTo>
                <a:lnTo>
                  <a:pt x="392647" y="87406"/>
                </a:lnTo>
                <a:lnTo>
                  <a:pt x="392647" y="117785"/>
                </a:lnTo>
                <a:lnTo>
                  <a:pt x="378645" y="117785"/>
                </a:lnTo>
                <a:lnTo>
                  <a:pt x="378645" y="87406"/>
                </a:lnTo>
                <a:lnTo>
                  <a:pt x="329935" y="87406"/>
                </a:lnTo>
                <a:lnTo>
                  <a:pt x="329935" y="76544"/>
                </a:lnTo>
                <a:lnTo>
                  <a:pt x="383312" y="339"/>
                </a:lnTo>
                <a:lnTo>
                  <a:pt x="392647" y="339"/>
                </a:lnTo>
                <a:lnTo>
                  <a:pt x="392647" y="75356"/>
                </a:lnTo>
                <a:lnTo>
                  <a:pt x="408091" y="75356"/>
                </a:lnTo>
                <a:moveTo>
                  <a:pt x="378645" y="75356"/>
                </a:moveTo>
                <a:lnTo>
                  <a:pt x="378645" y="18245"/>
                </a:lnTo>
                <a:lnTo>
                  <a:pt x="338251" y="75356"/>
                </a:lnTo>
                <a:lnTo>
                  <a:pt x="378645" y="75356"/>
                </a:lnTo>
                <a:close/>
                <a:moveTo>
                  <a:pt x="434483" y="14002"/>
                </a:moveTo>
                <a:lnTo>
                  <a:pt x="462486" y="339"/>
                </a:lnTo>
                <a:lnTo>
                  <a:pt x="465287" y="339"/>
                </a:lnTo>
                <a:lnTo>
                  <a:pt x="465287" y="97504"/>
                </a:lnTo>
                <a:cubicBezTo>
                  <a:pt x="465287" y="103953"/>
                  <a:pt x="465555" y="107970"/>
                  <a:pt x="466093" y="109554"/>
                </a:cubicBezTo>
                <a:cubicBezTo>
                  <a:pt x="466630" y="111138"/>
                  <a:pt x="467748" y="112354"/>
                  <a:pt x="469445" y="113203"/>
                </a:cubicBezTo>
                <a:cubicBezTo>
                  <a:pt x="471142" y="114052"/>
                  <a:pt x="474593" y="114532"/>
                  <a:pt x="479798" y="114646"/>
                </a:cubicBezTo>
                <a:lnTo>
                  <a:pt x="479798" y="117785"/>
                </a:lnTo>
                <a:lnTo>
                  <a:pt x="436519" y="117785"/>
                </a:lnTo>
                <a:lnTo>
                  <a:pt x="436519" y="114646"/>
                </a:lnTo>
                <a:cubicBezTo>
                  <a:pt x="441950" y="114532"/>
                  <a:pt x="445458" y="114066"/>
                  <a:pt x="447042" y="113245"/>
                </a:cubicBezTo>
                <a:cubicBezTo>
                  <a:pt x="448626" y="112425"/>
                  <a:pt x="449729" y="111322"/>
                  <a:pt x="450351" y="109936"/>
                </a:cubicBezTo>
                <a:cubicBezTo>
                  <a:pt x="450974" y="108550"/>
                  <a:pt x="451285" y="104406"/>
                  <a:pt x="451285" y="97504"/>
                </a:cubicBezTo>
                <a:lnTo>
                  <a:pt x="451285" y="35387"/>
                </a:lnTo>
                <a:cubicBezTo>
                  <a:pt x="451285" y="27014"/>
                  <a:pt x="451002" y="21639"/>
                  <a:pt x="450436" y="19263"/>
                </a:cubicBezTo>
                <a:cubicBezTo>
                  <a:pt x="450040" y="17453"/>
                  <a:pt x="449319" y="16123"/>
                  <a:pt x="448272" y="15275"/>
                </a:cubicBezTo>
                <a:cubicBezTo>
                  <a:pt x="447226" y="14426"/>
                  <a:pt x="445967" y="14002"/>
                  <a:pt x="444496" y="14002"/>
                </a:cubicBezTo>
                <a:cubicBezTo>
                  <a:pt x="442403" y="14002"/>
                  <a:pt x="439489" y="14879"/>
                  <a:pt x="435755" y="16633"/>
                </a:cubicBezTo>
                <a:lnTo>
                  <a:pt x="434483" y="14002"/>
                </a:lnTo>
                <a:close/>
                <a:moveTo>
                  <a:pt x="522736" y="101323"/>
                </a:moveTo>
                <a:cubicBezTo>
                  <a:pt x="525395" y="101323"/>
                  <a:pt x="527630" y="102242"/>
                  <a:pt x="529440" y="104081"/>
                </a:cubicBezTo>
                <a:cubicBezTo>
                  <a:pt x="531251" y="105919"/>
                  <a:pt x="532156" y="108140"/>
                  <a:pt x="532156" y="110742"/>
                </a:cubicBezTo>
                <a:cubicBezTo>
                  <a:pt x="532156" y="113344"/>
                  <a:pt x="531236" y="115565"/>
                  <a:pt x="529398" y="117404"/>
                </a:cubicBezTo>
                <a:cubicBezTo>
                  <a:pt x="527559" y="119242"/>
                  <a:pt x="525339" y="120161"/>
                  <a:pt x="522736" y="120161"/>
                </a:cubicBezTo>
                <a:cubicBezTo>
                  <a:pt x="520134" y="120161"/>
                  <a:pt x="517913" y="119242"/>
                  <a:pt x="516075" y="117404"/>
                </a:cubicBezTo>
                <a:cubicBezTo>
                  <a:pt x="514236" y="115565"/>
                  <a:pt x="513317" y="113344"/>
                  <a:pt x="513317" y="110742"/>
                </a:cubicBezTo>
                <a:cubicBezTo>
                  <a:pt x="513317" y="108083"/>
                  <a:pt x="514236" y="105848"/>
                  <a:pt x="516075" y="104038"/>
                </a:cubicBezTo>
                <a:cubicBezTo>
                  <a:pt x="517913" y="102228"/>
                  <a:pt x="520134" y="101323"/>
                  <a:pt x="522736" y="101323"/>
                </a:cubicBezTo>
                <a:close/>
                <a:moveTo>
                  <a:pt x="550740" y="60929"/>
                </a:moveTo>
                <a:cubicBezTo>
                  <a:pt x="550740" y="47804"/>
                  <a:pt x="552721" y="36504"/>
                  <a:pt x="556681" y="27028"/>
                </a:cubicBezTo>
                <a:cubicBezTo>
                  <a:pt x="560641" y="17552"/>
                  <a:pt x="565902" y="10494"/>
                  <a:pt x="572465" y="5855"/>
                </a:cubicBezTo>
                <a:cubicBezTo>
                  <a:pt x="577556" y="2178"/>
                  <a:pt x="582817" y="339"/>
                  <a:pt x="588248" y="339"/>
                </a:cubicBezTo>
                <a:cubicBezTo>
                  <a:pt x="597074" y="339"/>
                  <a:pt x="604994" y="4837"/>
                  <a:pt x="612009" y="13832"/>
                </a:cubicBezTo>
                <a:cubicBezTo>
                  <a:pt x="620778" y="24977"/>
                  <a:pt x="625162" y="40082"/>
                  <a:pt x="625162" y="59147"/>
                </a:cubicBezTo>
                <a:cubicBezTo>
                  <a:pt x="625162" y="72499"/>
                  <a:pt x="623239" y="83841"/>
                  <a:pt x="619392" y="93176"/>
                </a:cubicBezTo>
                <a:cubicBezTo>
                  <a:pt x="615545" y="102511"/>
                  <a:pt x="610637" y="109285"/>
                  <a:pt x="604669" y="113500"/>
                </a:cubicBezTo>
                <a:cubicBezTo>
                  <a:pt x="598700" y="117715"/>
                  <a:pt x="592944" y="119822"/>
                  <a:pt x="587400" y="119822"/>
                </a:cubicBezTo>
                <a:cubicBezTo>
                  <a:pt x="576425" y="119822"/>
                  <a:pt x="567288" y="113344"/>
                  <a:pt x="559990" y="100389"/>
                </a:cubicBezTo>
                <a:cubicBezTo>
                  <a:pt x="553824" y="89471"/>
                  <a:pt x="550740" y="76317"/>
                  <a:pt x="550740" y="60929"/>
                </a:cubicBezTo>
                <a:moveTo>
                  <a:pt x="567373" y="63096"/>
                </a:moveTo>
                <a:cubicBezTo>
                  <a:pt x="567373" y="78949"/>
                  <a:pt x="569325" y="91885"/>
                  <a:pt x="573228" y="101906"/>
                </a:cubicBezTo>
                <a:cubicBezTo>
                  <a:pt x="576453" y="110343"/>
                  <a:pt x="581262" y="114561"/>
                  <a:pt x="587654" y="114561"/>
                </a:cubicBezTo>
                <a:cubicBezTo>
                  <a:pt x="590709" y="114561"/>
                  <a:pt x="593878" y="113188"/>
                  <a:pt x="597159" y="110442"/>
                </a:cubicBezTo>
                <a:cubicBezTo>
                  <a:pt x="600440" y="107697"/>
                  <a:pt x="602929" y="103097"/>
                  <a:pt x="604626" y="96642"/>
                </a:cubicBezTo>
                <a:cubicBezTo>
                  <a:pt x="607229" y="86903"/>
                  <a:pt x="608530" y="73173"/>
                  <a:pt x="608530" y="55453"/>
                </a:cubicBezTo>
                <a:cubicBezTo>
                  <a:pt x="608530" y="42318"/>
                  <a:pt x="607172" y="31362"/>
                  <a:pt x="604457" y="22586"/>
                </a:cubicBezTo>
                <a:cubicBezTo>
                  <a:pt x="602420" y="16075"/>
                  <a:pt x="599789" y="11460"/>
                  <a:pt x="596565" y="8743"/>
                </a:cubicBezTo>
                <a:cubicBezTo>
                  <a:pt x="594245" y="6875"/>
                  <a:pt x="591445" y="5940"/>
                  <a:pt x="588164" y="5940"/>
                </a:cubicBezTo>
                <a:cubicBezTo>
                  <a:pt x="584317" y="5940"/>
                  <a:pt x="580894" y="7667"/>
                  <a:pt x="577896" y="11122"/>
                </a:cubicBezTo>
                <a:cubicBezTo>
                  <a:pt x="573822" y="15821"/>
                  <a:pt x="571050" y="23210"/>
                  <a:pt x="569579" y="33289"/>
                </a:cubicBezTo>
                <a:cubicBezTo>
                  <a:pt x="568108" y="43366"/>
                  <a:pt x="567373" y="53302"/>
                  <a:pt x="567373" y="63096"/>
                </a:cubicBezTo>
                <a:close/>
                <a:moveTo>
                  <a:pt x="749482" y="0"/>
                </a:moveTo>
                <a:lnTo>
                  <a:pt x="665640" y="122538"/>
                </a:lnTo>
                <a:lnTo>
                  <a:pt x="658088" y="122538"/>
                </a:lnTo>
                <a:lnTo>
                  <a:pt x="741929" y="0"/>
                </a:lnTo>
                <a:lnTo>
                  <a:pt x="749482" y="0"/>
                </a:lnTo>
                <a:moveTo>
                  <a:pt x="662246" y="0"/>
                </a:moveTo>
                <a:cubicBezTo>
                  <a:pt x="669883" y="0"/>
                  <a:pt x="675809" y="3173"/>
                  <a:pt x="680024" y="9518"/>
                </a:cubicBezTo>
                <a:cubicBezTo>
                  <a:pt x="684239" y="15863"/>
                  <a:pt x="686346" y="23142"/>
                  <a:pt x="686346" y="31356"/>
                </a:cubicBezTo>
                <a:cubicBezTo>
                  <a:pt x="686346" y="41214"/>
                  <a:pt x="683970" y="48833"/>
                  <a:pt x="679218" y="54215"/>
                </a:cubicBezTo>
                <a:cubicBezTo>
                  <a:pt x="674466" y="59596"/>
                  <a:pt x="668752" y="62287"/>
                  <a:pt x="662076" y="62287"/>
                </a:cubicBezTo>
                <a:cubicBezTo>
                  <a:pt x="657607" y="62287"/>
                  <a:pt x="653506" y="61055"/>
                  <a:pt x="649772" y="58590"/>
                </a:cubicBezTo>
                <a:cubicBezTo>
                  <a:pt x="646038" y="56126"/>
                  <a:pt x="643054" y="52458"/>
                  <a:pt x="640819" y="47588"/>
                </a:cubicBezTo>
                <a:cubicBezTo>
                  <a:pt x="638584" y="42715"/>
                  <a:pt x="637467" y="37305"/>
                  <a:pt x="637467" y="31356"/>
                </a:cubicBezTo>
                <a:cubicBezTo>
                  <a:pt x="637467" y="25408"/>
                  <a:pt x="638598" y="19928"/>
                  <a:pt x="640861" y="14914"/>
                </a:cubicBezTo>
                <a:cubicBezTo>
                  <a:pt x="643124" y="9900"/>
                  <a:pt x="646222" y="6161"/>
                  <a:pt x="650154" y="3697"/>
                </a:cubicBezTo>
                <a:cubicBezTo>
                  <a:pt x="654085" y="1232"/>
                  <a:pt x="658116" y="0"/>
                  <a:pt x="662246" y="0"/>
                </a:cubicBezTo>
                <a:moveTo>
                  <a:pt x="661991" y="4582"/>
                </a:moveTo>
                <a:cubicBezTo>
                  <a:pt x="659106" y="4582"/>
                  <a:pt x="656546" y="6288"/>
                  <a:pt x="654312" y="9698"/>
                </a:cubicBezTo>
                <a:cubicBezTo>
                  <a:pt x="652077" y="13108"/>
                  <a:pt x="650960" y="20271"/>
                  <a:pt x="650960" y="31186"/>
                </a:cubicBezTo>
                <a:cubicBezTo>
                  <a:pt x="650960" y="39087"/>
                  <a:pt x="651582" y="45112"/>
                  <a:pt x="652827" y="49261"/>
                </a:cubicBezTo>
                <a:cubicBezTo>
                  <a:pt x="653788" y="52389"/>
                  <a:pt x="655288" y="54804"/>
                  <a:pt x="657324" y="56509"/>
                </a:cubicBezTo>
                <a:cubicBezTo>
                  <a:pt x="658512" y="57532"/>
                  <a:pt x="659983" y="58044"/>
                  <a:pt x="661737" y="58044"/>
                </a:cubicBezTo>
                <a:cubicBezTo>
                  <a:pt x="664452" y="58044"/>
                  <a:pt x="666772" y="56566"/>
                  <a:pt x="668695" y="53610"/>
                </a:cubicBezTo>
                <a:cubicBezTo>
                  <a:pt x="671524" y="49233"/>
                  <a:pt x="672938" y="41929"/>
                  <a:pt x="672938" y="31698"/>
                </a:cubicBezTo>
                <a:cubicBezTo>
                  <a:pt x="672938" y="20898"/>
                  <a:pt x="671552" y="13309"/>
                  <a:pt x="668780" y="8931"/>
                </a:cubicBezTo>
                <a:cubicBezTo>
                  <a:pt x="666970" y="6032"/>
                  <a:pt x="664707" y="4582"/>
                  <a:pt x="661991" y="4582"/>
                </a:cubicBezTo>
                <a:moveTo>
                  <a:pt x="745578" y="60590"/>
                </a:moveTo>
                <a:cubicBezTo>
                  <a:pt x="749595" y="60590"/>
                  <a:pt x="753598" y="61865"/>
                  <a:pt x="757586" y="64414"/>
                </a:cubicBezTo>
                <a:cubicBezTo>
                  <a:pt x="761574" y="66963"/>
                  <a:pt x="764658" y="70674"/>
                  <a:pt x="766836" y="75546"/>
                </a:cubicBezTo>
                <a:cubicBezTo>
                  <a:pt x="769014" y="80417"/>
                  <a:pt x="770103" y="85770"/>
                  <a:pt x="770103" y="91606"/>
                </a:cubicBezTo>
                <a:cubicBezTo>
                  <a:pt x="770103" y="101634"/>
                  <a:pt x="767699" y="109296"/>
                  <a:pt x="762890" y="114593"/>
                </a:cubicBezTo>
                <a:cubicBezTo>
                  <a:pt x="758081" y="119889"/>
                  <a:pt x="752395" y="122538"/>
                  <a:pt x="745833" y="122538"/>
                </a:cubicBezTo>
                <a:cubicBezTo>
                  <a:pt x="741703" y="122538"/>
                  <a:pt x="737701" y="121263"/>
                  <a:pt x="733825" y="118714"/>
                </a:cubicBezTo>
                <a:cubicBezTo>
                  <a:pt x="729950" y="116164"/>
                  <a:pt x="726895" y="112525"/>
                  <a:pt x="724660" y="107796"/>
                </a:cubicBezTo>
                <a:cubicBezTo>
                  <a:pt x="722426" y="103065"/>
                  <a:pt x="721308" y="97668"/>
                  <a:pt x="721308" y="91606"/>
                </a:cubicBezTo>
                <a:cubicBezTo>
                  <a:pt x="721308" y="85657"/>
                  <a:pt x="722426" y="80219"/>
                  <a:pt x="724660" y="75292"/>
                </a:cubicBezTo>
                <a:cubicBezTo>
                  <a:pt x="726895" y="70363"/>
                  <a:pt x="729950" y="66680"/>
                  <a:pt x="733825" y="64244"/>
                </a:cubicBezTo>
                <a:cubicBezTo>
                  <a:pt x="737701" y="61808"/>
                  <a:pt x="741618" y="60590"/>
                  <a:pt x="745578" y="60590"/>
                </a:cubicBezTo>
                <a:moveTo>
                  <a:pt x="745663" y="65172"/>
                </a:moveTo>
                <a:cubicBezTo>
                  <a:pt x="742948" y="65172"/>
                  <a:pt x="740600" y="66705"/>
                  <a:pt x="738620" y="69771"/>
                </a:cubicBezTo>
                <a:cubicBezTo>
                  <a:pt x="736074" y="73743"/>
                  <a:pt x="734801" y="81263"/>
                  <a:pt x="734801" y="92330"/>
                </a:cubicBezTo>
                <a:cubicBezTo>
                  <a:pt x="734801" y="102489"/>
                  <a:pt x="736102" y="109583"/>
                  <a:pt x="738705" y="113614"/>
                </a:cubicBezTo>
                <a:cubicBezTo>
                  <a:pt x="740628" y="116508"/>
                  <a:pt x="742948" y="117955"/>
                  <a:pt x="745663" y="117955"/>
                </a:cubicBezTo>
                <a:cubicBezTo>
                  <a:pt x="748266" y="117955"/>
                  <a:pt x="750585" y="116394"/>
                  <a:pt x="752622" y="113272"/>
                </a:cubicBezTo>
                <a:cubicBezTo>
                  <a:pt x="755337" y="109130"/>
                  <a:pt x="756695" y="102007"/>
                  <a:pt x="756695" y="91903"/>
                </a:cubicBezTo>
                <a:cubicBezTo>
                  <a:pt x="756695" y="81234"/>
                  <a:pt x="755337" y="73771"/>
                  <a:pt x="752622" y="69513"/>
                </a:cubicBezTo>
                <a:cubicBezTo>
                  <a:pt x="750755" y="66619"/>
                  <a:pt x="748435" y="65172"/>
                  <a:pt x="745663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35978E-721D-44C8-8167-F56D9E88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2416252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B44BF-FBB8-4D40-B97E-8181A8BD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2416252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58" name="Text 38,8.4%">
            <a:extLst xmlns:a="http://schemas.openxmlformats.org/drawingml/2006/main">
              <a:ext uri="{FF2B5EF4-FFF2-40B4-BE49-F238E27FC236}">
                <a16:creationId xmlns:a16="http://schemas.microsoft.com/office/drawing/2014/main" id="{4A1D49A7-55D7-4C43-B6AC-06C929B8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977" y="2505681"/>
            <a:ext cx="609633" cy="146807"/>
          </a:xfrm>
          <a:custGeom xmlns:a="http://schemas.openxmlformats.org/drawingml/2006/main">
            <a:pathLst>
              <a:path w="609633" h="146807">
                <a:moveTo>
                  <a:pt x="1782" y="24524"/>
                </a:moveTo>
                <a:cubicBezTo>
                  <a:pt x="5063" y="16774"/>
                  <a:pt x="9207" y="10805"/>
                  <a:pt x="14214" y="6619"/>
                </a:cubicBezTo>
                <a:cubicBezTo>
                  <a:pt x="19221" y="2433"/>
                  <a:pt x="25458" y="339"/>
                  <a:pt x="32926" y="339"/>
                </a:cubicBezTo>
                <a:cubicBezTo>
                  <a:pt x="42147" y="339"/>
                  <a:pt x="49219" y="3333"/>
                  <a:pt x="54141" y="9321"/>
                </a:cubicBezTo>
                <a:cubicBezTo>
                  <a:pt x="57874" y="13785"/>
                  <a:pt x="59741" y="18560"/>
                  <a:pt x="59741" y="23644"/>
                </a:cubicBezTo>
                <a:cubicBezTo>
                  <a:pt x="59741" y="32005"/>
                  <a:pt x="54480" y="40648"/>
                  <a:pt x="43957" y="49574"/>
                </a:cubicBezTo>
                <a:cubicBezTo>
                  <a:pt x="51029" y="52350"/>
                  <a:pt x="56375" y="56314"/>
                  <a:pt x="59996" y="61468"/>
                </a:cubicBezTo>
                <a:cubicBezTo>
                  <a:pt x="63617" y="66619"/>
                  <a:pt x="65427" y="72678"/>
                  <a:pt x="65427" y="79644"/>
                </a:cubicBezTo>
                <a:cubicBezTo>
                  <a:pt x="65427" y="89611"/>
                  <a:pt x="62259" y="98247"/>
                  <a:pt x="55923" y="105552"/>
                </a:cubicBezTo>
                <a:cubicBezTo>
                  <a:pt x="47663" y="115065"/>
                  <a:pt x="35698" y="119822"/>
                  <a:pt x="20027" y="119822"/>
                </a:cubicBezTo>
                <a:cubicBezTo>
                  <a:pt x="12276" y="119822"/>
                  <a:pt x="7001" y="118860"/>
                  <a:pt x="4201" y="116937"/>
                </a:cubicBezTo>
                <a:cubicBezTo>
                  <a:pt x="1400" y="115013"/>
                  <a:pt x="0" y="112948"/>
                  <a:pt x="0" y="110742"/>
                </a:cubicBezTo>
                <a:cubicBezTo>
                  <a:pt x="0" y="109101"/>
                  <a:pt x="665" y="107659"/>
                  <a:pt x="1994" y="106414"/>
                </a:cubicBezTo>
                <a:cubicBezTo>
                  <a:pt x="3324" y="105170"/>
                  <a:pt x="4922" y="104547"/>
                  <a:pt x="6789" y="104547"/>
                </a:cubicBezTo>
                <a:cubicBezTo>
                  <a:pt x="8203" y="104547"/>
                  <a:pt x="9646" y="104774"/>
                  <a:pt x="11117" y="105226"/>
                </a:cubicBezTo>
                <a:cubicBezTo>
                  <a:pt x="12078" y="105509"/>
                  <a:pt x="14256" y="106541"/>
                  <a:pt x="17651" y="108324"/>
                </a:cubicBezTo>
                <a:cubicBezTo>
                  <a:pt x="21045" y="110106"/>
                  <a:pt x="23393" y="111166"/>
                  <a:pt x="24694" y="111506"/>
                </a:cubicBezTo>
                <a:cubicBezTo>
                  <a:pt x="26787" y="112128"/>
                  <a:pt x="29022" y="112439"/>
                  <a:pt x="31398" y="112439"/>
                </a:cubicBezTo>
                <a:cubicBezTo>
                  <a:pt x="37169" y="112439"/>
                  <a:pt x="42189" y="110201"/>
                  <a:pt x="46461" y="105725"/>
                </a:cubicBezTo>
                <a:cubicBezTo>
                  <a:pt x="50732" y="101248"/>
                  <a:pt x="52868" y="95950"/>
                  <a:pt x="52868" y="89829"/>
                </a:cubicBezTo>
                <a:cubicBezTo>
                  <a:pt x="52868" y="85353"/>
                  <a:pt x="51878" y="80990"/>
                  <a:pt x="49898" y="76740"/>
                </a:cubicBezTo>
                <a:cubicBezTo>
                  <a:pt x="48427" y="73566"/>
                  <a:pt x="46814" y="71158"/>
                  <a:pt x="45061" y="69516"/>
                </a:cubicBezTo>
                <a:cubicBezTo>
                  <a:pt x="42628" y="67248"/>
                  <a:pt x="39290" y="65194"/>
                  <a:pt x="35047" y="63353"/>
                </a:cubicBezTo>
                <a:cubicBezTo>
                  <a:pt x="30804" y="61511"/>
                  <a:pt x="26476" y="60590"/>
                  <a:pt x="22064" y="60590"/>
                </a:cubicBezTo>
                <a:lnTo>
                  <a:pt x="19348" y="60590"/>
                </a:lnTo>
                <a:lnTo>
                  <a:pt x="19348" y="58044"/>
                </a:lnTo>
                <a:cubicBezTo>
                  <a:pt x="23817" y="57478"/>
                  <a:pt x="28301" y="55866"/>
                  <a:pt x="32798" y="53207"/>
                </a:cubicBezTo>
                <a:cubicBezTo>
                  <a:pt x="37296" y="50548"/>
                  <a:pt x="40563" y="47352"/>
                  <a:pt x="42600" y="43618"/>
                </a:cubicBezTo>
                <a:cubicBezTo>
                  <a:pt x="44636" y="39884"/>
                  <a:pt x="45655" y="35783"/>
                  <a:pt x="45655" y="31313"/>
                </a:cubicBezTo>
                <a:cubicBezTo>
                  <a:pt x="45655" y="25486"/>
                  <a:pt x="43830" y="20777"/>
                  <a:pt x="40181" y="17184"/>
                </a:cubicBezTo>
                <a:cubicBezTo>
                  <a:pt x="36532" y="13592"/>
                  <a:pt x="31992" y="11796"/>
                  <a:pt x="26561" y="11796"/>
                </a:cubicBezTo>
                <a:cubicBezTo>
                  <a:pt x="17792" y="11796"/>
                  <a:pt x="10466" y="16491"/>
                  <a:pt x="4582" y="25882"/>
                </a:cubicBezTo>
                <a:lnTo>
                  <a:pt x="1782" y="24524"/>
                </a:lnTo>
                <a:close/>
                <a:moveTo>
                  <a:pt x="113203" y="59826"/>
                </a:moveTo>
                <a:cubicBezTo>
                  <a:pt x="104095" y="52359"/>
                  <a:pt x="98225" y="46362"/>
                  <a:pt x="95595" y="41836"/>
                </a:cubicBezTo>
                <a:cubicBezTo>
                  <a:pt x="92964" y="37310"/>
                  <a:pt x="91649" y="32614"/>
                  <a:pt x="91649" y="27749"/>
                </a:cubicBezTo>
                <a:cubicBezTo>
                  <a:pt x="91649" y="20281"/>
                  <a:pt x="94534" y="13846"/>
                  <a:pt x="100304" y="8444"/>
                </a:cubicBezTo>
                <a:cubicBezTo>
                  <a:pt x="106075" y="3041"/>
                  <a:pt x="113741" y="339"/>
                  <a:pt x="123301" y="339"/>
                </a:cubicBezTo>
                <a:cubicBezTo>
                  <a:pt x="132579" y="339"/>
                  <a:pt x="140047" y="2857"/>
                  <a:pt x="145704" y="7892"/>
                </a:cubicBezTo>
                <a:cubicBezTo>
                  <a:pt x="151362" y="12927"/>
                  <a:pt x="154190" y="18669"/>
                  <a:pt x="154190" y="25119"/>
                </a:cubicBezTo>
                <a:cubicBezTo>
                  <a:pt x="154190" y="29418"/>
                  <a:pt x="152663" y="33802"/>
                  <a:pt x="149608" y="38272"/>
                </a:cubicBezTo>
                <a:cubicBezTo>
                  <a:pt x="146553" y="42741"/>
                  <a:pt x="140189" y="48002"/>
                  <a:pt x="130515" y="54056"/>
                </a:cubicBezTo>
                <a:cubicBezTo>
                  <a:pt x="140471" y="61750"/>
                  <a:pt x="147062" y="67803"/>
                  <a:pt x="150287" y="72216"/>
                </a:cubicBezTo>
                <a:cubicBezTo>
                  <a:pt x="154586" y="77986"/>
                  <a:pt x="156736" y="84068"/>
                  <a:pt x="156736" y="90461"/>
                </a:cubicBezTo>
                <a:cubicBezTo>
                  <a:pt x="156736" y="98551"/>
                  <a:pt x="153653" y="105467"/>
                  <a:pt x="147486" y="111209"/>
                </a:cubicBezTo>
                <a:cubicBezTo>
                  <a:pt x="141320" y="116951"/>
                  <a:pt x="133230" y="119822"/>
                  <a:pt x="123217" y="119822"/>
                </a:cubicBezTo>
                <a:cubicBezTo>
                  <a:pt x="112298" y="119822"/>
                  <a:pt x="103784" y="116399"/>
                  <a:pt x="97674" y="109554"/>
                </a:cubicBezTo>
                <a:cubicBezTo>
                  <a:pt x="92808" y="104066"/>
                  <a:pt x="90376" y="98070"/>
                  <a:pt x="90376" y="91564"/>
                </a:cubicBezTo>
                <a:cubicBezTo>
                  <a:pt x="90376" y="86472"/>
                  <a:pt x="92087" y="81423"/>
                  <a:pt x="95510" y="76416"/>
                </a:cubicBezTo>
                <a:cubicBezTo>
                  <a:pt x="98933" y="71410"/>
                  <a:pt x="104830" y="65880"/>
                  <a:pt x="113203" y="59826"/>
                </a:cubicBezTo>
                <a:moveTo>
                  <a:pt x="126526" y="50746"/>
                </a:moveTo>
                <a:cubicBezTo>
                  <a:pt x="133315" y="44636"/>
                  <a:pt x="137614" y="39813"/>
                  <a:pt x="139425" y="36278"/>
                </a:cubicBezTo>
                <a:cubicBezTo>
                  <a:pt x="141235" y="32742"/>
                  <a:pt x="142140" y="28739"/>
                  <a:pt x="142140" y="24270"/>
                </a:cubicBezTo>
                <a:cubicBezTo>
                  <a:pt x="142140" y="18330"/>
                  <a:pt x="140471" y="13677"/>
                  <a:pt x="137134" y="10310"/>
                </a:cubicBezTo>
                <a:cubicBezTo>
                  <a:pt x="133796" y="6944"/>
                  <a:pt x="129242" y="5261"/>
                  <a:pt x="123471" y="5261"/>
                </a:cubicBezTo>
                <a:cubicBezTo>
                  <a:pt x="117701" y="5261"/>
                  <a:pt x="113005" y="6930"/>
                  <a:pt x="109384" y="10268"/>
                </a:cubicBezTo>
                <a:cubicBezTo>
                  <a:pt x="105764" y="13606"/>
                  <a:pt x="103953" y="17509"/>
                  <a:pt x="103953" y="21979"/>
                </a:cubicBezTo>
                <a:cubicBezTo>
                  <a:pt x="103953" y="24920"/>
                  <a:pt x="104703" y="27862"/>
                  <a:pt x="106202" y="30804"/>
                </a:cubicBezTo>
                <a:cubicBezTo>
                  <a:pt x="107701" y="33746"/>
                  <a:pt x="109837" y="36546"/>
                  <a:pt x="112609" y="39205"/>
                </a:cubicBezTo>
                <a:lnTo>
                  <a:pt x="126526" y="50746"/>
                </a:lnTo>
                <a:moveTo>
                  <a:pt x="117192" y="63051"/>
                </a:moveTo>
                <a:cubicBezTo>
                  <a:pt x="112496" y="67011"/>
                  <a:pt x="109017" y="71325"/>
                  <a:pt x="106754" y="75992"/>
                </a:cubicBezTo>
                <a:cubicBezTo>
                  <a:pt x="104491" y="80659"/>
                  <a:pt x="103359" y="85708"/>
                  <a:pt x="103359" y="91139"/>
                </a:cubicBezTo>
                <a:cubicBezTo>
                  <a:pt x="103359" y="98437"/>
                  <a:pt x="105354" y="104279"/>
                  <a:pt x="109342" y="108663"/>
                </a:cubicBezTo>
                <a:cubicBezTo>
                  <a:pt x="113330" y="113047"/>
                  <a:pt x="118408" y="115240"/>
                  <a:pt x="124574" y="115240"/>
                </a:cubicBezTo>
                <a:cubicBezTo>
                  <a:pt x="130684" y="115240"/>
                  <a:pt x="135578" y="113514"/>
                  <a:pt x="139255" y="110063"/>
                </a:cubicBezTo>
                <a:cubicBezTo>
                  <a:pt x="142932" y="106612"/>
                  <a:pt x="144771" y="102426"/>
                  <a:pt x="144771" y="97504"/>
                </a:cubicBezTo>
                <a:cubicBezTo>
                  <a:pt x="144771" y="93431"/>
                  <a:pt x="143696" y="89782"/>
                  <a:pt x="141546" y="86557"/>
                </a:cubicBezTo>
                <a:cubicBezTo>
                  <a:pt x="137530" y="80560"/>
                  <a:pt x="129411" y="72725"/>
                  <a:pt x="117192" y="63051"/>
                </a:cubicBezTo>
                <a:close/>
                <a:moveTo>
                  <a:pt x="176084" y="146807"/>
                </a:moveTo>
                <a:lnTo>
                  <a:pt x="176084" y="143074"/>
                </a:lnTo>
                <a:cubicBezTo>
                  <a:pt x="181911" y="141143"/>
                  <a:pt x="186423" y="138147"/>
                  <a:pt x="189620" y="134086"/>
                </a:cubicBezTo>
                <a:cubicBezTo>
                  <a:pt x="192816" y="130027"/>
                  <a:pt x="194414" y="125726"/>
                  <a:pt x="194414" y="121182"/>
                </a:cubicBezTo>
                <a:cubicBezTo>
                  <a:pt x="194414" y="120106"/>
                  <a:pt x="194160" y="119200"/>
                  <a:pt x="193650" y="118464"/>
                </a:cubicBezTo>
                <a:cubicBezTo>
                  <a:pt x="193254" y="117955"/>
                  <a:pt x="192858" y="117701"/>
                  <a:pt x="192462" y="117701"/>
                </a:cubicBezTo>
                <a:cubicBezTo>
                  <a:pt x="191840" y="117701"/>
                  <a:pt x="190482" y="118266"/>
                  <a:pt x="188389" y="119398"/>
                </a:cubicBezTo>
                <a:cubicBezTo>
                  <a:pt x="187371" y="119907"/>
                  <a:pt x="186296" y="120161"/>
                  <a:pt x="185164" y="120161"/>
                </a:cubicBezTo>
                <a:cubicBezTo>
                  <a:pt x="182392" y="120161"/>
                  <a:pt x="180186" y="119341"/>
                  <a:pt x="178545" y="117701"/>
                </a:cubicBezTo>
                <a:cubicBezTo>
                  <a:pt x="176905" y="116060"/>
                  <a:pt x="176084" y="113797"/>
                  <a:pt x="176084" y="110912"/>
                </a:cubicBezTo>
                <a:cubicBezTo>
                  <a:pt x="176084" y="108140"/>
                  <a:pt x="177145" y="105764"/>
                  <a:pt x="179267" y="103784"/>
                </a:cubicBezTo>
                <a:cubicBezTo>
                  <a:pt x="181388" y="101803"/>
                  <a:pt x="183976" y="100813"/>
                  <a:pt x="187031" y="100813"/>
                </a:cubicBezTo>
                <a:cubicBezTo>
                  <a:pt x="190765" y="100813"/>
                  <a:pt x="194089" y="102443"/>
                  <a:pt x="197002" y="105704"/>
                </a:cubicBezTo>
                <a:cubicBezTo>
                  <a:pt x="199916" y="108962"/>
                  <a:pt x="201373" y="113283"/>
                  <a:pt x="201373" y="118666"/>
                </a:cubicBezTo>
                <a:cubicBezTo>
                  <a:pt x="201373" y="124505"/>
                  <a:pt x="199350" y="129933"/>
                  <a:pt x="195305" y="134948"/>
                </a:cubicBezTo>
                <a:cubicBezTo>
                  <a:pt x="191260" y="139964"/>
                  <a:pt x="184853" y="143917"/>
                  <a:pt x="176084" y="146807"/>
                </a:cubicBezTo>
                <a:close/>
                <a:moveTo>
                  <a:pt x="286996" y="59826"/>
                </a:moveTo>
                <a:cubicBezTo>
                  <a:pt x="277887" y="52359"/>
                  <a:pt x="272018" y="46362"/>
                  <a:pt x="269387" y="41836"/>
                </a:cubicBezTo>
                <a:cubicBezTo>
                  <a:pt x="266757" y="37310"/>
                  <a:pt x="265441" y="32614"/>
                  <a:pt x="265441" y="27749"/>
                </a:cubicBezTo>
                <a:cubicBezTo>
                  <a:pt x="265441" y="20281"/>
                  <a:pt x="268327" y="13846"/>
                  <a:pt x="274097" y="8444"/>
                </a:cubicBezTo>
                <a:cubicBezTo>
                  <a:pt x="279867" y="3041"/>
                  <a:pt x="287533" y="339"/>
                  <a:pt x="297094" y="339"/>
                </a:cubicBezTo>
                <a:cubicBezTo>
                  <a:pt x="306372" y="339"/>
                  <a:pt x="313840" y="2857"/>
                  <a:pt x="319497" y="7892"/>
                </a:cubicBezTo>
                <a:cubicBezTo>
                  <a:pt x="325154" y="12927"/>
                  <a:pt x="327983" y="18669"/>
                  <a:pt x="327983" y="25119"/>
                </a:cubicBezTo>
                <a:cubicBezTo>
                  <a:pt x="327983" y="29418"/>
                  <a:pt x="326456" y="33802"/>
                  <a:pt x="323401" y="38272"/>
                </a:cubicBezTo>
                <a:cubicBezTo>
                  <a:pt x="320346" y="42741"/>
                  <a:pt x="313981" y="48002"/>
                  <a:pt x="304307" y="54056"/>
                </a:cubicBezTo>
                <a:cubicBezTo>
                  <a:pt x="314264" y="61750"/>
                  <a:pt x="320855" y="67803"/>
                  <a:pt x="324079" y="72216"/>
                </a:cubicBezTo>
                <a:cubicBezTo>
                  <a:pt x="328379" y="77986"/>
                  <a:pt x="330529" y="84068"/>
                  <a:pt x="330529" y="90461"/>
                </a:cubicBezTo>
                <a:cubicBezTo>
                  <a:pt x="330529" y="98551"/>
                  <a:pt x="327446" y="105467"/>
                  <a:pt x="321279" y="111209"/>
                </a:cubicBezTo>
                <a:cubicBezTo>
                  <a:pt x="315113" y="116951"/>
                  <a:pt x="307023" y="119822"/>
                  <a:pt x="297009" y="119822"/>
                </a:cubicBezTo>
                <a:cubicBezTo>
                  <a:pt x="286091" y="119822"/>
                  <a:pt x="277576" y="116399"/>
                  <a:pt x="271466" y="109554"/>
                </a:cubicBezTo>
                <a:cubicBezTo>
                  <a:pt x="266601" y="104066"/>
                  <a:pt x="264168" y="98070"/>
                  <a:pt x="264168" y="91564"/>
                </a:cubicBezTo>
                <a:cubicBezTo>
                  <a:pt x="264168" y="86472"/>
                  <a:pt x="265880" y="81423"/>
                  <a:pt x="269302" y="76416"/>
                </a:cubicBezTo>
                <a:cubicBezTo>
                  <a:pt x="272725" y="71410"/>
                  <a:pt x="278623" y="65880"/>
                  <a:pt x="286996" y="59826"/>
                </a:cubicBezTo>
                <a:moveTo>
                  <a:pt x="300319" y="50746"/>
                </a:moveTo>
                <a:cubicBezTo>
                  <a:pt x="307107" y="44636"/>
                  <a:pt x="311407" y="39813"/>
                  <a:pt x="313217" y="36278"/>
                </a:cubicBezTo>
                <a:cubicBezTo>
                  <a:pt x="315028" y="32742"/>
                  <a:pt x="315933" y="28739"/>
                  <a:pt x="315933" y="24270"/>
                </a:cubicBezTo>
                <a:cubicBezTo>
                  <a:pt x="315933" y="18330"/>
                  <a:pt x="314264" y="13677"/>
                  <a:pt x="310926" y="10310"/>
                </a:cubicBezTo>
                <a:cubicBezTo>
                  <a:pt x="307588" y="6944"/>
                  <a:pt x="303034" y="5261"/>
                  <a:pt x="297264" y="5261"/>
                </a:cubicBezTo>
                <a:cubicBezTo>
                  <a:pt x="291493" y="5261"/>
                  <a:pt x="286798" y="6930"/>
                  <a:pt x="283177" y="10268"/>
                </a:cubicBezTo>
                <a:cubicBezTo>
                  <a:pt x="279556" y="13606"/>
                  <a:pt x="277746" y="17509"/>
                  <a:pt x="277746" y="21979"/>
                </a:cubicBezTo>
                <a:cubicBezTo>
                  <a:pt x="277746" y="24920"/>
                  <a:pt x="278496" y="27862"/>
                  <a:pt x="279995" y="30804"/>
                </a:cubicBezTo>
                <a:cubicBezTo>
                  <a:pt x="281494" y="33746"/>
                  <a:pt x="283630" y="36546"/>
                  <a:pt x="286402" y="39205"/>
                </a:cubicBezTo>
                <a:lnTo>
                  <a:pt x="300319" y="50746"/>
                </a:lnTo>
                <a:moveTo>
                  <a:pt x="290984" y="63051"/>
                </a:moveTo>
                <a:cubicBezTo>
                  <a:pt x="286289" y="67011"/>
                  <a:pt x="282809" y="71325"/>
                  <a:pt x="280546" y="75992"/>
                </a:cubicBezTo>
                <a:cubicBezTo>
                  <a:pt x="278283" y="80659"/>
                  <a:pt x="277152" y="85708"/>
                  <a:pt x="277152" y="91139"/>
                </a:cubicBezTo>
                <a:cubicBezTo>
                  <a:pt x="277152" y="98437"/>
                  <a:pt x="279146" y="104279"/>
                  <a:pt x="283135" y="108663"/>
                </a:cubicBezTo>
                <a:cubicBezTo>
                  <a:pt x="287123" y="113047"/>
                  <a:pt x="292200" y="115240"/>
                  <a:pt x="298367" y="115240"/>
                </a:cubicBezTo>
                <a:cubicBezTo>
                  <a:pt x="304477" y="115240"/>
                  <a:pt x="309370" y="113514"/>
                  <a:pt x="313048" y="110063"/>
                </a:cubicBezTo>
                <a:cubicBezTo>
                  <a:pt x="316725" y="106612"/>
                  <a:pt x="318564" y="102426"/>
                  <a:pt x="318564" y="97504"/>
                </a:cubicBezTo>
                <a:cubicBezTo>
                  <a:pt x="318564" y="93431"/>
                  <a:pt x="317489" y="89782"/>
                  <a:pt x="315339" y="86557"/>
                </a:cubicBezTo>
                <a:cubicBezTo>
                  <a:pt x="311322" y="80560"/>
                  <a:pt x="303204" y="72725"/>
                  <a:pt x="290984" y="63051"/>
                </a:cubicBezTo>
                <a:close/>
                <a:moveTo>
                  <a:pt x="362266" y="101323"/>
                </a:moveTo>
                <a:cubicBezTo>
                  <a:pt x="364925" y="101323"/>
                  <a:pt x="367160" y="102242"/>
                  <a:pt x="368970" y="104081"/>
                </a:cubicBezTo>
                <a:cubicBezTo>
                  <a:pt x="370781" y="105919"/>
                  <a:pt x="371686" y="108140"/>
                  <a:pt x="371686" y="110742"/>
                </a:cubicBezTo>
                <a:cubicBezTo>
                  <a:pt x="371686" y="113344"/>
                  <a:pt x="370767" y="115565"/>
                  <a:pt x="368928" y="117404"/>
                </a:cubicBezTo>
                <a:cubicBezTo>
                  <a:pt x="367089" y="119242"/>
                  <a:pt x="364869" y="120161"/>
                  <a:pt x="362266" y="120161"/>
                </a:cubicBezTo>
                <a:cubicBezTo>
                  <a:pt x="359664" y="120161"/>
                  <a:pt x="357444" y="119242"/>
                  <a:pt x="355605" y="117404"/>
                </a:cubicBezTo>
                <a:cubicBezTo>
                  <a:pt x="353766" y="115565"/>
                  <a:pt x="352847" y="113344"/>
                  <a:pt x="352847" y="110742"/>
                </a:cubicBezTo>
                <a:cubicBezTo>
                  <a:pt x="352847" y="108083"/>
                  <a:pt x="353766" y="105848"/>
                  <a:pt x="355605" y="104038"/>
                </a:cubicBezTo>
                <a:cubicBezTo>
                  <a:pt x="357444" y="102228"/>
                  <a:pt x="359664" y="101323"/>
                  <a:pt x="362266" y="101323"/>
                </a:cubicBezTo>
                <a:close/>
                <a:moveTo>
                  <a:pt x="464862" y="75356"/>
                </a:moveTo>
                <a:lnTo>
                  <a:pt x="464862" y="87406"/>
                </a:lnTo>
                <a:lnTo>
                  <a:pt x="449418" y="87406"/>
                </a:lnTo>
                <a:lnTo>
                  <a:pt x="449418" y="117785"/>
                </a:lnTo>
                <a:lnTo>
                  <a:pt x="435416" y="117785"/>
                </a:lnTo>
                <a:lnTo>
                  <a:pt x="435416" y="87406"/>
                </a:lnTo>
                <a:lnTo>
                  <a:pt x="386706" y="87406"/>
                </a:lnTo>
                <a:lnTo>
                  <a:pt x="386706" y="76544"/>
                </a:lnTo>
                <a:lnTo>
                  <a:pt x="440083" y="339"/>
                </a:lnTo>
                <a:lnTo>
                  <a:pt x="449418" y="339"/>
                </a:lnTo>
                <a:lnTo>
                  <a:pt x="449418" y="75356"/>
                </a:lnTo>
                <a:lnTo>
                  <a:pt x="464862" y="75356"/>
                </a:lnTo>
                <a:moveTo>
                  <a:pt x="435416" y="75356"/>
                </a:moveTo>
                <a:lnTo>
                  <a:pt x="435416" y="18245"/>
                </a:lnTo>
                <a:lnTo>
                  <a:pt x="395022" y="75356"/>
                </a:lnTo>
                <a:lnTo>
                  <a:pt x="435416" y="75356"/>
                </a:lnTo>
                <a:close/>
                <a:moveTo>
                  <a:pt x="589012" y="0"/>
                </a:moveTo>
                <a:lnTo>
                  <a:pt x="505171" y="122538"/>
                </a:lnTo>
                <a:lnTo>
                  <a:pt x="497618" y="122538"/>
                </a:lnTo>
                <a:lnTo>
                  <a:pt x="581460" y="0"/>
                </a:lnTo>
                <a:lnTo>
                  <a:pt x="589012" y="0"/>
                </a:lnTo>
                <a:moveTo>
                  <a:pt x="501776" y="0"/>
                </a:moveTo>
                <a:cubicBezTo>
                  <a:pt x="509414" y="0"/>
                  <a:pt x="515340" y="3173"/>
                  <a:pt x="519554" y="9518"/>
                </a:cubicBezTo>
                <a:cubicBezTo>
                  <a:pt x="523769" y="15863"/>
                  <a:pt x="525876" y="23142"/>
                  <a:pt x="525876" y="31356"/>
                </a:cubicBezTo>
                <a:cubicBezTo>
                  <a:pt x="525876" y="41214"/>
                  <a:pt x="523500" y="48833"/>
                  <a:pt x="518748" y="54215"/>
                </a:cubicBezTo>
                <a:cubicBezTo>
                  <a:pt x="513996" y="59596"/>
                  <a:pt x="508282" y="62287"/>
                  <a:pt x="501606" y="62287"/>
                </a:cubicBezTo>
                <a:cubicBezTo>
                  <a:pt x="497137" y="62287"/>
                  <a:pt x="493036" y="61055"/>
                  <a:pt x="489302" y="58590"/>
                </a:cubicBezTo>
                <a:cubicBezTo>
                  <a:pt x="485568" y="56126"/>
                  <a:pt x="482584" y="52458"/>
                  <a:pt x="480349" y="47588"/>
                </a:cubicBezTo>
                <a:cubicBezTo>
                  <a:pt x="478114" y="42715"/>
                  <a:pt x="476997" y="37305"/>
                  <a:pt x="476997" y="31356"/>
                </a:cubicBezTo>
                <a:cubicBezTo>
                  <a:pt x="476997" y="25408"/>
                  <a:pt x="478129" y="19928"/>
                  <a:pt x="480392" y="14914"/>
                </a:cubicBezTo>
                <a:cubicBezTo>
                  <a:pt x="482654" y="9900"/>
                  <a:pt x="485752" y="6161"/>
                  <a:pt x="489684" y="3697"/>
                </a:cubicBezTo>
                <a:cubicBezTo>
                  <a:pt x="493616" y="1232"/>
                  <a:pt x="497646" y="0"/>
                  <a:pt x="501776" y="0"/>
                </a:cubicBezTo>
                <a:moveTo>
                  <a:pt x="501522" y="4582"/>
                </a:moveTo>
                <a:cubicBezTo>
                  <a:pt x="498636" y="4582"/>
                  <a:pt x="496076" y="6288"/>
                  <a:pt x="493842" y="9698"/>
                </a:cubicBezTo>
                <a:cubicBezTo>
                  <a:pt x="491607" y="13108"/>
                  <a:pt x="490490" y="20271"/>
                  <a:pt x="490490" y="31186"/>
                </a:cubicBezTo>
                <a:cubicBezTo>
                  <a:pt x="490490" y="39087"/>
                  <a:pt x="491112" y="45112"/>
                  <a:pt x="492357" y="49261"/>
                </a:cubicBezTo>
                <a:cubicBezTo>
                  <a:pt x="493319" y="52389"/>
                  <a:pt x="494818" y="54804"/>
                  <a:pt x="496854" y="56509"/>
                </a:cubicBezTo>
                <a:cubicBezTo>
                  <a:pt x="498042" y="57532"/>
                  <a:pt x="499513" y="58044"/>
                  <a:pt x="501267" y="58044"/>
                </a:cubicBezTo>
                <a:cubicBezTo>
                  <a:pt x="503983" y="58044"/>
                  <a:pt x="506302" y="56566"/>
                  <a:pt x="508226" y="53610"/>
                </a:cubicBezTo>
                <a:cubicBezTo>
                  <a:pt x="511054" y="49233"/>
                  <a:pt x="512469" y="41929"/>
                  <a:pt x="512469" y="31698"/>
                </a:cubicBezTo>
                <a:cubicBezTo>
                  <a:pt x="512469" y="20898"/>
                  <a:pt x="511082" y="13309"/>
                  <a:pt x="508310" y="8931"/>
                </a:cubicBezTo>
                <a:cubicBezTo>
                  <a:pt x="506500" y="6032"/>
                  <a:pt x="504237" y="4582"/>
                  <a:pt x="501522" y="4582"/>
                </a:cubicBezTo>
                <a:moveTo>
                  <a:pt x="585109" y="60590"/>
                </a:moveTo>
                <a:cubicBezTo>
                  <a:pt x="589125" y="60590"/>
                  <a:pt x="593128" y="61865"/>
                  <a:pt x="597116" y="64414"/>
                </a:cubicBezTo>
                <a:cubicBezTo>
                  <a:pt x="601105" y="66963"/>
                  <a:pt x="604188" y="70674"/>
                  <a:pt x="606366" y="75546"/>
                </a:cubicBezTo>
                <a:cubicBezTo>
                  <a:pt x="608544" y="80417"/>
                  <a:pt x="609633" y="85770"/>
                  <a:pt x="609633" y="91606"/>
                </a:cubicBezTo>
                <a:cubicBezTo>
                  <a:pt x="609633" y="101634"/>
                  <a:pt x="607229" y="109296"/>
                  <a:pt x="602420" y="114593"/>
                </a:cubicBezTo>
                <a:cubicBezTo>
                  <a:pt x="597611" y="119889"/>
                  <a:pt x="591926" y="122538"/>
                  <a:pt x="585363" y="122538"/>
                </a:cubicBezTo>
                <a:cubicBezTo>
                  <a:pt x="581233" y="122538"/>
                  <a:pt x="577231" y="121263"/>
                  <a:pt x="573355" y="118714"/>
                </a:cubicBezTo>
                <a:cubicBezTo>
                  <a:pt x="569480" y="116164"/>
                  <a:pt x="566425" y="112525"/>
                  <a:pt x="564191" y="107796"/>
                </a:cubicBezTo>
                <a:cubicBezTo>
                  <a:pt x="561956" y="103065"/>
                  <a:pt x="560839" y="97668"/>
                  <a:pt x="560839" y="91606"/>
                </a:cubicBezTo>
                <a:cubicBezTo>
                  <a:pt x="560839" y="85657"/>
                  <a:pt x="561956" y="80219"/>
                  <a:pt x="564191" y="75292"/>
                </a:cubicBezTo>
                <a:cubicBezTo>
                  <a:pt x="566425" y="70363"/>
                  <a:pt x="569480" y="66680"/>
                  <a:pt x="573355" y="64244"/>
                </a:cubicBezTo>
                <a:cubicBezTo>
                  <a:pt x="577231" y="61808"/>
                  <a:pt x="581148" y="60590"/>
                  <a:pt x="585109" y="60590"/>
                </a:cubicBezTo>
                <a:moveTo>
                  <a:pt x="585193" y="65172"/>
                </a:moveTo>
                <a:cubicBezTo>
                  <a:pt x="582478" y="65172"/>
                  <a:pt x="580130" y="66705"/>
                  <a:pt x="578150" y="69771"/>
                </a:cubicBezTo>
                <a:cubicBezTo>
                  <a:pt x="575604" y="73743"/>
                  <a:pt x="574331" y="81263"/>
                  <a:pt x="574331" y="92330"/>
                </a:cubicBezTo>
                <a:cubicBezTo>
                  <a:pt x="574331" y="102489"/>
                  <a:pt x="575633" y="109583"/>
                  <a:pt x="578235" y="113614"/>
                </a:cubicBezTo>
                <a:cubicBezTo>
                  <a:pt x="580158" y="116508"/>
                  <a:pt x="582478" y="117955"/>
                  <a:pt x="585193" y="117955"/>
                </a:cubicBezTo>
                <a:cubicBezTo>
                  <a:pt x="587796" y="117955"/>
                  <a:pt x="590115" y="116394"/>
                  <a:pt x="592152" y="113272"/>
                </a:cubicBezTo>
                <a:cubicBezTo>
                  <a:pt x="594867" y="109130"/>
                  <a:pt x="596225" y="102007"/>
                  <a:pt x="596225" y="91903"/>
                </a:cubicBezTo>
                <a:cubicBezTo>
                  <a:pt x="596225" y="81234"/>
                  <a:pt x="594867" y="73771"/>
                  <a:pt x="592152" y="69513"/>
                </a:cubicBezTo>
                <a:cubicBezTo>
                  <a:pt x="590285" y="66619"/>
                  <a:pt x="587965" y="65172"/>
                  <a:pt x="585193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3D966-F92C-4DAD-9ACD-A90F8E59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2710363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8B787-DABC-42D7-90AF-541DE19A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2710363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61" name="Text 16,3.5%">
            <a:extLst xmlns:a="http://schemas.openxmlformats.org/drawingml/2006/main">
              <a:ext uri="{FF2B5EF4-FFF2-40B4-BE49-F238E27FC236}">
                <a16:creationId xmlns:a16="http://schemas.microsoft.com/office/drawing/2014/main" id="{C538D8A8-EF7A-417B-974E-C7A35E88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300" y="2799792"/>
            <a:ext cx="596310" cy="146807"/>
          </a:xfrm>
          <a:custGeom xmlns:a="http://schemas.openxmlformats.org/drawingml/2006/main">
            <a:pathLst>
              <a:path w="596310" h="146807">
                <a:moveTo>
                  <a:pt x="0" y="14002"/>
                </a:moveTo>
                <a:lnTo>
                  <a:pt x="28004" y="339"/>
                </a:lnTo>
                <a:lnTo>
                  <a:pt x="30804" y="339"/>
                </a:lnTo>
                <a:lnTo>
                  <a:pt x="30804" y="97504"/>
                </a:lnTo>
                <a:cubicBezTo>
                  <a:pt x="30804" y="103953"/>
                  <a:pt x="31073" y="107970"/>
                  <a:pt x="31610" y="109554"/>
                </a:cubicBezTo>
                <a:cubicBezTo>
                  <a:pt x="32148" y="111138"/>
                  <a:pt x="33265" y="112354"/>
                  <a:pt x="34962" y="113203"/>
                </a:cubicBezTo>
                <a:cubicBezTo>
                  <a:pt x="36659" y="114052"/>
                  <a:pt x="40110" y="114532"/>
                  <a:pt x="45315" y="114646"/>
                </a:cubicBezTo>
                <a:lnTo>
                  <a:pt x="45315" y="117785"/>
                </a:lnTo>
                <a:lnTo>
                  <a:pt x="2037" y="117785"/>
                </a:lnTo>
                <a:lnTo>
                  <a:pt x="2037" y="114646"/>
                </a:lnTo>
                <a:cubicBezTo>
                  <a:pt x="7468" y="114532"/>
                  <a:pt x="10975" y="114066"/>
                  <a:pt x="12559" y="113245"/>
                </a:cubicBezTo>
                <a:cubicBezTo>
                  <a:pt x="14143" y="112425"/>
                  <a:pt x="15246" y="111322"/>
                  <a:pt x="15869" y="109936"/>
                </a:cubicBezTo>
                <a:cubicBezTo>
                  <a:pt x="16491" y="108550"/>
                  <a:pt x="16802" y="104406"/>
                  <a:pt x="16802" y="97504"/>
                </a:cubicBezTo>
                <a:lnTo>
                  <a:pt x="16802" y="35387"/>
                </a:lnTo>
                <a:cubicBezTo>
                  <a:pt x="16802" y="27014"/>
                  <a:pt x="16519" y="21639"/>
                  <a:pt x="15954" y="19263"/>
                </a:cubicBezTo>
                <a:cubicBezTo>
                  <a:pt x="15558" y="17453"/>
                  <a:pt x="14836" y="16123"/>
                  <a:pt x="13790" y="15275"/>
                </a:cubicBezTo>
                <a:cubicBezTo>
                  <a:pt x="12743" y="14426"/>
                  <a:pt x="11484" y="14002"/>
                  <a:pt x="10013" y="14002"/>
                </a:cubicBezTo>
                <a:cubicBezTo>
                  <a:pt x="7920" y="14002"/>
                  <a:pt x="5007" y="14879"/>
                  <a:pt x="1273" y="16633"/>
                </a:cubicBezTo>
                <a:lnTo>
                  <a:pt x="0" y="14002"/>
                </a:lnTo>
                <a:close/>
                <a:moveTo>
                  <a:pt x="144432" y="339"/>
                </a:moveTo>
                <a:lnTo>
                  <a:pt x="144432" y="3479"/>
                </a:lnTo>
                <a:cubicBezTo>
                  <a:pt x="136964" y="4215"/>
                  <a:pt x="130868" y="5700"/>
                  <a:pt x="126144" y="7934"/>
                </a:cubicBezTo>
                <a:cubicBezTo>
                  <a:pt x="121420" y="10169"/>
                  <a:pt x="116753" y="13578"/>
                  <a:pt x="112142" y="18160"/>
                </a:cubicBezTo>
                <a:cubicBezTo>
                  <a:pt x="107532" y="22742"/>
                  <a:pt x="103713" y="27848"/>
                  <a:pt x="100686" y="33477"/>
                </a:cubicBezTo>
                <a:cubicBezTo>
                  <a:pt x="97660" y="39106"/>
                  <a:pt x="95128" y="45796"/>
                  <a:pt x="93091" y="53547"/>
                </a:cubicBezTo>
                <a:cubicBezTo>
                  <a:pt x="101238" y="47946"/>
                  <a:pt x="109413" y="45145"/>
                  <a:pt x="117616" y="45145"/>
                </a:cubicBezTo>
                <a:cubicBezTo>
                  <a:pt x="125480" y="45145"/>
                  <a:pt x="132297" y="48314"/>
                  <a:pt x="138067" y="54650"/>
                </a:cubicBezTo>
                <a:cubicBezTo>
                  <a:pt x="143838" y="60986"/>
                  <a:pt x="146723" y="69132"/>
                  <a:pt x="146723" y="79089"/>
                </a:cubicBezTo>
                <a:cubicBezTo>
                  <a:pt x="146723" y="88707"/>
                  <a:pt x="143809" y="97476"/>
                  <a:pt x="137982" y="105396"/>
                </a:cubicBezTo>
                <a:cubicBezTo>
                  <a:pt x="130967" y="115013"/>
                  <a:pt x="121689" y="119822"/>
                  <a:pt x="110148" y="119822"/>
                </a:cubicBezTo>
                <a:cubicBezTo>
                  <a:pt x="102284" y="119822"/>
                  <a:pt x="95609" y="117220"/>
                  <a:pt x="90121" y="112015"/>
                </a:cubicBezTo>
                <a:cubicBezTo>
                  <a:pt x="79372" y="101888"/>
                  <a:pt x="73998" y="88763"/>
                  <a:pt x="73998" y="72640"/>
                </a:cubicBezTo>
                <a:cubicBezTo>
                  <a:pt x="73998" y="62344"/>
                  <a:pt x="76063" y="52557"/>
                  <a:pt x="80193" y="43279"/>
                </a:cubicBezTo>
                <a:cubicBezTo>
                  <a:pt x="84322" y="34001"/>
                  <a:pt x="90220" y="25769"/>
                  <a:pt x="97886" y="18584"/>
                </a:cubicBezTo>
                <a:cubicBezTo>
                  <a:pt x="105552" y="11400"/>
                  <a:pt x="112892" y="6562"/>
                  <a:pt x="119907" y="4073"/>
                </a:cubicBezTo>
                <a:cubicBezTo>
                  <a:pt x="126922" y="1584"/>
                  <a:pt x="133456" y="339"/>
                  <a:pt x="139510" y="339"/>
                </a:cubicBezTo>
                <a:lnTo>
                  <a:pt x="144432" y="339"/>
                </a:lnTo>
                <a:moveTo>
                  <a:pt x="91649" y="59741"/>
                </a:moveTo>
                <a:cubicBezTo>
                  <a:pt x="90630" y="67379"/>
                  <a:pt x="90121" y="73545"/>
                  <a:pt x="90121" y="78241"/>
                </a:cubicBezTo>
                <a:cubicBezTo>
                  <a:pt x="90121" y="83672"/>
                  <a:pt x="91125" y="89570"/>
                  <a:pt x="93134" y="95934"/>
                </a:cubicBezTo>
                <a:cubicBezTo>
                  <a:pt x="95142" y="102299"/>
                  <a:pt x="98126" y="107348"/>
                  <a:pt x="102086" y="111081"/>
                </a:cubicBezTo>
                <a:cubicBezTo>
                  <a:pt x="104972" y="113740"/>
                  <a:pt x="108479" y="115070"/>
                  <a:pt x="112609" y="115070"/>
                </a:cubicBezTo>
                <a:cubicBezTo>
                  <a:pt x="117531" y="115070"/>
                  <a:pt x="121930" y="112750"/>
                  <a:pt x="125805" y="108111"/>
                </a:cubicBezTo>
                <a:cubicBezTo>
                  <a:pt x="129680" y="103472"/>
                  <a:pt x="131618" y="96853"/>
                  <a:pt x="131618" y="88254"/>
                </a:cubicBezTo>
                <a:cubicBezTo>
                  <a:pt x="131618" y="78580"/>
                  <a:pt x="129694" y="70207"/>
                  <a:pt x="125847" y="63136"/>
                </a:cubicBezTo>
                <a:cubicBezTo>
                  <a:pt x="122000" y="56064"/>
                  <a:pt x="116541" y="52528"/>
                  <a:pt x="109469" y="52528"/>
                </a:cubicBezTo>
                <a:cubicBezTo>
                  <a:pt x="107320" y="52528"/>
                  <a:pt x="105014" y="52981"/>
                  <a:pt x="102553" y="53886"/>
                </a:cubicBezTo>
                <a:cubicBezTo>
                  <a:pt x="100092" y="54791"/>
                  <a:pt x="96457" y="56743"/>
                  <a:pt x="91649" y="59741"/>
                </a:cubicBezTo>
                <a:close/>
                <a:moveTo>
                  <a:pt x="162761" y="146807"/>
                </a:moveTo>
                <a:lnTo>
                  <a:pt x="162761" y="143074"/>
                </a:lnTo>
                <a:cubicBezTo>
                  <a:pt x="168588" y="141143"/>
                  <a:pt x="173100" y="138147"/>
                  <a:pt x="176297" y="134086"/>
                </a:cubicBezTo>
                <a:cubicBezTo>
                  <a:pt x="179493" y="130027"/>
                  <a:pt x="181091" y="125726"/>
                  <a:pt x="181091" y="121182"/>
                </a:cubicBezTo>
                <a:cubicBezTo>
                  <a:pt x="181091" y="120106"/>
                  <a:pt x="180837" y="119200"/>
                  <a:pt x="180327" y="118464"/>
                </a:cubicBezTo>
                <a:cubicBezTo>
                  <a:pt x="179931" y="117955"/>
                  <a:pt x="179535" y="117701"/>
                  <a:pt x="179139" y="117701"/>
                </a:cubicBezTo>
                <a:cubicBezTo>
                  <a:pt x="178517" y="117701"/>
                  <a:pt x="177159" y="118266"/>
                  <a:pt x="175066" y="119398"/>
                </a:cubicBezTo>
                <a:cubicBezTo>
                  <a:pt x="174048" y="119907"/>
                  <a:pt x="172973" y="120161"/>
                  <a:pt x="171841" y="120161"/>
                </a:cubicBezTo>
                <a:cubicBezTo>
                  <a:pt x="169069" y="120161"/>
                  <a:pt x="166863" y="119341"/>
                  <a:pt x="165222" y="117701"/>
                </a:cubicBezTo>
                <a:cubicBezTo>
                  <a:pt x="163582" y="116060"/>
                  <a:pt x="162761" y="113797"/>
                  <a:pt x="162761" y="110912"/>
                </a:cubicBezTo>
                <a:cubicBezTo>
                  <a:pt x="162761" y="108140"/>
                  <a:pt x="163822" y="105764"/>
                  <a:pt x="165944" y="103784"/>
                </a:cubicBezTo>
                <a:cubicBezTo>
                  <a:pt x="168065" y="101803"/>
                  <a:pt x="170653" y="100813"/>
                  <a:pt x="173708" y="100813"/>
                </a:cubicBezTo>
                <a:cubicBezTo>
                  <a:pt x="177442" y="100813"/>
                  <a:pt x="180766" y="102443"/>
                  <a:pt x="183679" y="105704"/>
                </a:cubicBezTo>
                <a:cubicBezTo>
                  <a:pt x="186593" y="108962"/>
                  <a:pt x="188050" y="113283"/>
                  <a:pt x="188050" y="118666"/>
                </a:cubicBezTo>
                <a:cubicBezTo>
                  <a:pt x="188050" y="124505"/>
                  <a:pt x="186027" y="129933"/>
                  <a:pt x="181982" y="134948"/>
                </a:cubicBezTo>
                <a:cubicBezTo>
                  <a:pt x="177937" y="139964"/>
                  <a:pt x="171530" y="143917"/>
                  <a:pt x="162761" y="146807"/>
                </a:cubicBezTo>
                <a:close/>
                <a:moveTo>
                  <a:pt x="249148" y="24524"/>
                </a:moveTo>
                <a:cubicBezTo>
                  <a:pt x="252429" y="16774"/>
                  <a:pt x="256573" y="10805"/>
                  <a:pt x="261580" y="6619"/>
                </a:cubicBezTo>
                <a:cubicBezTo>
                  <a:pt x="266587" y="2433"/>
                  <a:pt x="272824" y="339"/>
                  <a:pt x="280292" y="339"/>
                </a:cubicBezTo>
                <a:cubicBezTo>
                  <a:pt x="289513" y="339"/>
                  <a:pt x="296585" y="3333"/>
                  <a:pt x="301507" y="9321"/>
                </a:cubicBezTo>
                <a:cubicBezTo>
                  <a:pt x="305241" y="13785"/>
                  <a:pt x="307107" y="18560"/>
                  <a:pt x="307107" y="23644"/>
                </a:cubicBezTo>
                <a:cubicBezTo>
                  <a:pt x="307107" y="32005"/>
                  <a:pt x="301846" y="40648"/>
                  <a:pt x="291324" y="49574"/>
                </a:cubicBezTo>
                <a:cubicBezTo>
                  <a:pt x="298395" y="52350"/>
                  <a:pt x="303741" y="56314"/>
                  <a:pt x="307362" y="61468"/>
                </a:cubicBezTo>
                <a:cubicBezTo>
                  <a:pt x="310983" y="66619"/>
                  <a:pt x="312793" y="72678"/>
                  <a:pt x="312793" y="79644"/>
                </a:cubicBezTo>
                <a:cubicBezTo>
                  <a:pt x="312793" y="89611"/>
                  <a:pt x="309625" y="98247"/>
                  <a:pt x="303289" y="105552"/>
                </a:cubicBezTo>
                <a:cubicBezTo>
                  <a:pt x="295029" y="115065"/>
                  <a:pt x="283064" y="119822"/>
                  <a:pt x="267393" y="119822"/>
                </a:cubicBezTo>
                <a:cubicBezTo>
                  <a:pt x="259643" y="119822"/>
                  <a:pt x="254367" y="118860"/>
                  <a:pt x="251567" y="116937"/>
                </a:cubicBezTo>
                <a:cubicBezTo>
                  <a:pt x="248766" y="115013"/>
                  <a:pt x="247366" y="112948"/>
                  <a:pt x="247366" y="110742"/>
                </a:cubicBezTo>
                <a:cubicBezTo>
                  <a:pt x="247366" y="109101"/>
                  <a:pt x="248031" y="107659"/>
                  <a:pt x="249360" y="106414"/>
                </a:cubicBezTo>
                <a:cubicBezTo>
                  <a:pt x="250690" y="105170"/>
                  <a:pt x="252288" y="104547"/>
                  <a:pt x="254155" y="104547"/>
                </a:cubicBezTo>
                <a:cubicBezTo>
                  <a:pt x="255569" y="104547"/>
                  <a:pt x="257012" y="104774"/>
                  <a:pt x="258483" y="105226"/>
                </a:cubicBezTo>
                <a:cubicBezTo>
                  <a:pt x="259445" y="105509"/>
                  <a:pt x="261623" y="106541"/>
                  <a:pt x="265017" y="108324"/>
                </a:cubicBezTo>
                <a:cubicBezTo>
                  <a:pt x="268411" y="110106"/>
                  <a:pt x="270759" y="111166"/>
                  <a:pt x="272060" y="111506"/>
                </a:cubicBezTo>
                <a:cubicBezTo>
                  <a:pt x="274154" y="112128"/>
                  <a:pt x="276388" y="112439"/>
                  <a:pt x="278764" y="112439"/>
                </a:cubicBezTo>
                <a:cubicBezTo>
                  <a:pt x="284535" y="112439"/>
                  <a:pt x="289556" y="110201"/>
                  <a:pt x="293827" y="105725"/>
                </a:cubicBezTo>
                <a:cubicBezTo>
                  <a:pt x="298098" y="101248"/>
                  <a:pt x="300234" y="95950"/>
                  <a:pt x="300234" y="89829"/>
                </a:cubicBezTo>
                <a:cubicBezTo>
                  <a:pt x="300234" y="85353"/>
                  <a:pt x="299244" y="80990"/>
                  <a:pt x="297264" y="76740"/>
                </a:cubicBezTo>
                <a:cubicBezTo>
                  <a:pt x="295793" y="73566"/>
                  <a:pt x="294180" y="71158"/>
                  <a:pt x="292427" y="69516"/>
                </a:cubicBezTo>
                <a:cubicBezTo>
                  <a:pt x="289994" y="67248"/>
                  <a:pt x="286656" y="65194"/>
                  <a:pt x="282413" y="63353"/>
                </a:cubicBezTo>
                <a:cubicBezTo>
                  <a:pt x="278170" y="61511"/>
                  <a:pt x="273842" y="60590"/>
                  <a:pt x="269430" y="60590"/>
                </a:cubicBezTo>
                <a:lnTo>
                  <a:pt x="266714" y="60590"/>
                </a:lnTo>
                <a:lnTo>
                  <a:pt x="266714" y="58044"/>
                </a:lnTo>
                <a:cubicBezTo>
                  <a:pt x="271183" y="57478"/>
                  <a:pt x="275667" y="55866"/>
                  <a:pt x="280164" y="53207"/>
                </a:cubicBezTo>
                <a:cubicBezTo>
                  <a:pt x="284662" y="50548"/>
                  <a:pt x="287929" y="47352"/>
                  <a:pt x="289966" y="43618"/>
                </a:cubicBezTo>
                <a:cubicBezTo>
                  <a:pt x="292002" y="39884"/>
                  <a:pt x="293021" y="35783"/>
                  <a:pt x="293021" y="31313"/>
                </a:cubicBezTo>
                <a:cubicBezTo>
                  <a:pt x="293021" y="25486"/>
                  <a:pt x="291196" y="20777"/>
                  <a:pt x="287547" y="17184"/>
                </a:cubicBezTo>
                <a:cubicBezTo>
                  <a:pt x="283898" y="13592"/>
                  <a:pt x="279358" y="11796"/>
                  <a:pt x="273927" y="11796"/>
                </a:cubicBezTo>
                <a:cubicBezTo>
                  <a:pt x="265158" y="11796"/>
                  <a:pt x="257832" y="16491"/>
                  <a:pt x="251949" y="25882"/>
                </a:cubicBezTo>
                <a:lnTo>
                  <a:pt x="249148" y="24524"/>
                </a:lnTo>
                <a:close/>
                <a:moveTo>
                  <a:pt x="348943" y="101323"/>
                </a:moveTo>
                <a:cubicBezTo>
                  <a:pt x="351602" y="101323"/>
                  <a:pt x="353837" y="102242"/>
                  <a:pt x="355647" y="104081"/>
                </a:cubicBezTo>
                <a:cubicBezTo>
                  <a:pt x="357458" y="105919"/>
                  <a:pt x="358363" y="108140"/>
                  <a:pt x="358363" y="110742"/>
                </a:cubicBezTo>
                <a:cubicBezTo>
                  <a:pt x="358363" y="113344"/>
                  <a:pt x="357444" y="115565"/>
                  <a:pt x="355605" y="117404"/>
                </a:cubicBezTo>
                <a:cubicBezTo>
                  <a:pt x="353766" y="119242"/>
                  <a:pt x="351546" y="120161"/>
                  <a:pt x="348943" y="120161"/>
                </a:cubicBezTo>
                <a:cubicBezTo>
                  <a:pt x="346341" y="120161"/>
                  <a:pt x="344121" y="119242"/>
                  <a:pt x="342282" y="117404"/>
                </a:cubicBezTo>
                <a:cubicBezTo>
                  <a:pt x="340443" y="115565"/>
                  <a:pt x="339524" y="113344"/>
                  <a:pt x="339524" y="110742"/>
                </a:cubicBezTo>
                <a:cubicBezTo>
                  <a:pt x="339524" y="108083"/>
                  <a:pt x="340443" y="105848"/>
                  <a:pt x="342282" y="104038"/>
                </a:cubicBezTo>
                <a:cubicBezTo>
                  <a:pt x="344121" y="102228"/>
                  <a:pt x="346341" y="101323"/>
                  <a:pt x="348943" y="101323"/>
                </a:cubicBezTo>
                <a:close/>
                <a:moveTo>
                  <a:pt x="446108" y="2716"/>
                </a:moveTo>
                <a:lnTo>
                  <a:pt x="439489" y="17311"/>
                </a:lnTo>
                <a:lnTo>
                  <a:pt x="404866" y="17311"/>
                </a:lnTo>
                <a:lnTo>
                  <a:pt x="397314" y="32586"/>
                </a:lnTo>
                <a:cubicBezTo>
                  <a:pt x="412306" y="34793"/>
                  <a:pt x="424186" y="40365"/>
                  <a:pt x="432955" y="49304"/>
                </a:cubicBezTo>
                <a:cubicBezTo>
                  <a:pt x="440479" y="56998"/>
                  <a:pt x="444241" y="66049"/>
                  <a:pt x="444241" y="76459"/>
                </a:cubicBezTo>
                <a:cubicBezTo>
                  <a:pt x="444241" y="82512"/>
                  <a:pt x="443011" y="88113"/>
                  <a:pt x="440550" y="93261"/>
                </a:cubicBezTo>
                <a:cubicBezTo>
                  <a:pt x="438089" y="98409"/>
                  <a:pt x="434991" y="102794"/>
                  <a:pt x="431258" y="106414"/>
                </a:cubicBezTo>
                <a:cubicBezTo>
                  <a:pt x="427524" y="110035"/>
                  <a:pt x="423366" y="112948"/>
                  <a:pt x="418783" y="115155"/>
                </a:cubicBezTo>
                <a:cubicBezTo>
                  <a:pt x="412277" y="118266"/>
                  <a:pt x="405602" y="119822"/>
                  <a:pt x="398756" y="119822"/>
                </a:cubicBezTo>
                <a:cubicBezTo>
                  <a:pt x="391854" y="119822"/>
                  <a:pt x="386833" y="118648"/>
                  <a:pt x="383694" y="116300"/>
                </a:cubicBezTo>
                <a:cubicBezTo>
                  <a:pt x="380554" y="113953"/>
                  <a:pt x="378984" y="111364"/>
                  <a:pt x="378984" y="108536"/>
                </a:cubicBezTo>
                <a:cubicBezTo>
                  <a:pt x="378984" y="106952"/>
                  <a:pt x="379635" y="105551"/>
                  <a:pt x="380936" y="104335"/>
                </a:cubicBezTo>
                <a:cubicBezTo>
                  <a:pt x="382237" y="103119"/>
                  <a:pt x="383878" y="102511"/>
                  <a:pt x="385858" y="102511"/>
                </a:cubicBezTo>
                <a:cubicBezTo>
                  <a:pt x="387328" y="102511"/>
                  <a:pt x="388616" y="102737"/>
                  <a:pt x="389719" y="103190"/>
                </a:cubicBezTo>
                <a:cubicBezTo>
                  <a:pt x="390822" y="103642"/>
                  <a:pt x="392703" y="104802"/>
                  <a:pt x="395362" y="106669"/>
                </a:cubicBezTo>
                <a:cubicBezTo>
                  <a:pt x="399605" y="109611"/>
                  <a:pt x="403904" y="111081"/>
                  <a:pt x="408261" y="111081"/>
                </a:cubicBezTo>
                <a:cubicBezTo>
                  <a:pt x="414880" y="111081"/>
                  <a:pt x="420693" y="108578"/>
                  <a:pt x="425699" y="103571"/>
                </a:cubicBezTo>
                <a:cubicBezTo>
                  <a:pt x="430706" y="98565"/>
                  <a:pt x="433209" y="92469"/>
                  <a:pt x="433209" y="85284"/>
                </a:cubicBezTo>
                <a:cubicBezTo>
                  <a:pt x="433209" y="78326"/>
                  <a:pt x="430975" y="71834"/>
                  <a:pt x="426505" y="65809"/>
                </a:cubicBezTo>
                <a:cubicBezTo>
                  <a:pt x="422036" y="59784"/>
                  <a:pt x="415870" y="55131"/>
                  <a:pt x="408006" y="51849"/>
                </a:cubicBezTo>
                <a:cubicBezTo>
                  <a:pt x="401840" y="49304"/>
                  <a:pt x="393438" y="47833"/>
                  <a:pt x="382803" y="47437"/>
                </a:cubicBezTo>
                <a:lnTo>
                  <a:pt x="404866" y="2716"/>
                </a:lnTo>
                <a:lnTo>
                  <a:pt x="446108" y="2716"/>
                </a:lnTo>
                <a:close/>
                <a:moveTo>
                  <a:pt x="575689" y="0"/>
                </a:moveTo>
                <a:lnTo>
                  <a:pt x="491848" y="122538"/>
                </a:lnTo>
                <a:lnTo>
                  <a:pt x="484295" y="122538"/>
                </a:lnTo>
                <a:lnTo>
                  <a:pt x="568137" y="0"/>
                </a:lnTo>
                <a:lnTo>
                  <a:pt x="575689" y="0"/>
                </a:lnTo>
                <a:moveTo>
                  <a:pt x="488453" y="0"/>
                </a:moveTo>
                <a:cubicBezTo>
                  <a:pt x="496091" y="0"/>
                  <a:pt x="502017" y="3173"/>
                  <a:pt x="506231" y="9518"/>
                </a:cubicBezTo>
                <a:cubicBezTo>
                  <a:pt x="510446" y="15863"/>
                  <a:pt x="512553" y="23142"/>
                  <a:pt x="512553" y="31356"/>
                </a:cubicBezTo>
                <a:cubicBezTo>
                  <a:pt x="512553" y="41214"/>
                  <a:pt x="510177" y="48833"/>
                  <a:pt x="505425" y="54215"/>
                </a:cubicBezTo>
                <a:cubicBezTo>
                  <a:pt x="500673" y="59596"/>
                  <a:pt x="494959" y="62287"/>
                  <a:pt x="488283" y="62287"/>
                </a:cubicBezTo>
                <a:cubicBezTo>
                  <a:pt x="483814" y="62287"/>
                  <a:pt x="479713" y="61055"/>
                  <a:pt x="475979" y="58590"/>
                </a:cubicBezTo>
                <a:cubicBezTo>
                  <a:pt x="472245" y="56126"/>
                  <a:pt x="469261" y="52458"/>
                  <a:pt x="467026" y="47588"/>
                </a:cubicBezTo>
                <a:cubicBezTo>
                  <a:pt x="464791" y="42715"/>
                  <a:pt x="463674" y="37305"/>
                  <a:pt x="463674" y="31356"/>
                </a:cubicBezTo>
                <a:cubicBezTo>
                  <a:pt x="463674" y="25408"/>
                  <a:pt x="464806" y="19928"/>
                  <a:pt x="467069" y="14914"/>
                </a:cubicBezTo>
                <a:cubicBezTo>
                  <a:pt x="469331" y="9900"/>
                  <a:pt x="472429" y="6161"/>
                  <a:pt x="476361" y="3697"/>
                </a:cubicBezTo>
                <a:cubicBezTo>
                  <a:pt x="480293" y="1232"/>
                  <a:pt x="484323" y="0"/>
                  <a:pt x="488453" y="0"/>
                </a:cubicBezTo>
                <a:moveTo>
                  <a:pt x="488199" y="4582"/>
                </a:moveTo>
                <a:cubicBezTo>
                  <a:pt x="485313" y="4582"/>
                  <a:pt x="482753" y="6288"/>
                  <a:pt x="480519" y="9698"/>
                </a:cubicBezTo>
                <a:cubicBezTo>
                  <a:pt x="478284" y="13108"/>
                  <a:pt x="477167" y="20271"/>
                  <a:pt x="477167" y="31186"/>
                </a:cubicBezTo>
                <a:cubicBezTo>
                  <a:pt x="477167" y="39087"/>
                  <a:pt x="477789" y="45112"/>
                  <a:pt x="479034" y="49261"/>
                </a:cubicBezTo>
                <a:cubicBezTo>
                  <a:pt x="479996" y="52389"/>
                  <a:pt x="481495" y="54804"/>
                  <a:pt x="483531" y="56509"/>
                </a:cubicBezTo>
                <a:cubicBezTo>
                  <a:pt x="484719" y="57532"/>
                  <a:pt x="486190" y="58044"/>
                  <a:pt x="487944" y="58044"/>
                </a:cubicBezTo>
                <a:cubicBezTo>
                  <a:pt x="490660" y="58044"/>
                  <a:pt x="492979" y="56566"/>
                  <a:pt x="494903" y="53610"/>
                </a:cubicBezTo>
                <a:cubicBezTo>
                  <a:pt x="497731" y="49233"/>
                  <a:pt x="499146" y="41929"/>
                  <a:pt x="499146" y="31698"/>
                </a:cubicBezTo>
                <a:cubicBezTo>
                  <a:pt x="499146" y="20898"/>
                  <a:pt x="497759" y="13309"/>
                  <a:pt x="494987" y="8931"/>
                </a:cubicBezTo>
                <a:cubicBezTo>
                  <a:pt x="493177" y="6032"/>
                  <a:pt x="490914" y="4582"/>
                  <a:pt x="488199" y="4582"/>
                </a:cubicBezTo>
                <a:moveTo>
                  <a:pt x="571786" y="60590"/>
                </a:moveTo>
                <a:cubicBezTo>
                  <a:pt x="575802" y="60590"/>
                  <a:pt x="579805" y="61865"/>
                  <a:pt x="583793" y="64414"/>
                </a:cubicBezTo>
                <a:cubicBezTo>
                  <a:pt x="587782" y="66963"/>
                  <a:pt x="590865" y="70674"/>
                  <a:pt x="593043" y="75546"/>
                </a:cubicBezTo>
                <a:cubicBezTo>
                  <a:pt x="595221" y="80417"/>
                  <a:pt x="596310" y="85770"/>
                  <a:pt x="596310" y="91606"/>
                </a:cubicBezTo>
                <a:cubicBezTo>
                  <a:pt x="596310" y="101634"/>
                  <a:pt x="593906" y="109296"/>
                  <a:pt x="589097" y="114593"/>
                </a:cubicBezTo>
                <a:cubicBezTo>
                  <a:pt x="584288" y="119889"/>
                  <a:pt x="578603" y="122538"/>
                  <a:pt x="572040" y="122538"/>
                </a:cubicBezTo>
                <a:cubicBezTo>
                  <a:pt x="567910" y="122538"/>
                  <a:pt x="563908" y="121263"/>
                  <a:pt x="560032" y="118714"/>
                </a:cubicBezTo>
                <a:cubicBezTo>
                  <a:pt x="556157" y="116164"/>
                  <a:pt x="553102" y="112525"/>
                  <a:pt x="550868" y="107796"/>
                </a:cubicBezTo>
                <a:cubicBezTo>
                  <a:pt x="548633" y="103065"/>
                  <a:pt x="547516" y="97668"/>
                  <a:pt x="547516" y="91606"/>
                </a:cubicBezTo>
                <a:cubicBezTo>
                  <a:pt x="547516" y="85657"/>
                  <a:pt x="548633" y="80219"/>
                  <a:pt x="550868" y="75292"/>
                </a:cubicBezTo>
                <a:cubicBezTo>
                  <a:pt x="553102" y="70363"/>
                  <a:pt x="556157" y="66680"/>
                  <a:pt x="560032" y="64244"/>
                </a:cubicBezTo>
                <a:cubicBezTo>
                  <a:pt x="563908" y="61808"/>
                  <a:pt x="567825" y="60590"/>
                  <a:pt x="571786" y="60590"/>
                </a:cubicBezTo>
                <a:moveTo>
                  <a:pt x="571870" y="65172"/>
                </a:moveTo>
                <a:cubicBezTo>
                  <a:pt x="569155" y="65172"/>
                  <a:pt x="566807" y="66705"/>
                  <a:pt x="564827" y="69771"/>
                </a:cubicBezTo>
                <a:cubicBezTo>
                  <a:pt x="562281" y="73743"/>
                  <a:pt x="561008" y="81263"/>
                  <a:pt x="561008" y="92330"/>
                </a:cubicBezTo>
                <a:cubicBezTo>
                  <a:pt x="561008" y="102489"/>
                  <a:pt x="562310" y="109583"/>
                  <a:pt x="564912" y="113614"/>
                </a:cubicBezTo>
                <a:cubicBezTo>
                  <a:pt x="566835" y="116508"/>
                  <a:pt x="569155" y="117955"/>
                  <a:pt x="571870" y="117955"/>
                </a:cubicBezTo>
                <a:cubicBezTo>
                  <a:pt x="574473" y="117955"/>
                  <a:pt x="576792" y="116394"/>
                  <a:pt x="578829" y="113272"/>
                </a:cubicBezTo>
                <a:cubicBezTo>
                  <a:pt x="581544" y="109130"/>
                  <a:pt x="582902" y="102007"/>
                  <a:pt x="582902" y="91903"/>
                </a:cubicBezTo>
                <a:cubicBezTo>
                  <a:pt x="582902" y="81234"/>
                  <a:pt x="581544" y="73771"/>
                  <a:pt x="578829" y="69513"/>
                </a:cubicBezTo>
                <a:cubicBezTo>
                  <a:pt x="576962" y="66619"/>
                  <a:pt x="574642" y="65172"/>
                  <a:pt x="571870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E79B9-B427-47F4-9454-08308A89D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3044580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F8437-0EBD-4C82-AC51-E6857005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3044580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64" name="Text 97,23.8%">
            <a:extLst xmlns:a="http://schemas.openxmlformats.org/drawingml/2006/main">
              <a:ext uri="{FF2B5EF4-FFF2-40B4-BE49-F238E27FC236}">
                <a16:creationId xmlns:a16="http://schemas.microsoft.com/office/drawing/2014/main" id="{0CE0A2C7-B065-439D-B719-DF2B13E8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359" y="3134010"/>
            <a:ext cx="696699" cy="146807"/>
          </a:xfrm>
          <a:custGeom xmlns:a="http://schemas.openxmlformats.org/drawingml/2006/main">
            <a:pathLst>
              <a:path w="696699" h="146807">
                <a:moveTo>
                  <a:pt x="2291" y="120161"/>
                </a:moveTo>
                <a:lnTo>
                  <a:pt x="2291" y="117022"/>
                </a:lnTo>
                <a:cubicBezTo>
                  <a:pt x="9646" y="116909"/>
                  <a:pt x="16491" y="115197"/>
                  <a:pt x="22827" y="111888"/>
                </a:cubicBezTo>
                <a:cubicBezTo>
                  <a:pt x="29163" y="108578"/>
                  <a:pt x="35288" y="102794"/>
                  <a:pt x="41199" y="94534"/>
                </a:cubicBezTo>
                <a:cubicBezTo>
                  <a:pt x="47111" y="86274"/>
                  <a:pt x="51227" y="77194"/>
                  <a:pt x="53547" y="67294"/>
                </a:cubicBezTo>
                <a:cubicBezTo>
                  <a:pt x="44665" y="73008"/>
                  <a:pt x="36631" y="75865"/>
                  <a:pt x="29446" y="75865"/>
                </a:cubicBezTo>
                <a:cubicBezTo>
                  <a:pt x="21356" y="75865"/>
                  <a:pt x="14426" y="72739"/>
                  <a:pt x="8656" y="66488"/>
                </a:cubicBezTo>
                <a:cubicBezTo>
                  <a:pt x="2885" y="60236"/>
                  <a:pt x="0" y="51934"/>
                  <a:pt x="0" y="41581"/>
                </a:cubicBezTo>
                <a:cubicBezTo>
                  <a:pt x="0" y="31511"/>
                  <a:pt x="2885" y="22544"/>
                  <a:pt x="8656" y="14681"/>
                </a:cubicBezTo>
                <a:cubicBezTo>
                  <a:pt x="15614" y="5120"/>
                  <a:pt x="24694" y="339"/>
                  <a:pt x="35896" y="339"/>
                </a:cubicBezTo>
                <a:cubicBezTo>
                  <a:pt x="45343" y="339"/>
                  <a:pt x="53433" y="4243"/>
                  <a:pt x="60166" y="12050"/>
                </a:cubicBezTo>
                <a:cubicBezTo>
                  <a:pt x="68425" y="21724"/>
                  <a:pt x="72555" y="33661"/>
                  <a:pt x="72555" y="47861"/>
                </a:cubicBezTo>
                <a:cubicBezTo>
                  <a:pt x="72555" y="60646"/>
                  <a:pt x="69415" y="72569"/>
                  <a:pt x="63136" y="83629"/>
                </a:cubicBezTo>
                <a:cubicBezTo>
                  <a:pt x="56856" y="94689"/>
                  <a:pt x="48116" y="103868"/>
                  <a:pt x="36914" y="111166"/>
                </a:cubicBezTo>
                <a:cubicBezTo>
                  <a:pt x="27806" y="117163"/>
                  <a:pt x="17877" y="120161"/>
                  <a:pt x="7128" y="120161"/>
                </a:cubicBezTo>
                <a:lnTo>
                  <a:pt x="2291" y="120161"/>
                </a:lnTo>
                <a:moveTo>
                  <a:pt x="54904" y="60948"/>
                </a:moveTo>
                <a:cubicBezTo>
                  <a:pt x="55923" y="53615"/>
                  <a:pt x="56432" y="47747"/>
                  <a:pt x="56432" y="43345"/>
                </a:cubicBezTo>
                <a:cubicBezTo>
                  <a:pt x="56432" y="37873"/>
                  <a:pt x="55498" y="31964"/>
                  <a:pt x="53631" y="25617"/>
                </a:cubicBezTo>
                <a:cubicBezTo>
                  <a:pt x="51764" y="19270"/>
                  <a:pt x="49120" y="14404"/>
                  <a:pt x="45697" y="11019"/>
                </a:cubicBezTo>
                <a:cubicBezTo>
                  <a:pt x="42274" y="7633"/>
                  <a:pt x="38385" y="5940"/>
                  <a:pt x="34029" y="5940"/>
                </a:cubicBezTo>
                <a:cubicBezTo>
                  <a:pt x="28994" y="5940"/>
                  <a:pt x="24581" y="8197"/>
                  <a:pt x="20791" y="12710"/>
                </a:cubicBezTo>
                <a:cubicBezTo>
                  <a:pt x="17000" y="17224"/>
                  <a:pt x="15105" y="23938"/>
                  <a:pt x="15105" y="32851"/>
                </a:cubicBezTo>
                <a:cubicBezTo>
                  <a:pt x="15105" y="44756"/>
                  <a:pt x="17623" y="54065"/>
                  <a:pt x="22658" y="60778"/>
                </a:cubicBezTo>
                <a:cubicBezTo>
                  <a:pt x="26335" y="65631"/>
                  <a:pt x="30861" y="68058"/>
                  <a:pt x="36235" y="68058"/>
                </a:cubicBezTo>
                <a:cubicBezTo>
                  <a:pt x="38838" y="68058"/>
                  <a:pt x="41921" y="67437"/>
                  <a:pt x="45485" y="66196"/>
                </a:cubicBezTo>
                <a:cubicBezTo>
                  <a:pt x="49049" y="64955"/>
                  <a:pt x="52189" y="63206"/>
                  <a:pt x="54904" y="60948"/>
                </a:cubicBezTo>
                <a:close/>
                <a:moveTo>
                  <a:pt x="97504" y="2716"/>
                </a:moveTo>
                <a:lnTo>
                  <a:pt x="159197" y="2716"/>
                </a:lnTo>
                <a:lnTo>
                  <a:pt x="159197" y="5940"/>
                </a:lnTo>
                <a:lnTo>
                  <a:pt x="120840" y="120161"/>
                </a:lnTo>
                <a:lnTo>
                  <a:pt x="111336" y="120161"/>
                </a:lnTo>
                <a:lnTo>
                  <a:pt x="145704" y="16548"/>
                </a:lnTo>
                <a:lnTo>
                  <a:pt x="114052" y="16548"/>
                </a:lnTo>
                <a:cubicBezTo>
                  <a:pt x="107659" y="16548"/>
                  <a:pt x="103105" y="17311"/>
                  <a:pt x="100389" y="18839"/>
                </a:cubicBezTo>
                <a:cubicBezTo>
                  <a:pt x="95637" y="21441"/>
                  <a:pt x="91818" y="25458"/>
                  <a:pt x="88933" y="30889"/>
                </a:cubicBezTo>
                <a:lnTo>
                  <a:pt x="86472" y="29956"/>
                </a:lnTo>
                <a:lnTo>
                  <a:pt x="97504" y="2716"/>
                </a:lnTo>
                <a:close/>
                <a:moveTo>
                  <a:pt x="176254" y="146807"/>
                </a:moveTo>
                <a:lnTo>
                  <a:pt x="176254" y="143074"/>
                </a:lnTo>
                <a:cubicBezTo>
                  <a:pt x="182081" y="141143"/>
                  <a:pt x="186592" y="138147"/>
                  <a:pt x="189789" y="134086"/>
                </a:cubicBezTo>
                <a:cubicBezTo>
                  <a:pt x="192985" y="130027"/>
                  <a:pt x="194583" y="125726"/>
                  <a:pt x="194583" y="121182"/>
                </a:cubicBezTo>
                <a:cubicBezTo>
                  <a:pt x="194583" y="120106"/>
                  <a:pt x="194329" y="119200"/>
                  <a:pt x="193819" y="118464"/>
                </a:cubicBezTo>
                <a:cubicBezTo>
                  <a:pt x="193423" y="117955"/>
                  <a:pt x="193027" y="117701"/>
                  <a:pt x="192631" y="117701"/>
                </a:cubicBezTo>
                <a:cubicBezTo>
                  <a:pt x="192009" y="117701"/>
                  <a:pt x="190651" y="118266"/>
                  <a:pt x="188558" y="119398"/>
                </a:cubicBezTo>
                <a:cubicBezTo>
                  <a:pt x="187540" y="119907"/>
                  <a:pt x="186465" y="120161"/>
                  <a:pt x="185334" y="120161"/>
                </a:cubicBezTo>
                <a:cubicBezTo>
                  <a:pt x="182561" y="120161"/>
                  <a:pt x="180355" y="119341"/>
                  <a:pt x="178714" y="117701"/>
                </a:cubicBezTo>
                <a:cubicBezTo>
                  <a:pt x="177074" y="116060"/>
                  <a:pt x="176254" y="113797"/>
                  <a:pt x="176254" y="110912"/>
                </a:cubicBezTo>
                <a:cubicBezTo>
                  <a:pt x="176254" y="108140"/>
                  <a:pt x="177314" y="105764"/>
                  <a:pt x="179436" y="103784"/>
                </a:cubicBezTo>
                <a:cubicBezTo>
                  <a:pt x="181557" y="101803"/>
                  <a:pt x="184145" y="100813"/>
                  <a:pt x="187200" y="100813"/>
                </a:cubicBezTo>
                <a:cubicBezTo>
                  <a:pt x="190934" y="100813"/>
                  <a:pt x="194258" y="102443"/>
                  <a:pt x="197171" y="105704"/>
                </a:cubicBezTo>
                <a:cubicBezTo>
                  <a:pt x="200085" y="108962"/>
                  <a:pt x="201542" y="113283"/>
                  <a:pt x="201542" y="118666"/>
                </a:cubicBezTo>
                <a:cubicBezTo>
                  <a:pt x="201542" y="124505"/>
                  <a:pt x="199519" y="129933"/>
                  <a:pt x="195474" y="134948"/>
                </a:cubicBezTo>
                <a:cubicBezTo>
                  <a:pt x="191429" y="139964"/>
                  <a:pt x="185022" y="143917"/>
                  <a:pt x="176254" y="146807"/>
                </a:cubicBezTo>
                <a:close/>
                <a:moveTo>
                  <a:pt x="333499" y="95552"/>
                </a:moveTo>
                <a:lnTo>
                  <a:pt x="325437" y="117785"/>
                </a:lnTo>
                <a:lnTo>
                  <a:pt x="257549" y="117785"/>
                </a:lnTo>
                <a:lnTo>
                  <a:pt x="257549" y="114640"/>
                </a:lnTo>
                <a:cubicBezTo>
                  <a:pt x="277520" y="96394"/>
                  <a:pt x="291578" y="81491"/>
                  <a:pt x="299725" y="69932"/>
                </a:cubicBezTo>
                <a:cubicBezTo>
                  <a:pt x="307871" y="58372"/>
                  <a:pt x="311944" y="47803"/>
                  <a:pt x="311944" y="38227"/>
                </a:cubicBezTo>
                <a:cubicBezTo>
                  <a:pt x="311944" y="30918"/>
                  <a:pt x="309710" y="24913"/>
                  <a:pt x="305241" y="20210"/>
                </a:cubicBezTo>
                <a:cubicBezTo>
                  <a:pt x="300771" y="15505"/>
                  <a:pt x="295425" y="13153"/>
                  <a:pt x="289202" y="13153"/>
                </a:cubicBezTo>
                <a:cubicBezTo>
                  <a:pt x="283545" y="13153"/>
                  <a:pt x="278467" y="14815"/>
                  <a:pt x="273970" y="18139"/>
                </a:cubicBezTo>
                <a:cubicBezTo>
                  <a:pt x="269472" y="21462"/>
                  <a:pt x="266148" y="26335"/>
                  <a:pt x="263999" y="32756"/>
                </a:cubicBezTo>
                <a:lnTo>
                  <a:pt x="260859" y="32756"/>
                </a:lnTo>
                <a:cubicBezTo>
                  <a:pt x="262273" y="22316"/>
                  <a:pt x="265908" y="14304"/>
                  <a:pt x="271763" y="8719"/>
                </a:cubicBezTo>
                <a:cubicBezTo>
                  <a:pt x="277619" y="3133"/>
                  <a:pt x="284931" y="339"/>
                  <a:pt x="293700" y="339"/>
                </a:cubicBezTo>
                <a:cubicBezTo>
                  <a:pt x="303034" y="339"/>
                  <a:pt x="310827" y="3338"/>
                  <a:pt x="317078" y="9335"/>
                </a:cubicBezTo>
                <a:cubicBezTo>
                  <a:pt x="323330" y="15331"/>
                  <a:pt x="326456" y="22403"/>
                  <a:pt x="326456" y="30550"/>
                </a:cubicBezTo>
                <a:cubicBezTo>
                  <a:pt x="326456" y="36377"/>
                  <a:pt x="325098" y="42204"/>
                  <a:pt x="322382" y="48031"/>
                </a:cubicBezTo>
                <a:cubicBezTo>
                  <a:pt x="318196" y="57196"/>
                  <a:pt x="311407" y="66898"/>
                  <a:pt x="302016" y="77138"/>
                </a:cubicBezTo>
                <a:cubicBezTo>
                  <a:pt x="287929" y="92525"/>
                  <a:pt x="279132" y="101803"/>
                  <a:pt x="275624" y="104972"/>
                </a:cubicBezTo>
                <a:lnTo>
                  <a:pt x="305665" y="104972"/>
                </a:lnTo>
                <a:cubicBezTo>
                  <a:pt x="311775" y="104972"/>
                  <a:pt x="316060" y="104744"/>
                  <a:pt x="318521" y="104287"/>
                </a:cubicBezTo>
                <a:cubicBezTo>
                  <a:pt x="320982" y="103830"/>
                  <a:pt x="323203" y="102901"/>
                  <a:pt x="325183" y="101503"/>
                </a:cubicBezTo>
                <a:cubicBezTo>
                  <a:pt x="327163" y="100105"/>
                  <a:pt x="328888" y="98121"/>
                  <a:pt x="330359" y="95552"/>
                </a:cubicBezTo>
                <a:lnTo>
                  <a:pt x="333499" y="95552"/>
                </a:lnTo>
                <a:close/>
                <a:moveTo>
                  <a:pt x="349538" y="24524"/>
                </a:moveTo>
                <a:cubicBezTo>
                  <a:pt x="352819" y="16774"/>
                  <a:pt x="356963" y="10805"/>
                  <a:pt x="361969" y="6619"/>
                </a:cubicBezTo>
                <a:cubicBezTo>
                  <a:pt x="366976" y="2433"/>
                  <a:pt x="373213" y="339"/>
                  <a:pt x="380681" y="339"/>
                </a:cubicBezTo>
                <a:cubicBezTo>
                  <a:pt x="389902" y="339"/>
                  <a:pt x="396974" y="3333"/>
                  <a:pt x="401896" y="9321"/>
                </a:cubicBezTo>
                <a:cubicBezTo>
                  <a:pt x="405630" y="13785"/>
                  <a:pt x="407497" y="18560"/>
                  <a:pt x="407497" y="23644"/>
                </a:cubicBezTo>
                <a:cubicBezTo>
                  <a:pt x="407497" y="32005"/>
                  <a:pt x="402235" y="40648"/>
                  <a:pt x="391713" y="49574"/>
                </a:cubicBezTo>
                <a:cubicBezTo>
                  <a:pt x="398784" y="52350"/>
                  <a:pt x="404131" y="56314"/>
                  <a:pt x="407751" y="61468"/>
                </a:cubicBezTo>
                <a:cubicBezTo>
                  <a:pt x="411372" y="66619"/>
                  <a:pt x="413182" y="72678"/>
                  <a:pt x="413182" y="79644"/>
                </a:cubicBezTo>
                <a:cubicBezTo>
                  <a:pt x="413182" y="89611"/>
                  <a:pt x="410014" y="98247"/>
                  <a:pt x="403678" y="105552"/>
                </a:cubicBezTo>
                <a:cubicBezTo>
                  <a:pt x="395418" y="115065"/>
                  <a:pt x="383453" y="119822"/>
                  <a:pt x="367782" y="119822"/>
                </a:cubicBezTo>
                <a:cubicBezTo>
                  <a:pt x="360032" y="119822"/>
                  <a:pt x="354756" y="118860"/>
                  <a:pt x="351956" y="116937"/>
                </a:cubicBezTo>
                <a:cubicBezTo>
                  <a:pt x="349156" y="115013"/>
                  <a:pt x="347755" y="112948"/>
                  <a:pt x="347755" y="110742"/>
                </a:cubicBezTo>
                <a:cubicBezTo>
                  <a:pt x="347755" y="109101"/>
                  <a:pt x="348420" y="107659"/>
                  <a:pt x="349750" y="106414"/>
                </a:cubicBezTo>
                <a:cubicBezTo>
                  <a:pt x="351079" y="105170"/>
                  <a:pt x="352677" y="104547"/>
                  <a:pt x="354544" y="104547"/>
                </a:cubicBezTo>
                <a:cubicBezTo>
                  <a:pt x="355959" y="104547"/>
                  <a:pt x="357401" y="104774"/>
                  <a:pt x="358872" y="105226"/>
                </a:cubicBezTo>
                <a:cubicBezTo>
                  <a:pt x="359834" y="105509"/>
                  <a:pt x="362012" y="106541"/>
                  <a:pt x="365406" y="108324"/>
                </a:cubicBezTo>
                <a:cubicBezTo>
                  <a:pt x="368801" y="110106"/>
                  <a:pt x="371148" y="111166"/>
                  <a:pt x="372450" y="111506"/>
                </a:cubicBezTo>
                <a:cubicBezTo>
                  <a:pt x="374543" y="112128"/>
                  <a:pt x="376778" y="112439"/>
                  <a:pt x="379154" y="112439"/>
                </a:cubicBezTo>
                <a:cubicBezTo>
                  <a:pt x="384924" y="112439"/>
                  <a:pt x="389945" y="110201"/>
                  <a:pt x="394216" y="105725"/>
                </a:cubicBezTo>
                <a:cubicBezTo>
                  <a:pt x="398487" y="101248"/>
                  <a:pt x="400623" y="95950"/>
                  <a:pt x="400623" y="89829"/>
                </a:cubicBezTo>
                <a:cubicBezTo>
                  <a:pt x="400623" y="85353"/>
                  <a:pt x="399633" y="80990"/>
                  <a:pt x="397653" y="76740"/>
                </a:cubicBezTo>
                <a:cubicBezTo>
                  <a:pt x="396182" y="73566"/>
                  <a:pt x="394570" y="71158"/>
                  <a:pt x="392816" y="69516"/>
                </a:cubicBezTo>
                <a:cubicBezTo>
                  <a:pt x="390383" y="67248"/>
                  <a:pt x="387046" y="65194"/>
                  <a:pt x="382803" y="63353"/>
                </a:cubicBezTo>
                <a:cubicBezTo>
                  <a:pt x="378560" y="61511"/>
                  <a:pt x="374232" y="60590"/>
                  <a:pt x="369819" y="60590"/>
                </a:cubicBezTo>
                <a:lnTo>
                  <a:pt x="367103" y="60590"/>
                </a:lnTo>
                <a:lnTo>
                  <a:pt x="367103" y="58044"/>
                </a:lnTo>
                <a:cubicBezTo>
                  <a:pt x="371573" y="57478"/>
                  <a:pt x="376056" y="55866"/>
                  <a:pt x="380554" y="53207"/>
                </a:cubicBezTo>
                <a:cubicBezTo>
                  <a:pt x="385051" y="50548"/>
                  <a:pt x="388318" y="47352"/>
                  <a:pt x="390355" y="43618"/>
                </a:cubicBezTo>
                <a:cubicBezTo>
                  <a:pt x="392392" y="39884"/>
                  <a:pt x="393410" y="35783"/>
                  <a:pt x="393410" y="31313"/>
                </a:cubicBezTo>
                <a:cubicBezTo>
                  <a:pt x="393410" y="25486"/>
                  <a:pt x="391586" y="20777"/>
                  <a:pt x="387937" y="17184"/>
                </a:cubicBezTo>
                <a:cubicBezTo>
                  <a:pt x="384288" y="13592"/>
                  <a:pt x="379748" y="11796"/>
                  <a:pt x="374317" y="11796"/>
                </a:cubicBezTo>
                <a:cubicBezTo>
                  <a:pt x="365548" y="11796"/>
                  <a:pt x="358221" y="16491"/>
                  <a:pt x="352338" y="25882"/>
                </a:cubicBezTo>
                <a:lnTo>
                  <a:pt x="349538" y="24524"/>
                </a:lnTo>
                <a:close/>
                <a:moveTo>
                  <a:pt x="449332" y="101323"/>
                </a:moveTo>
                <a:cubicBezTo>
                  <a:pt x="451991" y="101323"/>
                  <a:pt x="454226" y="102242"/>
                  <a:pt x="456036" y="104081"/>
                </a:cubicBezTo>
                <a:cubicBezTo>
                  <a:pt x="457847" y="105919"/>
                  <a:pt x="458752" y="108140"/>
                  <a:pt x="458752" y="110742"/>
                </a:cubicBezTo>
                <a:cubicBezTo>
                  <a:pt x="458752" y="113344"/>
                  <a:pt x="457833" y="115565"/>
                  <a:pt x="455994" y="117404"/>
                </a:cubicBezTo>
                <a:cubicBezTo>
                  <a:pt x="454155" y="119242"/>
                  <a:pt x="451935" y="120161"/>
                  <a:pt x="449332" y="120161"/>
                </a:cubicBezTo>
                <a:cubicBezTo>
                  <a:pt x="446730" y="120161"/>
                  <a:pt x="444510" y="119242"/>
                  <a:pt x="442671" y="117404"/>
                </a:cubicBezTo>
                <a:cubicBezTo>
                  <a:pt x="440832" y="115565"/>
                  <a:pt x="439913" y="113344"/>
                  <a:pt x="439913" y="110742"/>
                </a:cubicBezTo>
                <a:cubicBezTo>
                  <a:pt x="439913" y="108083"/>
                  <a:pt x="440832" y="105848"/>
                  <a:pt x="442671" y="104038"/>
                </a:cubicBezTo>
                <a:cubicBezTo>
                  <a:pt x="444510" y="102228"/>
                  <a:pt x="446730" y="101323"/>
                  <a:pt x="449332" y="101323"/>
                </a:cubicBezTo>
                <a:close/>
                <a:moveTo>
                  <a:pt x="504407" y="59826"/>
                </a:moveTo>
                <a:cubicBezTo>
                  <a:pt x="495298" y="52359"/>
                  <a:pt x="489429" y="46362"/>
                  <a:pt x="486798" y="41836"/>
                </a:cubicBezTo>
                <a:cubicBezTo>
                  <a:pt x="484168" y="37310"/>
                  <a:pt x="482852" y="32614"/>
                  <a:pt x="482852" y="27749"/>
                </a:cubicBezTo>
                <a:cubicBezTo>
                  <a:pt x="482852" y="20281"/>
                  <a:pt x="485737" y="13846"/>
                  <a:pt x="491508" y="8444"/>
                </a:cubicBezTo>
                <a:cubicBezTo>
                  <a:pt x="497278" y="3041"/>
                  <a:pt x="504944" y="339"/>
                  <a:pt x="514505" y="339"/>
                </a:cubicBezTo>
                <a:cubicBezTo>
                  <a:pt x="523783" y="339"/>
                  <a:pt x="531251" y="2857"/>
                  <a:pt x="536908" y="7892"/>
                </a:cubicBezTo>
                <a:cubicBezTo>
                  <a:pt x="542565" y="12927"/>
                  <a:pt x="545394" y="18669"/>
                  <a:pt x="545394" y="25119"/>
                </a:cubicBezTo>
                <a:cubicBezTo>
                  <a:pt x="545394" y="29418"/>
                  <a:pt x="543866" y="33802"/>
                  <a:pt x="540811" y="38272"/>
                </a:cubicBezTo>
                <a:cubicBezTo>
                  <a:pt x="537756" y="42741"/>
                  <a:pt x="531392" y="48002"/>
                  <a:pt x="521718" y="54056"/>
                </a:cubicBezTo>
                <a:cubicBezTo>
                  <a:pt x="531675" y="61750"/>
                  <a:pt x="538266" y="67803"/>
                  <a:pt x="541490" y="72216"/>
                </a:cubicBezTo>
                <a:cubicBezTo>
                  <a:pt x="545790" y="77986"/>
                  <a:pt x="547940" y="84068"/>
                  <a:pt x="547940" y="90461"/>
                </a:cubicBezTo>
                <a:cubicBezTo>
                  <a:pt x="547940" y="98551"/>
                  <a:pt x="544856" y="105467"/>
                  <a:pt x="538690" y="111209"/>
                </a:cubicBezTo>
                <a:cubicBezTo>
                  <a:pt x="532523" y="116951"/>
                  <a:pt x="524433" y="119822"/>
                  <a:pt x="514420" y="119822"/>
                </a:cubicBezTo>
                <a:cubicBezTo>
                  <a:pt x="503501" y="119822"/>
                  <a:pt x="494987" y="116399"/>
                  <a:pt x="488877" y="109554"/>
                </a:cubicBezTo>
                <a:cubicBezTo>
                  <a:pt x="484012" y="104066"/>
                  <a:pt x="481579" y="98070"/>
                  <a:pt x="481579" y="91564"/>
                </a:cubicBezTo>
                <a:cubicBezTo>
                  <a:pt x="481579" y="86472"/>
                  <a:pt x="483291" y="81423"/>
                  <a:pt x="486713" y="76416"/>
                </a:cubicBezTo>
                <a:cubicBezTo>
                  <a:pt x="490136" y="71410"/>
                  <a:pt x="496034" y="65880"/>
                  <a:pt x="504407" y="59826"/>
                </a:cubicBezTo>
                <a:moveTo>
                  <a:pt x="517730" y="50746"/>
                </a:moveTo>
                <a:cubicBezTo>
                  <a:pt x="524518" y="44636"/>
                  <a:pt x="528818" y="39813"/>
                  <a:pt x="530628" y="36278"/>
                </a:cubicBezTo>
                <a:cubicBezTo>
                  <a:pt x="532439" y="32742"/>
                  <a:pt x="533344" y="28739"/>
                  <a:pt x="533344" y="24270"/>
                </a:cubicBezTo>
                <a:cubicBezTo>
                  <a:pt x="533344" y="18330"/>
                  <a:pt x="531675" y="13677"/>
                  <a:pt x="528337" y="10310"/>
                </a:cubicBezTo>
                <a:cubicBezTo>
                  <a:pt x="524999" y="6944"/>
                  <a:pt x="520445" y="5261"/>
                  <a:pt x="514675" y="5261"/>
                </a:cubicBezTo>
                <a:cubicBezTo>
                  <a:pt x="508904" y="5261"/>
                  <a:pt x="504209" y="6930"/>
                  <a:pt x="500588" y="10268"/>
                </a:cubicBezTo>
                <a:cubicBezTo>
                  <a:pt x="496967" y="13606"/>
                  <a:pt x="495157" y="17509"/>
                  <a:pt x="495157" y="21979"/>
                </a:cubicBezTo>
                <a:cubicBezTo>
                  <a:pt x="495157" y="24920"/>
                  <a:pt x="495906" y="27862"/>
                  <a:pt x="497406" y="30804"/>
                </a:cubicBezTo>
                <a:cubicBezTo>
                  <a:pt x="498905" y="33746"/>
                  <a:pt x="501040" y="36546"/>
                  <a:pt x="503813" y="39205"/>
                </a:cubicBezTo>
                <a:lnTo>
                  <a:pt x="517730" y="50746"/>
                </a:lnTo>
                <a:moveTo>
                  <a:pt x="508395" y="63051"/>
                </a:moveTo>
                <a:cubicBezTo>
                  <a:pt x="503699" y="67011"/>
                  <a:pt x="500220" y="71325"/>
                  <a:pt x="497957" y="75992"/>
                </a:cubicBezTo>
                <a:cubicBezTo>
                  <a:pt x="495694" y="80659"/>
                  <a:pt x="494563" y="85708"/>
                  <a:pt x="494563" y="91139"/>
                </a:cubicBezTo>
                <a:cubicBezTo>
                  <a:pt x="494563" y="98437"/>
                  <a:pt x="496557" y="104279"/>
                  <a:pt x="500545" y="108663"/>
                </a:cubicBezTo>
                <a:cubicBezTo>
                  <a:pt x="504534" y="113047"/>
                  <a:pt x="509611" y="115240"/>
                  <a:pt x="515778" y="115240"/>
                </a:cubicBezTo>
                <a:cubicBezTo>
                  <a:pt x="521888" y="115240"/>
                  <a:pt x="526781" y="113514"/>
                  <a:pt x="530459" y="110063"/>
                </a:cubicBezTo>
                <a:cubicBezTo>
                  <a:pt x="534136" y="106612"/>
                  <a:pt x="535974" y="102426"/>
                  <a:pt x="535974" y="97504"/>
                </a:cubicBezTo>
                <a:cubicBezTo>
                  <a:pt x="535974" y="93431"/>
                  <a:pt x="534900" y="89782"/>
                  <a:pt x="532750" y="86557"/>
                </a:cubicBezTo>
                <a:cubicBezTo>
                  <a:pt x="528733" y="80560"/>
                  <a:pt x="520615" y="72725"/>
                  <a:pt x="508395" y="63051"/>
                </a:cubicBezTo>
                <a:close/>
                <a:moveTo>
                  <a:pt x="676078" y="0"/>
                </a:moveTo>
                <a:lnTo>
                  <a:pt x="592236" y="122538"/>
                </a:lnTo>
                <a:lnTo>
                  <a:pt x="584684" y="122538"/>
                </a:lnTo>
                <a:lnTo>
                  <a:pt x="668525" y="0"/>
                </a:lnTo>
                <a:lnTo>
                  <a:pt x="676078" y="0"/>
                </a:lnTo>
                <a:moveTo>
                  <a:pt x="588842" y="0"/>
                </a:moveTo>
                <a:cubicBezTo>
                  <a:pt x="596479" y="0"/>
                  <a:pt x="602405" y="3173"/>
                  <a:pt x="606620" y="9518"/>
                </a:cubicBezTo>
                <a:cubicBezTo>
                  <a:pt x="610835" y="15863"/>
                  <a:pt x="612942" y="23142"/>
                  <a:pt x="612942" y="31356"/>
                </a:cubicBezTo>
                <a:cubicBezTo>
                  <a:pt x="612942" y="41214"/>
                  <a:pt x="610566" y="48833"/>
                  <a:pt x="605814" y="54215"/>
                </a:cubicBezTo>
                <a:cubicBezTo>
                  <a:pt x="601062" y="59596"/>
                  <a:pt x="595348" y="62287"/>
                  <a:pt x="588672" y="62287"/>
                </a:cubicBezTo>
                <a:cubicBezTo>
                  <a:pt x="584203" y="62287"/>
                  <a:pt x="580101" y="61055"/>
                  <a:pt x="576368" y="58590"/>
                </a:cubicBezTo>
                <a:cubicBezTo>
                  <a:pt x="572634" y="56126"/>
                  <a:pt x="569649" y="52458"/>
                  <a:pt x="567415" y="47588"/>
                </a:cubicBezTo>
                <a:cubicBezTo>
                  <a:pt x="565180" y="42715"/>
                  <a:pt x="564063" y="37305"/>
                  <a:pt x="564063" y="31356"/>
                </a:cubicBezTo>
                <a:cubicBezTo>
                  <a:pt x="564063" y="25408"/>
                  <a:pt x="565194" y="19928"/>
                  <a:pt x="567457" y="14914"/>
                </a:cubicBezTo>
                <a:cubicBezTo>
                  <a:pt x="569720" y="9900"/>
                  <a:pt x="572818" y="6161"/>
                  <a:pt x="576749" y="3697"/>
                </a:cubicBezTo>
                <a:cubicBezTo>
                  <a:pt x="580681" y="1232"/>
                  <a:pt x="584712" y="0"/>
                  <a:pt x="588842" y="0"/>
                </a:cubicBezTo>
                <a:moveTo>
                  <a:pt x="588587" y="4582"/>
                </a:moveTo>
                <a:cubicBezTo>
                  <a:pt x="585702" y="4582"/>
                  <a:pt x="583142" y="6288"/>
                  <a:pt x="580908" y="9698"/>
                </a:cubicBezTo>
                <a:cubicBezTo>
                  <a:pt x="578673" y="13108"/>
                  <a:pt x="577556" y="20271"/>
                  <a:pt x="577556" y="31186"/>
                </a:cubicBezTo>
                <a:cubicBezTo>
                  <a:pt x="577556" y="39087"/>
                  <a:pt x="578178" y="45112"/>
                  <a:pt x="579422" y="49261"/>
                </a:cubicBezTo>
                <a:cubicBezTo>
                  <a:pt x="580384" y="52389"/>
                  <a:pt x="581883" y="54804"/>
                  <a:pt x="583920" y="56509"/>
                </a:cubicBezTo>
                <a:cubicBezTo>
                  <a:pt x="585108" y="57532"/>
                  <a:pt x="586579" y="58044"/>
                  <a:pt x="588333" y="58044"/>
                </a:cubicBezTo>
                <a:cubicBezTo>
                  <a:pt x="591048" y="58044"/>
                  <a:pt x="593368" y="56566"/>
                  <a:pt x="595291" y="53610"/>
                </a:cubicBezTo>
                <a:cubicBezTo>
                  <a:pt x="598120" y="49233"/>
                  <a:pt x="599534" y="41929"/>
                  <a:pt x="599534" y="31698"/>
                </a:cubicBezTo>
                <a:cubicBezTo>
                  <a:pt x="599534" y="20898"/>
                  <a:pt x="598148" y="13309"/>
                  <a:pt x="595376" y="8931"/>
                </a:cubicBezTo>
                <a:cubicBezTo>
                  <a:pt x="593566" y="6032"/>
                  <a:pt x="591303" y="4582"/>
                  <a:pt x="588587" y="4582"/>
                </a:cubicBezTo>
                <a:moveTo>
                  <a:pt x="672174" y="60590"/>
                </a:moveTo>
                <a:cubicBezTo>
                  <a:pt x="676191" y="60590"/>
                  <a:pt x="680194" y="61865"/>
                  <a:pt x="684182" y="64414"/>
                </a:cubicBezTo>
                <a:cubicBezTo>
                  <a:pt x="688170" y="66963"/>
                  <a:pt x="691254" y="70674"/>
                  <a:pt x="693432" y="75546"/>
                </a:cubicBezTo>
                <a:cubicBezTo>
                  <a:pt x="695610" y="80417"/>
                  <a:pt x="696699" y="85770"/>
                  <a:pt x="696699" y="91606"/>
                </a:cubicBezTo>
                <a:cubicBezTo>
                  <a:pt x="696699" y="101634"/>
                  <a:pt x="694294" y="109296"/>
                  <a:pt x="689486" y="114593"/>
                </a:cubicBezTo>
                <a:cubicBezTo>
                  <a:pt x="684677" y="119889"/>
                  <a:pt x="678991" y="122538"/>
                  <a:pt x="672429" y="122538"/>
                </a:cubicBezTo>
                <a:cubicBezTo>
                  <a:pt x="668299" y="122538"/>
                  <a:pt x="664296" y="121263"/>
                  <a:pt x="660421" y="118714"/>
                </a:cubicBezTo>
                <a:cubicBezTo>
                  <a:pt x="656546" y="116164"/>
                  <a:pt x="653491" y="112525"/>
                  <a:pt x="651256" y="107796"/>
                </a:cubicBezTo>
                <a:cubicBezTo>
                  <a:pt x="649022" y="103065"/>
                  <a:pt x="647904" y="97668"/>
                  <a:pt x="647904" y="91606"/>
                </a:cubicBezTo>
                <a:cubicBezTo>
                  <a:pt x="647904" y="85657"/>
                  <a:pt x="649022" y="80219"/>
                  <a:pt x="651256" y="75292"/>
                </a:cubicBezTo>
                <a:cubicBezTo>
                  <a:pt x="653491" y="70363"/>
                  <a:pt x="656546" y="66680"/>
                  <a:pt x="660421" y="64244"/>
                </a:cubicBezTo>
                <a:cubicBezTo>
                  <a:pt x="664296" y="61808"/>
                  <a:pt x="668214" y="60590"/>
                  <a:pt x="672174" y="60590"/>
                </a:cubicBezTo>
                <a:moveTo>
                  <a:pt x="672259" y="65172"/>
                </a:moveTo>
                <a:cubicBezTo>
                  <a:pt x="669544" y="65172"/>
                  <a:pt x="667196" y="66705"/>
                  <a:pt x="665216" y="69771"/>
                </a:cubicBezTo>
                <a:cubicBezTo>
                  <a:pt x="662670" y="73743"/>
                  <a:pt x="661397" y="81263"/>
                  <a:pt x="661397" y="92330"/>
                </a:cubicBezTo>
                <a:cubicBezTo>
                  <a:pt x="661397" y="102489"/>
                  <a:pt x="662698" y="109583"/>
                  <a:pt x="665301" y="113614"/>
                </a:cubicBezTo>
                <a:cubicBezTo>
                  <a:pt x="667224" y="116508"/>
                  <a:pt x="669544" y="117955"/>
                  <a:pt x="672259" y="117955"/>
                </a:cubicBezTo>
                <a:cubicBezTo>
                  <a:pt x="674861" y="117955"/>
                  <a:pt x="677181" y="116394"/>
                  <a:pt x="679218" y="113272"/>
                </a:cubicBezTo>
                <a:cubicBezTo>
                  <a:pt x="681933" y="109130"/>
                  <a:pt x="683291" y="102007"/>
                  <a:pt x="683291" y="91903"/>
                </a:cubicBezTo>
                <a:cubicBezTo>
                  <a:pt x="683291" y="81234"/>
                  <a:pt x="681933" y="73771"/>
                  <a:pt x="679218" y="69513"/>
                </a:cubicBezTo>
                <a:cubicBezTo>
                  <a:pt x="677351" y="66619"/>
                  <a:pt x="675031" y="65172"/>
                  <a:pt x="672259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CA2EC-D1E4-4EFC-99D5-5C7B41AD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3338691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62D3E0-7EEB-42EF-9DA6-963CF357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3338691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67" name="Text 26,6.4%">
            <a:extLst xmlns:a="http://schemas.openxmlformats.org/drawingml/2006/main">
              <a:ext uri="{FF2B5EF4-FFF2-40B4-BE49-F238E27FC236}">
                <a16:creationId xmlns:a16="http://schemas.microsoft.com/office/drawing/2014/main" id="{6197C60D-2513-4A20-8490-F5956FE1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68" y="3414752"/>
            <a:ext cx="612943" cy="146807"/>
          </a:xfrm>
          <a:custGeom xmlns:a="http://schemas.openxmlformats.org/drawingml/2006/main">
            <a:pathLst>
              <a:path w="612943" h="146807">
                <a:moveTo>
                  <a:pt x="75950" y="95552"/>
                </a:moveTo>
                <a:lnTo>
                  <a:pt x="67888" y="117785"/>
                </a:lnTo>
                <a:lnTo>
                  <a:pt x="0" y="117785"/>
                </a:lnTo>
                <a:lnTo>
                  <a:pt x="0" y="114640"/>
                </a:lnTo>
                <a:cubicBezTo>
                  <a:pt x="19970" y="96394"/>
                  <a:pt x="34029" y="81491"/>
                  <a:pt x="42175" y="69932"/>
                </a:cubicBezTo>
                <a:cubicBezTo>
                  <a:pt x="50322" y="58372"/>
                  <a:pt x="54395" y="47803"/>
                  <a:pt x="54395" y="38227"/>
                </a:cubicBezTo>
                <a:cubicBezTo>
                  <a:pt x="54395" y="30918"/>
                  <a:pt x="52160" y="24913"/>
                  <a:pt x="47691" y="20210"/>
                </a:cubicBezTo>
                <a:cubicBezTo>
                  <a:pt x="43222" y="15505"/>
                  <a:pt x="37876" y="13153"/>
                  <a:pt x="31653" y="13153"/>
                </a:cubicBezTo>
                <a:cubicBezTo>
                  <a:pt x="25995" y="13153"/>
                  <a:pt x="20918" y="14815"/>
                  <a:pt x="16420" y="18139"/>
                </a:cubicBezTo>
                <a:cubicBezTo>
                  <a:pt x="11923" y="21462"/>
                  <a:pt x="8599" y="26335"/>
                  <a:pt x="6449" y="32756"/>
                </a:cubicBezTo>
                <a:lnTo>
                  <a:pt x="3310" y="32756"/>
                </a:lnTo>
                <a:cubicBezTo>
                  <a:pt x="4724" y="22316"/>
                  <a:pt x="8359" y="14304"/>
                  <a:pt x="14214" y="8719"/>
                </a:cubicBezTo>
                <a:cubicBezTo>
                  <a:pt x="20069" y="3133"/>
                  <a:pt x="27381" y="339"/>
                  <a:pt x="36150" y="339"/>
                </a:cubicBezTo>
                <a:cubicBezTo>
                  <a:pt x="45485" y="339"/>
                  <a:pt x="53278" y="3338"/>
                  <a:pt x="59529" y="9335"/>
                </a:cubicBezTo>
                <a:cubicBezTo>
                  <a:pt x="65780" y="15331"/>
                  <a:pt x="68906" y="22403"/>
                  <a:pt x="68906" y="30550"/>
                </a:cubicBezTo>
                <a:cubicBezTo>
                  <a:pt x="68906" y="36377"/>
                  <a:pt x="67548" y="42204"/>
                  <a:pt x="64833" y="48031"/>
                </a:cubicBezTo>
                <a:cubicBezTo>
                  <a:pt x="60646" y="57196"/>
                  <a:pt x="53858" y="66898"/>
                  <a:pt x="44467" y="77138"/>
                </a:cubicBezTo>
                <a:cubicBezTo>
                  <a:pt x="30380" y="92525"/>
                  <a:pt x="21583" y="101803"/>
                  <a:pt x="18075" y="104972"/>
                </a:cubicBezTo>
                <a:lnTo>
                  <a:pt x="48116" y="104972"/>
                </a:lnTo>
                <a:cubicBezTo>
                  <a:pt x="54225" y="104972"/>
                  <a:pt x="58511" y="104744"/>
                  <a:pt x="60972" y="104287"/>
                </a:cubicBezTo>
                <a:cubicBezTo>
                  <a:pt x="63433" y="103830"/>
                  <a:pt x="65653" y="102901"/>
                  <a:pt x="67633" y="101503"/>
                </a:cubicBezTo>
                <a:cubicBezTo>
                  <a:pt x="69613" y="100105"/>
                  <a:pt x="71339" y="98121"/>
                  <a:pt x="72810" y="95552"/>
                </a:cubicBezTo>
                <a:lnTo>
                  <a:pt x="75950" y="95552"/>
                </a:lnTo>
                <a:close/>
                <a:moveTo>
                  <a:pt x="161064" y="339"/>
                </a:moveTo>
                <a:lnTo>
                  <a:pt x="161064" y="3479"/>
                </a:lnTo>
                <a:cubicBezTo>
                  <a:pt x="153596" y="4215"/>
                  <a:pt x="147501" y="5700"/>
                  <a:pt x="142777" y="7934"/>
                </a:cubicBezTo>
                <a:cubicBezTo>
                  <a:pt x="138053" y="10169"/>
                  <a:pt x="133386" y="13578"/>
                  <a:pt x="128775" y="18160"/>
                </a:cubicBezTo>
                <a:cubicBezTo>
                  <a:pt x="124164" y="22742"/>
                  <a:pt x="120345" y="27848"/>
                  <a:pt x="117319" y="33477"/>
                </a:cubicBezTo>
                <a:cubicBezTo>
                  <a:pt x="114292" y="39106"/>
                  <a:pt x="111760" y="45796"/>
                  <a:pt x="109724" y="53547"/>
                </a:cubicBezTo>
                <a:cubicBezTo>
                  <a:pt x="117870" y="47946"/>
                  <a:pt x="126045" y="45145"/>
                  <a:pt x="134248" y="45145"/>
                </a:cubicBezTo>
                <a:cubicBezTo>
                  <a:pt x="142112" y="45145"/>
                  <a:pt x="148929" y="48314"/>
                  <a:pt x="154700" y="54650"/>
                </a:cubicBezTo>
                <a:cubicBezTo>
                  <a:pt x="160470" y="60986"/>
                  <a:pt x="163355" y="69132"/>
                  <a:pt x="163355" y="79089"/>
                </a:cubicBezTo>
                <a:cubicBezTo>
                  <a:pt x="163355" y="88707"/>
                  <a:pt x="160442" y="97476"/>
                  <a:pt x="154615" y="105396"/>
                </a:cubicBezTo>
                <a:cubicBezTo>
                  <a:pt x="147600" y="115013"/>
                  <a:pt x="138322" y="119822"/>
                  <a:pt x="126781" y="119822"/>
                </a:cubicBezTo>
                <a:cubicBezTo>
                  <a:pt x="118917" y="119822"/>
                  <a:pt x="112241" y="117220"/>
                  <a:pt x="106754" y="112015"/>
                </a:cubicBezTo>
                <a:cubicBezTo>
                  <a:pt x="96005" y="101888"/>
                  <a:pt x="90630" y="88763"/>
                  <a:pt x="90630" y="72640"/>
                </a:cubicBezTo>
                <a:cubicBezTo>
                  <a:pt x="90630" y="62344"/>
                  <a:pt x="92695" y="52557"/>
                  <a:pt x="96825" y="43279"/>
                </a:cubicBezTo>
                <a:cubicBezTo>
                  <a:pt x="100955" y="34001"/>
                  <a:pt x="106853" y="25769"/>
                  <a:pt x="114518" y="18584"/>
                </a:cubicBezTo>
                <a:cubicBezTo>
                  <a:pt x="122184" y="11400"/>
                  <a:pt x="129524" y="6562"/>
                  <a:pt x="136540" y="4073"/>
                </a:cubicBezTo>
                <a:cubicBezTo>
                  <a:pt x="143555" y="1584"/>
                  <a:pt x="150089" y="339"/>
                  <a:pt x="156142" y="339"/>
                </a:cubicBezTo>
                <a:lnTo>
                  <a:pt x="161064" y="339"/>
                </a:lnTo>
                <a:moveTo>
                  <a:pt x="108281" y="59741"/>
                </a:moveTo>
                <a:cubicBezTo>
                  <a:pt x="107263" y="67379"/>
                  <a:pt x="106754" y="73545"/>
                  <a:pt x="106754" y="78241"/>
                </a:cubicBezTo>
                <a:cubicBezTo>
                  <a:pt x="106754" y="83672"/>
                  <a:pt x="107758" y="89570"/>
                  <a:pt x="109766" y="95934"/>
                </a:cubicBezTo>
                <a:cubicBezTo>
                  <a:pt x="111775" y="102299"/>
                  <a:pt x="114759" y="107348"/>
                  <a:pt x="118719" y="111081"/>
                </a:cubicBezTo>
                <a:cubicBezTo>
                  <a:pt x="121604" y="113740"/>
                  <a:pt x="125112" y="115070"/>
                  <a:pt x="129242" y="115070"/>
                </a:cubicBezTo>
                <a:cubicBezTo>
                  <a:pt x="134163" y="115070"/>
                  <a:pt x="138562" y="112750"/>
                  <a:pt x="142437" y="108111"/>
                </a:cubicBezTo>
                <a:cubicBezTo>
                  <a:pt x="146313" y="103472"/>
                  <a:pt x="148250" y="96853"/>
                  <a:pt x="148250" y="88254"/>
                </a:cubicBezTo>
                <a:cubicBezTo>
                  <a:pt x="148250" y="78580"/>
                  <a:pt x="146327" y="70207"/>
                  <a:pt x="142480" y="63136"/>
                </a:cubicBezTo>
                <a:cubicBezTo>
                  <a:pt x="138633" y="56064"/>
                  <a:pt x="133173" y="52528"/>
                  <a:pt x="126102" y="52528"/>
                </a:cubicBezTo>
                <a:cubicBezTo>
                  <a:pt x="123952" y="52528"/>
                  <a:pt x="121647" y="52981"/>
                  <a:pt x="119186" y="53886"/>
                </a:cubicBezTo>
                <a:cubicBezTo>
                  <a:pt x="116725" y="54791"/>
                  <a:pt x="113090" y="56743"/>
                  <a:pt x="108281" y="59741"/>
                </a:cubicBezTo>
                <a:close/>
                <a:moveTo>
                  <a:pt x="179394" y="146807"/>
                </a:moveTo>
                <a:lnTo>
                  <a:pt x="179394" y="143074"/>
                </a:lnTo>
                <a:cubicBezTo>
                  <a:pt x="185221" y="141143"/>
                  <a:pt x="189733" y="138147"/>
                  <a:pt x="192929" y="134086"/>
                </a:cubicBezTo>
                <a:cubicBezTo>
                  <a:pt x="196125" y="130027"/>
                  <a:pt x="197724" y="125726"/>
                  <a:pt x="197724" y="121182"/>
                </a:cubicBezTo>
                <a:cubicBezTo>
                  <a:pt x="197724" y="120106"/>
                  <a:pt x="197469" y="119200"/>
                  <a:pt x="196960" y="118464"/>
                </a:cubicBezTo>
                <a:cubicBezTo>
                  <a:pt x="196564" y="117955"/>
                  <a:pt x="196168" y="117701"/>
                  <a:pt x="195772" y="117701"/>
                </a:cubicBezTo>
                <a:cubicBezTo>
                  <a:pt x="195150" y="117701"/>
                  <a:pt x="193792" y="118266"/>
                  <a:pt x="191699" y="119398"/>
                </a:cubicBezTo>
                <a:cubicBezTo>
                  <a:pt x="190680" y="119907"/>
                  <a:pt x="189605" y="120161"/>
                  <a:pt x="188474" y="120161"/>
                </a:cubicBezTo>
                <a:cubicBezTo>
                  <a:pt x="185702" y="120161"/>
                  <a:pt x="183495" y="119341"/>
                  <a:pt x="181855" y="117701"/>
                </a:cubicBezTo>
                <a:cubicBezTo>
                  <a:pt x="180214" y="116060"/>
                  <a:pt x="179394" y="113797"/>
                  <a:pt x="179394" y="110912"/>
                </a:cubicBezTo>
                <a:cubicBezTo>
                  <a:pt x="179394" y="108140"/>
                  <a:pt x="180455" y="105764"/>
                  <a:pt x="182576" y="103784"/>
                </a:cubicBezTo>
                <a:cubicBezTo>
                  <a:pt x="184698" y="101803"/>
                  <a:pt x="187286" y="100813"/>
                  <a:pt x="190341" y="100813"/>
                </a:cubicBezTo>
                <a:cubicBezTo>
                  <a:pt x="194075" y="100813"/>
                  <a:pt x="197398" y="102443"/>
                  <a:pt x="200312" y="105704"/>
                </a:cubicBezTo>
                <a:cubicBezTo>
                  <a:pt x="203225" y="108962"/>
                  <a:pt x="204682" y="113283"/>
                  <a:pt x="204682" y="118666"/>
                </a:cubicBezTo>
                <a:cubicBezTo>
                  <a:pt x="204682" y="124505"/>
                  <a:pt x="202660" y="129933"/>
                  <a:pt x="198615" y="134948"/>
                </a:cubicBezTo>
                <a:cubicBezTo>
                  <a:pt x="194570" y="139964"/>
                  <a:pt x="188163" y="143917"/>
                  <a:pt x="179394" y="146807"/>
                </a:cubicBezTo>
                <a:close/>
                <a:moveTo>
                  <a:pt x="334857" y="339"/>
                </a:moveTo>
                <a:lnTo>
                  <a:pt x="334857" y="3479"/>
                </a:lnTo>
                <a:cubicBezTo>
                  <a:pt x="327389" y="4215"/>
                  <a:pt x="321293" y="5700"/>
                  <a:pt x="316569" y="7934"/>
                </a:cubicBezTo>
                <a:cubicBezTo>
                  <a:pt x="311845" y="10169"/>
                  <a:pt x="307178" y="13578"/>
                  <a:pt x="302567" y="18160"/>
                </a:cubicBezTo>
                <a:cubicBezTo>
                  <a:pt x="297957" y="22742"/>
                  <a:pt x="294138" y="27848"/>
                  <a:pt x="291111" y="33477"/>
                </a:cubicBezTo>
                <a:cubicBezTo>
                  <a:pt x="288085" y="39106"/>
                  <a:pt x="285553" y="45796"/>
                  <a:pt x="283516" y="53547"/>
                </a:cubicBezTo>
                <a:cubicBezTo>
                  <a:pt x="291663" y="47946"/>
                  <a:pt x="299838" y="45145"/>
                  <a:pt x="308041" y="45145"/>
                </a:cubicBezTo>
                <a:cubicBezTo>
                  <a:pt x="315905" y="45145"/>
                  <a:pt x="322722" y="48314"/>
                  <a:pt x="328492" y="54650"/>
                </a:cubicBezTo>
                <a:cubicBezTo>
                  <a:pt x="334263" y="60986"/>
                  <a:pt x="337148" y="69132"/>
                  <a:pt x="337148" y="79089"/>
                </a:cubicBezTo>
                <a:cubicBezTo>
                  <a:pt x="337148" y="88707"/>
                  <a:pt x="334234" y="97476"/>
                  <a:pt x="328407" y="105396"/>
                </a:cubicBezTo>
                <a:cubicBezTo>
                  <a:pt x="321392" y="115013"/>
                  <a:pt x="312114" y="119822"/>
                  <a:pt x="300573" y="119822"/>
                </a:cubicBezTo>
                <a:cubicBezTo>
                  <a:pt x="292710" y="119822"/>
                  <a:pt x="286034" y="117220"/>
                  <a:pt x="280546" y="112015"/>
                </a:cubicBezTo>
                <a:cubicBezTo>
                  <a:pt x="269797" y="101888"/>
                  <a:pt x="264423" y="88763"/>
                  <a:pt x="264423" y="72640"/>
                </a:cubicBezTo>
                <a:cubicBezTo>
                  <a:pt x="264423" y="62344"/>
                  <a:pt x="266488" y="52557"/>
                  <a:pt x="270618" y="43279"/>
                </a:cubicBezTo>
                <a:cubicBezTo>
                  <a:pt x="274748" y="34001"/>
                  <a:pt x="280645" y="25769"/>
                  <a:pt x="288311" y="18584"/>
                </a:cubicBezTo>
                <a:cubicBezTo>
                  <a:pt x="295977" y="11400"/>
                  <a:pt x="303317" y="6562"/>
                  <a:pt x="310332" y="4073"/>
                </a:cubicBezTo>
                <a:cubicBezTo>
                  <a:pt x="317347" y="1584"/>
                  <a:pt x="323881" y="339"/>
                  <a:pt x="329935" y="339"/>
                </a:cubicBezTo>
                <a:lnTo>
                  <a:pt x="334857" y="339"/>
                </a:lnTo>
                <a:moveTo>
                  <a:pt x="282074" y="59741"/>
                </a:moveTo>
                <a:cubicBezTo>
                  <a:pt x="281056" y="67379"/>
                  <a:pt x="280546" y="73545"/>
                  <a:pt x="280546" y="78241"/>
                </a:cubicBezTo>
                <a:cubicBezTo>
                  <a:pt x="280546" y="83672"/>
                  <a:pt x="281551" y="89570"/>
                  <a:pt x="283559" y="95934"/>
                </a:cubicBezTo>
                <a:cubicBezTo>
                  <a:pt x="285567" y="102299"/>
                  <a:pt x="288551" y="107348"/>
                  <a:pt x="292512" y="111081"/>
                </a:cubicBezTo>
                <a:cubicBezTo>
                  <a:pt x="295397" y="113740"/>
                  <a:pt x="298904" y="115070"/>
                  <a:pt x="303034" y="115070"/>
                </a:cubicBezTo>
                <a:cubicBezTo>
                  <a:pt x="307956" y="115070"/>
                  <a:pt x="312355" y="112750"/>
                  <a:pt x="316230" y="108111"/>
                </a:cubicBezTo>
                <a:cubicBezTo>
                  <a:pt x="320105" y="103472"/>
                  <a:pt x="322043" y="96853"/>
                  <a:pt x="322043" y="88254"/>
                </a:cubicBezTo>
                <a:cubicBezTo>
                  <a:pt x="322043" y="78580"/>
                  <a:pt x="320119" y="70207"/>
                  <a:pt x="316272" y="63136"/>
                </a:cubicBezTo>
                <a:cubicBezTo>
                  <a:pt x="312425" y="56064"/>
                  <a:pt x="306966" y="52528"/>
                  <a:pt x="299894" y="52528"/>
                </a:cubicBezTo>
                <a:cubicBezTo>
                  <a:pt x="297745" y="52528"/>
                  <a:pt x="295439" y="52981"/>
                  <a:pt x="292978" y="53886"/>
                </a:cubicBezTo>
                <a:cubicBezTo>
                  <a:pt x="290517" y="54791"/>
                  <a:pt x="286883" y="56743"/>
                  <a:pt x="282074" y="59741"/>
                </a:cubicBezTo>
                <a:close/>
                <a:moveTo>
                  <a:pt x="365576" y="101323"/>
                </a:moveTo>
                <a:cubicBezTo>
                  <a:pt x="368235" y="101323"/>
                  <a:pt x="370470" y="102242"/>
                  <a:pt x="372280" y="104081"/>
                </a:cubicBezTo>
                <a:cubicBezTo>
                  <a:pt x="374090" y="105919"/>
                  <a:pt x="374995" y="108140"/>
                  <a:pt x="374995" y="110742"/>
                </a:cubicBezTo>
                <a:cubicBezTo>
                  <a:pt x="374995" y="113344"/>
                  <a:pt x="374076" y="115565"/>
                  <a:pt x="372238" y="117404"/>
                </a:cubicBezTo>
                <a:cubicBezTo>
                  <a:pt x="370399" y="119242"/>
                  <a:pt x="368178" y="120161"/>
                  <a:pt x="365576" y="120161"/>
                </a:cubicBezTo>
                <a:cubicBezTo>
                  <a:pt x="362974" y="120161"/>
                  <a:pt x="360753" y="119242"/>
                  <a:pt x="358915" y="117404"/>
                </a:cubicBezTo>
                <a:cubicBezTo>
                  <a:pt x="357076" y="115565"/>
                  <a:pt x="356157" y="113344"/>
                  <a:pt x="356157" y="110742"/>
                </a:cubicBezTo>
                <a:cubicBezTo>
                  <a:pt x="356157" y="108083"/>
                  <a:pt x="357076" y="105848"/>
                  <a:pt x="358915" y="104038"/>
                </a:cubicBezTo>
                <a:cubicBezTo>
                  <a:pt x="360753" y="102228"/>
                  <a:pt x="362974" y="101323"/>
                  <a:pt x="365576" y="101323"/>
                </a:cubicBezTo>
                <a:close/>
                <a:moveTo>
                  <a:pt x="468172" y="75356"/>
                </a:moveTo>
                <a:lnTo>
                  <a:pt x="468172" y="87406"/>
                </a:lnTo>
                <a:lnTo>
                  <a:pt x="452727" y="87406"/>
                </a:lnTo>
                <a:lnTo>
                  <a:pt x="452727" y="117785"/>
                </a:lnTo>
                <a:lnTo>
                  <a:pt x="438725" y="117785"/>
                </a:lnTo>
                <a:lnTo>
                  <a:pt x="438725" y="87406"/>
                </a:lnTo>
                <a:lnTo>
                  <a:pt x="390016" y="87406"/>
                </a:lnTo>
                <a:lnTo>
                  <a:pt x="390016" y="76544"/>
                </a:lnTo>
                <a:lnTo>
                  <a:pt x="443393" y="339"/>
                </a:lnTo>
                <a:lnTo>
                  <a:pt x="452727" y="339"/>
                </a:lnTo>
                <a:lnTo>
                  <a:pt x="452727" y="75356"/>
                </a:lnTo>
                <a:lnTo>
                  <a:pt x="468172" y="75356"/>
                </a:lnTo>
                <a:moveTo>
                  <a:pt x="438725" y="75356"/>
                </a:moveTo>
                <a:lnTo>
                  <a:pt x="438725" y="18245"/>
                </a:lnTo>
                <a:lnTo>
                  <a:pt x="398332" y="75356"/>
                </a:lnTo>
                <a:lnTo>
                  <a:pt x="438725" y="75356"/>
                </a:lnTo>
                <a:close/>
                <a:moveTo>
                  <a:pt x="592322" y="0"/>
                </a:moveTo>
                <a:lnTo>
                  <a:pt x="508480" y="122538"/>
                </a:lnTo>
                <a:lnTo>
                  <a:pt x="500928" y="122538"/>
                </a:lnTo>
                <a:lnTo>
                  <a:pt x="584769" y="0"/>
                </a:lnTo>
                <a:lnTo>
                  <a:pt x="592322" y="0"/>
                </a:lnTo>
                <a:moveTo>
                  <a:pt x="505086" y="0"/>
                </a:moveTo>
                <a:cubicBezTo>
                  <a:pt x="512723" y="0"/>
                  <a:pt x="518649" y="3173"/>
                  <a:pt x="522864" y="9518"/>
                </a:cubicBezTo>
                <a:cubicBezTo>
                  <a:pt x="527079" y="15863"/>
                  <a:pt x="529186" y="23142"/>
                  <a:pt x="529186" y="31356"/>
                </a:cubicBezTo>
                <a:cubicBezTo>
                  <a:pt x="529186" y="41214"/>
                  <a:pt x="526810" y="48833"/>
                  <a:pt x="522058" y="54215"/>
                </a:cubicBezTo>
                <a:cubicBezTo>
                  <a:pt x="517306" y="59596"/>
                  <a:pt x="511592" y="62287"/>
                  <a:pt x="504916" y="62287"/>
                </a:cubicBezTo>
                <a:cubicBezTo>
                  <a:pt x="500447" y="62287"/>
                  <a:pt x="496345" y="61055"/>
                  <a:pt x="492611" y="58590"/>
                </a:cubicBezTo>
                <a:cubicBezTo>
                  <a:pt x="488878" y="56126"/>
                  <a:pt x="485893" y="52458"/>
                  <a:pt x="483659" y="47588"/>
                </a:cubicBezTo>
                <a:cubicBezTo>
                  <a:pt x="481424" y="42715"/>
                  <a:pt x="480307" y="37305"/>
                  <a:pt x="480307" y="31356"/>
                </a:cubicBezTo>
                <a:cubicBezTo>
                  <a:pt x="480307" y="25408"/>
                  <a:pt x="481438" y="19928"/>
                  <a:pt x="483701" y="14914"/>
                </a:cubicBezTo>
                <a:cubicBezTo>
                  <a:pt x="485964" y="9900"/>
                  <a:pt x="489061" y="6161"/>
                  <a:pt x="492993" y="3697"/>
                </a:cubicBezTo>
                <a:cubicBezTo>
                  <a:pt x="496925" y="1232"/>
                  <a:pt x="500956" y="0"/>
                  <a:pt x="505086" y="0"/>
                </a:cubicBezTo>
                <a:moveTo>
                  <a:pt x="504831" y="4582"/>
                </a:moveTo>
                <a:cubicBezTo>
                  <a:pt x="501946" y="4582"/>
                  <a:pt x="499386" y="6288"/>
                  <a:pt x="497151" y="9698"/>
                </a:cubicBezTo>
                <a:cubicBezTo>
                  <a:pt x="494917" y="13108"/>
                  <a:pt x="493799" y="20271"/>
                  <a:pt x="493799" y="31186"/>
                </a:cubicBezTo>
                <a:cubicBezTo>
                  <a:pt x="493799" y="39087"/>
                  <a:pt x="494422" y="45112"/>
                  <a:pt x="495666" y="49261"/>
                </a:cubicBezTo>
                <a:cubicBezTo>
                  <a:pt x="496628" y="52389"/>
                  <a:pt x="498127" y="54804"/>
                  <a:pt x="500164" y="56509"/>
                </a:cubicBezTo>
                <a:cubicBezTo>
                  <a:pt x="501352" y="57532"/>
                  <a:pt x="502823" y="58044"/>
                  <a:pt x="504577" y="58044"/>
                </a:cubicBezTo>
                <a:cubicBezTo>
                  <a:pt x="507292" y="58044"/>
                  <a:pt x="509612" y="56566"/>
                  <a:pt x="511535" y="53610"/>
                </a:cubicBezTo>
                <a:cubicBezTo>
                  <a:pt x="514364" y="49233"/>
                  <a:pt x="515778" y="41929"/>
                  <a:pt x="515778" y="31698"/>
                </a:cubicBezTo>
                <a:cubicBezTo>
                  <a:pt x="515778" y="20898"/>
                  <a:pt x="514392" y="13309"/>
                  <a:pt x="511620" y="8931"/>
                </a:cubicBezTo>
                <a:cubicBezTo>
                  <a:pt x="509810" y="6032"/>
                  <a:pt x="507547" y="4582"/>
                  <a:pt x="504831" y="4582"/>
                </a:cubicBezTo>
                <a:moveTo>
                  <a:pt x="588418" y="60590"/>
                </a:moveTo>
                <a:cubicBezTo>
                  <a:pt x="592435" y="60590"/>
                  <a:pt x="596437" y="61865"/>
                  <a:pt x="600426" y="64414"/>
                </a:cubicBezTo>
                <a:cubicBezTo>
                  <a:pt x="604414" y="66963"/>
                  <a:pt x="607497" y="70674"/>
                  <a:pt x="609675" y="75546"/>
                </a:cubicBezTo>
                <a:cubicBezTo>
                  <a:pt x="611854" y="80417"/>
                  <a:pt x="612943" y="85770"/>
                  <a:pt x="612943" y="91606"/>
                </a:cubicBezTo>
                <a:cubicBezTo>
                  <a:pt x="612943" y="101634"/>
                  <a:pt x="610538" y="109296"/>
                  <a:pt x="605729" y="114593"/>
                </a:cubicBezTo>
                <a:cubicBezTo>
                  <a:pt x="600921" y="119889"/>
                  <a:pt x="595235" y="122538"/>
                  <a:pt x="588673" y="122538"/>
                </a:cubicBezTo>
                <a:cubicBezTo>
                  <a:pt x="584543" y="122538"/>
                  <a:pt x="580540" y="121263"/>
                  <a:pt x="576665" y="118714"/>
                </a:cubicBezTo>
                <a:cubicBezTo>
                  <a:pt x="572790" y="116164"/>
                  <a:pt x="569735" y="112525"/>
                  <a:pt x="567500" y="107796"/>
                </a:cubicBezTo>
                <a:cubicBezTo>
                  <a:pt x="565265" y="103065"/>
                  <a:pt x="564148" y="97668"/>
                  <a:pt x="564148" y="91606"/>
                </a:cubicBezTo>
                <a:cubicBezTo>
                  <a:pt x="564148" y="85657"/>
                  <a:pt x="565265" y="80219"/>
                  <a:pt x="567500" y="75292"/>
                </a:cubicBezTo>
                <a:cubicBezTo>
                  <a:pt x="569735" y="70363"/>
                  <a:pt x="572790" y="66680"/>
                  <a:pt x="576665" y="64244"/>
                </a:cubicBezTo>
                <a:cubicBezTo>
                  <a:pt x="580540" y="61808"/>
                  <a:pt x="584458" y="60590"/>
                  <a:pt x="588418" y="60590"/>
                </a:cubicBezTo>
                <a:moveTo>
                  <a:pt x="588503" y="65172"/>
                </a:moveTo>
                <a:cubicBezTo>
                  <a:pt x="585787" y="65172"/>
                  <a:pt x="583440" y="66705"/>
                  <a:pt x="581460" y="69771"/>
                </a:cubicBezTo>
                <a:cubicBezTo>
                  <a:pt x="578914" y="73743"/>
                  <a:pt x="577641" y="81263"/>
                  <a:pt x="577641" y="92330"/>
                </a:cubicBezTo>
                <a:cubicBezTo>
                  <a:pt x="577641" y="102489"/>
                  <a:pt x="578942" y="109583"/>
                  <a:pt x="581544" y="113614"/>
                </a:cubicBezTo>
                <a:cubicBezTo>
                  <a:pt x="583468" y="116508"/>
                  <a:pt x="585787" y="117955"/>
                  <a:pt x="588503" y="117955"/>
                </a:cubicBezTo>
                <a:cubicBezTo>
                  <a:pt x="591105" y="117955"/>
                  <a:pt x="593425" y="116394"/>
                  <a:pt x="595461" y="113272"/>
                </a:cubicBezTo>
                <a:cubicBezTo>
                  <a:pt x="598177" y="109130"/>
                  <a:pt x="599535" y="102007"/>
                  <a:pt x="599535" y="91903"/>
                </a:cubicBezTo>
                <a:cubicBezTo>
                  <a:pt x="599535" y="81234"/>
                  <a:pt x="598177" y="73771"/>
                  <a:pt x="595461" y="69513"/>
                </a:cubicBezTo>
                <a:cubicBezTo>
                  <a:pt x="593595" y="66619"/>
                  <a:pt x="591275" y="65172"/>
                  <a:pt x="588503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09EA6-0998-4AE9-80AF-E2FF760C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3632802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03AA0-672B-4F98-84AA-FBE44E70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3632802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70" name="Text 21,5.1%">
            <a:extLst xmlns:a="http://schemas.openxmlformats.org/drawingml/2006/main">
              <a:ext uri="{FF2B5EF4-FFF2-40B4-BE49-F238E27FC236}">
                <a16:creationId xmlns:a16="http://schemas.microsoft.com/office/drawing/2014/main" id="{1A607F9E-5FFA-4447-96DE-296BBBBB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668" y="3722231"/>
            <a:ext cx="612943" cy="146807"/>
          </a:xfrm>
          <a:custGeom xmlns:a="http://schemas.openxmlformats.org/drawingml/2006/main">
            <a:pathLst>
              <a:path w="612943" h="146807">
                <a:moveTo>
                  <a:pt x="75950" y="95552"/>
                </a:moveTo>
                <a:lnTo>
                  <a:pt x="67888" y="117785"/>
                </a:lnTo>
                <a:lnTo>
                  <a:pt x="0" y="117785"/>
                </a:lnTo>
                <a:lnTo>
                  <a:pt x="0" y="114640"/>
                </a:lnTo>
                <a:cubicBezTo>
                  <a:pt x="19970" y="96394"/>
                  <a:pt x="34029" y="81491"/>
                  <a:pt x="42175" y="69932"/>
                </a:cubicBezTo>
                <a:cubicBezTo>
                  <a:pt x="50322" y="58372"/>
                  <a:pt x="54395" y="47803"/>
                  <a:pt x="54395" y="38227"/>
                </a:cubicBezTo>
                <a:cubicBezTo>
                  <a:pt x="54395" y="30918"/>
                  <a:pt x="52160" y="24913"/>
                  <a:pt x="47691" y="20210"/>
                </a:cubicBezTo>
                <a:cubicBezTo>
                  <a:pt x="43222" y="15505"/>
                  <a:pt x="37876" y="13153"/>
                  <a:pt x="31653" y="13153"/>
                </a:cubicBezTo>
                <a:cubicBezTo>
                  <a:pt x="25995" y="13153"/>
                  <a:pt x="20918" y="14815"/>
                  <a:pt x="16420" y="18139"/>
                </a:cubicBezTo>
                <a:cubicBezTo>
                  <a:pt x="11923" y="21462"/>
                  <a:pt x="8599" y="26335"/>
                  <a:pt x="6449" y="32756"/>
                </a:cubicBezTo>
                <a:lnTo>
                  <a:pt x="3310" y="32756"/>
                </a:lnTo>
                <a:cubicBezTo>
                  <a:pt x="4724" y="22316"/>
                  <a:pt x="8359" y="14304"/>
                  <a:pt x="14214" y="8719"/>
                </a:cubicBezTo>
                <a:cubicBezTo>
                  <a:pt x="20069" y="3133"/>
                  <a:pt x="27381" y="339"/>
                  <a:pt x="36150" y="339"/>
                </a:cubicBezTo>
                <a:cubicBezTo>
                  <a:pt x="45485" y="339"/>
                  <a:pt x="53278" y="3338"/>
                  <a:pt x="59529" y="9335"/>
                </a:cubicBezTo>
                <a:cubicBezTo>
                  <a:pt x="65780" y="15331"/>
                  <a:pt x="68906" y="22403"/>
                  <a:pt x="68906" y="30550"/>
                </a:cubicBezTo>
                <a:cubicBezTo>
                  <a:pt x="68906" y="36377"/>
                  <a:pt x="67548" y="42204"/>
                  <a:pt x="64833" y="48031"/>
                </a:cubicBezTo>
                <a:cubicBezTo>
                  <a:pt x="60646" y="57196"/>
                  <a:pt x="53858" y="66898"/>
                  <a:pt x="44467" y="77138"/>
                </a:cubicBezTo>
                <a:cubicBezTo>
                  <a:pt x="30380" y="92525"/>
                  <a:pt x="21583" y="101803"/>
                  <a:pt x="18075" y="104972"/>
                </a:cubicBezTo>
                <a:lnTo>
                  <a:pt x="48116" y="104972"/>
                </a:lnTo>
                <a:cubicBezTo>
                  <a:pt x="54225" y="104972"/>
                  <a:pt x="58511" y="104744"/>
                  <a:pt x="60972" y="104287"/>
                </a:cubicBezTo>
                <a:cubicBezTo>
                  <a:pt x="63433" y="103830"/>
                  <a:pt x="65653" y="102901"/>
                  <a:pt x="67633" y="101503"/>
                </a:cubicBezTo>
                <a:cubicBezTo>
                  <a:pt x="69613" y="100105"/>
                  <a:pt x="71339" y="98121"/>
                  <a:pt x="72810" y="95552"/>
                </a:cubicBezTo>
                <a:lnTo>
                  <a:pt x="75950" y="95552"/>
                </a:lnTo>
                <a:close/>
                <a:moveTo>
                  <a:pt x="103529" y="14002"/>
                </a:moveTo>
                <a:lnTo>
                  <a:pt x="131533" y="339"/>
                </a:lnTo>
                <a:lnTo>
                  <a:pt x="134333" y="339"/>
                </a:lnTo>
                <a:lnTo>
                  <a:pt x="134333" y="97504"/>
                </a:lnTo>
                <a:cubicBezTo>
                  <a:pt x="134333" y="103953"/>
                  <a:pt x="134602" y="107970"/>
                  <a:pt x="135139" y="109554"/>
                </a:cubicBezTo>
                <a:cubicBezTo>
                  <a:pt x="135677" y="111138"/>
                  <a:pt x="136794" y="112354"/>
                  <a:pt x="138491" y="113203"/>
                </a:cubicBezTo>
                <a:cubicBezTo>
                  <a:pt x="140189" y="114052"/>
                  <a:pt x="143640" y="114532"/>
                  <a:pt x="148844" y="114646"/>
                </a:cubicBezTo>
                <a:lnTo>
                  <a:pt x="148844" y="117785"/>
                </a:lnTo>
                <a:lnTo>
                  <a:pt x="105566" y="117785"/>
                </a:lnTo>
                <a:lnTo>
                  <a:pt x="105566" y="114646"/>
                </a:lnTo>
                <a:cubicBezTo>
                  <a:pt x="110997" y="114532"/>
                  <a:pt x="114504" y="114066"/>
                  <a:pt x="116088" y="113245"/>
                </a:cubicBezTo>
                <a:cubicBezTo>
                  <a:pt x="117672" y="112425"/>
                  <a:pt x="118776" y="111322"/>
                  <a:pt x="119398" y="109936"/>
                </a:cubicBezTo>
                <a:cubicBezTo>
                  <a:pt x="120020" y="108550"/>
                  <a:pt x="120331" y="104406"/>
                  <a:pt x="120331" y="97504"/>
                </a:cubicBezTo>
                <a:lnTo>
                  <a:pt x="120331" y="35387"/>
                </a:lnTo>
                <a:cubicBezTo>
                  <a:pt x="120331" y="27014"/>
                  <a:pt x="120048" y="21639"/>
                  <a:pt x="119483" y="19263"/>
                </a:cubicBezTo>
                <a:cubicBezTo>
                  <a:pt x="119087" y="17453"/>
                  <a:pt x="118365" y="16123"/>
                  <a:pt x="117319" y="15275"/>
                </a:cubicBezTo>
                <a:cubicBezTo>
                  <a:pt x="116272" y="14426"/>
                  <a:pt x="115013" y="14002"/>
                  <a:pt x="113543" y="14002"/>
                </a:cubicBezTo>
                <a:cubicBezTo>
                  <a:pt x="111449" y="14002"/>
                  <a:pt x="108536" y="14879"/>
                  <a:pt x="104802" y="16633"/>
                </a:cubicBezTo>
                <a:lnTo>
                  <a:pt x="103529" y="14002"/>
                </a:lnTo>
                <a:close/>
                <a:moveTo>
                  <a:pt x="179394" y="146807"/>
                </a:moveTo>
                <a:lnTo>
                  <a:pt x="179394" y="143074"/>
                </a:lnTo>
                <a:cubicBezTo>
                  <a:pt x="185221" y="141143"/>
                  <a:pt x="189733" y="138147"/>
                  <a:pt x="192929" y="134086"/>
                </a:cubicBezTo>
                <a:cubicBezTo>
                  <a:pt x="196125" y="130027"/>
                  <a:pt x="197724" y="125726"/>
                  <a:pt x="197724" y="121182"/>
                </a:cubicBezTo>
                <a:cubicBezTo>
                  <a:pt x="197724" y="120106"/>
                  <a:pt x="197469" y="119200"/>
                  <a:pt x="196960" y="118464"/>
                </a:cubicBezTo>
                <a:cubicBezTo>
                  <a:pt x="196564" y="117955"/>
                  <a:pt x="196168" y="117701"/>
                  <a:pt x="195772" y="117701"/>
                </a:cubicBezTo>
                <a:cubicBezTo>
                  <a:pt x="195150" y="117701"/>
                  <a:pt x="193792" y="118266"/>
                  <a:pt x="191699" y="119398"/>
                </a:cubicBezTo>
                <a:cubicBezTo>
                  <a:pt x="190680" y="119907"/>
                  <a:pt x="189605" y="120161"/>
                  <a:pt x="188474" y="120161"/>
                </a:cubicBezTo>
                <a:cubicBezTo>
                  <a:pt x="185702" y="120161"/>
                  <a:pt x="183495" y="119341"/>
                  <a:pt x="181855" y="117701"/>
                </a:cubicBezTo>
                <a:cubicBezTo>
                  <a:pt x="180214" y="116060"/>
                  <a:pt x="179394" y="113797"/>
                  <a:pt x="179394" y="110912"/>
                </a:cubicBezTo>
                <a:cubicBezTo>
                  <a:pt x="179394" y="108140"/>
                  <a:pt x="180455" y="105764"/>
                  <a:pt x="182576" y="103784"/>
                </a:cubicBezTo>
                <a:cubicBezTo>
                  <a:pt x="184698" y="101803"/>
                  <a:pt x="187286" y="100813"/>
                  <a:pt x="190341" y="100813"/>
                </a:cubicBezTo>
                <a:cubicBezTo>
                  <a:pt x="194075" y="100813"/>
                  <a:pt x="197398" y="102443"/>
                  <a:pt x="200312" y="105704"/>
                </a:cubicBezTo>
                <a:cubicBezTo>
                  <a:pt x="203225" y="108962"/>
                  <a:pt x="204682" y="113283"/>
                  <a:pt x="204682" y="118666"/>
                </a:cubicBezTo>
                <a:cubicBezTo>
                  <a:pt x="204682" y="124505"/>
                  <a:pt x="202660" y="129933"/>
                  <a:pt x="198615" y="134948"/>
                </a:cubicBezTo>
                <a:cubicBezTo>
                  <a:pt x="194570" y="139964"/>
                  <a:pt x="188163" y="143917"/>
                  <a:pt x="179394" y="146807"/>
                </a:cubicBezTo>
                <a:close/>
                <a:moveTo>
                  <a:pt x="332396" y="2716"/>
                </a:moveTo>
                <a:lnTo>
                  <a:pt x="325777" y="17311"/>
                </a:lnTo>
                <a:lnTo>
                  <a:pt x="291154" y="17311"/>
                </a:lnTo>
                <a:lnTo>
                  <a:pt x="283601" y="32586"/>
                </a:lnTo>
                <a:cubicBezTo>
                  <a:pt x="298593" y="34793"/>
                  <a:pt x="310474" y="40365"/>
                  <a:pt x="319242" y="49304"/>
                </a:cubicBezTo>
                <a:cubicBezTo>
                  <a:pt x="326767" y="56998"/>
                  <a:pt x="330529" y="66049"/>
                  <a:pt x="330529" y="76459"/>
                </a:cubicBezTo>
                <a:cubicBezTo>
                  <a:pt x="330529" y="82512"/>
                  <a:pt x="329298" y="88113"/>
                  <a:pt x="326837" y="93261"/>
                </a:cubicBezTo>
                <a:cubicBezTo>
                  <a:pt x="324376" y="98409"/>
                  <a:pt x="321279" y="102794"/>
                  <a:pt x="317545" y="106414"/>
                </a:cubicBezTo>
                <a:cubicBezTo>
                  <a:pt x="313811" y="110035"/>
                  <a:pt x="309653" y="112948"/>
                  <a:pt x="305071" y="115155"/>
                </a:cubicBezTo>
                <a:cubicBezTo>
                  <a:pt x="298565" y="118266"/>
                  <a:pt x="291889" y="119822"/>
                  <a:pt x="285044" y="119822"/>
                </a:cubicBezTo>
                <a:cubicBezTo>
                  <a:pt x="278142" y="119822"/>
                  <a:pt x="273121" y="118648"/>
                  <a:pt x="269981" y="116300"/>
                </a:cubicBezTo>
                <a:cubicBezTo>
                  <a:pt x="266841" y="113953"/>
                  <a:pt x="265272" y="111364"/>
                  <a:pt x="265272" y="108536"/>
                </a:cubicBezTo>
                <a:cubicBezTo>
                  <a:pt x="265272" y="106952"/>
                  <a:pt x="265922" y="105551"/>
                  <a:pt x="267223" y="104335"/>
                </a:cubicBezTo>
                <a:cubicBezTo>
                  <a:pt x="268525" y="103119"/>
                  <a:pt x="270165" y="102511"/>
                  <a:pt x="272145" y="102511"/>
                </a:cubicBezTo>
                <a:cubicBezTo>
                  <a:pt x="273616" y="102511"/>
                  <a:pt x="274903" y="102737"/>
                  <a:pt x="276006" y="103190"/>
                </a:cubicBezTo>
                <a:cubicBezTo>
                  <a:pt x="277110" y="103642"/>
                  <a:pt x="278991" y="104802"/>
                  <a:pt x="281650" y="106669"/>
                </a:cubicBezTo>
                <a:cubicBezTo>
                  <a:pt x="285893" y="109611"/>
                  <a:pt x="290192" y="111081"/>
                  <a:pt x="294548" y="111081"/>
                </a:cubicBezTo>
                <a:cubicBezTo>
                  <a:pt x="301167" y="111081"/>
                  <a:pt x="306980" y="108578"/>
                  <a:pt x="311987" y="103571"/>
                </a:cubicBezTo>
                <a:cubicBezTo>
                  <a:pt x="316994" y="98565"/>
                  <a:pt x="319497" y="92469"/>
                  <a:pt x="319497" y="85284"/>
                </a:cubicBezTo>
                <a:cubicBezTo>
                  <a:pt x="319497" y="78326"/>
                  <a:pt x="317262" y="71834"/>
                  <a:pt x="312793" y="65809"/>
                </a:cubicBezTo>
                <a:cubicBezTo>
                  <a:pt x="308324" y="59784"/>
                  <a:pt x="302157" y="55131"/>
                  <a:pt x="294294" y="51849"/>
                </a:cubicBezTo>
                <a:cubicBezTo>
                  <a:pt x="288127" y="49304"/>
                  <a:pt x="279726" y="47833"/>
                  <a:pt x="269090" y="47437"/>
                </a:cubicBezTo>
                <a:lnTo>
                  <a:pt x="291154" y="2716"/>
                </a:lnTo>
                <a:lnTo>
                  <a:pt x="332396" y="2716"/>
                </a:lnTo>
                <a:close/>
                <a:moveTo>
                  <a:pt x="365576" y="101323"/>
                </a:moveTo>
                <a:cubicBezTo>
                  <a:pt x="368235" y="101323"/>
                  <a:pt x="370470" y="102242"/>
                  <a:pt x="372280" y="104081"/>
                </a:cubicBezTo>
                <a:cubicBezTo>
                  <a:pt x="374090" y="105919"/>
                  <a:pt x="374995" y="108140"/>
                  <a:pt x="374995" y="110742"/>
                </a:cubicBezTo>
                <a:cubicBezTo>
                  <a:pt x="374995" y="113344"/>
                  <a:pt x="374076" y="115565"/>
                  <a:pt x="372238" y="117404"/>
                </a:cubicBezTo>
                <a:cubicBezTo>
                  <a:pt x="370399" y="119242"/>
                  <a:pt x="368178" y="120161"/>
                  <a:pt x="365576" y="120161"/>
                </a:cubicBezTo>
                <a:cubicBezTo>
                  <a:pt x="362974" y="120161"/>
                  <a:pt x="360753" y="119242"/>
                  <a:pt x="358915" y="117404"/>
                </a:cubicBezTo>
                <a:cubicBezTo>
                  <a:pt x="357076" y="115565"/>
                  <a:pt x="356157" y="113344"/>
                  <a:pt x="356157" y="110742"/>
                </a:cubicBezTo>
                <a:cubicBezTo>
                  <a:pt x="356157" y="108083"/>
                  <a:pt x="357076" y="105848"/>
                  <a:pt x="358915" y="104038"/>
                </a:cubicBezTo>
                <a:cubicBezTo>
                  <a:pt x="360753" y="102228"/>
                  <a:pt x="362974" y="101323"/>
                  <a:pt x="365576" y="101323"/>
                </a:cubicBezTo>
                <a:close/>
                <a:moveTo>
                  <a:pt x="407667" y="14002"/>
                </a:moveTo>
                <a:lnTo>
                  <a:pt x="435670" y="339"/>
                </a:lnTo>
                <a:lnTo>
                  <a:pt x="438471" y="339"/>
                </a:lnTo>
                <a:lnTo>
                  <a:pt x="438471" y="97504"/>
                </a:lnTo>
                <a:cubicBezTo>
                  <a:pt x="438471" y="103953"/>
                  <a:pt x="438739" y="107970"/>
                  <a:pt x="439277" y="109554"/>
                </a:cubicBezTo>
                <a:cubicBezTo>
                  <a:pt x="439814" y="111138"/>
                  <a:pt x="440932" y="112354"/>
                  <a:pt x="442629" y="113203"/>
                </a:cubicBezTo>
                <a:cubicBezTo>
                  <a:pt x="444326" y="114052"/>
                  <a:pt x="447777" y="114532"/>
                  <a:pt x="452982" y="114646"/>
                </a:cubicBezTo>
                <a:lnTo>
                  <a:pt x="452982" y="117785"/>
                </a:lnTo>
                <a:lnTo>
                  <a:pt x="409703" y="117785"/>
                </a:lnTo>
                <a:lnTo>
                  <a:pt x="409703" y="114646"/>
                </a:lnTo>
                <a:cubicBezTo>
                  <a:pt x="415134" y="114532"/>
                  <a:pt x="418642" y="114066"/>
                  <a:pt x="420226" y="113245"/>
                </a:cubicBezTo>
                <a:cubicBezTo>
                  <a:pt x="421810" y="112425"/>
                  <a:pt x="422913" y="111322"/>
                  <a:pt x="423535" y="109936"/>
                </a:cubicBezTo>
                <a:cubicBezTo>
                  <a:pt x="424158" y="108550"/>
                  <a:pt x="424469" y="104406"/>
                  <a:pt x="424469" y="97504"/>
                </a:cubicBezTo>
                <a:lnTo>
                  <a:pt x="424469" y="35387"/>
                </a:lnTo>
                <a:cubicBezTo>
                  <a:pt x="424469" y="27014"/>
                  <a:pt x="424186" y="21639"/>
                  <a:pt x="423620" y="19263"/>
                </a:cubicBezTo>
                <a:cubicBezTo>
                  <a:pt x="423224" y="17453"/>
                  <a:pt x="422503" y="16123"/>
                  <a:pt x="421456" y="15275"/>
                </a:cubicBezTo>
                <a:cubicBezTo>
                  <a:pt x="420410" y="14426"/>
                  <a:pt x="419151" y="14002"/>
                  <a:pt x="417680" y="14002"/>
                </a:cubicBezTo>
                <a:cubicBezTo>
                  <a:pt x="415587" y="14002"/>
                  <a:pt x="412673" y="14879"/>
                  <a:pt x="408939" y="16633"/>
                </a:cubicBezTo>
                <a:lnTo>
                  <a:pt x="407667" y="14002"/>
                </a:lnTo>
                <a:close/>
                <a:moveTo>
                  <a:pt x="592322" y="0"/>
                </a:moveTo>
                <a:lnTo>
                  <a:pt x="508480" y="122538"/>
                </a:lnTo>
                <a:lnTo>
                  <a:pt x="500928" y="122538"/>
                </a:lnTo>
                <a:lnTo>
                  <a:pt x="584769" y="0"/>
                </a:lnTo>
                <a:lnTo>
                  <a:pt x="592322" y="0"/>
                </a:lnTo>
                <a:moveTo>
                  <a:pt x="505086" y="0"/>
                </a:moveTo>
                <a:cubicBezTo>
                  <a:pt x="512723" y="0"/>
                  <a:pt x="518649" y="3173"/>
                  <a:pt x="522864" y="9518"/>
                </a:cubicBezTo>
                <a:cubicBezTo>
                  <a:pt x="527079" y="15863"/>
                  <a:pt x="529186" y="23142"/>
                  <a:pt x="529186" y="31356"/>
                </a:cubicBezTo>
                <a:cubicBezTo>
                  <a:pt x="529186" y="41214"/>
                  <a:pt x="526810" y="48833"/>
                  <a:pt x="522058" y="54215"/>
                </a:cubicBezTo>
                <a:cubicBezTo>
                  <a:pt x="517306" y="59596"/>
                  <a:pt x="511592" y="62287"/>
                  <a:pt x="504916" y="62287"/>
                </a:cubicBezTo>
                <a:cubicBezTo>
                  <a:pt x="500447" y="62287"/>
                  <a:pt x="496345" y="61055"/>
                  <a:pt x="492611" y="58590"/>
                </a:cubicBezTo>
                <a:cubicBezTo>
                  <a:pt x="488878" y="56126"/>
                  <a:pt x="485893" y="52458"/>
                  <a:pt x="483659" y="47588"/>
                </a:cubicBezTo>
                <a:cubicBezTo>
                  <a:pt x="481424" y="42715"/>
                  <a:pt x="480307" y="37305"/>
                  <a:pt x="480307" y="31356"/>
                </a:cubicBezTo>
                <a:cubicBezTo>
                  <a:pt x="480307" y="25408"/>
                  <a:pt x="481438" y="19928"/>
                  <a:pt x="483701" y="14914"/>
                </a:cubicBezTo>
                <a:cubicBezTo>
                  <a:pt x="485964" y="9900"/>
                  <a:pt x="489061" y="6161"/>
                  <a:pt x="492993" y="3697"/>
                </a:cubicBezTo>
                <a:cubicBezTo>
                  <a:pt x="496925" y="1232"/>
                  <a:pt x="500956" y="0"/>
                  <a:pt x="505086" y="0"/>
                </a:cubicBezTo>
                <a:moveTo>
                  <a:pt x="504831" y="4582"/>
                </a:moveTo>
                <a:cubicBezTo>
                  <a:pt x="501946" y="4582"/>
                  <a:pt x="499386" y="6288"/>
                  <a:pt x="497151" y="9698"/>
                </a:cubicBezTo>
                <a:cubicBezTo>
                  <a:pt x="494917" y="13108"/>
                  <a:pt x="493799" y="20271"/>
                  <a:pt x="493799" y="31186"/>
                </a:cubicBezTo>
                <a:cubicBezTo>
                  <a:pt x="493799" y="39087"/>
                  <a:pt x="494422" y="45112"/>
                  <a:pt x="495666" y="49261"/>
                </a:cubicBezTo>
                <a:cubicBezTo>
                  <a:pt x="496628" y="52389"/>
                  <a:pt x="498127" y="54804"/>
                  <a:pt x="500164" y="56509"/>
                </a:cubicBezTo>
                <a:cubicBezTo>
                  <a:pt x="501352" y="57532"/>
                  <a:pt x="502823" y="58044"/>
                  <a:pt x="504577" y="58044"/>
                </a:cubicBezTo>
                <a:cubicBezTo>
                  <a:pt x="507292" y="58044"/>
                  <a:pt x="509612" y="56566"/>
                  <a:pt x="511535" y="53610"/>
                </a:cubicBezTo>
                <a:cubicBezTo>
                  <a:pt x="514364" y="49233"/>
                  <a:pt x="515778" y="41929"/>
                  <a:pt x="515778" y="31698"/>
                </a:cubicBezTo>
                <a:cubicBezTo>
                  <a:pt x="515778" y="20898"/>
                  <a:pt x="514392" y="13309"/>
                  <a:pt x="511620" y="8931"/>
                </a:cubicBezTo>
                <a:cubicBezTo>
                  <a:pt x="509810" y="6032"/>
                  <a:pt x="507547" y="4582"/>
                  <a:pt x="504831" y="4582"/>
                </a:cubicBezTo>
                <a:moveTo>
                  <a:pt x="588418" y="60590"/>
                </a:moveTo>
                <a:cubicBezTo>
                  <a:pt x="592435" y="60590"/>
                  <a:pt x="596437" y="61865"/>
                  <a:pt x="600426" y="64414"/>
                </a:cubicBezTo>
                <a:cubicBezTo>
                  <a:pt x="604414" y="66963"/>
                  <a:pt x="607497" y="70674"/>
                  <a:pt x="609675" y="75546"/>
                </a:cubicBezTo>
                <a:cubicBezTo>
                  <a:pt x="611854" y="80417"/>
                  <a:pt x="612943" y="85770"/>
                  <a:pt x="612943" y="91606"/>
                </a:cubicBezTo>
                <a:cubicBezTo>
                  <a:pt x="612943" y="101634"/>
                  <a:pt x="610538" y="109296"/>
                  <a:pt x="605729" y="114593"/>
                </a:cubicBezTo>
                <a:cubicBezTo>
                  <a:pt x="600921" y="119889"/>
                  <a:pt x="595235" y="122538"/>
                  <a:pt x="588673" y="122538"/>
                </a:cubicBezTo>
                <a:cubicBezTo>
                  <a:pt x="584543" y="122538"/>
                  <a:pt x="580540" y="121263"/>
                  <a:pt x="576665" y="118714"/>
                </a:cubicBezTo>
                <a:cubicBezTo>
                  <a:pt x="572790" y="116164"/>
                  <a:pt x="569735" y="112525"/>
                  <a:pt x="567500" y="107796"/>
                </a:cubicBezTo>
                <a:cubicBezTo>
                  <a:pt x="565265" y="103065"/>
                  <a:pt x="564148" y="97668"/>
                  <a:pt x="564148" y="91606"/>
                </a:cubicBezTo>
                <a:cubicBezTo>
                  <a:pt x="564148" y="85657"/>
                  <a:pt x="565265" y="80219"/>
                  <a:pt x="567500" y="75292"/>
                </a:cubicBezTo>
                <a:cubicBezTo>
                  <a:pt x="569735" y="70363"/>
                  <a:pt x="572790" y="66680"/>
                  <a:pt x="576665" y="64244"/>
                </a:cubicBezTo>
                <a:cubicBezTo>
                  <a:pt x="580540" y="61808"/>
                  <a:pt x="584458" y="60590"/>
                  <a:pt x="588418" y="60590"/>
                </a:cubicBezTo>
                <a:moveTo>
                  <a:pt x="588503" y="65172"/>
                </a:moveTo>
                <a:cubicBezTo>
                  <a:pt x="585787" y="65172"/>
                  <a:pt x="583440" y="66705"/>
                  <a:pt x="581460" y="69771"/>
                </a:cubicBezTo>
                <a:cubicBezTo>
                  <a:pt x="578914" y="73743"/>
                  <a:pt x="577641" y="81263"/>
                  <a:pt x="577641" y="92330"/>
                </a:cubicBezTo>
                <a:cubicBezTo>
                  <a:pt x="577641" y="102489"/>
                  <a:pt x="578942" y="109583"/>
                  <a:pt x="581544" y="113614"/>
                </a:cubicBezTo>
                <a:cubicBezTo>
                  <a:pt x="583468" y="116508"/>
                  <a:pt x="585787" y="117955"/>
                  <a:pt x="588503" y="117955"/>
                </a:cubicBezTo>
                <a:cubicBezTo>
                  <a:pt x="591105" y="117955"/>
                  <a:pt x="593425" y="116394"/>
                  <a:pt x="595461" y="113272"/>
                </a:cubicBezTo>
                <a:cubicBezTo>
                  <a:pt x="598177" y="109130"/>
                  <a:pt x="599535" y="102007"/>
                  <a:pt x="599535" y="91903"/>
                </a:cubicBezTo>
                <a:cubicBezTo>
                  <a:pt x="599535" y="81234"/>
                  <a:pt x="598177" y="73771"/>
                  <a:pt x="595461" y="69513"/>
                </a:cubicBezTo>
                <a:cubicBezTo>
                  <a:pt x="593595" y="66619"/>
                  <a:pt x="591275" y="65172"/>
                  <a:pt x="588503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F535E-CB05-4896-A0BA-CD2B71BC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3967019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68E12-8FED-4B7A-8CC4-FB108E57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3967019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73" name="Text 24,11.4%">
            <a:extLst xmlns:a="http://schemas.openxmlformats.org/drawingml/2006/main">
              <a:ext uri="{FF2B5EF4-FFF2-40B4-BE49-F238E27FC236}">
                <a16:creationId xmlns:a16="http://schemas.microsoft.com/office/drawing/2014/main" id="{429B16F1-6892-4020-9D0A-A376E400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353" y="4056449"/>
            <a:ext cx="693390" cy="146807"/>
          </a:xfrm>
          <a:custGeom xmlns:a="http://schemas.openxmlformats.org/drawingml/2006/main">
            <a:pathLst>
              <a:path w="693390" h="146807">
                <a:moveTo>
                  <a:pt x="75950" y="95552"/>
                </a:moveTo>
                <a:lnTo>
                  <a:pt x="67888" y="117785"/>
                </a:lnTo>
                <a:lnTo>
                  <a:pt x="0" y="117785"/>
                </a:lnTo>
                <a:lnTo>
                  <a:pt x="0" y="114640"/>
                </a:lnTo>
                <a:cubicBezTo>
                  <a:pt x="19970" y="96394"/>
                  <a:pt x="34029" y="81491"/>
                  <a:pt x="42175" y="69932"/>
                </a:cubicBezTo>
                <a:cubicBezTo>
                  <a:pt x="50322" y="58372"/>
                  <a:pt x="54395" y="47803"/>
                  <a:pt x="54395" y="38227"/>
                </a:cubicBezTo>
                <a:cubicBezTo>
                  <a:pt x="54395" y="30918"/>
                  <a:pt x="52160" y="24913"/>
                  <a:pt x="47691" y="20210"/>
                </a:cubicBezTo>
                <a:cubicBezTo>
                  <a:pt x="43222" y="15505"/>
                  <a:pt x="37876" y="13153"/>
                  <a:pt x="31653" y="13153"/>
                </a:cubicBezTo>
                <a:cubicBezTo>
                  <a:pt x="25995" y="13153"/>
                  <a:pt x="20918" y="14815"/>
                  <a:pt x="16420" y="18139"/>
                </a:cubicBezTo>
                <a:cubicBezTo>
                  <a:pt x="11923" y="21462"/>
                  <a:pt x="8599" y="26335"/>
                  <a:pt x="6449" y="32756"/>
                </a:cubicBezTo>
                <a:lnTo>
                  <a:pt x="3310" y="32756"/>
                </a:lnTo>
                <a:cubicBezTo>
                  <a:pt x="4724" y="22316"/>
                  <a:pt x="8359" y="14304"/>
                  <a:pt x="14214" y="8719"/>
                </a:cubicBezTo>
                <a:cubicBezTo>
                  <a:pt x="20069" y="3133"/>
                  <a:pt x="27381" y="339"/>
                  <a:pt x="36150" y="339"/>
                </a:cubicBezTo>
                <a:cubicBezTo>
                  <a:pt x="45485" y="339"/>
                  <a:pt x="53278" y="3338"/>
                  <a:pt x="59529" y="9335"/>
                </a:cubicBezTo>
                <a:cubicBezTo>
                  <a:pt x="65780" y="15331"/>
                  <a:pt x="68906" y="22403"/>
                  <a:pt x="68906" y="30550"/>
                </a:cubicBezTo>
                <a:cubicBezTo>
                  <a:pt x="68906" y="36377"/>
                  <a:pt x="67548" y="42204"/>
                  <a:pt x="64833" y="48031"/>
                </a:cubicBezTo>
                <a:cubicBezTo>
                  <a:pt x="60646" y="57196"/>
                  <a:pt x="53858" y="66898"/>
                  <a:pt x="44467" y="77138"/>
                </a:cubicBezTo>
                <a:cubicBezTo>
                  <a:pt x="30380" y="92525"/>
                  <a:pt x="21583" y="101803"/>
                  <a:pt x="18075" y="104972"/>
                </a:cubicBezTo>
                <a:lnTo>
                  <a:pt x="48116" y="104972"/>
                </a:lnTo>
                <a:cubicBezTo>
                  <a:pt x="54225" y="104972"/>
                  <a:pt x="58511" y="104744"/>
                  <a:pt x="60972" y="104287"/>
                </a:cubicBezTo>
                <a:cubicBezTo>
                  <a:pt x="63433" y="103830"/>
                  <a:pt x="65653" y="102901"/>
                  <a:pt x="67633" y="101503"/>
                </a:cubicBezTo>
                <a:cubicBezTo>
                  <a:pt x="69613" y="100105"/>
                  <a:pt x="71339" y="98121"/>
                  <a:pt x="72810" y="95552"/>
                </a:cubicBezTo>
                <a:lnTo>
                  <a:pt x="75950" y="95552"/>
                </a:lnTo>
                <a:close/>
                <a:moveTo>
                  <a:pt x="164034" y="75356"/>
                </a:moveTo>
                <a:lnTo>
                  <a:pt x="164034" y="87406"/>
                </a:lnTo>
                <a:lnTo>
                  <a:pt x="148590" y="87406"/>
                </a:lnTo>
                <a:lnTo>
                  <a:pt x="148590" y="117785"/>
                </a:lnTo>
                <a:lnTo>
                  <a:pt x="134588" y="117785"/>
                </a:lnTo>
                <a:lnTo>
                  <a:pt x="134588" y="87406"/>
                </a:lnTo>
                <a:lnTo>
                  <a:pt x="85878" y="87406"/>
                </a:lnTo>
                <a:lnTo>
                  <a:pt x="85878" y="76544"/>
                </a:lnTo>
                <a:lnTo>
                  <a:pt x="139255" y="339"/>
                </a:lnTo>
                <a:lnTo>
                  <a:pt x="148590" y="339"/>
                </a:lnTo>
                <a:lnTo>
                  <a:pt x="148590" y="75356"/>
                </a:lnTo>
                <a:lnTo>
                  <a:pt x="164034" y="75356"/>
                </a:lnTo>
                <a:moveTo>
                  <a:pt x="134588" y="75356"/>
                </a:moveTo>
                <a:lnTo>
                  <a:pt x="134588" y="18245"/>
                </a:lnTo>
                <a:lnTo>
                  <a:pt x="94195" y="75356"/>
                </a:lnTo>
                <a:lnTo>
                  <a:pt x="134588" y="75356"/>
                </a:lnTo>
                <a:close/>
                <a:moveTo>
                  <a:pt x="179394" y="146807"/>
                </a:moveTo>
                <a:lnTo>
                  <a:pt x="179394" y="143074"/>
                </a:lnTo>
                <a:cubicBezTo>
                  <a:pt x="185221" y="141143"/>
                  <a:pt x="189733" y="138147"/>
                  <a:pt x="192929" y="134086"/>
                </a:cubicBezTo>
                <a:cubicBezTo>
                  <a:pt x="196125" y="130027"/>
                  <a:pt x="197724" y="125726"/>
                  <a:pt x="197724" y="121182"/>
                </a:cubicBezTo>
                <a:cubicBezTo>
                  <a:pt x="197724" y="120106"/>
                  <a:pt x="197469" y="119200"/>
                  <a:pt x="196960" y="118464"/>
                </a:cubicBezTo>
                <a:cubicBezTo>
                  <a:pt x="196564" y="117955"/>
                  <a:pt x="196168" y="117701"/>
                  <a:pt x="195772" y="117701"/>
                </a:cubicBezTo>
                <a:cubicBezTo>
                  <a:pt x="195150" y="117701"/>
                  <a:pt x="193792" y="118266"/>
                  <a:pt x="191699" y="119398"/>
                </a:cubicBezTo>
                <a:cubicBezTo>
                  <a:pt x="190680" y="119907"/>
                  <a:pt x="189605" y="120161"/>
                  <a:pt x="188474" y="120161"/>
                </a:cubicBezTo>
                <a:cubicBezTo>
                  <a:pt x="185702" y="120161"/>
                  <a:pt x="183495" y="119341"/>
                  <a:pt x="181855" y="117701"/>
                </a:cubicBezTo>
                <a:cubicBezTo>
                  <a:pt x="180214" y="116060"/>
                  <a:pt x="179394" y="113797"/>
                  <a:pt x="179394" y="110912"/>
                </a:cubicBezTo>
                <a:cubicBezTo>
                  <a:pt x="179394" y="108140"/>
                  <a:pt x="180455" y="105764"/>
                  <a:pt x="182576" y="103784"/>
                </a:cubicBezTo>
                <a:cubicBezTo>
                  <a:pt x="184698" y="101803"/>
                  <a:pt x="187286" y="100813"/>
                  <a:pt x="190341" y="100813"/>
                </a:cubicBezTo>
                <a:cubicBezTo>
                  <a:pt x="194075" y="100813"/>
                  <a:pt x="197398" y="102443"/>
                  <a:pt x="200312" y="105704"/>
                </a:cubicBezTo>
                <a:cubicBezTo>
                  <a:pt x="203225" y="108962"/>
                  <a:pt x="204682" y="113283"/>
                  <a:pt x="204682" y="118666"/>
                </a:cubicBezTo>
                <a:cubicBezTo>
                  <a:pt x="204682" y="124505"/>
                  <a:pt x="202660" y="129933"/>
                  <a:pt x="198615" y="134948"/>
                </a:cubicBezTo>
                <a:cubicBezTo>
                  <a:pt x="194570" y="139964"/>
                  <a:pt x="188163" y="143917"/>
                  <a:pt x="179394" y="146807"/>
                </a:cubicBezTo>
                <a:close/>
                <a:moveTo>
                  <a:pt x="277322" y="14002"/>
                </a:moveTo>
                <a:lnTo>
                  <a:pt x="305326" y="339"/>
                </a:lnTo>
                <a:lnTo>
                  <a:pt x="308126" y="339"/>
                </a:lnTo>
                <a:lnTo>
                  <a:pt x="308126" y="97504"/>
                </a:lnTo>
                <a:cubicBezTo>
                  <a:pt x="308126" y="103953"/>
                  <a:pt x="308395" y="107970"/>
                  <a:pt x="308932" y="109554"/>
                </a:cubicBezTo>
                <a:cubicBezTo>
                  <a:pt x="309470" y="111138"/>
                  <a:pt x="310587" y="112354"/>
                  <a:pt x="312284" y="113203"/>
                </a:cubicBezTo>
                <a:cubicBezTo>
                  <a:pt x="313981" y="114052"/>
                  <a:pt x="317432" y="114532"/>
                  <a:pt x="322637" y="114646"/>
                </a:cubicBezTo>
                <a:lnTo>
                  <a:pt x="322637" y="117785"/>
                </a:lnTo>
                <a:lnTo>
                  <a:pt x="279359" y="117785"/>
                </a:lnTo>
                <a:lnTo>
                  <a:pt x="279359" y="114646"/>
                </a:lnTo>
                <a:cubicBezTo>
                  <a:pt x="284790" y="114532"/>
                  <a:pt x="288297" y="114066"/>
                  <a:pt x="289881" y="113245"/>
                </a:cubicBezTo>
                <a:cubicBezTo>
                  <a:pt x="291465" y="112425"/>
                  <a:pt x="292568" y="111322"/>
                  <a:pt x="293191" y="109936"/>
                </a:cubicBezTo>
                <a:cubicBezTo>
                  <a:pt x="293813" y="108550"/>
                  <a:pt x="294124" y="104406"/>
                  <a:pt x="294124" y="97504"/>
                </a:cubicBezTo>
                <a:lnTo>
                  <a:pt x="294124" y="35387"/>
                </a:lnTo>
                <a:cubicBezTo>
                  <a:pt x="294124" y="27014"/>
                  <a:pt x="293841" y="21639"/>
                  <a:pt x="293276" y="19263"/>
                </a:cubicBezTo>
                <a:cubicBezTo>
                  <a:pt x="292880" y="17453"/>
                  <a:pt x="292158" y="16123"/>
                  <a:pt x="291112" y="15275"/>
                </a:cubicBezTo>
                <a:cubicBezTo>
                  <a:pt x="290065" y="14426"/>
                  <a:pt x="288806" y="14002"/>
                  <a:pt x="287335" y="14002"/>
                </a:cubicBezTo>
                <a:cubicBezTo>
                  <a:pt x="285242" y="14002"/>
                  <a:pt x="282329" y="14879"/>
                  <a:pt x="278595" y="16633"/>
                </a:cubicBezTo>
                <a:lnTo>
                  <a:pt x="277322" y="14002"/>
                </a:lnTo>
                <a:close/>
                <a:moveTo>
                  <a:pt x="357769" y="14002"/>
                </a:moveTo>
                <a:lnTo>
                  <a:pt x="385773" y="339"/>
                </a:lnTo>
                <a:lnTo>
                  <a:pt x="388573" y="339"/>
                </a:lnTo>
                <a:lnTo>
                  <a:pt x="388573" y="97504"/>
                </a:lnTo>
                <a:cubicBezTo>
                  <a:pt x="388573" y="103953"/>
                  <a:pt x="388842" y="107970"/>
                  <a:pt x="389379" y="109554"/>
                </a:cubicBezTo>
                <a:cubicBezTo>
                  <a:pt x="389917" y="111138"/>
                  <a:pt x="391034" y="112354"/>
                  <a:pt x="392731" y="113203"/>
                </a:cubicBezTo>
                <a:cubicBezTo>
                  <a:pt x="394428" y="114052"/>
                  <a:pt x="397879" y="114532"/>
                  <a:pt x="403084" y="114646"/>
                </a:cubicBezTo>
                <a:lnTo>
                  <a:pt x="403084" y="117785"/>
                </a:lnTo>
                <a:lnTo>
                  <a:pt x="359806" y="117785"/>
                </a:lnTo>
                <a:lnTo>
                  <a:pt x="359806" y="114646"/>
                </a:lnTo>
                <a:cubicBezTo>
                  <a:pt x="365237" y="114532"/>
                  <a:pt x="368744" y="114066"/>
                  <a:pt x="370328" y="113245"/>
                </a:cubicBezTo>
                <a:cubicBezTo>
                  <a:pt x="371912" y="112425"/>
                  <a:pt x="373015" y="111322"/>
                  <a:pt x="373638" y="109936"/>
                </a:cubicBezTo>
                <a:cubicBezTo>
                  <a:pt x="374260" y="108550"/>
                  <a:pt x="374571" y="104406"/>
                  <a:pt x="374571" y="97504"/>
                </a:cubicBezTo>
                <a:lnTo>
                  <a:pt x="374571" y="35387"/>
                </a:lnTo>
                <a:cubicBezTo>
                  <a:pt x="374571" y="27014"/>
                  <a:pt x="374288" y="21639"/>
                  <a:pt x="373723" y="19263"/>
                </a:cubicBezTo>
                <a:cubicBezTo>
                  <a:pt x="373327" y="17453"/>
                  <a:pt x="372605" y="16123"/>
                  <a:pt x="371559" y="15275"/>
                </a:cubicBezTo>
                <a:cubicBezTo>
                  <a:pt x="370512" y="14426"/>
                  <a:pt x="369253" y="14002"/>
                  <a:pt x="367782" y="14002"/>
                </a:cubicBezTo>
                <a:cubicBezTo>
                  <a:pt x="365689" y="14002"/>
                  <a:pt x="362776" y="14879"/>
                  <a:pt x="359042" y="16633"/>
                </a:cubicBezTo>
                <a:lnTo>
                  <a:pt x="357769" y="14002"/>
                </a:lnTo>
                <a:close/>
                <a:moveTo>
                  <a:pt x="446023" y="101323"/>
                </a:moveTo>
                <a:cubicBezTo>
                  <a:pt x="448682" y="101323"/>
                  <a:pt x="450917" y="102242"/>
                  <a:pt x="452727" y="104081"/>
                </a:cubicBezTo>
                <a:cubicBezTo>
                  <a:pt x="454537" y="105919"/>
                  <a:pt x="455443" y="108140"/>
                  <a:pt x="455443" y="110742"/>
                </a:cubicBezTo>
                <a:cubicBezTo>
                  <a:pt x="455443" y="113344"/>
                  <a:pt x="454523" y="115565"/>
                  <a:pt x="452685" y="117404"/>
                </a:cubicBezTo>
                <a:cubicBezTo>
                  <a:pt x="450846" y="119242"/>
                  <a:pt x="448626" y="120161"/>
                  <a:pt x="446023" y="120161"/>
                </a:cubicBezTo>
                <a:cubicBezTo>
                  <a:pt x="443421" y="120161"/>
                  <a:pt x="441200" y="119242"/>
                  <a:pt x="439362" y="117404"/>
                </a:cubicBezTo>
                <a:cubicBezTo>
                  <a:pt x="437523" y="115565"/>
                  <a:pt x="436604" y="113344"/>
                  <a:pt x="436604" y="110742"/>
                </a:cubicBezTo>
                <a:cubicBezTo>
                  <a:pt x="436604" y="108083"/>
                  <a:pt x="437523" y="105848"/>
                  <a:pt x="439362" y="104038"/>
                </a:cubicBezTo>
                <a:cubicBezTo>
                  <a:pt x="441200" y="102228"/>
                  <a:pt x="443421" y="101323"/>
                  <a:pt x="446023" y="101323"/>
                </a:cubicBezTo>
                <a:close/>
                <a:moveTo>
                  <a:pt x="548619" y="75356"/>
                </a:moveTo>
                <a:lnTo>
                  <a:pt x="548619" y="87406"/>
                </a:lnTo>
                <a:lnTo>
                  <a:pt x="533174" y="87406"/>
                </a:lnTo>
                <a:lnTo>
                  <a:pt x="533174" y="117785"/>
                </a:lnTo>
                <a:lnTo>
                  <a:pt x="519172" y="117785"/>
                </a:lnTo>
                <a:lnTo>
                  <a:pt x="519172" y="87406"/>
                </a:lnTo>
                <a:lnTo>
                  <a:pt x="470463" y="87406"/>
                </a:lnTo>
                <a:lnTo>
                  <a:pt x="470463" y="76544"/>
                </a:lnTo>
                <a:lnTo>
                  <a:pt x="523840" y="339"/>
                </a:lnTo>
                <a:lnTo>
                  <a:pt x="533174" y="339"/>
                </a:lnTo>
                <a:lnTo>
                  <a:pt x="533174" y="75356"/>
                </a:lnTo>
                <a:lnTo>
                  <a:pt x="548619" y="75356"/>
                </a:lnTo>
                <a:moveTo>
                  <a:pt x="519172" y="75356"/>
                </a:moveTo>
                <a:lnTo>
                  <a:pt x="519172" y="18245"/>
                </a:lnTo>
                <a:lnTo>
                  <a:pt x="478779" y="75356"/>
                </a:lnTo>
                <a:lnTo>
                  <a:pt x="519172" y="75356"/>
                </a:lnTo>
                <a:close/>
                <a:moveTo>
                  <a:pt x="672769" y="0"/>
                </a:moveTo>
                <a:lnTo>
                  <a:pt x="588927" y="122538"/>
                </a:lnTo>
                <a:lnTo>
                  <a:pt x="581375" y="122538"/>
                </a:lnTo>
                <a:lnTo>
                  <a:pt x="665216" y="0"/>
                </a:lnTo>
                <a:lnTo>
                  <a:pt x="672769" y="0"/>
                </a:lnTo>
                <a:moveTo>
                  <a:pt x="585533" y="0"/>
                </a:moveTo>
                <a:cubicBezTo>
                  <a:pt x="593170" y="0"/>
                  <a:pt x="599096" y="3173"/>
                  <a:pt x="603311" y="9518"/>
                </a:cubicBezTo>
                <a:cubicBezTo>
                  <a:pt x="607526" y="15863"/>
                  <a:pt x="609633" y="23142"/>
                  <a:pt x="609633" y="31356"/>
                </a:cubicBezTo>
                <a:cubicBezTo>
                  <a:pt x="609633" y="41214"/>
                  <a:pt x="607257" y="48833"/>
                  <a:pt x="602505" y="54215"/>
                </a:cubicBezTo>
                <a:cubicBezTo>
                  <a:pt x="597753" y="59596"/>
                  <a:pt x="592039" y="62287"/>
                  <a:pt x="585363" y="62287"/>
                </a:cubicBezTo>
                <a:cubicBezTo>
                  <a:pt x="580894" y="62287"/>
                  <a:pt x="576792" y="61055"/>
                  <a:pt x="573059" y="58590"/>
                </a:cubicBezTo>
                <a:cubicBezTo>
                  <a:pt x="569325" y="56126"/>
                  <a:pt x="566340" y="52458"/>
                  <a:pt x="564106" y="47588"/>
                </a:cubicBezTo>
                <a:cubicBezTo>
                  <a:pt x="561871" y="42715"/>
                  <a:pt x="560754" y="37305"/>
                  <a:pt x="560754" y="31356"/>
                </a:cubicBezTo>
                <a:cubicBezTo>
                  <a:pt x="560754" y="25408"/>
                  <a:pt x="561885" y="19928"/>
                  <a:pt x="564148" y="14914"/>
                </a:cubicBezTo>
                <a:cubicBezTo>
                  <a:pt x="566411" y="9900"/>
                  <a:pt x="569509" y="6161"/>
                  <a:pt x="573440" y="3697"/>
                </a:cubicBezTo>
                <a:cubicBezTo>
                  <a:pt x="577372" y="1232"/>
                  <a:pt x="581403" y="0"/>
                  <a:pt x="585533" y="0"/>
                </a:cubicBezTo>
                <a:moveTo>
                  <a:pt x="585278" y="4582"/>
                </a:moveTo>
                <a:cubicBezTo>
                  <a:pt x="582393" y="4582"/>
                  <a:pt x="579833" y="6288"/>
                  <a:pt x="577599" y="9698"/>
                </a:cubicBezTo>
                <a:cubicBezTo>
                  <a:pt x="575364" y="13108"/>
                  <a:pt x="574247" y="20271"/>
                  <a:pt x="574247" y="31186"/>
                </a:cubicBezTo>
                <a:cubicBezTo>
                  <a:pt x="574247" y="39087"/>
                  <a:pt x="574869" y="45112"/>
                  <a:pt x="576113" y="49261"/>
                </a:cubicBezTo>
                <a:cubicBezTo>
                  <a:pt x="577075" y="52389"/>
                  <a:pt x="578574" y="54804"/>
                  <a:pt x="580611" y="56509"/>
                </a:cubicBezTo>
                <a:cubicBezTo>
                  <a:pt x="581799" y="57532"/>
                  <a:pt x="583270" y="58044"/>
                  <a:pt x="585024" y="58044"/>
                </a:cubicBezTo>
                <a:cubicBezTo>
                  <a:pt x="587739" y="58044"/>
                  <a:pt x="590059" y="56566"/>
                  <a:pt x="591982" y="53610"/>
                </a:cubicBezTo>
                <a:cubicBezTo>
                  <a:pt x="594811" y="49233"/>
                  <a:pt x="596225" y="41929"/>
                  <a:pt x="596225" y="31698"/>
                </a:cubicBezTo>
                <a:cubicBezTo>
                  <a:pt x="596225" y="20898"/>
                  <a:pt x="594839" y="13309"/>
                  <a:pt x="592067" y="8931"/>
                </a:cubicBezTo>
                <a:cubicBezTo>
                  <a:pt x="590257" y="6032"/>
                  <a:pt x="587994" y="4582"/>
                  <a:pt x="585278" y="4582"/>
                </a:cubicBezTo>
                <a:moveTo>
                  <a:pt x="668865" y="60590"/>
                </a:moveTo>
                <a:cubicBezTo>
                  <a:pt x="672882" y="60590"/>
                  <a:pt x="676885" y="61865"/>
                  <a:pt x="680873" y="64414"/>
                </a:cubicBezTo>
                <a:cubicBezTo>
                  <a:pt x="684861" y="66963"/>
                  <a:pt x="687945" y="70674"/>
                  <a:pt x="690123" y="75546"/>
                </a:cubicBezTo>
                <a:cubicBezTo>
                  <a:pt x="692301" y="80417"/>
                  <a:pt x="693390" y="85770"/>
                  <a:pt x="693390" y="91606"/>
                </a:cubicBezTo>
                <a:cubicBezTo>
                  <a:pt x="693390" y="101634"/>
                  <a:pt x="690985" y="109296"/>
                  <a:pt x="686177" y="114593"/>
                </a:cubicBezTo>
                <a:cubicBezTo>
                  <a:pt x="681368" y="119889"/>
                  <a:pt x="675682" y="122538"/>
                  <a:pt x="669120" y="122538"/>
                </a:cubicBezTo>
                <a:cubicBezTo>
                  <a:pt x="664990" y="122538"/>
                  <a:pt x="660987" y="121263"/>
                  <a:pt x="657112" y="118714"/>
                </a:cubicBezTo>
                <a:cubicBezTo>
                  <a:pt x="653237" y="116164"/>
                  <a:pt x="650182" y="112525"/>
                  <a:pt x="647947" y="107796"/>
                </a:cubicBezTo>
                <a:cubicBezTo>
                  <a:pt x="645713" y="103065"/>
                  <a:pt x="644595" y="97668"/>
                  <a:pt x="644595" y="91606"/>
                </a:cubicBezTo>
                <a:cubicBezTo>
                  <a:pt x="644595" y="85657"/>
                  <a:pt x="645713" y="80219"/>
                  <a:pt x="647947" y="75292"/>
                </a:cubicBezTo>
                <a:cubicBezTo>
                  <a:pt x="650182" y="70363"/>
                  <a:pt x="653237" y="66680"/>
                  <a:pt x="657112" y="64244"/>
                </a:cubicBezTo>
                <a:cubicBezTo>
                  <a:pt x="660987" y="61808"/>
                  <a:pt x="664905" y="60590"/>
                  <a:pt x="668865" y="60590"/>
                </a:cubicBezTo>
                <a:moveTo>
                  <a:pt x="668950" y="65172"/>
                </a:moveTo>
                <a:cubicBezTo>
                  <a:pt x="666235" y="65172"/>
                  <a:pt x="663887" y="66705"/>
                  <a:pt x="661907" y="69771"/>
                </a:cubicBezTo>
                <a:cubicBezTo>
                  <a:pt x="659361" y="73743"/>
                  <a:pt x="658088" y="81263"/>
                  <a:pt x="658088" y="92330"/>
                </a:cubicBezTo>
                <a:cubicBezTo>
                  <a:pt x="658088" y="102489"/>
                  <a:pt x="659389" y="109583"/>
                  <a:pt x="661992" y="113614"/>
                </a:cubicBezTo>
                <a:cubicBezTo>
                  <a:pt x="663915" y="116508"/>
                  <a:pt x="666235" y="117955"/>
                  <a:pt x="668950" y="117955"/>
                </a:cubicBezTo>
                <a:cubicBezTo>
                  <a:pt x="671552" y="117955"/>
                  <a:pt x="673872" y="116394"/>
                  <a:pt x="675909" y="113272"/>
                </a:cubicBezTo>
                <a:cubicBezTo>
                  <a:pt x="678624" y="109130"/>
                  <a:pt x="679982" y="102007"/>
                  <a:pt x="679982" y="91903"/>
                </a:cubicBezTo>
                <a:cubicBezTo>
                  <a:pt x="679982" y="81234"/>
                  <a:pt x="678624" y="73771"/>
                  <a:pt x="675909" y="69513"/>
                </a:cubicBezTo>
                <a:cubicBezTo>
                  <a:pt x="674042" y="66619"/>
                  <a:pt x="671722" y="65172"/>
                  <a:pt x="668950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3C8BF-F913-4D46-8D0F-EF74AF45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4555241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F3EC4-5138-4345-B421-F2E1CDDA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4555241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76" name="Text 12,5.7%">
            <a:extLst xmlns:a="http://schemas.openxmlformats.org/drawingml/2006/main">
              <a:ext uri="{FF2B5EF4-FFF2-40B4-BE49-F238E27FC236}">
                <a16:creationId xmlns:a16="http://schemas.microsoft.com/office/drawing/2014/main" id="{43DA9655-A82E-4F65-9BA3-0A77BF8C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300" y="4644671"/>
            <a:ext cx="596310" cy="146807"/>
          </a:xfrm>
          <a:custGeom xmlns:a="http://schemas.openxmlformats.org/drawingml/2006/main">
            <a:pathLst>
              <a:path w="596310" h="146807">
                <a:moveTo>
                  <a:pt x="0" y="14002"/>
                </a:moveTo>
                <a:lnTo>
                  <a:pt x="28004" y="339"/>
                </a:lnTo>
                <a:lnTo>
                  <a:pt x="30804" y="339"/>
                </a:lnTo>
                <a:lnTo>
                  <a:pt x="30804" y="97504"/>
                </a:lnTo>
                <a:cubicBezTo>
                  <a:pt x="30804" y="103953"/>
                  <a:pt x="31073" y="107970"/>
                  <a:pt x="31610" y="109554"/>
                </a:cubicBezTo>
                <a:cubicBezTo>
                  <a:pt x="32148" y="111138"/>
                  <a:pt x="33265" y="112354"/>
                  <a:pt x="34962" y="113203"/>
                </a:cubicBezTo>
                <a:cubicBezTo>
                  <a:pt x="36659" y="114052"/>
                  <a:pt x="40110" y="114532"/>
                  <a:pt x="45315" y="114646"/>
                </a:cubicBezTo>
                <a:lnTo>
                  <a:pt x="45315" y="117785"/>
                </a:lnTo>
                <a:lnTo>
                  <a:pt x="2037" y="117785"/>
                </a:lnTo>
                <a:lnTo>
                  <a:pt x="2037" y="114646"/>
                </a:lnTo>
                <a:cubicBezTo>
                  <a:pt x="7468" y="114532"/>
                  <a:pt x="10975" y="114066"/>
                  <a:pt x="12559" y="113245"/>
                </a:cubicBezTo>
                <a:cubicBezTo>
                  <a:pt x="14143" y="112425"/>
                  <a:pt x="15246" y="111322"/>
                  <a:pt x="15869" y="109936"/>
                </a:cubicBezTo>
                <a:cubicBezTo>
                  <a:pt x="16491" y="108550"/>
                  <a:pt x="16802" y="104406"/>
                  <a:pt x="16802" y="97504"/>
                </a:cubicBezTo>
                <a:lnTo>
                  <a:pt x="16802" y="35387"/>
                </a:lnTo>
                <a:cubicBezTo>
                  <a:pt x="16802" y="27014"/>
                  <a:pt x="16519" y="21639"/>
                  <a:pt x="15954" y="19263"/>
                </a:cubicBezTo>
                <a:cubicBezTo>
                  <a:pt x="15558" y="17453"/>
                  <a:pt x="14836" y="16123"/>
                  <a:pt x="13790" y="15275"/>
                </a:cubicBezTo>
                <a:cubicBezTo>
                  <a:pt x="12743" y="14426"/>
                  <a:pt x="11484" y="14002"/>
                  <a:pt x="10013" y="14002"/>
                </a:cubicBezTo>
                <a:cubicBezTo>
                  <a:pt x="7920" y="14002"/>
                  <a:pt x="5007" y="14879"/>
                  <a:pt x="1273" y="16633"/>
                </a:cubicBezTo>
                <a:lnTo>
                  <a:pt x="0" y="14002"/>
                </a:lnTo>
                <a:close/>
                <a:moveTo>
                  <a:pt x="146214" y="95552"/>
                </a:moveTo>
                <a:lnTo>
                  <a:pt x="138152" y="117785"/>
                </a:lnTo>
                <a:lnTo>
                  <a:pt x="70264" y="117785"/>
                </a:lnTo>
                <a:lnTo>
                  <a:pt x="70264" y="114640"/>
                </a:lnTo>
                <a:cubicBezTo>
                  <a:pt x="90234" y="96394"/>
                  <a:pt x="104293" y="81491"/>
                  <a:pt x="112439" y="69932"/>
                </a:cubicBezTo>
                <a:cubicBezTo>
                  <a:pt x="120586" y="58372"/>
                  <a:pt x="124659" y="47803"/>
                  <a:pt x="124659" y="38227"/>
                </a:cubicBezTo>
                <a:cubicBezTo>
                  <a:pt x="124659" y="30918"/>
                  <a:pt x="122425" y="24913"/>
                  <a:pt x="117955" y="20210"/>
                </a:cubicBezTo>
                <a:cubicBezTo>
                  <a:pt x="113486" y="15505"/>
                  <a:pt x="108140" y="13153"/>
                  <a:pt x="101917" y="13153"/>
                </a:cubicBezTo>
                <a:cubicBezTo>
                  <a:pt x="96259" y="13153"/>
                  <a:pt x="91182" y="14815"/>
                  <a:pt x="86684" y="18139"/>
                </a:cubicBezTo>
                <a:cubicBezTo>
                  <a:pt x="82187" y="21462"/>
                  <a:pt x="78863" y="26335"/>
                  <a:pt x="76713" y="32756"/>
                </a:cubicBezTo>
                <a:lnTo>
                  <a:pt x="73574" y="32756"/>
                </a:lnTo>
                <a:cubicBezTo>
                  <a:pt x="74988" y="22316"/>
                  <a:pt x="78623" y="14304"/>
                  <a:pt x="84478" y="8719"/>
                </a:cubicBezTo>
                <a:cubicBezTo>
                  <a:pt x="90333" y="3133"/>
                  <a:pt x="97645" y="339"/>
                  <a:pt x="106414" y="339"/>
                </a:cubicBezTo>
                <a:cubicBezTo>
                  <a:pt x="115749" y="339"/>
                  <a:pt x="123542" y="3338"/>
                  <a:pt x="129793" y="9335"/>
                </a:cubicBezTo>
                <a:cubicBezTo>
                  <a:pt x="136045" y="15331"/>
                  <a:pt x="139170" y="22403"/>
                  <a:pt x="139170" y="30550"/>
                </a:cubicBezTo>
                <a:cubicBezTo>
                  <a:pt x="139170" y="36377"/>
                  <a:pt x="137812" y="42204"/>
                  <a:pt x="135097" y="48031"/>
                </a:cubicBezTo>
                <a:cubicBezTo>
                  <a:pt x="130911" y="57196"/>
                  <a:pt x="124122" y="66898"/>
                  <a:pt x="114731" y="77138"/>
                </a:cubicBezTo>
                <a:cubicBezTo>
                  <a:pt x="100644" y="92525"/>
                  <a:pt x="91847" y="101803"/>
                  <a:pt x="88339" y="104972"/>
                </a:cubicBezTo>
                <a:lnTo>
                  <a:pt x="118380" y="104972"/>
                </a:lnTo>
                <a:cubicBezTo>
                  <a:pt x="124489" y="104972"/>
                  <a:pt x="128775" y="104744"/>
                  <a:pt x="131236" y="104287"/>
                </a:cubicBezTo>
                <a:cubicBezTo>
                  <a:pt x="133697" y="103830"/>
                  <a:pt x="135917" y="102901"/>
                  <a:pt x="137897" y="101503"/>
                </a:cubicBezTo>
                <a:cubicBezTo>
                  <a:pt x="139877" y="100105"/>
                  <a:pt x="141603" y="98121"/>
                  <a:pt x="143074" y="95552"/>
                </a:cubicBezTo>
                <a:lnTo>
                  <a:pt x="146214" y="95552"/>
                </a:lnTo>
                <a:close/>
                <a:moveTo>
                  <a:pt x="162761" y="146807"/>
                </a:moveTo>
                <a:lnTo>
                  <a:pt x="162761" y="143074"/>
                </a:lnTo>
                <a:cubicBezTo>
                  <a:pt x="168588" y="141143"/>
                  <a:pt x="173100" y="138147"/>
                  <a:pt x="176297" y="134086"/>
                </a:cubicBezTo>
                <a:cubicBezTo>
                  <a:pt x="179493" y="130027"/>
                  <a:pt x="181091" y="125726"/>
                  <a:pt x="181091" y="121182"/>
                </a:cubicBezTo>
                <a:cubicBezTo>
                  <a:pt x="181091" y="120106"/>
                  <a:pt x="180837" y="119200"/>
                  <a:pt x="180327" y="118464"/>
                </a:cubicBezTo>
                <a:cubicBezTo>
                  <a:pt x="179931" y="117955"/>
                  <a:pt x="179535" y="117701"/>
                  <a:pt x="179139" y="117701"/>
                </a:cubicBezTo>
                <a:cubicBezTo>
                  <a:pt x="178517" y="117701"/>
                  <a:pt x="177159" y="118266"/>
                  <a:pt x="175066" y="119398"/>
                </a:cubicBezTo>
                <a:cubicBezTo>
                  <a:pt x="174048" y="119907"/>
                  <a:pt x="172973" y="120161"/>
                  <a:pt x="171841" y="120161"/>
                </a:cubicBezTo>
                <a:cubicBezTo>
                  <a:pt x="169069" y="120161"/>
                  <a:pt x="166863" y="119341"/>
                  <a:pt x="165222" y="117701"/>
                </a:cubicBezTo>
                <a:cubicBezTo>
                  <a:pt x="163582" y="116060"/>
                  <a:pt x="162761" y="113797"/>
                  <a:pt x="162761" y="110912"/>
                </a:cubicBezTo>
                <a:cubicBezTo>
                  <a:pt x="162761" y="108140"/>
                  <a:pt x="163822" y="105764"/>
                  <a:pt x="165944" y="103784"/>
                </a:cubicBezTo>
                <a:cubicBezTo>
                  <a:pt x="168065" y="101803"/>
                  <a:pt x="170653" y="100813"/>
                  <a:pt x="173708" y="100813"/>
                </a:cubicBezTo>
                <a:cubicBezTo>
                  <a:pt x="177442" y="100813"/>
                  <a:pt x="180766" y="102443"/>
                  <a:pt x="183679" y="105704"/>
                </a:cubicBezTo>
                <a:cubicBezTo>
                  <a:pt x="186593" y="108962"/>
                  <a:pt x="188050" y="113283"/>
                  <a:pt x="188050" y="118666"/>
                </a:cubicBezTo>
                <a:cubicBezTo>
                  <a:pt x="188050" y="124505"/>
                  <a:pt x="186027" y="129933"/>
                  <a:pt x="181982" y="134948"/>
                </a:cubicBezTo>
                <a:cubicBezTo>
                  <a:pt x="177937" y="139964"/>
                  <a:pt x="171530" y="143917"/>
                  <a:pt x="162761" y="146807"/>
                </a:cubicBezTo>
                <a:close/>
                <a:moveTo>
                  <a:pt x="315763" y="2716"/>
                </a:moveTo>
                <a:lnTo>
                  <a:pt x="309144" y="17311"/>
                </a:lnTo>
                <a:lnTo>
                  <a:pt x="274521" y="17311"/>
                </a:lnTo>
                <a:lnTo>
                  <a:pt x="266969" y="32586"/>
                </a:lnTo>
                <a:cubicBezTo>
                  <a:pt x="281961" y="34793"/>
                  <a:pt x="293841" y="40365"/>
                  <a:pt x="302610" y="49304"/>
                </a:cubicBezTo>
                <a:cubicBezTo>
                  <a:pt x="310134" y="56998"/>
                  <a:pt x="313896" y="66049"/>
                  <a:pt x="313896" y="76459"/>
                </a:cubicBezTo>
                <a:cubicBezTo>
                  <a:pt x="313896" y="82512"/>
                  <a:pt x="312666" y="88113"/>
                  <a:pt x="310205" y="93261"/>
                </a:cubicBezTo>
                <a:cubicBezTo>
                  <a:pt x="307744" y="98409"/>
                  <a:pt x="304647" y="102794"/>
                  <a:pt x="300913" y="106414"/>
                </a:cubicBezTo>
                <a:cubicBezTo>
                  <a:pt x="297179" y="110035"/>
                  <a:pt x="293021" y="112948"/>
                  <a:pt x="288438" y="115155"/>
                </a:cubicBezTo>
                <a:cubicBezTo>
                  <a:pt x="281932" y="118266"/>
                  <a:pt x="275257" y="119822"/>
                  <a:pt x="268411" y="119822"/>
                </a:cubicBezTo>
                <a:cubicBezTo>
                  <a:pt x="261509" y="119822"/>
                  <a:pt x="256489" y="118648"/>
                  <a:pt x="253349" y="116300"/>
                </a:cubicBezTo>
                <a:cubicBezTo>
                  <a:pt x="250209" y="113953"/>
                  <a:pt x="248639" y="111364"/>
                  <a:pt x="248639" y="108536"/>
                </a:cubicBezTo>
                <a:cubicBezTo>
                  <a:pt x="248639" y="106952"/>
                  <a:pt x="249290" y="105551"/>
                  <a:pt x="250591" y="104335"/>
                </a:cubicBezTo>
                <a:cubicBezTo>
                  <a:pt x="251892" y="103119"/>
                  <a:pt x="253533" y="102511"/>
                  <a:pt x="255513" y="102511"/>
                </a:cubicBezTo>
                <a:cubicBezTo>
                  <a:pt x="256984" y="102511"/>
                  <a:pt x="258271" y="102737"/>
                  <a:pt x="259374" y="103190"/>
                </a:cubicBezTo>
                <a:cubicBezTo>
                  <a:pt x="260477" y="103642"/>
                  <a:pt x="262358" y="104802"/>
                  <a:pt x="265017" y="106669"/>
                </a:cubicBezTo>
                <a:cubicBezTo>
                  <a:pt x="269260" y="109611"/>
                  <a:pt x="273560" y="111081"/>
                  <a:pt x="277916" y="111081"/>
                </a:cubicBezTo>
                <a:cubicBezTo>
                  <a:pt x="284535" y="111081"/>
                  <a:pt x="290348" y="108578"/>
                  <a:pt x="295354" y="103571"/>
                </a:cubicBezTo>
                <a:cubicBezTo>
                  <a:pt x="300361" y="98565"/>
                  <a:pt x="302864" y="92469"/>
                  <a:pt x="302864" y="85284"/>
                </a:cubicBezTo>
                <a:cubicBezTo>
                  <a:pt x="302864" y="78326"/>
                  <a:pt x="300630" y="71834"/>
                  <a:pt x="296161" y="65809"/>
                </a:cubicBezTo>
                <a:cubicBezTo>
                  <a:pt x="291691" y="59784"/>
                  <a:pt x="285525" y="55131"/>
                  <a:pt x="277661" y="51849"/>
                </a:cubicBezTo>
                <a:cubicBezTo>
                  <a:pt x="271495" y="49304"/>
                  <a:pt x="263094" y="47833"/>
                  <a:pt x="252458" y="47437"/>
                </a:cubicBezTo>
                <a:lnTo>
                  <a:pt x="274521" y="2716"/>
                </a:lnTo>
                <a:lnTo>
                  <a:pt x="315763" y="2716"/>
                </a:lnTo>
                <a:close/>
                <a:moveTo>
                  <a:pt x="348943" y="101323"/>
                </a:moveTo>
                <a:cubicBezTo>
                  <a:pt x="351602" y="101323"/>
                  <a:pt x="353837" y="102242"/>
                  <a:pt x="355647" y="104081"/>
                </a:cubicBezTo>
                <a:cubicBezTo>
                  <a:pt x="357458" y="105919"/>
                  <a:pt x="358363" y="108140"/>
                  <a:pt x="358363" y="110742"/>
                </a:cubicBezTo>
                <a:cubicBezTo>
                  <a:pt x="358363" y="113344"/>
                  <a:pt x="357444" y="115565"/>
                  <a:pt x="355605" y="117404"/>
                </a:cubicBezTo>
                <a:cubicBezTo>
                  <a:pt x="353766" y="119242"/>
                  <a:pt x="351546" y="120161"/>
                  <a:pt x="348943" y="120161"/>
                </a:cubicBezTo>
                <a:cubicBezTo>
                  <a:pt x="346341" y="120161"/>
                  <a:pt x="344121" y="119242"/>
                  <a:pt x="342282" y="117404"/>
                </a:cubicBezTo>
                <a:cubicBezTo>
                  <a:pt x="340443" y="115565"/>
                  <a:pt x="339524" y="113344"/>
                  <a:pt x="339524" y="110742"/>
                </a:cubicBezTo>
                <a:cubicBezTo>
                  <a:pt x="339524" y="108083"/>
                  <a:pt x="340443" y="105848"/>
                  <a:pt x="342282" y="104038"/>
                </a:cubicBezTo>
                <a:cubicBezTo>
                  <a:pt x="344121" y="102228"/>
                  <a:pt x="346341" y="101323"/>
                  <a:pt x="348943" y="101323"/>
                </a:cubicBezTo>
                <a:close/>
                <a:moveTo>
                  <a:pt x="388149" y="2716"/>
                </a:moveTo>
                <a:lnTo>
                  <a:pt x="449842" y="2716"/>
                </a:lnTo>
                <a:lnTo>
                  <a:pt x="449842" y="5940"/>
                </a:lnTo>
                <a:lnTo>
                  <a:pt x="411485" y="120161"/>
                </a:lnTo>
                <a:lnTo>
                  <a:pt x="401981" y="120161"/>
                </a:lnTo>
                <a:lnTo>
                  <a:pt x="436349" y="16548"/>
                </a:lnTo>
                <a:lnTo>
                  <a:pt x="404696" y="16548"/>
                </a:lnTo>
                <a:cubicBezTo>
                  <a:pt x="398304" y="16548"/>
                  <a:pt x="393750" y="17311"/>
                  <a:pt x="391034" y="18839"/>
                </a:cubicBezTo>
                <a:cubicBezTo>
                  <a:pt x="386282" y="21441"/>
                  <a:pt x="382463" y="25458"/>
                  <a:pt x="379578" y="30889"/>
                </a:cubicBezTo>
                <a:lnTo>
                  <a:pt x="377117" y="29956"/>
                </a:lnTo>
                <a:lnTo>
                  <a:pt x="388149" y="2716"/>
                </a:lnTo>
                <a:close/>
                <a:moveTo>
                  <a:pt x="575689" y="0"/>
                </a:moveTo>
                <a:lnTo>
                  <a:pt x="491848" y="122538"/>
                </a:lnTo>
                <a:lnTo>
                  <a:pt x="484295" y="122538"/>
                </a:lnTo>
                <a:lnTo>
                  <a:pt x="568137" y="0"/>
                </a:lnTo>
                <a:lnTo>
                  <a:pt x="575689" y="0"/>
                </a:lnTo>
                <a:moveTo>
                  <a:pt x="488453" y="0"/>
                </a:moveTo>
                <a:cubicBezTo>
                  <a:pt x="496091" y="0"/>
                  <a:pt x="502017" y="3173"/>
                  <a:pt x="506231" y="9518"/>
                </a:cubicBezTo>
                <a:cubicBezTo>
                  <a:pt x="510446" y="15863"/>
                  <a:pt x="512553" y="23142"/>
                  <a:pt x="512553" y="31356"/>
                </a:cubicBezTo>
                <a:cubicBezTo>
                  <a:pt x="512553" y="41214"/>
                  <a:pt x="510177" y="48833"/>
                  <a:pt x="505425" y="54215"/>
                </a:cubicBezTo>
                <a:cubicBezTo>
                  <a:pt x="500673" y="59596"/>
                  <a:pt x="494959" y="62287"/>
                  <a:pt x="488283" y="62287"/>
                </a:cubicBezTo>
                <a:cubicBezTo>
                  <a:pt x="483814" y="62287"/>
                  <a:pt x="479713" y="61055"/>
                  <a:pt x="475979" y="58590"/>
                </a:cubicBezTo>
                <a:cubicBezTo>
                  <a:pt x="472245" y="56126"/>
                  <a:pt x="469261" y="52458"/>
                  <a:pt x="467026" y="47588"/>
                </a:cubicBezTo>
                <a:cubicBezTo>
                  <a:pt x="464791" y="42715"/>
                  <a:pt x="463674" y="37305"/>
                  <a:pt x="463674" y="31356"/>
                </a:cubicBezTo>
                <a:cubicBezTo>
                  <a:pt x="463674" y="25408"/>
                  <a:pt x="464806" y="19928"/>
                  <a:pt x="467069" y="14914"/>
                </a:cubicBezTo>
                <a:cubicBezTo>
                  <a:pt x="469331" y="9900"/>
                  <a:pt x="472429" y="6161"/>
                  <a:pt x="476361" y="3697"/>
                </a:cubicBezTo>
                <a:cubicBezTo>
                  <a:pt x="480293" y="1232"/>
                  <a:pt x="484323" y="0"/>
                  <a:pt x="488453" y="0"/>
                </a:cubicBezTo>
                <a:moveTo>
                  <a:pt x="488199" y="4582"/>
                </a:moveTo>
                <a:cubicBezTo>
                  <a:pt x="485313" y="4582"/>
                  <a:pt x="482753" y="6288"/>
                  <a:pt x="480519" y="9698"/>
                </a:cubicBezTo>
                <a:cubicBezTo>
                  <a:pt x="478284" y="13108"/>
                  <a:pt x="477167" y="20271"/>
                  <a:pt x="477167" y="31186"/>
                </a:cubicBezTo>
                <a:cubicBezTo>
                  <a:pt x="477167" y="39087"/>
                  <a:pt x="477789" y="45112"/>
                  <a:pt x="479034" y="49261"/>
                </a:cubicBezTo>
                <a:cubicBezTo>
                  <a:pt x="479996" y="52389"/>
                  <a:pt x="481495" y="54804"/>
                  <a:pt x="483531" y="56509"/>
                </a:cubicBezTo>
                <a:cubicBezTo>
                  <a:pt x="484719" y="57532"/>
                  <a:pt x="486190" y="58044"/>
                  <a:pt x="487944" y="58044"/>
                </a:cubicBezTo>
                <a:cubicBezTo>
                  <a:pt x="490660" y="58044"/>
                  <a:pt x="492979" y="56566"/>
                  <a:pt x="494903" y="53610"/>
                </a:cubicBezTo>
                <a:cubicBezTo>
                  <a:pt x="497731" y="49233"/>
                  <a:pt x="499146" y="41929"/>
                  <a:pt x="499146" y="31698"/>
                </a:cubicBezTo>
                <a:cubicBezTo>
                  <a:pt x="499146" y="20898"/>
                  <a:pt x="497759" y="13309"/>
                  <a:pt x="494987" y="8931"/>
                </a:cubicBezTo>
                <a:cubicBezTo>
                  <a:pt x="493177" y="6032"/>
                  <a:pt x="490914" y="4582"/>
                  <a:pt x="488199" y="4582"/>
                </a:cubicBezTo>
                <a:moveTo>
                  <a:pt x="571786" y="60590"/>
                </a:moveTo>
                <a:cubicBezTo>
                  <a:pt x="575802" y="60590"/>
                  <a:pt x="579805" y="61865"/>
                  <a:pt x="583793" y="64414"/>
                </a:cubicBezTo>
                <a:cubicBezTo>
                  <a:pt x="587782" y="66963"/>
                  <a:pt x="590865" y="70674"/>
                  <a:pt x="593043" y="75546"/>
                </a:cubicBezTo>
                <a:cubicBezTo>
                  <a:pt x="595221" y="80417"/>
                  <a:pt x="596310" y="85770"/>
                  <a:pt x="596310" y="91606"/>
                </a:cubicBezTo>
                <a:cubicBezTo>
                  <a:pt x="596310" y="101634"/>
                  <a:pt x="593906" y="109296"/>
                  <a:pt x="589097" y="114593"/>
                </a:cubicBezTo>
                <a:cubicBezTo>
                  <a:pt x="584288" y="119889"/>
                  <a:pt x="578603" y="122538"/>
                  <a:pt x="572040" y="122538"/>
                </a:cubicBezTo>
                <a:cubicBezTo>
                  <a:pt x="567910" y="122538"/>
                  <a:pt x="563908" y="121263"/>
                  <a:pt x="560032" y="118714"/>
                </a:cubicBezTo>
                <a:cubicBezTo>
                  <a:pt x="556157" y="116164"/>
                  <a:pt x="553102" y="112525"/>
                  <a:pt x="550868" y="107796"/>
                </a:cubicBezTo>
                <a:cubicBezTo>
                  <a:pt x="548633" y="103065"/>
                  <a:pt x="547516" y="97668"/>
                  <a:pt x="547516" y="91606"/>
                </a:cubicBezTo>
                <a:cubicBezTo>
                  <a:pt x="547516" y="85657"/>
                  <a:pt x="548633" y="80219"/>
                  <a:pt x="550868" y="75292"/>
                </a:cubicBezTo>
                <a:cubicBezTo>
                  <a:pt x="553102" y="70363"/>
                  <a:pt x="556157" y="66680"/>
                  <a:pt x="560032" y="64244"/>
                </a:cubicBezTo>
                <a:cubicBezTo>
                  <a:pt x="563908" y="61808"/>
                  <a:pt x="567825" y="60590"/>
                  <a:pt x="571786" y="60590"/>
                </a:cubicBezTo>
                <a:moveTo>
                  <a:pt x="571870" y="65172"/>
                </a:moveTo>
                <a:cubicBezTo>
                  <a:pt x="569155" y="65172"/>
                  <a:pt x="566807" y="66705"/>
                  <a:pt x="564827" y="69771"/>
                </a:cubicBezTo>
                <a:cubicBezTo>
                  <a:pt x="562281" y="73743"/>
                  <a:pt x="561008" y="81263"/>
                  <a:pt x="561008" y="92330"/>
                </a:cubicBezTo>
                <a:cubicBezTo>
                  <a:pt x="561008" y="102489"/>
                  <a:pt x="562310" y="109583"/>
                  <a:pt x="564912" y="113614"/>
                </a:cubicBezTo>
                <a:cubicBezTo>
                  <a:pt x="566835" y="116508"/>
                  <a:pt x="569155" y="117955"/>
                  <a:pt x="571870" y="117955"/>
                </a:cubicBezTo>
                <a:cubicBezTo>
                  <a:pt x="574473" y="117955"/>
                  <a:pt x="576792" y="116394"/>
                  <a:pt x="578829" y="113272"/>
                </a:cubicBezTo>
                <a:cubicBezTo>
                  <a:pt x="581544" y="109130"/>
                  <a:pt x="582902" y="102007"/>
                  <a:pt x="582902" y="91903"/>
                </a:cubicBezTo>
                <a:cubicBezTo>
                  <a:pt x="582902" y="81234"/>
                  <a:pt x="581544" y="73771"/>
                  <a:pt x="578829" y="69513"/>
                </a:cubicBezTo>
                <a:cubicBezTo>
                  <a:pt x="576962" y="66619"/>
                  <a:pt x="574642" y="65172"/>
                  <a:pt x="571870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273ED-E5ED-4654-8944-A73E1F69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4889459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C3742-EFB0-45F3-85DE-A1D6B298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4889459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79" name="Text 40,24.8%">
            <a:extLst xmlns:a="http://schemas.openxmlformats.org/drawingml/2006/main">
              <a:ext uri="{FF2B5EF4-FFF2-40B4-BE49-F238E27FC236}">
                <a16:creationId xmlns:a16="http://schemas.microsoft.com/office/drawing/2014/main" id="{C8E215A9-0964-4DD4-A943-BBD5EDDD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9201" y="4978888"/>
            <a:ext cx="700857" cy="146807"/>
          </a:xfrm>
          <a:custGeom xmlns:a="http://schemas.openxmlformats.org/drawingml/2006/main">
            <a:pathLst>
              <a:path w="700857" h="146807">
                <a:moveTo>
                  <a:pt x="78156" y="75356"/>
                </a:moveTo>
                <a:lnTo>
                  <a:pt x="78156" y="87406"/>
                </a:lnTo>
                <a:lnTo>
                  <a:pt x="62711" y="87406"/>
                </a:lnTo>
                <a:lnTo>
                  <a:pt x="62711" y="117785"/>
                </a:lnTo>
                <a:lnTo>
                  <a:pt x="48710" y="117785"/>
                </a:lnTo>
                <a:lnTo>
                  <a:pt x="48710" y="87406"/>
                </a:lnTo>
                <a:lnTo>
                  <a:pt x="0" y="87406"/>
                </a:lnTo>
                <a:lnTo>
                  <a:pt x="0" y="76544"/>
                </a:lnTo>
                <a:lnTo>
                  <a:pt x="53377" y="339"/>
                </a:lnTo>
                <a:lnTo>
                  <a:pt x="62711" y="339"/>
                </a:lnTo>
                <a:lnTo>
                  <a:pt x="62711" y="75356"/>
                </a:lnTo>
                <a:lnTo>
                  <a:pt x="78156" y="75356"/>
                </a:lnTo>
                <a:moveTo>
                  <a:pt x="48710" y="75356"/>
                </a:moveTo>
                <a:lnTo>
                  <a:pt x="48710" y="18245"/>
                </a:lnTo>
                <a:lnTo>
                  <a:pt x="8316" y="75356"/>
                </a:lnTo>
                <a:lnTo>
                  <a:pt x="48710" y="75356"/>
                </a:lnTo>
                <a:close/>
                <a:moveTo>
                  <a:pt x="90461" y="60929"/>
                </a:moveTo>
                <a:cubicBezTo>
                  <a:pt x="90461" y="47804"/>
                  <a:pt x="92441" y="36504"/>
                  <a:pt x="96401" y="27028"/>
                </a:cubicBezTo>
                <a:cubicBezTo>
                  <a:pt x="100361" y="17552"/>
                  <a:pt x="105622" y="10494"/>
                  <a:pt x="112185" y="5855"/>
                </a:cubicBezTo>
                <a:cubicBezTo>
                  <a:pt x="117276" y="2178"/>
                  <a:pt x="122538" y="339"/>
                  <a:pt x="127969" y="339"/>
                </a:cubicBezTo>
                <a:cubicBezTo>
                  <a:pt x="136794" y="339"/>
                  <a:pt x="144714" y="4837"/>
                  <a:pt x="151729" y="13832"/>
                </a:cubicBezTo>
                <a:cubicBezTo>
                  <a:pt x="160498" y="24977"/>
                  <a:pt x="164883" y="40082"/>
                  <a:pt x="164883" y="59147"/>
                </a:cubicBezTo>
                <a:cubicBezTo>
                  <a:pt x="164883" y="72499"/>
                  <a:pt x="162959" y="83841"/>
                  <a:pt x="159112" y="93176"/>
                </a:cubicBezTo>
                <a:cubicBezTo>
                  <a:pt x="155265" y="102511"/>
                  <a:pt x="150358" y="109285"/>
                  <a:pt x="144389" y="113500"/>
                </a:cubicBezTo>
                <a:cubicBezTo>
                  <a:pt x="138421" y="117715"/>
                  <a:pt x="132664" y="119822"/>
                  <a:pt x="127120" y="119822"/>
                </a:cubicBezTo>
                <a:cubicBezTo>
                  <a:pt x="116145" y="119822"/>
                  <a:pt x="107008" y="113344"/>
                  <a:pt x="99710" y="100389"/>
                </a:cubicBezTo>
                <a:cubicBezTo>
                  <a:pt x="93544" y="89471"/>
                  <a:pt x="90461" y="76317"/>
                  <a:pt x="90461" y="60929"/>
                </a:cubicBezTo>
                <a:moveTo>
                  <a:pt x="107093" y="63096"/>
                </a:moveTo>
                <a:cubicBezTo>
                  <a:pt x="107093" y="78949"/>
                  <a:pt x="109045" y="91885"/>
                  <a:pt x="112949" y="101906"/>
                </a:cubicBezTo>
                <a:cubicBezTo>
                  <a:pt x="116173" y="110343"/>
                  <a:pt x="120982" y="114561"/>
                  <a:pt x="127375" y="114561"/>
                </a:cubicBezTo>
                <a:cubicBezTo>
                  <a:pt x="130430" y="114561"/>
                  <a:pt x="133598" y="113188"/>
                  <a:pt x="136879" y="110442"/>
                </a:cubicBezTo>
                <a:cubicBezTo>
                  <a:pt x="140160" y="107697"/>
                  <a:pt x="142649" y="103097"/>
                  <a:pt x="144347" y="96642"/>
                </a:cubicBezTo>
                <a:cubicBezTo>
                  <a:pt x="146949" y="86903"/>
                  <a:pt x="148250" y="73173"/>
                  <a:pt x="148250" y="55453"/>
                </a:cubicBezTo>
                <a:cubicBezTo>
                  <a:pt x="148250" y="42318"/>
                  <a:pt x="146892" y="31362"/>
                  <a:pt x="144177" y="22586"/>
                </a:cubicBezTo>
                <a:cubicBezTo>
                  <a:pt x="142140" y="16075"/>
                  <a:pt x="139510" y="11460"/>
                  <a:pt x="136285" y="8743"/>
                </a:cubicBezTo>
                <a:cubicBezTo>
                  <a:pt x="133965" y="6875"/>
                  <a:pt x="131165" y="5940"/>
                  <a:pt x="127884" y="5940"/>
                </a:cubicBezTo>
                <a:cubicBezTo>
                  <a:pt x="124037" y="5940"/>
                  <a:pt x="120614" y="7667"/>
                  <a:pt x="117616" y="11122"/>
                </a:cubicBezTo>
                <a:cubicBezTo>
                  <a:pt x="113543" y="15821"/>
                  <a:pt x="110770" y="23210"/>
                  <a:pt x="109300" y="33289"/>
                </a:cubicBezTo>
                <a:cubicBezTo>
                  <a:pt x="107829" y="43366"/>
                  <a:pt x="107093" y="53302"/>
                  <a:pt x="107093" y="63096"/>
                </a:cubicBezTo>
                <a:close/>
                <a:moveTo>
                  <a:pt x="180412" y="146807"/>
                </a:moveTo>
                <a:lnTo>
                  <a:pt x="180412" y="143074"/>
                </a:lnTo>
                <a:cubicBezTo>
                  <a:pt x="186239" y="141143"/>
                  <a:pt x="190750" y="138147"/>
                  <a:pt x="193947" y="134086"/>
                </a:cubicBezTo>
                <a:cubicBezTo>
                  <a:pt x="197143" y="130027"/>
                  <a:pt x="198741" y="125726"/>
                  <a:pt x="198741" y="121182"/>
                </a:cubicBezTo>
                <a:cubicBezTo>
                  <a:pt x="198741" y="120106"/>
                  <a:pt x="198487" y="119200"/>
                  <a:pt x="197978" y="118464"/>
                </a:cubicBezTo>
                <a:cubicBezTo>
                  <a:pt x="197582" y="117955"/>
                  <a:pt x="197186" y="117701"/>
                  <a:pt x="196790" y="117701"/>
                </a:cubicBezTo>
                <a:cubicBezTo>
                  <a:pt x="196167" y="117701"/>
                  <a:pt x="194810" y="118266"/>
                  <a:pt x="192716" y="119398"/>
                </a:cubicBezTo>
                <a:cubicBezTo>
                  <a:pt x="191698" y="119907"/>
                  <a:pt x="190623" y="120161"/>
                  <a:pt x="189492" y="120161"/>
                </a:cubicBezTo>
                <a:cubicBezTo>
                  <a:pt x="186720" y="120161"/>
                  <a:pt x="184513" y="119341"/>
                  <a:pt x="182873" y="117701"/>
                </a:cubicBezTo>
                <a:cubicBezTo>
                  <a:pt x="181232" y="116060"/>
                  <a:pt x="180412" y="113797"/>
                  <a:pt x="180412" y="110912"/>
                </a:cubicBezTo>
                <a:cubicBezTo>
                  <a:pt x="180412" y="108140"/>
                  <a:pt x="181472" y="105764"/>
                  <a:pt x="183594" y="103784"/>
                </a:cubicBezTo>
                <a:cubicBezTo>
                  <a:pt x="185715" y="101803"/>
                  <a:pt x="188304" y="100813"/>
                  <a:pt x="191359" y="100813"/>
                </a:cubicBezTo>
                <a:cubicBezTo>
                  <a:pt x="195092" y="100813"/>
                  <a:pt x="198416" y="102443"/>
                  <a:pt x="201330" y="105704"/>
                </a:cubicBezTo>
                <a:cubicBezTo>
                  <a:pt x="204243" y="108962"/>
                  <a:pt x="205700" y="113283"/>
                  <a:pt x="205700" y="118666"/>
                </a:cubicBezTo>
                <a:cubicBezTo>
                  <a:pt x="205700" y="124505"/>
                  <a:pt x="203677" y="129933"/>
                  <a:pt x="199632" y="134948"/>
                </a:cubicBezTo>
                <a:cubicBezTo>
                  <a:pt x="195587" y="139964"/>
                  <a:pt x="189180" y="143917"/>
                  <a:pt x="180412" y="146807"/>
                </a:cubicBezTo>
                <a:close/>
                <a:moveTo>
                  <a:pt x="337657" y="95552"/>
                </a:moveTo>
                <a:lnTo>
                  <a:pt x="329595" y="117785"/>
                </a:lnTo>
                <a:lnTo>
                  <a:pt x="261707" y="117785"/>
                </a:lnTo>
                <a:lnTo>
                  <a:pt x="261707" y="114640"/>
                </a:lnTo>
                <a:cubicBezTo>
                  <a:pt x="281678" y="96394"/>
                  <a:pt x="295736" y="81491"/>
                  <a:pt x="303883" y="69932"/>
                </a:cubicBezTo>
                <a:cubicBezTo>
                  <a:pt x="312029" y="58372"/>
                  <a:pt x="316103" y="47803"/>
                  <a:pt x="316103" y="38227"/>
                </a:cubicBezTo>
                <a:cubicBezTo>
                  <a:pt x="316103" y="30918"/>
                  <a:pt x="313868" y="24913"/>
                  <a:pt x="309399" y="20210"/>
                </a:cubicBezTo>
                <a:cubicBezTo>
                  <a:pt x="304929" y="15505"/>
                  <a:pt x="299583" y="13153"/>
                  <a:pt x="293360" y="13153"/>
                </a:cubicBezTo>
                <a:cubicBezTo>
                  <a:pt x="287703" y="13153"/>
                  <a:pt x="282625" y="14815"/>
                  <a:pt x="278128" y="18139"/>
                </a:cubicBezTo>
                <a:cubicBezTo>
                  <a:pt x="273630" y="21462"/>
                  <a:pt x="270307" y="26335"/>
                  <a:pt x="268157" y="32756"/>
                </a:cubicBezTo>
                <a:lnTo>
                  <a:pt x="265017" y="32756"/>
                </a:lnTo>
                <a:cubicBezTo>
                  <a:pt x="266431" y="22316"/>
                  <a:pt x="270066" y="14304"/>
                  <a:pt x="275921" y="8719"/>
                </a:cubicBezTo>
                <a:cubicBezTo>
                  <a:pt x="281777" y="3133"/>
                  <a:pt x="289089" y="339"/>
                  <a:pt x="297858" y="339"/>
                </a:cubicBezTo>
                <a:cubicBezTo>
                  <a:pt x="307192" y="339"/>
                  <a:pt x="314985" y="3338"/>
                  <a:pt x="321237" y="9335"/>
                </a:cubicBezTo>
                <a:cubicBezTo>
                  <a:pt x="327488" y="15331"/>
                  <a:pt x="330614" y="22403"/>
                  <a:pt x="330614" y="30550"/>
                </a:cubicBezTo>
                <a:cubicBezTo>
                  <a:pt x="330614" y="36377"/>
                  <a:pt x="329256" y="42204"/>
                  <a:pt x="326540" y="48031"/>
                </a:cubicBezTo>
                <a:cubicBezTo>
                  <a:pt x="322354" y="57196"/>
                  <a:pt x="315565" y="66898"/>
                  <a:pt x="306174" y="77138"/>
                </a:cubicBezTo>
                <a:cubicBezTo>
                  <a:pt x="292087" y="92525"/>
                  <a:pt x="283290" y="101803"/>
                  <a:pt x="279783" y="104972"/>
                </a:cubicBezTo>
                <a:lnTo>
                  <a:pt x="309823" y="104972"/>
                </a:lnTo>
                <a:cubicBezTo>
                  <a:pt x="315933" y="104972"/>
                  <a:pt x="320218" y="104744"/>
                  <a:pt x="322679" y="104287"/>
                </a:cubicBezTo>
                <a:cubicBezTo>
                  <a:pt x="325140" y="103830"/>
                  <a:pt x="327361" y="102901"/>
                  <a:pt x="329341" y="101503"/>
                </a:cubicBezTo>
                <a:cubicBezTo>
                  <a:pt x="331321" y="100105"/>
                  <a:pt x="333046" y="98121"/>
                  <a:pt x="334517" y="95552"/>
                </a:cubicBezTo>
                <a:lnTo>
                  <a:pt x="337657" y="95552"/>
                </a:lnTo>
                <a:close/>
                <a:moveTo>
                  <a:pt x="425742" y="75356"/>
                </a:moveTo>
                <a:lnTo>
                  <a:pt x="425742" y="87406"/>
                </a:lnTo>
                <a:lnTo>
                  <a:pt x="410297" y="87406"/>
                </a:lnTo>
                <a:lnTo>
                  <a:pt x="410297" y="117785"/>
                </a:lnTo>
                <a:lnTo>
                  <a:pt x="396295" y="117785"/>
                </a:lnTo>
                <a:lnTo>
                  <a:pt x="396295" y="87406"/>
                </a:lnTo>
                <a:lnTo>
                  <a:pt x="347586" y="87406"/>
                </a:lnTo>
                <a:lnTo>
                  <a:pt x="347586" y="76544"/>
                </a:lnTo>
                <a:lnTo>
                  <a:pt x="400963" y="339"/>
                </a:lnTo>
                <a:lnTo>
                  <a:pt x="410297" y="339"/>
                </a:lnTo>
                <a:lnTo>
                  <a:pt x="410297" y="75356"/>
                </a:lnTo>
                <a:lnTo>
                  <a:pt x="425742" y="75356"/>
                </a:lnTo>
                <a:moveTo>
                  <a:pt x="396295" y="75356"/>
                </a:moveTo>
                <a:lnTo>
                  <a:pt x="396295" y="18245"/>
                </a:lnTo>
                <a:lnTo>
                  <a:pt x="355902" y="75356"/>
                </a:lnTo>
                <a:lnTo>
                  <a:pt x="396295" y="75356"/>
                </a:lnTo>
                <a:close/>
                <a:moveTo>
                  <a:pt x="453491" y="101323"/>
                </a:moveTo>
                <a:cubicBezTo>
                  <a:pt x="456150" y="101323"/>
                  <a:pt x="458384" y="102242"/>
                  <a:pt x="460195" y="104081"/>
                </a:cubicBezTo>
                <a:cubicBezTo>
                  <a:pt x="462005" y="105919"/>
                  <a:pt x="462910" y="108140"/>
                  <a:pt x="462910" y="110742"/>
                </a:cubicBezTo>
                <a:cubicBezTo>
                  <a:pt x="462910" y="113344"/>
                  <a:pt x="461991" y="115565"/>
                  <a:pt x="460152" y="117404"/>
                </a:cubicBezTo>
                <a:cubicBezTo>
                  <a:pt x="458313" y="119242"/>
                  <a:pt x="456093" y="120161"/>
                  <a:pt x="453491" y="120161"/>
                </a:cubicBezTo>
                <a:cubicBezTo>
                  <a:pt x="450888" y="120161"/>
                  <a:pt x="448668" y="119242"/>
                  <a:pt x="446829" y="117404"/>
                </a:cubicBezTo>
                <a:cubicBezTo>
                  <a:pt x="444990" y="115565"/>
                  <a:pt x="444071" y="113344"/>
                  <a:pt x="444071" y="110742"/>
                </a:cubicBezTo>
                <a:cubicBezTo>
                  <a:pt x="444071" y="108083"/>
                  <a:pt x="444990" y="105848"/>
                  <a:pt x="446829" y="104038"/>
                </a:cubicBezTo>
                <a:cubicBezTo>
                  <a:pt x="448668" y="102228"/>
                  <a:pt x="450888" y="101323"/>
                  <a:pt x="453491" y="101323"/>
                </a:cubicBezTo>
                <a:close/>
                <a:moveTo>
                  <a:pt x="508565" y="59826"/>
                </a:moveTo>
                <a:cubicBezTo>
                  <a:pt x="499456" y="52359"/>
                  <a:pt x="493587" y="46362"/>
                  <a:pt x="490956" y="41836"/>
                </a:cubicBezTo>
                <a:cubicBezTo>
                  <a:pt x="488326" y="37310"/>
                  <a:pt x="487010" y="32614"/>
                  <a:pt x="487010" y="27749"/>
                </a:cubicBezTo>
                <a:cubicBezTo>
                  <a:pt x="487010" y="20281"/>
                  <a:pt x="489896" y="13846"/>
                  <a:pt x="495666" y="8444"/>
                </a:cubicBezTo>
                <a:cubicBezTo>
                  <a:pt x="501436" y="3041"/>
                  <a:pt x="509102" y="339"/>
                  <a:pt x="518663" y="339"/>
                </a:cubicBezTo>
                <a:cubicBezTo>
                  <a:pt x="527941" y="339"/>
                  <a:pt x="535409" y="2857"/>
                  <a:pt x="541066" y="7892"/>
                </a:cubicBezTo>
                <a:cubicBezTo>
                  <a:pt x="546723" y="12927"/>
                  <a:pt x="549552" y="18669"/>
                  <a:pt x="549552" y="25119"/>
                </a:cubicBezTo>
                <a:cubicBezTo>
                  <a:pt x="549552" y="29418"/>
                  <a:pt x="548025" y="33802"/>
                  <a:pt x="544970" y="38272"/>
                </a:cubicBezTo>
                <a:cubicBezTo>
                  <a:pt x="541915" y="42741"/>
                  <a:pt x="535550" y="48002"/>
                  <a:pt x="525876" y="54056"/>
                </a:cubicBezTo>
                <a:cubicBezTo>
                  <a:pt x="535833" y="61750"/>
                  <a:pt x="542424" y="67803"/>
                  <a:pt x="545648" y="72216"/>
                </a:cubicBezTo>
                <a:cubicBezTo>
                  <a:pt x="549948" y="77986"/>
                  <a:pt x="552098" y="84068"/>
                  <a:pt x="552098" y="90461"/>
                </a:cubicBezTo>
                <a:cubicBezTo>
                  <a:pt x="552098" y="98551"/>
                  <a:pt x="549015" y="105467"/>
                  <a:pt x="542848" y="111209"/>
                </a:cubicBezTo>
                <a:cubicBezTo>
                  <a:pt x="536682" y="116951"/>
                  <a:pt x="528592" y="119822"/>
                  <a:pt x="518578" y="119822"/>
                </a:cubicBezTo>
                <a:cubicBezTo>
                  <a:pt x="507660" y="119822"/>
                  <a:pt x="499145" y="116399"/>
                  <a:pt x="493035" y="109554"/>
                </a:cubicBezTo>
                <a:cubicBezTo>
                  <a:pt x="488170" y="104066"/>
                  <a:pt x="485737" y="98070"/>
                  <a:pt x="485737" y="91564"/>
                </a:cubicBezTo>
                <a:cubicBezTo>
                  <a:pt x="485737" y="86472"/>
                  <a:pt x="487449" y="81423"/>
                  <a:pt x="490871" y="76416"/>
                </a:cubicBezTo>
                <a:cubicBezTo>
                  <a:pt x="494294" y="71410"/>
                  <a:pt x="500192" y="65880"/>
                  <a:pt x="508565" y="59826"/>
                </a:cubicBezTo>
                <a:moveTo>
                  <a:pt x="521888" y="50746"/>
                </a:moveTo>
                <a:cubicBezTo>
                  <a:pt x="528676" y="44636"/>
                  <a:pt x="532976" y="39813"/>
                  <a:pt x="534786" y="36278"/>
                </a:cubicBezTo>
                <a:cubicBezTo>
                  <a:pt x="536597" y="32742"/>
                  <a:pt x="537502" y="28739"/>
                  <a:pt x="537502" y="24270"/>
                </a:cubicBezTo>
                <a:cubicBezTo>
                  <a:pt x="537502" y="18330"/>
                  <a:pt x="535833" y="13677"/>
                  <a:pt x="532495" y="10310"/>
                </a:cubicBezTo>
                <a:cubicBezTo>
                  <a:pt x="529157" y="6944"/>
                  <a:pt x="524603" y="5261"/>
                  <a:pt x="518833" y="5261"/>
                </a:cubicBezTo>
                <a:cubicBezTo>
                  <a:pt x="513062" y="5261"/>
                  <a:pt x="508367" y="6930"/>
                  <a:pt x="504746" y="10268"/>
                </a:cubicBezTo>
                <a:cubicBezTo>
                  <a:pt x="501125" y="13606"/>
                  <a:pt x="499315" y="17509"/>
                  <a:pt x="499315" y="21979"/>
                </a:cubicBezTo>
                <a:cubicBezTo>
                  <a:pt x="499315" y="24920"/>
                  <a:pt x="500065" y="27862"/>
                  <a:pt x="501564" y="30804"/>
                </a:cubicBezTo>
                <a:cubicBezTo>
                  <a:pt x="503063" y="33746"/>
                  <a:pt x="505199" y="36546"/>
                  <a:pt x="507971" y="39205"/>
                </a:cubicBezTo>
                <a:lnTo>
                  <a:pt x="521888" y="50746"/>
                </a:lnTo>
                <a:moveTo>
                  <a:pt x="512553" y="63051"/>
                </a:moveTo>
                <a:cubicBezTo>
                  <a:pt x="507858" y="67011"/>
                  <a:pt x="504378" y="71325"/>
                  <a:pt x="502115" y="75992"/>
                </a:cubicBezTo>
                <a:cubicBezTo>
                  <a:pt x="499852" y="80659"/>
                  <a:pt x="498721" y="85708"/>
                  <a:pt x="498721" y="91139"/>
                </a:cubicBezTo>
                <a:cubicBezTo>
                  <a:pt x="498721" y="98437"/>
                  <a:pt x="500715" y="104279"/>
                  <a:pt x="504704" y="108663"/>
                </a:cubicBezTo>
                <a:cubicBezTo>
                  <a:pt x="508692" y="113047"/>
                  <a:pt x="513769" y="115240"/>
                  <a:pt x="519936" y="115240"/>
                </a:cubicBezTo>
                <a:cubicBezTo>
                  <a:pt x="526046" y="115240"/>
                  <a:pt x="530939" y="113514"/>
                  <a:pt x="534617" y="110063"/>
                </a:cubicBezTo>
                <a:cubicBezTo>
                  <a:pt x="538294" y="106612"/>
                  <a:pt x="540133" y="102426"/>
                  <a:pt x="540133" y="97504"/>
                </a:cubicBezTo>
                <a:cubicBezTo>
                  <a:pt x="540133" y="93431"/>
                  <a:pt x="539058" y="89782"/>
                  <a:pt x="536908" y="86557"/>
                </a:cubicBezTo>
                <a:cubicBezTo>
                  <a:pt x="532891" y="80560"/>
                  <a:pt x="524773" y="72725"/>
                  <a:pt x="512553" y="63051"/>
                </a:cubicBezTo>
                <a:close/>
                <a:moveTo>
                  <a:pt x="680236" y="0"/>
                </a:moveTo>
                <a:lnTo>
                  <a:pt x="596394" y="122538"/>
                </a:lnTo>
                <a:lnTo>
                  <a:pt x="588842" y="122538"/>
                </a:lnTo>
                <a:lnTo>
                  <a:pt x="672683" y="0"/>
                </a:lnTo>
                <a:lnTo>
                  <a:pt x="680236" y="0"/>
                </a:lnTo>
                <a:moveTo>
                  <a:pt x="593000" y="0"/>
                </a:moveTo>
                <a:cubicBezTo>
                  <a:pt x="600637" y="0"/>
                  <a:pt x="606563" y="3173"/>
                  <a:pt x="610778" y="9518"/>
                </a:cubicBezTo>
                <a:cubicBezTo>
                  <a:pt x="614993" y="15863"/>
                  <a:pt x="617100" y="23142"/>
                  <a:pt x="617100" y="31356"/>
                </a:cubicBezTo>
                <a:cubicBezTo>
                  <a:pt x="617100" y="41214"/>
                  <a:pt x="614724" y="48833"/>
                  <a:pt x="609972" y="54215"/>
                </a:cubicBezTo>
                <a:cubicBezTo>
                  <a:pt x="605220" y="59596"/>
                  <a:pt x="599506" y="62287"/>
                  <a:pt x="592830" y="62287"/>
                </a:cubicBezTo>
                <a:cubicBezTo>
                  <a:pt x="588361" y="62287"/>
                  <a:pt x="584259" y="61055"/>
                  <a:pt x="580526" y="58590"/>
                </a:cubicBezTo>
                <a:cubicBezTo>
                  <a:pt x="576792" y="56126"/>
                  <a:pt x="573808" y="52458"/>
                  <a:pt x="571573" y="47588"/>
                </a:cubicBezTo>
                <a:cubicBezTo>
                  <a:pt x="569338" y="42715"/>
                  <a:pt x="568221" y="37305"/>
                  <a:pt x="568221" y="31356"/>
                </a:cubicBezTo>
                <a:cubicBezTo>
                  <a:pt x="568221" y="25408"/>
                  <a:pt x="569352" y="19928"/>
                  <a:pt x="571615" y="14914"/>
                </a:cubicBezTo>
                <a:cubicBezTo>
                  <a:pt x="573878" y="9900"/>
                  <a:pt x="576976" y="6161"/>
                  <a:pt x="580908" y="3697"/>
                </a:cubicBezTo>
                <a:cubicBezTo>
                  <a:pt x="584839" y="1232"/>
                  <a:pt x="588870" y="0"/>
                  <a:pt x="593000" y="0"/>
                </a:cubicBezTo>
                <a:moveTo>
                  <a:pt x="592745" y="4582"/>
                </a:moveTo>
                <a:cubicBezTo>
                  <a:pt x="589860" y="4582"/>
                  <a:pt x="587300" y="6288"/>
                  <a:pt x="585066" y="9698"/>
                </a:cubicBezTo>
                <a:cubicBezTo>
                  <a:pt x="582831" y="13108"/>
                  <a:pt x="581714" y="20271"/>
                  <a:pt x="581714" y="31186"/>
                </a:cubicBezTo>
                <a:cubicBezTo>
                  <a:pt x="581714" y="39087"/>
                  <a:pt x="582336" y="45112"/>
                  <a:pt x="583581" y="49261"/>
                </a:cubicBezTo>
                <a:cubicBezTo>
                  <a:pt x="584542" y="52389"/>
                  <a:pt x="586042" y="54804"/>
                  <a:pt x="588078" y="56509"/>
                </a:cubicBezTo>
                <a:cubicBezTo>
                  <a:pt x="589266" y="57532"/>
                  <a:pt x="590737" y="58044"/>
                  <a:pt x="592491" y="58044"/>
                </a:cubicBezTo>
                <a:cubicBezTo>
                  <a:pt x="595206" y="58044"/>
                  <a:pt x="597526" y="56566"/>
                  <a:pt x="599449" y="53610"/>
                </a:cubicBezTo>
                <a:cubicBezTo>
                  <a:pt x="602278" y="49233"/>
                  <a:pt x="603692" y="41929"/>
                  <a:pt x="603692" y="31698"/>
                </a:cubicBezTo>
                <a:cubicBezTo>
                  <a:pt x="603692" y="20898"/>
                  <a:pt x="602306" y="13309"/>
                  <a:pt x="599534" y="8931"/>
                </a:cubicBezTo>
                <a:cubicBezTo>
                  <a:pt x="597724" y="6032"/>
                  <a:pt x="595461" y="4582"/>
                  <a:pt x="592745" y="4582"/>
                </a:cubicBezTo>
                <a:moveTo>
                  <a:pt x="676332" y="60590"/>
                </a:moveTo>
                <a:cubicBezTo>
                  <a:pt x="680349" y="60590"/>
                  <a:pt x="684352" y="61865"/>
                  <a:pt x="688340" y="64414"/>
                </a:cubicBezTo>
                <a:cubicBezTo>
                  <a:pt x="692328" y="66963"/>
                  <a:pt x="695412" y="70674"/>
                  <a:pt x="697590" y="75546"/>
                </a:cubicBezTo>
                <a:cubicBezTo>
                  <a:pt x="699768" y="80417"/>
                  <a:pt x="700857" y="85770"/>
                  <a:pt x="700857" y="91606"/>
                </a:cubicBezTo>
                <a:cubicBezTo>
                  <a:pt x="700857" y="101634"/>
                  <a:pt x="698453" y="109296"/>
                  <a:pt x="693644" y="114593"/>
                </a:cubicBezTo>
                <a:cubicBezTo>
                  <a:pt x="688835" y="119889"/>
                  <a:pt x="683149" y="122538"/>
                  <a:pt x="676587" y="122538"/>
                </a:cubicBezTo>
                <a:cubicBezTo>
                  <a:pt x="672457" y="122538"/>
                  <a:pt x="668455" y="121263"/>
                  <a:pt x="664579" y="118714"/>
                </a:cubicBezTo>
                <a:cubicBezTo>
                  <a:pt x="660704" y="116164"/>
                  <a:pt x="657649" y="112525"/>
                  <a:pt x="655414" y="107796"/>
                </a:cubicBezTo>
                <a:cubicBezTo>
                  <a:pt x="653180" y="103065"/>
                  <a:pt x="652062" y="97668"/>
                  <a:pt x="652062" y="91606"/>
                </a:cubicBezTo>
                <a:cubicBezTo>
                  <a:pt x="652062" y="85657"/>
                  <a:pt x="653180" y="80219"/>
                  <a:pt x="655414" y="75292"/>
                </a:cubicBezTo>
                <a:cubicBezTo>
                  <a:pt x="657649" y="70363"/>
                  <a:pt x="660704" y="66680"/>
                  <a:pt x="664579" y="64244"/>
                </a:cubicBezTo>
                <a:cubicBezTo>
                  <a:pt x="668455" y="61808"/>
                  <a:pt x="672372" y="60590"/>
                  <a:pt x="676332" y="60590"/>
                </a:cubicBezTo>
                <a:moveTo>
                  <a:pt x="676417" y="65172"/>
                </a:moveTo>
                <a:cubicBezTo>
                  <a:pt x="673702" y="65172"/>
                  <a:pt x="671354" y="66705"/>
                  <a:pt x="669374" y="69771"/>
                </a:cubicBezTo>
                <a:cubicBezTo>
                  <a:pt x="666828" y="73743"/>
                  <a:pt x="665555" y="81263"/>
                  <a:pt x="665555" y="92330"/>
                </a:cubicBezTo>
                <a:cubicBezTo>
                  <a:pt x="665555" y="102489"/>
                  <a:pt x="666856" y="109583"/>
                  <a:pt x="669459" y="113614"/>
                </a:cubicBezTo>
                <a:cubicBezTo>
                  <a:pt x="671382" y="116508"/>
                  <a:pt x="673702" y="117955"/>
                  <a:pt x="676417" y="117955"/>
                </a:cubicBezTo>
                <a:cubicBezTo>
                  <a:pt x="679020" y="117955"/>
                  <a:pt x="681339" y="116394"/>
                  <a:pt x="683376" y="113272"/>
                </a:cubicBezTo>
                <a:cubicBezTo>
                  <a:pt x="686091" y="109130"/>
                  <a:pt x="687449" y="102007"/>
                  <a:pt x="687449" y="91903"/>
                </a:cubicBezTo>
                <a:cubicBezTo>
                  <a:pt x="687449" y="81234"/>
                  <a:pt x="686091" y="73771"/>
                  <a:pt x="683376" y="69513"/>
                </a:cubicBezTo>
                <a:cubicBezTo>
                  <a:pt x="681509" y="66619"/>
                  <a:pt x="679189" y="65172"/>
                  <a:pt x="676417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29E77-3E80-442B-A5D2-10437C8D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5477681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0662C-FA74-46ED-92C7-FE9562C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5477681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82" name="Text 7,4.3%">
            <a:extLst xmlns:a="http://schemas.openxmlformats.org/drawingml/2006/main">
              <a:ext uri="{FF2B5EF4-FFF2-40B4-BE49-F238E27FC236}">
                <a16:creationId xmlns:a16="http://schemas.microsoft.com/office/drawing/2014/main" id="{D97A0D3A-9F42-40B1-A953-F0FD81E7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832" y="5567110"/>
            <a:ext cx="523330" cy="146807"/>
          </a:xfrm>
          <a:custGeom xmlns:a="http://schemas.openxmlformats.org/drawingml/2006/main">
            <a:pathLst>
              <a:path w="523330" h="146807">
                <a:moveTo>
                  <a:pt x="11032" y="2716"/>
                </a:moveTo>
                <a:lnTo>
                  <a:pt x="72725" y="2716"/>
                </a:lnTo>
                <a:lnTo>
                  <a:pt x="72725" y="5940"/>
                </a:lnTo>
                <a:lnTo>
                  <a:pt x="34368" y="120161"/>
                </a:lnTo>
                <a:lnTo>
                  <a:pt x="24864" y="120161"/>
                </a:lnTo>
                <a:lnTo>
                  <a:pt x="59232" y="16548"/>
                </a:lnTo>
                <a:lnTo>
                  <a:pt x="27579" y="16548"/>
                </a:lnTo>
                <a:cubicBezTo>
                  <a:pt x="21187" y="16548"/>
                  <a:pt x="16633" y="17311"/>
                  <a:pt x="13917" y="18839"/>
                </a:cubicBezTo>
                <a:cubicBezTo>
                  <a:pt x="9165" y="21441"/>
                  <a:pt x="5346" y="25458"/>
                  <a:pt x="2461" y="30889"/>
                </a:cubicBezTo>
                <a:lnTo>
                  <a:pt x="0" y="29956"/>
                </a:lnTo>
                <a:lnTo>
                  <a:pt x="11032" y="2716"/>
                </a:lnTo>
                <a:close/>
                <a:moveTo>
                  <a:pt x="89781" y="146807"/>
                </a:moveTo>
                <a:lnTo>
                  <a:pt x="89781" y="143074"/>
                </a:lnTo>
                <a:cubicBezTo>
                  <a:pt x="95608" y="141143"/>
                  <a:pt x="100120" y="138147"/>
                  <a:pt x="103316" y="134086"/>
                </a:cubicBezTo>
                <a:cubicBezTo>
                  <a:pt x="106513" y="130027"/>
                  <a:pt x="108111" y="125726"/>
                  <a:pt x="108111" y="121182"/>
                </a:cubicBezTo>
                <a:cubicBezTo>
                  <a:pt x="108111" y="120106"/>
                  <a:pt x="107856" y="119200"/>
                  <a:pt x="107347" y="118464"/>
                </a:cubicBezTo>
                <a:cubicBezTo>
                  <a:pt x="106951" y="117955"/>
                  <a:pt x="106555" y="117701"/>
                  <a:pt x="106159" y="117701"/>
                </a:cubicBezTo>
                <a:cubicBezTo>
                  <a:pt x="105537" y="117701"/>
                  <a:pt x="104179" y="118266"/>
                  <a:pt x="102086" y="119398"/>
                </a:cubicBezTo>
                <a:cubicBezTo>
                  <a:pt x="101068" y="119907"/>
                  <a:pt x="99993" y="120161"/>
                  <a:pt x="98861" y="120161"/>
                </a:cubicBezTo>
                <a:cubicBezTo>
                  <a:pt x="96089" y="120161"/>
                  <a:pt x="93883" y="119341"/>
                  <a:pt x="92242" y="117701"/>
                </a:cubicBezTo>
                <a:cubicBezTo>
                  <a:pt x="90602" y="116060"/>
                  <a:pt x="89781" y="113797"/>
                  <a:pt x="89781" y="110912"/>
                </a:cubicBezTo>
                <a:cubicBezTo>
                  <a:pt x="89781" y="108140"/>
                  <a:pt x="90842" y="105764"/>
                  <a:pt x="92963" y="103784"/>
                </a:cubicBezTo>
                <a:cubicBezTo>
                  <a:pt x="95085" y="101803"/>
                  <a:pt x="97673" y="100813"/>
                  <a:pt x="100728" y="100813"/>
                </a:cubicBezTo>
                <a:cubicBezTo>
                  <a:pt x="104462" y="100813"/>
                  <a:pt x="107786" y="102443"/>
                  <a:pt x="110699" y="105704"/>
                </a:cubicBezTo>
                <a:cubicBezTo>
                  <a:pt x="113613" y="108962"/>
                  <a:pt x="115069" y="113283"/>
                  <a:pt x="115069" y="118666"/>
                </a:cubicBezTo>
                <a:cubicBezTo>
                  <a:pt x="115069" y="124505"/>
                  <a:pt x="113047" y="129933"/>
                  <a:pt x="109002" y="134948"/>
                </a:cubicBezTo>
                <a:cubicBezTo>
                  <a:pt x="104957" y="139964"/>
                  <a:pt x="98550" y="143917"/>
                  <a:pt x="89781" y="146807"/>
                </a:cubicBezTo>
                <a:close/>
                <a:moveTo>
                  <a:pt x="248215" y="75356"/>
                </a:moveTo>
                <a:lnTo>
                  <a:pt x="248215" y="87406"/>
                </a:lnTo>
                <a:lnTo>
                  <a:pt x="232770" y="87406"/>
                </a:lnTo>
                <a:lnTo>
                  <a:pt x="232770" y="117785"/>
                </a:lnTo>
                <a:lnTo>
                  <a:pt x="218768" y="117785"/>
                </a:lnTo>
                <a:lnTo>
                  <a:pt x="218768" y="87406"/>
                </a:lnTo>
                <a:lnTo>
                  <a:pt x="170059" y="87406"/>
                </a:lnTo>
                <a:lnTo>
                  <a:pt x="170059" y="76544"/>
                </a:lnTo>
                <a:lnTo>
                  <a:pt x="223436" y="339"/>
                </a:lnTo>
                <a:lnTo>
                  <a:pt x="232770" y="339"/>
                </a:lnTo>
                <a:lnTo>
                  <a:pt x="232770" y="75356"/>
                </a:lnTo>
                <a:lnTo>
                  <a:pt x="248215" y="75356"/>
                </a:lnTo>
                <a:moveTo>
                  <a:pt x="218768" y="75356"/>
                </a:moveTo>
                <a:lnTo>
                  <a:pt x="218768" y="18245"/>
                </a:lnTo>
                <a:lnTo>
                  <a:pt x="178375" y="75356"/>
                </a:lnTo>
                <a:lnTo>
                  <a:pt x="218768" y="75356"/>
                </a:lnTo>
                <a:close/>
                <a:moveTo>
                  <a:pt x="275964" y="101323"/>
                </a:moveTo>
                <a:cubicBezTo>
                  <a:pt x="278623" y="101323"/>
                  <a:pt x="280858" y="102242"/>
                  <a:pt x="282668" y="104081"/>
                </a:cubicBezTo>
                <a:cubicBezTo>
                  <a:pt x="284478" y="105919"/>
                  <a:pt x="285383" y="108140"/>
                  <a:pt x="285383" y="110742"/>
                </a:cubicBezTo>
                <a:cubicBezTo>
                  <a:pt x="285383" y="113344"/>
                  <a:pt x="284464" y="115565"/>
                  <a:pt x="282625" y="117404"/>
                </a:cubicBezTo>
                <a:cubicBezTo>
                  <a:pt x="280787" y="119242"/>
                  <a:pt x="278566" y="120161"/>
                  <a:pt x="275964" y="120161"/>
                </a:cubicBezTo>
                <a:cubicBezTo>
                  <a:pt x="273362" y="120161"/>
                  <a:pt x="271141" y="119242"/>
                  <a:pt x="269302" y="117404"/>
                </a:cubicBezTo>
                <a:cubicBezTo>
                  <a:pt x="267464" y="115565"/>
                  <a:pt x="266544" y="113344"/>
                  <a:pt x="266544" y="110742"/>
                </a:cubicBezTo>
                <a:cubicBezTo>
                  <a:pt x="266544" y="108083"/>
                  <a:pt x="267464" y="105848"/>
                  <a:pt x="269302" y="104038"/>
                </a:cubicBezTo>
                <a:cubicBezTo>
                  <a:pt x="271141" y="102228"/>
                  <a:pt x="273362" y="101323"/>
                  <a:pt x="275964" y="101323"/>
                </a:cubicBezTo>
                <a:close/>
                <a:moveTo>
                  <a:pt x="306513" y="24524"/>
                </a:moveTo>
                <a:cubicBezTo>
                  <a:pt x="309794" y="16774"/>
                  <a:pt x="313938" y="10805"/>
                  <a:pt x="318945" y="6619"/>
                </a:cubicBezTo>
                <a:cubicBezTo>
                  <a:pt x="323952" y="2433"/>
                  <a:pt x="330189" y="339"/>
                  <a:pt x="337657" y="339"/>
                </a:cubicBezTo>
                <a:cubicBezTo>
                  <a:pt x="346878" y="339"/>
                  <a:pt x="353950" y="3333"/>
                  <a:pt x="358872" y="9321"/>
                </a:cubicBezTo>
                <a:cubicBezTo>
                  <a:pt x="362606" y="13785"/>
                  <a:pt x="364472" y="18560"/>
                  <a:pt x="364472" y="23644"/>
                </a:cubicBezTo>
                <a:cubicBezTo>
                  <a:pt x="364472" y="32005"/>
                  <a:pt x="359211" y="40648"/>
                  <a:pt x="348689" y="49574"/>
                </a:cubicBezTo>
                <a:cubicBezTo>
                  <a:pt x="355760" y="52350"/>
                  <a:pt x="361106" y="56314"/>
                  <a:pt x="364727" y="61468"/>
                </a:cubicBezTo>
                <a:cubicBezTo>
                  <a:pt x="368348" y="66619"/>
                  <a:pt x="370158" y="72678"/>
                  <a:pt x="370158" y="79644"/>
                </a:cubicBezTo>
                <a:cubicBezTo>
                  <a:pt x="370158" y="89611"/>
                  <a:pt x="366990" y="98247"/>
                  <a:pt x="360654" y="105552"/>
                </a:cubicBezTo>
                <a:cubicBezTo>
                  <a:pt x="352394" y="115065"/>
                  <a:pt x="340429" y="119822"/>
                  <a:pt x="324758" y="119822"/>
                </a:cubicBezTo>
                <a:cubicBezTo>
                  <a:pt x="317008" y="119822"/>
                  <a:pt x="311732" y="118860"/>
                  <a:pt x="308932" y="116937"/>
                </a:cubicBezTo>
                <a:cubicBezTo>
                  <a:pt x="306131" y="115013"/>
                  <a:pt x="304731" y="112948"/>
                  <a:pt x="304731" y="110742"/>
                </a:cubicBezTo>
                <a:cubicBezTo>
                  <a:pt x="304731" y="109101"/>
                  <a:pt x="305396" y="107659"/>
                  <a:pt x="306725" y="106414"/>
                </a:cubicBezTo>
                <a:cubicBezTo>
                  <a:pt x="308055" y="105170"/>
                  <a:pt x="309653" y="104547"/>
                  <a:pt x="311520" y="104547"/>
                </a:cubicBezTo>
                <a:cubicBezTo>
                  <a:pt x="312934" y="104547"/>
                  <a:pt x="314377" y="104774"/>
                  <a:pt x="315848" y="105226"/>
                </a:cubicBezTo>
                <a:cubicBezTo>
                  <a:pt x="316810" y="105509"/>
                  <a:pt x="318988" y="106541"/>
                  <a:pt x="322382" y="108324"/>
                </a:cubicBezTo>
                <a:cubicBezTo>
                  <a:pt x="325776" y="110106"/>
                  <a:pt x="328124" y="111166"/>
                  <a:pt x="329425" y="111506"/>
                </a:cubicBezTo>
                <a:cubicBezTo>
                  <a:pt x="331519" y="112128"/>
                  <a:pt x="333753" y="112439"/>
                  <a:pt x="336129" y="112439"/>
                </a:cubicBezTo>
                <a:cubicBezTo>
                  <a:pt x="341900" y="112439"/>
                  <a:pt x="346921" y="110201"/>
                  <a:pt x="351192" y="105725"/>
                </a:cubicBezTo>
                <a:cubicBezTo>
                  <a:pt x="355463" y="101248"/>
                  <a:pt x="357599" y="95950"/>
                  <a:pt x="357599" y="89829"/>
                </a:cubicBezTo>
                <a:cubicBezTo>
                  <a:pt x="357599" y="85353"/>
                  <a:pt x="356609" y="80990"/>
                  <a:pt x="354629" y="76740"/>
                </a:cubicBezTo>
                <a:cubicBezTo>
                  <a:pt x="353158" y="73566"/>
                  <a:pt x="351546" y="71158"/>
                  <a:pt x="349792" y="69516"/>
                </a:cubicBezTo>
                <a:cubicBezTo>
                  <a:pt x="347359" y="67248"/>
                  <a:pt x="344021" y="65194"/>
                  <a:pt x="339778" y="63353"/>
                </a:cubicBezTo>
                <a:cubicBezTo>
                  <a:pt x="335535" y="61511"/>
                  <a:pt x="331207" y="60590"/>
                  <a:pt x="326795" y="60590"/>
                </a:cubicBezTo>
                <a:lnTo>
                  <a:pt x="324079" y="60590"/>
                </a:lnTo>
                <a:lnTo>
                  <a:pt x="324079" y="58044"/>
                </a:lnTo>
                <a:cubicBezTo>
                  <a:pt x="328548" y="57478"/>
                  <a:pt x="333032" y="55866"/>
                  <a:pt x="337529" y="53207"/>
                </a:cubicBezTo>
                <a:cubicBezTo>
                  <a:pt x="342027" y="50548"/>
                  <a:pt x="345294" y="47352"/>
                  <a:pt x="347331" y="43618"/>
                </a:cubicBezTo>
                <a:cubicBezTo>
                  <a:pt x="349367" y="39884"/>
                  <a:pt x="350386" y="35783"/>
                  <a:pt x="350386" y="31313"/>
                </a:cubicBezTo>
                <a:cubicBezTo>
                  <a:pt x="350386" y="25486"/>
                  <a:pt x="348561" y="20777"/>
                  <a:pt x="344912" y="17184"/>
                </a:cubicBezTo>
                <a:cubicBezTo>
                  <a:pt x="341263" y="13592"/>
                  <a:pt x="336723" y="11796"/>
                  <a:pt x="331292" y="11796"/>
                </a:cubicBezTo>
                <a:cubicBezTo>
                  <a:pt x="322523" y="11796"/>
                  <a:pt x="315197" y="16491"/>
                  <a:pt x="309314" y="25882"/>
                </a:cubicBezTo>
                <a:lnTo>
                  <a:pt x="306513" y="24524"/>
                </a:lnTo>
                <a:close/>
                <a:moveTo>
                  <a:pt x="502709" y="0"/>
                </a:moveTo>
                <a:lnTo>
                  <a:pt x="418868" y="122538"/>
                </a:lnTo>
                <a:lnTo>
                  <a:pt x="411315" y="122538"/>
                </a:lnTo>
                <a:lnTo>
                  <a:pt x="495157" y="0"/>
                </a:lnTo>
                <a:lnTo>
                  <a:pt x="502709" y="0"/>
                </a:lnTo>
                <a:moveTo>
                  <a:pt x="415473" y="0"/>
                </a:moveTo>
                <a:cubicBezTo>
                  <a:pt x="423111" y="0"/>
                  <a:pt x="429037" y="3173"/>
                  <a:pt x="433251" y="9518"/>
                </a:cubicBezTo>
                <a:cubicBezTo>
                  <a:pt x="437466" y="15863"/>
                  <a:pt x="439574" y="23142"/>
                  <a:pt x="439574" y="31356"/>
                </a:cubicBezTo>
                <a:cubicBezTo>
                  <a:pt x="439574" y="41214"/>
                  <a:pt x="437197" y="48833"/>
                  <a:pt x="432445" y="54215"/>
                </a:cubicBezTo>
                <a:cubicBezTo>
                  <a:pt x="427693" y="59596"/>
                  <a:pt x="421979" y="62287"/>
                  <a:pt x="415304" y="62287"/>
                </a:cubicBezTo>
                <a:cubicBezTo>
                  <a:pt x="410834" y="62287"/>
                  <a:pt x="406733" y="61055"/>
                  <a:pt x="402999" y="58590"/>
                </a:cubicBezTo>
                <a:cubicBezTo>
                  <a:pt x="399265" y="56126"/>
                  <a:pt x="396281" y="52458"/>
                  <a:pt x="394046" y="47588"/>
                </a:cubicBezTo>
                <a:cubicBezTo>
                  <a:pt x="391812" y="42715"/>
                  <a:pt x="390694" y="37305"/>
                  <a:pt x="390694" y="31356"/>
                </a:cubicBezTo>
                <a:cubicBezTo>
                  <a:pt x="390694" y="25408"/>
                  <a:pt x="391826" y="19928"/>
                  <a:pt x="394089" y="14914"/>
                </a:cubicBezTo>
                <a:cubicBezTo>
                  <a:pt x="396352" y="9900"/>
                  <a:pt x="399449" y="6161"/>
                  <a:pt x="403381" y="3697"/>
                </a:cubicBezTo>
                <a:cubicBezTo>
                  <a:pt x="407313" y="1232"/>
                  <a:pt x="411344" y="0"/>
                  <a:pt x="415473" y="0"/>
                </a:cubicBezTo>
                <a:moveTo>
                  <a:pt x="415219" y="4582"/>
                </a:moveTo>
                <a:cubicBezTo>
                  <a:pt x="412334" y="4582"/>
                  <a:pt x="409774" y="6288"/>
                  <a:pt x="407539" y="9698"/>
                </a:cubicBezTo>
                <a:cubicBezTo>
                  <a:pt x="405304" y="13108"/>
                  <a:pt x="404187" y="20271"/>
                  <a:pt x="404187" y="31186"/>
                </a:cubicBezTo>
                <a:cubicBezTo>
                  <a:pt x="404187" y="39087"/>
                  <a:pt x="404809" y="45112"/>
                  <a:pt x="406054" y="49261"/>
                </a:cubicBezTo>
                <a:cubicBezTo>
                  <a:pt x="407016" y="52389"/>
                  <a:pt x="408515" y="54804"/>
                  <a:pt x="410551" y="56509"/>
                </a:cubicBezTo>
                <a:cubicBezTo>
                  <a:pt x="411740" y="57532"/>
                  <a:pt x="413210" y="58044"/>
                  <a:pt x="414964" y="58044"/>
                </a:cubicBezTo>
                <a:cubicBezTo>
                  <a:pt x="417680" y="58044"/>
                  <a:pt x="419999" y="56566"/>
                  <a:pt x="421923" y="53610"/>
                </a:cubicBezTo>
                <a:cubicBezTo>
                  <a:pt x="424751" y="49233"/>
                  <a:pt x="426166" y="41929"/>
                  <a:pt x="426166" y="31698"/>
                </a:cubicBezTo>
                <a:cubicBezTo>
                  <a:pt x="426166" y="20898"/>
                  <a:pt x="424780" y="13309"/>
                  <a:pt x="422008" y="8931"/>
                </a:cubicBezTo>
                <a:cubicBezTo>
                  <a:pt x="420197" y="6032"/>
                  <a:pt x="417934" y="4582"/>
                  <a:pt x="415219" y="4582"/>
                </a:cubicBezTo>
                <a:moveTo>
                  <a:pt x="498806" y="60590"/>
                </a:moveTo>
                <a:cubicBezTo>
                  <a:pt x="502822" y="60590"/>
                  <a:pt x="506825" y="61865"/>
                  <a:pt x="510813" y="64414"/>
                </a:cubicBezTo>
                <a:cubicBezTo>
                  <a:pt x="514802" y="66963"/>
                  <a:pt x="517885" y="70674"/>
                  <a:pt x="520063" y="75546"/>
                </a:cubicBezTo>
                <a:cubicBezTo>
                  <a:pt x="522241" y="80417"/>
                  <a:pt x="523330" y="85770"/>
                  <a:pt x="523330" y="91606"/>
                </a:cubicBezTo>
                <a:cubicBezTo>
                  <a:pt x="523330" y="101634"/>
                  <a:pt x="520926" y="109296"/>
                  <a:pt x="516117" y="114593"/>
                </a:cubicBezTo>
                <a:cubicBezTo>
                  <a:pt x="511308" y="119889"/>
                  <a:pt x="505623" y="122538"/>
                  <a:pt x="499060" y="122538"/>
                </a:cubicBezTo>
                <a:cubicBezTo>
                  <a:pt x="494930" y="122538"/>
                  <a:pt x="490928" y="121263"/>
                  <a:pt x="487053" y="118714"/>
                </a:cubicBezTo>
                <a:cubicBezTo>
                  <a:pt x="483177" y="116164"/>
                  <a:pt x="480122" y="112525"/>
                  <a:pt x="477888" y="107796"/>
                </a:cubicBezTo>
                <a:cubicBezTo>
                  <a:pt x="475653" y="103065"/>
                  <a:pt x="474536" y="97668"/>
                  <a:pt x="474536" y="91606"/>
                </a:cubicBezTo>
                <a:cubicBezTo>
                  <a:pt x="474536" y="85657"/>
                  <a:pt x="475653" y="80219"/>
                  <a:pt x="477888" y="75292"/>
                </a:cubicBezTo>
                <a:cubicBezTo>
                  <a:pt x="480122" y="70363"/>
                  <a:pt x="483177" y="66680"/>
                  <a:pt x="487053" y="64244"/>
                </a:cubicBezTo>
                <a:cubicBezTo>
                  <a:pt x="490928" y="61808"/>
                  <a:pt x="494846" y="60590"/>
                  <a:pt x="498806" y="60590"/>
                </a:cubicBezTo>
                <a:moveTo>
                  <a:pt x="498891" y="65172"/>
                </a:moveTo>
                <a:cubicBezTo>
                  <a:pt x="496175" y="65172"/>
                  <a:pt x="493827" y="66705"/>
                  <a:pt x="491847" y="69771"/>
                </a:cubicBezTo>
                <a:cubicBezTo>
                  <a:pt x="489301" y="73743"/>
                  <a:pt x="488028" y="81263"/>
                  <a:pt x="488028" y="92330"/>
                </a:cubicBezTo>
                <a:cubicBezTo>
                  <a:pt x="488028" y="102489"/>
                  <a:pt x="489330" y="109583"/>
                  <a:pt x="491932" y="113614"/>
                </a:cubicBezTo>
                <a:cubicBezTo>
                  <a:pt x="493856" y="116508"/>
                  <a:pt x="496175" y="117955"/>
                  <a:pt x="498891" y="117955"/>
                </a:cubicBezTo>
                <a:cubicBezTo>
                  <a:pt x="501493" y="117955"/>
                  <a:pt x="503812" y="116394"/>
                  <a:pt x="505849" y="113272"/>
                </a:cubicBezTo>
                <a:cubicBezTo>
                  <a:pt x="508565" y="109130"/>
                  <a:pt x="509922" y="102007"/>
                  <a:pt x="509922" y="91903"/>
                </a:cubicBezTo>
                <a:cubicBezTo>
                  <a:pt x="509922" y="81234"/>
                  <a:pt x="508565" y="73771"/>
                  <a:pt x="505849" y="69513"/>
                </a:cubicBezTo>
                <a:cubicBezTo>
                  <a:pt x="503982" y="66619"/>
                  <a:pt x="501663" y="65172"/>
                  <a:pt x="498891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6A470-0028-45B0-BDAA-BC640A9D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5183570"/>
            <a:ext cx="802121" cy="213899"/>
          </a:xfrm>
          <a:custGeom xmlns:a="http://schemas.openxmlformats.org/drawingml/2006/main">
            <a:pathLst>
              <a:path w="802121" h="213899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160424"/>
                </a:lnTo>
                <a:cubicBezTo>
                  <a:pt x="772576" y="160424"/>
                  <a:pt x="748646" y="184354"/>
                  <a:pt x="748646" y="213899"/>
                </a:cubicBezTo>
                <a:lnTo>
                  <a:pt x="53475" y="213899"/>
                </a:lnTo>
                <a:cubicBezTo>
                  <a:pt x="53475" y="184354"/>
                  <a:pt x="29545" y="160424"/>
                  <a:pt x="0" y="160424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AB3B5-629B-4C83-9DB6-7D99350F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5183570"/>
            <a:ext cx="802121" cy="213899"/>
          </a:xfrm>
          <a:custGeom xmlns:a="http://schemas.openxmlformats.org/drawingml/2006/main">
            <a:pathLst>
              <a:path w="802121" h="213899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160424"/>
                </a:lnTo>
                <a:cubicBezTo>
                  <a:pt x="772576" y="160424"/>
                  <a:pt x="748646" y="184354"/>
                  <a:pt x="748646" y="213899"/>
                </a:cubicBezTo>
                <a:lnTo>
                  <a:pt x="53475" y="213899"/>
                </a:lnTo>
                <a:cubicBezTo>
                  <a:pt x="53475" y="184354"/>
                  <a:pt x="29545" y="160424"/>
                  <a:pt x="0" y="160424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85" name="Text 25,15.5%">
            <a:extLst xmlns:a="http://schemas.openxmlformats.org/drawingml/2006/main">
              <a:ext uri="{FF2B5EF4-FFF2-40B4-BE49-F238E27FC236}">
                <a16:creationId xmlns:a16="http://schemas.microsoft.com/office/drawing/2014/main" id="{A861C785-4142-4CDC-86B1-FD750D9B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220" y="5219524"/>
            <a:ext cx="699839" cy="146807"/>
          </a:xfrm>
          <a:custGeom xmlns:a="http://schemas.openxmlformats.org/drawingml/2006/main">
            <a:pathLst>
              <a:path w="699839" h="146807">
                <a:moveTo>
                  <a:pt x="75950" y="95552"/>
                </a:moveTo>
                <a:lnTo>
                  <a:pt x="67888" y="117785"/>
                </a:lnTo>
                <a:lnTo>
                  <a:pt x="0" y="117785"/>
                </a:lnTo>
                <a:lnTo>
                  <a:pt x="0" y="114640"/>
                </a:lnTo>
                <a:cubicBezTo>
                  <a:pt x="19970" y="96394"/>
                  <a:pt x="34029" y="81491"/>
                  <a:pt x="42175" y="69932"/>
                </a:cubicBezTo>
                <a:cubicBezTo>
                  <a:pt x="50322" y="58372"/>
                  <a:pt x="54395" y="47803"/>
                  <a:pt x="54395" y="38227"/>
                </a:cubicBezTo>
                <a:cubicBezTo>
                  <a:pt x="54395" y="30918"/>
                  <a:pt x="52160" y="24913"/>
                  <a:pt x="47691" y="20210"/>
                </a:cubicBezTo>
                <a:cubicBezTo>
                  <a:pt x="43222" y="15505"/>
                  <a:pt x="37876" y="13153"/>
                  <a:pt x="31653" y="13153"/>
                </a:cubicBezTo>
                <a:cubicBezTo>
                  <a:pt x="25995" y="13153"/>
                  <a:pt x="20918" y="14815"/>
                  <a:pt x="16420" y="18139"/>
                </a:cubicBezTo>
                <a:cubicBezTo>
                  <a:pt x="11923" y="21462"/>
                  <a:pt x="8599" y="26335"/>
                  <a:pt x="6449" y="32756"/>
                </a:cubicBezTo>
                <a:lnTo>
                  <a:pt x="3310" y="32756"/>
                </a:lnTo>
                <a:cubicBezTo>
                  <a:pt x="4724" y="22316"/>
                  <a:pt x="8359" y="14304"/>
                  <a:pt x="14214" y="8719"/>
                </a:cubicBezTo>
                <a:cubicBezTo>
                  <a:pt x="20069" y="3133"/>
                  <a:pt x="27381" y="339"/>
                  <a:pt x="36150" y="339"/>
                </a:cubicBezTo>
                <a:cubicBezTo>
                  <a:pt x="45485" y="339"/>
                  <a:pt x="53278" y="3338"/>
                  <a:pt x="59529" y="9335"/>
                </a:cubicBezTo>
                <a:cubicBezTo>
                  <a:pt x="65780" y="15331"/>
                  <a:pt x="68906" y="22403"/>
                  <a:pt x="68906" y="30550"/>
                </a:cubicBezTo>
                <a:cubicBezTo>
                  <a:pt x="68906" y="36377"/>
                  <a:pt x="67548" y="42204"/>
                  <a:pt x="64833" y="48031"/>
                </a:cubicBezTo>
                <a:cubicBezTo>
                  <a:pt x="60646" y="57196"/>
                  <a:pt x="53858" y="66898"/>
                  <a:pt x="44467" y="77138"/>
                </a:cubicBezTo>
                <a:cubicBezTo>
                  <a:pt x="30380" y="92525"/>
                  <a:pt x="21583" y="101803"/>
                  <a:pt x="18075" y="104972"/>
                </a:cubicBezTo>
                <a:lnTo>
                  <a:pt x="48116" y="104972"/>
                </a:lnTo>
                <a:cubicBezTo>
                  <a:pt x="54225" y="104972"/>
                  <a:pt x="58511" y="104744"/>
                  <a:pt x="60972" y="104287"/>
                </a:cubicBezTo>
                <a:cubicBezTo>
                  <a:pt x="63433" y="103830"/>
                  <a:pt x="65653" y="102901"/>
                  <a:pt x="67633" y="101503"/>
                </a:cubicBezTo>
                <a:cubicBezTo>
                  <a:pt x="69613" y="100105"/>
                  <a:pt x="71339" y="98121"/>
                  <a:pt x="72810" y="95552"/>
                </a:cubicBezTo>
                <a:lnTo>
                  <a:pt x="75950" y="95552"/>
                </a:lnTo>
                <a:close/>
                <a:moveTo>
                  <a:pt x="158603" y="2716"/>
                </a:moveTo>
                <a:lnTo>
                  <a:pt x="151984" y="17311"/>
                </a:lnTo>
                <a:lnTo>
                  <a:pt x="117361" y="17311"/>
                </a:lnTo>
                <a:lnTo>
                  <a:pt x="109809" y="32586"/>
                </a:lnTo>
                <a:cubicBezTo>
                  <a:pt x="124801" y="34793"/>
                  <a:pt x="136681" y="40365"/>
                  <a:pt x="145450" y="49304"/>
                </a:cubicBezTo>
                <a:cubicBezTo>
                  <a:pt x="152974" y="56998"/>
                  <a:pt x="156736" y="66049"/>
                  <a:pt x="156736" y="76459"/>
                </a:cubicBezTo>
                <a:cubicBezTo>
                  <a:pt x="156736" y="82512"/>
                  <a:pt x="155506" y="88113"/>
                  <a:pt x="153045" y="93261"/>
                </a:cubicBezTo>
                <a:cubicBezTo>
                  <a:pt x="150584" y="98409"/>
                  <a:pt x="147486" y="102794"/>
                  <a:pt x="143753" y="106414"/>
                </a:cubicBezTo>
                <a:cubicBezTo>
                  <a:pt x="140019" y="110035"/>
                  <a:pt x="135861" y="112948"/>
                  <a:pt x="131278" y="115155"/>
                </a:cubicBezTo>
                <a:cubicBezTo>
                  <a:pt x="124772" y="118266"/>
                  <a:pt x="118097" y="119822"/>
                  <a:pt x="111251" y="119822"/>
                </a:cubicBezTo>
                <a:cubicBezTo>
                  <a:pt x="104349" y="119822"/>
                  <a:pt x="99329" y="118648"/>
                  <a:pt x="96189" y="116300"/>
                </a:cubicBezTo>
                <a:cubicBezTo>
                  <a:pt x="93049" y="113953"/>
                  <a:pt x="91479" y="111364"/>
                  <a:pt x="91479" y="108536"/>
                </a:cubicBezTo>
                <a:cubicBezTo>
                  <a:pt x="91479" y="106952"/>
                  <a:pt x="92130" y="105551"/>
                  <a:pt x="93431" y="104335"/>
                </a:cubicBezTo>
                <a:cubicBezTo>
                  <a:pt x="94732" y="103119"/>
                  <a:pt x="96373" y="102511"/>
                  <a:pt x="98353" y="102511"/>
                </a:cubicBezTo>
                <a:cubicBezTo>
                  <a:pt x="99824" y="102511"/>
                  <a:pt x="101111" y="102737"/>
                  <a:pt x="102214" y="103190"/>
                </a:cubicBezTo>
                <a:cubicBezTo>
                  <a:pt x="103317" y="103642"/>
                  <a:pt x="105198" y="104802"/>
                  <a:pt x="107857" y="106669"/>
                </a:cubicBezTo>
                <a:cubicBezTo>
                  <a:pt x="112100" y="109611"/>
                  <a:pt x="116400" y="111081"/>
                  <a:pt x="120756" y="111081"/>
                </a:cubicBezTo>
                <a:cubicBezTo>
                  <a:pt x="127375" y="111081"/>
                  <a:pt x="133188" y="108578"/>
                  <a:pt x="138194" y="103571"/>
                </a:cubicBezTo>
                <a:cubicBezTo>
                  <a:pt x="143201" y="98565"/>
                  <a:pt x="145704" y="92469"/>
                  <a:pt x="145704" y="85284"/>
                </a:cubicBezTo>
                <a:cubicBezTo>
                  <a:pt x="145704" y="78326"/>
                  <a:pt x="143470" y="71834"/>
                  <a:pt x="139000" y="65809"/>
                </a:cubicBezTo>
                <a:cubicBezTo>
                  <a:pt x="134531" y="59784"/>
                  <a:pt x="128365" y="55131"/>
                  <a:pt x="120501" y="51849"/>
                </a:cubicBezTo>
                <a:cubicBezTo>
                  <a:pt x="114335" y="49304"/>
                  <a:pt x="105933" y="47833"/>
                  <a:pt x="95298" y="47437"/>
                </a:cubicBezTo>
                <a:lnTo>
                  <a:pt x="117361" y="2716"/>
                </a:lnTo>
                <a:lnTo>
                  <a:pt x="158603" y="2716"/>
                </a:lnTo>
                <a:close/>
                <a:moveTo>
                  <a:pt x="179393" y="146807"/>
                </a:moveTo>
                <a:lnTo>
                  <a:pt x="179393" y="143074"/>
                </a:lnTo>
                <a:cubicBezTo>
                  <a:pt x="185220" y="141143"/>
                  <a:pt x="189732" y="138147"/>
                  <a:pt x="192928" y="134086"/>
                </a:cubicBezTo>
                <a:cubicBezTo>
                  <a:pt x="196125" y="130027"/>
                  <a:pt x="197723" y="125726"/>
                  <a:pt x="197723" y="121182"/>
                </a:cubicBezTo>
                <a:cubicBezTo>
                  <a:pt x="197723" y="120106"/>
                  <a:pt x="197468" y="119200"/>
                  <a:pt x="196959" y="118464"/>
                </a:cubicBezTo>
                <a:cubicBezTo>
                  <a:pt x="196563" y="117955"/>
                  <a:pt x="196167" y="117701"/>
                  <a:pt x="195771" y="117701"/>
                </a:cubicBezTo>
                <a:cubicBezTo>
                  <a:pt x="195149" y="117701"/>
                  <a:pt x="193791" y="118266"/>
                  <a:pt x="191698" y="119398"/>
                </a:cubicBezTo>
                <a:cubicBezTo>
                  <a:pt x="190680" y="119907"/>
                  <a:pt x="189605" y="120161"/>
                  <a:pt x="188473" y="120161"/>
                </a:cubicBezTo>
                <a:cubicBezTo>
                  <a:pt x="185701" y="120161"/>
                  <a:pt x="183495" y="119341"/>
                  <a:pt x="181854" y="117701"/>
                </a:cubicBezTo>
                <a:cubicBezTo>
                  <a:pt x="180214" y="116060"/>
                  <a:pt x="179393" y="113797"/>
                  <a:pt x="179393" y="110912"/>
                </a:cubicBezTo>
                <a:cubicBezTo>
                  <a:pt x="179393" y="108140"/>
                  <a:pt x="180454" y="105764"/>
                  <a:pt x="182576" y="103784"/>
                </a:cubicBezTo>
                <a:cubicBezTo>
                  <a:pt x="184697" y="101803"/>
                  <a:pt x="187285" y="100813"/>
                  <a:pt x="190340" y="100813"/>
                </a:cubicBezTo>
                <a:cubicBezTo>
                  <a:pt x="194074" y="100813"/>
                  <a:pt x="197398" y="102443"/>
                  <a:pt x="200311" y="105704"/>
                </a:cubicBezTo>
                <a:cubicBezTo>
                  <a:pt x="203225" y="108962"/>
                  <a:pt x="204682" y="113283"/>
                  <a:pt x="204682" y="118666"/>
                </a:cubicBezTo>
                <a:cubicBezTo>
                  <a:pt x="204682" y="124505"/>
                  <a:pt x="202659" y="129933"/>
                  <a:pt x="198614" y="134948"/>
                </a:cubicBezTo>
                <a:cubicBezTo>
                  <a:pt x="194569" y="139964"/>
                  <a:pt x="188162" y="143917"/>
                  <a:pt x="179393" y="146807"/>
                </a:cubicBezTo>
                <a:close/>
                <a:moveTo>
                  <a:pt x="277322" y="14002"/>
                </a:moveTo>
                <a:lnTo>
                  <a:pt x="305325" y="339"/>
                </a:lnTo>
                <a:lnTo>
                  <a:pt x="308126" y="339"/>
                </a:lnTo>
                <a:lnTo>
                  <a:pt x="308126" y="97504"/>
                </a:lnTo>
                <a:cubicBezTo>
                  <a:pt x="308126" y="103953"/>
                  <a:pt x="308395" y="107970"/>
                  <a:pt x="308932" y="109554"/>
                </a:cubicBezTo>
                <a:cubicBezTo>
                  <a:pt x="309469" y="111138"/>
                  <a:pt x="310587" y="112354"/>
                  <a:pt x="312284" y="113203"/>
                </a:cubicBezTo>
                <a:cubicBezTo>
                  <a:pt x="313981" y="114052"/>
                  <a:pt x="317432" y="114532"/>
                  <a:pt x="322637" y="114646"/>
                </a:cubicBezTo>
                <a:lnTo>
                  <a:pt x="322637" y="117785"/>
                </a:lnTo>
                <a:lnTo>
                  <a:pt x="279358" y="117785"/>
                </a:lnTo>
                <a:lnTo>
                  <a:pt x="279358" y="114646"/>
                </a:lnTo>
                <a:cubicBezTo>
                  <a:pt x="284789" y="114532"/>
                  <a:pt x="288297" y="114066"/>
                  <a:pt x="289881" y="113245"/>
                </a:cubicBezTo>
                <a:cubicBezTo>
                  <a:pt x="291465" y="112425"/>
                  <a:pt x="292568" y="111322"/>
                  <a:pt x="293190" y="109936"/>
                </a:cubicBezTo>
                <a:cubicBezTo>
                  <a:pt x="293813" y="108550"/>
                  <a:pt x="294124" y="104406"/>
                  <a:pt x="294124" y="97504"/>
                </a:cubicBezTo>
                <a:lnTo>
                  <a:pt x="294124" y="35387"/>
                </a:lnTo>
                <a:cubicBezTo>
                  <a:pt x="294124" y="27014"/>
                  <a:pt x="293841" y="21639"/>
                  <a:pt x="293275" y="19263"/>
                </a:cubicBezTo>
                <a:cubicBezTo>
                  <a:pt x="292879" y="17453"/>
                  <a:pt x="292158" y="16123"/>
                  <a:pt x="291111" y="15275"/>
                </a:cubicBezTo>
                <a:cubicBezTo>
                  <a:pt x="290065" y="14426"/>
                  <a:pt x="288806" y="14002"/>
                  <a:pt x="287335" y="14002"/>
                </a:cubicBezTo>
                <a:cubicBezTo>
                  <a:pt x="285242" y="14002"/>
                  <a:pt x="282328" y="14879"/>
                  <a:pt x="278595" y="16633"/>
                </a:cubicBezTo>
                <a:lnTo>
                  <a:pt x="277322" y="14002"/>
                </a:lnTo>
                <a:close/>
                <a:moveTo>
                  <a:pt x="419292" y="2716"/>
                </a:moveTo>
                <a:lnTo>
                  <a:pt x="412673" y="17311"/>
                </a:lnTo>
                <a:lnTo>
                  <a:pt x="378050" y="17311"/>
                </a:lnTo>
                <a:lnTo>
                  <a:pt x="370498" y="32586"/>
                </a:lnTo>
                <a:cubicBezTo>
                  <a:pt x="385490" y="34793"/>
                  <a:pt x="397370" y="40365"/>
                  <a:pt x="406139" y="49304"/>
                </a:cubicBezTo>
                <a:cubicBezTo>
                  <a:pt x="413663" y="56998"/>
                  <a:pt x="417425" y="66049"/>
                  <a:pt x="417425" y="76459"/>
                </a:cubicBezTo>
                <a:cubicBezTo>
                  <a:pt x="417425" y="82512"/>
                  <a:pt x="416195" y="88113"/>
                  <a:pt x="413734" y="93261"/>
                </a:cubicBezTo>
                <a:cubicBezTo>
                  <a:pt x="411273" y="98409"/>
                  <a:pt x="408176" y="102794"/>
                  <a:pt x="404442" y="106414"/>
                </a:cubicBezTo>
                <a:cubicBezTo>
                  <a:pt x="400708" y="110035"/>
                  <a:pt x="396550" y="112948"/>
                  <a:pt x="391967" y="115155"/>
                </a:cubicBezTo>
                <a:cubicBezTo>
                  <a:pt x="385461" y="118266"/>
                  <a:pt x="378786" y="119822"/>
                  <a:pt x="371940" y="119822"/>
                </a:cubicBezTo>
                <a:cubicBezTo>
                  <a:pt x="365039" y="119822"/>
                  <a:pt x="360018" y="118648"/>
                  <a:pt x="356878" y="116300"/>
                </a:cubicBezTo>
                <a:cubicBezTo>
                  <a:pt x="353738" y="113953"/>
                  <a:pt x="352168" y="111364"/>
                  <a:pt x="352168" y="108536"/>
                </a:cubicBezTo>
                <a:cubicBezTo>
                  <a:pt x="352168" y="106952"/>
                  <a:pt x="352819" y="105551"/>
                  <a:pt x="354120" y="104335"/>
                </a:cubicBezTo>
                <a:cubicBezTo>
                  <a:pt x="355421" y="103119"/>
                  <a:pt x="357062" y="102511"/>
                  <a:pt x="359042" y="102511"/>
                </a:cubicBezTo>
                <a:cubicBezTo>
                  <a:pt x="360513" y="102511"/>
                  <a:pt x="361800" y="102737"/>
                  <a:pt x="362903" y="103190"/>
                </a:cubicBezTo>
                <a:cubicBezTo>
                  <a:pt x="364006" y="103642"/>
                  <a:pt x="365887" y="104802"/>
                  <a:pt x="368546" y="106669"/>
                </a:cubicBezTo>
                <a:cubicBezTo>
                  <a:pt x="372789" y="109611"/>
                  <a:pt x="377089" y="111081"/>
                  <a:pt x="381445" y="111081"/>
                </a:cubicBezTo>
                <a:cubicBezTo>
                  <a:pt x="388064" y="111081"/>
                  <a:pt x="393877" y="108578"/>
                  <a:pt x="398883" y="103571"/>
                </a:cubicBezTo>
                <a:cubicBezTo>
                  <a:pt x="403890" y="98565"/>
                  <a:pt x="406394" y="92469"/>
                  <a:pt x="406394" y="85284"/>
                </a:cubicBezTo>
                <a:cubicBezTo>
                  <a:pt x="406394" y="78326"/>
                  <a:pt x="404159" y="71834"/>
                  <a:pt x="399690" y="65809"/>
                </a:cubicBezTo>
                <a:cubicBezTo>
                  <a:pt x="395220" y="59784"/>
                  <a:pt x="389054" y="55131"/>
                  <a:pt x="381190" y="51849"/>
                </a:cubicBezTo>
                <a:cubicBezTo>
                  <a:pt x="375024" y="49304"/>
                  <a:pt x="366623" y="47833"/>
                  <a:pt x="355987" y="47437"/>
                </a:cubicBezTo>
                <a:lnTo>
                  <a:pt x="378050" y="2716"/>
                </a:lnTo>
                <a:lnTo>
                  <a:pt x="419292" y="2716"/>
                </a:lnTo>
                <a:close/>
                <a:moveTo>
                  <a:pt x="452472" y="101323"/>
                </a:moveTo>
                <a:cubicBezTo>
                  <a:pt x="455131" y="101323"/>
                  <a:pt x="457366" y="102242"/>
                  <a:pt x="459176" y="104081"/>
                </a:cubicBezTo>
                <a:cubicBezTo>
                  <a:pt x="460987" y="105919"/>
                  <a:pt x="461892" y="108140"/>
                  <a:pt x="461892" y="110742"/>
                </a:cubicBezTo>
                <a:cubicBezTo>
                  <a:pt x="461892" y="113344"/>
                  <a:pt x="460972" y="115565"/>
                  <a:pt x="459134" y="117404"/>
                </a:cubicBezTo>
                <a:cubicBezTo>
                  <a:pt x="457295" y="119242"/>
                  <a:pt x="455075" y="120161"/>
                  <a:pt x="452472" y="120161"/>
                </a:cubicBezTo>
                <a:cubicBezTo>
                  <a:pt x="449870" y="120161"/>
                  <a:pt x="447649" y="119242"/>
                  <a:pt x="445811" y="117404"/>
                </a:cubicBezTo>
                <a:cubicBezTo>
                  <a:pt x="443972" y="115565"/>
                  <a:pt x="443053" y="113344"/>
                  <a:pt x="443053" y="110742"/>
                </a:cubicBezTo>
                <a:cubicBezTo>
                  <a:pt x="443053" y="108083"/>
                  <a:pt x="443972" y="105848"/>
                  <a:pt x="445811" y="104038"/>
                </a:cubicBezTo>
                <a:cubicBezTo>
                  <a:pt x="447649" y="102228"/>
                  <a:pt x="449870" y="101323"/>
                  <a:pt x="452472" y="101323"/>
                </a:cubicBezTo>
                <a:close/>
                <a:moveTo>
                  <a:pt x="549637" y="2716"/>
                </a:moveTo>
                <a:lnTo>
                  <a:pt x="543018" y="17311"/>
                </a:lnTo>
                <a:lnTo>
                  <a:pt x="508395" y="17311"/>
                </a:lnTo>
                <a:lnTo>
                  <a:pt x="500842" y="32586"/>
                </a:lnTo>
                <a:cubicBezTo>
                  <a:pt x="515834" y="34793"/>
                  <a:pt x="527715" y="40365"/>
                  <a:pt x="536484" y="49304"/>
                </a:cubicBezTo>
                <a:cubicBezTo>
                  <a:pt x="544008" y="56998"/>
                  <a:pt x="547770" y="66049"/>
                  <a:pt x="547770" y="76459"/>
                </a:cubicBezTo>
                <a:cubicBezTo>
                  <a:pt x="547770" y="82512"/>
                  <a:pt x="546539" y="88113"/>
                  <a:pt x="544079" y="93261"/>
                </a:cubicBezTo>
                <a:cubicBezTo>
                  <a:pt x="541618" y="98409"/>
                  <a:pt x="538520" y="102794"/>
                  <a:pt x="534786" y="106414"/>
                </a:cubicBezTo>
                <a:cubicBezTo>
                  <a:pt x="531053" y="110035"/>
                  <a:pt x="526894" y="112948"/>
                  <a:pt x="522312" y="115155"/>
                </a:cubicBezTo>
                <a:cubicBezTo>
                  <a:pt x="515806" y="118266"/>
                  <a:pt x="509130" y="119822"/>
                  <a:pt x="502285" y="119822"/>
                </a:cubicBezTo>
                <a:cubicBezTo>
                  <a:pt x="495383" y="119822"/>
                  <a:pt x="490362" y="118648"/>
                  <a:pt x="487222" y="116300"/>
                </a:cubicBezTo>
                <a:cubicBezTo>
                  <a:pt x="484083" y="113953"/>
                  <a:pt x="482513" y="111364"/>
                  <a:pt x="482513" y="108536"/>
                </a:cubicBezTo>
                <a:cubicBezTo>
                  <a:pt x="482513" y="106952"/>
                  <a:pt x="483163" y="105551"/>
                  <a:pt x="484465" y="104335"/>
                </a:cubicBezTo>
                <a:cubicBezTo>
                  <a:pt x="485766" y="103119"/>
                  <a:pt x="487406" y="102511"/>
                  <a:pt x="489386" y="102511"/>
                </a:cubicBezTo>
                <a:cubicBezTo>
                  <a:pt x="490857" y="102511"/>
                  <a:pt x="492144" y="102737"/>
                  <a:pt x="493248" y="103190"/>
                </a:cubicBezTo>
                <a:cubicBezTo>
                  <a:pt x="494351" y="103642"/>
                  <a:pt x="496232" y="104802"/>
                  <a:pt x="498891" y="106669"/>
                </a:cubicBezTo>
                <a:cubicBezTo>
                  <a:pt x="503134" y="109611"/>
                  <a:pt x="507433" y="111081"/>
                  <a:pt x="511789" y="111081"/>
                </a:cubicBezTo>
                <a:cubicBezTo>
                  <a:pt x="518408" y="111081"/>
                  <a:pt x="524221" y="108578"/>
                  <a:pt x="529228" y="103571"/>
                </a:cubicBezTo>
                <a:cubicBezTo>
                  <a:pt x="534235" y="98565"/>
                  <a:pt x="536738" y="92469"/>
                  <a:pt x="536738" y="85284"/>
                </a:cubicBezTo>
                <a:cubicBezTo>
                  <a:pt x="536738" y="78326"/>
                  <a:pt x="534504" y="71834"/>
                  <a:pt x="530034" y="65809"/>
                </a:cubicBezTo>
                <a:cubicBezTo>
                  <a:pt x="525565" y="59784"/>
                  <a:pt x="519398" y="55131"/>
                  <a:pt x="511535" y="51849"/>
                </a:cubicBezTo>
                <a:cubicBezTo>
                  <a:pt x="505368" y="49304"/>
                  <a:pt x="496967" y="47833"/>
                  <a:pt x="486331" y="47437"/>
                </a:cubicBezTo>
                <a:lnTo>
                  <a:pt x="508395" y="2716"/>
                </a:lnTo>
                <a:lnTo>
                  <a:pt x="549637" y="2716"/>
                </a:lnTo>
                <a:close/>
                <a:moveTo>
                  <a:pt x="679218" y="0"/>
                </a:moveTo>
                <a:lnTo>
                  <a:pt x="595376" y="122538"/>
                </a:lnTo>
                <a:lnTo>
                  <a:pt x="587824" y="122538"/>
                </a:lnTo>
                <a:lnTo>
                  <a:pt x="671665" y="0"/>
                </a:lnTo>
                <a:lnTo>
                  <a:pt x="679218" y="0"/>
                </a:lnTo>
                <a:moveTo>
                  <a:pt x="591982" y="0"/>
                </a:moveTo>
                <a:cubicBezTo>
                  <a:pt x="599619" y="0"/>
                  <a:pt x="605545" y="3173"/>
                  <a:pt x="609760" y="9518"/>
                </a:cubicBezTo>
                <a:cubicBezTo>
                  <a:pt x="613975" y="15863"/>
                  <a:pt x="616082" y="23142"/>
                  <a:pt x="616082" y="31356"/>
                </a:cubicBezTo>
                <a:cubicBezTo>
                  <a:pt x="616082" y="41214"/>
                  <a:pt x="613706" y="48833"/>
                  <a:pt x="608954" y="54215"/>
                </a:cubicBezTo>
                <a:cubicBezTo>
                  <a:pt x="604202" y="59596"/>
                  <a:pt x="598488" y="62287"/>
                  <a:pt x="591812" y="62287"/>
                </a:cubicBezTo>
                <a:cubicBezTo>
                  <a:pt x="587343" y="62287"/>
                  <a:pt x="583241" y="61055"/>
                  <a:pt x="579507" y="58590"/>
                </a:cubicBezTo>
                <a:cubicBezTo>
                  <a:pt x="575774" y="56126"/>
                  <a:pt x="572789" y="52458"/>
                  <a:pt x="570555" y="47588"/>
                </a:cubicBezTo>
                <a:cubicBezTo>
                  <a:pt x="568320" y="42715"/>
                  <a:pt x="567203" y="37305"/>
                  <a:pt x="567203" y="31356"/>
                </a:cubicBezTo>
                <a:cubicBezTo>
                  <a:pt x="567203" y="25408"/>
                  <a:pt x="568334" y="19928"/>
                  <a:pt x="570597" y="14914"/>
                </a:cubicBezTo>
                <a:cubicBezTo>
                  <a:pt x="572860" y="9900"/>
                  <a:pt x="575957" y="6161"/>
                  <a:pt x="579889" y="3697"/>
                </a:cubicBezTo>
                <a:cubicBezTo>
                  <a:pt x="583821" y="1232"/>
                  <a:pt x="587852" y="0"/>
                  <a:pt x="591982" y="0"/>
                </a:cubicBezTo>
                <a:moveTo>
                  <a:pt x="591727" y="4582"/>
                </a:moveTo>
                <a:cubicBezTo>
                  <a:pt x="588842" y="4582"/>
                  <a:pt x="586282" y="6288"/>
                  <a:pt x="584047" y="9698"/>
                </a:cubicBezTo>
                <a:cubicBezTo>
                  <a:pt x="581813" y="13108"/>
                  <a:pt x="580695" y="20271"/>
                  <a:pt x="580695" y="31186"/>
                </a:cubicBezTo>
                <a:cubicBezTo>
                  <a:pt x="580695" y="39087"/>
                  <a:pt x="581318" y="45112"/>
                  <a:pt x="582562" y="49261"/>
                </a:cubicBezTo>
                <a:cubicBezTo>
                  <a:pt x="583524" y="52389"/>
                  <a:pt x="585023" y="54804"/>
                  <a:pt x="587060" y="56509"/>
                </a:cubicBezTo>
                <a:cubicBezTo>
                  <a:pt x="588248" y="57532"/>
                  <a:pt x="589719" y="58044"/>
                  <a:pt x="591473" y="58044"/>
                </a:cubicBezTo>
                <a:cubicBezTo>
                  <a:pt x="594188" y="58044"/>
                  <a:pt x="596508" y="56566"/>
                  <a:pt x="598431" y="53610"/>
                </a:cubicBezTo>
                <a:cubicBezTo>
                  <a:pt x="601260" y="49233"/>
                  <a:pt x="602674" y="41929"/>
                  <a:pt x="602674" y="31698"/>
                </a:cubicBezTo>
                <a:cubicBezTo>
                  <a:pt x="602674" y="20898"/>
                  <a:pt x="601288" y="13309"/>
                  <a:pt x="598516" y="8931"/>
                </a:cubicBezTo>
                <a:cubicBezTo>
                  <a:pt x="596706" y="6032"/>
                  <a:pt x="594443" y="4582"/>
                  <a:pt x="591727" y="4582"/>
                </a:cubicBezTo>
                <a:moveTo>
                  <a:pt x="675314" y="60590"/>
                </a:moveTo>
                <a:cubicBezTo>
                  <a:pt x="679331" y="60590"/>
                  <a:pt x="683333" y="61865"/>
                  <a:pt x="687322" y="64414"/>
                </a:cubicBezTo>
                <a:cubicBezTo>
                  <a:pt x="691310" y="66963"/>
                  <a:pt x="694393" y="70674"/>
                  <a:pt x="696571" y="75546"/>
                </a:cubicBezTo>
                <a:cubicBezTo>
                  <a:pt x="698750" y="80417"/>
                  <a:pt x="699839" y="85770"/>
                  <a:pt x="699839" y="91606"/>
                </a:cubicBezTo>
                <a:cubicBezTo>
                  <a:pt x="699839" y="101634"/>
                  <a:pt x="697434" y="109296"/>
                  <a:pt x="692625" y="114593"/>
                </a:cubicBezTo>
                <a:cubicBezTo>
                  <a:pt x="687817" y="119889"/>
                  <a:pt x="682131" y="122538"/>
                  <a:pt x="675569" y="122538"/>
                </a:cubicBezTo>
                <a:cubicBezTo>
                  <a:pt x="671439" y="122538"/>
                  <a:pt x="667436" y="121263"/>
                  <a:pt x="663561" y="118714"/>
                </a:cubicBezTo>
                <a:cubicBezTo>
                  <a:pt x="659686" y="116164"/>
                  <a:pt x="656631" y="112525"/>
                  <a:pt x="654396" y="107796"/>
                </a:cubicBezTo>
                <a:cubicBezTo>
                  <a:pt x="652161" y="103065"/>
                  <a:pt x="651044" y="97668"/>
                  <a:pt x="651044" y="91606"/>
                </a:cubicBezTo>
                <a:cubicBezTo>
                  <a:pt x="651044" y="85657"/>
                  <a:pt x="652161" y="80219"/>
                  <a:pt x="654396" y="75292"/>
                </a:cubicBezTo>
                <a:cubicBezTo>
                  <a:pt x="656631" y="70363"/>
                  <a:pt x="659686" y="66680"/>
                  <a:pt x="663561" y="64244"/>
                </a:cubicBezTo>
                <a:cubicBezTo>
                  <a:pt x="667436" y="61808"/>
                  <a:pt x="671354" y="60590"/>
                  <a:pt x="675314" y="60590"/>
                </a:cubicBezTo>
                <a:moveTo>
                  <a:pt x="675399" y="65172"/>
                </a:moveTo>
                <a:cubicBezTo>
                  <a:pt x="672683" y="65172"/>
                  <a:pt x="670336" y="66705"/>
                  <a:pt x="668356" y="69771"/>
                </a:cubicBezTo>
                <a:cubicBezTo>
                  <a:pt x="665810" y="73743"/>
                  <a:pt x="664537" y="81263"/>
                  <a:pt x="664537" y="92330"/>
                </a:cubicBezTo>
                <a:cubicBezTo>
                  <a:pt x="664537" y="102489"/>
                  <a:pt x="665838" y="109583"/>
                  <a:pt x="668440" y="113614"/>
                </a:cubicBezTo>
                <a:cubicBezTo>
                  <a:pt x="670364" y="116508"/>
                  <a:pt x="672683" y="117955"/>
                  <a:pt x="675399" y="117955"/>
                </a:cubicBezTo>
                <a:cubicBezTo>
                  <a:pt x="678001" y="117955"/>
                  <a:pt x="680321" y="116394"/>
                  <a:pt x="682357" y="113272"/>
                </a:cubicBezTo>
                <a:cubicBezTo>
                  <a:pt x="685073" y="109130"/>
                  <a:pt x="686431" y="102007"/>
                  <a:pt x="686431" y="91903"/>
                </a:cubicBezTo>
                <a:cubicBezTo>
                  <a:pt x="686431" y="81234"/>
                  <a:pt x="685073" y="73771"/>
                  <a:pt x="682357" y="69513"/>
                </a:cubicBezTo>
                <a:cubicBezTo>
                  <a:pt x="680491" y="66619"/>
                  <a:pt x="678171" y="65172"/>
                  <a:pt x="675399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94FC0-DD23-4103-A90B-AB68D382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5811898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B9DAAB-E5E0-48CF-A858-32BE946A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5811898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88" name="Text 9,6.4%">
            <a:extLst xmlns:a="http://schemas.openxmlformats.org/drawingml/2006/main">
              <a:ext uri="{FF2B5EF4-FFF2-40B4-BE49-F238E27FC236}">
                <a16:creationId xmlns:a16="http://schemas.microsoft.com/office/drawing/2014/main" id="{1E837FA5-D2B5-4533-8E90-735E42C9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256" y="5901327"/>
            <a:ext cx="522906" cy="146807"/>
          </a:xfrm>
          <a:custGeom xmlns:a="http://schemas.openxmlformats.org/drawingml/2006/main">
            <a:pathLst>
              <a:path w="522906" h="146807">
                <a:moveTo>
                  <a:pt x="2291" y="120161"/>
                </a:moveTo>
                <a:lnTo>
                  <a:pt x="2291" y="117022"/>
                </a:lnTo>
                <a:cubicBezTo>
                  <a:pt x="9646" y="116909"/>
                  <a:pt x="16491" y="115197"/>
                  <a:pt x="22827" y="111888"/>
                </a:cubicBezTo>
                <a:cubicBezTo>
                  <a:pt x="29163" y="108578"/>
                  <a:pt x="35288" y="102794"/>
                  <a:pt x="41199" y="94534"/>
                </a:cubicBezTo>
                <a:cubicBezTo>
                  <a:pt x="47111" y="86274"/>
                  <a:pt x="51227" y="77194"/>
                  <a:pt x="53547" y="67294"/>
                </a:cubicBezTo>
                <a:cubicBezTo>
                  <a:pt x="44665" y="73008"/>
                  <a:pt x="36631" y="75865"/>
                  <a:pt x="29446" y="75865"/>
                </a:cubicBezTo>
                <a:cubicBezTo>
                  <a:pt x="21356" y="75865"/>
                  <a:pt x="14426" y="72739"/>
                  <a:pt x="8656" y="66488"/>
                </a:cubicBezTo>
                <a:cubicBezTo>
                  <a:pt x="2885" y="60236"/>
                  <a:pt x="0" y="51934"/>
                  <a:pt x="0" y="41581"/>
                </a:cubicBezTo>
                <a:cubicBezTo>
                  <a:pt x="0" y="31511"/>
                  <a:pt x="2885" y="22544"/>
                  <a:pt x="8656" y="14681"/>
                </a:cubicBezTo>
                <a:cubicBezTo>
                  <a:pt x="15614" y="5120"/>
                  <a:pt x="24694" y="339"/>
                  <a:pt x="35896" y="339"/>
                </a:cubicBezTo>
                <a:cubicBezTo>
                  <a:pt x="45343" y="339"/>
                  <a:pt x="53433" y="4243"/>
                  <a:pt x="60166" y="12050"/>
                </a:cubicBezTo>
                <a:cubicBezTo>
                  <a:pt x="68425" y="21724"/>
                  <a:pt x="72555" y="33661"/>
                  <a:pt x="72555" y="47861"/>
                </a:cubicBezTo>
                <a:cubicBezTo>
                  <a:pt x="72555" y="60646"/>
                  <a:pt x="69415" y="72569"/>
                  <a:pt x="63136" y="83629"/>
                </a:cubicBezTo>
                <a:cubicBezTo>
                  <a:pt x="56856" y="94689"/>
                  <a:pt x="48116" y="103868"/>
                  <a:pt x="36914" y="111166"/>
                </a:cubicBezTo>
                <a:cubicBezTo>
                  <a:pt x="27806" y="117163"/>
                  <a:pt x="17877" y="120161"/>
                  <a:pt x="7128" y="120161"/>
                </a:cubicBezTo>
                <a:lnTo>
                  <a:pt x="2291" y="120161"/>
                </a:lnTo>
                <a:moveTo>
                  <a:pt x="54904" y="60948"/>
                </a:moveTo>
                <a:cubicBezTo>
                  <a:pt x="55923" y="53615"/>
                  <a:pt x="56432" y="47747"/>
                  <a:pt x="56432" y="43345"/>
                </a:cubicBezTo>
                <a:cubicBezTo>
                  <a:pt x="56432" y="37873"/>
                  <a:pt x="55498" y="31964"/>
                  <a:pt x="53631" y="25617"/>
                </a:cubicBezTo>
                <a:cubicBezTo>
                  <a:pt x="51764" y="19270"/>
                  <a:pt x="49120" y="14404"/>
                  <a:pt x="45697" y="11019"/>
                </a:cubicBezTo>
                <a:cubicBezTo>
                  <a:pt x="42274" y="7633"/>
                  <a:pt x="38385" y="5940"/>
                  <a:pt x="34029" y="5940"/>
                </a:cubicBezTo>
                <a:cubicBezTo>
                  <a:pt x="28994" y="5940"/>
                  <a:pt x="24581" y="8197"/>
                  <a:pt x="20791" y="12710"/>
                </a:cubicBezTo>
                <a:cubicBezTo>
                  <a:pt x="17000" y="17224"/>
                  <a:pt x="15105" y="23938"/>
                  <a:pt x="15105" y="32851"/>
                </a:cubicBezTo>
                <a:cubicBezTo>
                  <a:pt x="15105" y="44756"/>
                  <a:pt x="17623" y="54065"/>
                  <a:pt x="22658" y="60778"/>
                </a:cubicBezTo>
                <a:cubicBezTo>
                  <a:pt x="26335" y="65631"/>
                  <a:pt x="30861" y="68058"/>
                  <a:pt x="36235" y="68058"/>
                </a:cubicBezTo>
                <a:cubicBezTo>
                  <a:pt x="38838" y="68058"/>
                  <a:pt x="41921" y="67437"/>
                  <a:pt x="45485" y="66196"/>
                </a:cubicBezTo>
                <a:cubicBezTo>
                  <a:pt x="49049" y="64955"/>
                  <a:pt x="52189" y="63206"/>
                  <a:pt x="54904" y="60948"/>
                </a:cubicBezTo>
                <a:close/>
                <a:moveTo>
                  <a:pt x="89357" y="146807"/>
                </a:moveTo>
                <a:lnTo>
                  <a:pt x="89357" y="143074"/>
                </a:lnTo>
                <a:cubicBezTo>
                  <a:pt x="95184" y="141143"/>
                  <a:pt x="99696" y="138147"/>
                  <a:pt x="102892" y="134086"/>
                </a:cubicBezTo>
                <a:cubicBezTo>
                  <a:pt x="106088" y="130027"/>
                  <a:pt x="107687" y="125726"/>
                  <a:pt x="107687" y="121182"/>
                </a:cubicBezTo>
                <a:cubicBezTo>
                  <a:pt x="107687" y="120106"/>
                  <a:pt x="107432" y="119200"/>
                  <a:pt x="106923" y="118464"/>
                </a:cubicBezTo>
                <a:cubicBezTo>
                  <a:pt x="106527" y="117955"/>
                  <a:pt x="106131" y="117701"/>
                  <a:pt x="105735" y="117701"/>
                </a:cubicBezTo>
                <a:cubicBezTo>
                  <a:pt x="105113" y="117701"/>
                  <a:pt x="103755" y="118266"/>
                  <a:pt x="101662" y="119398"/>
                </a:cubicBezTo>
                <a:cubicBezTo>
                  <a:pt x="100643" y="119907"/>
                  <a:pt x="99568" y="120161"/>
                  <a:pt x="98437" y="120161"/>
                </a:cubicBezTo>
                <a:cubicBezTo>
                  <a:pt x="95665" y="120161"/>
                  <a:pt x="93458" y="119341"/>
                  <a:pt x="91818" y="117701"/>
                </a:cubicBezTo>
                <a:cubicBezTo>
                  <a:pt x="90177" y="116060"/>
                  <a:pt x="89357" y="113797"/>
                  <a:pt x="89357" y="110912"/>
                </a:cubicBezTo>
                <a:cubicBezTo>
                  <a:pt x="89357" y="108140"/>
                  <a:pt x="90418" y="105764"/>
                  <a:pt x="92539" y="103784"/>
                </a:cubicBezTo>
                <a:cubicBezTo>
                  <a:pt x="94661" y="101803"/>
                  <a:pt x="97249" y="100813"/>
                  <a:pt x="100304" y="100813"/>
                </a:cubicBezTo>
                <a:cubicBezTo>
                  <a:pt x="104038" y="100813"/>
                  <a:pt x="107361" y="102443"/>
                  <a:pt x="110275" y="105704"/>
                </a:cubicBezTo>
                <a:cubicBezTo>
                  <a:pt x="113188" y="108962"/>
                  <a:pt x="114645" y="113283"/>
                  <a:pt x="114645" y="118666"/>
                </a:cubicBezTo>
                <a:cubicBezTo>
                  <a:pt x="114645" y="124505"/>
                  <a:pt x="112623" y="129933"/>
                  <a:pt x="108578" y="134948"/>
                </a:cubicBezTo>
                <a:cubicBezTo>
                  <a:pt x="104533" y="139964"/>
                  <a:pt x="98126" y="143917"/>
                  <a:pt x="89357" y="146807"/>
                </a:cubicBezTo>
                <a:close/>
                <a:moveTo>
                  <a:pt x="244820" y="339"/>
                </a:moveTo>
                <a:lnTo>
                  <a:pt x="244820" y="3479"/>
                </a:lnTo>
                <a:cubicBezTo>
                  <a:pt x="237353" y="4215"/>
                  <a:pt x="231257" y="5700"/>
                  <a:pt x="226533" y="7934"/>
                </a:cubicBezTo>
                <a:cubicBezTo>
                  <a:pt x="221809" y="10169"/>
                  <a:pt x="217142" y="13578"/>
                  <a:pt x="212531" y="18160"/>
                </a:cubicBezTo>
                <a:cubicBezTo>
                  <a:pt x="207920" y="22742"/>
                  <a:pt x="204102" y="27848"/>
                  <a:pt x="201075" y="33477"/>
                </a:cubicBezTo>
                <a:cubicBezTo>
                  <a:pt x="198048" y="39106"/>
                  <a:pt x="195517" y="45796"/>
                  <a:pt x="193480" y="53547"/>
                </a:cubicBezTo>
                <a:cubicBezTo>
                  <a:pt x="201627" y="47946"/>
                  <a:pt x="209801" y="45145"/>
                  <a:pt x="218005" y="45145"/>
                </a:cubicBezTo>
                <a:cubicBezTo>
                  <a:pt x="225868" y="45145"/>
                  <a:pt x="232685" y="48314"/>
                  <a:pt x="238456" y="54650"/>
                </a:cubicBezTo>
                <a:cubicBezTo>
                  <a:pt x="244226" y="60986"/>
                  <a:pt x="247111" y="69132"/>
                  <a:pt x="247111" y="79089"/>
                </a:cubicBezTo>
                <a:cubicBezTo>
                  <a:pt x="247111" y="88707"/>
                  <a:pt x="244198" y="97476"/>
                  <a:pt x="238371" y="105396"/>
                </a:cubicBezTo>
                <a:cubicBezTo>
                  <a:pt x="231356" y="115013"/>
                  <a:pt x="222078" y="119822"/>
                  <a:pt x="210537" y="119822"/>
                </a:cubicBezTo>
                <a:cubicBezTo>
                  <a:pt x="202673" y="119822"/>
                  <a:pt x="195998" y="117220"/>
                  <a:pt x="190510" y="112015"/>
                </a:cubicBezTo>
                <a:cubicBezTo>
                  <a:pt x="179761" y="101888"/>
                  <a:pt x="174387" y="88763"/>
                  <a:pt x="174387" y="72640"/>
                </a:cubicBezTo>
                <a:cubicBezTo>
                  <a:pt x="174387" y="62344"/>
                  <a:pt x="176452" y="52557"/>
                  <a:pt x="180581" y="43279"/>
                </a:cubicBezTo>
                <a:cubicBezTo>
                  <a:pt x="184711" y="34001"/>
                  <a:pt x="190609" y="25769"/>
                  <a:pt x="198275" y="18584"/>
                </a:cubicBezTo>
                <a:cubicBezTo>
                  <a:pt x="205940" y="11400"/>
                  <a:pt x="213281" y="6562"/>
                  <a:pt x="220296" y="4073"/>
                </a:cubicBezTo>
                <a:cubicBezTo>
                  <a:pt x="227311" y="1584"/>
                  <a:pt x="233845" y="339"/>
                  <a:pt x="239898" y="339"/>
                </a:cubicBezTo>
                <a:lnTo>
                  <a:pt x="244820" y="339"/>
                </a:lnTo>
                <a:moveTo>
                  <a:pt x="192037" y="59741"/>
                </a:moveTo>
                <a:cubicBezTo>
                  <a:pt x="191019" y="67379"/>
                  <a:pt x="190510" y="73545"/>
                  <a:pt x="190510" y="78241"/>
                </a:cubicBezTo>
                <a:cubicBezTo>
                  <a:pt x="190510" y="83672"/>
                  <a:pt x="191514" y="89570"/>
                  <a:pt x="193522" y="95934"/>
                </a:cubicBezTo>
                <a:cubicBezTo>
                  <a:pt x="195531" y="102299"/>
                  <a:pt x="198515" y="107348"/>
                  <a:pt x="202475" y="111081"/>
                </a:cubicBezTo>
                <a:cubicBezTo>
                  <a:pt x="205360" y="113740"/>
                  <a:pt x="208868" y="115070"/>
                  <a:pt x="212998" y="115070"/>
                </a:cubicBezTo>
                <a:cubicBezTo>
                  <a:pt x="217920" y="115070"/>
                  <a:pt x="222318" y="112750"/>
                  <a:pt x="226194" y="108111"/>
                </a:cubicBezTo>
                <a:cubicBezTo>
                  <a:pt x="230069" y="103472"/>
                  <a:pt x="232006" y="96853"/>
                  <a:pt x="232006" y="88254"/>
                </a:cubicBezTo>
                <a:cubicBezTo>
                  <a:pt x="232006" y="78580"/>
                  <a:pt x="230083" y="70207"/>
                  <a:pt x="226236" y="63136"/>
                </a:cubicBezTo>
                <a:cubicBezTo>
                  <a:pt x="222389" y="56064"/>
                  <a:pt x="216930" y="52528"/>
                  <a:pt x="209858" y="52528"/>
                </a:cubicBezTo>
                <a:cubicBezTo>
                  <a:pt x="207708" y="52528"/>
                  <a:pt x="205403" y="52981"/>
                  <a:pt x="202942" y="53886"/>
                </a:cubicBezTo>
                <a:cubicBezTo>
                  <a:pt x="200481" y="54791"/>
                  <a:pt x="196846" y="56743"/>
                  <a:pt x="192037" y="59741"/>
                </a:cubicBezTo>
                <a:close/>
                <a:moveTo>
                  <a:pt x="275540" y="101323"/>
                </a:moveTo>
                <a:cubicBezTo>
                  <a:pt x="278199" y="101323"/>
                  <a:pt x="280433" y="102242"/>
                  <a:pt x="282244" y="104081"/>
                </a:cubicBezTo>
                <a:cubicBezTo>
                  <a:pt x="284054" y="105919"/>
                  <a:pt x="284959" y="108140"/>
                  <a:pt x="284959" y="110742"/>
                </a:cubicBezTo>
                <a:cubicBezTo>
                  <a:pt x="284959" y="113344"/>
                  <a:pt x="284040" y="115565"/>
                  <a:pt x="282201" y="117404"/>
                </a:cubicBezTo>
                <a:cubicBezTo>
                  <a:pt x="280362" y="119242"/>
                  <a:pt x="278142" y="120161"/>
                  <a:pt x="275540" y="120161"/>
                </a:cubicBezTo>
                <a:cubicBezTo>
                  <a:pt x="272937" y="120161"/>
                  <a:pt x="270717" y="119242"/>
                  <a:pt x="268878" y="117404"/>
                </a:cubicBezTo>
                <a:cubicBezTo>
                  <a:pt x="267039" y="115565"/>
                  <a:pt x="266120" y="113344"/>
                  <a:pt x="266120" y="110742"/>
                </a:cubicBezTo>
                <a:cubicBezTo>
                  <a:pt x="266120" y="108083"/>
                  <a:pt x="267039" y="105848"/>
                  <a:pt x="268878" y="104038"/>
                </a:cubicBezTo>
                <a:cubicBezTo>
                  <a:pt x="270717" y="102228"/>
                  <a:pt x="272937" y="101323"/>
                  <a:pt x="275540" y="101323"/>
                </a:cubicBezTo>
                <a:close/>
                <a:moveTo>
                  <a:pt x="378135" y="75356"/>
                </a:moveTo>
                <a:lnTo>
                  <a:pt x="378135" y="87406"/>
                </a:lnTo>
                <a:lnTo>
                  <a:pt x="362690" y="87406"/>
                </a:lnTo>
                <a:lnTo>
                  <a:pt x="362690" y="117785"/>
                </a:lnTo>
                <a:lnTo>
                  <a:pt x="348689" y="117785"/>
                </a:lnTo>
                <a:lnTo>
                  <a:pt x="348689" y="87406"/>
                </a:lnTo>
                <a:lnTo>
                  <a:pt x="299979" y="87406"/>
                </a:lnTo>
                <a:lnTo>
                  <a:pt x="299979" y="76544"/>
                </a:lnTo>
                <a:lnTo>
                  <a:pt x="353356" y="339"/>
                </a:lnTo>
                <a:lnTo>
                  <a:pt x="362690" y="339"/>
                </a:lnTo>
                <a:lnTo>
                  <a:pt x="362690" y="75356"/>
                </a:lnTo>
                <a:lnTo>
                  <a:pt x="378135" y="75356"/>
                </a:lnTo>
                <a:moveTo>
                  <a:pt x="348689" y="75356"/>
                </a:moveTo>
                <a:lnTo>
                  <a:pt x="348689" y="18245"/>
                </a:lnTo>
                <a:lnTo>
                  <a:pt x="308295" y="75356"/>
                </a:lnTo>
                <a:lnTo>
                  <a:pt x="348689" y="75356"/>
                </a:lnTo>
                <a:close/>
                <a:moveTo>
                  <a:pt x="502285" y="0"/>
                </a:moveTo>
                <a:lnTo>
                  <a:pt x="418443" y="122538"/>
                </a:lnTo>
                <a:lnTo>
                  <a:pt x="410891" y="122538"/>
                </a:lnTo>
                <a:lnTo>
                  <a:pt x="494732" y="0"/>
                </a:lnTo>
                <a:lnTo>
                  <a:pt x="502285" y="0"/>
                </a:lnTo>
                <a:moveTo>
                  <a:pt x="415049" y="0"/>
                </a:moveTo>
                <a:cubicBezTo>
                  <a:pt x="422686" y="0"/>
                  <a:pt x="428612" y="3173"/>
                  <a:pt x="432827" y="9518"/>
                </a:cubicBezTo>
                <a:cubicBezTo>
                  <a:pt x="437042" y="15863"/>
                  <a:pt x="439149" y="23142"/>
                  <a:pt x="439149" y="31356"/>
                </a:cubicBezTo>
                <a:cubicBezTo>
                  <a:pt x="439149" y="41214"/>
                  <a:pt x="436773" y="48833"/>
                  <a:pt x="432021" y="54215"/>
                </a:cubicBezTo>
                <a:cubicBezTo>
                  <a:pt x="427269" y="59596"/>
                  <a:pt x="421555" y="62287"/>
                  <a:pt x="414879" y="62287"/>
                </a:cubicBezTo>
                <a:cubicBezTo>
                  <a:pt x="410410" y="62287"/>
                  <a:pt x="406308" y="61055"/>
                  <a:pt x="402575" y="58590"/>
                </a:cubicBezTo>
                <a:cubicBezTo>
                  <a:pt x="398841" y="56126"/>
                  <a:pt x="395857" y="52458"/>
                  <a:pt x="393622" y="47588"/>
                </a:cubicBezTo>
                <a:cubicBezTo>
                  <a:pt x="391387" y="42715"/>
                  <a:pt x="390270" y="37305"/>
                  <a:pt x="390270" y="31356"/>
                </a:cubicBezTo>
                <a:cubicBezTo>
                  <a:pt x="390270" y="25408"/>
                  <a:pt x="391401" y="19928"/>
                  <a:pt x="393664" y="14914"/>
                </a:cubicBezTo>
                <a:cubicBezTo>
                  <a:pt x="395927" y="9900"/>
                  <a:pt x="399025" y="6161"/>
                  <a:pt x="402957" y="3697"/>
                </a:cubicBezTo>
                <a:cubicBezTo>
                  <a:pt x="406888" y="1232"/>
                  <a:pt x="410919" y="0"/>
                  <a:pt x="415049" y="0"/>
                </a:cubicBezTo>
                <a:moveTo>
                  <a:pt x="414794" y="4582"/>
                </a:moveTo>
                <a:cubicBezTo>
                  <a:pt x="411909" y="4582"/>
                  <a:pt x="409349" y="6288"/>
                  <a:pt x="407115" y="9698"/>
                </a:cubicBezTo>
                <a:cubicBezTo>
                  <a:pt x="404880" y="13108"/>
                  <a:pt x="403763" y="20271"/>
                  <a:pt x="403763" y="31186"/>
                </a:cubicBezTo>
                <a:cubicBezTo>
                  <a:pt x="403763" y="39087"/>
                  <a:pt x="404385" y="45112"/>
                  <a:pt x="405630" y="49261"/>
                </a:cubicBezTo>
                <a:cubicBezTo>
                  <a:pt x="406591" y="52389"/>
                  <a:pt x="408091" y="54804"/>
                  <a:pt x="410127" y="56509"/>
                </a:cubicBezTo>
                <a:cubicBezTo>
                  <a:pt x="411315" y="57532"/>
                  <a:pt x="412786" y="58044"/>
                  <a:pt x="414540" y="58044"/>
                </a:cubicBezTo>
                <a:cubicBezTo>
                  <a:pt x="417255" y="58044"/>
                  <a:pt x="419575" y="56566"/>
                  <a:pt x="421498" y="53610"/>
                </a:cubicBezTo>
                <a:cubicBezTo>
                  <a:pt x="424327" y="49233"/>
                  <a:pt x="425741" y="41929"/>
                  <a:pt x="425741" y="31698"/>
                </a:cubicBezTo>
                <a:cubicBezTo>
                  <a:pt x="425741" y="20898"/>
                  <a:pt x="424355" y="13309"/>
                  <a:pt x="421583" y="8931"/>
                </a:cubicBezTo>
                <a:cubicBezTo>
                  <a:pt x="419773" y="6032"/>
                  <a:pt x="417510" y="4582"/>
                  <a:pt x="414794" y="4582"/>
                </a:cubicBezTo>
                <a:moveTo>
                  <a:pt x="498381" y="60590"/>
                </a:moveTo>
                <a:cubicBezTo>
                  <a:pt x="502398" y="60590"/>
                  <a:pt x="506401" y="61865"/>
                  <a:pt x="510389" y="64414"/>
                </a:cubicBezTo>
                <a:cubicBezTo>
                  <a:pt x="514377" y="66963"/>
                  <a:pt x="517461" y="70674"/>
                  <a:pt x="519639" y="75546"/>
                </a:cubicBezTo>
                <a:cubicBezTo>
                  <a:pt x="521817" y="80417"/>
                  <a:pt x="522906" y="85770"/>
                  <a:pt x="522906" y="91606"/>
                </a:cubicBezTo>
                <a:cubicBezTo>
                  <a:pt x="522906" y="101634"/>
                  <a:pt x="520502" y="109296"/>
                  <a:pt x="515693" y="114593"/>
                </a:cubicBezTo>
                <a:cubicBezTo>
                  <a:pt x="510884" y="119889"/>
                  <a:pt x="505198" y="122538"/>
                  <a:pt x="498636" y="122538"/>
                </a:cubicBezTo>
                <a:cubicBezTo>
                  <a:pt x="494506" y="122538"/>
                  <a:pt x="490504" y="121263"/>
                  <a:pt x="486628" y="118714"/>
                </a:cubicBezTo>
                <a:cubicBezTo>
                  <a:pt x="482753" y="116164"/>
                  <a:pt x="479698" y="112525"/>
                  <a:pt x="477463" y="107796"/>
                </a:cubicBezTo>
                <a:cubicBezTo>
                  <a:pt x="475229" y="103065"/>
                  <a:pt x="474111" y="97668"/>
                  <a:pt x="474111" y="91606"/>
                </a:cubicBezTo>
                <a:cubicBezTo>
                  <a:pt x="474111" y="85657"/>
                  <a:pt x="475229" y="80219"/>
                  <a:pt x="477463" y="75292"/>
                </a:cubicBezTo>
                <a:cubicBezTo>
                  <a:pt x="479698" y="70363"/>
                  <a:pt x="482753" y="66680"/>
                  <a:pt x="486628" y="64244"/>
                </a:cubicBezTo>
                <a:cubicBezTo>
                  <a:pt x="490504" y="61808"/>
                  <a:pt x="494421" y="60590"/>
                  <a:pt x="498381" y="60590"/>
                </a:cubicBezTo>
                <a:moveTo>
                  <a:pt x="498466" y="65172"/>
                </a:moveTo>
                <a:cubicBezTo>
                  <a:pt x="495751" y="65172"/>
                  <a:pt x="493403" y="66705"/>
                  <a:pt x="491423" y="69771"/>
                </a:cubicBezTo>
                <a:cubicBezTo>
                  <a:pt x="488877" y="73743"/>
                  <a:pt x="487604" y="81263"/>
                  <a:pt x="487604" y="92330"/>
                </a:cubicBezTo>
                <a:cubicBezTo>
                  <a:pt x="487604" y="102489"/>
                  <a:pt x="488905" y="109583"/>
                  <a:pt x="491508" y="113614"/>
                </a:cubicBezTo>
                <a:cubicBezTo>
                  <a:pt x="493431" y="116508"/>
                  <a:pt x="495751" y="117955"/>
                  <a:pt x="498466" y="117955"/>
                </a:cubicBezTo>
                <a:cubicBezTo>
                  <a:pt x="501069" y="117955"/>
                  <a:pt x="503388" y="116394"/>
                  <a:pt x="505425" y="113272"/>
                </a:cubicBezTo>
                <a:cubicBezTo>
                  <a:pt x="508140" y="109130"/>
                  <a:pt x="509498" y="102007"/>
                  <a:pt x="509498" y="91903"/>
                </a:cubicBezTo>
                <a:cubicBezTo>
                  <a:pt x="509498" y="81234"/>
                  <a:pt x="508140" y="73771"/>
                  <a:pt x="505425" y="69513"/>
                </a:cubicBezTo>
                <a:cubicBezTo>
                  <a:pt x="503558" y="66619"/>
                  <a:pt x="501238" y="65172"/>
                  <a:pt x="498466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757F7-41D5-460A-8271-80EB7D81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375" y="6533807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69EDC-6AC7-4FCD-B1CA-C85803C7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375" y="6533807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91" name="Text 3,2.2%">
            <a:extLst xmlns:a="http://schemas.openxmlformats.org/drawingml/2006/main">
              <a:ext uri="{FF2B5EF4-FFF2-40B4-BE49-F238E27FC236}">
                <a16:creationId xmlns:a16="http://schemas.microsoft.com/office/drawing/2014/main" id="{0B35239B-E294-42EF-9C1A-6EB62EB3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794" y="6623236"/>
            <a:ext cx="522736" cy="146807"/>
          </a:xfrm>
          <a:custGeom xmlns:a="http://schemas.openxmlformats.org/drawingml/2006/main">
            <a:pathLst>
              <a:path w="522736" h="146807">
                <a:moveTo>
                  <a:pt x="1782" y="24524"/>
                </a:moveTo>
                <a:cubicBezTo>
                  <a:pt x="5063" y="16774"/>
                  <a:pt x="9207" y="10805"/>
                  <a:pt x="14214" y="6619"/>
                </a:cubicBezTo>
                <a:cubicBezTo>
                  <a:pt x="19221" y="2433"/>
                  <a:pt x="25458" y="339"/>
                  <a:pt x="32926" y="339"/>
                </a:cubicBezTo>
                <a:cubicBezTo>
                  <a:pt x="42147" y="339"/>
                  <a:pt x="49219" y="3333"/>
                  <a:pt x="54141" y="9321"/>
                </a:cubicBezTo>
                <a:cubicBezTo>
                  <a:pt x="57874" y="13785"/>
                  <a:pt x="59741" y="18560"/>
                  <a:pt x="59741" y="23644"/>
                </a:cubicBezTo>
                <a:cubicBezTo>
                  <a:pt x="59741" y="32005"/>
                  <a:pt x="54480" y="40648"/>
                  <a:pt x="43957" y="49574"/>
                </a:cubicBezTo>
                <a:cubicBezTo>
                  <a:pt x="51029" y="52350"/>
                  <a:pt x="56375" y="56314"/>
                  <a:pt x="59996" y="61468"/>
                </a:cubicBezTo>
                <a:cubicBezTo>
                  <a:pt x="63617" y="66619"/>
                  <a:pt x="65427" y="72678"/>
                  <a:pt x="65427" y="79644"/>
                </a:cubicBezTo>
                <a:cubicBezTo>
                  <a:pt x="65427" y="89611"/>
                  <a:pt x="62259" y="98247"/>
                  <a:pt x="55923" y="105552"/>
                </a:cubicBezTo>
                <a:cubicBezTo>
                  <a:pt x="47663" y="115065"/>
                  <a:pt x="35698" y="119822"/>
                  <a:pt x="20027" y="119822"/>
                </a:cubicBezTo>
                <a:cubicBezTo>
                  <a:pt x="12276" y="119822"/>
                  <a:pt x="7001" y="118860"/>
                  <a:pt x="4201" y="116937"/>
                </a:cubicBezTo>
                <a:cubicBezTo>
                  <a:pt x="1400" y="115013"/>
                  <a:pt x="0" y="112948"/>
                  <a:pt x="0" y="110742"/>
                </a:cubicBezTo>
                <a:cubicBezTo>
                  <a:pt x="0" y="109101"/>
                  <a:pt x="665" y="107659"/>
                  <a:pt x="1994" y="106414"/>
                </a:cubicBezTo>
                <a:cubicBezTo>
                  <a:pt x="3324" y="105170"/>
                  <a:pt x="4922" y="104547"/>
                  <a:pt x="6789" y="104547"/>
                </a:cubicBezTo>
                <a:cubicBezTo>
                  <a:pt x="8203" y="104547"/>
                  <a:pt x="9646" y="104774"/>
                  <a:pt x="11117" y="105226"/>
                </a:cubicBezTo>
                <a:cubicBezTo>
                  <a:pt x="12078" y="105509"/>
                  <a:pt x="14256" y="106541"/>
                  <a:pt x="17651" y="108324"/>
                </a:cubicBezTo>
                <a:cubicBezTo>
                  <a:pt x="21045" y="110106"/>
                  <a:pt x="23393" y="111166"/>
                  <a:pt x="24694" y="111506"/>
                </a:cubicBezTo>
                <a:cubicBezTo>
                  <a:pt x="26787" y="112128"/>
                  <a:pt x="29022" y="112439"/>
                  <a:pt x="31398" y="112439"/>
                </a:cubicBezTo>
                <a:cubicBezTo>
                  <a:pt x="37169" y="112439"/>
                  <a:pt x="42189" y="110201"/>
                  <a:pt x="46461" y="105725"/>
                </a:cubicBezTo>
                <a:cubicBezTo>
                  <a:pt x="50732" y="101248"/>
                  <a:pt x="52868" y="95950"/>
                  <a:pt x="52868" y="89829"/>
                </a:cubicBezTo>
                <a:cubicBezTo>
                  <a:pt x="52868" y="85353"/>
                  <a:pt x="51878" y="80990"/>
                  <a:pt x="49898" y="76740"/>
                </a:cubicBezTo>
                <a:cubicBezTo>
                  <a:pt x="48427" y="73566"/>
                  <a:pt x="46814" y="71158"/>
                  <a:pt x="45061" y="69516"/>
                </a:cubicBezTo>
                <a:cubicBezTo>
                  <a:pt x="42628" y="67248"/>
                  <a:pt x="39290" y="65194"/>
                  <a:pt x="35047" y="63353"/>
                </a:cubicBezTo>
                <a:cubicBezTo>
                  <a:pt x="30804" y="61511"/>
                  <a:pt x="26476" y="60590"/>
                  <a:pt x="22064" y="60590"/>
                </a:cubicBezTo>
                <a:lnTo>
                  <a:pt x="19348" y="60590"/>
                </a:lnTo>
                <a:lnTo>
                  <a:pt x="19348" y="58044"/>
                </a:lnTo>
                <a:cubicBezTo>
                  <a:pt x="23817" y="57478"/>
                  <a:pt x="28301" y="55866"/>
                  <a:pt x="32798" y="53207"/>
                </a:cubicBezTo>
                <a:cubicBezTo>
                  <a:pt x="37296" y="50548"/>
                  <a:pt x="40563" y="47352"/>
                  <a:pt x="42600" y="43618"/>
                </a:cubicBezTo>
                <a:cubicBezTo>
                  <a:pt x="44636" y="39884"/>
                  <a:pt x="45655" y="35783"/>
                  <a:pt x="45655" y="31313"/>
                </a:cubicBezTo>
                <a:cubicBezTo>
                  <a:pt x="45655" y="25486"/>
                  <a:pt x="43830" y="20777"/>
                  <a:pt x="40181" y="17184"/>
                </a:cubicBezTo>
                <a:cubicBezTo>
                  <a:pt x="36532" y="13592"/>
                  <a:pt x="31992" y="11796"/>
                  <a:pt x="26561" y="11796"/>
                </a:cubicBezTo>
                <a:cubicBezTo>
                  <a:pt x="17792" y="11796"/>
                  <a:pt x="10466" y="16491"/>
                  <a:pt x="4582" y="25882"/>
                </a:cubicBezTo>
                <a:lnTo>
                  <a:pt x="1782" y="24524"/>
                </a:lnTo>
                <a:close/>
                <a:moveTo>
                  <a:pt x="89188" y="146807"/>
                </a:moveTo>
                <a:lnTo>
                  <a:pt x="89188" y="143074"/>
                </a:lnTo>
                <a:cubicBezTo>
                  <a:pt x="95015" y="141143"/>
                  <a:pt x="99527" y="138147"/>
                  <a:pt x="102723" y="134086"/>
                </a:cubicBezTo>
                <a:cubicBezTo>
                  <a:pt x="105919" y="130027"/>
                  <a:pt x="107518" y="125726"/>
                  <a:pt x="107518" y="121182"/>
                </a:cubicBezTo>
                <a:cubicBezTo>
                  <a:pt x="107518" y="120106"/>
                  <a:pt x="107263" y="119200"/>
                  <a:pt x="106754" y="118464"/>
                </a:cubicBezTo>
                <a:cubicBezTo>
                  <a:pt x="106358" y="117955"/>
                  <a:pt x="105962" y="117701"/>
                  <a:pt x="105566" y="117701"/>
                </a:cubicBezTo>
                <a:cubicBezTo>
                  <a:pt x="104943" y="117701"/>
                  <a:pt x="103586" y="118266"/>
                  <a:pt x="101492" y="119398"/>
                </a:cubicBezTo>
                <a:cubicBezTo>
                  <a:pt x="100474" y="119907"/>
                  <a:pt x="99399" y="120161"/>
                  <a:pt x="98268" y="120161"/>
                </a:cubicBezTo>
                <a:cubicBezTo>
                  <a:pt x="95496" y="120161"/>
                  <a:pt x="93289" y="119341"/>
                  <a:pt x="91649" y="117701"/>
                </a:cubicBezTo>
                <a:cubicBezTo>
                  <a:pt x="90008" y="116060"/>
                  <a:pt x="89188" y="113797"/>
                  <a:pt x="89188" y="110912"/>
                </a:cubicBezTo>
                <a:cubicBezTo>
                  <a:pt x="89188" y="108140"/>
                  <a:pt x="90249" y="105764"/>
                  <a:pt x="92370" y="103784"/>
                </a:cubicBezTo>
                <a:cubicBezTo>
                  <a:pt x="94492" y="101803"/>
                  <a:pt x="97080" y="100813"/>
                  <a:pt x="100135" y="100813"/>
                </a:cubicBezTo>
                <a:cubicBezTo>
                  <a:pt x="103869" y="100813"/>
                  <a:pt x="107192" y="102443"/>
                  <a:pt x="110106" y="105704"/>
                </a:cubicBezTo>
                <a:cubicBezTo>
                  <a:pt x="113019" y="108962"/>
                  <a:pt x="114476" y="113283"/>
                  <a:pt x="114476" y="118666"/>
                </a:cubicBezTo>
                <a:cubicBezTo>
                  <a:pt x="114476" y="124505"/>
                  <a:pt x="112454" y="129933"/>
                  <a:pt x="108409" y="134948"/>
                </a:cubicBezTo>
                <a:cubicBezTo>
                  <a:pt x="104364" y="139964"/>
                  <a:pt x="97957" y="143917"/>
                  <a:pt x="89188" y="146807"/>
                </a:cubicBezTo>
                <a:close/>
                <a:moveTo>
                  <a:pt x="246433" y="95552"/>
                </a:moveTo>
                <a:lnTo>
                  <a:pt x="238371" y="117785"/>
                </a:lnTo>
                <a:lnTo>
                  <a:pt x="170484" y="117785"/>
                </a:lnTo>
                <a:lnTo>
                  <a:pt x="170484" y="114640"/>
                </a:lnTo>
                <a:cubicBezTo>
                  <a:pt x="190454" y="96394"/>
                  <a:pt x="204512" y="81491"/>
                  <a:pt x="212659" y="69932"/>
                </a:cubicBezTo>
                <a:cubicBezTo>
                  <a:pt x="220805" y="58372"/>
                  <a:pt x="224879" y="47803"/>
                  <a:pt x="224879" y="38227"/>
                </a:cubicBezTo>
                <a:cubicBezTo>
                  <a:pt x="224879" y="30918"/>
                  <a:pt x="222644" y="24913"/>
                  <a:pt x="218175" y="20210"/>
                </a:cubicBezTo>
                <a:cubicBezTo>
                  <a:pt x="213706" y="15505"/>
                  <a:pt x="208359" y="13153"/>
                  <a:pt x="202136" y="13153"/>
                </a:cubicBezTo>
                <a:cubicBezTo>
                  <a:pt x="196479" y="13153"/>
                  <a:pt x="191402" y="14815"/>
                  <a:pt x="186904" y="18139"/>
                </a:cubicBezTo>
                <a:cubicBezTo>
                  <a:pt x="182406" y="21462"/>
                  <a:pt x="179083" y="26335"/>
                  <a:pt x="176933" y="32756"/>
                </a:cubicBezTo>
                <a:lnTo>
                  <a:pt x="173793" y="32756"/>
                </a:lnTo>
                <a:cubicBezTo>
                  <a:pt x="175207" y="22316"/>
                  <a:pt x="178842" y="14304"/>
                  <a:pt x="184698" y="8719"/>
                </a:cubicBezTo>
                <a:cubicBezTo>
                  <a:pt x="190553" y="3133"/>
                  <a:pt x="197865" y="339"/>
                  <a:pt x="206634" y="339"/>
                </a:cubicBezTo>
                <a:cubicBezTo>
                  <a:pt x="215968" y="339"/>
                  <a:pt x="223761" y="3338"/>
                  <a:pt x="230013" y="9335"/>
                </a:cubicBezTo>
                <a:cubicBezTo>
                  <a:pt x="236264" y="15331"/>
                  <a:pt x="239390" y="22403"/>
                  <a:pt x="239390" y="30550"/>
                </a:cubicBezTo>
                <a:cubicBezTo>
                  <a:pt x="239390" y="36377"/>
                  <a:pt x="238032" y="42204"/>
                  <a:pt x="235317" y="48031"/>
                </a:cubicBezTo>
                <a:cubicBezTo>
                  <a:pt x="231130" y="57196"/>
                  <a:pt x="224341" y="66898"/>
                  <a:pt x="214950" y="77138"/>
                </a:cubicBezTo>
                <a:cubicBezTo>
                  <a:pt x="200863" y="92525"/>
                  <a:pt x="192066" y="101803"/>
                  <a:pt x="188559" y="104972"/>
                </a:cubicBezTo>
                <a:lnTo>
                  <a:pt x="218599" y="104972"/>
                </a:lnTo>
                <a:cubicBezTo>
                  <a:pt x="224709" y="104972"/>
                  <a:pt x="228994" y="104744"/>
                  <a:pt x="231455" y="104287"/>
                </a:cubicBezTo>
                <a:cubicBezTo>
                  <a:pt x="233916" y="103830"/>
                  <a:pt x="236137" y="102901"/>
                  <a:pt x="238117" y="101503"/>
                </a:cubicBezTo>
                <a:cubicBezTo>
                  <a:pt x="240097" y="100105"/>
                  <a:pt x="241822" y="98121"/>
                  <a:pt x="243293" y="95552"/>
                </a:cubicBezTo>
                <a:lnTo>
                  <a:pt x="246433" y="95552"/>
                </a:lnTo>
                <a:close/>
                <a:moveTo>
                  <a:pt x="275370" y="101323"/>
                </a:moveTo>
                <a:cubicBezTo>
                  <a:pt x="278029" y="101323"/>
                  <a:pt x="280264" y="102242"/>
                  <a:pt x="282074" y="104081"/>
                </a:cubicBezTo>
                <a:cubicBezTo>
                  <a:pt x="283884" y="105919"/>
                  <a:pt x="284790" y="108140"/>
                  <a:pt x="284790" y="110742"/>
                </a:cubicBezTo>
                <a:cubicBezTo>
                  <a:pt x="284790" y="113344"/>
                  <a:pt x="283870" y="115565"/>
                  <a:pt x="282032" y="117404"/>
                </a:cubicBezTo>
                <a:cubicBezTo>
                  <a:pt x="280193" y="119242"/>
                  <a:pt x="277973" y="120161"/>
                  <a:pt x="275370" y="120161"/>
                </a:cubicBezTo>
                <a:cubicBezTo>
                  <a:pt x="272768" y="120161"/>
                  <a:pt x="270547" y="119242"/>
                  <a:pt x="268709" y="117404"/>
                </a:cubicBezTo>
                <a:cubicBezTo>
                  <a:pt x="266870" y="115565"/>
                  <a:pt x="265951" y="113344"/>
                  <a:pt x="265951" y="110742"/>
                </a:cubicBezTo>
                <a:cubicBezTo>
                  <a:pt x="265951" y="108083"/>
                  <a:pt x="266870" y="105848"/>
                  <a:pt x="268709" y="104038"/>
                </a:cubicBezTo>
                <a:cubicBezTo>
                  <a:pt x="270547" y="102228"/>
                  <a:pt x="272768" y="101323"/>
                  <a:pt x="275370" y="101323"/>
                </a:cubicBezTo>
                <a:close/>
                <a:moveTo>
                  <a:pt x="376778" y="95552"/>
                </a:moveTo>
                <a:lnTo>
                  <a:pt x="368716" y="117785"/>
                </a:lnTo>
                <a:lnTo>
                  <a:pt x="300828" y="117785"/>
                </a:lnTo>
                <a:lnTo>
                  <a:pt x="300828" y="114640"/>
                </a:lnTo>
                <a:cubicBezTo>
                  <a:pt x="320799" y="96394"/>
                  <a:pt x="334857" y="81491"/>
                  <a:pt x="343004" y="69932"/>
                </a:cubicBezTo>
                <a:cubicBezTo>
                  <a:pt x="351150" y="58372"/>
                  <a:pt x="355223" y="47803"/>
                  <a:pt x="355223" y="38227"/>
                </a:cubicBezTo>
                <a:cubicBezTo>
                  <a:pt x="355223" y="30918"/>
                  <a:pt x="352989" y="24913"/>
                  <a:pt x="348519" y="20210"/>
                </a:cubicBezTo>
                <a:cubicBezTo>
                  <a:pt x="344050" y="15505"/>
                  <a:pt x="338704" y="13153"/>
                  <a:pt x="332481" y="13153"/>
                </a:cubicBezTo>
                <a:cubicBezTo>
                  <a:pt x="326824" y="13153"/>
                  <a:pt x="321746" y="14815"/>
                  <a:pt x="317249" y="18139"/>
                </a:cubicBezTo>
                <a:cubicBezTo>
                  <a:pt x="312751" y="21462"/>
                  <a:pt x="309427" y="26335"/>
                  <a:pt x="307278" y="32756"/>
                </a:cubicBezTo>
                <a:lnTo>
                  <a:pt x="304138" y="32756"/>
                </a:lnTo>
                <a:cubicBezTo>
                  <a:pt x="305552" y="22316"/>
                  <a:pt x="309187" y="14304"/>
                  <a:pt x="315042" y="8719"/>
                </a:cubicBezTo>
                <a:cubicBezTo>
                  <a:pt x="320898" y="3133"/>
                  <a:pt x="328210" y="339"/>
                  <a:pt x="336978" y="339"/>
                </a:cubicBezTo>
                <a:cubicBezTo>
                  <a:pt x="346313" y="339"/>
                  <a:pt x="354106" y="3338"/>
                  <a:pt x="360357" y="9335"/>
                </a:cubicBezTo>
                <a:cubicBezTo>
                  <a:pt x="366609" y="15331"/>
                  <a:pt x="369734" y="22403"/>
                  <a:pt x="369734" y="30550"/>
                </a:cubicBezTo>
                <a:cubicBezTo>
                  <a:pt x="369734" y="36377"/>
                  <a:pt x="368377" y="42204"/>
                  <a:pt x="365661" y="48031"/>
                </a:cubicBezTo>
                <a:cubicBezTo>
                  <a:pt x="361475" y="57196"/>
                  <a:pt x="354686" y="66898"/>
                  <a:pt x="345295" y="77138"/>
                </a:cubicBezTo>
                <a:cubicBezTo>
                  <a:pt x="331208" y="92525"/>
                  <a:pt x="322411" y="101803"/>
                  <a:pt x="318903" y="104972"/>
                </a:cubicBezTo>
                <a:lnTo>
                  <a:pt x="348944" y="104972"/>
                </a:lnTo>
                <a:cubicBezTo>
                  <a:pt x="355054" y="104972"/>
                  <a:pt x="359339" y="104744"/>
                  <a:pt x="361800" y="104287"/>
                </a:cubicBezTo>
                <a:cubicBezTo>
                  <a:pt x="364261" y="103830"/>
                  <a:pt x="366481" y="102901"/>
                  <a:pt x="368461" y="101503"/>
                </a:cubicBezTo>
                <a:cubicBezTo>
                  <a:pt x="370442" y="100105"/>
                  <a:pt x="372167" y="98121"/>
                  <a:pt x="373638" y="95552"/>
                </a:cubicBezTo>
                <a:lnTo>
                  <a:pt x="376778" y="95552"/>
                </a:lnTo>
                <a:close/>
                <a:moveTo>
                  <a:pt x="502116" y="0"/>
                </a:moveTo>
                <a:lnTo>
                  <a:pt x="418274" y="122538"/>
                </a:lnTo>
                <a:lnTo>
                  <a:pt x="410721" y="122538"/>
                </a:lnTo>
                <a:lnTo>
                  <a:pt x="494563" y="0"/>
                </a:lnTo>
                <a:lnTo>
                  <a:pt x="502116" y="0"/>
                </a:lnTo>
                <a:moveTo>
                  <a:pt x="414880" y="0"/>
                </a:moveTo>
                <a:cubicBezTo>
                  <a:pt x="422517" y="0"/>
                  <a:pt x="428443" y="3173"/>
                  <a:pt x="432658" y="9518"/>
                </a:cubicBezTo>
                <a:cubicBezTo>
                  <a:pt x="436872" y="15863"/>
                  <a:pt x="438980" y="23142"/>
                  <a:pt x="438980" y="31356"/>
                </a:cubicBezTo>
                <a:cubicBezTo>
                  <a:pt x="438980" y="41214"/>
                  <a:pt x="436604" y="48833"/>
                  <a:pt x="431852" y="54215"/>
                </a:cubicBezTo>
                <a:cubicBezTo>
                  <a:pt x="427099" y="59596"/>
                  <a:pt x="421386" y="62287"/>
                  <a:pt x="414710" y="62287"/>
                </a:cubicBezTo>
                <a:cubicBezTo>
                  <a:pt x="410241" y="62287"/>
                  <a:pt x="406139" y="61055"/>
                  <a:pt x="402405" y="58590"/>
                </a:cubicBezTo>
                <a:cubicBezTo>
                  <a:pt x="398671" y="56126"/>
                  <a:pt x="395687" y="52458"/>
                  <a:pt x="393453" y="47588"/>
                </a:cubicBezTo>
                <a:cubicBezTo>
                  <a:pt x="391218" y="42715"/>
                  <a:pt x="390101" y="37305"/>
                  <a:pt x="390101" y="31356"/>
                </a:cubicBezTo>
                <a:cubicBezTo>
                  <a:pt x="390101" y="25408"/>
                  <a:pt x="391232" y="19928"/>
                  <a:pt x="393495" y="14914"/>
                </a:cubicBezTo>
                <a:cubicBezTo>
                  <a:pt x="395758" y="9900"/>
                  <a:pt x="398855" y="6161"/>
                  <a:pt x="402787" y="3697"/>
                </a:cubicBezTo>
                <a:cubicBezTo>
                  <a:pt x="406719" y="1232"/>
                  <a:pt x="410750" y="0"/>
                  <a:pt x="414880" y="0"/>
                </a:cubicBezTo>
                <a:moveTo>
                  <a:pt x="414625" y="4582"/>
                </a:moveTo>
                <a:cubicBezTo>
                  <a:pt x="411740" y="4582"/>
                  <a:pt x="409180" y="6288"/>
                  <a:pt x="406945" y="9698"/>
                </a:cubicBezTo>
                <a:cubicBezTo>
                  <a:pt x="404711" y="13108"/>
                  <a:pt x="403593" y="20271"/>
                  <a:pt x="403593" y="31186"/>
                </a:cubicBezTo>
                <a:cubicBezTo>
                  <a:pt x="403593" y="39087"/>
                  <a:pt x="404216" y="45112"/>
                  <a:pt x="405460" y="49261"/>
                </a:cubicBezTo>
                <a:cubicBezTo>
                  <a:pt x="406422" y="52389"/>
                  <a:pt x="407921" y="54804"/>
                  <a:pt x="409958" y="56509"/>
                </a:cubicBezTo>
                <a:cubicBezTo>
                  <a:pt x="411146" y="57532"/>
                  <a:pt x="412617" y="58044"/>
                  <a:pt x="414370" y="58044"/>
                </a:cubicBezTo>
                <a:cubicBezTo>
                  <a:pt x="417086" y="58044"/>
                  <a:pt x="419405" y="56566"/>
                  <a:pt x="421329" y="53610"/>
                </a:cubicBezTo>
                <a:cubicBezTo>
                  <a:pt x="424158" y="49233"/>
                  <a:pt x="425572" y="41929"/>
                  <a:pt x="425572" y="31698"/>
                </a:cubicBezTo>
                <a:cubicBezTo>
                  <a:pt x="425572" y="20898"/>
                  <a:pt x="424186" y="13309"/>
                  <a:pt x="421414" y="8931"/>
                </a:cubicBezTo>
                <a:cubicBezTo>
                  <a:pt x="419603" y="6032"/>
                  <a:pt x="417341" y="4582"/>
                  <a:pt x="414625" y="4582"/>
                </a:cubicBezTo>
                <a:moveTo>
                  <a:pt x="498212" y="60590"/>
                </a:moveTo>
                <a:cubicBezTo>
                  <a:pt x="502229" y="60590"/>
                  <a:pt x="506231" y="61865"/>
                  <a:pt x="510220" y="64414"/>
                </a:cubicBezTo>
                <a:cubicBezTo>
                  <a:pt x="514208" y="66963"/>
                  <a:pt x="517291" y="70674"/>
                  <a:pt x="519469" y="75546"/>
                </a:cubicBezTo>
                <a:cubicBezTo>
                  <a:pt x="521647" y="80417"/>
                  <a:pt x="522736" y="85770"/>
                  <a:pt x="522736" y="91606"/>
                </a:cubicBezTo>
                <a:cubicBezTo>
                  <a:pt x="522736" y="101634"/>
                  <a:pt x="520332" y="109296"/>
                  <a:pt x="515523" y="114593"/>
                </a:cubicBezTo>
                <a:cubicBezTo>
                  <a:pt x="510715" y="119889"/>
                  <a:pt x="505029" y="122538"/>
                  <a:pt x="498467" y="122538"/>
                </a:cubicBezTo>
                <a:cubicBezTo>
                  <a:pt x="494337" y="122538"/>
                  <a:pt x="490334" y="121263"/>
                  <a:pt x="486459" y="118714"/>
                </a:cubicBezTo>
                <a:cubicBezTo>
                  <a:pt x="482584" y="116164"/>
                  <a:pt x="479529" y="112525"/>
                  <a:pt x="477294" y="107796"/>
                </a:cubicBezTo>
                <a:cubicBezTo>
                  <a:pt x="475059" y="103065"/>
                  <a:pt x="473942" y="97668"/>
                  <a:pt x="473942" y="91606"/>
                </a:cubicBezTo>
                <a:cubicBezTo>
                  <a:pt x="473942" y="85657"/>
                  <a:pt x="475059" y="80219"/>
                  <a:pt x="477294" y="75292"/>
                </a:cubicBezTo>
                <a:cubicBezTo>
                  <a:pt x="479529" y="70363"/>
                  <a:pt x="482584" y="66680"/>
                  <a:pt x="486459" y="64244"/>
                </a:cubicBezTo>
                <a:cubicBezTo>
                  <a:pt x="490334" y="61808"/>
                  <a:pt x="494252" y="60590"/>
                  <a:pt x="498212" y="60590"/>
                </a:cubicBezTo>
                <a:moveTo>
                  <a:pt x="498297" y="65172"/>
                </a:moveTo>
                <a:cubicBezTo>
                  <a:pt x="495581" y="65172"/>
                  <a:pt x="493234" y="66705"/>
                  <a:pt x="491253" y="69771"/>
                </a:cubicBezTo>
                <a:cubicBezTo>
                  <a:pt x="488708" y="73743"/>
                  <a:pt x="487435" y="81263"/>
                  <a:pt x="487435" y="92330"/>
                </a:cubicBezTo>
                <a:cubicBezTo>
                  <a:pt x="487435" y="102489"/>
                  <a:pt x="488736" y="109583"/>
                  <a:pt x="491338" y="113614"/>
                </a:cubicBezTo>
                <a:cubicBezTo>
                  <a:pt x="493262" y="116508"/>
                  <a:pt x="495581" y="117955"/>
                  <a:pt x="498297" y="117955"/>
                </a:cubicBezTo>
                <a:cubicBezTo>
                  <a:pt x="500899" y="117955"/>
                  <a:pt x="503219" y="116394"/>
                  <a:pt x="505255" y="113272"/>
                </a:cubicBezTo>
                <a:cubicBezTo>
                  <a:pt x="507971" y="109130"/>
                  <a:pt x="509329" y="102007"/>
                  <a:pt x="509329" y="91903"/>
                </a:cubicBezTo>
                <a:cubicBezTo>
                  <a:pt x="509329" y="81234"/>
                  <a:pt x="507971" y="73771"/>
                  <a:pt x="505255" y="69513"/>
                </a:cubicBezTo>
                <a:cubicBezTo>
                  <a:pt x="503388" y="66619"/>
                  <a:pt x="501069" y="65172"/>
                  <a:pt x="498297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AC152-4EA9-4064-A469-D634599B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6106009"/>
            <a:ext cx="802121" cy="401061"/>
          </a:xfrm>
          <a:custGeom xmlns:a="http://schemas.openxmlformats.org/drawingml/2006/main">
            <a:pathLst>
              <a:path w="802121" h="401061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347586"/>
                </a:lnTo>
                <a:cubicBezTo>
                  <a:pt x="772576" y="347586"/>
                  <a:pt x="748646" y="371516"/>
                  <a:pt x="748646" y="401061"/>
                </a:cubicBezTo>
                <a:lnTo>
                  <a:pt x="53475" y="401061"/>
                </a:lnTo>
                <a:cubicBezTo>
                  <a:pt x="53475" y="371516"/>
                  <a:pt x="29545" y="347586"/>
                  <a:pt x="0" y="347586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C0A21-AFAA-41BF-99D4-E697280A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6106009"/>
            <a:ext cx="802121" cy="401061"/>
          </a:xfrm>
          <a:custGeom xmlns:a="http://schemas.openxmlformats.org/drawingml/2006/main">
            <a:pathLst>
              <a:path w="802121" h="401061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347586"/>
                </a:lnTo>
                <a:cubicBezTo>
                  <a:pt x="772576" y="347586"/>
                  <a:pt x="748646" y="371516"/>
                  <a:pt x="748646" y="401061"/>
                </a:cubicBezTo>
                <a:lnTo>
                  <a:pt x="53475" y="401061"/>
                </a:lnTo>
                <a:cubicBezTo>
                  <a:pt x="53475" y="371516"/>
                  <a:pt x="29545" y="347586"/>
                  <a:pt x="0" y="347586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94" name="Text 3,2.2%">
            <a:extLst xmlns:a="http://schemas.openxmlformats.org/drawingml/2006/main">
              <a:ext uri="{FF2B5EF4-FFF2-40B4-BE49-F238E27FC236}">
                <a16:creationId xmlns:a16="http://schemas.microsoft.com/office/drawing/2014/main" id="{5CDF7E33-A754-4EAB-B8C3-37715144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426" y="6262281"/>
            <a:ext cx="522736" cy="146807"/>
          </a:xfrm>
          <a:custGeom xmlns:a="http://schemas.openxmlformats.org/drawingml/2006/main">
            <a:pathLst>
              <a:path w="522736" h="146807">
                <a:moveTo>
                  <a:pt x="1782" y="24524"/>
                </a:moveTo>
                <a:cubicBezTo>
                  <a:pt x="5063" y="16774"/>
                  <a:pt x="9207" y="10805"/>
                  <a:pt x="14214" y="6619"/>
                </a:cubicBezTo>
                <a:cubicBezTo>
                  <a:pt x="19221" y="2433"/>
                  <a:pt x="25458" y="339"/>
                  <a:pt x="32926" y="339"/>
                </a:cubicBezTo>
                <a:cubicBezTo>
                  <a:pt x="42147" y="339"/>
                  <a:pt x="49219" y="3333"/>
                  <a:pt x="54141" y="9321"/>
                </a:cubicBezTo>
                <a:cubicBezTo>
                  <a:pt x="57874" y="13785"/>
                  <a:pt x="59741" y="18560"/>
                  <a:pt x="59741" y="23644"/>
                </a:cubicBezTo>
                <a:cubicBezTo>
                  <a:pt x="59741" y="32005"/>
                  <a:pt x="54480" y="40648"/>
                  <a:pt x="43957" y="49574"/>
                </a:cubicBezTo>
                <a:cubicBezTo>
                  <a:pt x="51029" y="52350"/>
                  <a:pt x="56375" y="56314"/>
                  <a:pt x="59996" y="61468"/>
                </a:cubicBezTo>
                <a:cubicBezTo>
                  <a:pt x="63617" y="66619"/>
                  <a:pt x="65427" y="72678"/>
                  <a:pt x="65427" y="79644"/>
                </a:cubicBezTo>
                <a:cubicBezTo>
                  <a:pt x="65427" y="89611"/>
                  <a:pt x="62259" y="98247"/>
                  <a:pt x="55923" y="105552"/>
                </a:cubicBezTo>
                <a:cubicBezTo>
                  <a:pt x="47663" y="115065"/>
                  <a:pt x="35698" y="119822"/>
                  <a:pt x="20027" y="119822"/>
                </a:cubicBezTo>
                <a:cubicBezTo>
                  <a:pt x="12276" y="119822"/>
                  <a:pt x="7001" y="118860"/>
                  <a:pt x="4201" y="116937"/>
                </a:cubicBezTo>
                <a:cubicBezTo>
                  <a:pt x="1400" y="115013"/>
                  <a:pt x="0" y="112948"/>
                  <a:pt x="0" y="110742"/>
                </a:cubicBezTo>
                <a:cubicBezTo>
                  <a:pt x="0" y="109101"/>
                  <a:pt x="665" y="107659"/>
                  <a:pt x="1994" y="106414"/>
                </a:cubicBezTo>
                <a:cubicBezTo>
                  <a:pt x="3324" y="105170"/>
                  <a:pt x="4922" y="104547"/>
                  <a:pt x="6789" y="104547"/>
                </a:cubicBezTo>
                <a:cubicBezTo>
                  <a:pt x="8203" y="104547"/>
                  <a:pt x="9646" y="104774"/>
                  <a:pt x="11117" y="105226"/>
                </a:cubicBezTo>
                <a:cubicBezTo>
                  <a:pt x="12078" y="105509"/>
                  <a:pt x="14256" y="106541"/>
                  <a:pt x="17651" y="108324"/>
                </a:cubicBezTo>
                <a:cubicBezTo>
                  <a:pt x="21045" y="110106"/>
                  <a:pt x="23393" y="111166"/>
                  <a:pt x="24694" y="111506"/>
                </a:cubicBezTo>
                <a:cubicBezTo>
                  <a:pt x="26787" y="112128"/>
                  <a:pt x="29022" y="112439"/>
                  <a:pt x="31398" y="112439"/>
                </a:cubicBezTo>
                <a:cubicBezTo>
                  <a:pt x="37169" y="112439"/>
                  <a:pt x="42189" y="110201"/>
                  <a:pt x="46461" y="105725"/>
                </a:cubicBezTo>
                <a:cubicBezTo>
                  <a:pt x="50732" y="101248"/>
                  <a:pt x="52868" y="95950"/>
                  <a:pt x="52868" y="89829"/>
                </a:cubicBezTo>
                <a:cubicBezTo>
                  <a:pt x="52868" y="85353"/>
                  <a:pt x="51878" y="80990"/>
                  <a:pt x="49898" y="76740"/>
                </a:cubicBezTo>
                <a:cubicBezTo>
                  <a:pt x="48427" y="73566"/>
                  <a:pt x="46814" y="71158"/>
                  <a:pt x="45061" y="69516"/>
                </a:cubicBezTo>
                <a:cubicBezTo>
                  <a:pt x="42628" y="67248"/>
                  <a:pt x="39290" y="65194"/>
                  <a:pt x="35047" y="63353"/>
                </a:cubicBezTo>
                <a:cubicBezTo>
                  <a:pt x="30804" y="61511"/>
                  <a:pt x="26476" y="60590"/>
                  <a:pt x="22064" y="60590"/>
                </a:cubicBezTo>
                <a:lnTo>
                  <a:pt x="19348" y="60590"/>
                </a:lnTo>
                <a:lnTo>
                  <a:pt x="19348" y="58044"/>
                </a:lnTo>
                <a:cubicBezTo>
                  <a:pt x="23817" y="57478"/>
                  <a:pt x="28301" y="55866"/>
                  <a:pt x="32798" y="53207"/>
                </a:cubicBezTo>
                <a:cubicBezTo>
                  <a:pt x="37296" y="50548"/>
                  <a:pt x="40563" y="47352"/>
                  <a:pt x="42600" y="43618"/>
                </a:cubicBezTo>
                <a:cubicBezTo>
                  <a:pt x="44636" y="39884"/>
                  <a:pt x="45655" y="35783"/>
                  <a:pt x="45655" y="31313"/>
                </a:cubicBezTo>
                <a:cubicBezTo>
                  <a:pt x="45655" y="25486"/>
                  <a:pt x="43830" y="20777"/>
                  <a:pt x="40181" y="17184"/>
                </a:cubicBezTo>
                <a:cubicBezTo>
                  <a:pt x="36532" y="13592"/>
                  <a:pt x="31992" y="11796"/>
                  <a:pt x="26561" y="11796"/>
                </a:cubicBezTo>
                <a:cubicBezTo>
                  <a:pt x="17792" y="11796"/>
                  <a:pt x="10466" y="16491"/>
                  <a:pt x="4582" y="25882"/>
                </a:cubicBezTo>
                <a:lnTo>
                  <a:pt x="1782" y="24524"/>
                </a:lnTo>
                <a:close/>
                <a:moveTo>
                  <a:pt x="89187" y="146807"/>
                </a:moveTo>
                <a:lnTo>
                  <a:pt x="89187" y="143074"/>
                </a:lnTo>
                <a:cubicBezTo>
                  <a:pt x="95014" y="141143"/>
                  <a:pt x="99526" y="138147"/>
                  <a:pt x="102722" y="134086"/>
                </a:cubicBezTo>
                <a:cubicBezTo>
                  <a:pt x="105919" y="130027"/>
                  <a:pt x="107517" y="125726"/>
                  <a:pt x="107517" y="121182"/>
                </a:cubicBezTo>
                <a:cubicBezTo>
                  <a:pt x="107517" y="120106"/>
                  <a:pt x="107262" y="119200"/>
                  <a:pt x="106753" y="118464"/>
                </a:cubicBezTo>
                <a:cubicBezTo>
                  <a:pt x="106357" y="117955"/>
                  <a:pt x="105961" y="117701"/>
                  <a:pt x="105565" y="117701"/>
                </a:cubicBezTo>
                <a:cubicBezTo>
                  <a:pt x="104943" y="117701"/>
                  <a:pt x="103585" y="118266"/>
                  <a:pt x="101492" y="119398"/>
                </a:cubicBezTo>
                <a:cubicBezTo>
                  <a:pt x="100474" y="119907"/>
                  <a:pt x="99399" y="120161"/>
                  <a:pt x="98267" y="120161"/>
                </a:cubicBezTo>
                <a:cubicBezTo>
                  <a:pt x="95495" y="120161"/>
                  <a:pt x="93289" y="119341"/>
                  <a:pt x="91648" y="117701"/>
                </a:cubicBezTo>
                <a:cubicBezTo>
                  <a:pt x="90008" y="116060"/>
                  <a:pt x="89187" y="113797"/>
                  <a:pt x="89187" y="110912"/>
                </a:cubicBezTo>
                <a:cubicBezTo>
                  <a:pt x="89187" y="108140"/>
                  <a:pt x="90248" y="105764"/>
                  <a:pt x="92369" y="103784"/>
                </a:cubicBezTo>
                <a:cubicBezTo>
                  <a:pt x="94491" y="101803"/>
                  <a:pt x="97079" y="100813"/>
                  <a:pt x="100134" y="100813"/>
                </a:cubicBezTo>
                <a:cubicBezTo>
                  <a:pt x="103868" y="100813"/>
                  <a:pt x="107192" y="102443"/>
                  <a:pt x="110105" y="105704"/>
                </a:cubicBezTo>
                <a:cubicBezTo>
                  <a:pt x="113019" y="108962"/>
                  <a:pt x="114475" y="113283"/>
                  <a:pt x="114475" y="118666"/>
                </a:cubicBezTo>
                <a:cubicBezTo>
                  <a:pt x="114475" y="124505"/>
                  <a:pt x="112453" y="129933"/>
                  <a:pt x="108408" y="134948"/>
                </a:cubicBezTo>
                <a:cubicBezTo>
                  <a:pt x="104363" y="139964"/>
                  <a:pt x="97956" y="143917"/>
                  <a:pt x="89187" y="146807"/>
                </a:cubicBezTo>
                <a:close/>
                <a:moveTo>
                  <a:pt x="246433" y="95552"/>
                </a:moveTo>
                <a:lnTo>
                  <a:pt x="238371" y="117785"/>
                </a:lnTo>
                <a:lnTo>
                  <a:pt x="170483" y="117785"/>
                </a:lnTo>
                <a:lnTo>
                  <a:pt x="170483" y="114640"/>
                </a:lnTo>
                <a:cubicBezTo>
                  <a:pt x="190453" y="96394"/>
                  <a:pt x="204512" y="81491"/>
                  <a:pt x="212658" y="69932"/>
                </a:cubicBezTo>
                <a:cubicBezTo>
                  <a:pt x="220805" y="58372"/>
                  <a:pt x="224878" y="47803"/>
                  <a:pt x="224878" y="38227"/>
                </a:cubicBezTo>
                <a:cubicBezTo>
                  <a:pt x="224878" y="30918"/>
                  <a:pt x="222644" y="24913"/>
                  <a:pt x="218174" y="20210"/>
                </a:cubicBezTo>
                <a:cubicBezTo>
                  <a:pt x="213705" y="15505"/>
                  <a:pt x="208359" y="13153"/>
                  <a:pt x="202136" y="13153"/>
                </a:cubicBezTo>
                <a:cubicBezTo>
                  <a:pt x="196478" y="13153"/>
                  <a:pt x="191401" y="14815"/>
                  <a:pt x="186903" y="18139"/>
                </a:cubicBezTo>
                <a:cubicBezTo>
                  <a:pt x="182406" y="21462"/>
                  <a:pt x="179082" y="26335"/>
                  <a:pt x="176932" y="32756"/>
                </a:cubicBezTo>
                <a:lnTo>
                  <a:pt x="173793" y="32756"/>
                </a:lnTo>
                <a:cubicBezTo>
                  <a:pt x="175207" y="22316"/>
                  <a:pt x="178842" y="14304"/>
                  <a:pt x="184697" y="8719"/>
                </a:cubicBezTo>
                <a:cubicBezTo>
                  <a:pt x="190552" y="3133"/>
                  <a:pt x="197864" y="339"/>
                  <a:pt x="206633" y="339"/>
                </a:cubicBezTo>
                <a:cubicBezTo>
                  <a:pt x="215968" y="339"/>
                  <a:pt x="223761" y="3338"/>
                  <a:pt x="230012" y="9335"/>
                </a:cubicBezTo>
                <a:cubicBezTo>
                  <a:pt x="236264" y="15331"/>
                  <a:pt x="239389" y="22403"/>
                  <a:pt x="239389" y="30550"/>
                </a:cubicBezTo>
                <a:cubicBezTo>
                  <a:pt x="239389" y="36377"/>
                  <a:pt x="238031" y="42204"/>
                  <a:pt x="235316" y="48031"/>
                </a:cubicBezTo>
                <a:cubicBezTo>
                  <a:pt x="231130" y="57196"/>
                  <a:pt x="224341" y="66898"/>
                  <a:pt x="214950" y="77138"/>
                </a:cubicBezTo>
                <a:cubicBezTo>
                  <a:pt x="200863" y="92525"/>
                  <a:pt x="192066" y="101803"/>
                  <a:pt x="188558" y="104972"/>
                </a:cubicBezTo>
                <a:lnTo>
                  <a:pt x="218599" y="104972"/>
                </a:lnTo>
                <a:cubicBezTo>
                  <a:pt x="224708" y="104972"/>
                  <a:pt x="228994" y="104744"/>
                  <a:pt x="231455" y="104287"/>
                </a:cubicBezTo>
                <a:cubicBezTo>
                  <a:pt x="233916" y="103830"/>
                  <a:pt x="236136" y="102901"/>
                  <a:pt x="238116" y="101503"/>
                </a:cubicBezTo>
                <a:cubicBezTo>
                  <a:pt x="240096" y="100105"/>
                  <a:pt x="241822" y="98121"/>
                  <a:pt x="243293" y="95552"/>
                </a:cubicBezTo>
                <a:lnTo>
                  <a:pt x="246433" y="95552"/>
                </a:lnTo>
                <a:close/>
                <a:moveTo>
                  <a:pt x="275370" y="101323"/>
                </a:moveTo>
                <a:cubicBezTo>
                  <a:pt x="278029" y="101323"/>
                  <a:pt x="280263" y="102242"/>
                  <a:pt x="282074" y="104081"/>
                </a:cubicBezTo>
                <a:cubicBezTo>
                  <a:pt x="283884" y="105919"/>
                  <a:pt x="284789" y="108140"/>
                  <a:pt x="284789" y="110742"/>
                </a:cubicBezTo>
                <a:cubicBezTo>
                  <a:pt x="284789" y="113344"/>
                  <a:pt x="283870" y="115565"/>
                  <a:pt x="282031" y="117404"/>
                </a:cubicBezTo>
                <a:cubicBezTo>
                  <a:pt x="280193" y="119242"/>
                  <a:pt x="277972" y="120161"/>
                  <a:pt x="275370" y="120161"/>
                </a:cubicBezTo>
                <a:cubicBezTo>
                  <a:pt x="272768" y="120161"/>
                  <a:pt x="270547" y="119242"/>
                  <a:pt x="268708" y="117404"/>
                </a:cubicBezTo>
                <a:cubicBezTo>
                  <a:pt x="266870" y="115565"/>
                  <a:pt x="265950" y="113344"/>
                  <a:pt x="265950" y="110742"/>
                </a:cubicBezTo>
                <a:cubicBezTo>
                  <a:pt x="265950" y="108083"/>
                  <a:pt x="266870" y="105848"/>
                  <a:pt x="268708" y="104038"/>
                </a:cubicBezTo>
                <a:cubicBezTo>
                  <a:pt x="270547" y="102228"/>
                  <a:pt x="272768" y="101323"/>
                  <a:pt x="275370" y="101323"/>
                </a:cubicBezTo>
                <a:close/>
                <a:moveTo>
                  <a:pt x="376777" y="95552"/>
                </a:moveTo>
                <a:lnTo>
                  <a:pt x="368715" y="117785"/>
                </a:lnTo>
                <a:lnTo>
                  <a:pt x="300828" y="117785"/>
                </a:lnTo>
                <a:lnTo>
                  <a:pt x="300828" y="114640"/>
                </a:lnTo>
                <a:cubicBezTo>
                  <a:pt x="320798" y="96394"/>
                  <a:pt x="334856" y="81491"/>
                  <a:pt x="343003" y="69932"/>
                </a:cubicBezTo>
                <a:cubicBezTo>
                  <a:pt x="351149" y="58372"/>
                  <a:pt x="355223" y="47803"/>
                  <a:pt x="355223" y="38227"/>
                </a:cubicBezTo>
                <a:cubicBezTo>
                  <a:pt x="355223" y="30918"/>
                  <a:pt x="352988" y="24913"/>
                  <a:pt x="348519" y="20210"/>
                </a:cubicBezTo>
                <a:cubicBezTo>
                  <a:pt x="344050" y="15505"/>
                  <a:pt x="338703" y="13153"/>
                  <a:pt x="332480" y="13153"/>
                </a:cubicBezTo>
                <a:cubicBezTo>
                  <a:pt x="326823" y="13153"/>
                  <a:pt x="321746" y="14815"/>
                  <a:pt x="317248" y="18139"/>
                </a:cubicBezTo>
                <a:cubicBezTo>
                  <a:pt x="312750" y="21462"/>
                  <a:pt x="309427" y="26335"/>
                  <a:pt x="307277" y="32756"/>
                </a:cubicBezTo>
                <a:lnTo>
                  <a:pt x="304137" y="32756"/>
                </a:lnTo>
                <a:cubicBezTo>
                  <a:pt x="305551" y="22316"/>
                  <a:pt x="309186" y="14304"/>
                  <a:pt x="315042" y="8719"/>
                </a:cubicBezTo>
                <a:cubicBezTo>
                  <a:pt x="320897" y="3133"/>
                  <a:pt x="328209" y="339"/>
                  <a:pt x="336978" y="339"/>
                </a:cubicBezTo>
                <a:cubicBezTo>
                  <a:pt x="346312" y="339"/>
                  <a:pt x="354105" y="3338"/>
                  <a:pt x="360357" y="9335"/>
                </a:cubicBezTo>
                <a:cubicBezTo>
                  <a:pt x="366608" y="15331"/>
                  <a:pt x="369734" y="22403"/>
                  <a:pt x="369734" y="30550"/>
                </a:cubicBezTo>
                <a:cubicBezTo>
                  <a:pt x="369734" y="36377"/>
                  <a:pt x="368376" y="42204"/>
                  <a:pt x="365661" y="48031"/>
                </a:cubicBezTo>
                <a:cubicBezTo>
                  <a:pt x="361474" y="57196"/>
                  <a:pt x="354685" y="66898"/>
                  <a:pt x="345294" y="77138"/>
                </a:cubicBezTo>
                <a:cubicBezTo>
                  <a:pt x="331207" y="92525"/>
                  <a:pt x="322410" y="101803"/>
                  <a:pt x="318903" y="104972"/>
                </a:cubicBezTo>
                <a:lnTo>
                  <a:pt x="348943" y="104972"/>
                </a:lnTo>
                <a:cubicBezTo>
                  <a:pt x="355053" y="104972"/>
                  <a:pt x="359338" y="104744"/>
                  <a:pt x="361799" y="104287"/>
                </a:cubicBezTo>
                <a:cubicBezTo>
                  <a:pt x="364260" y="103830"/>
                  <a:pt x="366481" y="102901"/>
                  <a:pt x="368461" y="101503"/>
                </a:cubicBezTo>
                <a:cubicBezTo>
                  <a:pt x="370441" y="100105"/>
                  <a:pt x="372166" y="98121"/>
                  <a:pt x="373637" y="95552"/>
                </a:cubicBezTo>
                <a:lnTo>
                  <a:pt x="376777" y="95552"/>
                </a:lnTo>
                <a:close/>
                <a:moveTo>
                  <a:pt x="502115" y="0"/>
                </a:moveTo>
                <a:lnTo>
                  <a:pt x="418274" y="122538"/>
                </a:lnTo>
                <a:lnTo>
                  <a:pt x="410721" y="122538"/>
                </a:lnTo>
                <a:lnTo>
                  <a:pt x="494563" y="0"/>
                </a:lnTo>
                <a:lnTo>
                  <a:pt x="502115" y="0"/>
                </a:lnTo>
                <a:moveTo>
                  <a:pt x="414879" y="0"/>
                </a:moveTo>
                <a:cubicBezTo>
                  <a:pt x="422517" y="0"/>
                  <a:pt x="428443" y="3173"/>
                  <a:pt x="432657" y="9518"/>
                </a:cubicBezTo>
                <a:cubicBezTo>
                  <a:pt x="436872" y="15863"/>
                  <a:pt x="438980" y="23142"/>
                  <a:pt x="438980" y="31356"/>
                </a:cubicBezTo>
                <a:cubicBezTo>
                  <a:pt x="438980" y="41214"/>
                  <a:pt x="436603" y="48833"/>
                  <a:pt x="431851" y="54215"/>
                </a:cubicBezTo>
                <a:cubicBezTo>
                  <a:pt x="427099" y="59596"/>
                  <a:pt x="421385" y="62287"/>
                  <a:pt x="414710" y="62287"/>
                </a:cubicBezTo>
                <a:cubicBezTo>
                  <a:pt x="410240" y="62287"/>
                  <a:pt x="406139" y="61055"/>
                  <a:pt x="402405" y="58590"/>
                </a:cubicBezTo>
                <a:cubicBezTo>
                  <a:pt x="398671" y="56126"/>
                  <a:pt x="395687" y="52458"/>
                  <a:pt x="393452" y="47588"/>
                </a:cubicBezTo>
                <a:cubicBezTo>
                  <a:pt x="391218" y="42715"/>
                  <a:pt x="390100" y="37305"/>
                  <a:pt x="390100" y="31356"/>
                </a:cubicBezTo>
                <a:cubicBezTo>
                  <a:pt x="390100" y="25408"/>
                  <a:pt x="391232" y="19928"/>
                  <a:pt x="393495" y="14914"/>
                </a:cubicBezTo>
                <a:cubicBezTo>
                  <a:pt x="395758" y="9900"/>
                  <a:pt x="398855" y="6161"/>
                  <a:pt x="402787" y="3697"/>
                </a:cubicBezTo>
                <a:cubicBezTo>
                  <a:pt x="406719" y="1232"/>
                  <a:pt x="410749" y="0"/>
                  <a:pt x="414879" y="0"/>
                </a:cubicBezTo>
                <a:moveTo>
                  <a:pt x="414625" y="4582"/>
                </a:moveTo>
                <a:cubicBezTo>
                  <a:pt x="411740" y="4582"/>
                  <a:pt x="409180" y="6288"/>
                  <a:pt x="406945" y="9698"/>
                </a:cubicBezTo>
                <a:cubicBezTo>
                  <a:pt x="404710" y="13108"/>
                  <a:pt x="403593" y="20271"/>
                  <a:pt x="403593" y="31186"/>
                </a:cubicBezTo>
                <a:cubicBezTo>
                  <a:pt x="403593" y="39087"/>
                  <a:pt x="404215" y="45112"/>
                  <a:pt x="405460" y="49261"/>
                </a:cubicBezTo>
                <a:cubicBezTo>
                  <a:pt x="406422" y="52389"/>
                  <a:pt x="407921" y="54804"/>
                  <a:pt x="409957" y="56509"/>
                </a:cubicBezTo>
                <a:cubicBezTo>
                  <a:pt x="411146" y="57532"/>
                  <a:pt x="412616" y="58044"/>
                  <a:pt x="414370" y="58044"/>
                </a:cubicBezTo>
                <a:cubicBezTo>
                  <a:pt x="417086" y="58044"/>
                  <a:pt x="419405" y="56566"/>
                  <a:pt x="421329" y="53610"/>
                </a:cubicBezTo>
                <a:cubicBezTo>
                  <a:pt x="424157" y="49233"/>
                  <a:pt x="425572" y="41929"/>
                  <a:pt x="425572" y="31698"/>
                </a:cubicBezTo>
                <a:cubicBezTo>
                  <a:pt x="425572" y="20898"/>
                  <a:pt x="424186" y="13309"/>
                  <a:pt x="421414" y="8931"/>
                </a:cubicBezTo>
                <a:cubicBezTo>
                  <a:pt x="419603" y="6032"/>
                  <a:pt x="417340" y="4582"/>
                  <a:pt x="414625" y="4582"/>
                </a:cubicBezTo>
                <a:moveTo>
                  <a:pt x="498212" y="60590"/>
                </a:moveTo>
                <a:cubicBezTo>
                  <a:pt x="502228" y="60590"/>
                  <a:pt x="506231" y="61865"/>
                  <a:pt x="510219" y="64414"/>
                </a:cubicBezTo>
                <a:cubicBezTo>
                  <a:pt x="514208" y="66963"/>
                  <a:pt x="517291" y="70674"/>
                  <a:pt x="519469" y="75546"/>
                </a:cubicBezTo>
                <a:cubicBezTo>
                  <a:pt x="521647" y="80417"/>
                  <a:pt x="522736" y="85770"/>
                  <a:pt x="522736" y="91606"/>
                </a:cubicBezTo>
                <a:cubicBezTo>
                  <a:pt x="522736" y="101634"/>
                  <a:pt x="520332" y="109296"/>
                  <a:pt x="515523" y="114593"/>
                </a:cubicBezTo>
                <a:cubicBezTo>
                  <a:pt x="510714" y="119889"/>
                  <a:pt x="505029" y="122538"/>
                  <a:pt x="498466" y="122538"/>
                </a:cubicBezTo>
                <a:cubicBezTo>
                  <a:pt x="494336" y="122538"/>
                  <a:pt x="490334" y="121263"/>
                  <a:pt x="486459" y="118714"/>
                </a:cubicBezTo>
                <a:cubicBezTo>
                  <a:pt x="482583" y="116164"/>
                  <a:pt x="479528" y="112525"/>
                  <a:pt x="477294" y="107796"/>
                </a:cubicBezTo>
                <a:cubicBezTo>
                  <a:pt x="475059" y="103065"/>
                  <a:pt x="473942" y="97668"/>
                  <a:pt x="473942" y="91606"/>
                </a:cubicBezTo>
                <a:cubicBezTo>
                  <a:pt x="473942" y="85657"/>
                  <a:pt x="475059" y="80219"/>
                  <a:pt x="477294" y="75292"/>
                </a:cubicBezTo>
                <a:cubicBezTo>
                  <a:pt x="479528" y="70363"/>
                  <a:pt x="482583" y="66680"/>
                  <a:pt x="486459" y="64244"/>
                </a:cubicBezTo>
                <a:cubicBezTo>
                  <a:pt x="490334" y="61808"/>
                  <a:pt x="494252" y="60590"/>
                  <a:pt x="498212" y="60590"/>
                </a:cubicBezTo>
                <a:moveTo>
                  <a:pt x="498297" y="65172"/>
                </a:moveTo>
                <a:cubicBezTo>
                  <a:pt x="495581" y="65172"/>
                  <a:pt x="493233" y="66705"/>
                  <a:pt x="491253" y="69771"/>
                </a:cubicBezTo>
                <a:cubicBezTo>
                  <a:pt x="488707" y="73743"/>
                  <a:pt x="487434" y="81263"/>
                  <a:pt x="487434" y="92330"/>
                </a:cubicBezTo>
                <a:cubicBezTo>
                  <a:pt x="487434" y="102489"/>
                  <a:pt x="488736" y="109583"/>
                  <a:pt x="491338" y="113614"/>
                </a:cubicBezTo>
                <a:cubicBezTo>
                  <a:pt x="493262" y="116508"/>
                  <a:pt x="495581" y="117955"/>
                  <a:pt x="498297" y="117955"/>
                </a:cubicBezTo>
                <a:cubicBezTo>
                  <a:pt x="500899" y="117955"/>
                  <a:pt x="503218" y="116394"/>
                  <a:pt x="505255" y="113272"/>
                </a:cubicBezTo>
                <a:cubicBezTo>
                  <a:pt x="507971" y="109130"/>
                  <a:pt x="509328" y="102007"/>
                  <a:pt x="509328" y="91903"/>
                </a:cubicBezTo>
                <a:cubicBezTo>
                  <a:pt x="509328" y="81234"/>
                  <a:pt x="507971" y="73771"/>
                  <a:pt x="505255" y="69513"/>
                </a:cubicBezTo>
                <a:cubicBezTo>
                  <a:pt x="503388" y="66619"/>
                  <a:pt x="501069" y="65172"/>
                  <a:pt x="498297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DCC3A6-F518-4602-809F-2BE39A77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6868024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8438E0-3858-469A-9E4F-1EC5B244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6868024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397" name="Text 6,4.8%">
            <a:extLst xmlns:a="http://schemas.openxmlformats.org/drawingml/2006/main">
              <a:ext uri="{FF2B5EF4-FFF2-40B4-BE49-F238E27FC236}">
                <a16:creationId xmlns:a16="http://schemas.microsoft.com/office/drawing/2014/main" id="{D46CF746-9267-413D-BD07-1D1FDA6E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850" y="6957453"/>
            <a:ext cx="522312" cy="146807"/>
          </a:xfrm>
          <a:custGeom xmlns:a="http://schemas.openxmlformats.org/drawingml/2006/main">
            <a:pathLst>
              <a:path w="522312" h="146807">
                <a:moveTo>
                  <a:pt x="70434" y="339"/>
                </a:moveTo>
                <a:lnTo>
                  <a:pt x="70434" y="3479"/>
                </a:lnTo>
                <a:cubicBezTo>
                  <a:pt x="62966" y="4215"/>
                  <a:pt x="56870" y="5700"/>
                  <a:pt x="52146" y="7934"/>
                </a:cubicBezTo>
                <a:cubicBezTo>
                  <a:pt x="47422" y="10169"/>
                  <a:pt x="42755" y="13578"/>
                  <a:pt x="38144" y="18160"/>
                </a:cubicBezTo>
                <a:cubicBezTo>
                  <a:pt x="33534" y="22742"/>
                  <a:pt x="29715" y="27848"/>
                  <a:pt x="26688" y="33477"/>
                </a:cubicBezTo>
                <a:cubicBezTo>
                  <a:pt x="23662" y="39106"/>
                  <a:pt x="21130" y="45796"/>
                  <a:pt x="19093" y="53547"/>
                </a:cubicBezTo>
                <a:cubicBezTo>
                  <a:pt x="27240" y="47946"/>
                  <a:pt x="35415" y="45145"/>
                  <a:pt x="43618" y="45145"/>
                </a:cubicBezTo>
                <a:cubicBezTo>
                  <a:pt x="51482" y="45145"/>
                  <a:pt x="58299" y="48314"/>
                  <a:pt x="64069" y="54650"/>
                </a:cubicBezTo>
                <a:cubicBezTo>
                  <a:pt x="69840" y="60986"/>
                  <a:pt x="72725" y="69132"/>
                  <a:pt x="72725" y="79089"/>
                </a:cubicBezTo>
                <a:cubicBezTo>
                  <a:pt x="72725" y="88707"/>
                  <a:pt x="69811" y="97476"/>
                  <a:pt x="63984" y="105396"/>
                </a:cubicBezTo>
                <a:cubicBezTo>
                  <a:pt x="56969" y="115013"/>
                  <a:pt x="47691" y="119822"/>
                  <a:pt x="36150" y="119822"/>
                </a:cubicBezTo>
                <a:cubicBezTo>
                  <a:pt x="28287" y="119822"/>
                  <a:pt x="21611" y="117220"/>
                  <a:pt x="16123" y="112015"/>
                </a:cubicBezTo>
                <a:cubicBezTo>
                  <a:pt x="5374" y="101888"/>
                  <a:pt x="0" y="88763"/>
                  <a:pt x="0" y="72640"/>
                </a:cubicBezTo>
                <a:cubicBezTo>
                  <a:pt x="0" y="62344"/>
                  <a:pt x="2065" y="52557"/>
                  <a:pt x="6195" y="43279"/>
                </a:cubicBezTo>
                <a:cubicBezTo>
                  <a:pt x="10325" y="34001"/>
                  <a:pt x="16222" y="25769"/>
                  <a:pt x="23888" y="18584"/>
                </a:cubicBezTo>
                <a:cubicBezTo>
                  <a:pt x="31554" y="11400"/>
                  <a:pt x="38894" y="6562"/>
                  <a:pt x="45909" y="4073"/>
                </a:cubicBezTo>
                <a:cubicBezTo>
                  <a:pt x="52924" y="1584"/>
                  <a:pt x="59458" y="339"/>
                  <a:pt x="65512" y="339"/>
                </a:cubicBezTo>
                <a:lnTo>
                  <a:pt x="70434" y="339"/>
                </a:lnTo>
                <a:moveTo>
                  <a:pt x="17651" y="59741"/>
                </a:moveTo>
                <a:cubicBezTo>
                  <a:pt x="16633" y="67379"/>
                  <a:pt x="16123" y="73545"/>
                  <a:pt x="16123" y="78241"/>
                </a:cubicBezTo>
                <a:cubicBezTo>
                  <a:pt x="16123" y="83672"/>
                  <a:pt x="17128" y="89570"/>
                  <a:pt x="19136" y="95934"/>
                </a:cubicBezTo>
                <a:cubicBezTo>
                  <a:pt x="21144" y="102299"/>
                  <a:pt x="24128" y="107348"/>
                  <a:pt x="28089" y="111081"/>
                </a:cubicBezTo>
                <a:cubicBezTo>
                  <a:pt x="30974" y="113740"/>
                  <a:pt x="34481" y="115070"/>
                  <a:pt x="38611" y="115070"/>
                </a:cubicBezTo>
                <a:cubicBezTo>
                  <a:pt x="43533" y="115070"/>
                  <a:pt x="47932" y="112750"/>
                  <a:pt x="51807" y="108111"/>
                </a:cubicBezTo>
                <a:cubicBezTo>
                  <a:pt x="55682" y="103472"/>
                  <a:pt x="57620" y="96853"/>
                  <a:pt x="57620" y="88254"/>
                </a:cubicBezTo>
                <a:cubicBezTo>
                  <a:pt x="57620" y="78580"/>
                  <a:pt x="55696" y="70207"/>
                  <a:pt x="51849" y="63136"/>
                </a:cubicBezTo>
                <a:cubicBezTo>
                  <a:pt x="48002" y="56064"/>
                  <a:pt x="42543" y="52528"/>
                  <a:pt x="35471" y="52528"/>
                </a:cubicBezTo>
                <a:cubicBezTo>
                  <a:pt x="33322" y="52528"/>
                  <a:pt x="31016" y="52981"/>
                  <a:pt x="28555" y="53886"/>
                </a:cubicBezTo>
                <a:cubicBezTo>
                  <a:pt x="26094" y="54791"/>
                  <a:pt x="22460" y="56743"/>
                  <a:pt x="17651" y="59741"/>
                </a:cubicBezTo>
                <a:close/>
                <a:moveTo>
                  <a:pt x="88763" y="146807"/>
                </a:moveTo>
                <a:lnTo>
                  <a:pt x="88763" y="143074"/>
                </a:lnTo>
                <a:cubicBezTo>
                  <a:pt x="94590" y="141143"/>
                  <a:pt x="99102" y="138147"/>
                  <a:pt x="102298" y="134086"/>
                </a:cubicBezTo>
                <a:cubicBezTo>
                  <a:pt x="105494" y="130027"/>
                  <a:pt x="107093" y="125726"/>
                  <a:pt x="107093" y="121182"/>
                </a:cubicBezTo>
                <a:cubicBezTo>
                  <a:pt x="107093" y="120106"/>
                  <a:pt x="106838" y="119200"/>
                  <a:pt x="106329" y="118464"/>
                </a:cubicBezTo>
                <a:cubicBezTo>
                  <a:pt x="105933" y="117955"/>
                  <a:pt x="105537" y="117701"/>
                  <a:pt x="105141" y="117701"/>
                </a:cubicBezTo>
                <a:cubicBezTo>
                  <a:pt x="104519" y="117701"/>
                  <a:pt x="103161" y="118266"/>
                  <a:pt x="101068" y="119398"/>
                </a:cubicBezTo>
                <a:cubicBezTo>
                  <a:pt x="100049" y="119907"/>
                  <a:pt x="98974" y="120161"/>
                  <a:pt x="97843" y="120161"/>
                </a:cubicBezTo>
                <a:cubicBezTo>
                  <a:pt x="95071" y="120161"/>
                  <a:pt x="92864" y="119341"/>
                  <a:pt x="91224" y="117701"/>
                </a:cubicBezTo>
                <a:cubicBezTo>
                  <a:pt x="89583" y="116060"/>
                  <a:pt x="88763" y="113797"/>
                  <a:pt x="88763" y="110912"/>
                </a:cubicBezTo>
                <a:cubicBezTo>
                  <a:pt x="88763" y="108140"/>
                  <a:pt x="89824" y="105764"/>
                  <a:pt x="91945" y="103784"/>
                </a:cubicBezTo>
                <a:cubicBezTo>
                  <a:pt x="94067" y="101803"/>
                  <a:pt x="96655" y="100813"/>
                  <a:pt x="99710" y="100813"/>
                </a:cubicBezTo>
                <a:cubicBezTo>
                  <a:pt x="103444" y="100813"/>
                  <a:pt x="106767" y="102443"/>
                  <a:pt x="109681" y="105704"/>
                </a:cubicBezTo>
                <a:cubicBezTo>
                  <a:pt x="112594" y="108962"/>
                  <a:pt x="114051" y="113283"/>
                  <a:pt x="114051" y="118666"/>
                </a:cubicBezTo>
                <a:cubicBezTo>
                  <a:pt x="114051" y="124505"/>
                  <a:pt x="112029" y="129933"/>
                  <a:pt x="107984" y="134948"/>
                </a:cubicBezTo>
                <a:cubicBezTo>
                  <a:pt x="103939" y="139964"/>
                  <a:pt x="97532" y="143917"/>
                  <a:pt x="88763" y="146807"/>
                </a:cubicBezTo>
                <a:close/>
                <a:moveTo>
                  <a:pt x="247196" y="75356"/>
                </a:moveTo>
                <a:lnTo>
                  <a:pt x="247196" y="87406"/>
                </a:lnTo>
                <a:lnTo>
                  <a:pt x="231752" y="87406"/>
                </a:lnTo>
                <a:lnTo>
                  <a:pt x="231752" y="117785"/>
                </a:lnTo>
                <a:lnTo>
                  <a:pt x="217750" y="117785"/>
                </a:lnTo>
                <a:lnTo>
                  <a:pt x="217750" y="87406"/>
                </a:lnTo>
                <a:lnTo>
                  <a:pt x="169040" y="87406"/>
                </a:lnTo>
                <a:lnTo>
                  <a:pt x="169040" y="76544"/>
                </a:lnTo>
                <a:lnTo>
                  <a:pt x="222417" y="339"/>
                </a:lnTo>
                <a:lnTo>
                  <a:pt x="231752" y="339"/>
                </a:lnTo>
                <a:lnTo>
                  <a:pt x="231752" y="75356"/>
                </a:lnTo>
                <a:lnTo>
                  <a:pt x="247196" y="75356"/>
                </a:lnTo>
                <a:moveTo>
                  <a:pt x="217750" y="75356"/>
                </a:moveTo>
                <a:lnTo>
                  <a:pt x="217750" y="18245"/>
                </a:lnTo>
                <a:lnTo>
                  <a:pt x="177357" y="75356"/>
                </a:lnTo>
                <a:lnTo>
                  <a:pt x="217750" y="75356"/>
                </a:lnTo>
                <a:close/>
                <a:moveTo>
                  <a:pt x="274946" y="101323"/>
                </a:moveTo>
                <a:cubicBezTo>
                  <a:pt x="277605" y="101323"/>
                  <a:pt x="279839" y="102242"/>
                  <a:pt x="281650" y="104081"/>
                </a:cubicBezTo>
                <a:cubicBezTo>
                  <a:pt x="283460" y="105919"/>
                  <a:pt x="284365" y="108140"/>
                  <a:pt x="284365" y="110742"/>
                </a:cubicBezTo>
                <a:cubicBezTo>
                  <a:pt x="284365" y="113344"/>
                  <a:pt x="283446" y="115565"/>
                  <a:pt x="281607" y="117404"/>
                </a:cubicBezTo>
                <a:cubicBezTo>
                  <a:pt x="279768" y="119242"/>
                  <a:pt x="277548" y="120161"/>
                  <a:pt x="274946" y="120161"/>
                </a:cubicBezTo>
                <a:cubicBezTo>
                  <a:pt x="272343" y="120161"/>
                  <a:pt x="270123" y="119242"/>
                  <a:pt x="268284" y="117404"/>
                </a:cubicBezTo>
                <a:cubicBezTo>
                  <a:pt x="266445" y="115565"/>
                  <a:pt x="265526" y="113344"/>
                  <a:pt x="265526" y="110742"/>
                </a:cubicBezTo>
                <a:cubicBezTo>
                  <a:pt x="265526" y="108083"/>
                  <a:pt x="266445" y="105848"/>
                  <a:pt x="268284" y="104038"/>
                </a:cubicBezTo>
                <a:cubicBezTo>
                  <a:pt x="270123" y="102228"/>
                  <a:pt x="272343" y="101323"/>
                  <a:pt x="274946" y="101323"/>
                </a:cubicBezTo>
                <a:close/>
                <a:moveTo>
                  <a:pt x="330019" y="59826"/>
                </a:moveTo>
                <a:cubicBezTo>
                  <a:pt x="320911" y="52359"/>
                  <a:pt x="315042" y="46362"/>
                  <a:pt x="312411" y="41836"/>
                </a:cubicBezTo>
                <a:cubicBezTo>
                  <a:pt x="309780" y="37310"/>
                  <a:pt x="308465" y="32614"/>
                  <a:pt x="308465" y="27749"/>
                </a:cubicBezTo>
                <a:cubicBezTo>
                  <a:pt x="308465" y="20281"/>
                  <a:pt x="311350" y="13846"/>
                  <a:pt x="317121" y="8444"/>
                </a:cubicBezTo>
                <a:cubicBezTo>
                  <a:pt x="322891" y="3041"/>
                  <a:pt x="330557" y="339"/>
                  <a:pt x="340118" y="339"/>
                </a:cubicBezTo>
                <a:cubicBezTo>
                  <a:pt x="349396" y="339"/>
                  <a:pt x="356863" y="2857"/>
                  <a:pt x="362521" y="7892"/>
                </a:cubicBezTo>
                <a:cubicBezTo>
                  <a:pt x="368178" y="12927"/>
                  <a:pt x="371007" y="18669"/>
                  <a:pt x="371007" y="25119"/>
                </a:cubicBezTo>
                <a:cubicBezTo>
                  <a:pt x="371007" y="29418"/>
                  <a:pt x="369479" y="33802"/>
                  <a:pt x="366424" y="38272"/>
                </a:cubicBezTo>
                <a:cubicBezTo>
                  <a:pt x="363369" y="42741"/>
                  <a:pt x="357005" y="48002"/>
                  <a:pt x="347331" y="54056"/>
                </a:cubicBezTo>
                <a:cubicBezTo>
                  <a:pt x="357288" y="61750"/>
                  <a:pt x="363878" y="67803"/>
                  <a:pt x="367103" y="72216"/>
                </a:cubicBezTo>
                <a:cubicBezTo>
                  <a:pt x="371403" y="77986"/>
                  <a:pt x="373552" y="84068"/>
                  <a:pt x="373552" y="90461"/>
                </a:cubicBezTo>
                <a:cubicBezTo>
                  <a:pt x="373552" y="98551"/>
                  <a:pt x="370469" y="105467"/>
                  <a:pt x="364303" y="111209"/>
                </a:cubicBezTo>
                <a:cubicBezTo>
                  <a:pt x="358136" y="116951"/>
                  <a:pt x="350046" y="119822"/>
                  <a:pt x="340033" y="119822"/>
                </a:cubicBezTo>
                <a:cubicBezTo>
                  <a:pt x="329114" y="119822"/>
                  <a:pt x="320600" y="116399"/>
                  <a:pt x="314490" y="109554"/>
                </a:cubicBezTo>
                <a:cubicBezTo>
                  <a:pt x="309625" y="104066"/>
                  <a:pt x="307192" y="98070"/>
                  <a:pt x="307192" y="91564"/>
                </a:cubicBezTo>
                <a:cubicBezTo>
                  <a:pt x="307192" y="86472"/>
                  <a:pt x="308903" y="81423"/>
                  <a:pt x="312326" y="76416"/>
                </a:cubicBezTo>
                <a:cubicBezTo>
                  <a:pt x="315749" y="71410"/>
                  <a:pt x="321647" y="65880"/>
                  <a:pt x="330019" y="59826"/>
                </a:cubicBezTo>
                <a:moveTo>
                  <a:pt x="343342" y="50746"/>
                </a:moveTo>
                <a:cubicBezTo>
                  <a:pt x="350131" y="44636"/>
                  <a:pt x="354431" y="39813"/>
                  <a:pt x="356241" y="36278"/>
                </a:cubicBezTo>
                <a:cubicBezTo>
                  <a:pt x="358051" y="32742"/>
                  <a:pt x="358957" y="28739"/>
                  <a:pt x="358957" y="24270"/>
                </a:cubicBezTo>
                <a:cubicBezTo>
                  <a:pt x="358957" y="18330"/>
                  <a:pt x="357288" y="13677"/>
                  <a:pt x="353950" y="10310"/>
                </a:cubicBezTo>
                <a:cubicBezTo>
                  <a:pt x="350612" y="6944"/>
                  <a:pt x="346058" y="5261"/>
                  <a:pt x="340287" y="5261"/>
                </a:cubicBezTo>
                <a:cubicBezTo>
                  <a:pt x="334517" y="5261"/>
                  <a:pt x="329821" y="6930"/>
                  <a:pt x="326201" y="10268"/>
                </a:cubicBezTo>
                <a:cubicBezTo>
                  <a:pt x="322580" y="13606"/>
                  <a:pt x="320770" y="17509"/>
                  <a:pt x="320770" y="21979"/>
                </a:cubicBezTo>
                <a:cubicBezTo>
                  <a:pt x="320770" y="24920"/>
                  <a:pt x="321519" y="27862"/>
                  <a:pt x="323018" y="30804"/>
                </a:cubicBezTo>
                <a:cubicBezTo>
                  <a:pt x="324518" y="33746"/>
                  <a:pt x="326653" y="36546"/>
                  <a:pt x="329425" y="39205"/>
                </a:cubicBezTo>
                <a:lnTo>
                  <a:pt x="343342" y="50746"/>
                </a:lnTo>
                <a:moveTo>
                  <a:pt x="334008" y="63051"/>
                </a:moveTo>
                <a:cubicBezTo>
                  <a:pt x="329312" y="67011"/>
                  <a:pt x="325833" y="71325"/>
                  <a:pt x="323570" y="75992"/>
                </a:cubicBezTo>
                <a:cubicBezTo>
                  <a:pt x="321307" y="80659"/>
                  <a:pt x="320176" y="85708"/>
                  <a:pt x="320176" y="91139"/>
                </a:cubicBezTo>
                <a:cubicBezTo>
                  <a:pt x="320176" y="98437"/>
                  <a:pt x="322170" y="104279"/>
                  <a:pt x="326158" y="108663"/>
                </a:cubicBezTo>
                <a:cubicBezTo>
                  <a:pt x="330147" y="113047"/>
                  <a:pt x="335224" y="115240"/>
                  <a:pt x="341391" y="115240"/>
                </a:cubicBezTo>
                <a:cubicBezTo>
                  <a:pt x="347501" y="115240"/>
                  <a:pt x="352394" y="113514"/>
                  <a:pt x="356071" y="110063"/>
                </a:cubicBezTo>
                <a:cubicBezTo>
                  <a:pt x="359749" y="106612"/>
                  <a:pt x="361587" y="102426"/>
                  <a:pt x="361587" y="97504"/>
                </a:cubicBezTo>
                <a:cubicBezTo>
                  <a:pt x="361587" y="93431"/>
                  <a:pt x="360512" y="89782"/>
                  <a:pt x="358363" y="86557"/>
                </a:cubicBezTo>
                <a:cubicBezTo>
                  <a:pt x="354346" y="80560"/>
                  <a:pt x="346228" y="72725"/>
                  <a:pt x="334008" y="63051"/>
                </a:cubicBezTo>
                <a:close/>
                <a:moveTo>
                  <a:pt x="501691" y="0"/>
                </a:moveTo>
                <a:lnTo>
                  <a:pt x="417849" y="122538"/>
                </a:lnTo>
                <a:lnTo>
                  <a:pt x="410297" y="122538"/>
                </a:lnTo>
                <a:lnTo>
                  <a:pt x="494138" y="0"/>
                </a:lnTo>
                <a:lnTo>
                  <a:pt x="501691" y="0"/>
                </a:lnTo>
                <a:moveTo>
                  <a:pt x="414455" y="0"/>
                </a:moveTo>
                <a:cubicBezTo>
                  <a:pt x="422092" y="0"/>
                  <a:pt x="428018" y="3173"/>
                  <a:pt x="432233" y="9518"/>
                </a:cubicBezTo>
                <a:cubicBezTo>
                  <a:pt x="436448" y="15863"/>
                  <a:pt x="438555" y="23142"/>
                  <a:pt x="438555" y="31356"/>
                </a:cubicBezTo>
                <a:cubicBezTo>
                  <a:pt x="438555" y="41214"/>
                  <a:pt x="436179" y="48833"/>
                  <a:pt x="431427" y="54215"/>
                </a:cubicBezTo>
                <a:cubicBezTo>
                  <a:pt x="426675" y="59596"/>
                  <a:pt x="420961" y="62287"/>
                  <a:pt x="414285" y="62287"/>
                </a:cubicBezTo>
                <a:cubicBezTo>
                  <a:pt x="409816" y="62287"/>
                  <a:pt x="405714" y="61055"/>
                  <a:pt x="401981" y="58590"/>
                </a:cubicBezTo>
                <a:cubicBezTo>
                  <a:pt x="398247" y="56126"/>
                  <a:pt x="395263" y="52458"/>
                  <a:pt x="393028" y="47588"/>
                </a:cubicBezTo>
                <a:cubicBezTo>
                  <a:pt x="390793" y="42715"/>
                  <a:pt x="389676" y="37305"/>
                  <a:pt x="389676" y="31356"/>
                </a:cubicBezTo>
                <a:cubicBezTo>
                  <a:pt x="389676" y="25408"/>
                  <a:pt x="390807" y="19928"/>
                  <a:pt x="393070" y="14914"/>
                </a:cubicBezTo>
                <a:cubicBezTo>
                  <a:pt x="395333" y="9900"/>
                  <a:pt x="398431" y="6161"/>
                  <a:pt x="402363" y="3697"/>
                </a:cubicBezTo>
                <a:cubicBezTo>
                  <a:pt x="406294" y="1232"/>
                  <a:pt x="410325" y="0"/>
                  <a:pt x="414455" y="0"/>
                </a:cubicBezTo>
                <a:moveTo>
                  <a:pt x="414200" y="4582"/>
                </a:moveTo>
                <a:cubicBezTo>
                  <a:pt x="411315" y="4582"/>
                  <a:pt x="408755" y="6288"/>
                  <a:pt x="406521" y="9698"/>
                </a:cubicBezTo>
                <a:cubicBezTo>
                  <a:pt x="404286" y="13108"/>
                  <a:pt x="403169" y="20271"/>
                  <a:pt x="403169" y="31186"/>
                </a:cubicBezTo>
                <a:cubicBezTo>
                  <a:pt x="403169" y="39087"/>
                  <a:pt x="403791" y="45112"/>
                  <a:pt x="405036" y="49261"/>
                </a:cubicBezTo>
                <a:cubicBezTo>
                  <a:pt x="405997" y="52389"/>
                  <a:pt x="407497" y="54804"/>
                  <a:pt x="409533" y="56509"/>
                </a:cubicBezTo>
                <a:cubicBezTo>
                  <a:pt x="410721" y="57532"/>
                  <a:pt x="412192" y="58044"/>
                  <a:pt x="413946" y="58044"/>
                </a:cubicBezTo>
                <a:cubicBezTo>
                  <a:pt x="416661" y="58044"/>
                  <a:pt x="418981" y="56566"/>
                  <a:pt x="420904" y="53610"/>
                </a:cubicBezTo>
                <a:cubicBezTo>
                  <a:pt x="423733" y="49233"/>
                  <a:pt x="425147" y="41929"/>
                  <a:pt x="425147" y="31698"/>
                </a:cubicBezTo>
                <a:cubicBezTo>
                  <a:pt x="425147" y="20898"/>
                  <a:pt x="423761" y="13309"/>
                  <a:pt x="420989" y="8931"/>
                </a:cubicBezTo>
                <a:cubicBezTo>
                  <a:pt x="419179" y="6032"/>
                  <a:pt x="416916" y="4582"/>
                  <a:pt x="414200" y="4582"/>
                </a:cubicBezTo>
                <a:moveTo>
                  <a:pt x="497787" y="60590"/>
                </a:moveTo>
                <a:cubicBezTo>
                  <a:pt x="501804" y="60590"/>
                  <a:pt x="505807" y="61865"/>
                  <a:pt x="509795" y="64414"/>
                </a:cubicBezTo>
                <a:cubicBezTo>
                  <a:pt x="513783" y="66963"/>
                  <a:pt x="516867" y="70674"/>
                  <a:pt x="519045" y="75546"/>
                </a:cubicBezTo>
                <a:cubicBezTo>
                  <a:pt x="521223" y="80417"/>
                  <a:pt x="522312" y="85770"/>
                  <a:pt x="522312" y="91606"/>
                </a:cubicBezTo>
                <a:cubicBezTo>
                  <a:pt x="522312" y="101634"/>
                  <a:pt x="519907" y="109296"/>
                  <a:pt x="515099" y="114593"/>
                </a:cubicBezTo>
                <a:cubicBezTo>
                  <a:pt x="510290" y="119889"/>
                  <a:pt x="504604" y="122538"/>
                  <a:pt x="498042" y="122538"/>
                </a:cubicBezTo>
                <a:cubicBezTo>
                  <a:pt x="493912" y="122538"/>
                  <a:pt x="489910" y="121263"/>
                  <a:pt x="486034" y="118714"/>
                </a:cubicBezTo>
                <a:cubicBezTo>
                  <a:pt x="482159" y="116164"/>
                  <a:pt x="479104" y="112525"/>
                  <a:pt x="476869" y="107796"/>
                </a:cubicBezTo>
                <a:cubicBezTo>
                  <a:pt x="474635" y="103065"/>
                  <a:pt x="473517" y="97668"/>
                  <a:pt x="473517" y="91606"/>
                </a:cubicBezTo>
                <a:cubicBezTo>
                  <a:pt x="473517" y="85657"/>
                  <a:pt x="474635" y="80219"/>
                  <a:pt x="476869" y="75292"/>
                </a:cubicBezTo>
                <a:cubicBezTo>
                  <a:pt x="479104" y="70363"/>
                  <a:pt x="482159" y="66680"/>
                  <a:pt x="486034" y="64244"/>
                </a:cubicBezTo>
                <a:cubicBezTo>
                  <a:pt x="489910" y="61808"/>
                  <a:pt x="493827" y="60590"/>
                  <a:pt x="497787" y="60590"/>
                </a:cubicBezTo>
                <a:moveTo>
                  <a:pt x="497872" y="65172"/>
                </a:moveTo>
                <a:cubicBezTo>
                  <a:pt x="495157" y="65172"/>
                  <a:pt x="492809" y="66705"/>
                  <a:pt x="490829" y="69771"/>
                </a:cubicBezTo>
                <a:cubicBezTo>
                  <a:pt x="488283" y="73743"/>
                  <a:pt x="487010" y="81263"/>
                  <a:pt x="487010" y="92330"/>
                </a:cubicBezTo>
                <a:cubicBezTo>
                  <a:pt x="487010" y="102489"/>
                  <a:pt x="488311" y="109583"/>
                  <a:pt x="490914" y="113614"/>
                </a:cubicBezTo>
                <a:cubicBezTo>
                  <a:pt x="492837" y="116508"/>
                  <a:pt x="495157" y="117955"/>
                  <a:pt x="497872" y="117955"/>
                </a:cubicBezTo>
                <a:cubicBezTo>
                  <a:pt x="500475" y="117955"/>
                  <a:pt x="502794" y="116394"/>
                  <a:pt x="504831" y="113272"/>
                </a:cubicBezTo>
                <a:cubicBezTo>
                  <a:pt x="507546" y="109130"/>
                  <a:pt x="508904" y="102007"/>
                  <a:pt x="508904" y="91903"/>
                </a:cubicBezTo>
                <a:cubicBezTo>
                  <a:pt x="508904" y="81234"/>
                  <a:pt x="507546" y="73771"/>
                  <a:pt x="504831" y="69513"/>
                </a:cubicBezTo>
                <a:cubicBezTo>
                  <a:pt x="502964" y="66619"/>
                  <a:pt x="500644" y="65172"/>
                  <a:pt x="497872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95EB2-7A72-44DD-8A9C-014A8D50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7591002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9A458-1171-41BF-A9DA-C3D63AF0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7591002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00" name="Text 5,4.0%">
            <a:extLst xmlns:a="http://schemas.openxmlformats.org/drawingml/2006/main">
              <a:ext uri="{FF2B5EF4-FFF2-40B4-BE49-F238E27FC236}">
                <a16:creationId xmlns:a16="http://schemas.microsoft.com/office/drawing/2014/main" id="{0461F90D-D254-4145-9D85-65A71DAB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422" y="7679362"/>
            <a:ext cx="521464" cy="146807"/>
          </a:xfrm>
          <a:custGeom xmlns:a="http://schemas.openxmlformats.org/drawingml/2006/main">
            <a:pathLst>
              <a:path w="521464" h="146807">
                <a:moveTo>
                  <a:pt x="67124" y="2716"/>
                </a:moveTo>
                <a:lnTo>
                  <a:pt x="60505" y="17311"/>
                </a:lnTo>
                <a:lnTo>
                  <a:pt x="25882" y="17311"/>
                </a:lnTo>
                <a:lnTo>
                  <a:pt x="18330" y="32586"/>
                </a:lnTo>
                <a:cubicBezTo>
                  <a:pt x="33322" y="34793"/>
                  <a:pt x="45202" y="40365"/>
                  <a:pt x="53971" y="49304"/>
                </a:cubicBezTo>
                <a:cubicBezTo>
                  <a:pt x="61495" y="56998"/>
                  <a:pt x="65257" y="66049"/>
                  <a:pt x="65257" y="76459"/>
                </a:cubicBezTo>
                <a:cubicBezTo>
                  <a:pt x="65257" y="82512"/>
                  <a:pt x="64027" y="88113"/>
                  <a:pt x="61566" y="93261"/>
                </a:cubicBezTo>
                <a:cubicBezTo>
                  <a:pt x="59105" y="98409"/>
                  <a:pt x="56007" y="102794"/>
                  <a:pt x="52274" y="106414"/>
                </a:cubicBezTo>
                <a:cubicBezTo>
                  <a:pt x="48540" y="110035"/>
                  <a:pt x="44382" y="112948"/>
                  <a:pt x="39799" y="115155"/>
                </a:cubicBezTo>
                <a:cubicBezTo>
                  <a:pt x="33293" y="118266"/>
                  <a:pt x="26618" y="119822"/>
                  <a:pt x="19772" y="119822"/>
                </a:cubicBezTo>
                <a:cubicBezTo>
                  <a:pt x="12870" y="119822"/>
                  <a:pt x="7850" y="118648"/>
                  <a:pt x="4710" y="116300"/>
                </a:cubicBezTo>
                <a:cubicBezTo>
                  <a:pt x="1570" y="113953"/>
                  <a:pt x="0" y="111364"/>
                  <a:pt x="0" y="108536"/>
                </a:cubicBezTo>
                <a:cubicBezTo>
                  <a:pt x="0" y="106952"/>
                  <a:pt x="651" y="105551"/>
                  <a:pt x="1952" y="104335"/>
                </a:cubicBezTo>
                <a:cubicBezTo>
                  <a:pt x="3253" y="103119"/>
                  <a:pt x="4894" y="102511"/>
                  <a:pt x="6874" y="102511"/>
                </a:cubicBezTo>
                <a:cubicBezTo>
                  <a:pt x="8345" y="102511"/>
                  <a:pt x="9632" y="102737"/>
                  <a:pt x="10735" y="103190"/>
                </a:cubicBezTo>
                <a:cubicBezTo>
                  <a:pt x="11838" y="103642"/>
                  <a:pt x="13719" y="104802"/>
                  <a:pt x="16378" y="106669"/>
                </a:cubicBezTo>
                <a:cubicBezTo>
                  <a:pt x="20621" y="109611"/>
                  <a:pt x="24920" y="111081"/>
                  <a:pt x="29277" y="111081"/>
                </a:cubicBezTo>
                <a:cubicBezTo>
                  <a:pt x="35896" y="111081"/>
                  <a:pt x="41709" y="108578"/>
                  <a:pt x="46715" y="103571"/>
                </a:cubicBezTo>
                <a:cubicBezTo>
                  <a:pt x="51722" y="98565"/>
                  <a:pt x="54225" y="92469"/>
                  <a:pt x="54225" y="85284"/>
                </a:cubicBezTo>
                <a:cubicBezTo>
                  <a:pt x="54225" y="78326"/>
                  <a:pt x="51991" y="71834"/>
                  <a:pt x="47521" y="65809"/>
                </a:cubicBezTo>
                <a:cubicBezTo>
                  <a:pt x="43052" y="59784"/>
                  <a:pt x="36886" y="55131"/>
                  <a:pt x="29022" y="51849"/>
                </a:cubicBezTo>
                <a:cubicBezTo>
                  <a:pt x="22856" y="49304"/>
                  <a:pt x="14454" y="47833"/>
                  <a:pt x="3819" y="47437"/>
                </a:cubicBezTo>
                <a:lnTo>
                  <a:pt x="25882" y="2716"/>
                </a:lnTo>
                <a:lnTo>
                  <a:pt x="67124" y="2716"/>
                </a:lnTo>
                <a:close/>
                <a:moveTo>
                  <a:pt x="87915" y="146807"/>
                </a:moveTo>
                <a:lnTo>
                  <a:pt x="87915" y="143074"/>
                </a:lnTo>
                <a:cubicBezTo>
                  <a:pt x="93742" y="141143"/>
                  <a:pt x="98254" y="138147"/>
                  <a:pt x="101450" y="134086"/>
                </a:cubicBezTo>
                <a:cubicBezTo>
                  <a:pt x="104646" y="130027"/>
                  <a:pt x="106245" y="125726"/>
                  <a:pt x="106245" y="121182"/>
                </a:cubicBezTo>
                <a:cubicBezTo>
                  <a:pt x="106245" y="120106"/>
                  <a:pt x="105990" y="119200"/>
                  <a:pt x="105481" y="118464"/>
                </a:cubicBezTo>
                <a:cubicBezTo>
                  <a:pt x="105085" y="117955"/>
                  <a:pt x="104689" y="117701"/>
                  <a:pt x="104293" y="117701"/>
                </a:cubicBezTo>
                <a:cubicBezTo>
                  <a:pt x="103671" y="117701"/>
                  <a:pt x="102313" y="118266"/>
                  <a:pt x="100220" y="119398"/>
                </a:cubicBezTo>
                <a:cubicBezTo>
                  <a:pt x="99201" y="119907"/>
                  <a:pt x="98126" y="120161"/>
                  <a:pt x="96995" y="120161"/>
                </a:cubicBezTo>
                <a:cubicBezTo>
                  <a:pt x="94223" y="120161"/>
                  <a:pt x="92016" y="119341"/>
                  <a:pt x="90376" y="117701"/>
                </a:cubicBezTo>
                <a:cubicBezTo>
                  <a:pt x="88735" y="116060"/>
                  <a:pt x="87915" y="113797"/>
                  <a:pt x="87915" y="110912"/>
                </a:cubicBezTo>
                <a:cubicBezTo>
                  <a:pt x="87915" y="108140"/>
                  <a:pt x="88976" y="105764"/>
                  <a:pt x="91097" y="103784"/>
                </a:cubicBezTo>
                <a:cubicBezTo>
                  <a:pt x="93219" y="101803"/>
                  <a:pt x="95807" y="100813"/>
                  <a:pt x="98862" y="100813"/>
                </a:cubicBezTo>
                <a:cubicBezTo>
                  <a:pt x="102596" y="100813"/>
                  <a:pt x="105919" y="102443"/>
                  <a:pt x="108833" y="105704"/>
                </a:cubicBezTo>
                <a:cubicBezTo>
                  <a:pt x="111746" y="108962"/>
                  <a:pt x="113203" y="113283"/>
                  <a:pt x="113203" y="118666"/>
                </a:cubicBezTo>
                <a:cubicBezTo>
                  <a:pt x="113203" y="124505"/>
                  <a:pt x="111181" y="129933"/>
                  <a:pt x="107136" y="134948"/>
                </a:cubicBezTo>
                <a:cubicBezTo>
                  <a:pt x="103091" y="139964"/>
                  <a:pt x="96684" y="143917"/>
                  <a:pt x="87915" y="146807"/>
                </a:cubicBezTo>
                <a:close/>
                <a:moveTo>
                  <a:pt x="246348" y="75356"/>
                </a:moveTo>
                <a:lnTo>
                  <a:pt x="246348" y="87406"/>
                </a:lnTo>
                <a:lnTo>
                  <a:pt x="230904" y="87406"/>
                </a:lnTo>
                <a:lnTo>
                  <a:pt x="230904" y="117785"/>
                </a:lnTo>
                <a:lnTo>
                  <a:pt x="216902" y="117785"/>
                </a:lnTo>
                <a:lnTo>
                  <a:pt x="216902" y="87406"/>
                </a:lnTo>
                <a:lnTo>
                  <a:pt x="168192" y="87406"/>
                </a:lnTo>
                <a:lnTo>
                  <a:pt x="168192" y="76544"/>
                </a:lnTo>
                <a:lnTo>
                  <a:pt x="221569" y="339"/>
                </a:lnTo>
                <a:lnTo>
                  <a:pt x="230904" y="339"/>
                </a:lnTo>
                <a:lnTo>
                  <a:pt x="230904" y="75356"/>
                </a:lnTo>
                <a:lnTo>
                  <a:pt x="246348" y="75356"/>
                </a:lnTo>
                <a:moveTo>
                  <a:pt x="216902" y="75356"/>
                </a:moveTo>
                <a:lnTo>
                  <a:pt x="216902" y="18245"/>
                </a:lnTo>
                <a:lnTo>
                  <a:pt x="176509" y="75356"/>
                </a:lnTo>
                <a:lnTo>
                  <a:pt x="216902" y="75356"/>
                </a:lnTo>
                <a:close/>
                <a:moveTo>
                  <a:pt x="274097" y="101323"/>
                </a:moveTo>
                <a:cubicBezTo>
                  <a:pt x="276756" y="101323"/>
                  <a:pt x="278991" y="102242"/>
                  <a:pt x="280801" y="104081"/>
                </a:cubicBezTo>
                <a:cubicBezTo>
                  <a:pt x="282612" y="105919"/>
                  <a:pt x="283517" y="108140"/>
                  <a:pt x="283517" y="110742"/>
                </a:cubicBezTo>
                <a:cubicBezTo>
                  <a:pt x="283517" y="113344"/>
                  <a:pt x="282597" y="115565"/>
                  <a:pt x="280759" y="117404"/>
                </a:cubicBezTo>
                <a:cubicBezTo>
                  <a:pt x="278920" y="119242"/>
                  <a:pt x="276700" y="120161"/>
                  <a:pt x="274097" y="120161"/>
                </a:cubicBezTo>
                <a:cubicBezTo>
                  <a:pt x="271495" y="120161"/>
                  <a:pt x="269274" y="119242"/>
                  <a:pt x="267436" y="117404"/>
                </a:cubicBezTo>
                <a:cubicBezTo>
                  <a:pt x="265597" y="115565"/>
                  <a:pt x="264678" y="113344"/>
                  <a:pt x="264678" y="110742"/>
                </a:cubicBezTo>
                <a:cubicBezTo>
                  <a:pt x="264678" y="108083"/>
                  <a:pt x="265597" y="105848"/>
                  <a:pt x="267436" y="104038"/>
                </a:cubicBezTo>
                <a:cubicBezTo>
                  <a:pt x="269274" y="102228"/>
                  <a:pt x="271495" y="101323"/>
                  <a:pt x="274097" y="101323"/>
                </a:cubicBezTo>
                <a:close/>
                <a:moveTo>
                  <a:pt x="302101" y="60929"/>
                </a:moveTo>
                <a:cubicBezTo>
                  <a:pt x="302101" y="47804"/>
                  <a:pt x="304081" y="36504"/>
                  <a:pt x="308042" y="27028"/>
                </a:cubicBezTo>
                <a:cubicBezTo>
                  <a:pt x="312002" y="17552"/>
                  <a:pt x="317263" y="10494"/>
                  <a:pt x="323825" y="5855"/>
                </a:cubicBezTo>
                <a:cubicBezTo>
                  <a:pt x="328917" y="2178"/>
                  <a:pt x="334178" y="339"/>
                  <a:pt x="339609" y="339"/>
                </a:cubicBezTo>
                <a:cubicBezTo>
                  <a:pt x="348435" y="339"/>
                  <a:pt x="356355" y="4837"/>
                  <a:pt x="363370" y="13832"/>
                </a:cubicBezTo>
                <a:cubicBezTo>
                  <a:pt x="372139" y="24977"/>
                  <a:pt x="376523" y="40082"/>
                  <a:pt x="376523" y="59147"/>
                </a:cubicBezTo>
                <a:cubicBezTo>
                  <a:pt x="376523" y="72499"/>
                  <a:pt x="374600" y="83841"/>
                  <a:pt x="370753" y="93176"/>
                </a:cubicBezTo>
                <a:cubicBezTo>
                  <a:pt x="366906" y="102511"/>
                  <a:pt x="361998" y="109285"/>
                  <a:pt x="356030" y="113500"/>
                </a:cubicBezTo>
                <a:cubicBezTo>
                  <a:pt x="350061" y="117715"/>
                  <a:pt x="344305" y="119822"/>
                  <a:pt x="338761" y="119822"/>
                </a:cubicBezTo>
                <a:cubicBezTo>
                  <a:pt x="327786" y="119822"/>
                  <a:pt x="318649" y="113344"/>
                  <a:pt x="311351" y="100389"/>
                </a:cubicBezTo>
                <a:cubicBezTo>
                  <a:pt x="305185" y="89471"/>
                  <a:pt x="302101" y="76317"/>
                  <a:pt x="302101" y="60929"/>
                </a:cubicBezTo>
                <a:moveTo>
                  <a:pt x="318734" y="63096"/>
                </a:moveTo>
                <a:cubicBezTo>
                  <a:pt x="318734" y="78949"/>
                  <a:pt x="320686" y="91885"/>
                  <a:pt x="324589" y="101906"/>
                </a:cubicBezTo>
                <a:cubicBezTo>
                  <a:pt x="327814" y="110343"/>
                  <a:pt x="332623" y="114561"/>
                  <a:pt x="339015" y="114561"/>
                </a:cubicBezTo>
                <a:cubicBezTo>
                  <a:pt x="342070" y="114561"/>
                  <a:pt x="345238" y="113188"/>
                  <a:pt x="348520" y="110442"/>
                </a:cubicBezTo>
                <a:cubicBezTo>
                  <a:pt x="351801" y="107697"/>
                  <a:pt x="354290" y="103097"/>
                  <a:pt x="355987" y="96642"/>
                </a:cubicBezTo>
                <a:cubicBezTo>
                  <a:pt x="358590" y="86903"/>
                  <a:pt x="359891" y="73173"/>
                  <a:pt x="359891" y="55453"/>
                </a:cubicBezTo>
                <a:cubicBezTo>
                  <a:pt x="359891" y="42318"/>
                  <a:pt x="358533" y="31362"/>
                  <a:pt x="355818" y="22586"/>
                </a:cubicBezTo>
                <a:cubicBezTo>
                  <a:pt x="353781" y="16075"/>
                  <a:pt x="351150" y="11460"/>
                  <a:pt x="347926" y="8743"/>
                </a:cubicBezTo>
                <a:cubicBezTo>
                  <a:pt x="345606" y="6875"/>
                  <a:pt x="342806" y="5940"/>
                  <a:pt x="339525" y="5940"/>
                </a:cubicBezTo>
                <a:cubicBezTo>
                  <a:pt x="335678" y="5940"/>
                  <a:pt x="332255" y="7667"/>
                  <a:pt x="329257" y="11122"/>
                </a:cubicBezTo>
                <a:cubicBezTo>
                  <a:pt x="325183" y="15821"/>
                  <a:pt x="322411" y="23210"/>
                  <a:pt x="320940" y="33289"/>
                </a:cubicBezTo>
                <a:cubicBezTo>
                  <a:pt x="319469" y="43366"/>
                  <a:pt x="318734" y="53302"/>
                  <a:pt x="318734" y="63096"/>
                </a:cubicBezTo>
                <a:close/>
                <a:moveTo>
                  <a:pt x="500843" y="0"/>
                </a:moveTo>
                <a:lnTo>
                  <a:pt x="417001" y="122538"/>
                </a:lnTo>
                <a:lnTo>
                  <a:pt x="409449" y="122538"/>
                </a:lnTo>
                <a:lnTo>
                  <a:pt x="493290" y="0"/>
                </a:lnTo>
                <a:lnTo>
                  <a:pt x="500843" y="0"/>
                </a:lnTo>
                <a:moveTo>
                  <a:pt x="413607" y="0"/>
                </a:moveTo>
                <a:cubicBezTo>
                  <a:pt x="421244" y="0"/>
                  <a:pt x="427170" y="3173"/>
                  <a:pt x="431385" y="9518"/>
                </a:cubicBezTo>
                <a:cubicBezTo>
                  <a:pt x="435600" y="15863"/>
                  <a:pt x="437707" y="23142"/>
                  <a:pt x="437707" y="31356"/>
                </a:cubicBezTo>
                <a:cubicBezTo>
                  <a:pt x="437707" y="41214"/>
                  <a:pt x="435331" y="48833"/>
                  <a:pt x="430579" y="54215"/>
                </a:cubicBezTo>
                <a:cubicBezTo>
                  <a:pt x="425827" y="59596"/>
                  <a:pt x="420113" y="62287"/>
                  <a:pt x="413437" y="62287"/>
                </a:cubicBezTo>
                <a:cubicBezTo>
                  <a:pt x="408968" y="62287"/>
                  <a:pt x="404866" y="61055"/>
                  <a:pt x="401132" y="58590"/>
                </a:cubicBezTo>
                <a:cubicBezTo>
                  <a:pt x="397399" y="56126"/>
                  <a:pt x="394414" y="52458"/>
                  <a:pt x="392180" y="47588"/>
                </a:cubicBezTo>
                <a:cubicBezTo>
                  <a:pt x="389945" y="42715"/>
                  <a:pt x="388828" y="37305"/>
                  <a:pt x="388828" y="31356"/>
                </a:cubicBezTo>
                <a:cubicBezTo>
                  <a:pt x="388828" y="25408"/>
                  <a:pt x="389959" y="19928"/>
                  <a:pt x="392222" y="14914"/>
                </a:cubicBezTo>
                <a:cubicBezTo>
                  <a:pt x="394485" y="9900"/>
                  <a:pt x="397582" y="6161"/>
                  <a:pt x="401514" y="3697"/>
                </a:cubicBezTo>
                <a:cubicBezTo>
                  <a:pt x="405446" y="1232"/>
                  <a:pt x="409477" y="0"/>
                  <a:pt x="413607" y="0"/>
                </a:cubicBezTo>
                <a:moveTo>
                  <a:pt x="413352" y="4582"/>
                </a:moveTo>
                <a:cubicBezTo>
                  <a:pt x="410467" y="4582"/>
                  <a:pt x="407907" y="6288"/>
                  <a:pt x="405672" y="9698"/>
                </a:cubicBezTo>
                <a:cubicBezTo>
                  <a:pt x="403438" y="13108"/>
                  <a:pt x="402320" y="20271"/>
                  <a:pt x="402320" y="31186"/>
                </a:cubicBezTo>
                <a:cubicBezTo>
                  <a:pt x="402320" y="39087"/>
                  <a:pt x="402943" y="45112"/>
                  <a:pt x="404187" y="49261"/>
                </a:cubicBezTo>
                <a:cubicBezTo>
                  <a:pt x="405149" y="52389"/>
                  <a:pt x="406648" y="54804"/>
                  <a:pt x="408685" y="56509"/>
                </a:cubicBezTo>
                <a:cubicBezTo>
                  <a:pt x="409873" y="57532"/>
                  <a:pt x="411344" y="58044"/>
                  <a:pt x="413098" y="58044"/>
                </a:cubicBezTo>
                <a:cubicBezTo>
                  <a:pt x="415813" y="58044"/>
                  <a:pt x="418133" y="56566"/>
                  <a:pt x="420056" y="53610"/>
                </a:cubicBezTo>
                <a:cubicBezTo>
                  <a:pt x="422885" y="49233"/>
                  <a:pt x="424299" y="41929"/>
                  <a:pt x="424299" y="31698"/>
                </a:cubicBezTo>
                <a:cubicBezTo>
                  <a:pt x="424299" y="20898"/>
                  <a:pt x="422913" y="13309"/>
                  <a:pt x="420141" y="8931"/>
                </a:cubicBezTo>
                <a:cubicBezTo>
                  <a:pt x="418331" y="6032"/>
                  <a:pt x="416068" y="4582"/>
                  <a:pt x="413352" y="4582"/>
                </a:cubicBezTo>
                <a:moveTo>
                  <a:pt x="496939" y="60590"/>
                </a:moveTo>
                <a:cubicBezTo>
                  <a:pt x="500956" y="60590"/>
                  <a:pt x="504958" y="61865"/>
                  <a:pt x="508947" y="64414"/>
                </a:cubicBezTo>
                <a:cubicBezTo>
                  <a:pt x="512935" y="66963"/>
                  <a:pt x="516018" y="70674"/>
                  <a:pt x="518196" y="75546"/>
                </a:cubicBezTo>
                <a:cubicBezTo>
                  <a:pt x="520375" y="80417"/>
                  <a:pt x="521464" y="85770"/>
                  <a:pt x="521464" y="91606"/>
                </a:cubicBezTo>
                <a:cubicBezTo>
                  <a:pt x="521464" y="101634"/>
                  <a:pt x="519059" y="109296"/>
                  <a:pt x="514250" y="114593"/>
                </a:cubicBezTo>
                <a:cubicBezTo>
                  <a:pt x="509442" y="119889"/>
                  <a:pt x="503756" y="122538"/>
                  <a:pt x="497194" y="122538"/>
                </a:cubicBezTo>
                <a:cubicBezTo>
                  <a:pt x="493064" y="122538"/>
                  <a:pt x="489061" y="121263"/>
                  <a:pt x="485186" y="118714"/>
                </a:cubicBezTo>
                <a:cubicBezTo>
                  <a:pt x="481311" y="116164"/>
                  <a:pt x="478256" y="112525"/>
                  <a:pt x="476021" y="107796"/>
                </a:cubicBezTo>
                <a:cubicBezTo>
                  <a:pt x="473786" y="103065"/>
                  <a:pt x="472669" y="97668"/>
                  <a:pt x="472669" y="91606"/>
                </a:cubicBezTo>
                <a:cubicBezTo>
                  <a:pt x="472669" y="85657"/>
                  <a:pt x="473786" y="80219"/>
                  <a:pt x="476021" y="75292"/>
                </a:cubicBezTo>
                <a:cubicBezTo>
                  <a:pt x="478256" y="70363"/>
                  <a:pt x="481311" y="66680"/>
                  <a:pt x="485186" y="64244"/>
                </a:cubicBezTo>
                <a:cubicBezTo>
                  <a:pt x="489061" y="61808"/>
                  <a:pt x="492979" y="60590"/>
                  <a:pt x="496939" y="60590"/>
                </a:cubicBezTo>
                <a:moveTo>
                  <a:pt x="497024" y="65172"/>
                </a:moveTo>
                <a:cubicBezTo>
                  <a:pt x="494308" y="65172"/>
                  <a:pt x="491961" y="66705"/>
                  <a:pt x="489981" y="69771"/>
                </a:cubicBezTo>
                <a:cubicBezTo>
                  <a:pt x="487435" y="73743"/>
                  <a:pt x="486162" y="81263"/>
                  <a:pt x="486162" y="92330"/>
                </a:cubicBezTo>
                <a:cubicBezTo>
                  <a:pt x="486162" y="102489"/>
                  <a:pt x="487463" y="109583"/>
                  <a:pt x="490065" y="113614"/>
                </a:cubicBezTo>
                <a:cubicBezTo>
                  <a:pt x="491989" y="116508"/>
                  <a:pt x="494308" y="117955"/>
                  <a:pt x="497024" y="117955"/>
                </a:cubicBezTo>
                <a:cubicBezTo>
                  <a:pt x="499626" y="117955"/>
                  <a:pt x="501946" y="116394"/>
                  <a:pt x="503982" y="113272"/>
                </a:cubicBezTo>
                <a:cubicBezTo>
                  <a:pt x="506698" y="109130"/>
                  <a:pt x="508056" y="102007"/>
                  <a:pt x="508056" y="91903"/>
                </a:cubicBezTo>
                <a:cubicBezTo>
                  <a:pt x="508056" y="81234"/>
                  <a:pt x="506698" y="73771"/>
                  <a:pt x="503982" y="69513"/>
                </a:cubicBezTo>
                <a:cubicBezTo>
                  <a:pt x="502116" y="66619"/>
                  <a:pt x="499796" y="65172"/>
                  <a:pt x="497024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97551-41E7-406A-85F1-6D406E9D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7162135"/>
            <a:ext cx="802121" cy="401061"/>
          </a:xfrm>
          <a:custGeom xmlns:a="http://schemas.openxmlformats.org/drawingml/2006/main">
            <a:pathLst>
              <a:path w="802121" h="401061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347586"/>
                </a:lnTo>
                <a:cubicBezTo>
                  <a:pt x="772576" y="347586"/>
                  <a:pt x="748646" y="371516"/>
                  <a:pt x="748646" y="401061"/>
                </a:cubicBezTo>
                <a:lnTo>
                  <a:pt x="53475" y="401061"/>
                </a:lnTo>
                <a:cubicBezTo>
                  <a:pt x="53475" y="371516"/>
                  <a:pt x="29545" y="347586"/>
                  <a:pt x="0" y="347586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50916-41FF-45DF-9123-27054E01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7162135"/>
            <a:ext cx="802121" cy="401061"/>
          </a:xfrm>
          <a:custGeom xmlns:a="http://schemas.openxmlformats.org/drawingml/2006/main">
            <a:pathLst>
              <a:path w="802121" h="401061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347586"/>
                </a:lnTo>
                <a:cubicBezTo>
                  <a:pt x="772576" y="347586"/>
                  <a:pt x="748646" y="371516"/>
                  <a:pt x="748646" y="401061"/>
                </a:cubicBezTo>
                <a:lnTo>
                  <a:pt x="53475" y="401061"/>
                </a:lnTo>
                <a:cubicBezTo>
                  <a:pt x="53475" y="371516"/>
                  <a:pt x="29545" y="347586"/>
                  <a:pt x="0" y="347586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03" name="Text 4,3.3%">
            <a:extLst xmlns:a="http://schemas.openxmlformats.org/drawingml/2006/main">
              <a:ext uri="{FF2B5EF4-FFF2-40B4-BE49-F238E27FC236}">
                <a16:creationId xmlns:a16="http://schemas.microsoft.com/office/drawing/2014/main" id="{7EF8F8EE-05C2-4AA7-8364-2EE194AF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098" y="7318407"/>
            <a:ext cx="527064" cy="146807"/>
          </a:xfrm>
          <a:custGeom xmlns:a="http://schemas.openxmlformats.org/drawingml/2006/main">
            <a:pathLst>
              <a:path w="527064" h="146807">
                <a:moveTo>
                  <a:pt x="78156" y="75356"/>
                </a:moveTo>
                <a:lnTo>
                  <a:pt x="78156" y="87406"/>
                </a:lnTo>
                <a:lnTo>
                  <a:pt x="62711" y="87406"/>
                </a:lnTo>
                <a:lnTo>
                  <a:pt x="62711" y="117785"/>
                </a:lnTo>
                <a:lnTo>
                  <a:pt x="48710" y="117785"/>
                </a:lnTo>
                <a:lnTo>
                  <a:pt x="48710" y="87406"/>
                </a:lnTo>
                <a:lnTo>
                  <a:pt x="0" y="87406"/>
                </a:lnTo>
                <a:lnTo>
                  <a:pt x="0" y="76544"/>
                </a:lnTo>
                <a:lnTo>
                  <a:pt x="53377" y="339"/>
                </a:lnTo>
                <a:lnTo>
                  <a:pt x="62711" y="339"/>
                </a:lnTo>
                <a:lnTo>
                  <a:pt x="62711" y="75356"/>
                </a:lnTo>
                <a:lnTo>
                  <a:pt x="78156" y="75356"/>
                </a:lnTo>
                <a:moveTo>
                  <a:pt x="48710" y="75356"/>
                </a:moveTo>
                <a:lnTo>
                  <a:pt x="48710" y="18245"/>
                </a:lnTo>
                <a:lnTo>
                  <a:pt x="8316" y="75356"/>
                </a:lnTo>
                <a:lnTo>
                  <a:pt x="48710" y="75356"/>
                </a:lnTo>
                <a:close/>
                <a:moveTo>
                  <a:pt x="93515" y="146807"/>
                </a:moveTo>
                <a:lnTo>
                  <a:pt x="93515" y="143074"/>
                </a:lnTo>
                <a:cubicBezTo>
                  <a:pt x="99342" y="141143"/>
                  <a:pt x="103854" y="138147"/>
                  <a:pt x="107050" y="134086"/>
                </a:cubicBezTo>
                <a:cubicBezTo>
                  <a:pt x="110247" y="130027"/>
                  <a:pt x="111845" y="125726"/>
                  <a:pt x="111845" y="121182"/>
                </a:cubicBezTo>
                <a:cubicBezTo>
                  <a:pt x="111845" y="120106"/>
                  <a:pt x="111590" y="119200"/>
                  <a:pt x="111081" y="118464"/>
                </a:cubicBezTo>
                <a:cubicBezTo>
                  <a:pt x="110685" y="117955"/>
                  <a:pt x="110289" y="117701"/>
                  <a:pt x="109893" y="117701"/>
                </a:cubicBezTo>
                <a:cubicBezTo>
                  <a:pt x="109271" y="117701"/>
                  <a:pt x="107913" y="118266"/>
                  <a:pt x="105820" y="119398"/>
                </a:cubicBezTo>
                <a:cubicBezTo>
                  <a:pt x="104801" y="119907"/>
                  <a:pt x="103727" y="120161"/>
                  <a:pt x="102595" y="120161"/>
                </a:cubicBezTo>
                <a:cubicBezTo>
                  <a:pt x="99823" y="120161"/>
                  <a:pt x="97617" y="119341"/>
                  <a:pt x="95976" y="117701"/>
                </a:cubicBezTo>
                <a:cubicBezTo>
                  <a:pt x="94335" y="116060"/>
                  <a:pt x="93515" y="113797"/>
                  <a:pt x="93515" y="110912"/>
                </a:cubicBezTo>
                <a:cubicBezTo>
                  <a:pt x="93515" y="108140"/>
                  <a:pt x="94576" y="105764"/>
                  <a:pt x="96697" y="103784"/>
                </a:cubicBezTo>
                <a:cubicBezTo>
                  <a:pt x="98819" y="101803"/>
                  <a:pt x="101407" y="100813"/>
                  <a:pt x="104462" y="100813"/>
                </a:cubicBezTo>
                <a:cubicBezTo>
                  <a:pt x="108196" y="100813"/>
                  <a:pt x="111519" y="102443"/>
                  <a:pt x="114433" y="105704"/>
                </a:cubicBezTo>
                <a:cubicBezTo>
                  <a:pt x="117347" y="108962"/>
                  <a:pt x="118803" y="113283"/>
                  <a:pt x="118803" y="118666"/>
                </a:cubicBezTo>
                <a:cubicBezTo>
                  <a:pt x="118803" y="124505"/>
                  <a:pt x="116781" y="129933"/>
                  <a:pt x="112736" y="134948"/>
                </a:cubicBezTo>
                <a:cubicBezTo>
                  <a:pt x="108691" y="139964"/>
                  <a:pt x="102284" y="143917"/>
                  <a:pt x="93515" y="146807"/>
                </a:cubicBezTo>
                <a:close/>
                <a:moveTo>
                  <a:pt x="179902" y="24524"/>
                </a:moveTo>
                <a:cubicBezTo>
                  <a:pt x="183184" y="16774"/>
                  <a:pt x="187328" y="10805"/>
                  <a:pt x="192334" y="6619"/>
                </a:cubicBezTo>
                <a:cubicBezTo>
                  <a:pt x="197341" y="2433"/>
                  <a:pt x="203578" y="339"/>
                  <a:pt x="211046" y="339"/>
                </a:cubicBezTo>
                <a:cubicBezTo>
                  <a:pt x="220267" y="339"/>
                  <a:pt x="227339" y="3333"/>
                  <a:pt x="232261" y="9321"/>
                </a:cubicBezTo>
                <a:cubicBezTo>
                  <a:pt x="235995" y="13785"/>
                  <a:pt x="237862" y="18560"/>
                  <a:pt x="237862" y="23644"/>
                </a:cubicBezTo>
                <a:cubicBezTo>
                  <a:pt x="237862" y="32005"/>
                  <a:pt x="232600" y="40648"/>
                  <a:pt x="222078" y="49574"/>
                </a:cubicBezTo>
                <a:cubicBezTo>
                  <a:pt x="229149" y="52350"/>
                  <a:pt x="234496" y="56314"/>
                  <a:pt x="238116" y="61468"/>
                </a:cubicBezTo>
                <a:cubicBezTo>
                  <a:pt x="241737" y="66619"/>
                  <a:pt x="243547" y="72678"/>
                  <a:pt x="243547" y="79644"/>
                </a:cubicBezTo>
                <a:cubicBezTo>
                  <a:pt x="243547" y="89611"/>
                  <a:pt x="240379" y="98247"/>
                  <a:pt x="234043" y="105552"/>
                </a:cubicBezTo>
                <a:cubicBezTo>
                  <a:pt x="225783" y="115065"/>
                  <a:pt x="213818" y="119822"/>
                  <a:pt x="198147" y="119822"/>
                </a:cubicBezTo>
                <a:cubicBezTo>
                  <a:pt x="190397" y="119822"/>
                  <a:pt x="185121" y="118860"/>
                  <a:pt x="182321" y="116937"/>
                </a:cubicBezTo>
                <a:cubicBezTo>
                  <a:pt x="179521" y="115013"/>
                  <a:pt x="178120" y="112948"/>
                  <a:pt x="178120" y="110742"/>
                </a:cubicBezTo>
                <a:cubicBezTo>
                  <a:pt x="178120" y="109101"/>
                  <a:pt x="178785" y="107659"/>
                  <a:pt x="180115" y="106414"/>
                </a:cubicBezTo>
                <a:cubicBezTo>
                  <a:pt x="181444" y="105170"/>
                  <a:pt x="183042" y="104547"/>
                  <a:pt x="184909" y="104547"/>
                </a:cubicBezTo>
                <a:cubicBezTo>
                  <a:pt x="186324" y="104547"/>
                  <a:pt x="187766" y="104774"/>
                  <a:pt x="189237" y="105226"/>
                </a:cubicBezTo>
                <a:cubicBezTo>
                  <a:pt x="190199" y="105509"/>
                  <a:pt x="192377" y="106541"/>
                  <a:pt x="195771" y="108324"/>
                </a:cubicBezTo>
                <a:cubicBezTo>
                  <a:pt x="199166" y="110106"/>
                  <a:pt x="201513" y="111166"/>
                  <a:pt x="202815" y="111506"/>
                </a:cubicBezTo>
                <a:cubicBezTo>
                  <a:pt x="204908" y="112128"/>
                  <a:pt x="207142" y="112439"/>
                  <a:pt x="209519" y="112439"/>
                </a:cubicBezTo>
                <a:cubicBezTo>
                  <a:pt x="215289" y="112439"/>
                  <a:pt x="220310" y="110201"/>
                  <a:pt x="224581" y="105725"/>
                </a:cubicBezTo>
                <a:cubicBezTo>
                  <a:pt x="228852" y="101248"/>
                  <a:pt x="230988" y="95950"/>
                  <a:pt x="230988" y="89829"/>
                </a:cubicBezTo>
                <a:cubicBezTo>
                  <a:pt x="230988" y="85353"/>
                  <a:pt x="229998" y="80990"/>
                  <a:pt x="228018" y="76740"/>
                </a:cubicBezTo>
                <a:cubicBezTo>
                  <a:pt x="226547" y="73566"/>
                  <a:pt x="224935" y="71158"/>
                  <a:pt x="223181" y="69516"/>
                </a:cubicBezTo>
                <a:cubicBezTo>
                  <a:pt x="220748" y="67248"/>
                  <a:pt x="217411" y="65194"/>
                  <a:pt x="213168" y="63353"/>
                </a:cubicBezTo>
                <a:cubicBezTo>
                  <a:pt x="208925" y="61511"/>
                  <a:pt x="204597" y="60590"/>
                  <a:pt x="200184" y="60590"/>
                </a:cubicBezTo>
                <a:lnTo>
                  <a:pt x="197468" y="60590"/>
                </a:lnTo>
                <a:lnTo>
                  <a:pt x="197468" y="58044"/>
                </a:lnTo>
                <a:cubicBezTo>
                  <a:pt x="201938" y="57478"/>
                  <a:pt x="206421" y="55866"/>
                  <a:pt x="210919" y="53207"/>
                </a:cubicBezTo>
                <a:cubicBezTo>
                  <a:pt x="215416" y="50548"/>
                  <a:pt x="218683" y="47352"/>
                  <a:pt x="220720" y="43618"/>
                </a:cubicBezTo>
                <a:cubicBezTo>
                  <a:pt x="222757" y="39884"/>
                  <a:pt x="223775" y="35783"/>
                  <a:pt x="223775" y="31313"/>
                </a:cubicBezTo>
                <a:cubicBezTo>
                  <a:pt x="223775" y="25486"/>
                  <a:pt x="221951" y="20777"/>
                  <a:pt x="218302" y="17184"/>
                </a:cubicBezTo>
                <a:cubicBezTo>
                  <a:pt x="214653" y="13592"/>
                  <a:pt x="210113" y="11796"/>
                  <a:pt x="204682" y="11796"/>
                </a:cubicBezTo>
                <a:cubicBezTo>
                  <a:pt x="195913" y="11796"/>
                  <a:pt x="188586" y="16491"/>
                  <a:pt x="182703" y="25882"/>
                </a:cubicBezTo>
                <a:lnTo>
                  <a:pt x="179902" y="24524"/>
                </a:lnTo>
                <a:close/>
                <a:moveTo>
                  <a:pt x="279698" y="101323"/>
                </a:moveTo>
                <a:cubicBezTo>
                  <a:pt x="282357" y="101323"/>
                  <a:pt x="284591" y="102242"/>
                  <a:pt x="286402" y="104081"/>
                </a:cubicBezTo>
                <a:cubicBezTo>
                  <a:pt x="288212" y="105919"/>
                  <a:pt x="289117" y="108140"/>
                  <a:pt x="289117" y="110742"/>
                </a:cubicBezTo>
                <a:cubicBezTo>
                  <a:pt x="289117" y="113344"/>
                  <a:pt x="288198" y="115565"/>
                  <a:pt x="286359" y="117404"/>
                </a:cubicBezTo>
                <a:cubicBezTo>
                  <a:pt x="284521" y="119242"/>
                  <a:pt x="282300" y="120161"/>
                  <a:pt x="279698" y="120161"/>
                </a:cubicBezTo>
                <a:cubicBezTo>
                  <a:pt x="277095" y="120161"/>
                  <a:pt x="274875" y="119242"/>
                  <a:pt x="273036" y="117404"/>
                </a:cubicBezTo>
                <a:cubicBezTo>
                  <a:pt x="271198" y="115565"/>
                  <a:pt x="270278" y="113344"/>
                  <a:pt x="270278" y="110742"/>
                </a:cubicBezTo>
                <a:cubicBezTo>
                  <a:pt x="270278" y="108083"/>
                  <a:pt x="271198" y="105848"/>
                  <a:pt x="273036" y="104038"/>
                </a:cubicBezTo>
                <a:cubicBezTo>
                  <a:pt x="274875" y="102228"/>
                  <a:pt x="277095" y="101323"/>
                  <a:pt x="279698" y="101323"/>
                </a:cubicBezTo>
                <a:close/>
                <a:moveTo>
                  <a:pt x="310247" y="24524"/>
                </a:moveTo>
                <a:cubicBezTo>
                  <a:pt x="313528" y="16774"/>
                  <a:pt x="317672" y="10805"/>
                  <a:pt x="322679" y="6619"/>
                </a:cubicBezTo>
                <a:cubicBezTo>
                  <a:pt x="327686" y="2433"/>
                  <a:pt x="333923" y="339"/>
                  <a:pt x="341391" y="339"/>
                </a:cubicBezTo>
                <a:cubicBezTo>
                  <a:pt x="350612" y="339"/>
                  <a:pt x="357684" y="3333"/>
                  <a:pt x="362606" y="9321"/>
                </a:cubicBezTo>
                <a:cubicBezTo>
                  <a:pt x="366339" y="13785"/>
                  <a:pt x="368206" y="18560"/>
                  <a:pt x="368206" y="23644"/>
                </a:cubicBezTo>
                <a:cubicBezTo>
                  <a:pt x="368206" y="32005"/>
                  <a:pt x="362945" y="40648"/>
                  <a:pt x="352422" y="49574"/>
                </a:cubicBezTo>
                <a:cubicBezTo>
                  <a:pt x="359494" y="52350"/>
                  <a:pt x="364840" y="56314"/>
                  <a:pt x="368461" y="61468"/>
                </a:cubicBezTo>
                <a:cubicBezTo>
                  <a:pt x="372082" y="66619"/>
                  <a:pt x="373892" y="72678"/>
                  <a:pt x="373892" y="79644"/>
                </a:cubicBezTo>
                <a:cubicBezTo>
                  <a:pt x="373892" y="89611"/>
                  <a:pt x="370724" y="98247"/>
                  <a:pt x="364388" y="105552"/>
                </a:cubicBezTo>
                <a:cubicBezTo>
                  <a:pt x="356128" y="115065"/>
                  <a:pt x="344163" y="119822"/>
                  <a:pt x="328492" y="119822"/>
                </a:cubicBezTo>
                <a:cubicBezTo>
                  <a:pt x="320741" y="119822"/>
                  <a:pt x="315466" y="118860"/>
                  <a:pt x="312666" y="116937"/>
                </a:cubicBezTo>
                <a:cubicBezTo>
                  <a:pt x="309865" y="115013"/>
                  <a:pt x="308465" y="112948"/>
                  <a:pt x="308465" y="110742"/>
                </a:cubicBezTo>
                <a:cubicBezTo>
                  <a:pt x="308465" y="109101"/>
                  <a:pt x="309130" y="107659"/>
                  <a:pt x="310459" y="106414"/>
                </a:cubicBezTo>
                <a:cubicBezTo>
                  <a:pt x="311789" y="105170"/>
                  <a:pt x="313387" y="104547"/>
                  <a:pt x="315254" y="104547"/>
                </a:cubicBezTo>
                <a:cubicBezTo>
                  <a:pt x="316668" y="104547"/>
                  <a:pt x="318111" y="104774"/>
                  <a:pt x="319582" y="105226"/>
                </a:cubicBezTo>
                <a:cubicBezTo>
                  <a:pt x="320543" y="105509"/>
                  <a:pt x="322721" y="106541"/>
                  <a:pt x="326116" y="108324"/>
                </a:cubicBezTo>
                <a:cubicBezTo>
                  <a:pt x="329510" y="110106"/>
                  <a:pt x="331858" y="111166"/>
                  <a:pt x="333159" y="111506"/>
                </a:cubicBezTo>
                <a:cubicBezTo>
                  <a:pt x="335252" y="112128"/>
                  <a:pt x="337487" y="112439"/>
                  <a:pt x="339863" y="112439"/>
                </a:cubicBezTo>
                <a:cubicBezTo>
                  <a:pt x="345634" y="112439"/>
                  <a:pt x="350654" y="110201"/>
                  <a:pt x="354926" y="105725"/>
                </a:cubicBezTo>
                <a:cubicBezTo>
                  <a:pt x="359197" y="101248"/>
                  <a:pt x="361333" y="95950"/>
                  <a:pt x="361333" y="89829"/>
                </a:cubicBezTo>
                <a:cubicBezTo>
                  <a:pt x="361333" y="85353"/>
                  <a:pt x="360343" y="80990"/>
                  <a:pt x="358363" y="76740"/>
                </a:cubicBezTo>
                <a:cubicBezTo>
                  <a:pt x="356892" y="73566"/>
                  <a:pt x="355279" y="71158"/>
                  <a:pt x="353526" y="69516"/>
                </a:cubicBezTo>
                <a:cubicBezTo>
                  <a:pt x="351093" y="67248"/>
                  <a:pt x="347755" y="65194"/>
                  <a:pt x="343512" y="63353"/>
                </a:cubicBezTo>
                <a:cubicBezTo>
                  <a:pt x="339269" y="61511"/>
                  <a:pt x="334941" y="60590"/>
                  <a:pt x="330529" y="60590"/>
                </a:cubicBezTo>
                <a:lnTo>
                  <a:pt x="327813" y="60590"/>
                </a:lnTo>
                <a:lnTo>
                  <a:pt x="327813" y="58044"/>
                </a:lnTo>
                <a:cubicBezTo>
                  <a:pt x="332282" y="57478"/>
                  <a:pt x="336766" y="55866"/>
                  <a:pt x="341263" y="53207"/>
                </a:cubicBezTo>
                <a:cubicBezTo>
                  <a:pt x="345761" y="50548"/>
                  <a:pt x="349028" y="47352"/>
                  <a:pt x="351065" y="43618"/>
                </a:cubicBezTo>
                <a:cubicBezTo>
                  <a:pt x="353101" y="39884"/>
                  <a:pt x="354120" y="35783"/>
                  <a:pt x="354120" y="31313"/>
                </a:cubicBezTo>
                <a:cubicBezTo>
                  <a:pt x="354120" y="25486"/>
                  <a:pt x="352295" y="20777"/>
                  <a:pt x="348646" y="17184"/>
                </a:cubicBezTo>
                <a:cubicBezTo>
                  <a:pt x="344997" y="13592"/>
                  <a:pt x="340457" y="11796"/>
                  <a:pt x="335026" y="11796"/>
                </a:cubicBezTo>
                <a:cubicBezTo>
                  <a:pt x="326257" y="11796"/>
                  <a:pt x="318931" y="16491"/>
                  <a:pt x="313047" y="25882"/>
                </a:cubicBezTo>
                <a:lnTo>
                  <a:pt x="310247" y="24524"/>
                </a:lnTo>
                <a:close/>
                <a:moveTo>
                  <a:pt x="506443" y="0"/>
                </a:moveTo>
                <a:lnTo>
                  <a:pt x="422602" y="122538"/>
                </a:lnTo>
                <a:lnTo>
                  <a:pt x="415049" y="122538"/>
                </a:lnTo>
                <a:lnTo>
                  <a:pt x="498891" y="0"/>
                </a:lnTo>
                <a:lnTo>
                  <a:pt x="506443" y="0"/>
                </a:lnTo>
                <a:moveTo>
                  <a:pt x="419207" y="0"/>
                </a:moveTo>
                <a:cubicBezTo>
                  <a:pt x="426845" y="0"/>
                  <a:pt x="432771" y="3173"/>
                  <a:pt x="436985" y="9518"/>
                </a:cubicBezTo>
                <a:cubicBezTo>
                  <a:pt x="441200" y="15863"/>
                  <a:pt x="443307" y="23142"/>
                  <a:pt x="443307" y="31356"/>
                </a:cubicBezTo>
                <a:cubicBezTo>
                  <a:pt x="443307" y="41214"/>
                  <a:pt x="440931" y="48833"/>
                  <a:pt x="436179" y="54215"/>
                </a:cubicBezTo>
                <a:cubicBezTo>
                  <a:pt x="431427" y="59596"/>
                  <a:pt x="425713" y="62287"/>
                  <a:pt x="419037" y="62287"/>
                </a:cubicBezTo>
                <a:cubicBezTo>
                  <a:pt x="414568" y="62287"/>
                  <a:pt x="410467" y="61055"/>
                  <a:pt x="406733" y="58590"/>
                </a:cubicBezTo>
                <a:cubicBezTo>
                  <a:pt x="402999" y="56126"/>
                  <a:pt x="400015" y="52458"/>
                  <a:pt x="397780" y="47588"/>
                </a:cubicBezTo>
                <a:cubicBezTo>
                  <a:pt x="395545" y="42715"/>
                  <a:pt x="394428" y="37305"/>
                  <a:pt x="394428" y="31356"/>
                </a:cubicBezTo>
                <a:cubicBezTo>
                  <a:pt x="394428" y="25408"/>
                  <a:pt x="395560" y="19928"/>
                  <a:pt x="397823" y="14914"/>
                </a:cubicBezTo>
                <a:cubicBezTo>
                  <a:pt x="400085" y="9900"/>
                  <a:pt x="403183" y="6161"/>
                  <a:pt x="407115" y="3697"/>
                </a:cubicBezTo>
                <a:cubicBezTo>
                  <a:pt x="411047" y="1232"/>
                  <a:pt x="415077" y="0"/>
                  <a:pt x="419207" y="0"/>
                </a:cubicBezTo>
                <a:moveTo>
                  <a:pt x="418953" y="4582"/>
                </a:moveTo>
                <a:cubicBezTo>
                  <a:pt x="416067" y="4582"/>
                  <a:pt x="413507" y="6288"/>
                  <a:pt x="411273" y="9698"/>
                </a:cubicBezTo>
                <a:cubicBezTo>
                  <a:pt x="409038" y="13108"/>
                  <a:pt x="407921" y="20271"/>
                  <a:pt x="407921" y="31186"/>
                </a:cubicBezTo>
                <a:cubicBezTo>
                  <a:pt x="407921" y="39087"/>
                  <a:pt x="408543" y="45112"/>
                  <a:pt x="409788" y="49261"/>
                </a:cubicBezTo>
                <a:cubicBezTo>
                  <a:pt x="410749" y="52389"/>
                  <a:pt x="412249" y="54804"/>
                  <a:pt x="414285" y="56509"/>
                </a:cubicBezTo>
                <a:cubicBezTo>
                  <a:pt x="415473" y="57532"/>
                  <a:pt x="416944" y="58044"/>
                  <a:pt x="418698" y="58044"/>
                </a:cubicBezTo>
                <a:cubicBezTo>
                  <a:pt x="421414" y="58044"/>
                  <a:pt x="423733" y="56566"/>
                  <a:pt x="425657" y="53610"/>
                </a:cubicBezTo>
                <a:cubicBezTo>
                  <a:pt x="428485" y="49233"/>
                  <a:pt x="429900" y="41929"/>
                  <a:pt x="429900" y="31698"/>
                </a:cubicBezTo>
                <a:cubicBezTo>
                  <a:pt x="429900" y="20898"/>
                  <a:pt x="428513" y="13309"/>
                  <a:pt x="425741" y="8931"/>
                </a:cubicBezTo>
                <a:cubicBezTo>
                  <a:pt x="423931" y="6032"/>
                  <a:pt x="421668" y="4582"/>
                  <a:pt x="418953" y="4582"/>
                </a:cubicBezTo>
                <a:moveTo>
                  <a:pt x="502540" y="60590"/>
                </a:moveTo>
                <a:cubicBezTo>
                  <a:pt x="506556" y="60590"/>
                  <a:pt x="510559" y="61865"/>
                  <a:pt x="514547" y="64414"/>
                </a:cubicBezTo>
                <a:cubicBezTo>
                  <a:pt x="518536" y="66963"/>
                  <a:pt x="521619" y="70674"/>
                  <a:pt x="523797" y="75546"/>
                </a:cubicBezTo>
                <a:cubicBezTo>
                  <a:pt x="525975" y="80417"/>
                  <a:pt x="527064" y="85770"/>
                  <a:pt x="527064" y="91606"/>
                </a:cubicBezTo>
                <a:cubicBezTo>
                  <a:pt x="527064" y="101634"/>
                  <a:pt x="524660" y="109296"/>
                  <a:pt x="519851" y="114593"/>
                </a:cubicBezTo>
                <a:cubicBezTo>
                  <a:pt x="515042" y="119889"/>
                  <a:pt x="509357" y="122538"/>
                  <a:pt x="502794" y="122538"/>
                </a:cubicBezTo>
                <a:cubicBezTo>
                  <a:pt x="498664" y="122538"/>
                  <a:pt x="494662" y="121263"/>
                  <a:pt x="490786" y="118714"/>
                </a:cubicBezTo>
                <a:cubicBezTo>
                  <a:pt x="486911" y="116164"/>
                  <a:pt x="483856" y="112525"/>
                  <a:pt x="481622" y="107796"/>
                </a:cubicBezTo>
                <a:cubicBezTo>
                  <a:pt x="479387" y="103065"/>
                  <a:pt x="478270" y="97668"/>
                  <a:pt x="478270" y="91606"/>
                </a:cubicBezTo>
                <a:cubicBezTo>
                  <a:pt x="478270" y="85657"/>
                  <a:pt x="479387" y="80219"/>
                  <a:pt x="481622" y="75292"/>
                </a:cubicBezTo>
                <a:cubicBezTo>
                  <a:pt x="483856" y="70363"/>
                  <a:pt x="486911" y="66680"/>
                  <a:pt x="490786" y="64244"/>
                </a:cubicBezTo>
                <a:cubicBezTo>
                  <a:pt x="494662" y="61808"/>
                  <a:pt x="498579" y="60590"/>
                  <a:pt x="502540" y="60590"/>
                </a:cubicBezTo>
                <a:moveTo>
                  <a:pt x="502624" y="65172"/>
                </a:moveTo>
                <a:cubicBezTo>
                  <a:pt x="499909" y="65172"/>
                  <a:pt x="497561" y="66705"/>
                  <a:pt x="495581" y="69771"/>
                </a:cubicBezTo>
                <a:cubicBezTo>
                  <a:pt x="493035" y="73743"/>
                  <a:pt x="491762" y="81263"/>
                  <a:pt x="491762" y="92330"/>
                </a:cubicBezTo>
                <a:cubicBezTo>
                  <a:pt x="491762" y="102489"/>
                  <a:pt x="493064" y="109583"/>
                  <a:pt x="495666" y="113614"/>
                </a:cubicBezTo>
                <a:cubicBezTo>
                  <a:pt x="497589" y="116508"/>
                  <a:pt x="499909" y="117955"/>
                  <a:pt x="502624" y="117955"/>
                </a:cubicBezTo>
                <a:cubicBezTo>
                  <a:pt x="505227" y="117955"/>
                  <a:pt x="507546" y="116394"/>
                  <a:pt x="509583" y="113272"/>
                </a:cubicBezTo>
                <a:cubicBezTo>
                  <a:pt x="512298" y="109130"/>
                  <a:pt x="513656" y="102007"/>
                  <a:pt x="513656" y="91903"/>
                </a:cubicBezTo>
                <a:cubicBezTo>
                  <a:pt x="513656" y="81234"/>
                  <a:pt x="512298" y="73771"/>
                  <a:pt x="509583" y="69513"/>
                </a:cubicBezTo>
                <a:cubicBezTo>
                  <a:pt x="507716" y="66619"/>
                  <a:pt x="505396" y="65172"/>
                  <a:pt x="502624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D9DD8-12D5-45FF-9BEF-3EF08932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8512372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1D08DB-77F5-4ECE-80B1-40B2F37C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8512372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06" name="Text 2,2.2%">
            <a:extLst xmlns:a="http://schemas.openxmlformats.org/drawingml/2006/main">
              <a:ext uri="{FF2B5EF4-FFF2-40B4-BE49-F238E27FC236}">
                <a16:creationId xmlns:a16="http://schemas.microsoft.com/office/drawing/2014/main" id="{91BBBA34-4291-4D41-9F6C-84DD621A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7116" y="8601801"/>
            <a:ext cx="526046" cy="146807"/>
          </a:xfrm>
          <a:custGeom xmlns:a="http://schemas.openxmlformats.org/drawingml/2006/main">
            <a:pathLst>
              <a:path w="526046" h="146807">
                <a:moveTo>
                  <a:pt x="75950" y="95552"/>
                </a:moveTo>
                <a:lnTo>
                  <a:pt x="67888" y="117785"/>
                </a:lnTo>
                <a:lnTo>
                  <a:pt x="0" y="117785"/>
                </a:lnTo>
                <a:lnTo>
                  <a:pt x="0" y="114640"/>
                </a:lnTo>
                <a:cubicBezTo>
                  <a:pt x="19970" y="96394"/>
                  <a:pt x="34029" y="81491"/>
                  <a:pt x="42175" y="69932"/>
                </a:cubicBezTo>
                <a:cubicBezTo>
                  <a:pt x="50322" y="58372"/>
                  <a:pt x="54395" y="47803"/>
                  <a:pt x="54395" y="38227"/>
                </a:cubicBezTo>
                <a:cubicBezTo>
                  <a:pt x="54395" y="30918"/>
                  <a:pt x="52160" y="24913"/>
                  <a:pt x="47691" y="20210"/>
                </a:cubicBezTo>
                <a:cubicBezTo>
                  <a:pt x="43222" y="15505"/>
                  <a:pt x="37876" y="13153"/>
                  <a:pt x="31653" y="13153"/>
                </a:cubicBezTo>
                <a:cubicBezTo>
                  <a:pt x="25995" y="13153"/>
                  <a:pt x="20918" y="14815"/>
                  <a:pt x="16420" y="18139"/>
                </a:cubicBezTo>
                <a:cubicBezTo>
                  <a:pt x="11923" y="21462"/>
                  <a:pt x="8599" y="26335"/>
                  <a:pt x="6449" y="32756"/>
                </a:cubicBezTo>
                <a:lnTo>
                  <a:pt x="3310" y="32756"/>
                </a:lnTo>
                <a:cubicBezTo>
                  <a:pt x="4724" y="22316"/>
                  <a:pt x="8359" y="14304"/>
                  <a:pt x="14214" y="8719"/>
                </a:cubicBezTo>
                <a:cubicBezTo>
                  <a:pt x="20069" y="3133"/>
                  <a:pt x="27381" y="339"/>
                  <a:pt x="36150" y="339"/>
                </a:cubicBezTo>
                <a:cubicBezTo>
                  <a:pt x="45485" y="339"/>
                  <a:pt x="53278" y="3338"/>
                  <a:pt x="59529" y="9335"/>
                </a:cubicBezTo>
                <a:cubicBezTo>
                  <a:pt x="65780" y="15331"/>
                  <a:pt x="68906" y="22403"/>
                  <a:pt x="68906" y="30550"/>
                </a:cubicBezTo>
                <a:cubicBezTo>
                  <a:pt x="68906" y="36377"/>
                  <a:pt x="67548" y="42204"/>
                  <a:pt x="64833" y="48031"/>
                </a:cubicBezTo>
                <a:cubicBezTo>
                  <a:pt x="60646" y="57196"/>
                  <a:pt x="53858" y="66898"/>
                  <a:pt x="44467" y="77138"/>
                </a:cubicBezTo>
                <a:cubicBezTo>
                  <a:pt x="30380" y="92525"/>
                  <a:pt x="21583" y="101803"/>
                  <a:pt x="18075" y="104972"/>
                </a:cubicBezTo>
                <a:lnTo>
                  <a:pt x="48116" y="104972"/>
                </a:lnTo>
                <a:cubicBezTo>
                  <a:pt x="54225" y="104972"/>
                  <a:pt x="58511" y="104744"/>
                  <a:pt x="60972" y="104287"/>
                </a:cubicBezTo>
                <a:cubicBezTo>
                  <a:pt x="63433" y="103830"/>
                  <a:pt x="65653" y="102901"/>
                  <a:pt x="67633" y="101503"/>
                </a:cubicBezTo>
                <a:cubicBezTo>
                  <a:pt x="69613" y="100105"/>
                  <a:pt x="71339" y="98121"/>
                  <a:pt x="72810" y="95552"/>
                </a:cubicBezTo>
                <a:lnTo>
                  <a:pt x="75950" y="95552"/>
                </a:lnTo>
                <a:close/>
                <a:moveTo>
                  <a:pt x="92497" y="146807"/>
                </a:moveTo>
                <a:lnTo>
                  <a:pt x="92497" y="143074"/>
                </a:lnTo>
                <a:cubicBezTo>
                  <a:pt x="98324" y="141143"/>
                  <a:pt x="102836" y="138147"/>
                  <a:pt x="106032" y="134086"/>
                </a:cubicBezTo>
                <a:cubicBezTo>
                  <a:pt x="109228" y="130027"/>
                  <a:pt x="110826" y="125726"/>
                  <a:pt x="110826" y="121182"/>
                </a:cubicBezTo>
                <a:cubicBezTo>
                  <a:pt x="110826" y="120106"/>
                  <a:pt x="110572" y="119200"/>
                  <a:pt x="110063" y="118464"/>
                </a:cubicBezTo>
                <a:cubicBezTo>
                  <a:pt x="109667" y="117955"/>
                  <a:pt x="109271" y="117701"/>
                  <a:pt x="108875" y="117701"/>
                </a:cubicBezTo>
                <a:cubicBezTo>
                  <a:pt x="108252" y="117701"/>
                  <a:pt x="106895" y="118266"/>
                  <a:pt x="104801" y="119398"/>
                </a:cubicBezTo>
                <a:cubicBezTo>
                  <a:pt x="103783" y="119907"/>
                  <a:pt x="102708" y="120161"/>
                  <a:pt x="101577" y="120161"/>
                </a:cubicBezTo>
                <a:cubicBezTo>
                  <a:pt x="98805" y="120161"/>
                  <a:pt x="96598" y="119341"/>
                  <a:pt x="94958" y="117701"/>
                </a:cubicBezTo>
                <a:cubicBezTo>
                  <a:pt x="93317" y="116060"/>
                  <a:pt x="92497" y="113797"/>
                  <a:pt x="92497" y="110912"/>
                </a:cubicBezTo>
                <a:cubicBezTo>
                  <a:pt x="92497" y="108140"/>
                  <a:pt x="93557" y="105764"/>
                  <a:pt x="95679" y="103784"/>
                </a:cubicBezTo>
                <a:cubicBezTo>
                  <a:pt x="97800" y="101803"/>
                  <a:pt x="100389" y="100813"/>
                  <a:pt x="103444" y="100813"/>
                </a:cubicBezTo>
                <a:cubicBezTo>
                  <a:pt x="107177" y="100813"/>
                  <a:pt x="110501" y="102443"/>
                  <a:pt x="113415" y="105704"/>
                </a:cubicBezTo>
                <a:cubicBezTo>
                  <a:pt x="116328" y="108962"/>
                  <a:pt x="117785" y="113283"/>
                  <a:pt x="117785" y="118666"/>
                </a:cubicBezTo>
                <a:cubicBezTo>
                  <a:pt x="117785" y="124505"/>
                  <a:pt x="115762" y="129933"/>
                  <a:pt x="111717" y="134948"/>
                </a:cubicBezTo>
                <a:cubicBezTo>
                  <a:pt x="107673" y="139964"/>
                  <a:pt x="101266" y="143917"/>
                  <a:pt x="92497" y="146807"/>
                </a:cubicBezTo>
                <a:close/>
                <a:moveTo>
                  <a:pt x="249742" y="95552"/>
                </a:moveTo>
                <a:lnTo>
                  <a:pt x="241680" y="117785"/>
                </a:lnTo>
                <a:lnTo>
                  <a:pt x="173793" y="117785"/>
                </a:lnTo>
                <a:lnTo>
                  <a:pt x="173793" y="114640"/>
                </a:lnTo>
                <a:cubicBezTo>
                  <a:pt x="193763" y="96394"/>
                  <a:pt x="207821" y="81491"/>
                  <a:pt x="215968" y="69932"/>
                </a:cubicBezTo>
                <a:cubicBezTo>
                  <a:pt x="224114" y="58372"/>
                  <a:pt x="228188" y="47803"/>
                  <a:pt x="228188" y="38227"/>
                </a:cubicBezTo>
                <a:cubicBezTo>
                  <a:pt x="228188" y="30918"/>
                  <a:pt x="225953" y="24913"/>
                  <a:pt x="221484" y="20210"/>
                </a:cubicBezTo>
                <a:cubicBezTo>
                  <a:pt x="217015" y="15505"/>
                  <a:pt x="211668" y="13153"/>
                  <a:pt x="205445" y="13153"/>
                </a:cubicBezTo>
                <a:cubicBezTo>
                  <a:pt x="199788" y="13153"/>
                  <a:pt x="194711" y="14815"/>
                  <a:pt x="190213" y="18139"/>
                </a:cubicBezTo>
                <a:cubicBezTo>
                  <a:pt x="185715" y="21462"/>
                  <a:pt x="182392" y="26335"/>
                  <a:pt x="180242" y="32756"/>
                </a:cubicBezTo>
                <a:lnTo>
                  <a:pt x="177102" y="32756"/>
                </a:lnTo>
                <a:cubicBezTo>
                  <a:pt x="178516" y="22316"/>
                  <a:pt x="182151" y="14304"/>
                  <a:pt x="188007" y="8719"/>
                </a:cubicBezTo>
                <a:cubicBezTo>
                  <a:pt x="193862" y="3133"/>
                  <a:pt x="201174" y="339"/>
                  <a:pt x="209943" y="339"/>
                </a:cubicBezTo>
                <a:cubicBezTo>
                  <a:pt x="219277" y="339"/>
                  <a:pt x="227070" y="3338"/>
                  <a:pt x="233322" y="9335"/>
                </a:cubicBezTo>
                <a:cubicBezTo>
                  <a:pt x="239573" y="15331"/>
                  <a:pt x="242699" y="22403"/>
                  <a:pt x="242699" y="30550"/>
                </a:cubicBezTo>
                <a:cubicBezTo>
                  <a:pt x="242699" y="36377"/>
                  <a:pt x="241341" y="42204"/>
                  <a:pt x="238625" y="48031"/>
                </a:cubicBezTo>
                <a:cubicBezTo>
                  <a:pt x="234439" y="57196"/>
                  <a:pt x="227650" y="66898"/>
                  <a:pt x="218259" y="77138"/>
                </a:cubicBezTo>
                <a:cubicBezTo>
                  <a:pt x="204172" y="92525"/>
                  <a:pt x="195375" y="101803"/>
                  <a:pt x="191868" y="104972"/>
                </a:cubicBezTo>
                <a:lnTo>
                  <a:pt x="221908" y="104972"/>
                </a:lnTo>
                <a:cubicBezTo>
                  <a:pt x="228018" y="104972"/>
                  <a:pt x="232303" y="104744"/>
                  <a:pt x="234764" y="104287"/>
                </a:cubicBezTo>
                <a:cubicBezTo>
                  <a:pt x="237225" y="103830"/>
                  <a:pt x="239446" y="102901"/>
                  <a:pt x="241426" y="101503"/>
                </a:cubicBezTo>
                <a:cubicBezTo>
                  <a:pt x="243406" y="100105"/>
                  <a:pt x="245131" y="98121"/>
                  <a:pt x="246602" y="95552"/>
                </a:cubicBezTo>
                <a:lnTo>
                  <a:pt x="249742" y="95552"/>
                </a:lnTo>
                <a:close/>
                <a:moveTo>
                  <a:pt x="278679" y="101323"/>
                </a:moveTo>
                <a:cubicBezTo>
                  <a:pt x="281338" y="101323"/>
                  <a:pt x="283573" y="102242"/>
                  <a:pt x="285383" y="104081"/>
                </a:cubicBezTo>
                <a:cubicBezTo>
                  <a:pt x="287194" y="105919"/>
                  <a:pt x="288099" y="108140"/>
                  <a:pt x="288099" y="110742"/>
                </a:cubicBezTo>
                <a:cubicBezTo>
                  <a:pt x="288099" y="113344"/>
                  <a:pt x="287180" y="115565"/>
                  <a:pt x="285341" y="117404"/>
                </a:cubicBezTo>
                <a:cubicBezTo>
                  <a:pt x="283502" y="119242"/>
                  <a:pt x="281282" y="120161"/>
                  <a:pt x="278679" y="120161"/>
                </a:cubicBezTo>
                <a:cubicBezTo>
                  <a:pt x="276077" y="120161"/>
                  <a:pt x="273857" y="119242"/>
                  <a:pt x="272018" y="117404"/>
                </a:cubicBezTo>
                <a:cubicBezTo>
                  <a:pt x="270179" y="115565"/>
                  <a:pt x="269260" y="113344"/>
                  <a:pt x="269260" y="110742"/>
                </a:cubicBezTo>
                <a:cubicBezTo>
                  <a:pt x="269260" y="108083"/>
                  <a:pt x="270179" y="105848"/>
                  <a:pt x="272018" y="104038"/>
                </a:cubicBezTo>
                <a:cubicBezTo>
                  <a:pt x="273857" y="102228"/>
                  <a:pt x="276077" y="101323"/>
                  <a:pt x="278679" y="101323"/>
                </a:cubicBezTo>
                <a:close/>
                <a:moveTo>
                  <a:pt x="380087" y="95552"/>
                </a:moveTo>
                <a:lnTo>
                  <a:pt x="372025" y="117785"/>
                </a:lnTo>
                <a:lnTo>
                  <a:pt x="304137" y="117785"/>
                </a:lnTo>
                <a:lnTo>
                  <a:pt x="304137" y="114640"/>
                </a:lnTo>
                <a:cubicBezTo>
                  <a:pt x="324107" y="96394"/>
                  <a:pt x="338166" y="81491"/>
                  <a:pt x="346312" y="69932"/>
                </a:cubicBezTo>
                <a:cubicBezTo>
                  <a:pt x="354459" y="58372"/>
                  <a:pt x="358532" y="47803"/>
                  <a:pt x="358532" y="38227"/>
                </a:cubicBezTo>
                <a:cubicBezTo>
                  <a:pt x="358532" y="30918"/>
                  <a:pt x="356298" y="24913"/>
                  <a:pt x="351828" y="20210"/>
                </a:cubicBezTo>
                <a:cubicBezTo>
                  <a:pt x="347359" y="15505"/>
                  <a:pt x="342013" y="13153"/>
                  <a:pt x="335790" y="13153"/>
                </a:cubicBezTo>
                <a:cubicBezTo>
                  <a:pt x="330133" y="13153"/>
                  <a:pt x="325055" y="14815"/>
                  <a:pt x="320558" y="18139"/>
                </a:cubicBezTo>
                <a:cubicBezTo>
                  <a:pt x="316060" y="21462"/>
                  <a:pt x="312736" y="26335"/>
                  <a:pt x="310587" y="32756"/>
                </a:cubicBezTo>
                <a:lnTo>
                  <a:pt x="307447" y="32756"/>
                </a:lnTo>
                <a:cubicBezTo>
                  <a:pt x="308861" y="22316"/>
                  <a:pt x="312496" y="14304"/>
                  <a:pt x="318351" y="8719"/>
                </a:cubicBezTo>
                <a:cubicBezTo>
                  <a:pt x="324207" y="3133"/>
                  <a:pt x="331519" y="339"/>
                  <a:pt x="340287" y="339"/>
                </a:cubicBezTo>
                <a:cubicBezTo>
                  <a:pt x="349622" y="339"/>
                  <a:pt x="357415" y="3338"/>
                  <a:pt x="363666" y="9335"/>
                </a:cubicBezTo>
                <a:cubicBezTo>
                  <a:pt x="369918" y="15331"/>
                  <a:pt x="373043" y="22403"/>
                  <a:pt x="373043" y="30550"/>
                </a:cubicBezTo>
                <a:cubicBezTo>
                  <a:pt x="373043" y="36377"/>
                  <a:pt x="371686" y="42204"/>
                  <a:pt x="368970" y="48031"/>
                </a:cubicBezTo>
                <a:cubicBezTo>
                  <a:pt x="364784" y="57196"/>
                  <a:pt x="357995" y="66898"/>
                  <a:pt x="348604" y="77138"/>
                </a:cubicBezTo>
                <a:cubicBezTo>
                  <a:pt x="334517" y="92525"/>
                  <a:pt x="325720" y="101803"/>
                  <a:pt x="322212" y="104972"/>
                </a:cubicBezTo>
                <a:lnTo>
                  <a:pt x="352253" y="104972"/>
                </a:lnTo>
                <a:cubicBezTo>
                  <a:pt x="358363" y="104972"/>
                  <a:pt x="362648" y="104744"/>
                  <a:pt x="365109" y="104287"/>
                </a:cubicBezTo>
                <a:cubicBezTo>
                  <a:pt x="367570" y="103830"/>
                  <a:pt x="369790" y="102901"/>
                  <a:pt x="371770" y="101503"/>
                </a:cubicBezTo>
                <a:cubicBezTo>
                  <a:pt x="373750" y="100105"/>
                  <a:pt x="375476" y="98121"/>
                  <a:pt x="376947" y="95552"/>
                </a:cubicBezTo>
                <a:lnTo>
                  <a:pt x="380087" y="95552"/>
                </a:lnTo>
                <a:close/>
                <a:moveTo>
                  <a:pt x="505425" y="0"/>
                </a:moveTo>
                <a:lnTo>
                  <a:pt x="421583" y="122538"/>
                </a:lnTo>
                <a:lnTo>
                  <a:pt x="414031" y="122538"/>
                </a:lnTo>
                <a:lnTo>
                  <a:pt x="497872" y="0"/>
                </a:lnTo>
                <a:lnTo>
                  <a:pt x="505425" y="0"/>
                </a:lnTo>
                <a:moveTo>
                  <a:pt x="418189" y="0"/>
                </a:moveTo>
                <a:cubicBezTo>
                  <a:pt x="425826" y="0"/>
                  <a:pt x="431752" y="3173"/>
                  <a:pt x="435967" y="9518"/>
                </a:cubicBezTo>
                <a:cubicBezTo>
                  <a:pt x="440182" y="15863"/>
                  <a:pt x="442289" y="23142"/>
                  <a:pt x="442289" y="31356"/>
                </a:cubicBezTo>
                <a:cubicBezTo>
                  <a:pt x="442289" y="41214"/>
                  <a:pt x="439913" y="48833"/>
                  <a:pt x="435161" y="54215"/>
                </a:cubicBezTo>
                <a:cubicBezTo>
                  <a:pt x="430409" y="59596"/>
                  <a:pt x="424695" y="62287"/>
                  <a:pt x="418019" y="62287"/>
                </a:cubicBezTo>
                <a:cubicBezTo>
                  <a:pt x="413550" y="62287"/>
                  <a:pt x="409448" y="61055"/>
                  <a:pt x="405714" y="58590"/>
                </a:cubicBezTo>
                <a:cubicBezTo>
                  <a:pt x="401981" y="56126"/>
                  <a:pt x="398996" y="52458"/>
                  <a:pt x="396762" y="47588"/>
                </a:cubicBezTo>
                <a:cubicBezTo>
                  <a:pt x="394527" y="42715"/>
                  <a:pt x="393410" y="37305"/>
                  <a:pt x="393410" y="31356"/>
                </a:cubicBezTo>
                <a:cubicBezTo>
                  <a:pt x="393410" y="25408"/>
                  <a:pt x="394541" y="19928"/>
                  <a:pt x="396804" y="14914"/>
                </a:cubicBezTo>
                <a:cubicBezTo>
                  <a:pt x="399067" y="9900"/>
                  <a:pt x="402165" y="6161"/>
                  <a:pt x="406096" y="3697"/>
                </a:cubicBezTo>
                <a:cubicBezTo>
                  <a:pt x="410028" y="1232"/>
                  <a:pt x="414059" y="0"/>
                  <a:pt x="418189" y="0"/>
                </a:cubicBezTo>
                <a:moveTo>
                  <a:pt x="417934" y="4582"/>
                </a:moveTo>
                <a:cubicBezTo>
                  <a:pt x="415049" y="4582"/>
                  <a:pt x="412489" y="6288"/>
                  <a:pt x="410254" y="9698"/>
                </a:cubicBezTo>
                <a:cubicBezTo>
                  <a:pt x="408020" y="13108"/>
                  <a:pt x="406903" y="20271"/>
                  <a:pt x="406903" y="31186"/>
                </a:cubicBezTo>
                <a:cubicBezTo>
                  <a:pt x="406903" y="39087"/>
                  <a:pt x="407525" y="45112"/>
                  <a:pt x="408769" y="49261"/>
                </a:cubicBezTo>
                <a:cubicBezTo>
                  <a:pt x="409731" y="52389"/>
                  <a:pt x="411230" y="54804"/>
                  <a:pt x="413267" y="56509"/>
                </a:cubicBezTo>
                <a:cubicBezTo>
                  <a:pt x="414455" y="57532"/>
                  <a:pt x="415926" y="58044"/>
                  <a:pt x="417680" y="58044"/>
                </a:cubicBezTo>
                <a:cubicBezTo>
                  <a:pt x="420395" y="58044"/>
                  <a:pt x="422715" y="56566"/>
                  <a:pt x="424638" y="53610"/>
                </a:cubicBezTo>
                <a:cubicBezTo>
                  <a:pt x="427467" y="49233"/>
                  <a:pt x="428881" y="41929"/>
                  <a:pt x="428881" y="31698"/>
                </a:cubicBezTo>
                <a:cubicBezTo>
                  <a:pt x="428881" y="20898"/>
                  <a:pt x="427495" y="13309"/>
                  <a:pt x="424723" y="8931"/>
                </a:cubicBezTo>
                <a:cubicBezTo>
                  <a:pt x="422913" y="6032"/>
                  <a:pt x="420650" y="4582"/>
                  <a:pt x="417934" y="4582"/>
                </a:cubicBezTo>
                <a:moveTo>
                  <a:pt x="501521" y="60590"/>
                </a:moveTo>
                <a:cubicBezTo>
                  <a:pt x="505538" y="60590"/>
                  <a:pt x="509540" y="61865"/>
                  <a:pt x="513529" y="64414"/>
                </a:cubicBezTo>
                <a:cubicBezTo>
                  <a:pt x="517517" y="66963"/>
                  <a:pt x="520601" y="70674"/>
                  <a:pt x="522779" y="75546"/>
                </a:cubicBezTo>
                <a:cubicBezTo>
                  <a:pt x="524957" y="80417"/>
                  <a:pt x="526046" y="85770"/>
                  <a:pt x="526046" y="91606"/>
                </a:cubicBezTo>
                <a:cubicBezTo>
                  <a:pt x="526046" y="101634"/>
                  <a:pt x="523641" y="109296"/>
                  <a:pt x="518833" y="114593"/>
                </a:cubicBezTo>
                <a:cubicBezTo>
                  <a:pt x="514024" y="119889"/>
                  <a:pt x="508338" y="122538"/>
                  <a:pt x="501776" y="122538"/>
                </a:cubicBezTo>
                <a:cubicBezTo>
                  <a:pt x="497646" y="122538"/>
                  <a:pt x="493643" y="121263"/>
                  <a:pt x="489768" y="118714"/>
                </a:cubicBezTo>
                <a:cubicBezTo>
                  <a:pt x="485893" y="116164"/>
                  <a:pt x="482838" y="112525"/>
                  <a:pt x="480603" y="107796"/>
                </a:cubicBezTo>
                <a:cubicBezTo>
                  <a:pt x="478369" y="103065"/>
                  <a:pt x="477251" y="97668"/>
                  <a:pt x="477251" y="91606"/>
                </a:cubicBezTo>
                <a:cubicBezTo>
                  <a:pt x="477251" y="85657"/>
                  <a:pt x="478369" y="80219"/>
                  <a:pt x="480603" y="75292"/>
                </a:cubicBezTo>
                <a:cubicBezTo>
                  <a:pt x="482838" y="70363"/>
                  <a:pt x="485893" y="66680"/>
                  <a:pt x="489768" y="64244"/>
                </a:cubicBezTo>
                <a:cubicBezTo>
                  <a:pt x="493643" y="61808"/>
                  <a:pt x="497561" y="60590"/>
                  <a:pt x="501521" y="60590"/>
                </a:cubicBezTo>
                <a:moveTo>
                  <a:pt x="501606" y="65172"/>
                </a:moveTo>
                <a:cubicBezTo>
                  <a:pt x="498891" y="65172"/>
                  <a:pt x="496543" y="66705"/>
                  <a:pt x="494563" y="69771"/>
                </a:cubicBezTo>
                <a:cubicBezTo>
                  <a:pt x="492017" y="73743"/>
                  <a:pt x="490744" y="81263"/>
                  <a:pt x="490744" y="92330"/>
                </a:cubicBezTo>
                <a:cubicBezTo>
                  <a:pt x="490744" y="102489"/>
                  <a:pt x="492045" y="109583"/>
                  <a:pt x="494648" y="113614"/>
                </a:cubicBezTo>
                <a:cubicBezTo>
                  <a:pt x="496571" y="116508"/>
                  <a:pt x="498891" y="117955"/>
                  <a:pt x="501606" y="117955"/>
                </a:cubicBezTo>
                <a:cubicBezTo>
                  <a:pt x="504208" y="117955"/>
                  <a:pt x="506528" y="116394"/>
                  <a:pt x="508565" y="113272"/>
                </a:cubicBezTo>
                <a:cubicBezTo>
                  <a:pt x="511280" y="109130"/>
                  <a:pt x="512638" y="102007"/>
                  <a:pt x="512638" y="91903"/>
                </a:cubicBezTo>
                <a:cubicBezTo>
                  <a:pt x="512638" y="81234"/>
                  <a:pt x="511280" y="73771"/>
                  <a:pt x="508565" y="69513"/>
                </a:cubicBezTo>
                <a:cubicBezTo>
                  <a:pt x="506698" y="66619"/>
                  <a:pt x="504378" y="65172"/>
                  <a:pt x="501606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3F0C3-4601-4489-99C4-FCE92D19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7924150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DE38E-21C9-4E5F-A430-35E848FA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7924150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09" name="Text 5,5.5%">
            <a:extLst xmlns:a="http://schemas.openxmlformats.org/drawingml/2006/main">
              <a:ext uri="{FF2B5EF4-FFF2-40B4-BE49-F238E27FC236}">
                <a16:creationId xmlns:a16="http://schemas.microsoft.com/office/drawing/2014/main" id="{76D4AE46-E594-49F5-A4D7-3B9BF3F8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699" y="8013579"/>
            <a:ext cx="521463" cy="146807"/>
          </a:xfrm>
          <a:custGeom xmlns:a="http://schemas.openxmlformats.org/drawingml/2006/main">
            <a:pathLst>
              <a:path w="521463" h="146807">
                <a:moveTo>
                  <a:pt x="67124" y="2716"/>
                </a:moveTo>
                <a:lnTo>
                  <a:pt x="60505" y="17311"/>
                </a:lnTo>
                <a:lnTo>
                  <a:pt x="25882" y="17311"/>
                </a:lnTo>
                <a:lnTo>
                  <a:pt x="18330" y="32586"/>
                </a:lnTo>
                <a:cubicBezTo>
                  <a:pt x="33322" y="34793"/>
                  <a:pt x="45202" y="40365"/>
                  <a:pt x="53971" y="49304"/>
                </a:cubicBezTo>
                <a:cubicBezTo>
                  <a:pt x="61495" y="56998"/>
                  <a:pt x="65257" y="66049"/>
                  <a:pt x="65257" y="76459"/>
                </a:cubicBezTo>
                <a:cubicBezTo>
                  <a:pt x="65257" y="82512"/>
                  <a:pt x="64027" y="88113"/>
                  <a:pt x="61566" y="93261"/>
                </a:cubicBezTo>
                <a:cubicBezTo>
                  <a:pt x="59105" y="98409"/>
                  <a:pt x="56007" y="102794"/>
                  <a:pt x="52274" y="106414"/>
                </a:cubicBezTo>
                <a:cubicBezTo>
                  <a:pt x="48540" y="110035"/>
                  <a:pt x="44382" y="112948"/>
                  <a:pt x="39799" y="115155"/>
                </a:cubicBezTo>
                <a:cubicBezTo>
                  <a:pt x="33293" y="118266"/>
                  <a:pt x="26618" y="119822"/>
                  <a:pt x="19772" y="119822"/>
                </a:cubicBezTo>
                <a:cubicBezTo>
                  <a:pt x="12870" y="119822"/>
                  <a:pt x="7850" y="118648"/>
                  <a:pt x="4710" y="116300"/>
                </a:cubicBezTo>
                <a:cubicBezTo>
                  <a:pt x="1570" y="113953"/>
                  <a:pt x="0" y="111364"/>
                  <a:pt x="0" y="108536"/>
                </a:cubicBezTo>
                <a:cubicBezTo>
                  <a:pt x="0" y="106952"/>
                  <a:pt x="651" y="105551"/>
                  <a:pt x="1952" y="104335"/>
                </a:cubicBezTo>
                <a:cubicBezTo>
                  <a:pt x="3253" y="103119"/>
                  <a:pt x="4894" y="102511"/>
                  <a:pt x="6874" y="102511"/>
                </a:cubicBezTo>
                <a:cubicBezTo>
                  <a:pt x="8345" y="102511"/>
                  <a:pt x="9632" y="102737"/>
                  <a:pt x="10735" y="103190"/>
                </a:cubicBezTo>
                <a:cubicBezTo>
                  <a:pt x="11838" y="103642"/>
                  <a:pt x="13719" y="104802"/>
                  <a:pt x="16378" y="106669"/>
                </a:cubicBezTo>
                <a:cubicBezTo>
                  <a:pt x="20621" y="109611"/>
                  <a:pt x="24920" y="111081"/>
                  <a:pt x="29277" y="111081"/>
                </a:cubicBezTo>
                <a:cubicBezTo>
                  <a:pt x="35896" y="111081"/>
                  <a:pt x="41709" y="108578"/>
                  <a:pt x="46715" y="103571"/>
                </a:cubicBezTo>
                <a:cubicBezTo>
                  <a:pt x="51722" y="98565"/>
                  <a:pt x="54225" y="92469"/>
                  <a:pt x="54225" y="85284"/>
                </a:cubicBezTo>
                <a:cubicBezTo>
                  <a:pt x="54225" y="78326"/>
                  <a:pt x="51991" y="71834"/>
                  <a:pt x="47521" y="65809"/>
                </a:cubicBezTo>
                <a:cubicBezTo>
                  <a:pt x="43052" y="59784"/>
                  <a:pt x="36886" y="55131"/>
                  <a:pt x="29022" y="51849"/>
                </a:cubicBezTo>
                <a:cubicBezTo>
                  <a:pt x="22856" y="49304"/>
                  <a:pt x="14454" y="47833"/>
                  <a:pt x="3819" y="47437"/>
                </a:cubicBezTo>
                <a:lnTo>
                  <a:pt x="25882" y="2716"/>
                </a:lnTo>
                <a:lnTo>
                  <a:pt x="67124" y="2716"/>
                </a:lnTo>
                <a:close/>
                <a:moveTo>
                  <a:pt x="87914" y="146807"/>
                </a:moveTo>
                <a:lnTo>
                  <a:pt x="87914" y="143074"/>
                </a:lnTo>
                <a:cubicBezTo>
                  <a:pt x="93741" y="141143"/>
                  <a:pt x="98253" y="138147"/>
                  <a:pt x="101449" y="134086"/>
                </a:cubicBezTo>
                <a:cubicBezTo>
                  <a:pt x="104646" y="130027"/>
                  <a:pt x="106244" y="125726"/>
                  <a:pt x="106244" y="121182"/>
                </a:cubicBezTo>
                <a:cubicBezTo>
                  <a:pt x="106244" y="120106"/>
                  <a:pt x="105989" y="119200"/>
                  <a:pt x="105480" y="118464"/>
                </a:cubicBezTo>
                <a:cubicBezTo>
                  <a:pt x="105084" y="117955"/>
                  <a:pt x="104688" y="117701"/>
                  <a:pt x="104292" y="117701"/>
                </a:cubicBezTo>
                <a:cubicBezTo>
                  <a:pt x="103670" y="117701"/>
                  <a:pt x="102312" y="118266"/>
                  <a:pt x="100219" y="119398"/>
                </a:cubicBezTo>
                <a:cubicBezTo>
                  <a:pt x="99201" y="119907"/>
                  <a:pt x="98126" y="120161"/>
                  <a:pt x="96994" y="120161"/>
                </a:cubicBezTo>
                <a:cubicBezTo>
                  <a:pt x="94222" y="120161"/>
                  <a:pt x="92016" y="119341"/>
                  <a:pt x="90375" y="117701"/>
                </a:cubicBezTo>
                <a:cubicBezTo>
                  <a:pt x="88735" y="116060"/>
                  <a:pt x="87914" y="113797"/>
                  <a:pt x="87914" y="110912"/>
                </a:cubicBezTo>
                <a:cubicBezTo>
                  <a:pt x="87914" y="108140"/>
                  <a:pt x="88975" y="105764"/>
                  <a:pt x="91097" y="103784"/>
                </a:cubicBezTo>
                <a:cubicBezTo>
                  <a:pt x="93218" y="101803"/>
                  <a:pt x="95806" y="100813"/>
                  <a:pt x="98861" y="100813"/>
                </a:cubicBezTo>
                <a:cubicBezTo>
                  <a:pt x="102595" y="100813"/>
                  <a:pt x="105919" y="102443"/>
                  <a:pt x="108832" y="105704"/>
                </a:cubicBezTo>
                <a:cubicBezTo>
                  <a:pt x="111746" y="108962"/>
                  <a:pt x="113203" y="113283"/>
                  <a:pt x="113203" y="118666"/>
                </a:cubicBezTo>
                <a:cubicBezTo>
                  <a:pt x="113203" y="124505"/>
                  <a:pt x="111180" y="129933"/>
                  <a:pt x="107135" y="134948"/>
                </a:cubicBezTo>
                <a:cubicBezTo>
                  <a:pt x="103090" y="139964"/>
                  <a:pt x="96683" y="143917"/>
                  <a:pt x="87914" y="146807"/>
                </a:cubicBezTo>
                <a:close/>
                <a:moveTo>
                  <a:pt x="240917" y="2716"/>
                </a:moveTo>
                <a:lnTo>
                  <a:pt x="234298" y="17311"/>
                </a:lnTo>
                <a:lnTo>
                  <a:pt x="199675" y="17311"/>
                </a:lnTo>
                <a:lnTo>
                  <a:pt x="192122" y="32586"/>
                </a:lnTo>
                <a:cubicBezTo>
                  <a:pt x="207114" y="34793"/>
                  <a:pt x="218995" y="40365"/>
                  <a:pt x="227763" y="49304"/>
                </a:cubicBezTo>
                <a:cubicBezTo>
                  <a:pt x="235288" y="56998"/>
                  <a:pt x="239050" y="66049"/>
                  <a:pt x="239050" y="76459"/>
                </a:cubicBezTo>
                <a:cubicBezTo>
                  <a:pt x="239050" y="82512"/>
                  <a:pt x="237819" y="88113"/>
                  <a:pt x="235358" y="93261"/>
                </a:cubicBezTo>
                <a:cubicBezTo>
                  <a:pt x="232897" y="98409"/>
                  <a:pt x="229800" y="102794"/>
                  <a:pt x="226066" y="106414"/>
                </a:cubicBezTo>
                <a:cubicBezTo>
                  <a:pt x="222332" y="110035"/>
                  <a:pt x="218174" y="112948"/>
                  <a:pt x="213592" y="115155"/>
                </a:cubicBezTo>
                <a:cubicBezTo>
                  <a:pt x="207086" y="118266"/>
                  <a:pt x="200410" y="119822"/>
                  <a:pt x="193565" y="119822"/>
                </a:cubicBezTo>
                <a:cubicBezTo>
                  <a:pt x="186663" y="119822"/>
                  <a:pt x="181642" y="118648"/>
                  <a:pt x="178502" y="116300"/>
                </a:cubicBezTo>
                <a:cubicBezTo>
                  <a:pt x="175362" y="113953"/>
                  <a:pt x="173793" y="111364"/>
                  <a:pt x="173793" y="108536"/>
                </a:cubicBezTo>
                <a:cubicBezTo>
                  <a:pt x="173793" y="106952"/>
                  <a:pt x="174443" y="105551"/>
                  <a:pt x="175744" y="104335"/>
                </a:cubicBezTo>
                <a:cubicBezTo>
                  <a:pt x="177046" y="103119"/>
                  <a:pt x="178686" y="102511"/>
                  <a:pt x="180666" y="102511"/>
                </a:cubicBezTo>
                <a:cubicBezTo>
                  <a:pt x="182137" y="102511"/>
                  <a:pt x="183424" y="102737"/>
                  <a:pt x="184527" y="103190"/>
                </a:cubicBezTo>
                <a:cubicBezTo>
                  <a:pt x="185631" y="103642"/>
                  <a:pt x="187512" y="104802"/>
                  <a:pt x="190171" y="106669"/>
                </a:cubicBezTo>
                <a:cubicBezTo>
                  <a:pt x="194414" y="109611"/>
                  <a:pt x="198713" y="111081"/>
                  <a:pt x="203069" y="111081"/>
                </a:cubicBezTo>
                <a:cubicBezTo>
                  <a:pt x="209688" y="111081"/>
                  <a:pt x="215501" y="108578"/>
                  <a:pt x="220508" y="103571"/>
                </a:cubicBezTo>
                <a:cubicBezTo>
                  <a:pt x="225515" y="98565"/>
                  <a:pt x="228018" y="92469"/>
                  <a:pt x="228018" y="85284"/>
                </a:cubicBezTo>
                <a:cubicBezTo>
                  <a:pt x="228018" y="78326"/>
                  <a:pt x="225783" y="71834"/>
                  <a:pt x="221314" y="65809"/>
                </a:cubicBezTo>
                <a:cubicBezTo>
                  <a:pt x="216845" y="59784"/>
                  <a:pt x="210678" y="55131"/>
                  <a:pt x="202815" y="51849"/>
                </a:cubicBezTo>
                <a:cubicBezTo>
                  <a:pt x="196648" y="49304"/>
                  <a:pt x="188247" y="47833"/>
                  <a:pt x="177611" y="47437"/>
                </a:cubicBezTo>
                <a:lnTo>
                  <a:pt x="199675" y="2716"/>
                </a:lnTo>
                <a:lnTo>
                  <a:pt x="240917" y="2716"/>
                </a:lnTo>
                <a:close/>
                <a:moveTo>
                  <a:pt x="274097" y="101323"/>
                </a:moveTo>
                <a:cubicBezTo>
                  <a:pt x="276756" y="101323"/>
                  <a:pt x="278991" y="102242"/>
                  <a:pt x="280801" y="104081"/>
                </a:cubicBezTo>
                <a:cubicBezTo>
                  <a:pt x="282611" y="105919"/>
                  <a:pt x="283516" y="108140"/>
                  <a:pt x="283516" y="110742"/>
                </a:cubicBezTo>
                <a:cubicBezTo>
                  <a:pt x="283516" y="113344"/>
                  <a:pt x="282597" y="115565"/>
                  <a:pt x="280758" y="117404"/>
                </a:cubicBezTo>
                <a:cubicBezTo>
                  <a:pt x="278920" y="119242"/>
                  <a:pt x="276699" y="120161"/>
                  <a:pt x="274097" y="120161"/>
                </a:cubicBezTo>
                <a:cubicBezTo>
                  <a:pt x="271495" y="120161"/>
                  <a:pt x="269274" y="119242"/>
                  <a:pt x="267436" y="117404"/>
                </a:cubicBezTo>
                <a:cubicBezTo>
                  <a:pt x="265597" y="115565"/>
                  <a:pt x="264678" y="113344"/>
                  <a:pt x="264678" y="110742"/>
                </a:cubicBezTo>
                <a:cubicBezTo>
                  <a:pt x="264678" y="108083"/>
                  <a:pt x="265597" y="105848"/>
                  <a:pt x="267436" y="104038"/>
                </a:cubicBezTo>
                <a:cubicBezTo>
                  <a:pt x="269274" y="102228"/>
                  <a:pt x="271495" y="101323"/>
                  <a:pt x="274097" y="101323"/>
                </a:cubicBezTo>
                <a:close/>
                <a:moveTo>
                  <a:pt x="371261" y="2716"/>
                </a:moveTo>
                <a:lnTo>
                  <a:pt x="364642" y="17311"/>
                </a:lnTo>
                <a:lnTo>
                  <a:pt x="330019" y="17311"/>
                </a:lnTo>
                <a:lnTo>
                  <a:pt x="322467" y="32586"/>
                </a:lnTo>
                <a:cubicBezTo>
                  <a:pt x="337459" y="34793"/>
                  <a:pt x="349339" y="40365"/>
                  <a:pt x="358108" y="49304"/>
                </a:cubicBezTo>
                <a:cubicBezTo>
                  <a:pt x="365632" y="56998"/>
                  <a:pt x="369394" y="66049"/>
                  <a:pt x="369394" y="76459"/>
                </a:cubicBezTo>
                <a:cubicBezTo>
                  <a:pt x="369394" y="82512"/>
                  <a:pt x="368164" y="88113"/>
                  <a:pt x="365703" y="93261"/>
                </a:cubicBezTo>
                <a:cubicBezTo>
                  <a:pt x="363242" y="98409"/>
                  <a:pt x="360145" y="102794"/>
                  <a:pt x="356411" y="106414"/>
                </a:cubicBezTo>
                <a:cubicBezTo>
                  <a:pt x="352677" y="110035"/>
                  <a:pt x="348519" y="112948"/>
                  <a:pt x="343936" y="115155"/>
                </a:cubicBezTo>
                <a:cubicBezTo>
                  <a:pt x="337430" y="118266"/>
                  <a:pt x="330755" y="119822"/>
                  <a:pt x="323909" y="119822"/>
                </a:cubicBezTo>
                <a:cubicBezTo>
                  <a:pt x="317008" y="119822"/>
                  <a:pt x="311987" y="118648"/>
                  <a:pt x="308847" y="116300"/>
                </a:cubicBezTo>
                <a:cubicBezTo>
                  <a:pt x="305707" y="113953"/>
                  <a:pt x="304137" y="111364"/>
                  <a:pt x="304137" y="108536"/>
                </a:cubicBezTo>
                <a:cubicBezTo>
                  <a:pt x="304137" y="106952"/>
                  <a:pt x="304788" y="105551"/>
                  <a:pt x="306089" y="104335"/>
                </a:cubicBezTo>
                <a:cubicBezTo>
                  <a:pt x="307390" y="103119"/>
                  <a:pt x="309031" y="102511"/>
                  <a:pt x="311011" y="102511"/>
                </a:cubicBezTo>
                <a:cubicBezTo>
                  <a:pt x="312482" y="102511"/>
                  <a:pt x="313769" y="102737"/>
                  <a:pt x="314872" y="103190"/>
                </a:cubicBezTo>
                <a:cubicBezTo>
                  <a:pt x="315975" y="103642"/>
                  <a:pt x="317856" y="104802"/>
                  <a:pt x="320515" y="106669"/>
                </a:cubicBezTo>
                <a:cubicBezTo>
                  <a:pt x="324758" y="109611"/>
                  <a:pt x="329058" y="111081"/>
                  <a:pt x="333414" y="111081"/>
                </a:cubicBezTo>
                <a:cubicBezTo>
                  <a:pt x="340033" y="111081"/>
                  <a:pt x="345846" y="108578"/>
                  <a:pt x="350852" y="103571"/>
                </a:cubicBezTo>
                <a:cubicBezTo>
                  <a:pt x="355859" y="98565"/>
                  <a:pt x="358363" y="92469"/>
                  <a:pt x="358363" y="85284"/>
                </a:cubicBezTo>
                <a:cubicBezTo>
                  <a:pt x="358363" y="78326"/>
                  <a:pt x="356128" y="71834"/>
                  <a:pt x="351659" y="65809"/>
                </a:cubicBezTo>
                <a:cubicBezTo>
                  <a:pt x="347189" y="59784"/>
                  <a:pt x="341023" y="55131"/>
                  <a:pt x="333159" y="51849"/>
                </a:cubicBezTo>
                <a:cubicBezTo>
                  <a:pt x="326993" y="49304"/>
                  <a:pt x="318592" y="47833"/>
                  <a:pt x="307956" y="47437"/>
                </a:cubicBezTo>
                <a:lnTo>
                  <a:pt x="330019" y="2716"/>
                </a:lnTo>
                <a:lnTo>
                  <a:pt x="371261" y="2716"/>
                </a:lnTo>
                <a:close/>
                <a:moveTo>
                  <a:pt x="500842" y="0"/>
                </a:moveTo>
                <a:lnTo>
                  <a:pt x="417001" y="122538"/>
                </a:lnTo>
                <a:lnTo>
                  <a:pt x="409448" y="122538"/>
                </a:lnTo>
                <a:lnTo>
                  <a:pt x="493290" y="0"/>
                </a:lnTo>
                <a:lnTo>
                  <a:pt x="500842" y="0"/>
                </a:lnTo>
                <a:moveTo>
                  <a:pt x="413606" y="0"/>
                </a:moveTo>
                <a:cubicBezTo>
                  <a:pt x="421244" y="0"/>
                  <a:pt x="427170" y="3173"/>
                  <a:pt x="431385" y="9518"/>
                </a:cubicBezTo>
                <a:cubicBezTo>
                  <a:pt x="435599" y="15863"/>
                  <a:pt x="437707" y="23142"/>
                  <a:pt x="437707" y="31356"/>
                </a:cubicBezTo>
                <a:cubicBezTo>
                  <a:pt x="437707" y="41214"/>
                  <a:pt x="435331" y="48833"/>
                  <a:pt x="430578" y="54215"/>
                </a:cubicBezTo>
                <a:cubicBezTo>
                  <a:pt x="425826" y="59596"/>
                  <a:pt x="420112" y="62287"/>
                  <a:pt x="413437" y="62287"/>
                </a:cubicBezTo>
                <a:cubicBezTo>
                  <a:pt x="408967" y="62287"/>
                  <a:pt x="404866" y="61055"/>
                  <a:pt x="401132" y="58590"/>
                </a:cubicBezTo>
                <a:cubicBezTo>
                  <a:pt x="397398" y="56126"/>
                  <a:pt x="394414" y="52458"/>
                  <a:pt x="392179" y="47588"/>
                </a:cubicBezTo>
                <a:cubicBezTo>
                  <a:pt x="389945" y="42715"/>
                  <a:pt x="388827" y="37305"/>
                  <a:pt x="388827" y="31356"/>
                </a:cubicBezTo>
                <a:cubicBezTo>
                  <a:pt x="388827" y="25408"/>
                  <a:pt x="389959" y="19928"/>
                  <a:pt x="392222" y="14914"/>
                </a:cubicBezTo>
                <a:cubicBezTo>
                  <a:pt x="394485" y="9900"/>
                  <a:pt x="397582" y="6161"/>
                  <a:pt x="401514" y="3697"/>
                </a:cubicBezTo>
                <a:cubicBezTo>
                  <a:pt x="405446" y="1232"/>
                  <a:pt x="409477" y="0"/>
                  <a:pt x="413606" y="0"/>
                </a:cubicBezTo>
                <a:moveTo>
                  <a:pt x="413352" y="4582"/>
                </a:moveTo>
                <a:cubicBezTo>
                  <a:pt x="410467" y="4582"/>
                  <a:pt x="407907" y="6288"/>
                  <a:pt x="405672" y="9698"/>
                </a:cubicBezTo>
                <a:cubicBezTo>
                  <a:pt x="403437" y="13108"/>
                  <a:pt x="402320" y="20271"/>
                  <a:pt x="402320" y="31186"/>
                </a:cubicBezTo>
                <a:cubicBezTo>
                  <a:pt x="402320" y="39087"/>
                  <a:pt x="402942" y="45112"/>
                  <a:pt x="404187" y="49261"/>
                </a:cubicBezTo>
                <a:cubicBezTo>
                  <a:pt x="405149" y="52389"/>
                  <a:pt x="406648" y="54804"/>
                  <a:pt x="408685" y="56509"/>
                </a:cubicBezTo>
                <a:cubicBezTo>
                  <a:pt x="409873" y="57532"/>
                  <a:pt x="411344" y="58044"/>
                  <a:pt x="413097" y="58044"/>
                </a:cubicBezTo>
                <a:cubicBezTo>
                  <a:pt x="415813" y="58044"/>
                  <a:pt x="418132" y="56566"/>
                  <a:pt x="420056" y="53610"/>
                </a:cubicBezTo>
                <a:cubicBezTo>
                  <a:pt x="422884" y="49233"/>
                  <a:pt x="424299" y="41929"/>
                  <a:pt x="424299" y="31698"/>
                </a:cubicBezTo>
                <a:cubicBezTo>
                  <a:pt x="424299" y="20898"/>
                  <a:pt x="422913" y="13309"/>
                  <a:pt x="420141" y="8931"/>
                </a:cubicBezTo>
                <a:cubicBezTo>
                  <a:pt x="418330" y="6032"/>
                  <a:pt x="416067" y="4582"/>
                  <a:pt x="413352" y="4582"/>
                </a:cubicBezTo>
                <a:moveTo>
                  <a:pt x="496939" y="60590"/>
                </a:moveTo>
                <a:cubicBezTo>
                  <a:pt x="500955" y="60590"/>
                  <a:pt x="504958" y="61865"/>
                  <a:pt x="508946" y="64414"/>
                </a:cubicBezTo>
                <a:cubicBezTo>
                  <a:pt x="512935" y="66963"/>
                  <a:pt x="516018" y="70674"/>
                  <a:pt x="518196" y="75546"/>
                </a:cubicBezTo>
                <a:cubicBezTo>
                  <a:pt x="520374" y="80417"/>
                  <a:pt x="521463" y="85770"/>
                  <a:pt x="521463" y="91606"/>
                </a:cubicBezTo>
                <a:cubicBezTo>
                  <a:pt x="521463" y="101634"/>
                  <a:pt x="519059" y="109296"/>
                  <a:pt x="514250" y="114593"/>
                </a:cubicBezTo>
                <a:cubicBezTo>
                  <a:pt x="509441" y="119889"/>
                  <a:pt x="503756" y="122538"/>
                  <a:pt x="497193" y="122538"/>
                </a:cubicBezTo>
                <a:cubicBezTo>
                  <a:pt x="493064" y="122538"/>
                  <a:pt x="489061" y="121263"/>
                  <a:pt x="485186" y="118714"/>
                </a:cubicBezTo>
                <a:cubicBezTo>
                  <a:pt x="481310" y="116164"/>
                  <a:pt x="478255" y="112525"/>
                  <a:pt x="476021" y="107796"/>
                </a:cubicBezTo>
                <a:cubicBezTo>
                  <a:pt x="473786" y="103065"/>
                  <a:pt x="472669" y="97668"/>
                  <a:pt x="472669" y="91606"/>
                </a:cubicBezTo>
                <a:cubicBezTo>
                  <a:pt x="472669" y="85657"/>
                  <a:pt x="473786" y="80219"/>
                  <a:pt x="476021" y="75292"/>
                </a:cubicBezTo>
                <a:cubicBezTo>
                  <a:pt x="478255" y="70363"/>
                  <a:pt x="481310" y="66680"/>
                  <a:pt x="485186" y="64244"/>
                </a:cubicBezTo>
                <a:cubicBezTo>
                  <a:pt x="489061" y="61808"/>
                  <a:pt x="492979" y="60590"/>
                  <a:pt x="496939" y="60590"/>
                </a:cubicBezTo>
                <a:moveTo>
                  <a:pt x="497024" y="65172"/>
                </a:moveTo>
                <a:cubicBezTo>
                  <a:pt x="494308" y="65172"/>
                  <a:pt x="491960" y="66705"/>
                  <a:pt x="489980" y="69771"/>
                </a:cubicBezTo>
                <a:cubicBezTo>
                  <a:pt x="487434" y="73743"/>
                  <a:pt x="486162" y="81263"/>
                  <a:pt x="486162" y="92330"/>
                </a:cubicBezTo>
                <a:cubicBezTo>
                  <a:pt x="486162" y="102489"/>
                  <a:pt x="487463" y="109583"/>
                  <a:pt x="490065" y="113614"/>
                </a:cubicBezTo>
                <a:cubicBezTo>
                  <a:pt x="491989" y="116508"/>
                  <a:pt x="494308" y="117955"/>
                  <a:pt x="497024" y="117955"/>
                </a:cubicBezTo>
                <a:cubicBezTo>
                  <a:pt x="499626" y="117955"/>
                  <a:pt x="501946" y="116394"/>
                  <a:pt x="503982" y="113272"/>
                </a:cubicBezTo>
                <a:cubicBezTo>
                  <a:pt x="506698" y="109130"/>
                  <a:pt x="508055" y="102007"/>
                  <a:pt x="508055" y="91903"/>
                </a:cubicBezTo>
                <a:cubicBezTo>
                  <a:pt x="508055" y="81234"/>
                  <a:pt x="506698" y="73771"/>
                  <a:pt x="503982" y="69513"/>
                </a:cubicBezTo>
                <a:cubicBezTo>
                  <a:pt x="502115" y="66619"/>
                  <a:pt x="499796" y="65172"/>
                  <a:pt x="497024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34DD3-D52C-4247-A949-48DD7571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375" y="8218261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3ABC0-8500-4BDD-9EAB-84524F77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375" y="8218261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12" name="Text 3,3.3%">
            <a:extLst xmlns:a="http://schemas.openxmlformats.org/drawingml/2006/main">
              <a:ext uri="{FF2B5EF4-FFF2-40B4-BE49-F238E27FC236}">
                <a16:creationId xmlns:a16="http://schemas.microsoft.com/office/drawing/2014/main" id="{35752496-A3BA-4480-8E33-27399C4C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794" y="8294321"/>
            <a:ext cx="522736" cy="146807"/>
          </a:xfrm>
          <a:custGeom xmlns:a="http://schemas.openxmlformats.org/drawingml/2006/main">
            <a:pathLst>
              <a:path w="522736" h="146807">
                <a:moveTo>
                  <a:pt x="1782" y="24524"/>
                </a:moveTo>
                <a:cubicBezTo>
                  <a:pt x="5063" y="16774"/>
                  <a:pt x="9207" y="10805"/>
                  <a:pt x="14214" y="6619"/>
                </a:cubicBezTo>
                <a:cubicBezTo>
                  <a:pt x="19221" y="2433"/>
                  <a:pt x="25458" y="339"/>
                  <a:pt x="32926" y="339"/>
                </a:cubicBezTo>
                <a:cubicBezTo>
                  <a:pt x="42147" y="339"/>
                  <a:pt x="49219" y="3333"/>
                  <a:pt x="54141" y="9321"/>
                </a:cubicBezTo>
                <a:cubicBezTo>
                  <a:pt x="57874" y="13785"/>
                  <a:pt x="59741" y="18560"/>
                  <a:pt x="59741" y="23644"/>
                </a:cubicBezTo>
                <a:cubicBezTo>
                  <a:pt x="59741" y="32005"/>
                  <a:pt x="54480" y="40648"/>
                  <a:pt x="43957" y="49574"/>
                </a:cubicBezTo>
                <a:cubicBezTo>
                  <a:pt x="51029" y="52350"/>
                  <a:pt x="56375" y="56314"/>
                  <a:pt x="59996" y="61468"/>
                </a:cubicBezTo>
                <a:cubicBezTo>
                  <a:pt x="63617" y="66619"/>
                  <a:pt x="65427" y="72678"/>
                  <a:pt x="65427" y="79644"/>
                </a:cubicBezTo>
                <a:cubicBezTo>
                  <a:pt x="65427" y="89611"/>
                  <a:pt x="62259" y="98247"/>
                  <a:pt x="55923" y="105552"/>
                </a:cubicBezTo>
                <a:cubicBezTo>
                  <a:pt x="47663" y="115065"/>
                  <a:pt x="35698" y="119822"/>
                  <a:pt x="20027" y="119822"/>
                </a:cubicBezTo>
                <a:cubicBezTo>
                  <a:pt x="12276" y="119822"/>
                  <a:pt x="7001" y="118860"/>
                  <a:pt x="4201" y="116937"/>
                </a:cubicBezTo>
                <a:cubicBezTo>
                  <a:pt x="1400" y="115013"/>
                  <a:pt x="0" y="112948"/>
                  <a:pt x="0" y="110742"/>
                </a:cubicBezTo>
                <a:cubicBezTo>
                  <a:pt x="0" y="109101"/>
                  <a:pt x="665" y="107659"/>
                  <a:pt x="1994" y="106414"/>
                </a:cubicBezTo>
                <a:cubicBezTo>
                  <a:pt x="3324" y="105170"/>
                  <a:pt x="4922" y="104547"/>
                  <a:pt x="6789" y="104547"/>
                </a:cubicBezTo>
                <a:cubicBezTo>
                  <a:pt x="8203" y="104547"/>
                  <a:pt x="9646" y="104774"/>
                  <a:pt x="11117" y="105226"/>
                </a:cubicBezTo>
                <a:cubicBezTo>
                  <a:pt x="12078" y="105509"/>
                  <a:pt x="14256" y="106541"/>
                  <a:pt x="17651" y="108324"/>
                </a:cubicBezTo>
                <a:cubicBezTo>
                  <a:pt x="21045" y="110106"/>
                  <a:pt x="23393" y="111166"/>
                  <a:pt x="24694" y="111506"/>
                </a:cubicBezTo>
                <a:cubicBezTo>
                  <a:pt x="26787" y="112128"/>
                  <a:pt x="29022" y="112439"/>
                  <a:pt x="31398" y="112439"/>
                </a:cubicBezTo>
                <a:cubicBezTo>
                  <a:pt x="37169" y="112439"/>
                  <a:pt x="42189" y="110201"/>
                  <a:pt x="46461" y="105725"/>
                </a:cubicBezTo>
                <a:cubicBezTo>
                  <a:pt x="50732" y="101248"/>
                  <a:pt x="52868" y="95950"/>
                  <a:pt x="52868" y="89829"/>
                </a:cubicBezTo>
                <a:cubicBezTo>
                  <a:pt x="52868" y="85353"/>
                  <a:pt x="51878" y="80990"/>
                  <a:pt x="49898" y="76740"/>
                </a:cubicBezTo>
                <a:cubicBezTo>
                  <a:pt x="48427" y="73566"/>
                  <a:pt x="46814" y="71158"/>
                  <a:pt x="45061" y="69516"/>
                </a:cubicBezTo>
                <a:cubicBezTo>
                  <a:pt x="42628" y="67248"/>
                  <a:pt x="39290" y="65194"/>
                  <a:pt x="35047" y="63353"/>
                </a:cubicBezTo>
                <a:cubicBezTo>
                  <a:pt x="30804" y="61511"/>
                  <a:pt x="26476" y="60590"/>
                  <a:pt x="22064" y="60590"/>
                </a:cubicBezTo>
                <a:lnTo>
                  <a:pt x="19348" y="60590"/>
                </a:lnTo>
                <a:lnTo>
                  <a:pt x="19348" y="58044"/>
                </a:lnTo>
                <a:cubicBezTo>
                  <a:pt x="23817" y="57478"/>
                  <a:pt x="28301" y="55866"/>
                  <a:pt x="32798" y="53207"/>
                </a:cubicBezTo>
                <a:cubicBezTo>
                  <a:pt x="37296" y="50548"/>
                  <a:pt x="40563" y="47352"/>
                  <a:pt x="42600" y="43618"/>
                </a:cubicBezTo>
                <a:cubicBezTo>
                  <a:pt x="44636" y="39884"/>
                  <a:pt x="45655" y="35783"/>
                  <a:pt x="45655" y="31313"/>
                </a:cubicBezTo>
                <a:cubicBezTo>
                  <a:pt x="45655" y="25486"/>
                  <a:pt x="43830" y="20777"/>
                  <a:pt x="40181" y="17184"/>
                </a:cubicBezTo>
                <a:cubicBezTo>
                  <a:pt x="36532" y="13592"/>
                  <a:pt x="31992" y="11796"/>
                  <a:pt x="26561" y="11796"/>
                </a:cubicBezTo>
                <a:cubicBezTo>
                  <a:pt x="17792" y="11796"/>
                  <a:pt x="10466" y="16491"/>
                  <a:pt x="4582" y="25882"/>
                </a:cubicBezTo>
                <a:lnTo>
                  <a:pt x="1782" y="24524"/>
                </a:lnTo>
                <a:close/>
                <a:moveTo>
                  <a:pt x="89188" y="146807"/>
                </a:moveTo>
                <a:lnTo>
                  <a:pt x="89188" y="143074"/>
                </a:lnTo>
                <a:cubicBezTo>
                  <a:pt x="95015" y="141143"/>
                  <a:pt x="99527" y="138147"/>
                  <a:pt x="102723" y="134086"/>
                </a:cubicBezTo>
                <a:cubicBezTo>
                  <a:pt x="105919" y="130027"/>
                  <a:pt x="107518" y="125726"/>
                  <a:pt x="107518" y="121182"/>
                </a:cubicBezTo>
                <a:cubicBezTo>
                  <a:pt x="107518" y="120106"/>
                  <a:pt x="107263" y="119200"/>
                  <a:pt x="106754" y="118464"/>
                </a:cubicBezTo>
                <a:cubicBezTo>
                  <a:pt x="106358" y="117955"/>
                  <a:pt x="105962" y="117701"/>
                  <a:pt x="105566" y="117701"/>
                </a:cubicBezTo>
                <a:cubicBezTo>
                  <a:pt x="104943" y="117701"/>
                  <a:pt x="103586" y="118266"/>
                  <a:pt x="101492" y="119398"/>
                </a:cubicBezTo>
                <a:cubicBezTo>
                  <a:pt x="100474" y="119907"/>
                  <a:pt x="99399" y="120161"/>
                  <a:pt x="98268" y="120161"/>
                </a:cubicBezTo>
                <a:cubicBezTo>
                  <a:pt x="95496" y="120161"/>
                  <a:pt x="93289" y="119341"/>
                  <a:pt x="91649" y="117701"/>
                </a:cubicBezTo>
                <a:cubicBezTo>
                  <a:pt x="90008" y="116060"/>
                  <a:pt x="89188" y="113797"/>
                  <a:pt x="89188" y="110912"/>
                </a:cubicBezTo>
                <a:cubicBezTo>
                  <a:pt x="89188" y="108140"/>
                  <a:pt x="90249" y="105764"/>
                  <a:pt x="92370" y="103784"/>
                </a:cubicBezTo>
                <a:cubicBezTo>
                  <a:pt x="94492" y="101803"/>
                  <a:pt x="97080" y="100813"/>
                  <a:pt x="100135" y="100813"/>
                </a:cubicBezTo>
                <a:cubicBezTo>
                  <a:pt x="103869" y="100813"/>
                  <a:pt x="107192" y="102443"/>
                  <a:pt x="110106" y="105704"/>
                </a:cubicBezTo>
                <a:cubicBezTo>
                  <a:pt x="113019" y="108962"/>
                  <a:pt x="114476" y="113283"/>
                  <a:pt x="114476" y="118666"/>
                </a:cubicBezTo>
                <a:cubicBezTo>
                  <a:pt x="114476" y="124505"/>
                  <a:pt x="112454" y="129933"/>
                  <a:pt x="108409" y="134948"/>
                </a:cubicBezTo>
                <a:cubicBezTo>
                  <a:pt x="104364" y="139964"/>
                  <a:pt x="97957" y="143917"/>
                  <a:pt x="89188" y="146807"/>
                </a:cubicBezTo>
                <a:close/>
                <a:moveTo>
                  <a:pt x="175575" y="24524"/>
                </a:moveTo>
                <a:cubicBezTo>
                  <a:pt x="178856" y="16774"/>
                  <a:pt x="183000" y="10805"/>
                  <a:pt x="188007" y="6619"/>
                </a:cubicBezTo>
                <a:cubicBezTo>
                  <a:pt x="193014" y="2433"/>
                  <a:pt x="199251" y="339"/>
                  <a:pt x="206719" y="339"/>
                </a:cubicBezTo>
                <a:cubicBezTo>
                  <a:pt x="215940" y="339"/>
                  <a:pt x="223012" y="3333"/>
                  <a:pt x="227934" y="9321"/>
                </a:cubicBezTo>
                <a:cubicBezTo>
                  <a:pt x="231668" y="13785"/>
                  <a:pt x="233534" y="18560"/>
                  <a:pt x="233534" y="23644"/>
                </a:cubicBezTo>
                <a:cubicBezTo>
                  <a:pt x="233534" y="32005"/>
                  <a:pt x="228273" y="40648"/>
                  <a:pt x="217751" y="49574"/>
                </a:cubicBezTo>
                <a:cubicBezTo>
                  <a:pt x="224822" y="52350"/>
                  <a:pt x="230168" y="56314"/>
                  <a:pt x="233789" y="61468"/>
                </a:cubicBezTo>
                <a:cubicBezTo>
                  <a:pt x="237410" y="66619"/>
                  <a:pt x="239220" y="72678"/>
                  <a:pt x="239220" y="79644"/>
                </a:cubicBezTo>
                <a:cubicBezTo>
                  <a:pt x="239220" y="89611"/>
                  <a:pt x="236052" y="98247"/>
                  <a:pt x="229716" y="105552"/>
                </a:cubicBezTo>
                <a:cubicBezTo>
                  <a:pt x="221456" y="115065"/>
                  <a:pt x="209491" y="119822"/>
                  <a:pt x="193820" y="119822"/>
                </a:cubicBezTo>
                <a:cubicBezTo>
                  <a:pt x="186070" y="119822"/>
                  <a:pt x="180794" y="118860"/>
                  <a:pt x="177994" y="116937"/>
                </a:cubicBezTo>
                <a:cubicBezTo>
                  <a:pt x="175193" y="115013"/>
                  <a:pt x="173793" y="112948"/>
                  <a:pt x="173793" y="110742"/>
                </a:cubicBezTo>
                <a:cubicBezTo>
                  <a:pt x="173793" y="109101"/>
                  <a:pt x="174458" y="107659"/>
                  <a:pt x="175787" y="106414"/>
                </a:cubicBezTo>
                <a:cubicBezTo>
                  <a:pt x="177117" y="105170"/>
                  <a:pt x="178715" y="104547"/>
                  <a:pt x="180582" y="104547"/>
                </a:cubicBezTo>
                <a:cubicBezTo>
                  <a:pt x="181996" y="104547"/>
                  <a:pt x="183439" y="104774"/>
                  <a:pt x="184910" y="105226"/>
                </a:cubicBezTo>
                <a:cubicBezTo>
                  <a:pt x="185872" y="105509"/>
                  <a:pt x="188050" y="106541"/>
                  <a:pt x="191444" y="108324"/>
                </a:cubicBezTo>
                <a:cubicBezTo>
                  <a:pt x="194838" y="110106"/>
                  <a:pt x="197186" y="111166"/>
                  <a:pt x="198487" y="111506"/>
                </a:cubicBezTo>
                <a:cubicBezTo>
                  <a:pt x="200581" y="112128"/>
                  <a:pt x="202815" y="112439"/>
                  <a:pt x="205191" y="112439"/>
                </a:cubicBezTo>
                <a:cubicBezTo>
                  <a:pt x="210962" y="112439"/>
                  <a:pt x="215983" y="110201"/>
                  <a:pt x="220254" y="105725"/>
                </a:cubicBezTo>
                <a:cubicBezTo>
                  <a:pt x="224525" y="101248"/>
                  <a:pt x="226661" y="95950"/>
                  <a:pt x="226661" y="89829"/>
                </a:cubicBezTo>
                <a:cubicBezTo>
                  <a:pt x="226661" y="85353"/>
                  <a:pt x="225671" y="80990"/>
                  <a:pt x="223691" y="76740"/>
                </a:cubicBezTo>
                <a:cubicBezTo>
                  <a:pt x="222220" y="73566"/>
                  <a:pt x="220607" y="71158"/>
                  <a:pt x="218854" y="69516"/>
                </a:cubicBezTo>
                <a:cubicBezTo>
                  <a:pt x="216421" y="67248"/>
                  <a:pt x="213083" y="65194"/>
                  <a:pt x="208840" y="63353"/>
                </a:cubicBezTo>
                <a:cubicBezTo>
                  <a:pt x="204597" y="61511"/>
                  <a:pt x="200269" y="60590"/>
                  <a:pt x="195857" y="60590"/>
                </a:cubicBezTo>
                <a:lnTo>
                  <a:pt x="193141" y="60590"/>
                </a:lnTo>
                <a:lnTo>
                  <a:pt x="193141" y="58044"/>
                </a:lnTo>
                <a:cubicBezTo>
                  <a:pt x="197610" y="57478"/>
                  <a:pt x="202094" y="55866"/>
                  <a:pt x="206591" y="53207"/>
                </a:cubicBezTo>
                <a:cubicBezTo>
                  <a:pt x="211089" y="50548"/>
                  <a:pt x="214356" y="47352"/>
                  <a:pt x="216393" y="43618"/>
                </a:cubicBezTo>
                <a:cubicBezTo>
                  <a:pt x="218429" y="39884"/>
                  <a:pt x="219448" y="35783"/>
                  <a:pt x="219448" y="31313"/>
                </a:cubicBezTo>
                <a:cubicBezTo>
                  <a:pt x="219448" y="25486"/>
                  <a:pt x="217623" y="20777"/>
                  <a:pt x="213974" y="17184"/>
                </a:cubicBezTo>
                <a:cubicBezTo>
                  <a:pt x="210325" y="13592"/>
                  <a:pt x="205785" y="11796"/>
                  <a:pt x="200354" y="11796"/>
                </a:cubicBezTo>
                <a:cubicBezTo>
                  <a:pt x="191585" y="11796"/>
                  <a:pt x="184259" y="16491"/>
                  <a:pt x="178376" y="25882"/>
                </a:cubicBezTo>
                <a:lnTo>
                  <a:pt x="175575" y="24524"/>
                </a:lnTo>
                <a:close/>
                <a:moveTo>
                  <a:pt x="275370" y="101323"/>
                </a:moveTo>
                <a:cubicBezTo>
                  <a:pt x="278029" y="101323"/>
                  <a:pt x="280264" y="102242"/>
                  <a:pt x="282074" y="104081"/>
                </a:cubicBezTo>
                <a:cubicBezTo>
                  <a:pt x="283884" y="105919"/>
                  <a:pt x="284790" y="108140"/>
                  <a:pt x="284790" y="110742"/>
                </a:cubicBezTo>
                <a:cubicBezTo>
                  <a:pt x="284790" y="113344"/>
                  <a:pt x="283870" y="115565"/>
                  <a:pt x="282032" y="117404"/>
                </a:cubicBezTo>
                <a:cubicBezTo>
                  <a:pt x="280193" y="119242"/>
                  <a:pt x="277973" y="120161"/>
                  <a:pt x="275370" y="120161"/>
                </a:cubicBezTo>
                <a:cubicBezTo>
                  <a:pt x="272768" y="120161"/>
                  <a:pt x="270547" y="119242"/>
                  <a:pt x="268709" y="117404"/>
                </a:cubicBezTo>
                <a:cubicBezTo>
                  <a:pt x="266870" y="115565"/>
                  <a:pt x="265951" y="113344"/>
                  <a:pt x="265951" y="110742"/>
                </a:cubicBezTo>
                <a:cubicBezTo>
                  <a:pt x="265951" y="108083"/>
                  <a:pt x="266870" y="105848"/>
                  <a:pt x="268709" y="104038"/>
                </a:cubicBezTo>
                <a:cubicBezTo>
                  <a:pt x="270547" y="102228"/>
                  <a:pt x="272768" y="101323"/>
                  <a:pt x="275370" y="101323"/>
                </a:cubicBezTo>
                <a:close/>
                <a:moveTo>
                  <a:pt x="305920" y="24524"/>
                </a:moveTo>
                <a:cubicBezTo>
                  <a:pt x="309201" y="16774"/>
                  <a:pt x="313345" y="10805"/>
                  <a:pt x="318352" y="6619"/>
                </a:cubicBezTo>
                <a:cubicBezTo>
                  <a:pt x="323358" y="2433"/>
                  <a:pt x="329596" y="339"/>
                  <a:pt x="337063" y="339"/>
                </a:cubicBezTo>
                <a:cubicBezTo>
                  <a:pt x="346285" y="339"/>
                  <a:pt x="353356" y="3333"/>
                  <a:pt x="358278" y="9321"/>
                </a:cubicBezTo>
                <a:cubicBezTo>
                  <a:pt x="362012" y="13785"/>
                  <a:pt x="363879" y="18560"/>
                  <a:pt x="363879" y="23644"/>
                </a:cubicBezTo>
                <a:cubicBezTo>
                  <a:pt x="363879" y="32005"/>
                  <a:pt x="358618" y="40648"/>
                  <a:pt x="348095" y="49574"/>
                </a:cubicBezTo>
                <a:cubicBezTo>
                  <a:pt x="355167" y="52350"/>
                  <a:pt x="360513" y="56314"/>
                  <a:pt x="364134" y="61468"/>
                </a:cubicBezTo>
                <a:cubicBezTo>
                  <a:pt x="367754" y="66619"/>
                  <a:pt x="369565" y="72678"/>
                  <a:pt x="369565" y="79644"/>
                </a:cubicBezTo>
                <a:cubicBezTo>
                  <a:pt x="369565" y="89611"/>
                  <a:pt x="366397" y="98247"/>
                  <a:pt x="360060" y="105552"/>
                </a:cubicBezTo>
                <a:cubicBezTo>
                  <a:pt x="351801" y="115065"/>
                  <a:pt x="339835" y="119822"/>
                  <a:pt x="324165" y="119822"/>
                </a:cubicBezTo>
                <a:cubicBezTo>
                  <a:pt x="316414" y="119822"/>
                  <a:pt x="311139" y="118860"/>
                  <a:pt x="308338" y="116937"/>
                </a:cubicBezTo>
                <a:cubicBezTo>
                  <a:pt x="305538" y="115013"/>
                  <a:pt x="304138" y="112948"/>
                  <a:pt x="304138" y="110742"/>
                </a:cubicBezTo>
                <a:cubicBezTo>
                  <a:pt x="304138" y="109101"/>
                  <a:pt x="304802" y="107659"/>
                  <a:pt x="306132" y="106414"/>
                </a:cubicBezTo>
                <a:cubicBezTo>
                  <a:pt x="307461" y="105170"/>
                  <a:pt x="309060" y="104547"/>
                  <a:pt x="310927" y="104547"/>
                </a:cubicBezTo>
                <a:cubicBezTo>
                  <a:pt x="312341" y="104547"/>
                  <a:pt x="313783" y="104774"/>
                  <a:pt x="315254" y="105226"/>
                </a:cubicBezTo>
                <a:cubicBezTo>
                  <a:pt x="316216" y="105509"/>
                  <a:pt x="318394" y="106541"/>
                  <a:pt x="321789" y="108324"/>
                </a:cubicBezTo>
                <a:cubicBezTo>
                  <a:pt x="325183" y="110106"/>
                  <a:pt x="327531" y="111166"/>
                  <a:pt x="328832" y="111506"/>
                </a:cubicBezTo>
                <a:cubicBezTo>
                  <a:pt x="330925" y="112128"/>
                  <a:pt x="333160" y="112439"/>
                  <a:pt x="335536" y="112439"/>
                </a:cubicBezTo>
                <a:cubicBezTo>
                  <a:pt x="341306" y="112439"/>
                  <a:pt x="346327" y="110201"/>
                  <a:pt x="350598" y="105725"/>
                </a:cubicBezTo>
                <a:cubicBezTo>
                  <a:pt x="354870" y="101248"/>
                  <a:pt x="357005" y="95950"/>
                  <a:pt x="357005" y="89829"/>
                </a:cubicBezTo>
                <a:cubicBezTo>
                  <a:pt x="357005" y="85353"/>
                  <a:pt x="356015" y="80990"/>
                  <a:pt x="354035" y="76740"/>
                </a:cubicBezTo>
                <a:cubicBezTo>
                  <a:pt x="352564" y="73566"/>
                  <a:pt x="350952" y="71158"/>
                  <a:pt x="349198" y="69516"/>
                </a:cubicBezTo>
                <a:cubicBezTo>
                  <a:pt x="346766" y="67248"/>
                  <a:pt x="343428" y="65194"/>
                  <a:pt x="339185" y="63353"/>
                </a:cubicBezTo>
                <a:cubicBezTo>
                  <a:pt x="334942" y="61511"/>
                  <a:pt x="330614" y="60590"/>
                  <a:pt x="326201" y="60590"/>
                </a:cubicBezTo>
                <a:lnTo>
                  <a:pt x="323486" y="60590"/>
                </a:lnTo>
                <a:lnTo>
                  <a:pt x="323486" y="58044"/>
                </a:lnTo>
                <a:cubicBezTo>
                  <a:pt x="327955" y="57478"/>
                  <a:pt x="332438" y="55866"/>
                  <a:pt x="336936" y="53207"/>
                </a:cubicBezTo>
                <a:cubicBezTo>
                  <a:pt x="341434" y="50548"/>
                  <a:pt x="344701" y="47352"/>
                  <a:pt x="346737" y="43618"/>
                </a:cubicBezTo>
                <a:cubicBezTo>
                  <a:pt x="348774" y="39884"/>
                  <a:pt x="349792" y="35783"/>
                  <a:pt x="349792" y="31313"/>
                </a:cubicBezTo>
                <a:cubicBezTo>
                  <a:pt x="349792" y="25486"/>
                  <a:pt x="347968" y="20777"/>
                  <a:pt x="344319" y="17184"/>
                </a:cubicBezTo>
                <a:cubicBezTo>
                  <a:pt x="340670" y="13592"/>
                  <a:pt x="336130" y="11796"/>
                  <a:pt x="330699" y="11796"/>
                </a:cubicBezTo>
                <a:cubicBezTo>
                  <a:pt x="321930" y="11796"/>
                  <a:pt x="314604" y="16491"/>
                  <a:pt x="308720" y="25882"/>
                </a:cubicBezTo>
                <a:lnTo>
                  <a:pt x="305920" y="24524"/>
                </a:lnTo>
                <a:close/>
                <a:moveTo>
                  <a:pt x="502116" y="0"/>
                </a:moveTo>
                <a:lnTo>
                  <a:pt x="418274" y="122538"/>
                </a:lnTo>
                <a:lnTo>
                  <a:pt x="410721" y="122538"/>
                </a:lnTo>
                <a:lnTo>
                  <a:pt x="494563" y="0"/>
                </a:lnTo>
                <a:lnTo>
                  <a:pt x="502116" y="0"/>
                </a:lnTo>
                <a:moveTo>
                  <a:pt x="414880" y="0"/>
                </a:moveTo>
                <a:cubicBezTo>
                  <a:pt x="422517" y="0"/>
                  <a:pt x="428443" y="3173"/>
                  <a:pt x="432658" y="9518"/>
                </a:cubicBezTo>
                <a:cubicBezTo>
                  <a:pt x="436872" y="15863"/>
                  <a:pt x="438980" y="23142"/>
                  <a:pt x="438980" y="31356"/>
                </a:cubicBezTo>
                <a:cubicBezTo>
                  <a:pt x="438980" y="41214"/>
                  <a:pt x="436604" y="48833"/>
                  <a:pt x="431852" y="54215"/>
                </a:cubicBezTo>
                <a:cubicBezTo>
                  <a:pt x="427099" y="59596"/>
                  <a:pt x="421386" y="62287"/>
                  <a:pt x="414710" y="62287"/>
                </a:cubicBezTo>
                <a:cubicBezTo>
                  <a:pt x="410241" y="62287"/>
                  <a:pt x="406139" y="61055"/>
                  <a:pt x="402405" y="58590"/>
                </a:cubicBezTo>
                <a:cubicBezTo>
                  <a:pt x="398671" y="56126"/>
                  <a:pt x="395687" y="52458"/>
                  <a:pt x="393453" y="47588"/>
                </a:cubicBezTo>
                <a:cubicBezTo>
                  <a:pt x="391218" y="42715"/>
                  <a:pt x="390101" y="37305"/>
                  <a:pt x="390101" y="31356"/>
                </a:cubicBezTo>
                <a:cubicBezTo>
                  <a:pt x="390101" y="25408"/>
                  <a:pt x="391232" y="19928"/>
                  <a:pt x="393495" y="14914"/>
                </a:cubicBezTo>
                <a:cubicBezTo>
                  <a:pt x="395758" y="9900"/>
                  <a:pt x="398855" y="6161"/>
                  <a:pt x="402787" y="3697"/>
                </a:cubicBezTo>
                <a:cubicBezTo>
                  <a:pt x="406719" y="1232"/>
                  <a:pt x="410750" y="0"/>
                  <a:pt x="414880" y="0"/>
                </a:cubicBezTo>
                <a:moveTo>
                  <a:pt x="414625" y="4582"/>
                </a:moveTo>
                <a:cubicBezTo>
                  <a:pt x="411740" y="4582"/>
                  <a:pt x="409180" y="6288"/>
                  <a:pt x="406945" y="9698"/>
                </a:cubicBezTo>
                <a:cubicBezTo>
                  <a:pt x="404711" y="13108"/>
                  <a:pt x="403593" y="20271"/>
                  <a:pt x="403593" y="31186"/>
                </a:cubicBezTo>
                <a:cubicBezTo>
                  <a:pt x="403593" y="39087"/>
                  <a:pt x="404216" y="45112"/>
                  <a:pt x="405460" y="49261"/>
                </a:cubicBezTo>
                <a:cubicBezTo>
                  <a:pt x="406422" y="52389"/>
                  <a:pt x="407921" y="54804"/>
                  <a:pt x="409958" y="56509"/>
                </a:cubicBezTo>
                <a:cubicBezTo>
                  <a:pt x="411146" y="57532"/>
                  <a:pt x="412617" y="58044"/>
                  <a:pt x="414370" y="58044"/>
                </a:cubicBezTo>
                <a:cubicBezTo>
                  <a:pt x="417086" y="58044"/>
                  <a:pt x="419405" y="56566"/>
                  <a:pt x="421329" y="53610"/>
                </a:cubicBezTo>
                <a:cubicBezTo>
                  <a:pt x="424158" y="49233"/>
                  <a:pt x="425572" y="41929"/>
                  <a:pt x="425572" y="31698"/>
                </a:cubicBezTo>
                <a:cubicBezTo>
                  <a:pt x="425572" y="20898"/>
                  <a:pt x="424186" y="13309"/>
                  <a:pt x="421414" y="8931"/>
                </a:cubicBezTo>
                <a:cubicBezTo>
                  <a:pt x="419603" y="6032"/>
                  <a:pt x="417341" y="4582"/>
                  <a:pt x="414625" y="4582"/>
                </a:cubicBezTo>
                <a:moveTo>
                  <a:pt x="498212" y="60590"/>
                </a:moveTo>
                <a:cubicBezTo>
                  <a:pt x="502229" y="60590"/>
                  <a:pt x="506231" y="61865"/>
                  <a:pt x="510220" y="64414"/>
                </a:cubicBezTo>
                <a:cubicBezTo>
                  <a:pt x="514208" y="66963"/>
                  <a:pt x="517291" y="70674"/>
                  <a:pt x="519469" y="75546"/>
                </a:cubicBezTo>
                <a:cubicBezTo>
                  <a:pt x="521647" y="80417"/>
                  <a:pt x="522736" y="85770"/>
                  <a:pt x="522736" y="91606"/>
                </a:cubicBezTo>
                <a:cubicBezTo>
                  <a:pt x="522736" y="101634"/>
                  <a:pt x="520332" y="109296"/>
                  <a:pt x="515523" y="114593"/>
                </a:cubicBezTo>
                <a:cubicBezTo>
                  <a:pt x="510715" y="119889"/>
                  <a:pt x="505029" y="122538"/>
                  <a:pt x="498467" y="122538"/>
                </a:cubicBezTo>
                <a:cubicBezTo>
                  <a:pt x="494337" y="122538"/>
                  <a:pt x="490334" y="121263"/>
                  <a:pt x="486459" y="118714"/>
                </a:cubicBezTo>
                <a:cubicBezTo>
                  <a:pt x="482584" y="116164"/>
                  <a:pt x="479529" y="112525"/>
                  <a:pt x="477294" y="107796"/>
                </a:cubicBezTo>
                <a:cubicBezTo>
                  <a:pt x="475059" y="103065"/>
                  <a:pt x="473942" y="97668"/>
                  <a:pt x="473942" y="91606"/>
                </a:cubicBezTo>
                <a:cubicBezTo>
                  <a:pt x="473942" y="85657"/>
                  <a:pt x="475059" y="80219"/>
                  <a:pt x="477294" y="75292"/>
                </a:cubicBezTo>
                <a:cubicBezTo>
                  <a:pt x="479529" y="70363"/>
                  <a:pt x="482584" y="66680"/>
                  <a:pt x="486459" y="64244"/>
                </a:cubicBezTo>
                <a:cubicBezTo>
                  <a:pt x="490334" y="61808"/>
                  <a:pt x="494252" y="60590"/>
                  <a:pt x="498212" y="60590"/>
                </a:cubicBezTo>
                <a:moveTo>
                  <a:pt x="498297" y="65172"/>
                </a:moveTo>
                <a:cubicBezTo>
                  <a:pt x="495581" y="65172"/>
                  <a:pt x="493234" y="66705"/>
                  <a:pt x="491253" y="69771"/>
                </a:cubicBezTo>
                <a:cubicBezTo>
                  <a:pt x="488708" y="73743"/>
                  <a:pt x="487435" y="81263"/>
                  <a:pt x="487435" y="92330"/>
                </a:cubicBezTo>
                <a:cubicBezTo>
                  <a:pt x="487435" y="102489"/>
                  <a:pt x="488736" y="109583"/>
                  <a:pt x="491338" y="113614"/>
                </a:cubicBezTo>
                <a:cubicBezTo>
                  <a:pt x="493262" y="116508"/>
                  <a:pt x="495581" y="117955"/>
                  <a:pt x="498297" y="117955"/>
                </a:cubicBezTo>
                <a:cubicBezTo>
                  <a:pt x="500899" y="117955"/>
                  <a:pt x="503219" y="116394"/>
                  <a:pt x="505255" y="113272"/>
                </a:cubicBezTo>
                <a:cubicBezTo>
                  <a:pt x="507971" y="109130"/>
                  <a:pt x="509329" y="102007"/>
                  <a:pt x="509329" y="91903"/>
                </a:cubicBezTo>
                <a:cubicBezTo>
                  <a:pt x="509329" y="81234"/>
                  <a:pt x="507971" y="73771"/>
                  <a:pt x="505255" y="69513"/>
                </a:cubicBezTo>
                <a:cubicBezTo>
                  <a:pt x="503388" y="66619"/>
                  <a:pt x="501069" y="65172"/>
                  <a:pt x="498297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8286AF-692B-4902-9D9B-4A1D70B4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8846589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500AE-E8ED-4759-B641-8D8725B0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8846589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15" name="Text 62,69.7%">
            <a:extLst xmlns:a="http://schemas.openxmlformats.org/drawingml/2006/main">
              <a:ext uri="{FF2B5EF4-FFF2-40B4-BE49-F238E27FC236}">
                <a16:creationId xmlns:a16="http://schemas.microsoft.com/office/drawing/2014/main" id="{76BCE268-622E-464A-B119-A70D2D4F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953" y="8922650"/>
            <a:ext cx="696105" cy="146807"/>
          </a:xfrm>
          <a:custGeom xmlns:a="http://schemas.openxmlformats.org/drawingml/2006/main">
            <a:pathLst>
              <a:path w="696105" h="146807">
                <a:moveTo>
                  <a:pt x="70434" y="339"/>
                </a:moveTo>
                <a:lnTo>
                  <a:pt x="70434" y="3479"/>
                </a:lnTo>
                <a:cubicBezTo>
                  <a:pt x="62966" y="4215"/>
                  <a:pt x="56870" y="5700"/>
                  <a:pt x="52146" y="7934"/>
                </a:cubicBezTo>
                <a:cubicBezTo>
                  <a:pt x="47422" y="10169"/>
                  <a:pt x="42755" y="13578"/>
                  <a:pt x="38144" y="18160"/>
                </a:cubicBezTo>
                <a:cubicBezTo>
                  <a:pt x="33534" y="22742"/>
                  <a:pt x="29715" y="27848"/>
                  <a:pt x="26688" y="33477"/>
                </a:cubicBezTo>
                <a:cubicBezTo>
                  <a:pt x="23662" y="39106"/>
                  <a:pt x="21130" y="45796"/>
                  <a:pt x="19093" y="53547"/>
                </a:cubicBezTo>
                <a:cubicBezTo>
                  <a:pt x="27240" y="47946"/>
                  <a:pt x="35415" y="45145"/>
                  <a:pt x="43618" y="45145"/>
                </a:cubicBezTo>
                <a:cubicBezTo>
                  <a:pt x="51482" y="45145"/>
                  <a:pt x="58299" y="48314"/>
                  <a:pt x="64069" y="54650"/>
                </a:cubicBezTo>
                <a:cubicBezTo>
                  <a:pt x="69840" y="60986"/>
                  <a:pt x="72725" y="69132"/>
                  <a:pt x="72725" y="79089"/>
                </a:cubicBezTo>
                <a:cubicBezTo>
                  <a:pt x="72725" y="88707"/>
                  <a:pt x="69811" y="97476"/>
                  <a:pt x="63984" y="105396"/>
                </a:cubicBezTo>
                <a:cubicBezTo>
                  <a:pt x="56969" y="115013"/>
                  <a:pt x="47691" y="119822"/>
                  <a:pt x="36150" y="119822"/>
                </a:cubicBezTo>
                <a:cubicBezTo>
                  <a:pt x="28287" y="119822"/>
                  <a:pt x="21611" y="117220"/>
                  <a:pt x="16123" y="112015"/>
                </a:cubicBezTo>
                <a:cubicBezTo>
                  <a:pt x="5374" y="101888"/>
                  <a:pt x="0" y="88763"/>
                  <a:pt x="0" y="72640"/>
                </a:cubicBezTo>
                <a:cubicBezTo>
                  <a:pt x="0" y="62344"/>
                  <a:pt x="2065" y="52557"/>
                  <a:pt x="6195" y="43279"/>
                </a:cubicBezTo>
                <a:cubicBezTo>
                  <a:pt x="10325" y="34001"/>
                  <a:pt x="16222" y="25769"/>
                  <a:pt x="23888" y="18584"/>
                </a:cubicBezTo>
                <a:cubicBezTo>
                  <a:pt x="31554" y="11400"/>
                  <a:pt x="38894" y="6562"/>
                  <a:pt x="45909" y="4073"/>
                </a:cubicBezTo>
                <a:cubicBezTo>
                  <a:pt x="52924" y="1584"/>
                  <a:pt x="59458" y="339"/>
                  <a:pt x="65512" y="339"/>
                </a:cubicBezTo>
                <a:lnTo>
                  <a:pt x="70434" y="339"/>
                </a:lnTo>
                <a:moveTo>
                  <a:pt x="17651" y="59741"/>
                </a:moveTo>
                <a:cubicBezTo>
                  <a:pt x="16633" y="67379"/>
                  <a:pt x="16123" y="73545"/>
                  <a:pt x="16123" y="78241"/>
                </a:cubicBezTo>
                <a:cubicBezTo>
                  <a:pt x="16123" y="83672"/>
                  <a:pt x="17128" y="89570"/>
                  <a:pt x="19136" y="95934"/>
                </a:cubicBezTo>
                <a:cubicBezTo>
                  <a:pt x="21144" y="102299"/>
                  <a:pt x="24128" y="107348"/>
                  <a:pt x="28089" y="111081"/>
                </a:cubicBezTo>
                <a:cubicBezTo>
                  <a:pt x="30974" y="113740"/>
                  <a:pt x="34481" y="115070"/>
                  <a:pt x="38611" y="115070"/>
                </a:cubicBezTo>
                <a:cubicBezTo>
                  <a:pt x="43533" y="115070"/>
                  <a:pt x="47932" y="112750"/>
                  <a:pt x="51807" y="108111"/>
                </a:cubicBezTo>
                <a:cubicBezTo>
                  <a:pt x="55682" y="103472"/>
                  <a:pt x="57620" y="96853"/>
                  <a:pt x="57620" y="88254"/>
                </a:cubicBezTo>
                <a:cubicBezTo>
                  <a:pt x="57620" y="78580"/>
                  <a:pt x="55696" y="70207"/>
                  <a:pt x="51849" y="63136"/>
                </a:cubicBezTo>
                <a:cubicBezTo>
                  <a:pt x="48002" y="56064"/>
                  <a:pt x="42543" y="52528"/>
                  <a:pt x="35471" y="52528"/>
                </a:cubicBezTo>
                <a:cubicBezTo>
                  <a:pt x="33322" y="52528"/>
                  <a:pt x="31016" y="52981"/>
                  <a:pt x="28555" y="53886"/>
                </a:cubicBezTo>
                <a:cubicBezTo>
                  <a:pt x="26094" y="54791"/>
                  <a:pt x="22460" y="56743"/>
                  <a:pt x="17651" y="59741"/>
                </a:cubicBezTo>
                <a:close/>
                <a:moveTo>
                  <a:pt x="159112" y="95552"/>
                </a:moveTo>
                <a:lnTo>
                  <a:pt x="151051" y="117785"/>
                </a:lnTo>
                <a:lnTo>
                  <a:pt x="83163" y="117785"/>
                </a:lnTo>
                <a:lnTo>
                  <a:pt x="83163" y="114640"/>
                </a:lnTo>
                <a:cubicBezTo>
                  <a:pt x="103133" y="96394"/>
                  <a:pt x="117192" y="81491"/>
                  <a:pt x="125338" y="69932"/>
                </a:cubicBezTo>
                <a:cubicBezTo>
                  <a:pt x="133485" y="58372"/>
                  <a:pt x="137558" y="47803"/>
                  <a:pt x="137558" y="38227"/>
                </a:cubicBezTo>
                <a:cubicBezTo>
                  <a:pt x="137558" y="30918"/>
                  <a:pt x="135323" y="24913"/>
                  <a:pt x="130854" y="20210"/>
                </a:cubicBezTo>
                <a:cubicBezTo>
                  <a:pt x="126385" y="15505"/>
                  <a:pt x="121039" y="13153"/>
                  <a:pt x="114815" y="13153"/>
                </a:cubicBezTo>
                <a:cubicBezTo>
                  <a:pt x="109158" y="13153"/>
                  <a:pt x="104081" y="14815"/>
                  <a:pt x="99583" y="18139"/>
                </a:cubicBezTo>
                <a:cubicBezTo>
                  <a:pt x="95086" y="21462"/>
                  <a:pt x="91762" y="26335"/>
                  <a:pt x="89612" y="32756"/>
                </a:cubicBezTo>
                <a:lnTo>
                  <a:pt x="86472" y="32756"/>
                </a:lnTo>
                <a:cubicBezTo>
                  <a:pt x="87887" y="22316"/>
                  <a:pt x="91521" y="14304"/>
                  <a:pt x="97377" y="8719"/>
                </a:cubicBezTo>
                <a:cubicBezTo>
                  <a:pt x="103232" y="3133"/>
                  <a:pt x="110544" y="339"/>
                  <a:pt x="119313" y="339"/>
                </a:cubicBezTo>
                <a:cubicBezTo>
                  <a:pt x="128648" y="339"/>
                  <a:pt x="136441" y="3338"/>
                  <a:pt x="142692" y="9335"/>
                </a:cubicBezTo>
                <a:cubicBezTo>
                  <a:pt x="148943" y="15331"/>
                  <a:pt x="152069" y="22403"/>
                  <a:pt x="152069" y="30550"/>
                </a:cubicBezTo>
                <a:cubicBezTo>
                  <a:pt x="152069" y="36377"/>
                  <a:pt x="150711" y="42204"/>
                  <a:pt x="147996" y="48031"/>
                </a:cubicBezTo>
                <a:cubicBezTo>
                  <a:pt x="143809" y="57196"/>
                  <a:pt x="137020" y="66898"/>
                  <a:pt x="127629" y="77138"/>
                </a:cubicBezTo>
                <a:cubicBezTo>
                  <a:pt x="113543" y="92525"/>
                  <a:pt x="104745" y="101803"/>
                  <a:pt x="101238" y="104972"/>
                </a:cubicBezTo>
                <a:lnTo>
                  <a:pt x="131278" y="104972"/>
                </a:lnTo>
                <a:cubicBezTo>
                  <a:pt x="137388" y="104972"/>
                  <a:pt x="141674" y="104744"/>
                  <a:pt x="144135" y="104287"/>
                </a:cubicBezTo>
                <a:cubicBezTo>
                  <a:pt x="146595" y="103830"/>
                  <a:pt x="148816" y="102901"/>
                  <a:pt x="150796" y="101503"/>
                </a:cubicBezTo>
                <a:cubicBezTo>
                  <a:pt x="152776" y="100105"/>
                  <a:pt x="154502" y="98121"/>
                  <a:pt x="155972" y="95552"/>
                </a:cubicBezTo>
                <a:lnTo>
                  <a:pt x="159112" y="95552"/>
                </a:lnTo>
                <a:close/>
                <a:moveTo>
                  <a:pt x="175659" y="146807"/>
                </a:moveTo>
                <a:lnTo>
                  <a:pt x="175659" y="143074"/>
                </a:lnTo>
                <a:cubicBezTo>
                  <a:pt x="181487" y="141143"/>
                  <a:pt x="185998" y="138147"/>
                  <a:pt x="189195" y="134086"/>
                </a:cubicBezTo>
                <a:cubicBezTo>
                  <a:pt x="192391" y="130027"/>
                  <a:pt x="193989" y="125726"/>
                  <a:pt x="193989" y="121182"/>
                </a:cubicBezTo>
                <a:cubicBezTo>
                  <a:pt x="193989" y="120106"/>
                  <a:pt x="193735" y="119200"/>
                  <a:pt x="193225" y="118464"/>
                </a:cubicBezTo>
                <a:cubicBezTo>
                  <a:pt x="192829" y="117955"/>
                  <a:pt x="192433" y="117701"/>
                  <a:pt x="192037" y="117701"/>
                </a:cubicBezTo>
                <a:cubicBezTo>
                  <a:pt x="191415" y="117701"/>
                  <a:pt x="190057" y="118266"/>
                  <a:pt x="187964" y="119398"/>
                </a:cubicBezTo>
                <a:cubicBezTo>
                  <a:pt x="186946" y="119907"/>
                  <a:pt x="185871" y="120161"/>
                  <a:pt x="184739" y="120161"/>
                </a:cubicBezTo>
                <a:cubicBezTo>
                  <a:pt x="181967" y="120161"/>
                  <a:pt x="179761" y="119341"/>
                  <a:pt x="178120" y="117701"/>
                </a:cubicBezTo>
                <a:cubicBezTo>
                  <a:pt x="176480" y="116060"/>
                  <a:pt x="175659" y="113797"/>
                  <a:pt x="175659" y="110912"/>
                </a:cubicBezTo>
                <a:cubicBezTo>
                  <a:pt x="175659" y="108140"/>
                  <a:pt x="176720" y="105764"/>
                  <a:pt x="178842" y="103784"/>
                </a:cubicBezTo>
                <a:cubicBezTo>
                  <a:pt x="180963" y="101803"/>
                  <a:pt x="183551" y="100813"/>
                  <a:pt x="186606" y="100813"/>
                </a:cubicBezTo>
                <a:cubicBezTo>
                  <a:pt x="190340" y="100813"/>
                  <a:pt x="193664" y="102443"/>
                  <a:pt x="196577" y="105704"/>
                </a:cubicBezTo>
                <a:cubicBezTo>
                  <a:pt x="199491" y="108962"/>
                  <a:pt x="200948" y="113283"/>
                  <a:pt x="200948" y="118666"/>
                </a:cubicBezTo>
                <a:cubicBezTo>
                  <a:pt x="200948" y="124505"/>
                  <a:pt x="198925" y="129933"/>
                  <a:pt x="194880" y="134948"/>
                </a:cubicBezTo>
                <a:cubicBezTo>
                  <a:pt x="190835" y="139964"/>
                  <a:pt x="184428" y="143917"/>
                  <a:pt x="175659" y="146807"/>
                </a:cubicBezTo>
                <a:close/>
                <a:moveTo>
                  <a:pt x="331123" y="339"/>
                </a:moveTo>
                <a:lnTo>
                  <a:pt x="331123" y="3479"/>
                </a:lnTo>
                <a:cubicBezTo>
                  <a:pt x="323655" y="4215"/>
                  <a:pt x="317559" y="5700"/>
                  <a:pt x="312836" y="7934"/>
                </a:cubicBezTo>
                <a:cubicBezTo>
                  <a:pt x="308112" y="10169"/>
                  <a:pt x="303444" y="13578"/>
                  <a:pt x="298834" y="18160"/>
                </a:cubicBezTo>
                <a:cubicBezTo>
                  <a:pt x="294223" y="22742"/>
                  <a:pt x="290404" y="27848"/>
                  <a:pt x="287378" y="33477"/>
                </a:cubicBezTo>
                <a:cubicBezTo>
                  <a:pt x="284351" y="39106"/>
                  <a:pt x="281819" y="45796"/>
                  <a:pt x="279783" y="53547"/>
                </a:cubicBezTo>
                <a:cubicBezTo>
                  <a:pt x="287929" y="47946"/>
                  <a:pt x="296104" y="45145"/>
                  <a:pt x="304307" y="45145"/>
                </a:cubicBezTo>
                <a:cubicBezTo>
                  <a:pt x="312171" y="45145"/>
                  <a:pt x="318988" y="48314"/>
                  <a:pt x="324758" y="54650"/>
                </a:cubicBezTo>
                <a:cubicBezTo>
                  <a:pt x="330529" y="60986"/>
                  <a:pt x="333414" y="69132"/>
                  <a:pt x="333414" y="79089"/>
                </a:cubicBezTo>
                <a:cubicBezTo>
                  <a:pt x="333414" y="88707"/>
                  <a:pt x="330500" y="97476"/>
                  <a:pt x="324673" y="105396"/>
                </a:cubicBezTo>
                <a:cubicBezTo>
                  <a:pt x="317658" y="115013"/>
                  <a:pt x="308380" y="119822"/>
                  <a:pt x="296839" y="119822"/>
                </a:cubicBezTo>
                <a:cubicBezTo>
                  <a:pt x="288976" y="119822"/>
                  <a:pt x="282300" y="117220"/>
                  <a:pt x="276813" y="112015"/>
                </a:cubicBezTo>
                <a:cubicBezTo>
                  <a:pt x="266064" y="101888"/>
                  <a:pt x="260689" y="88763"/>
                  <a:pt x="260689" y="72640"/>
                </a:cubicBezTo>
                <a:cubicBezTo>
                  <a:pt x="260689" y="62344"/>
                  <a:pt x="262754" y="52557"/>
                  <a:pt x="266884" y="43279"/>
                </a:cubicBezTo>
                <a:cubicBezTo>
                  <a:pt x="271014" y="34001"/>
                  <a:pt x="276912" y="25769"/>
                  <a:pt x="284577" y="18584"/>
                </a:cubicBezTo>
                <a:cubicBezTo>
                  <a:pt x="292243" y="11400"/>
                  <a:pt x="299583" y="6562"/>
                  <a:pt x="306598" y="4073"/>
                </a:cubicBezTo>
                <a:cubicBezTo>
                  <a:pt x="313613" y="1584"/>
                  <a:pt x="320148" y="339"/>
                  <a:pt x="326201" y="339"/>
                </a:cubicBezTo>
                <a:lnTo>
                  <a:pt x="331123" y="339"/>
                </a:lnTo>
                <a:moveTo>
                  <a:pt x="278340" y="59741"/>
                </a:moveTo>
                <a:cubicBezTo>
                  <a:pt x="277322" y="67379"/>
                  <a:pt x="276813" y="73545"/>
                  <a:pt x="276813" y="78241"/>
                </a:cubicBezTo>
                <a:cubicBezTo>
                  <a:pt x="276813" y="83672"/>
                  <a:pt x="277817" y="89570"/>
                  <a:pt x="279825" y="95934"/>
                </a:cubicBezTo>
                <a:cubicBezTo>
                  <a:pt x="281833" y="102299"/>
                  <a:pt x="284818" y="107348"/>
                  <a:pt x="288778" y="111081"/>
                </a:cubicBezTo>
                <a:cubicBezTo>
                  <a:pt x="291663" y="113740"/>
                  <a:pt x="295171" y="115070"/>
                  <a:pt x="299300" y="115070"/>
                </a:cubicBezTo>
                <a:cubicBezTo>
                  <a:pt x="304222" y="115070"/>
                  <a:pt x="308621" y="112750"/>
                  <a:pt x="312496" y="108111"/>
                </a:cubicBezTo>
                <a:cubicBezTo>
                  <a:pt x="316371" y="103472"/>
                  <a:pt x="318309" y="96853"/>
                  <a:pt x="318309" y="88254"/>
                </a:cubicBezTo>
                <a:cubicBezTo>
                  <a:pt x="318309" y="78580"/>
                  <a:pt x="316385" y="70207"/>
                  <a:pt x="312538" y="63136"/>
                </a:cubicBezTo>
                <a:cubicBezTo>
                  <a:pt x="308692" y="56064"/>
                  <a:pt x="303232" y="52528"/>
                  <a:pt x="296161" y="52528"/>
                </a:cubicBezTo>
                <a:cubicBezTo>
                  <a:pt x="294011" y="52528"/>
                  <a:pt x="291705" y="52981"/>
                  <a:pt x="289244" y="53886"/>
                </a:cubicBezTo>
                <a:cubicBezTo>
                  <a:pt x="286784" y="54791"/>
                  <a:pt x="283149" y="56743"/>
                  <a:pt x="278340" y="59741"/>
                </a:cubicBezTo>
                <a:close/>
                <a:moveTo>
                  <a:pt x="349283" y="120161"/>
                </a:moveTo>
                <a:lnTo>
                  <a:pt x="349283" y="117022"/>
                </a:lnTo>
                <a:cubicBezTo>
                  <a:pt x="356637" y="116909"/>
                  <a:pt x="363483" y="115197"/>
                  <a:pt x="369819" y="111888"/>
                </a:cubicBezTo>
                <a:cubicBezTo>
                  <a:pt x="376155" y="108578"/>
                  <a:pt x="382279" y="102794"/>
                  <a:pt x="388191" y="94534"/>
                </a:cubicBezTo>
                <a:cubicBezTo>
                  <a:pt x="394103" y="86274"/>
                  <a:pt x="398219" y="77194"/>
                  <a:pt x="400538" y="67294"/>
                </a:cubicBezTo>
                <a:cubicBezTo>
                  <a:pt x="391656" y="73008"/>
                  <a:pt x="383623" y="75865"/>
                  <a:pt x="376438" y="75865"/>
                </a:cubicBezTo>
                <a:cubicBezTo>
                  <a:pt x="368348" y="75865"/>
                  <a:pt x="361418" y="72739"/>
                  <a:pt x="355647" y="66488"/>
                </a:cubicBezTo>
                <a:cubicBezTo>
                  <a:pt x="349877" y="60236"/>
                  <a:pt x="346992" y="51934"/>
                  <a:pt x="346992" y="41581"/>
                </a:cubicBezTo>
                <a:cubicBezTo>
                  <a:pt x="346992" y="31511"/>
                  <a:pt x="349877" y="22544"/>
                  <a:pt x="355647" y="14681"/>
                </a:cubicBezTo>
                <a:cubicBezTo>
                  <a:pt x="362606" y="5120"/>
                  <a:pt x="371686" y="339"/>
                  <a:pt x="382887" y="339"/>
                </a:cubicBezTo>
                <a:cubicBezTo>
                  <a:pt x="392335" y="339"/>
                  <a:pt x="400425" y="4243"/>
                  <a:pt x="407157" y="12050"/>
                </a:cubicBezTo>
                <a:cubicBezTo>
                  <a:pt x="415417" y="21724"/>
                  <a:pt x="419547" y="33661"/>
                  <a:pt x="419547" y="47861"/>
                </a:cubicBezTo>
                <a:cubicBezTo>
                  <a:pt x="419547" y="60646"/>
                  <a:pt x="416407" y="72569"/>
                  <a:pt x="410127" y="83629"/>
                </a:cubicBezTo>
                <a:cubicBezTo>
                  <a:pt x="403848" y="94689"/>
                  <a:pt x="395107" y="103868"/>
                  <a:pt x="383906" y="111166"/>
                </a:cubicBezTo>
                <a:cubicBezTo>
                  <a:pt x="374797" y="117163"/>
                  <a:pt x="364869" y="120161"/>
                  <a:pt x="354120" y="120161"/>
                </a:cubicBezTo>
                <a:lnTo>
                  <a:pt x="349283" y="120161"/>
                </a:lnTo>
                <a:moveTo>
                  <a:pt x="401896" y="60948"/>
                </a:moveTo>
                <a:cubicBezTo>
                  <a:pt x="402914" y="53615"/>
                  <a:pt x="403423" y="47747"/>
                  <a:pt x="403423" y="43345"/>
                </a:cubicBezTo>
                <a:cubicBezTo>
                  <a:pt x="403423" y="37873"/>
                  <a:pt x="402490" y="31964"/>
                  <a:pt x="400623" y="25617"/>
                </a:cubicBezTo>
                <a:cubicBezTo>
                  <a:pt x="398756" y="19270"/>
                  <a:pt x="396111" y="14404"/>
                  <a:pt x="392689" y="11019"/>
                </a:cubicBezTo>
                <a:cubicBezTo>
                  <a:pt x="389266" y="7633"/>
                  <a:pt x="385377" y="5940"/>
                  <a:pt x="381020" y="5940"/>
                </a:cubicBezTo>
                <a:cubicBezTo>
                  <a:pt x="375985" y="5940"/>
                  <a:pt x="371573" y="8197"/>
                  <a:pt x="367782" y="12710"/>
                </a:cubicBezTo>
                <a:cubicBezTo>
                  <a:pt x="363992" y="17224"/>
                  <a:pt x="362097" y="23938"/>
                  <a:pt x="362097" y="32851"/>
                </a:cubicBezTo>
                <a:cubicBezTo>
                  <a:pt x="362097" y="44756"/>
                  <a:pt x="364614" y="54065"/>
                  <a:pt x="369649" y="60778"/>
                </a:cubicBezTo>
                <a:cubicBezTo>
                  <a:pt x="373327" y="65631"/>
                  <a:pt x="377852" y="68058"/>
                  <a:pt x="383227" y="68058"/>
                </a:cubicBezTo>
                <a:cubicBezTo>
                  <a:pt x="385829" y="68058"/>
                  <a:pt x="388912" y="67437"/>
                  <a:pt x="392477" y="66196"/>
                </a:cubicBezTo>
                <a:cubicBezTo>
                  <a:pt x="396041" y="64955"/>
                  <a:pt x="399180" y="63206"/>
                  <a:pt x="401896" y="60948"/>
                </a:cubicBezTo>
                <a:close/>
                <a:moveTo>
                  <a:pt x="448738" y="101323"/>
                </a:moveTo>
                <a:cubicBezTo>
                  <a:pt x="451397" y="101323"/>
                  <a:pt x="453632" y="102242"/>
                  <a:pt x="455442" y="104081"/>
                </a:cubicBezTo>
                <a:cubicBezTo>
                  <a:pt x="457253" y="105919"/>
                  <a:pt x="458158" y="108140"/>
                  <a:pt x="458158" y="110742"/>
                </a:cubicBezTo>
                <a:cubicBezTo>
                  <a:pt x="458158" y="113344"/>
                  <a:pt x="457239" y="115565"/>
                  <a:pt x="455400" y="117404"/>
                </a:cubicBezTo>
                <a:cubicBezTo>
                  <a:pt x="453561" y="119242"/>
                  <a:pt x="451341" y="120161"/>
                  <a:pt x="448738" y="120161"/>
                </a:cubicBezTo>
                <a:cubicBezTo>
                  <a:pt x="446136" y="120161"/>
                  <a:pt x="443916" y="119242"/>
                  <a:pt x="442077" y="117404"/>
                </a:cubicBezTo>
                <a:cubicBezTo>
                  <a:pt x="440238" y="115565"/>
                  <a:pt x="439319" y="113344"/>
                  <a:pt x="439319" y="110742"/>
                </a:cubicBezTo>
                <a:cubicBezTo>
                  <a:pt x="439319" y="108083"/>
                  <a:pt x="440238" y="105848"/>
                  <a:pt x="442077" y="104038"/>
                </a:cubicBezTo>
                <a:cubicBezTo>
                  <a:pt x="443916" y="102228"/>
                  <a:pt x="446136" y="101323"/>
                  <a:pt x="448738" y="101323"/>
                </a:cubicBezTo>
                <a:close/>
                <a:moveTo>
                  <a:pt x="487944" y="2716"/>
                </a:moveTo>
                <a:lnTo>
                  <a:pt x="549637" y="2716"/>
                </a:lnTo>
                <a:lnTo>
                  <a:pt x="549637" y="5940"/>
                </a:lnTo>
                <a:lnTo>
                  <a:pt x="511280" y="120161"/>
                </a:lnTo>
                <a:lnTo>
                  <a:pt x="501776" y="120161"/>
                </a:lnTo>
                <a:lnTo>
                  <a:pt x="536144" y="16548"/>
                </a:lnTo>
                <a:lnTo>
                  <a:pt x="504491" y="16548"/>
                </a:lnTo>
                <a:cubicBezTo>
                  <a:pt x="498099" y="16548"/>
                  <a:pt x="493545" y="17311"/>
                  <a:pt x="490829" y="18839"/>
                </a:cubicBezTo>
                <a:cubicBezTo>
                  <a:pt x="486077" y="21441"/>
                  <a:pt x="482258" y="25458"/>
                  <a:pt x="479373" y="30889"/>
                </a:cubicBezTo>
                <a:lnTo>
                  <a:pt x="476912" y="29956"/>
                </a:lnTo>
                <a:lnTo>
                  <a:pt x="487944" y="2716"/>
                </a:lnTo>
                <a:close/>
                <a:moveTo>
                  <a:pt x="675484" y="0"/>
                </a:moveTo>
                <a:lnTo>
                  <a:pt x="591642" y="122538"/>
                </a:lnTo>
                <a:lnTo>
                  <a:pt x="584090" y="122538"/>
                </a:lnTo>
                <a:lnTo>
                  <a:pt x="667931" y="0"/>
                </a:lnTo>
                <a:lnTo>
                  <a:pt x="675484" y="0"/>
                </a:lnTo>
                <a:moveTo>
                  <a:pt x="588248" y="0"/>
                </a:moveTo>
                <a:cubicBezTo>
                  <a:pt x="595885" y="0"/>
                  <a:pt x="601811" y="3173"/>
                  <a:pt x="606026" y="9518"/>
                </a:cubicBezTo>
                <a:cubicBezTo>
                  <a:pt x="610241" y="15863"/>
                  <a:pt x="612348" y="23142"/>
                  <a:pt x="612348" y="31356"/>
                </a:cubicBezTo>
                <a:cubicBezTo>
                  <a:pt x="612348" y="41214"/>
                  <a:pt x="609972" y="48833"/>
                  <a:pt x="605220" y="54215"/>
                </a:cubicBezTo>
                <a:cubicBezTo>
                  <a:pt x="600468" y="59596"/>
                  <a:pt x="594754" y="62287"/>
                  <a:pt x="588078" y="62287"/>
                </a:cubicBezTo>
                <a:cubicBezTo>
                  <a:pt x="583609" y="62287"/>
                  <a:pt x="579507" y="61055"/>
                  <a:pt x="575774" y="58590"/>
                </a:cubicBezTo>
                <a:cubicBezTo>
                  <a:pt x="572040" y="56126"/>
                  <a:pt x="569055" y="52458"/>
                  <a:pt x="566821" y="47588"/>
                </a:cubicBezTo>
                <a:cubicBezTo>
                  <a:pt x="564586" y="42715"/>
                  <a:pt x="563469" y="37305"/>
                  <a:pt x="563469" y="31356"/>
                </a:cubicBezTo>
                <a:cubicBezTo>
                  <a:pt x="563469" y="25408"/>
                  <a:pt x="564600" y="19928"/>
                  <a:pt x="566863" y="14914"/>
                </a:cubicBezTo>
                <a:cubicBezTo>
                  <a:pt x="569126" y="9900"/>
                  <a:pt x="572224" y="6161"/>
                  <a:pt x="576155" y="3697"/>
                </a:cubicBezTo>
                <a:cubicBezTo>
                  <a:pt x="580087" y="1232"/>
                  <a:pt x="584118" y="0"/>
                  <a:pt x="588248" y="0"/>
                </a:cubicBezTo>
                <a:moveTo>
                  <a:pt x="587993" y="4582"/>
                </a:moveTo>
                <a:cubicBezTo>
                  <a:pt x="585108" y="4582"/>
                  <a:pt x="582548" y="6288"/>
                  <a:pt x="580314" y="9698"/>
                </a:cubicBezTo>
                <a:cubicBezTo>
                  <a:pt x="578079" y="13108"/>
                  <a:pt x="576962" y="20271"/>
                  <a:pt x="576962" y="31186"/>
                </a:cubicBezTo>
                <a:cubicBezTo>
                  <a:pt x="576962" y="39087"/>
                  <a:pt x="577584" y="45112"/>
                  <a:pt x="578828" y="49261"/>
                </a:cubicBezTo>
                <a:cubicBezTo>
                  <a:pt x="579790" y="52389"/>
                  <a:pt x="581289" y="54804"/>
                  <a:pt x="583326" y="56509"/>
                </a:cubicBezTo>
                <a:cubicBezTo>
                  <a:pt x="584514" y="57532"/>
                  <a:pt x="585985" y="58044"/>
                  <a:pt x="587739" y="58044"/>
                </a:cubicBezTo>
                <a:cubicBezTo>
                  <a:pt x="590454" y="58044"/>
                  <a:pt x="592774" y="56566"/>
                  <a:pt x="594697" y="53610"/>
                </a:cubicBezTo>
                <a:cubicBezTo>
                  <a:pt x="597526" y="49233"/>
                  <a:pt x="598940" y="41929"/>
                  <a:pt x="598940" y="31698"/>
                </a:cubicBezTo>
                <a:cubicBezTo>
                  <a:pt x="598940" y="20898"/>
                  <a:pt x="597554" y="13309"/>
                  <a:pt x="594782" y="8931"/>
                </a:cubicBezTo>
                <a:cubicBezTo>
                  <a:pt x="592972" y="6032"/>
                  <a:pt x="590709" y="4582"/>
                  <a:pt x="587993" y="4582"/>
                </a:cubicBezTo>
                <a:moveTo>
                  <a:pt x="671580" y="60590"/>
                </a:moveTo>
                <a:cubicBezTo>
                  <a:pt x="675597" y="60590"/>
                  <a:pt x="679599" y="61865"/>
                  <a:pt x="683588" y="64414"/>
                </a:cubicBezTo>
                <a:cubicBezTo>
                  <a:pt x="687576" y="66963"/>
                  <a:pt x="690660" y="70674"/>
                  <a:pt x="692838" y="75546"/>
                </a:cubicBezTo>
                <a:cubicBezTo>
                  <a:pt x="695016" y="80417"/>
                  <a:pt x="696105" y="85770"/>
                  <a:pt x="696105" y="91606"/>
                </a:cubicBezTo>
                <a:cubicBezTo>
                  <a:pt x="696105" y="101634"/>
                  <a:pt x="693700" y="109296"/>
                  <a:pt x="688892" y="114593"/>
                </a:cubicBezTo>
                <a:cubicBezTo>
                  <a:pt x="684083" y="119889"/>
                  <a:pt x="678397" y="122538"/>
                  <a:pt x="671835" y="122538"/>
                </a:cubicBezTo>
                <a:cubicBezTo>
                  <a:pt x="667705" y="122538"/>
                  <a:pt x="663702" y="121263"/>
                  <a:pt x="659827" y="118714"/>
                </a:cubicBezTo>
                <a:cubicBezTo>
                  <a:pt x="655952" y="116164"/>
                  <a:pt x="652897" y="112525"/>
                  <a:pt x="650662" y="107796"/>
                </a:cubicBezTo>
                <a:cubicBezTo>
                  <a:pt x="648428" y="103065"/>
                  <a:pt x="647310" y="97668"/>
                  <a:pt x="647310" y="91606"/>
                </a:cubicBezTo>
                <a:cubicBezTo>
                  <a:pt x="647310" y="85657"/>
                  <a:pt x="648428" y="80219"/>
                  <a:pt x="650662" y="75292"/>
                </a:cubicBezTo>
                <a:cubicBezTo>
                  <a:pt x="652897" y="70363"/>
                  <a:pt x="655952" y="66680"/>
                  <a:pt x="659827" y="64244"/>
                </a:cubicBezTo>
                <a:cubicBezTo>
                  <a:pt x="663702" y="61808"/>
                  <a:pt x="667620" y="60590"/>
                  <a:pt x="671580" y="60590"/>
                </a:cubicBezTo>
                <a:moveTo>
                  <a:pt x="671665" y="65172"/>
                </a:moveTo>
                <a:cubicBezTo>
                  <a:pt x="668950" y="65172"/>
                  <a:pt x="666602" y="66705"/>
                  <a:pt x="664622" y="69771"/>
                </a:cubicBezTo>
                <a:cubicBezTo>
                  <a:pt x="662076" y="73743"/>
                  <a:pt x="660803" y="81263"/>
                  <a:pt x="660803" y="92330"/>
                </a:cubicBezTo>
                <a:cubicBezTo>
                  <a:pt x="660803" y="102489"/>
                  <a:pt x="662104" y="109583"/>
                  <a:pt x="664707" y="113614"/>
                </a:cubicBezTo>
                <a:cubicBezTo>
                  <a:pt x="666630" y="116508"/>
                  <a:pt x="668950" y="117955"/>
                  <a:pt x="671665" y="117955"/>
                </a:cubicBezTo>
                <a:cubicBezTo>
                  <a:pt x="674267" y="117955"/>
                  <a:pt x="676587" y="116394"/>
                  <a:pt x="678624" y="113272"/>
                </a:cubicBezTo>
                <a:cubicBezTo>
                  <a:pt x="681339" y="109130"/>
                  <a:pt x="682697" y="102007"/>
                  <a:pt x="682697" y="91903"/>
                </a:cubicBezTo>
                <a:cubicBezTo>
                  <a:pt x="682697" y="81234"/>
                  <a:pt x="681339" y="73771"/>
                  <a:pt x="678624" y="69513"/>
                </a:cubicBezTo>
                <a:cubicBezTo>
                  <a:pt x="676757" y="66619"/>
                  <a:pt x="674437" y="65172"/>
                  <a:pt x="671665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C90434-9804-4EF9-BE4F-D2545F52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9140700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02FB5D-0EF8-40FA-A43E-0523B160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9140700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18" name="Text 5,5.6%">
            <a:extLst xmlns:a="http://schemas.openxmlformats.org/drawingml/2006/main">
              <a:ext uri="{FF2B5EF4-FFF2-40B4-BE49-F238E27FC236}">
                <a16:creationId xmlns:a16="http://schemas.microsoft.com/office/drawing/2014/main" id="{33D9FC43-8A1E-4D5E-8753-EF2B30A6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699" y="9216760"/>
            <a:ext cx="521463" cy="146807"/>
          </a:xfrm>
          <a:custGeom xmlns:a="http://schemas.openxmlformats.org/drawingml/2006/main">
            <a:pathLst>
              <a:path w="521463" h="146807">
                <a:moveTo>
                  <a:pt x="67124" y="2716"/>
                </a:moveTo>
                <a:lnTo>
                  <a:pt x="60505" y="17311"/>
                </a:lnTo>
                <a:lnTo>
                  <a:pt x="25882" y="17311"/>
                </a:lnTo>
                <a:lnTo>
                  <a:pt x="18330" y="32586"/>
                </a:lnTo>
                <a:cubicBezTo>
                  <a:pt x="33322" y="34793"/>
                  <a:pt x="45202" y="40365"/>
                  <a:pt x="53971" y="49304"/>
                </a:cubicBezTo>
                <a:cubicBezTo>
                  <a:pt x="61495" y="56998"/>
                  <a:pt x="65257" y="66049"/>
                  <a:pt x="65257" y="76459"/>
                </a:cubicBezTo>
                <a:cubicBezTo>
                  <a:pt x="65257" y="82512"/>
                  <a:pt x="64027" y="88113"/>
                  <a:pt x="61566" y="93261"/>
                </a:cubicBezTo>
                <a:cubicBezTo>
                  <a:pt x="59105" y="98409"/>
                  <a:pt x="56007" y="102794"/>
                  <a:pt x="52274" y="106414"/>
                </a:cubicBezTo>
                <a:cubicBezTo>
                  <a:pt x="48540" y="110035"/>
                  <a:pt x="44382" y="112948"/>
                  <a:pt x="39799" y="115155"/>
                </a:cubicBezTo>
                <a:cubicBezTo>
                  <a:pt x="33293" y="118266"/>
                  <a:pt x="26618" y="119822"/>
                  <a:pt x="19772" y="119822"/>
                </a:cubicBezTo>
                <a:cubicBezTo>
                  <a:pt x="12870" y="119822"/>
                  <a:pt x="7850" y="118648"/>
                  <a:pt x="4710" y="116300"/>
                </a:cubicBezTo>
                <a:cubicBezTo>
                  <a:pt x="1570" y="113953"/>
                  <a:pt x="0" y="111364"/>
                  <a:pt x="0" y="108536"/>
                </a:cubicBezTo>
                <a:cubicBezTo>
                  <a:pt x="0" y="106952"/>
                  <a:pt x="651" y="105551"/>
                  <a:pt x="1952" y="104335"/>
                </a:cubicBezTo>
                <a:cubicBezTo>
                  <a:pt x="3253" y="103119"/>
                  <a:pt x="4894" y="102511"/>
                  <a:pt x="6874" y="102511"/>
                </a:cubicBezTo>
                <a:cubicBezTo>
                  <a:pt x="8345" y="102511"/>
                  <a:pt x="9632" y="102737"/>
                  <a:pt x="10735" y="103190"/>
                </a:cubicBezTo>
                <a:cubicBezTo>
                  <a:pt x="11838" y="103642"/>
                  <a:pt x="13719" y="104802"/>
                  <a:pt x="16378" y="106669"/>
                </a:cubicBezTo>
                <a:cubicBezTo>
                  <a:pt x="20621" y="109611"/>
                  <a:pt x="24920" y="111081"/>
                  <a:pt x="29277" y="111081"/>
                </a:cubicBezTo>
                <a:cubicBezTo>
                  <a:pt x="35896" y="111081"/>
                  <a:pt x="41709" y="108578"/>
                  <a:pt x="46715" y="103571"/>
                </a:cubicBezTo>
                <a:cubicBezTo>
                  <a:pt x="51722" y="98565"/>
                  <a:pt x="54225" y="92469"/>
                  <a:pt x="54225" y="85284"/>
                </a:cubicBezTo>
                <a:cubicBezTo>
                  <a:pt x="54225" y="78326"/>
                  <a:pt x="51991" y="71834"/>
                  <a:pt x="47521" y="65809"/>
                </a:cubicBezTo>
                <a:cubicBezTo>
                  <a:pt x="43052" y="59784"/>
                  <a:pt x="36886" y="55131"/>
                  <a:pt x="29022" y="51849"/>
                </a:cubicBezTo>
                <a:cubicBezTo>
                  <a:pt x="22856" y="49304"/>
                  <a:pt x="14454" y="47833"/>
                  <a:pt x="3819" y="47437"/>
                </a:cubicBezTo>
                <a:lnTo>
                  <a:pt x="25882" y="2716"/>
                </a:lnTo>
                <a:lnTo>
                  <a:pt x="67124" y="2716"/>
                </a:lnTo>
                <a:close/>
                <a:moveTo>
                  <a:pt x="87914" y="146807"/>
                </a:moveTo>
                <a:lnTo>
                  <a:pt x="87914" y="143074"/>
                </a:lnTo>
                <a:cubicBezTo>
                  <a:pt x="93741" y="141143"/>
                  <a:pt x="98253" y="138147"/>
                  <a:pt x="101449" y="134086"/>
                </a:cubicBezTo>
                <a:cubicBezTo>
                  <a:pt x="104646" y="130027"/>
                  <a:pt x="106244" y="125726"/>
                  <a:pt x="106244" y="121182"/>
                </a:cubicBezTo>
                <a:cubicBezTo>
                  <a:pt x="106244" y="120106"/>
                  <a:pt x="105989" y="119200"/>
                  <a:pt x="105480" y="118464"/>
                </a:cubicBezTo>
                <a:cubicBezTo>
                  <a:pt x="105084" y="117955"/>
                  <a:pt x="104688" y="117701"/>
                  <a:pt x="104292" y="117701"/>
                </a:cubicBezTo>
                <a:cubicBezTo>
                  <a:pt x="103670" y="117701"/>
                  <a:pt x="102312" y="118266"/>
                  <a:pt x="100219" y="119398"/>
                </a:cubicBezTo>
                <a:cubicBezTo>
                  <a:pt x="99201" y="119907"/>
                  <a:pt x="98126" y="120161"/>
                  <a:pt x="96994" y="120161"/>
                </a:cubicBezTo>
                <a:cubicBezTo>
                  <a:pt x="94222" y="120161"/>
                  <a:pt x="92016" y="119341"/>
                  <a:pt x="90375" y="117701"/>
                </a:cubicBezTo>
                <a:cubicBezTo>
                  <a:pt x="88735" y="116060"/>
                  <a:pt x="87914" y="113797"/>
                  <a:pt x="87914" y="110912"/>
                </a:cubicBezTo>
                <a:cubicBezTo>
                  <a:pt x="87914" y="108140"/>
                  <a:pt x="88975" y="105764"/>
                  <a:pt x="91097" y="103784"/>
                </a:cubicBezTo>
                <a:cubicBezTo>
                  <a:pt x="93218" y="101803"/>
                  <a:pt x="95806" y="100813"/>
                  <a:pt x="98861" y="100813"/>
                </a:cubicBezTo>
                <a:cubicBezTo>
                  <a:pt x="102595" y="100813"/>
                  <a:pt x="105919" y="102443"/>
                  <a:pt x="108832" y="105704"/>
                </a:cubicBezTo>
                <a:cubicBezTo>
                  <a:pt x="111746" y="108962"/>
                  <a:pt x="113203" y="113283"/>
                  <a:pt x="113203" y="118666"/>
                </a:cubicBezTo>
                <a:cubicBezTo>
                  <a:pt x="113203" y="124505"/>
                  <a:pt x="111180" y="129933"/>
                  <a:pt x="107135" y="134948"/>
                </a:cubicBezTo>
                <a:cubicBezTo>
                  <a:pt x="103090" y="139964"/>
                  <a:pt x="96683" y="143917"/>
                  <a:pt x="87914" y="146807"/>
                </a:cubicBezTo>
                <a:close/>
                <a:moveTo>
                  <a:pt x="240917" y="2716"/>
                </a:moveTo>
                <a:lnTo>
                  <a:pt x="234298" y="17311"/>
                </a:lnTo>
                <a:lnTo>
                  <a:pt x="199675" y="17311"/>
                </a:lnTo>
                <a:lnTo>
                  <a:pt x="192122" y="32586"/>
                </a:lnTo>
                <a:cubicBezTo>
                  <a:pt x="207114" y="34793"/>
                  <a:pt x="218995" y="40365"/>
                  <a:pt x="227763" y="49304"/>
                </a:cubicBezTo>
                <a:cubicBezTo>
                  <a:pt x="235288" y="56998"/>
                  <a:pt x="239050" y="66049"/>
                  <a:pt x="239050" y="76459"/>
                </a:cubicBezTo>
                <a:cubicBezTo>
                  <a:pt x="239050" y="82512"/>
                  <a:pt x="237819" y="88113"/>
                  <a:pt x="235358" y="93261"/>
                </a:cubicBezTo>
                <a:cubicBezTo>
                  <a:pt x="232897" y="98409"/>
                  <a:pt x="229800" y="102794"/>
                  <a:pt x="226066" y="106414"/>
                </a:cubicBezTo>
                <a:cubicBezTo>
                  <a:pt x="222332" y="110035"/>
                  <a:pt x="218174" y="112948"/>
                  <a:pt x="213592" y="115155"/>
                </a:cubicBezTo>
                <a:cubicBezTo>
                  <a:pt x="207086" y="118266"/>
                  <a:pt x="200410" y="119822"/>
                  <a:pt x="193565" y="119822"/>
                </a:cubicBezTo>
                <a:cubicBezTo>
                  <a:pt x="186663" y="119822"/>
                  <a:pt x="181642" y="118648"/>
                  <a:pt x="178502" y="116300"/>
                </a:cubicBezTo>
                <a:cubicBezTo>
                  <a:pt x="175362" y="113953"/>
                  <a:pt x="173793" y="111364"/>
                  <a:pt x="173793" y="108536"/>
                </a:cubicBezTo>
                <a:cubicBezTo>
                  <a:pt x="173793" y="106952"/>
                  <a:pt x="174443" y="105551"/>
                  <a:pt x="175744" y="104335"/>
                </a:cubicBezTo>
                <a:cubicBezTo>
                  <a:pt x="177046" y="103119"/>
                  <a:pt x="178686" y="102511"/>
                  <a:pt x="180666" y="102511"/>
                </a:cubicBezTo>
                <a:cubicBezTo>
                  <a:pt x="182137" y="102511"/>
                  <a:pt x="183424" y="102737"/>
                  <a:pt x="184527" y="103190"/>
                </a:cubicBezTo>
                <a:cubicBezTo>
                  <a:pt x="185631" y="103642"/>
                  <a:pt x="187512" y="104802"/>
                  <a:pt x="190171" y="106669"/>
                </a:cubicBezTo>
                <a:cubicBezTo>
                  <a:pt x="194414" y="109611"/>
                  <a:pt x="198713" y="111081"/>
                  <a:pt x="203069" y="111081"/>
                </a:cubicBezTo>
                <a:cubicBezTo>
                  <a:pt x="209688" y="111081"/>
                  <a:pt x="215501" y="108578"/>
                  <a:pt x="220508" y="103571"/>
                </a:cubicBezTo>
                <a:cubicBezTo>
                  <a:pt x="225515" y="98565"/>
                  <a:pt x="228018" y="92469"/>
                  <a:pt x="228018" y="85284"/>
                </a:cubicBezTo>
                <a:cubicBezTo>
                  <a:pt x="228018" y="78326"/>
                  <a:pt x="225783" y="71834"/>
                  <a:pt x="221314" y="65809"/>
                </a:cubicBezTo>
                <a:cubicBezTo>
                  <a:pt x="216845" y="59784"/>
                  <a:pt x="210678" y="55131"/>
                  <a:pt x="202815" y="51849"/>
                </a:cubicBezTo>
                <a:cubicBezTo>
                  <a:pt x="196648" y="49304"/>
                  <a:pt x="188247" y="47833"/>
                  <a:pt x="177611" y="47437"/>
                </a:cubicBezTo>
                <a:lnTo>
                  <a:pt x="199675" y="2716"/>
                </a:lnTo>
                <a:lnTo>
                  <a:pt x="240917" y="2716"/>
                </a:lnTo>
                <a:close/>
                <a:moveTo>
                  <a:pt x="274097" y="101323"/>
                </a:moveTo>
                <a:cubicBezTo>
                  <a:pt x="276756" y="101323"/>
                  <a:pt x="278991" y="102242"/>
                  <a:pt x="280801" y="104081"/>
                </a:cubicBezTo>
                <a:cubicBezTo>
                  <a:pt x="282611" y="105919"/>
                  <a:pt x="283516" y="108140"/>
                  <a:pt x="283516" y="110742"/>
                </a:cubicBezTo>
                <a:cubicBezTo>
                  <a:pt x="283516" y="113344"/>
                  <a:pt x="282597" y="115565"/>
                  <a:pt x="280758" y="117404"/>
                </a:cubicBezTo>
                <a:cubicBezTo>
                  <a:pt x="278920" y="119242"/>
                  <a:pt x="276699" y="120161"/>
                  <a:pt x="274097" y="120161"/>
                </a:cubicBezTo>
                <a:cubicBezTo>
                  <a:pt x="271495" y="120161"/>
                  <a:pt x="269274" y="119242"/>
                  <a:pt x="267436" y="117404"/>
                </a:cubicBezTo>
                <a:cubicBezTo>
                  <a:pt x="265597" y="115565"/>
                  <a:pt x="264678" y="113344"/>
                  <a:pt x="264678" y="110742"/>
                </a:cubicBezTo>
                <a:cubicBezTo>
                  <a:pt x="264678" y="108083"/>
                  <a:pt x="265597" y="105848"/>
                  <a:pt x="267436" y="104038"/>
                </a:cubicBezTo>
                <a:cubicBezTo>
                  <a:pt x="269274" y="102228"/>
                  <a:pt x="271495" y="101323"/>
                  <a:pt x="274097" y="101323"/>
                </a:cubicBezTo>
                <a:close/>
                <a:moveTo>
                  <a:pt x="373722" y="339"/>
                </a:moveTo>
                <a:lnTo>
                  <a:pt x="373722" y="3479"/>
                </a:lnTo>
                <a:cubicBezTo>
                  <a:pt x="366255" y="4215"/>
                  <a:pt x="360159" y="5700"/>
                  <a:pt x="355435" y="7934"/>
                </a:cubicBezTo>
                <a:cubicBezTo>
                  <a:pt x="350711" y="10169"/>
                  <a:pt x="346044" y="13578"/>
                  <a:pt x="341433" y="18160"/>
                </a:cubicBezTo>
                <a:cubicBezTo>
                  <a:pt x="336822" y="22742"/>
                  <a:pt x="333004" y="27848"/>
                  <a:pt x="329977" y="33477"/>
                </a:cubicBezTo>
                <a:cubicBezTo>
                  <a:pt x="326950" y="39106"/>
                  <a:pt x="324419" y="45796"/>
                  <a:pt x="322382" y="53547"/>
                </a:cubicBezTo>
                <a:cubicBezTo>
                  <a:pt x="330529" y="47946"/>
                  <a:pt x="338703" y="45145"/>
                  <a:pt x="346906" y="45145"/>
                </a:cubicBezTo>
                <a:cubicBezTo>
                  <a:pt x="354770" y="45145"/>
                  <a:pt x="361587" y="48314"/>
                  <a:pt x="367358" y="54650"/>
                </a:cubicBezTo>
                <a:cubicBezTo>
                  <a:pt x="373128" y="60986"/>
                  <a:pt x="376013" y="69132"/>
                  <a:pt x="376013" y="79089"/>
                </a:cubicBezTo>
                <a:cubicBezTo>
                  <a:pt x="376013" y="88707"/>
                  <a:pt x="373100" y="97476"/>
                  <a:pt x="367273" y="105396"/>
                </a:cubicBezTo>
                <a:cubicBezTo>
                  <a:pt x="360258" y="115013"/>
                  <a:pt x="350980" y="119822"/>
                  <a:pt x="339439" y="119822"/>
                </a:cubicBezTo>
                <a:cubicBezTo>
                  <a:pt x="331575" y="119822"/>
                  <a:pt x="324900" y="117220"/>
                  <a:pt x="319412" y="112015"/>
                </a:cubicBezTo>
                <a:cubicBezTo>
                  <a:pt x="308663" y="101888"/>
                  <a:pt x="303289" y="88763"/>
                  <a:pt x="303289" y="72640"/>
                </a:cubicBezTo>
                <a:cubicBezTo>
                  <a:pt x="303289" y="62344"/>
                  <a:pt x="305353" y="52557"/>
                  <a:pt x="309483" y="43279"/>
                </a:cubicBezTo>
                <a:cubicBezTo>
                  <a:pt x="313613" y="34001"/>
                  <a:pt x="319511" y="25769"/>
                  <a:pt x="327177" y="18584"/>
                </a:cubicBezTo>
                <a:cubicBezTo>
                  <a:pt x="334842" y="11400"/>
                  <a:pt x="342183" y="6562"/>
                  <a:pt x="349198" y="4073"/>
                </a:cubicBezTo>
                <a:cubicBezTo>
                  <a:pt x="356213" y="1584"/>
                  <a:pt x="362747" y="339"/>
                  <a:pt x="368800" y="339"/>
                </a:cubicBezTo>
                <a:lnTo>
                  <a:pt x="373722" y="339"/>
                </a:lnTo>
                <a:moveTo>
                  <a:pt x="320939" y="59741"/>
                </a:moveTo>
                <a:cubicBezTo>
                  <a:pt x="319921" y="67379"/>
                  <a:pt x="319412" y="73545"/>
                  <a:pt x="319412" y="78241"/>
                </a:cubicBezTo>
                <a:cubicBezTo>
                  <a:pt x="319412" y="83672"/>
                  <a:pt x="320416" y="89570"/>
                  <a:pt x="322424" y="95934"/>
                </a:cubicBezTo>
                <a:cubicBezTo>
                  <a:pt x="324433" y="102299"/>
                  <a:pt x="327417" y="107348"/>
                  <a:pt x="331377" y="111081"/>
                </a:cubicBezTo>
                <a:cubicBezTo>
                  <a:pt x="334262" y="113740"/>
                  <a:pt x="337770" y="115070"/>
                  <a:pt x="341900" y="115070"/>
                </a:cubicBezTo>
                <a:cubicBezTo>
                  <a:pt x="346822" y="115070"/>
                  <a:pt x="351220" y="112750"/>
                  <a:pt x="355095" y="108111"/>
                </a:cubicBezTo>
                <a:cubicBezTo>
                  <a:pt x="358971" y="103472"/>
                  <a:pt x="360908" y="96853"/>
                  <a:pt x="360908" y="88254"/>
                </a:cubicBezTo>
                <a:cubicBezTo>
                  <a:pt x="360908" y="78580"/>
                  <a:pt x="358985" y="70207"/>
                  <a:pt x="355138" y="63136"/>
                </a:cubicBezTo>
                <a:cubicBezTo>
                  <a:pt x="351291" y="56064"/>
                  <a:pt x="345832" y="52528"/>
                  <a:pt x="338760" y="52528"/>
                </a:cubicBezTo>
                <a:cubicBezTo>
                  <a:pt x="336610" y="52528"/>
                  <a:pt x="334305" y="52981"/>
                  <a:pt x="331844" y="53886"/>
                </a:cubicBezTo>
                <a:cubicBezTo>
                  <a:pt x="329383" y="54791"/>
                  <a:pt x="325748" y="56743"/>
                  <a:pt x="320939" y="59741"/>
                </a:cubicBezTo>
                <a:close/>
                <a:moveTo>
                  <a:pt x="500842" y="0"/>
                </a:moveTo>
                <a:lnTo>
                  <a:pt x="417001" y="122538"/>
                </a:lnTo>
                <a:lnTo>
                  <a:pt x="409448" y="122538"/>
                </a:lnTo>
                <a:lnTo>
                  <a:pt x="493290" y="0"/>
                </a:lnTo>
                <a:lnTo>
                  <a:pt x="500842" y="0"/>
                </a:lnTo>
                <a:moveTo>
                  <a:pt x="413606" y="0"/>
                </a:moveTo>
                <a:cubicBezTo>
                  <a:pt x="421244" y="0"/>
                  <a:pt x="427170" y="3173"/>
                  <a:pt x="431385" y="9518"/>
                </a:cubicBezTo>
                <a:cubicBezTo>
                  <a:pt x="435599" y="15863"/>
                  <a:pt x="437707" y="23142"/>
                  <a:pt x="437707" y="31356"/>
                </a:cubicBezTo>
                <a:cubicBezTo>
                  <a:pt x="437707" y="41214"/>
                  <a:pt x="435331" y="48833"/>
                  <a:pt x="430578" y="54215"/>
                </a:cubicBezTo>
                <a:cubicBezTo>
                  <a:pt x="425826" y="59596"/>
                  <a:pt x="420112" y="62287"/>
                  <a:pt x="413437" y="62287"/>
                </a:cubicBezTo>
                <a:cubicBezTo>
                  <a:pt x="408967" y="62287"/>
                  <a:pt x="404866" y="61055"/>
                  <a:pt x="401132" y="58590"/>
                </a:cubicBezTo>
                <a:cubicBezTo>
                  <a:pt x="397398" y="56126"/>
                  <a:pt x="394414" y="52458"/>
                  <a:pt x="392179" y="47588"/>
                </a:cubicBezTo>
                <a:cubicBezTo>
                  <a:pt x="389945" y="42715"/>
                  <a:pt x="388827" y="37305"/>
                  <a:pt x="388827" y="31356"/>
                </a:cubicBezTo>
                <a:cubicBezTo>
                  <a:pt x="388827" y="25408"/>
                  <a:pt x="389959" y="19928"/>
                  <a:pt x="392222" y="14914"/>
                </a:cubicBezTo>
                <a:cubicBezTo>
                  <a:pt x="394485" y="9900"/>
                  <a:pt x="397582" y="6161"/>
                  <a:pt x="401514" y="3697"/>
                </a:cubicBezTo>
                <a:cubicBezTo>
                  <a:pt x="405446" y="1232"/>
                  <a:pt x="409477" y="0"/>
                  <a:pt x="413606" y="0"/>
                </a:cubicBezTo>
                <a:moveTo>
                  <a:pt x="413352" y="4582"/>
                </a:moveTo>
                <a:cubicBezTo>
                  <a:pt x="410467" y="4582"/>
                  <a:pt x="407907" y="6288"/>
                  <a:pt x="405672" y="9698"/>
                </a:cubicBezTo>
                <a:cubicBezTo>
                  <a:pt x="403437" y="13108"/>
                  <a:pt x="402320" y="20271"/>
                  <a:pt x="402320" y="31186"/>
                </a:cubicBezTo>
                <a:cubicBezTo>
                  <a:pt x="402320" y="39087"/>
                  <a:pt x="402942" y="45112"/>
                  <a:pt x="404187" y="49261"/>
                </a:cubicBezTo>
                <a:cubicBezTo>
                  <a:pt x="405149" y="52389"/>
                  <a:pt x="406648" y="54804"/>
                  <a:pt x="408685" y="56509"/>
                </a:cubicBezTo>
                <a:cubicBezTo>
                  <a:pt x="409873" y="57532"/>
                  <a:pt x="411344" y="58044"/>
                  <a:pt x="413097" y="58044"/>
                </a:cubicBezTo>
                <a:cubicBezTo>
                  <a:pt x="415813" y="58044"/>
                  <a:pt x="418132" y="56566"/>
                  <a:pt x="420056" y="53610"/>
                </a:cubicBezTo>
                <a:cubicBezTo>
                  <a:pt x="422884" y="49233"/>
                  <a:pt x="424299" y="41929"/>
                  <a:pt x="424299" y="31698"/>
                </a:cubicBezTo>
                <a:cubicBezTo>
                  <a:pt x="424299" y="20898"/>
                  <a:pt x="422913" y="13309"/>
                  <a:pt x="420141" y="8931"/>
                </a:cubicBezTo>
                <a:cubicBezTo>
                  <a:pt x="418330" y="6032"/>
                  <a:pt x="416067" y="4582"/>
                  <a:pt x="413352" y="4582"/>
                </a:cubicBezTo>
                <a:moveTo>
                  <a:pt x="496939" y="60590"/>
                </a:moveTo>
                <a:cubicBezTo>
                  <a:pt x="500955" y="60590"/>
                  <a:pt x="504958" y="61865"/>
                  <a:pt x="508946" y="64414"/>
                </a:cubicBezTo>
                <a:cubicBezTo>
                  <a:pt x="512935" y="66963"/>
                  <a:pt x="516018" y="70674"/>
                  <a:pt x="518196" y="75546"/>
                </a:cubicBezTo>
                <a:cubicBezTo>
                  <a:pt x="520374" y="80417"/>
                  <a:pt x="521463" y="85770"/>
                  <a:pt x="521463" y="91606"/>
                </a:cubicBezTo>
                <a:cubicBezTo>
                  <a:pt x="521463" y="101634"/>
                  <a:pt x="519059" y="109296"/>
                  <a:pt x="514250" y="114593"/>
                </a:cubicBezTo>
                <a:cubicBezTo>
                  <a:pt x="509441" y="119889"/>
                  <a:pt x="503756" y="122538"/>
                  <a:pt x="497193" y="122538"/>
                </a:cubicBezTo>
                <a:cubicBezTo>
                  <a:pt x="493064" y="122538"/>
                  <a:pt x="489061" y="121263"/>
                  <a:pt x="485186" y="118714"/>
                </a:cubicBezTo>
                <a:cubicBezTo>
                  <a:pt x="481310" y="116164"/>
                  <a:pt x="478255" y="112525"/>
                  <a:pt x="476021" y="107796"/>
                </a:cubicBezTo>
                <a:cubicBezTo>
                  <a:pt x="473786" y="103065"/>
                  <a:pt x="472669" y="97668"/>
                  <a:pt x="472669" y="91606"/>
                </a:cubicBezTo>
                <a:cubicBezTo>
                  <a:pt x="472669" y="85657"/>
                  <a:pt x="473786" y="80219"/>
                  <a:pt x="476021" y="75292"/>
                </a:cubicBezTo>
                <a:cubicBezTo>
                  <a:pt x="478255" y="70363"/>
                  <a:pt x="481310" y="66680"/>
                  <a:pt x="485186" y="64244"/>
                </a:cubicBezTo>
                <a:cubicBezTo>
                  <a:pt x="489061" y="61808"/>
                  <a:pt x="492979" y="60590"/>
                  <a:pt x="496939" y="60590"/>
                </a:cubicBezTo>
                <a:moveTo>
                  <a:pt x="497024" y="65172"/>
                </a:moveTo>
                <a:cubicBezTo>
                  <a:pt x="494308" y="65172"/>
                  <a:pt x="491960" y="66705"/>
                  <a:pt x="489980" y="69771"/>
                </a:cubicBezTo>
                <a:cubicBezTo>
                  <a:pt x="487434" y="73743"/>
                  <a:pt x="486162" y="81263"/>
                  <a:pt x="486162" y="92330"/>
                </a:cubicBezTo>
                <a:cubicBezTo>
                  <a:pt x="486162" y="102489"/>
                  <a:pt x="487463" y="109583"/>
                  <a:pt x="490065" y="113614"/>
                </a:cubicBezTo>
                <a:cubicBezTo>
                  <a:pt x="491989" y="116508"/>
                  <a:pt x="494308" y="117955"/>
                  <a:pt x="497024" y="117955"/>
                </a:cubicBezTo>
                <a:cubicBezTo>
                  <a:pt x="499626" y="117955"/>
                  <a:pt x="501946" y="116394"/>
                  <a:pt x="503982" y="113272"/>
                </a:cubicBezTo>
                <a:cubicBezTo>
                  <a:pt x="506698" y="109130"/>
                  <a:pt x="508055" y="102007"/>
                  <a:pt x="508055" y="91903"/>
                </a:cubicBezTo>
                <a:cubicBezTo>
                  <a:pt x="508055" y="81234"/>
                  <a:pt x="506698" y="73771"/>
                  <a:pt x="503982" y="69513"/>
                </a:cubicBezTo>
                <a:cubicBezTo>
                  <a:pt x="502115" y="66619"/>
                  <a:pt x="499796" y="65172"/>
                  <a:pt x="497024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0D4F0-E0A4-4536-A2EB-16D29D13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9434811"/>
            <a:ext cx="802121" cy="267374"/>
          </a:xfrm>
          <a:custGeom xmlns:a="http://schemas.openxmlformats.org/drawingml/2006/main">
            <a:pathLst>
              <a:path w="802121" h="267374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32C39F-95F5-4761-BFDC-22415E1E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006" y="9434811"/>
            <a:ext cx="802121" cy="267374"/>
          </a:xfrm>
          <a:custGeom xmlns:a="http://schemas.openxmlformats.org/drawingml/2006/main">
            <a:pathLst>
              <a:path w="802121" h="267374" fill="none">
                <a:moveTo>
                  <a:pt x="748646" y="0"/>
                </a:moveTo>
                <a:cubicBezTo>
                  <a:pt x="748646" y="29545"/>
                  <a:pt x="772576" y="53475"/>
                  <a:pt x="802121" y="53475"/>
                </a:cubicBezTo>
                <a:lnTo>
                  <a:pt x="802121" y="213899"/>
                </a:lnTo>
                <a:cubicBezTo>
                  <a:pt x="772576" y="213899"/>
                  <a:pt x="748646" y="237829"/>
                  <a:pt x="748646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748646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21" name="Text 4,4.5%">
            <a:extLst xmlns:a="http://schemas.openxmlformats.org/drawingml/2006/main">
              <a:ext uri="{FF2B5EF4-FFF2-40B4-BE49-F238E27FC236}">
                <a16:creationId xmlns:a16="http://schemas.microsoft.com/office/drawing/2014/main" id="{28168308-813F-47D3-A67C-6ED56D8B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098" y="9510871"/>
            <a:ext cx="527064" cy="146807"/>
          </a:xfrm>
          <a:custGeom xmlns:a="http://schemas.openxmlformats.org/drawingml/2006/main">
            <a:pathLst>
              <a:path w="527064" h="146807">
                <a:moveTo>
                  <a:pt x="78156" y="75356"/>
                </a:moveTo>
                <a:lnTo>
                  <a:pt x="78156" y="87406"/>
                </a:lnTo>
                <a:lnTo>
                  <a:pt x="62711" y="87406"/>
                </a:lnTo>
                <a:lnTo>
                  <a:pt x="62711" y="117785"/>
                </a:lnTo>
                <a:lnTo>
                  <a:pt x="48710" y="117785"/>
                </a:lnTo>
                <a:lnTo>
                  <a:pt x="48710" y="87406"/>
                </a:lnTo>
                <a:lnTo>
                  <a:pt x="0" y="87406"/>
                </a:lnTo>
                <a:lnTo>
                  <a:pt x="0" y="76544"/>
                </a:lnTo>
                <a:lnTo>
                  <a:pt x="53377" y="339"/>
                </a:lnTo>
                <a:lnTo>
                  <a:pt x="62711" y="339"/>
                </a:lnTo>
                <a:lnTo>
                  <a:pt x="62711" y="75356"/>
                </a:lnTo>
                <a:lnTo>
                  <a:pt x="78156" y="75356"/>
                </a:lnTo>
                <a:moveTo>
                  <a:pt x="48710" y="75356"/>
                </a:moveTo>
                <a:lnTo>
                  <a:pt x="48710" y="18245"/>
                </a:lnTo>
                <a:lnTo>
                  <a:pt x="8316" y="75356"/>
                </a:lnTo>
                <a:lnTo>
                  <a:pt x="48710" y="75356"/>
                </a:lnTo>
                <a:close/>
                <a:moveTo>
                  <a:pt x="93515" y="146807"/>
                </a:moveTo>
                <a:lnTo>
                  <a:pt x="93515" y="143074"/>
                </a:lnTo>
                <a:cubicBezTo>
                  <a:pt x="99342" y="141143"/>
                  <a:pt x="103854" y="138147"/>
                  <a:pt x="107050" y="134086"/>
                </a:cubicBezTo>
                <a:cubicBezTo>
                  <a:pt x="110247" y="130027"/>
                  <a:pt x="111845" y="125726"/>
                  <a:pt x="111845" y="121182"/>
                </a:cubicBezTo>
                <a:cubicBezTo>
                  <a:pt x="111845" y="120106"/>
                  <a:pt x="111590" y="119200"/>
                  <a:pt x="111081" y="118464"/>
                </a:cubicBezTo>
                <a:cubicBezTo>
                  <a:pt x="110685" y="117955"/>
                  <a:pt x="110289" y="117701"/>
                  <a:pt x="109893" y="117701"/>
                </a:cubicBezTo>
                <a:cubicBezTo>
                  <a:pt x="109271" y="117701"/>
                  <a:pt x="107913" y="118266"/>
                  <a:pt x="105820" y="119398"/>
                </a:cubicBezTo>
                <a:cubicBezTo>
                  <a:pt x="104801" y="119907"/>
                  <a:pt x="103727" y="120161"/>
                  <a:pt x="102595" y="120161"/>
                </a:cubicBezTo>
                <a:cubicBezTo>
                  <a:pt x="99823" y="120161"/>
                  <a:pt x="97617" y="119341"/>
                  <a:pt x="95976" y="117701"/>
                </a:cubicBezTo>
                <a:cubicBezTo>
                  <a:pt x="94335" y="116060"/>
                  <a:pt x="93515" y="113797"/>
                  <a:pt x="93515" y="110912"/>
                </a:cubicBezTo>
                <a:cubicBezTo>
                  <a:pt x="93515" y="108140"/>
                  <a:pt x="94576" y="105764"/>
                  <a:pt x="96697" y="103784"/>
                </a:cubicBezTo>
                <a:cubicBezTo>
                  <a:pt x="98819" y="101803"/>
                  <a:pt x="101407" y="100813"/>
                  <a:pt x="104462" y="100813"/>
                </a:cubicBezTo>
                <a:cubicBezTo>
                  <a:pt x="108196" y="100813"/>
                  <a:pt x="111519" y="102443"/>
                  <a:pt x="114433" y="105704"/>
                </a:cubicBezTo>
                <a:cubicBezTo>
                  <a:pt x="117347" y="108962"/>
                  <a:pt x="118803" y="113283"/>
                  <a:pt x="118803" y="118666"/>
                </a:cubicBezTo>
                <a:cubicBezTo>
                  <a:pt x="118803" y="124505"/>
                  <a:pt x="116781" y="129933"/>
                  <a:pt x="112736" y="134948"/>
                </a:cubicBezTo>
                <a:cubicBezTo>
                  <a:pt x="108691" y="139964"/>
                  <a:pt x="102284" y="143917"/>
                  <a:pt x="93515" y="146807"/>
                </a:cubicBezTo>
                <a:close/>
                <a:moveTo>
                  <a:pt x="251948" y="75356"/>
                </a:moveTo>
                <a:lnTo>
                  <a:pt x="251948" y="87406"/>
                </a:lnTo>
                <a:lnTo>
                  <a:pt x="236504" y="87406"/>
                </a:lnTo>
                <a:lnTo>
                  <a:pt x="236504" y="117785"/>
                </a:lnTo>
                <a:lnTo>
                  <a:pt x="222502" y="117785"/>
                </a:lnTo>
                <a:lnTo>
                  <a:pt x="222502" y="87406"/>
                </a:lnTo>
                <a:lnTo>
                  <a:pt x="173793" y="87406"/>
                </a:lnTo>
                <a:lnTo>
                  <a:pt x="173793" y="76544"/>
                </a:lnTo>
                <a:lnTo>
                  <a:pt x="227169" y="339"/>
                </a:lnTo>
                <a:lnTo>
                  <a:pt x="236504" y="339"/>
                </a:lnTo>
                <a:lnTo>
                  <a:pt x="236504" y="75356"/>
                </a:lnTo>
                <a:lnTo>
                  <a:pt x="251948" y="75356"/>
                </a:lnTo>
                <a:moveTo>
                  <a:pt x="222502" y="75356"/>
                </a:moveTo>
                <a:lnTo>
                  <a:pt x="222502" y="18245"/>
                </a:lnTo>
                <a:lnTo>
                  <a:pt x="182109" y="75356"/>
                </a:lnTo>
                <a:lnTo>
                  <a:pt x="222502" y="75356"/>
                </a:lnTo>
                <a:close/>
                <a:moveTo>
                  <a:pt x="279698" y="101323"/>
                </a:moveTo>
                <a:cubicBezTo>
                  <a:pt x="282357" y="101323"/>
                  <a:pt x="284591" y="102242"/>
                  <a:pt x="286402" y="104081"/>
                </a:cubicBezTo>
                <a:cubicBezTo>
                  <a:pt x="288212" y="105919"/>
                  <a:pt x="289117" y="108140"/>
                  <a:pt x="289117" y="110742"/>
                </a:cubicBezTo>
                <a:cubicBezTo>
                  <a:pt x="289117" y="113344"/>
                  <a:pt x="288198" y="115565"/>
                  <a:pt x="286359" y="117404"/>
                </a:cubicBezTo>
                <a:cubicBezTo>
                  <a:pt x="284521" y="119242"/>
                  <a:pt x="282300" y="120161"/>
                  <a:pt x="279698" y="120161"/>
                </a:cubicBezTo>
                <a:cubicBezTo>
                  <a:pt x="277095" y="120161"/>
                  <a:pt x="274875" y="119242"/>
                  <a:pt x="273036" y="117404"/>
                </a:cubicBezTo>
                <a:cubicBezTo>
                  <a:pt x="271198" y="115565"/>
                  <a:pt x="270278" y="113344"/>
                  <a:pt x="270278" y="110742"/>
                </a:cubicBezTo>
                <a:cubicBezTo>
                  <a:pt x="270278" y="108083"/>
                  <a:pt x="271198" y="105848"/>
                  <a:pt x="273036" y="104038"/>
                </a:cubicBezTo>
                <a:cubicBezTo>
                  <a:pt x="274875" y="102228"/>
                  <a:pt x="277095" y="101323"/>
                  <a:pt x="279698" y="101323"/>
                </a:cubicBezTo>
                <a:close/>
                <a:moveTo>
                  <a:pt x="376862" y="2716"/>
                </a:moveTo>
                <a:lnTo>
                  <a:pt x="370243" y="17311"/>
                </a:lnTo>
                <a:lnTo>
                  <a:pt x="335620" y="17311"/>
                </a:lnTo>
                <a:lnTo>
                  <a:pt x="328068" y="32586"/>
                </a:lnTo>
                <a:cubicBezTo>
                  <a:pt x="343060" y="34793"/>
                  <a:pt x="354940" y="40365"/>
                  <a:pt x="363709" y="49304"/>
                </a:cubicBezTo>
                <a:cubicBezTo>
                  <a:pt x="371233" y="56998"/>
                  <a:pt x="374995" y="66049"/>
                  <a:pt x="374995" y="76459"/>
                </a:cubicBezTo>
                <a:cubicBezTo>
                  <a:pt x="374995" y="82512"/>
                  <a:pt x="373765" y="88113"/>
                  <a:pt x="371304" y="93261"/>
                </a:cubicBezTo>
                <a:cubicBezTo>
                  <a:pt x="368843" y="98409"/>
                  <a:pt x="365745" y="102794"/>
                  <a:pt x="362012" y="106414"/>
                </a:cubicBezTo>
                <a:cubicBezTo>
                  <a:pt x="358278" y="110035"/>
                  <a:pt x="354120" y="112948"/>
                  <a:pt x="349537" y="115155"/>
                </a:cubicBezTo>
                <a:cubicBezTo>
                  <a:pt x="343031" y="118266"/>
                  <a:pt x="336356" y="119822"/>
                  <a:pt x="329510" y="119822"/>
                </a:cubicBezTo>
                <a:cubicBezTo>
                  <a:pt x="322608" y="119822"/>
                  <a:pt x="317587" y="118648"/>
                  <a:pt x="314448" y="116300"/>
                </a:cubicBezTo>
                <a:cubicBezTo>
                  <a:pt x="311308" y="113953"/>
                  <a:pt x="309738" y="111364"/>
                  <a:pt x="309738" y="108536"/>
                </a:cubicBezTo>
                <a:cubicBezTo>
                  <a:pt x="309738" y="106952"/>
                  <a:pt x="310388" y="105551"/>
                  <a:pt x="311690" y="104335"/>
                </a:cubicBezTo>
                <a:cubicBezTo>
                  <a:pt x="312991" y="103119"/>
                  <a:pt x="314631" y="102511"/>
                  <a:pt x="316612" y="102511"/>
                </a:cubicBezTo>
                <a:cubicBezTo>
                  <a:pt x="318082" y="102511"/>
                  <a:pt x="319369" y="102737"/>
                  <a:pt x="320473" y="103190"/>
                </a:cubicBezTo>
                <a:cubicBezTo>
                  <a:pt x="321576" y="103642"/>
                  <a:pt x="323457" y="104802"/>
                  <a:pt x="326116" y="106669"/>
                </a:cubicBezTo>
                <a:cubicBezTo>
                  <a:pt x="330359" y="109611"/>
                  <a:pt x="334658" y="111081"/>
                  <a:pt x="339015" y="111081"/>
                </a:cubicBezTo>
                <a:cubicBezTo>
                  <a:pt x="345634" y="111081"/>
                  <a:pt x="351446" y="108578"/>
                  <a:pt x="356453" y="103571"/>
                </a:cubicBezTo>
                <a:cubicBezTo>
                  <a:pt x="361460" y="98565"/>
                  <a:pt x="363963" y="92469"/>
                  <a:pt x="363963" y="85284"/>
                </a:cubicBezTo>
                <a:cubicBezTo>
                  <a:pt x="363963" y="78326"/>
                  <a:pt x="361729" y="71834"/>
                  <a:pt x="357259" y="65809"/>
                </a:cubicBezTo>
                <a:cubicBezTo>
                  <a:pt x="352790" y="59784"/>
                  <a:pt x="346624" y="55131"/>
                  <a:pt x="338760" y="51849"/>
                </a:cubicBezTo>
                <a:cubicBezTo>
                  <a:pt x="332593" y="49304"/>
                  <a:pt x="324192" y="47833"/>
                  <a:pt x="313557" y="47437"/>
                </a:cubicBezTo>
                <a:lnTo>
                  <a:pt x="335620" y="2716"/>
                </a:lnTo>
                <a:lnTo>
                  <a:pt x="376862" y="2716"/>
                </a:lnTo>
                <a:close/>
                <a:moveTo>
                  <a:pt x="506443" y="0"/>
                </a:moveTo>
                <a:lnTo>
                  <a:pt x="422602" y="122538"/>
                </a:lnTo>
                <a:lnTo>
                  <a:pt x="415049" y="122538"/>
                </a:lnTo>
                <a:lnTo>
                  <a:pt x="498891" y="0"/>
                </a:lnTo>
                <a:lnTo>
                  <a:pt x="506443" y="0"/>
                </a:lnTo>
                <a:moveTo>
                  <a:pt x="419207" y="0"/>
                </a:moveTo>
                <a:cubicBezTo>
                  <a:pt x="426845" y="0"/>
                  <a:pt x="432771" y="3173"/>
                  <a:pt x="436985" y="9518"/>
                </a:cubicBezTo>
                <a:cubicBezTo>
                  <a:pt x="441200" y="15863"/>
                  <a:pt x="443307" y="23142"/>
                  <a:pt x="443307" y="31356"/>
                </a:cubicBezTo>
                <a:cubicBezTo>
                  <a:pt x="443307" y="41214"/>
                  <a:pt x="440931" y="48833"/>
                  <a:pt x="436179" y="54215"/>
                </a:cubicBezTo>
                <a:cubicBezTo>
                  <a:pt x="431427" y="59596"/>
                  <a:pt x="425713" y="62287"/>
                  <a:pt x="419037" y="62287"/>
                </a:cubicBezTo>
                <a:cubicBezTo>
                  <a:pt x="414568" y="62287"/>
                  <a:pt x="410467" y="61055"/>
                  <a:pt x="406733" y="58590"/>
                </a:cubicBezTo>
                <a:cubicBezTo>
                  <a:pt x="402999" y="56126"/>
                  <a:pt x="400015" y="52458"/>
                  <a:pt x="397780" y="47588"/>
                </a:cubicBezTo>
                <a:cubicBezTo>
                  <a:pt x="395545" y="42715"/>
                  <a:pt x="394428" y="37305"/>
                  <a:pt x="394428" y="31356"/>
                </a:cubicBezTo>
                <a:cubicBezTo>
                  <a:pt x="394428" y="25408"/>
                  <a:pt x="395560" y="19928"/>
                  <a:pt x="397823" y="14914"/>
                </a:cubicBezTo>
                <a:cubicBezTo>
                  <a:pt x="400085" y="9900"/>
                  <a:pt x="403183" y="6161"/>
                  <a:pt x="407115" y="3697"/>
                </a:cubicBezTo>
                <a:cubicBezTo>
                  <a:pt x="411047" y="1232"/>
                  <a:pt x="415077" y="0"/>
                  <a:pt x="419207" y="0"/>
                </a:cubicBezTo>
                <a:moveTo>
                  <a:pt x="418953" y="4582"/>
                </a:moveTo>
                <a:cubicBezTo>
                  <a:pt x="416067" y="4582"/>
                  <a:pt x="413507" y="6288"/>
                  <a:pt x="411273" y="9698"/>
                </a:cubicBezTo>
                <a:cubicBezTo>
                  <a:pt x="409038" y="13108"/>
                  <a:pt x="407921" y="20271"/>
                  <a:pt x="407921" y="31186"/>
                </a:cubicBezTo>
                <a:cubicBezTo>
                  <a:pt x="407921" y="39087"/>
                  <a:pt x="408543" y="45112"/>
                  <a:pt x="409788" y="49261"/>
                </a:cubicBezTo>
                <a:cubicBezTo>
                  <a:pt x="410749" y="52389"/>
                  <a:pt x="412249" y="54804"/>
                  <a:pt x="414285" y="56509"/>
                </a:cubicBezTo>
                <a:cubicBezTo>
                  <a:pt x="415473" y="57532"/>
                  <a:pt x="416944" y="58044"/>
                  <a:pt x="418698" y="58044"/>
                </a:cubicBezTo>
                <a:cubicBezTo>
                  <a:pt x="421414" y="58044"/>
                  <a:pt x="423733" y="56566"/>
                  <a:pt x="425657" y="53610"/>
                </a:cubicBezTo>
                <a:cubicBezTo>
                  <a:pt x="428485" y="49233"/>
                  <a:pt x="429900" y="41929"/>
                  <a:pt x="429900" y="31698"/>
                </a:cubicBezTo>
                <a:cubicBezTo>
                  <a:pt x="429900" y="20898"/>
                  <a:pt x="428513" y="13309"/>
                  <a:pt x="425741" y="8931"/>
                </a:cubicBezTo>
                <a:cubicBezTo>
                  <a:pt x="423931" y="6032"/>
                  <a:pt x="421668" y="4582"/>
                  <a:pt x="418953" y="4582"/>
                </a:cubicBezTo>
                <a:moveTo>
                  <a:pt x="502540" y="60590"/>
                </a:moveTo>
                <a:cubicBezTo>
                  <a:pt x="506556" y="60590"/>
                  <a:pt x="510559" y="61865"/>
                  <a:pt x="514547" y="64414"/>
                </a:cubicBezTo>
                <a:cubicBezTo>
                  <a:pt x="518536" y="66963"/>
                  <a:pt x="521619" y="70674"/>
                  <a:pt x="523797" y="75546"/>
                </a:cubicBezTo>
                <a:cubicBezTo>
                  <a:pt x="525975" y="80417"/>
                  <a:pt x="527064" y="85770"/>
                  <a:pt x="527064" y="91606"/>
                </a:cubicBezTo>
                <a:cubicBezTo>
                  <a:pt x="527064" y="101634"/>
                  <a:pt x="524660" y="109296"/>
                  <a:pt x="519851" y="114593"/>
                </a:cubicBezTo>
                <a:cubicBezTo>
                  <a:pt x="515042" y="119889"/>
                  <a:pt x="509357" y="122538"/>
                  <a:pt x="502794" y="122538"/>
                </a:cubicBezTo>
                <a:cubicBezTo>
                  <a:pt x="498664" y="122538"/>
                  <a:pt x="494662" y="121263"/>
                  <a:pt x="490786" y="118714"/>
                </a:cubicBezTo>
                <a:cubicBezTo>
                  <a:pt x="486911" y="116164"/>
                  <a:pt x="483856" y="112525"/>
                  <a:pt x="481622" y="107796"/>
                </a:cubicBezTo>
                <a:cubicBezTo>
                  <a:pt x="479387" y="103065"/>
                  <a:pt x="478270" y="97668"/>
                  <a:pt x="478270" y="91606"/>
                </a:cubicBezTo>
                <a:cubicBezTo>
                  <a:pt x="478270" y="85657"/>
                  <a:pt x="479387" y="80219"/>
                  <a:pt x="481622" y="75292"/>
                </a:cubicBezTo>
                <a:cubicBezTo>
                  <a:pt x="483856" y="70363"/>
                  <a:pt x="486911" y="66680"/>
                  <a:pt x="490786" y="64244"/>
                </a:cubicBezTo>
                <a:cubicBezTo>
                  <a:pt x="494662" y="61808"/>
                  <a:pt x="498579" y="60590"/>
                  <a:pt x="502540" y="60590"/>
                </a:cubicBezTo>
                <a:moveTo>
                  <a:pt x="502624" y="65172"/>
                </a:moveTo>
                <a:cubicBezTo>
                  <a:pt x="499909" y="65172"/>
                  <a:pt x="497561" y="66705"/>
                  <a:pt x="495581" y="69771"/>
                </a:cubicBezTo>
                <a:cubicBezTo>
                  <a:pt x="493035" y="73743"/>
                  <a:pt x="491762" y="81263"/>
                  <a:pt x="491762" y="92330"/>
                </a:cubicBezTo>
                <a:cubicBezTo>
                  <a:pt x="491762" y="102489"/>
                  <a:pt x="493064" y="109583"/>
                  <a:pt x="495666" y="113614"/>
                </a:cubicBezTo>
                <a:cubicBezTo>
                  <a:pt x="497589" y="116508"/>
                  <a:pt x="499909" y="117955"/>
                  <a:pt x="502624" y="117955"/>
                </a:cubicBezTo>
                <a:cubicBezTo>
                  <a:pt x="505227" y="117955"/>
                  <a:pt x="507546" y="116394"/>
                  <a:pt x="509583" y="113272"/>
                </a:cubicBezTo>
                <a:cubicBezTo>
                  <a:pt x="512298" y="109130"/>
                  <a:pt x="513656" y="102007"/>
                  <a:pt x="513656" y="91903"/>
                </a:cubicBezTo>
                <a:cubicBezTo>
                  <a:pt x="513656" y="81234"/>
                  <a:pt x="512298" y="73771"/>
                  <a:pt x="509583" y="69513"/>
                </a:cubicBezTo>
                <a:cubicBezTo>
                  <a:pt x="507716" y="66619"/>
                  <a:pt x="505396" y="65172"/>
                  <a:pt x="502624" y="651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A3695-705B-4ECB-8149-DF51B59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865485"/>
            <a:ext cx="1898353" cy="267374"/>
          </a:xfrm>
          <a:custGeom xmlns:a="http://schemas.openxmlformats.org/drawingml/2006/main">
            <a:pathLst>
              <a:path w="1898353" h="267374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859A5-5776-4856-977E-402E35F6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865485"/>
            <a:ext cx="1898353" cy="267374"/>
          </a:xfrm>
          <a:custGeom xmlns:a="http://schemas.openxmlformats.org/drawingml/2006/main">
            <a:pathLst>
              <a:path w="1898353" h="267374" fill="none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24" name="Text 129codes(666samples)">
            <a:extLst xmlns:a="http://schemas.openxmlformats.org/drawingml/2006/main">
              <a:ext uri="{FF2B5EF4-FFF2-40B4-BE49-F238E27FC236}">
                <a16:creationId xmlns:a16="http://schemas.microsoft.com/office/drawing/2014/main" id="{5F0151C0-A65F-4976-BEA0-C7160D51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51" y="938660"/>
            <a:ext cx="1695663" cy="157839"/>
          </a:xfrm>
          <a:custGeom xmlns:a="http://schemas.openxmlformats.org/drawingml/2006/main">
            <a:pathLst>
              <a:path w="1695663" h="157839">
                <a:moveTo>
                  <a:pt x="0" y="16887"/>
                </a:moveTo>
                <a:lnTo>
                  <a:pt x="28004" y="3225"/>
                </a:lnTo>
                <a:lnTo>
                  <a:pt x="30804" y="3225"/>
                </a:lnTo>
                <a:lnTo>
                  <a:pt x="30804" y="100389"/>
                </a:lnTo>
                <a:cubicBezTo>
                  <a:pt x="30804" y="106839"/>
                  <a:pt x="31073" y="110855"/>
                  <a:pt x="31610" y="112439"/>
                </a:cubicBezTo>
                <a:cubicBezTo>
                  <a:pt x="32148" y="114023"/>
                  <a:pt x="33265" y="115240"/>
                  <a:pt x="34962" y="116088"/>
                </a:cubicBezTo>
                <a:cubicBezTo>
                  <a:pt x="36659" y="116937"/>
                  <a:pt x="40110" y="117418"/>
                  <a:pt x="45315" y="117531"/>
                </a:cubicBezTo>
                <a:lnTo>
                  <a:pt x="45315" y="120671"/>
                </a:lnTo>
                <a:lnTo>
                  <a:pt x="2037" y="120671"/>
                </a:lnTo>
                <a:lnTo>
                  <a:pt x="2037" y="117531"/>
                </a:lnTo>
                <a:cubicBezTo>
                  <a:pt x="7468" y="117418"/>
                  <a:pt x="10975" y="116951"/>
                  <a:pt x="12559" y="116131"/>
                </a:cubicBezTo>
                <a:cubicBezTo>
                  <a:pt x="14143" y="115310"/>
                  <a:pt x="15246" y="114207"/>
                  <a:pt x="15869" y="112821"/>
                </a:cubicBezTo>
                <a:cubicBezTo>
                  <a:pt x="16491" y="111435"/>
                  <a:pt x="16802" y="107291"/>
                  <a:pt x="16802" y="100389"/>
                </a:cubicBezTo>
                <a:lnTo>
                  <a:pt x="16802" y="38272"/>
                </a:lnTo>
                <a:cubicBezTo>
                  <a:pt x="16802" y="29899"/>
                  <a:pt x="16519" y="24524"/>
                  <a:pt x="15954" y="22148"/>
                </a:cubicBezTo>
                <a:cubicBezTo>
                  <a:pt x="15558" y="20338"/>
                  <a:pt x="14836" y="19009"/>
                  <a:pt x="13790" y="18160"/>
                </a:cubicBezTo>
                <a:cubicBezTo>
                  <a:pt x="12743" y="17311"/>
                  <a:pt x="11484" y="16887"/>
                  <a:pt x="10013" y="16887"/>
                </a:cubicBezTo>
                <a:cubicBezTo>
                  <a:pt x="7920" y="16887"/>
                  <a:pt x="5007" y="17764"/>
                  <a:pt x="1273" y="19518"/>
                </a:cubicBezTo>
                <a:lnTo>
                  <a:pt x="0" y="16887"/>
                </a:lnTo>
                <a:close/>
                <a:moveTo>
                  <a:pt x="146213" y="98437"/>
                </a:moveTo>
                <a:lnTo>
                  <a:pt x="138152" y="120671"/>
                </a:lnTo>
                <a:lnTo>
                  <a:pt x="70264" y="120671"/>
                </a:lnTo>
                <a:lnTo>
                  <a:pt x="70264" y="117526"/>
                </a:lnTo>
                <a:cubicBezTo>
                  <a:pt x="90234" y="99279"/>
                  <a:pt x="104293" y="84376"/>
                  <a:pt x="112439" y="72818"/>
                </a:cubicBezTo>
                <a:cubicBezTo>
                  <a:pt x="120586" y="61257"/>
                  <a:pt x="124659" y="50689"/>
                  <a:pt x="124659" y="41112"/>
                </a:cubicBezTo>
                <a:cubicBezTo>
                  <a:pt x="124659" y="33803"/>
                  <a:pt x="122424" y="27798"/>
                  <a:pt x="117955" y="23095"/>
                </a:cubicBezTo>
                <a:cubicBezTo>
                  <a:pt x="113486" y="18391"/>
                  <a:pt x="108140" y="16039"/>
                  <a:pt x="101917" y="16039"/>
                </a:cubicBezTo>
                <a:cubicBezTo>
                  <a:pt x="96259" y="16039"/>
                  <a:pt x="91182" y="17700"/>
                  <a:pt x="86684" y="21024"/>
                </a:cubicBezTo>
                <a:cubicBezTo>
                  <a:pt x="82187" y="24348"/>
                  <a:pt x="78863" y="29220"/>
                  <a:pt x="76713" y="35641"/>
                </a:cubicBezTo>
                <a:lnTo>
                  <a:pt x="73573" y="35641"/>
                </a:lnTo>
                <a:cubicBezTo>
                  <a:pt x="74988" y="25202"/>
                  <a:pt x="78623" y="17189"/>
                  <a:pt x="84478" y="11605"/>
                </a:cubicBezTo>
                <a:cubicBezTo>
                  <a:pt x="90333" y="6018"/>
                  <a:pt x="97645" y="3225"/>
                  <a:pt x="106414" y="3225"/>
                </a:cubicBezTo>
                <a:cubicBezTo>
                  <a:pt x="115749" y="3225"/>
                  <a:pt x="123542" y="6223"/>
                  <a:pt x="129793" y="12220"/>
                </a:cubicBezTo>
                <a:cubicBezTo>
                  <a:pt x="136044" y="18217"/>
                  <a:pt x="139170" y="25288"/>
                  <a:pt x="139170" y="33435"/>
                </a:cubicBezTo>
                <a:cubicBezTo>
                  <a:pt x="139170" y="39262"/>
                  <a:pt x="137812" y="45089"/>
                  <a:pt x="135097" y="50916"/>
                </a:cubicBezTo>
                <a:cubicBezTo>
                  <a:pt x="130910" y="60081"/>
                  <a:pt x="124122" y="69783"/>
                  <a:pt x="114730" y="80023"/>
                </a:cubicBezTo>
                <a:cubicBezTo>
                  <a:pt x="100644" y="95411"/>
                  <a:pt x="91847" y="104689"/>
                  <a:pt x="88339" y="107857"/>
                </a:cubicBezTo>
                <a:lnTo>
                  <a:pt x="118379" y="107857"/>
                </a:lnTo>
                <a:cubicBezTo>
                  <a:pt x="124489" y="107857"/>
                  <a:pt x="128775" y="107629"/>
                  <a:pt x="131236" y="107173"/>
                </a:cubicBezTo>
                <a:cubicBezTo>
                  <a:pt x="133697" y="106715"/>
                  <a:pt x="135917" y="105787"/>
                  <a:pt x="137897" y="104388"/>
                </a:cubicBezTo>
                <a:cubicBezTo>
                  <a:pt x="139877" y="102990"/>
                  <a:pt x="141603" y="101006"/>
                  <a:pt x="143074" y="98437"/>
                </a:cubicBezTo>
                <a:lnTo>
                  <a:pt x="146213" y="98437"/>
                </a:lnTo>
                <a:close/>
                <a:moveTo>
                  <a:pt x="162591" y="123047"/>
                </a:moveTo>
                <a:lnTo>
                  <a:pt x="162591" y="119907"/>
                </a:lnTo>
                <a:cubicBezTo>
                  <a:pt x="169946" y="119794"/>
                  <a:pt x="176791" y="118082"/>
                  <a:pt x="183127" y="114773"/>
                </a:cubicBezTo>
                <a:cubicBezTo>
                  <a:pt x="189464" y="111463"/>
                  <a:pt x="195588" y="105679"/>
                  <a:pt x="201500" y="97419"/>
                </a:cubicBezTo>
                <a:cubicBezTo>
                  <a:pt x="207411" y="89159"/>
                  <a:pt x="211527" y="80079"/>
                  <a:pt x="213847" y="70179"/>
                </a:cubicBezTo>
                <a:cubicBezTo>
                  <a:pt x="204965" y="75893"/>
                  <a:pt x="196931" y="78750"/>
                  <a:pt x="189747" y="78750"/>
                </a:cubicBezTo>
                <a:cubicBezTo>
                  <a:pt x="181657" y="78750"/>
                  <a:pt x="174726" y="75624"/>
                  <a:pt x="168956" y="69373"/>
                </a:cubicBezTo>
                <a:cubicBezTo>
                  <a:pt x="163185" y="63122"/>
                  <a:pt x="160300" y="54819"/>
                  <a:pt x="160300" y="44467"/>
                </a:cubicBezTo>
                <a:cubicBezTo>
                  <a:pt x="160300" y="34397"/>
                  <a:pt x="163185" y="25430"/>
                  <a:pt x="168956" y="17566"/>
                </a:cubicBezTo>
                <a:cubicBezTo>
                  <a:pt x="175914" y="8005"/>
                  <a:pt x="184994" y="3225"/>
                  <a:pt x="196196" y="3225"/>
                </a:cubicBezTo>
                <a:cubicBezTo>
                  <a:pt x="205644" y="3225"/>
                  <a:pt x="213734" y="7128"/>
                  <a:pt x="220466" y="14935"/>
                </a:cubicBezTo>
                <a:cubicBezTo>
                  <a:pt x="228725" y="24609"/>
                  <a:pt x="232855" y="36546"/>
                  <a:pt x="232855" y="50746"/>
                </a:cubicBezTo>
                <a:cubicBezTo>
                  <a:pt x="232855" y="63532"/>
                  <a:pt x="229715" y="75455"/>
                  <a:pt x="223436" y="86515"/>
                </a:cubicBezTo>
                <a:cubicBezTo>
                  <a:pt x="217156" y="97575"/>
                  <a:pt x="208416" y="106754"/>
                  <a:pt x="197214" y="114052"/>
                </a:cubicBezTo>
                <a:cubicBezTo>
                  <a:pt x="188106" y="120048"/>
                  <a:pt x="178177" y="123047"/>
                  <a:pt x="167428" y="123047"/>
                </a:cubicBezTo>
                <a:lnTo>
                  <a:pt x="162591" y="123047"/>
                </a:lnTo>
                <a:moveTo>
                  <a:pt x="215204" y="63833"/>
                </a:moveTo>
                <a:cubicBezTo>
                  <a:pt x="216223" y="56500"/>
                  <a:pt x="216732" y="50632"/>
                  <a:pt x="216732" y="46230"/>
                </a:cubicBezTo>
                <a:cubicBezTo>
                  <a:pt x="216732" y="40758"/>
                  <a:pt x="215798" y="34849"/>
                  <a:pt x="213932" y="28502"/>
                </a:cubicBezTo>
                <a:cubicBezTo>
                  <a:pt x="212065" y="22155"/>
                  <a:pt x="209420" y="17289"/>
                  <a:pt x="205997" y="13904"/>
                </a:cubicBezTo>
                <a:cubicBezTo>
                  <a:pt x="202574" y="10518"/>
                  <a:pt x="198685" y="8825"/>
                  <a:pt x="194329" y="8825"/>
                </a:cubicBezTo>
                <a:cubicBezTo>
                  <a:pt x="189294" y="8825"/>
                  <a:pt x="184881" y="11082"/>
                  <a:pt x="181091" y="15596"/>
                </a:cubicBezTo>
                <a:cubicBezTo>
                  <a:pt x="177300" y="20109"/>
                  <a:pt x="175405" y="26823"/>
                  <a:pt x="175405" y="35737"/>
                </a:cubicBezTo>
                <a:cubicBezTo>
                  <a:pt x="175405" y="47642"/>
                  <a:pt x="177923" y="56951"/>
                  <a:pt x="182958" y="63663"/>
                </a:cubicBezTo>
                <a:cubicBezTo>
                  <a:pt x="186635" y="68516"/>
                  <a:pt x="191161" y="70943"/>
                  <a:pt x="196535" y="70943"/>
                </a:cubicBezTo>
                <a:cubicBezTo>
                  <a:pt x="199138" y="70943"/>
                  <a:pt x="202221" y="70322"/>
                  <a:pt x="205785" y="69081"/>
                </a:cubicBezTo>
                <a:cubicBezTo>
                  <a:pt x="209349" y="67840"/>
                  <a:pt x="212489" y="66091"/>
                  <a:pt x="215204" y="63833"/>
                </a:cubicBezTo>
                <a:close/>
                <a:moveTo>
                  <a:pt x="355223" y="91139"/>
                </a:moveTo>
                <a:cubicBezTo>
                  <a:pt x="353130" y="101379"/>
                  <a:pt x="349028" y="109257"/>
                  <a:pt x="342918" y="114773"/>
                </a:cubicBezTo>
                <a:cubicBezTo>
                  <a:pt x="336809" y="120289"/>
                  <a:pt x="330048" y="123047"/>
                  <a:pt x="322637" y="123047"/>
                </a:cubicBezTo>
                <a:cubicBezTo>
                  <a:pt x="313812" y="123047"/>
                  <a:pt x="306118" y="119346"/>
                  <a:pt x="299555" y="111943"/>
                </a:cubicBezTo>
                <a:cubicBezTo>
                  <a:pt x="292993" y="104539"/>
                  <a:pt x="289711" y="94536"/>
                  <a:pt x="289711" y="81932"/>
                </a:cubicBezTo>
                <a:cubicBezTo>
                  <a:pt x="289711" y="69725"/>
                  <a:pt x="293346" y="59807"/>
                  <a:pt x="300616" y="52178"/>
                </a:cubicBezTo>
                <a:cubicBezTo>
                  <a:pt x="307886" y="44548"/>
                  <a:pt x="316612" y="40733"/>
                  <a:pt x="326795" y="40733"/>
                </a:cubicBezTo>
                <a:cubicBezTo>
                  <a:pt x="334432" y="40733"/>
                  <a:pt x="340712" y="42749"/>
                  <a:pt x="345634" y="46782"/>
                </a:cubicBezTo>
                <a:cubicBezTo>
                  <a:pt x="350556" y="50812"/>
                  <a:pt x="353017" y="54999"/>
                  <a:pt x="353017" y="59341"/>
                </a:cubicBezTo>
                <a:cubicBezTo>
                  <a:pt x="353017" y="61484"/>
                  <a:pt x="352324" y="63218"/>
                  <a:pt x="350938" y="64544"/>
                </a:cubicBezTo>
                <a:cubicBezTo>
                  <a:pt x="349552" y="65868"/>
                  <a:pt x="347614" y="66530"/>
                  <a:pt x="345125" y="66530"/>
                </a:cubicBezTo>
                <a:cubicBezTo>
                  <a:pt x="341787" y="66530"/>
                  <a:pt x="339269" y="65455"/>
                  <a:pt x="337572" y="63305"/>
                </a:cubicBezTo>
                <a:cubicBezTo>
                  <a:pt x="336611" y="62117"/>
                  <a:pt x="335974" y="59854"/>
                  <a:pt x="335663" y="56517"/>
                </a:cubicBezTo>
                <a:cubicBezTo>
                  <a:pt x="335352" y="53179"/>
                  <a:pt x="334206" y="50633"/>
                  <a:pt x="332226" y="48879"/>
                </a:cubicBezTo>
                <a:cubicBezTo>
                  <a:pt x="330246" y="47182"/>
                  <a:pt x="327502" y="46333"/>
                  <a:pt x="323995" y="46333"/>
                </a:cubicBezTo>
                <a:cubicBezTo>
                  <a:pt x="318337" y="46333"/>
                  <a:pt x="313783" y="48427"/>
                  <a:pt x="310332" y="52613"/>
                </a:cubicBezTo>
                <a:cubicBezTo>
                  <a:pt x="305750" y="58157"/>
                  <a:pt x="303459" y="65483"/>
                  <a:pt x="303459" y="74592"/>
                </a:cubicBezTo>
                <a:cubicBezTo>
                  <a:pt x="303459" y="83870"/>
                  <a:pt x="305736" y="92059"/>
                  <a:pt x="310290" y="99159"/>
                </a:cubicBezTo>
                <a:cubicBezTo>
                  <a:pt x="314844" y="106259"/>
                  <a:pt x="320996" y="109809"/>
                  <a:pt x="328747" y="109809"/>
                </a:cubicBezTo>
                <a:cubicBezTo>
                  <a:pt x="334291" y="109809"/>
                  <a:pt x="339269" y="107913"/>
                  <a:pt x="343682" y="104123"/>
                </a:cubicBezTo>
                <a:cubicBezTo>
                  <a:pt x="346794" y="101521"/>
                  <a:pt x="349820" y="96797"/>
                  <a:pt x="352762" y="89951"/>
                </a:cubicBezTo>
                <a:lnTo>
                  <a:pt x="355223" y="91139"/>
                </a:lnTo>
                <a:close/>
                <a:moveTo>
                  <a:pt x="404383" y="40733"/>
                </a:moveTo>
                <a:cubicBezTo>
                  <a:pt x="416151" y="40733"/>
                  <a:pt x="425598" y="45198"/>
                  <a:pt x="432727" y="54127"/>
                </a:cubicBezTo>
                <a:cubicBezTo>
                  <a:pt x="438780" y="61756"/>
                  <a:pt x="441807" y="70516"/>
                  <a:pt x="441807" y="80407"/>
                </a:cubicBezTo>
                <a:cubicBezTo>
                  <a:pt x="441807" y="87359"/>
                  <a:pt x="440138" y="94395"/>
                  <a:pt x="436800" y="101516"/>
                </a:cubicBezTo>
                <a:cubicBezTo>
                  <a:pt x="433462" y="108636"/>
                  <a:pt x="428865" y="114004"/>
                  <a:pt x="423010" y="117621"/>
                </a:cubicBezTo>
                <a:cubicBezTo>
                  <a:pt x="417155" y="121238"/>
                  <a:pt x="410635" y="123047"/>
                  <a:pt x="403450" y="123047"/>
                </a:cubicBezTo>
                <a:cubicBezTo>
                  <a:pt x="391739" y="123047"/>
                  <a:pt x="382433" y="118384"/>
                  <a:pt x="375531" y="109058"/>
                </a:cubicBezTo>
                <a:cubicBezTo>
                  <a:pt x="369704" y="101203"/>
                  <a:pt x="366791" y="92388"/>
                  <a:pt x="366791" y="82611"/>
                </a:cubicBezTo>
                <a:cubicBezTo>
                  <a:pt x="366791" y="75490"/>
                  <a:pt x="368558" y="68411"/>
                  <a:pt x="372094" y="61375"/>
                </a:cubicBezTo>
                <a:cubicBezTo>
                  <a:pt x="375630" y="54339"/>
                  <a:pt x="380283" y="49139"/>
                  <a:pt x="386054" y="45777"/>
                </a:cubicBezTo>
                <a:cubicBezTo>
                  <a:pt x="391824" y="42414"/>
                  <a:pt x="397934" y="40733"/>
                  <a:pt x="404383" y="40733"/>
                </a:cubicBezTo>
                <a:moveTo>
                  <a:pt x="401753" y="46333"/>
                </a:moveTo>
                <a:cubicBezTo>
                  <a:pt x="398754" y="46333"/>
                  <a:pt x="395742" y="47224"/>
                  <a:pt x="392715" y="49004"/>
                </a:cubicBezTo>
                <a:cubicBezTo>
                  <a:pt x="389689" y="50784"/>
                  <a:pt x="387242" y="53906"/>
                  <a:pt x="385375" y="58370"/>
                </a:cubicBezTo>
                <a:cubicBezTo>
                  <a:pt x="383508" y="62834"/>
                  <a:pt x="382574" y="68569"/>
                  <a:pt x="382574" y="75576"/>
                </a:cubicBezTo>
                <a:cubicBezTo>
                  <a:pt x="382574" y="86876"/>
                  <a:pt x="384823" y="96624"/>
                  <a:pt x="389321" y="104818"/>
                </a:cubicBezTo>
                <a:cubicBezTo>
                  <a:pt x="393818" y="113010"/>
                  <a:pt x="399744" y="117107"/>
                  <a:pt x="407099" y="117107"/>
                </a:cubicBezTo>
                <a:cubicBezTo>
                  <a:pt x="412587" y="117107"/>
                  <a:pt x="417112" y="114846"/>
                  <a:pt x="420677" y="110326"/>
                </a:cubicBezTo>
                <a:cubicBezTo>
                  <a:pt x="424241" y="105805"/>
                  <a:pt x="426023" y="98036"/>
                  <a:pt x="426023" y="87018"/>
                </a:cubicBezTo>
                <a:cubicBezTo>
                  <a:pt x="426023" y="73230"/>
                  <a:pt x="423053" y="62381"/>
                  <a:pt x="417112" y="54469"/>
                </a:cubicBezTo>
                <a:cubicBezTo>
                  <a:pt x="413096" y="49045"/>
                  <a:pt x="407976" y="46333"/>
                  <a:pt x="401753" y="46333"/>
                </a:cubicBezTo>
                <a:close/>
                <a:moveTo>
                  <a:pt x="508167" y="111930"/>
                </a:moveTo>
                <a:cubicBezTo>
                  <a:pt x="504377" y="115890"/>
                  <a:pt x="500671" y="118733"/>
                  <a:pt x="497050" y="120459"/>
                </a:cubicBezTo>
                <a:cubicBezTo>
                  <a:pt x="493430" y="122184"/>
                  <a:pt x="489526" y="123047"/>
                  <a:pt x="485340" y="123047"/>
                </a:cubicBezTo>
                <a:cubicBezTo>
                  <a:pt x="476854" y="123047"/>
                  <a:pt x="469443" y="119505"/>
                  <a:pt x="463106" y="112421"/>
                </a:cubicBezTo>
                <a:cubicBezTo>
                  <a:pt x="456770" y="105335"/>
                  <a:pt x="453602" y="96230"/>
                  <a:pt x="453602" y="85106"/>
                </a:cubicBezTo>
                <a:cubicBezTo>
                  <a:pt x="453602" y="73984"/>
                  <a:pt x="457110" y="63808"/>
                  <a:pt x="464125" y="54578"/>
                </a:cubicBezTo>
                <a:cubicBezTo>
                  <a:pt x="471140" y="45348"/>
                  <a:pt x="480163" y="40733"/>
                  <a:pt x="491195" y="40733"/>
                </a:cubicBezTo>
                <a:cubicBezTo>
                  <a:pt x="498040" y="40733"/>
                  <a:pt x="503698" y="42911"/>
                  <a:pt x="508167" y="47267"/>
                </a:cubicBezTo>
                <a:lnTo>
                  <a:pt x="508167" y="32894"/>
                </a:lnTo>
                <a:cubicBezTo>
                  <a:pt x="508167" y="23975"/>
                  <a:pt x="507955" y="18492"/>
                  <a:pt x="507531" y="16447"/>
                </a:cubicBezTo>
                <a:cubicBezTo>
                  <a:pt x="507106" y="14401"/>
                  <a:pt x="506442" y="13010"/>
                  <a:pt x="505536" y="12273"/>
                </a:cubicBezTo>
                <a:cubicBezTo>
                  <a:pt x="504631" y="11534"/>
                  <a:pt x="503500" y="11164"/>
                  <a:pt x="502142" y="11164"/>
                </a:cubicBezTo>
                <a:cubicBezTo>
                  <a:pt x="500671" y="11164"/>
                  <a:pt x="498719" y="11619"/>
                  <a:pt x="496287" y="12527"/>
                </a:cubicBezTo>
                <a:lnTo>
                  <a:pt x="495183" y="9544"/>
                </a:lnTo>
                <a:lnTo>
                  <a:pt x="518350" y="0"/>
                </a:lnTo>
                <a:lnTo>
                  <a:pt x="522169" y="0"/>
                </a:lnTo>
                <a:lnTo>
                  <a:pt x="522169" y="89867"/>
                </a:lnTo>
                <a:cubicBezTo>
                  <a:pt x="522169" y="98975"/>
                  <a:pt x="522381" y="104533"/>
                  <a:pt x="522805" y="106541"/>
                </a:cubicBezTo>
                <a:cubicBezTo>
                  <a:pt x="523230" y="108550"/>
                  <a:pt x="523909" y="109950"/>
                  <a:pt x="524842" y="110742"/>
                </a:cubicBezTo>
                <a:cubicBezTo>
                  <a:pt x="525775" y="111534"/>
                  <a:pt x="526864" y="111930"/>
                  <a:pt x="528109" y="111930"/>
                </a:cubicBezTo>
                <a:cubicBezTo>
                  <a:pt x="529637" y="111930"/>
                  <a:pt x="531673" y="111449"/>
                  <a:pt x="534219" y="110487"/>
                </a:cubicBezTo>
                <a:lnTo>
                  <a:pt x="535152" y="113458"/>
                </a:lnTo>
                <a:lnTo>
                  <a:pt x="512071" y="123047"/>
                </a:lnTo>
                <a:lnTo>
                  <a:pt x="508167" y="123047"/>
                </a:lnTo>
                <a:lnTo>
                  <a:pt x="508167" y="111930"/>
                </a:lnTo>
                <a:moveTo>
                  <a:pt x="508167" y="106008"/>
                </a:moveTo>
                <a:lnTo>
                  <a:pt x="508167" y="66055"/>
                </a:lnTo>
                <a:cubicBezTo>
                  <a:pt x="507828" y="62217"/>
                  <a:pt x="506809" y="58719"/>
                  <a:pt x="505112" y="55559"/>
                </a:cubicBezTo>
                <a:cubicBezTo>
                  <a:pt x="503415" y="52398"/>
                  <a:pt x="501166" y="50014"/>
                  <a:pt x="498366" y="48407"/>
                </a:cubicBezTo>
                <a:cubicBezTo>
                  <a:pt x="495565" y="46798"/>
                  <a:pt x="492836" y="45994"/>
                  <a:pt x="490177" y="45994"/>
                </a:cubicBezTo>
                <a:cubicBezTo>
                  <a:pt x="485198" y="45994"/>
                  <a:pt x="480757" y="48223"/>
                  <a:pt x="476854" y="52682"/>
                </a:cubicBezTo>
                <a:cubicBezTo>
                  <a:pt x="471706" y="58550"/>
                  <a:pt x="469131" y="67127"/>
                  <a:pt x="469131" y="78413"/>
                </a:cubicBezTo>
                <a:cubicBezTo>
                  <a:pt x="469131" y="89813"/>
                  <a:pt x="471621" y="98546"/>
                  <a:pt x="476599" y="104614"/>
                </a:cubicBezTo>
                <a:cubicBezTo>
                  <a:pt x="481578" y="110679"/>
                  <a:pt x="487122" y="113712"/>
                  <a:pt x="493232" y="113712"/>
                </a:cubicBezTo>
                <a:cubicBezTo>
                  <a:pt x="498380" y="113712"/>
                  <a:pt x="503358" y="111144"/>
                  <a:pt x="508167" y="106008"/>
                </a:cubicBezTo>
                <a:close/>
                <a:moveTo>
                  <a:pt x="553228" y="72301"/>
                </a:moveTo>
                <a:cubicBezTo>
                  <a:pt x="553171" y="83815"/>
                  <a:pt x="555971" y="92846"/>
                  <a:pt x="561629" y="99395"/>
                </a:cubicBezTo>
                <a:cubicBezTo>
                  <a:pt x="567286" y="105941"/>
                  <a:pt x="573933" y="109215"/>
                  <a:pt x="581571" y="109215"/>
                </a:cubicBezTo>
                <a:cubicBezTo>
                  <a:pt x="586662" y="109215"/>
                  <a:pt x="591089" y="107814"/>
                  <a:pt x="594851" y="105014"/>
                </a:cubicBezTo>
                <a:cubicBezTo>
                  <a:pt x="598613" y="102214"/>
                  <a:pt x="601767" y="97419"/>
                  <a:pt x="604313" y="90630"/>
                </a:cubicBezTo>
                <a:lnTo>
                  <a:pt x="606944" y="92327"/>
                </a:lnTo>
                <a:cubicBezTo>
                  <a:pt x="605756" y="100078"/>
                  <a:pt x="602305" y="107136"/>
                  <a:pt x="596591" y="113500"/>
                </a:cubicBezTo>
                <a:cubicBezTo>
                  <a:pt x="590877" y="119864"/>
                  <a:pt x="583721" y="123047"/>
                  <a:pt x="575121" y="123047"/>
                </a:cubicBezTo>
                <a:cubicBezTo>
                  <a:pt x="565787" y="123047"/>
                  <a:pt x="557796" y="119420"/>
                  <a:pt x="551148" y="112166"/>
                </a:cubicBezTo>
                <a:cubicBezTo>
                  <a:pt x="544501" y="104911"/>
                  <a:pt x="541177" y="95157"/>
                  <a:pt x="541177" y="82905"/>
                </a:cubicBezTo>
                <a:cubicBezTo>
                  <a:pt x="541177" y="69639"/>
                  <a:pt x="544586" y="59294"/>
                  <a:pt x="551403" y="51871"/>
                </a:cubicBezTo>
                <a:cubicBezTo>
                  <a:pt x="558220" y="44445"/>
                  <a:pt x="566777" y="40733"/>
                  <a:pt x="577073" y="40733"/>
                </a:cubicBezTo>
                <a:cubicBezTo>
                  <a:pt x="585785" y="40733"/>
                  <a:pt x="592942" y="43597"/>
                  <a:pt x="598543" y="49325"/>
                </a:cubicBezTo>
                <a:cubicBezTo>
                  <a:pt x="604143" y="55051"/>
                  <a:pt x="606944" y="62710"/>
                  <a:pt x="606944" y="72301"/>
                </a:cubicBezTo>
                <a:lnTo>
                  <a:pt x="553228" y="72301"/>
                </a:lnTo>
                <a:moveTo>
                  <a:pt x="553228" y="67379"/>
                </a:moveTo>
                <a:lnTo>
                  <a:pt x="589208" y="67379"/>
                </a:lnTo>
                <a:cubicBezTo>
                  <a:pt x="588925" y="62400"/>
                  <a:pt x="588331" y="58893"/>
                  <a:pt x="587426" y="56856"/>
                </a:cubicBezTo>
                <a:cubicBezTo>
                  <a:pt x="586012" y="53688"/>
                  <a:pt x="583904" y="51199"/>
                  <a:pt x="581104" y="49388"/>
                </a:cubicBezTo>
                <a:cubicBezTo>
                  <a:pt x="578304" y="47578"/>
                  <a:pt x="575376" y="46673"/>
                  <a:pt x="572321" y="46673"/>
                </a:cubicBezTo>
                <a:cubicBezTo>
                  <a:pt x="567625" y="46673"/>
                  <a:pt x="563425" y="48497"/>
                  <a:pt x="559719" y="52146"/>
                </a:cubicBezTo>
                <a:cubicBezTo>
                  <a:pt x="556014" y="55795"/>
                  <a:pt x="553850" y="60873"/>
                  <a:pt x="553228" y="67379"/>
                </a:cubicBezTo>
                <a:close/>
                <a:moveTo>
                  <a:pt x="667560" y="40733"/>
                </a:moveTo>
                <a:lnTo>
                  <a:pt x="667560" y="67039"/>
                </a:lnTo>
                <a:lnTo>
                  <a:pt x="664760" y="67039"/>
                </a:lnTo>
                <a:cubicBezTo>
                  <a:pt x="662610" y="58788"/>
                  <a:pt x="659852" y="53176"/>
                  <a:pt x="656486" y="50203"/>
                </a:cubicBezTo>
                <a:cubicBezTo>
                  <a:pt x="653120" y="47227"/>
                  <a:pt x="648834" y="45739"/>
                  <a:pt x="643630" y="45739"/>
                </a:cubicBezTo>
                <a:cubicBezTo>
                  <a:pt x="639670" y="45739"/>
                  <a:pt x="636473" y="46785"/>
                  <a:pt x="634041" y="48877"/>
                </a:cubicBezTo>
                <a:cubicBezTo>
                  <a:pt x="631608" y="50966"/>
                  <a:pt x="630392" y="53283"/>
                  <a:pt x="630392" y="55827"/>
                </a:cubicBezTo>
                <a:cubicBezTo>
                  <a:pt x="630392" y="58992"/>
                  <a:pt x="631297" y="61704"/>
                  <a:pt x="633107" y="63963"/>
                </a:cubicBezTo>
                <a:cubicBezTo>
                  <a:pt x="634861" y="66281"/>
                  <a:pt x="638425" y="68739"/>
                  <a:pt x="643799" y="71338"/>
                </a:cubicBezTo>
                <a:lnTo>
                  <a:pt x="656189" y="77358"/>
                </a:lnTo>
                <a:cubicBezTo>
                  <a:pt x="667673" y="82951"/>
                  <a:pt x="673415" y="90326"/>
                  <a:pt x="673415" y="99482"/>
                </a:cubicBezTo>
                <a:cubicBezTo>
                  <a:pt x="673415" y="106545"/>
                  <a:pt x="670742" y="112239"/>
                  <a:pt x="665396" y="116563"/>
                </a:cubicBezTo>
                <a:cubicBezTo>
                  <a:pt x="660050" y="120885"/>
                  <a:pt x="654067" y="123047"/>
                  <a:pt x="647448" y="123047"/>
                </a:cubicBezTo>
                <a:cubicBezTo>
                  <a:pt x="642696" y="123047"/>
                  <a:pt x="637265" y="122198"/>
                  <a:pt x="631155" y="120501"/>
                </a:cubicBezTo>
                <a:cubicBezTo>
                  <a:pt x="629288" y="119935"/>
                  <a:pt x="627761" y="119652"/>
                  <a:pt x="626573" y="119652"/>
                </a:cubicBezTo>
                <a:cubicBezTo>
                  <a:pt x="625272" y="119652"/>
                  <a:pt x="624253" y="120388"/>
                  <a:pt x="623518" y="121859"/>
                </a:cubicBezTo>
                <a:lnTo>
                  <a:pt x="620718" y="121859"/>
                </a:lnTo>
                <a:lnTo>
                  <a:pt x="620718" y="94025"/>
                </a:lnTo>
                <a:lnTo>
                  <a:pt x="623518" y="94025"/>
                </a:lnTo>
                <a:cubicBezTo>
                  <a:pt x="625102" y="101973"/>
                  <a:pt x="628129" y="107963"/>
                  <a:pt x="632598" y="111994"/>
                </a:cubicBezTo>
                <a:cubicBezTo>
                  <a:pt x="637067" y="116025"/>
                  <a:pt x="642074" y="118040"/>
                  <a:pt x="647618" y="118040"/>
                </a:cubicBezTo>
                <a:cubicBezTo>
                  <a:pt x="651522" y="118040"/>
                  <a:pt x="654704" y="116896"/>
                  <a:pt x="657165" y="114608"/>
                </a:cubicBezTo>
                <a:cubicBezTo>
                  <a:pt x="659626" y="112319"/>
                  <a:pt x="660856" y="109564"/>
                  <a:pt x="660856" y="106343"/>
                </a:cubicBezTo>
                <a:cubicBezTo>
                  <a:pt x="660856" y="102443"/>
                  <a:pt x="659484" y="99165"/>
                  <a:pt x="656741" y="96509"/>
                </a:cubicBezTo>
                <a:cubicBezTo>
                  <a:pt x="653997" y="93854"/>
                  <a:pt x="648523" y="90492"/>
                  <a:pt x="640320" y="86424"/>
                </a:cubicBezTo>
                <a:cubicBezTo>
                  <a:pt x="632117" y="82355"/>
                  <a:pt x="626743" y="78681"/>
                  <a:pt x="624197" y="75403"/>
                </a:cubicBezTo>
                <a:cubicBezTo>
                  <a:pt x="621651" y="72182"/>
                  <a:pt x="620378" y="68113"/>
                  <a:pt x="620378" y="63197"/>
                </a:cubicBezTo>
                <a:cubicBezTo>
                  <a:pt x="620378" y="56811"/>
                  <a:pt x="622570" y="51471"/>
                  <a:pt x="626955" y="47177"/>
                </a:cubicBezTo>
                <a:cubicBezTo>
                  <a:pt x="631339" y="42881"/>
                  <a:pt x="637011" y="40733"/>
                  <a:pt x="643969" y="40733"/>
                </a:cubicBezTo>
                <a:cubicBezTo>
                  <a:pt x="647024" y="40733"/>
                  <a:pt x="650730" y="41383"/>
                  <a:pt x="655086" y="42684"/>
                </a:cubicBezTo>
                <a:cubicBezTo>
                  <a:pt x="657971" y="43533"/>
                  <a:pt x="659894" y="43957"/>
                  <a:pt x="660856" y="43957"/>
                </a:cubicBezTo>
                <a:cubicBezTo>
                  <a:pt x="661761" y="43957"/>
                  <a:pt x="662469" y="43759"/>
                  <a:pt x="662978" y="43363"/>
                </a:cubicBezTo>
                <a:cubicBezTo>
                  <a:pt x="663487" y="42967"/>
                  <a:pt x="664081" y="42090"/>
                  <a:pt x="664760" y="40733"/>
                </a:cubicBezTo>
                <a:lnTo>
                  <a:pt x="667560" y="40733"/>
                </a:lnTo>
                <a:close/>
                <a:moveTo>
                  <a:pt x="776917" y="154699"/>
                </a:moveTo>
                <a:lnTo>
                  <a:pt x="776917" y="157839"/>
                </a:lnTo>
                <a:cubicBezTo>
                  <a:pt x="768374" y="153540"/>
                  <a:pt x="761246" y="148505"/>
                  <a:pt x="755532" y="142734"/>
                </a:cubicBezTo>
                <a:cubicBezTo>
                  <a:pt x="747385" y="134531"/>
                  <a:pt x="741106" y="124857"/>
                  <a:pt x="736693" y="113712"/>
                </a:cubicBezTo>
                <a:cubicBezTo>
                  <a:pt x="732280" y="102567"/>
                  <a:pt x="730074" y="90998"/>
                  <a:pt x="730074" y="79004"/>
                </a:cubicBezTo>
                <a:cubicBezTo>
                  <a:pt x="730074" y="61467"/>
                  <a:pt x="734402" y="45471"/>
                  <a:pt x="743058" y="31016"/>
                </a:cubicBezTo>
                <a:cubicBezTo>
                  <a:pt x="751713" y="16562"/>
                  <a:pt x="763000" y="6223"/>
                  <a:pt x="776917" y="0"/>
                </a:cubicBezTo>
                <a:lnTo>
                  <a:pt x="776917" y="3564"/>
                </a:lnTo>
                <a:cubicBezTo>
                  <a:pt x="769958" y="7411"/>
                  <a:pt x="764244" y="12672"/>
                  <a:pt x="759775" y="19348"/>
                </a:cubicBezTo>
                <a:cubicBezTo>
                  <a:pt x="755306" y="26024"/>
                  <a:pt x="751968" y="34481"/>
                  <a:pt x="749762" y="44721"/>
                </a:cubicBezTo>
                <a:cubicBezTo>
                  <a:pt x="747555" y="54961"/>
                  <a:pt x="746452" y="65653"/>
                  <a:pt x="746452" y="76798"/>
                </a:cubicBezTo>
                <a:cubicBezTo>
                  <a:pt x="746452" y="88905"/>
                  <a:pt x="747385" y="99908"/>
                  <a:pt x="749252" y="109809"/>
                </a:cubicBezTo>
                <a:cubicBezTo>
                  <a:pt x="750723" y="117616"/>
                  <a:pt x="752505" y="123881"/>
                  <a:pt x="754599" y="128605"/>
                </a:cubicBezTo>
                <a:cubicBezTo>
                  <a:pt x="756692" y="133329"/>
                  <a:pt x="759506" y="137869"/>
                  <a:pt x="763042" y="142225"/>
                </a:cubicBezTo>
                <a:cubicBezTo>
                  <a:pt x="766578" y="146581"/>
                  <a:pt x="771203" y="150739"/>
                  <a:pt x="776917" y="154699"/>
                </a:cubicBezTo>
                <a:close/>
                <a:moveTo>
                  <a:pt x="858720" y="3225"/>
                </a:moveTo>
                <a:lnTo>
                  <a:pt x="858720" y="6364"/>
                </a:lnTo>
                <a:cubicBezTo>
                  <a:pt x="851252" y="7100"/>
                  <a:pt x="845157" y="8585"/>
                  <a:pt x="840433" y="10820"/>
                </a:cubicBezTo>
                <a:cubicBezTo>
                  <a:pt x="835709" y="13054"/>
                  <a:pt x="831042" y="16463"/>
                  <a:pt x="826431" y="21045"/>
                </a:cubicBezTo>
                <a:cubicBezTo>
                  <a:pt x="821820" y="25628"/>
                  <a:pt x="818002" y="30733"/>
                  <a:pt x="814975" y="36362"/>
                </a:cubicBezTo>
                <a:cubicBezTo>
                  <a:pt x="811948" y="41991"/>
                  <a:pt x="809417" y="48681"/>
                  <a:pt x="807380" y="56432"/>
                </a:cubicBezTo>
                <a:cubicBezTo>
                  <a:pt x="815527" y="50831"/>
                  <a:pt x="823701" y="48031"/>
                  <a:pt x="831904" y="48031"/>
                </a:cubicBezTo>
                <a:cubicBezTo>
                  <a:pt x="839768" y="48031"/>
                  <a:pt x="846585" y="51199"/>
                  <a:pt x="852356" y="57535"/>
                </a:cubicBezTo>
                <a:cubicBezTo>
                  <a:pt x="858126" y="63871"/>
                  <a:pt x="861011" y="72018"/>
                  <a:pt x="861011" y="81975"/>
                </a:cubicBezTo>
                <a:cubicBezTo>
                  <a:pt x="861011" y="91592"/>
                  <a:pt x="858098" y="100361"/>
                  <a:pt x="852271" y="108281"/>
                </a:cubicBezTo>
                <a:cubicBezTo>
                  <a:pt x="845256" y="117899"/>
                  <a:pt x="835978" y="122707"/>
                  <a:pt x="824437" y="122707"/>
                </a:cubicBezTo>
                <a:cubicBezTo>
                  <a:pt x="816573" y="122707"/>
                  <a:pt x="809897" y="120105"/>
                  <a:pt x="804410" y="114900"/>
                </a:cubicBezTo>
                <a:cubicBezTo>
                  <a:pt x="793661" y="104774"/>
                  <a:pt x="788287" y="91649"/>
                  <a:pt x="788287" y="75525"/>
                </a:cubicBezTo>
                <a:cubicBezTo>
                  <a:pt x="788287" y="65229"/>
                  <a:pt x="790351" y="55442"/>
                  <a:pt x="794481" y="46164"/>
                </a:cubicBezTo>
                <a:cubicBezTo>
                  <a:pt x="798611" y="36886"/>
                  <a:pt x="804509" y="28654"/>
                  <a:pt x="812175" y="21470"/>
                </a:cubicBezTo>
                <a:cubicBezTo>
                  <a:pt x="819840" y="14285"/>
                  <a:pt x="827181" y="9448"/>
                  <a:pt x="834196" y="6959"/>
                </a:cubicBezTo>
                <a:cubicBezTo>
                  <a:pt x="841211" y="4469"/>
                  <a:pt x="847745" y="3225"/>
                  <a:pt x="853798" y="3225"/>
                </a:cubicBezTo>
                <a:lnTo>
                  <a:pt x="858720" y="3225"/>
                </a:lnTo>
                <a:moveTo>
                  <a:pt x="805937" y="62627"/>
                </a:moveTo>
                <a:cubicBezTo>
                  <a:pt x="804919" y="70264"/>
                  <a:pt x="804410" y="76430"/>
                  <a:pt x="804410" y="81126"/>
                </a:cubicBezTo>
                <a:cubicBezTo>
                  <a:pt x="804410" y="86557"/>
                  <a:pt x="805414" y="92455"/>
                  <a:pt x="807422" y="98819"/>
                </a:cubicBezTo>
                <a:cubicBezTo>
                  <a:pt x="809431" y="105184"/>
                  <a:pt x="812415" y="110233"/>
                  <a:pt x="816375" y="113967"/>
                </a:cubicBezTo>
                <a:cubicBezTo>
                  <a:pt x="819260" y="116626"/>
                  <a:pt x="822768" y="117955"/>
                  <a:pt x="826898" y="117955"/>
                </a:cubicBezTo>
                <a:cubicBezTo>
                  <a:pt x="831820" y="117955"/>
                  <a:pt x="836218" y="115636"/>
                  <a:pt x="840093" y="110997"/>
                </a:cubicBezTo>
                <a:cubicBezTo>
                  <a:pt x="843969" y="106358"/>
                  <a:pt x="845906" y="99739"/>
                  <a:pt x="845906" y="91139"/>
                </a:cubicBezTo>
                <a:cubicBezTo>
                  <a:pt x="845906" y="81465"/>
                  <a:pt x="843983" y="73093"/>
                  <a:pt x="840136" y="66021"/>
                </a:cubicBezTo>
                <a:cubicBezTo>
                  <a:pt x="836289" y="58949"/>
                  <a:pt x="830830" y="55413"/>
                  <a:pt x="823758" y="55413"/>
                </a:cubicBezTo>
                <a:cubicBezTo>
                  <a:pt x="821608" y="55413"/>
                  <a:pt x="819303" y="55866"/>
                  <a:pt x="816842" y="56771"/>
                </a:cubicBezTo>
                <a:cubicBezTo>
                  <a:pt x="814381" y="57676"/>
                  <a:pt x="810746" y="59628"/>
                  <a:pt x="805937" y="62627"/>
                </a:cubicBezTo>
                <a:close/>
                <a:moveTo>
                  <a:pt x="945617" y="3225"/>
                </a:moveTo>
                <a:lnTo>
                  <a:pt x="945617" y="6364"/>
                </a:lnTo>
                <a:cubicBezTo>
                  <a:pt x="938149" y="7100"/>
                  <a:pt x="932053" y="8585"/>
                  <a:pt x="927329" y="10820"/>
                </a:cubicBezTo>
                <a:cubicBezTo>
                  <a:pt x="922605" y="13054"/>
                  <a:pt x="917938" y="16463"/>
                  <a:pt x="913327" y="21045"/>
                </a:cubicBezTo>
                <a:cubicBezTo>
                  <a:pt x="908717" y="25628"/>
                  <a:pt x="904898" y="30733"/>
                  <a:pt x="901871" y="36362"/>
                </a:cubicBezTo>
                <a:cubicBezTo>
                  <a:pt x="898845" y="41991"/>
                  <a:pt x="896313" y="48681"/>
                  <a:pt x="894276" y="56432"/>
                </a:cubicBezTo>
                <a:cubicBezTo>
                  <a:pt x="902423" y="50831"/>
                  <a:pt x="910598" y="48031"/>
                  <a:pt x="918801" y="48031"/>
                </a:cubicBezTo>
                <a:cubicBezTo>
                  <a:pt x="926665" y="48031"/>
                  <a:pt x="933482" y="51199"/>
                  <a:pt x="939252" y="57535"/>
                </a:cubicBezTo>
                <a:cubicBezTo>
                  <a:pt x="945023" y="63871"/>
                  <a:pt x="947908" y="72018"/>
                  <a:pt x="947908" y="81975"/>
                </a:cubicBezTo>
                <a:cubicBezTo>
                  <a:pt x="947908" y="91592"/>
                  <a:pt x="944994" y="100361"/>
                  <a:pt x="939167" y="108281"/>
                </a:cubicBezTo>
                <a:cubicBezTo>
                  <a:pt x="932152" y="117899"/>
                  <a:pt x="922874" y="122707"/>
                  <a:pt x="911333" y="122707"/>
                </a:cubicBezTo>
                <a:cubicBezTo>
                  <a:pt x="903470" y="122707"/>
                  <a:pt x="896794" y="120105"/>
                  <a:pt x="891306" y="114900"/>
                </a:cubicBezTo>
                <a:cubicBezTo>
                  <a:pt x="880557" y="104774"/>
                  <a:pt x="875183" y="91649"/>
                  <a:pt x="875183" y="75525"/>
                </a:cubicBezTo>
                <a:cubicBezTo>
                  <a:pt x="875183" y="65229"/>
                  <a:pt x="877248" y="55442"/>
                  <a:pt x="881378" y="46164"/>
                </a:cubicBezTo>
                <a:cubicBezTo>
                  <a:pt x="885508" y="36886"/>
                  <a:pt x="891405" y="28654"/>
                  <a:pt x="899071" y="21470"/>
                </a:cubicBezTo>
                <a:cubicBezTo>
                  <a:pt x="906737" y="14285"/>
                  <a:pt x="914077" y="9448"/>
                  <a:pt x="921092" y="6959"/>
                </a:cubicBezTo>
                <a:cubicBezTo>
                  <a:pt x="928107" y="4469"/>
                  <a:pt x="934641" y="3225"/>
                  <a:pt x="940695" y="3225"/>
                </a:cubicBezTo>
                <a:lnTo>
                  <a:pt x="945617" y="3225"/>
                </a:lnTo>
                <a:moveTo>
                  <a:pt x="892834" y="62627"/>
                </a:moveTo>
                <a:cubicBezTo>
                  <a:pt x="891815" y="70264"/>
                  <a:pt x="891306" y="76430"/>
                  <a:pt x="891306" y="81126"/>
                </a:cubicBezTo>
                <a:cubicBezTo>
                  <a:pt x="891306" y="86557"/>
                  <a:pt x="892310" y="92455"/>
                  <a:pt x="894319" y="98819"/>
                </a:cubicBezTo>
                <a:cubicBezTo>
                  <a:pt x="896327" y="105184"/>
                  <a:pt x="899311" y="110233"/>
                  <a:pt x="903272" y="113967"/>
                </a:cubicBezTo>
                <a:cubicBezTo>
                  <a:pt x="906157" y="116626"/>
                  <a:pt x="909664" y="117955"/>
                  <a:pt x="913794" y="117955"/>
                </a:cubicBezTo>
                <a:cubicBezTo>
                  <a:pt x="918716" y="117955"/>
                  <a:pt x="923115" y="115636"/>
                  <a:pt x="926990" y="110997"/>
                </a:cubicBezTo>
                <a:cubicBezTo>
                  <a:pt x="930865" y="106358"/>
                  <a:pt x="932803" y="99739"/>
                  <a:pt x="932803" y="91139"/>
                </a:cubicBezTo>
                <a:cubicBezTo>
                  <a:pt x="932803" y="81465"/>
                  <a:pt x="930879" y="73093"/>
                  <a:pt x="927032" y="66021"/>
                </a:cubicBezTo>
                <a:cubicBezTo>
                  <a:pt x="923185" y="58949"/>
                  <a:pt x="917726" y="55413"/>
                  <a:pt x="910654" y="55413"/>
                </a:cubicBezTo>
                <a:cubicBezTo>
                  <a:pt x="908505" y="55413"/>
                  <a:pt x="906199" y="55866"/>
                  <a:pt x="903738" y="56771"/>
                </a:cubicBezTo>
                <a:cubicBezTo>
                  <a:pt x="901277" y="57676"/>
                  <a:pt x="897642" y="59628"/>
                  <a:pt x="892834" y="62627"/>
                </a:cubicBezTo>
                <a:close/>
                <a:moveTo>
                  <a:pt x="1032513" y="3225"/>
                </a:moveTo>
                <a:lnTo>
                  <a:pt x="1032513" y="6364"/>
                </a:lnTo>
                <a:cubicBezTo>
                  <a:pt x="1025045" y="7100"/>
                  <a:pt x="1018950" y="8585"/>
                  <a:pt x="1014226" y="10820"/>
                </a:cubicBezTo>
                <a:cubicBezTo>
                  <a:pt x="1009502" y="13054"/>
                  <a:pt x="1004835" y="16463"/>
                  <a:pt x="1000224" y="21045"/>
                </a:cubicBezTo>
                <a:cubicBezTo>
                  <a:pt x="995613" y="25628"/>
                  <a:pt x="991795" y="30733"/>
                  <a:pt x="988768" y="36362"/>
                </a:cubicBezTo>
                <a:cubicBezTo>
                  <a:pt x="985741" y="41991"/>
                  <a:pt x="983210" y="48681"/>
                  <a:pt x="981173" y="56432"/>
                </a:cubicBezTo>
                <a:cubicBezTo>
                  <a:pt x="989319" y="50831"/>
                  <a:pt x="997494" y="48031"/>
                  <a:pt x="1005697" y="48031"/>
                </a:cubicBezTo>
                <a:cubicBezTo>
                  <a:pt x="1013561" y="48031"/>
                  <a:pt x="1020378" y="51199"/>
                  <a:pt x="1026149" y="57535"/>
                </a:cubicBezTo>
                <a:cubicBezTo>
                  <a:pt x="1031919" y="63871"/>
                  <a:pt x="1034804" y="72018"/>
                  <a:pt x="1034804" y="81975"/>
                </a:cubicBezTo>
                <a:cubicBezTo>
                  <a:pt x="1034804" y="91592"/>
                  <a:pt x="1031891" y="100361"/>
                  <a:pt x="1026064" y="108281"/>
                </a:cubicBezTo>
                <a:cubicBezTo>
                  <a:pt x="1019049" y="117899"/>
                  <a:pt x="1009771" y="122707"/>
                  <a:pt x="998230" y="122707"/>
                </a:cubicBezTo>
                <a:cubicBezTo>
                  <a:pt x="990366" y="122707"/>
                  <a:pt x="983690" y="120105"/>
                  <a:pt x="978203" y="114900"/>
                </a:cubicBezTo>
                <a:cubicBezTo>
                  <a:pt x="967454" y="104774"/>
                  <a:pt x="962079" y="91649"/>
                  <a:pt x="962079" y="75525"/>
                </a:cubicBezTo>
                <a:cubicBezTo>
                  <a:pt x="962079" y="65229"/>
                  <a:pt x="964144" y="55442"/>
                  <a:pt x="968274" y="46164"/>
                </a:cubicBezTo>
                <a:cubicBezTo>
                  <a:pt x="972404" y="36886"/>
                  <a:pt x="978302" y="28654"/>
                  <a:pt x="985967" y="21470"/>
                </a:cubicBezTo>
                <a:cubicBezTo>
                  <a:pt x="993633" y="14285"/>
                  <a:pt x="1000974" y="9448"/>
                  <a:pt x="1007989" y="6959"/>
                </a:cubicBezTo>
                <a:cubicBezTo>
                  <a:pt x="1015004" y="4469"/>
                  <a:pt x="1021538" y="3225"/>
                  <a:pt x="1027591" y="3225"/>
                </a:cubicBezTo>
                <a:lnTo>
                  <a:pt x="1032513" y="3225"/>
                </a:lnTo>
                <a:moveTo>
                  <a:pt x="979730" y="62627"/>
                </a:moveTo>
                <a:cubicBezTo>
                  <a:pt x="978712" y="70264"/>
                  <a:pt x="978203" y="76430"/>
                  <a:pt x="978203" y="81126"/>
                </a:cubicBezTo>
                <a:cubicBezTo>
                  <a:pt x="978203" y="86557"/>
                  <a:pt x="979207" y="92455"/>
                  <a:pt x="981215" y="98819"/>
                </a:cubicBezTo>
                <a:cubicBezTo>
                  <a:pt x="983224" y="105184"/>
                  <a:pt x="986208" y="110233"/>
                  <a:pt x="990168" y="113967"/>
                </a:cubicBezTo>
                <a:cubicBezTo>
                  <a:pt x="993053" y="116626"/>
                  <a:pt x="996561" y="117955"/>
                  <a:pt x="1000691" y="117955"/>
                </a:cubicBezTo>
                <a:cubicBezTo>
                  <a:pt x="1005613" y="117955"/>
                  <a:pt x="1010011" y="115636"/>
                  <a:pt x="1013886" y="110997"/>
                </a:cubicBezTo>
                <a:cubicBezTo>
                  <a:pt x="1017762" y="106358"/>
                  <a:pt x="1019699" y="99739"/>
                  <a:pt x="1019699" y="91139"/>
                </a:cubicBezTo>
                <a:cubicBezTo>
                  <a:pt x="1019699" y="81465"/>
                  <a:pt x="1017776" y="73093"/>
                  <a:pt x="1013929" y="66021"/>
                </a:cubicBezTo>
                <a:cubicBezTo>
                  <a:pt x="1010082" y="58949"/>
                  <a:pt x="1004623" y="55413"/>
                  <a:pt x="997551" y="55413"/>
                </a:cubicBezTo>
                <a:cubicBezTo>
                  <a:pt x="995401" y="55413"/>
                  <a:pt x="993096" y="55866"/>
                  <a:pt x="990635" y="56771"/>
                </a:cubicBezTo>
                <a:cubicBezTo>
                  <a:pt x="988174" y="57676"/>
                  <a:pt x="984539" y="59628"/>
                  <a:pt x="979730" y="62627"/>
                </a:cubicBezTo>
                <a:close/>
                <a:moveTo>
                  <a:pt x="1140624" y="40733"/>
                </a:moveTo>
                <a:lnTo>
                  <a:pt x="1140624" y="67039"/>
                </a:lnTo>
                <a:lnTo>
                  <a:pt x="1137824" y="67039"/>
                </a:lnTo>
                <a:cubicBezTo>
                  <a:pt x="1135674" y="58788"/>
                  <a:pt x="1132916" y="53176"/>
                  <a:pt x="1129550" y="50203"/>
                </a:cubicBezTo>
                <a:cubicBezTo>
                  <a:pt x="1126184" y="47227"/>
                  <a:pt x="1121899" y="45739"/>
                  <a:pt x="1116694" y="45739"/>
                </a:cubicBezTo>
                <a:cubicBezTo>
                  <a:pt x="1112734" y="45739"/>
                  <a:pt x="1109537" y="46785"/>
                  <a:pt x="1107105" y="48877"/>
                </a:cubicBezTo>
                <a:cubicBezTo>
                  <a:pt x="1104672" y="50966"/>
                  <a:pt x="1103456" y="53283"/>
                  <a:pt x="1103456" y="55827"/>
                </a:cubicBezTo>
                <a:cubicBezTo>
                  <a:pt x="1103456" y="58992"/>
                  <a:pt x="1104361" y="61704"/>
                  <a:pt x="1106171" y="63963"/>
                </a:cubicBezTo>
                <a:cubicBezTo>
                  <a:pt x="1107925" y="66281"/>
                  <a:pt x="1111489" y="68739"/>
                  <a:pt x="1116864" y="71338"/>
                </a:cubicBezTo>
                <a:lnTo>
                  <a:pt x="1129253" y="77358"/>
                </a:lnTo>
                <a:cubicBezTo>
                  <a:pt x="1140738" y="82951"/>
                  <a:pt x="1146480" y="90326"/>
                  <a:pt x="1146480" y="99482"/>
                </a:cubicBezTo>
                <a:cubicBezTo>
                  <a:pt x="1146480" y="106545"/>
                  <a:pt x="1143807" y="112239"/>
                  <a:pt x="1138461" y="116563"/>
                </a:cubicBezTo>
                <a:cubicBezTo>
                  <a:pt x="1133114" y="120885"/>
                  <a:pt x="1127132" y="123047"/>
                  <a:pt x="1120513" y="123047"/>
                </a:cubicBezTo>
                <a:cubicBezTo>
                  <a:pt x="1115761" y="123047"/>
                  <a:pt x="1110329" y="122198"/>
                  <a:pt x="1104220" y="120501"/>
                </a:cubicBezTo>
                <a:cubicBezTo>
                  <a:pt x="1102353" y="119935"/>
                  <a:pt x="1100825" y="119652"/>
                  <a:pt x="1099637" y="119652"/>
                </a:cubicBezTo>
                <a:cubicBezTo>
                  <a:pt x="1098336" y="119652"/>
                  <a:pt x="1097318" y="120388"/>
                  <a:pt x="1096582" y="121859"/>
                </a:cubicBezTo>
                <a:lnTo>
                  <a:pt x="1093782" y="121859"/>
                </a:lnTo>
                <a:lnTo>
                  <a:pt x="1093782" y="94025"/>
                </a:lnTo>
                <a:lnTo>
                  <a:pt x="1096582" y="94025"/>
                </a:lnTo>
                <a:cubicBezTo>
                  <a:pt x="1098166" y="101973"/>
                  <a:pt x="1101193" y="107963"/>
                  <a:pt x="1105662" y="111994"/>
                </a:cubicBezTo>
                <a:cubicBezTo>
                  <a:pt x="1110131" y="116025"/>
                  <a:pt x="1115138" y="118040"/>
                  <a:pt x="1120682" y="118040"/>
                </a:cubicBezTo>
                <a:cubicBezTo>
                  <a:pt x="1124586" y="118040"/>
                  <a:pt x="1127768" y="116896"/>
                  <a:pt x="1130229" y="114608"/>
                </a:cubicBezTo>
                <a:cubicBezTo>
                  <a:pt x="1132690" y="112319"/>
                  <a:pt x="1133921" y="109564"/>
                  <a:pt x="1133921" y="106343"/>
                </a:cubicBezTo>
                <a:cubicBezTo>
                  <a:pt x="1133921" y="102443"/>
                  <a:pt x="1132549" y="99165"/>
                  <a:pt x="1129805" y="96509"/>
                </a:cubicBezTo>
                <a:cubicBezTo>
                  <a:pt x="1127061" y="93854"/>
                  <a:pt x="1121588" y="90492"/>
                  <a:pt x="1113384" y="86424"/>
                </a:cubicBezTo>
                <a:cubicBezTo>
                  <a:pt x="1105181" y="82355"/>
                  <a:pt x="1099807" y="78681"/>
                  <a:pt x="1097261" y="75403"/>
                </a:cubicBezTo>
                <a:cubicBezTo>
                  <a:pt x="1094715" y="72182"/>
                  <a:pt x="1093442" y="68113"/>
                  <a:pt x="1093442" y="63197"/>
                </a:cubicBezTo>
                <a:cubicBezTo>
                  <a:pt x="1093442" y="56811"/>
                  <a:pt x="1095635" y="51471"/>
                  <a:pt x="1100019" y="47177"/>
                </a:cubicBezTo>
                <a:cubicBezTo>
                  <a:pt x="1104403" y="42881"/>
                  <a:pt x="1110075" y="40733"/>
                  <a:pt x="1117033" y="40733"/>
                </a:cubicBezTo>
                <a:cubicBezTo>
                  <a:pt x="1120088" y="40733"/>
                  <a:pt x="1123794" y="41383"/>
                  <a:pt x="1128150" y="42684"/>
                </a:cubicBezTo>
                <a:cubicBezTo>
                  <a:pt x="1131035" y="43533"/>
                  <a:pt x="1132959" y="43957"/>
                  <a:pt x="1133921" y="43957"/>
                </a:cubicBezTo>
                <a:cubicBezTo>
                  <a:pt x="1134826" y="43957"/>
                  <a:pt x="1135533" y="43759"/>
                  <a:pt x="1136042" y="43363"/>
                </a:cubicBezTo>
                <a:cubicBezTo>
                  <a:pt x="1136551" y="42967"/>
                  <a:pt x="1137145" y="42090"/>
                  <a:pt x="1137824" y="40733"/>
                </a:cubicBezTo>
                <a:lnTo>
                  <a:pt x="1140624" y="40733"/>
                </a:lnTo>
                <a:close/>
                <a:moveTo>
                  <a:pt x="1202035" y="109469"/>
                </a:moveTo>
                <a:cubicBezTo>
                  <a:pt x="1194058" y="115636"/>
                  <a:pt x="1189051" y="119200"/>
                  <a:pt x="1187015" y="120161"/>
                </a:cubicBezTo>
                <a:cubicBezTo>
                  <a:pt x="1183960" y="121632"/>
                  <a:pt x="1180707" y="122368"/>
                  <a:pt x="1177256" y="122368"/>
                </a:cubicBezTo>
                <a:cubicBezTo>
                  <a:pt x="1171881" y="122368"/>
                  <a:pt x="1167455" y="120529"/>
                  <a:pt x="1163975" y="116852"/>
                </a:cubicBezTo>
                <a:cubicBezTo>
                  <a:pt x="1160496" y="113175"/>
                  <a:pt x="1158756" y="108338"/>
                  <a:pt x="1158756" y="102341"/>
                </a:cubicBezTo>
                <a:cubicBezTo>
                  <a:pt x="1158756" y="98551"/>
                  <a:pt x="1159605" y="95269"/>
                  <a:pt x="1161302" y="92497"/>
                </a:cubicBezTo>
                <a:cubicBezTo>
                  <a:pt x="1163622" y="88650"/>
                  <a:pt x="1167653" y="85030"/>
                  <a:pt x="1173395" y="81635"/>
                </a:cubicBezTo>
                <a:cubicBezTo>
                  <a:pt x="1179137" y="78241"/>
                  <a:pt x="1188684" y="74111"/>
                  <a:pt x="1202035" y="69246"/>
                </a:cubicBezTo>
                <a:lnTo>
                  <a:pt x="1202035" y="66191"/>
                </a:lnTo>
                <a:cubicBezTo>
                  <a:pt x="1202035" y="58440"/>
                  <a:pt x="1200805" y="53122"/>
                  <a:pt x="1198344" y="50237"/>
                </a:cubicBezTo>
                <a:cubicBezTo>
                  <a:pt x="1195883" y="47352"/>
                  <a:pt x="1192304" y="45909"/>
                  <a:pt x="1187609" y="45909"/>
                </a:cubicBezTo>
                <a:cubicBezTo>
                  <a:pt x="1184045" y="45909"/>
                  <a:pt x="1181216" y="46867"/>
                  <a:pt x="1179123" y="48784"/>
                </a:cubicBezTo>
                <a:cubicBezTo>
                  <a:pt x="1176973" y="50700"/>
                  <a:pt x="1175898" y="52899"/>
                  <a:pt x="1175898" y="55379"/>
                </a:cubicBezTo>
                <a:lnTo>
                  <a:pt x="1176068" y="60282"/>
                </a:lnTo>
                <a:cubicBezTo>
                  <a:pt x="1176068" y="62874"/>
                  <a:pt x="1175403" y="64874"/>
                  <a:pt x="1174074" y="66283"/>
                </a:cubicBezTo>
                <a:cubicBezTo>
                  <a:pt x="1172744" y="67692"/>
                  <a:pt x="1171005" y="68397"/>
                  <a:pt x="1168855" y="68397"/>
                </a:cubicBezTo>
                <a:cubicBezTo>
                  <a:pt x="1166762" y="68397"/>
                  <a:pt x="1165050" y="67664"/>
                  <a:pt x="1163721" y="66199"/>
                </a:cubicBezTo>
                <a:cubicBezTo>
                  <a:pt x="1162391" y="64731"/>
                  <a:pt x="1161727" y="62728"/>
                  <a:pt x="1161727" y="60189"/>
                </a:cubicBezTo>
                <a:cubicBezTo>
                  <a:pt x="1161727" y="55340"/>
                  <a:pt x="1164216" y="50885"/>
                  <a:pt x="1169194" y="46824"/>
                </a:cubicBezTo>
                <a:cubicBezTo>
                  <a:pt x="1174173" y="42763"/>
                  <a:pt x="1181159" y="40733"/>
                  <a:pt x="1190155" y="40733"/>
                </a:cubicBezTo>
                <a:cubicBezTo>
                  <a:pt x="1197057" y="40733"/>
                  <a:pt x="1202714" y="41891"/>
                  <a:pt x="1207127" y="44207"/>
                </a:cubicBezTo>
                <a:cubicBezTo>
                  <a:pt x="1210464" y="45959"/>
                  <a:pt x="1212925" y="48700"/>
                  <a:pt x="1214509" y="52430"/>
                </a:cubicBezTo>
                <a:cubicBezTo>
                  <a:pt x="1215528" y="54859"/>
                  <a:pt x="1216037" y="59831"/>
                  <a:pt x="1216037" y="67347"/>
                </a:cubicBezTo>
                <a:lnTo>
                  <a:pt x="1216037" y="93706"/>
                </a:lnTo>
                <a:cubicBezTo>
                  <a:pt x="1216037" y="101109"/>
                  <a:pt x="1216178" y="105643"/>
                  <a:pt x="1216461" y="107311"/>
                </a:cubicBezTo>
                <a:cubicBezTo>
                  <a:pt x="1216744" y="108978"/>
                  <a:pt x="1217211" y="110094"/>
                  <a:pt x="1217861" y="110660"/>
                </a:cubicBezTo>
                <a:cubicBezTo>
                  <a:pt x="1218512" y="111224"/>
                  <a:pt x="1219262" y="111506"/>
                  <a:pt x="1220110" y="111506"/>
                </a:cubicBezTo>
                <a:cubicBezTo>
                  <a:pt x="1221015" y="111506"/>
                  <a:pt x="1221807" y="111308"/>
                  <a:pt x="1222486" y="110912"/>
                </a:cubicBezTo>
                <a:cubicBezTo>
                  <a:pt x="1223674" y="110176"/>
                  <a:pt x="1225965" y="108111"/>
                  <a:pt x="1229360" y="104717"/>
                </a:cubicBezTo>
                <a:lnTo>
                  <a:pt x="1229360" y="109469"/>
                </a:lnTo>
                <a:cubicBezTo>
                  <a:pt x="1223024" y="117955"/>
                  <a:pt x="1216970" y="122198"/>
                  <a:pt x="1211200" y="122198"/>
                </a:cubicBezTo>
                <a:cubicBezTo>
                  <a:pt x="1208428" y="122198"/>
                  <a:pt x="1206221" y="121236"/>
                  <a:pt x="1204581" y="119313"/>
                </a:cubicBezTo>
                <a:cubicBezTo>
                  <a:pt x="1202940" y="117389"/>
                  <a:pt x="1202092" y="114108"/>
                  <a:pt x="1202035" y="109469"/>
                </a:cubicBezTo>
                <a:moveTo>
                  <a:pt x="1202035" y="103906"/>
                </a:moveTo>
                <a:lnTo>
                  <a:pt x="1202035" y="74422"/>
                </a:lnTo>
                <a:cubicBezTo>
                  <a:pt x="1193492" y="77801"/>
                  <a:pt x="1187977" y="80194"/>
                  <a:pt x="1185487" y="81603"/>
                </a:cubicBezTo>
                <a:cubicBezTo>
                  <a:pt x="1181018" y="84082"/>
                  <a:pt x="1177822" y="86673"/>
                  <a:pt x="1175898" y="89376"/>
                </a:cubicBezTo>
                <a:cubicBezTo>
                  <a:pt x="1173975" y="92079"/>
                  <a:pt x="1173013" y="95036"/>
                  <a:pt x="1173013" y="98246"/>
                </a:cubicBezTo>
                <a:cubicBezTo>
                  <a:pt x="1173013" y="102302"/>
                  <a:pt x="1174229" y="105667"/>
                  <a:pt x="1176662" y="108342"/>
                </a:cubicBezTo>
                <a:cubicBezTo>
                  <a:pt x="1179095" y="111017"/>
                  <a:pt x="1181895" y="112354"/>
                  <a:pt x="1185063" y="112354"/>
                </a:cubicBezTo>
                <a:cubicBezTo>
                  <a:pt x="1189363" y="112354"/>
                  <a:pt x="1195020" y="109538"/>
                  <a:pt x="1202035" y="103906"/>
                </a:cubicBezTo>
                <a:close/>
                <a:moveTo>
                  <a:pt x="1258239" y="57280"/>
                </a:moveTo>
                <a:cubicBezTo>
                  <a:pt x="1263896" y="51623"/>
                  <a:pt x="1267234" y="48370"/>
                  <a:pt x="1268252" y="47521"/>
                </a:cubicBezTo>
                <a:cubicBezTo>
                  <a:pt x="1270798" y="45372"/>
                  <a:pt x="1273542" y="43703"/>
                  <a:pt x="1276484" y="42515"/>
                </a:cubicBezTo>
                <a:cubicBezTo>
                  <a:pt x="1279425" y="41327"/>
                  <a:pt x="1282339" y="40733"/>
                  <a:pt x="1285224" y="40733"/>
                </a:cubicBezTo>
                <a:cubicBezTo>
                  <a:pt x="1290090" y="40733"/>
                  <a:pt x="1294276" y="42147"/>
                  <a:pt x="1297783" y="44976"/>
                </a:cubicBezTo>
                <a:cubicBezTo>
                  <a:pt x="1301291" y="47804"/>
                  <a:pt x="1303639" y="51906"/>
                  <a:pt x="1304827" y="57280"/>
                </a:cubicBezTo>
                <a:cubicBezTo>
                  <a:pt x="1310654" y="50492"/>
                  <a:pt x="1315576" y="46036"/>
                  <a:pt x="1319592" y="43915"/>
                </a:cubicBezTo>
                <a:cubicBezTo>
                  <a:pt x="1323609" y="41793"/>
                  <a:pt x="1327739" y="40733"/>
                  <a:pt x="1331982" y="40733"/>
                </a:cubicBezTo>
                <a:cubicBezTo>
                  <a:pt x="1336112" y="40733"/>
                  <a:pt x="1339775" y="41792"/>
                  <a:pt x="1342971" y="43910"/>
                </a:cubicBezTo>
                <a:cubicBezTo>
                  <a:pt x="1346168" y="46026"/>
                  <a:pt x="1348699" y="49483"/>
                  <a:pt x="1350566" y="54281"/>
                </a:cubicBezTo>
                <a:cubicBezTo>
                  <a:pt x="1351811" y="57555"/>
                  <a:pt x="1352433" y="62692"/>
                  <a:pt x="1352433" y="69691"/>
                </a:cubicBezTo>
                <a:lnTo>
                  <a:pt x="1352433" y="103052"/>
                </a:lnTo>
                <a:cubicBezTo>
                  <a:pt x="1352433" y="107906"/>
                  <a:pt x="1352801" y="111237"/>
                  <a:pt x="1353536" y="113044"/>
                </a:cubicBezTo>
                <a:cubicBezTo>
                  <a:pt x="1354102" y="114285"/>
                  <a:pt x="1355149" y="115343"/>
                  <a:pt x="1356676" y="116218"/>
                </a:cubicBezTo>
                <a:cubicBezTo>
                  <a:pt x="1358204" y="117093"/>
                  <a:pt x="1360693" y="117531"/>
                  <a:pt x="1364144" y="117531"/>
                </a:cubicBezTo>
                <a:lnTo>
                  <a:pt x="1364144" y="120671"/>
                </a:lnTo>
                <a:lnTo>
                  <a:pt x="1325787" y="120671"/>
                </a:lnTo>
                <a:lnTo>
                  <a:pt x="1325787" y="117531"/>
                </a:lnTo>
                <a:lnTo>
                  <a:pt x="1327400" y="117531"/>
                </a:lnTo>
                <a:cubicBezTo>
                  <a:pt x="1330737" y="117531"/>
                  <a:pt x="1333340" y="116884"/>
                  <a:pt x="1335207" y="115590"/>
                </a:cubicBezTo>
                <a:cubicBezTo>
                  <a:pt x="1336508" y="114688"/>
                  <a:pt x="1337441" y="113252"/>
                  <a:pt x="1338007" y="111283"/>
                </a:cubicBezTo>
                <a:cubicBezTo>
                  <a:pt x="1338233" y="110327"/>
                  <a:pt x="1338346" y="107597"/>
                  <a:pt x="1338346" y="103094"/>
                </a:cubicBezTo>
                <a:lnTo>
                  <a:pt x="1338346" y="69829"/>
                </a:lnTo>
                <a:cubicBezTo>
                  <a:pt x="1338346" y="63525"/>
                  <a:pt x="1337583" y="59078"/>
                  <a:pt x="1336055" y="56490"/>
                </a:cubicBezTo>
                <a:cubicBezTo>
                  <a:pt x="1333849" y="52887"/>
                  <a:pt x="1330313" y="51086"/>
                  <a:pt x="1325448" y="51086"/>
                </a:cubicBezTo>
                <a:cubicBezTo>
                  <a:pt x="1322449" y="51086"/>
                  <a:pt x="1319437" y="51832"/>
                  <a:pt x="1316410" y="53324"/>
                </a:cubicBezTo>
                <a:cubicBezTo>
                  <a:pt x="1313384" y="54814"/>
                  <a:pt x="1309720" y="57586"/>
                  <a:pt x="1305421" y="61640"/>
                </a:cubicBezTo>
                <a:lnTo>
                  <a:pt x="1305251" y="62568"/>
                </a:lnTo>
                <a:lnTo>
                  <a:pt x="1305421" y="66199"/>
                </a:lnTo>
                <a:lnTo>
                  <a:pt x="1305421" y="103094"/>
                </a:lnTo>
                <a:cubicBezTo>
                  <a:pt x="1305421" y="108385"/>
                  <a:pt x="1305718" y="111678"/>
                  <a:pt x="1306312" y="112972"/>
                </a:cubicBezTo>
                <a:cubicBezTo>
                  <a:pt x="1306906" y="114266"/>
                  <a:pt x="1308023" y="115350"/>
                  <a:pt x="1309664" y="116223"/>
                </a:cubicBezTo>
                <a:cubicBezTo>
                  <a:pt x="1311304" y="117095"/>
                  <a:pt x="1314105" y="117531"/>
                  <a:pt x="1318065" y="117531"/>
                </a:cubicBezTo>
                <a:lnTo>
                  <a:pt x="1318065" y="120671"/>
                </a:lnTo>
                <a:lnTo>
                  <a:pt x="1278775" y="120671"/>
                </a:lnTo>
                <a:lnTo>
                  <a:pt x="1278775" y="117531"/>
                </a:lnTo>
                <a:cubicBezTo>
                  <a:pt x="1283074" y="117531"/>
                  <a:pt x="1286030" y="117024"/>
                  <a:pt x="1287643" y="116011"/>
                </a:cubicBezTo>
                <a:cubicBezTo>
                  <a:pt x="1289255" y="114998"/>
                  <a:pt x="1290372" y="113479"/>
                  <a:pt x="1290995" y="111453"/>
                </a:cubicBezTo>
                <a:cubicBezTo>
                  <a:pt x="1291278" y="110495"/>
                  <a:pt x="1291419" y="107708"/>
                  <a:pt x="1291419" y="103094"/>
                </a:cubicBezTo>
                <a:lnTo>
                  <a:pt x="1291419" y="69829"/>
                </a:lnTo>
                <a:cubicBezTo>
                  <a:pt x="1291419" y="63525"/>
                  <a:pt x="1290486" y="58993"/>
                  <a:pt x="1288619" y="56236"/>
                </a:cubicBezTo>
                <a:cubicBezTo>
                  <a:pt x="1286129" y="52633"/>
                  <a:pt x="1282650" y="50831"/>
                  <a:pt x="1278181" y="50831"/>
                </a:cubicBezTo>
                <a:cubicBezTo>
                  <a:pt x="1275126" y="50831"/>
                  <a:pt x="1272099" y="51647"/>
                  <a:pt x="1269101" y="53279"/>
                </a:cubicBezTo>
                <a:cubicBezTo>
                  <a:pt x="1264405" y="55756"/>
                  <a:pt x="1260785" y="58542"/>
                  <a:pt x="1258239" y="61637"/>
                </a:cubicBezTo>
                <a:lnTo>
                  <a:pt x="1258239" y="103094"/>
                </a:lnTo>
                <a:cubicBezTo>
                  <a:pt x="1258239" y="108159"/>
                  <a:pt x="1258592" y="111452"/>
                  <a:pt x="1259300" y="112972"/>
                </a:cubicBezTo>
                <a:cubicBezTo>
                  <a:pt x="1260007" y="114491"/>
                  <a:pt x="1261053" y="115630"/>
                  <a:pt x="1262439" y="116391"/>
                </a:cubicBezTo>
                <a:cubicBezTo>
                  <a:pt x="1263825" y="117151"/>
                  <a:pt x="1266640" y="117531"/>
                  <a:pt x="1270883" y="117531"/>
                </a:cubicBezTo>
                <a:lnTo>
                  <a:pt x="1270883" y="120671"/>
                </a:lnTo>
                <a:lnTo>
                  <a:pt x="1232441" y="120671"/>
                </a:lnTo>
                <a:lnTo>
                  <a:pt x="1232441" y="117531"/>
                </a:lnTo>
                <a:cubicBezTo>
                  <a:pt x="1236006" y="117531"/>
                  <a:pt x="1238495" y="117150"/>
                  <a:pt x="1239909" y="116388"/>
                </a:cubicBezTo>
                <a:cubicBezTo>
                  <a:pt x="1241323" y="115626"/>
                  <a:pt x="1242398" y="114412"/>
                  <a:pt x="1243134" y="112747"/>
                </a:cubicBezTo>
                <a:cubicBezTo>
                  <a:pt x="1243869" y="111081"/>
                  <a:pt x="1244237" y="107850"/>
                  <a:pt x="1244237" y="103052"/>
                </a:cubicBezTo>
                <a:lnTo>
                  <a:pt x="1244237" y="73417"/>
                </a:lnTo>
                <a:cubicBezTo>
                  <a:pt x="1244237" y="64892"/>
                  <a:pt x="1243982" y="59389"/>
                  <a:pt x="1243473" y="56906"/>
                </a:cubicBezTo>
                <a:cubicBezTo>
                  <a:pt x="1243077" y="55043"/>
                  <a:pt x="1242455" y="53759"/>
                  <a:pt x="1241606" y="53053"/>
                </a:cubicBezTo>
                <a:cubicBezTo>
                  <a:pt x="1240758" y="52348"/>
                  <a:pt x="1239598" y="51995"/>
                  <a:pt x="1238127" y="51995"/>
                </a:cubicBezTo>
                <a:cubicBezTo>
                  <a:pt x="1236543" y="51995"/>
                  <a:pt x="1234648" y="52419"/>
                  <a:pt x="1232441" y="53265"/>
                </a:cubicBezTo>
                <a:lnTo>
                  <a:pt x="1231169" y="50216"/>
                </a:lnTo>
                <a:lnTo>
                  <a:pt x="1254590" y="40733"/>
                </a:lnTo>
                <a:lnTo>
                  <a:pt x="1258239" y="40733"/>
                </a:lnTo>
                <a:lnTo>
                  <a:pt x="1258239" y="57280"/>
                </a:lnTo>
                <a:close/>
                <a:moveTo>
                  <a:pt x="1364767" y="50584"/>
                </a:moveTo>
                <a:lnTo>
                  <a:pt x="1388697" y="40902"/>
                </a:lnTo>
                <a:lnTo>
                  <a:pt x="1391922" y="40902"/>
                </a:lnTo>
                <a:lnTo>
                  <a:pt x="1391922" y="59062"/>
                </a:lnTo>
                <a:cubicBezTo>
                  <a:pt x="1395939" y="52217"/>
                  <a:pt x="1399970" y="47451"/>
                  <a:pt x="1404015" y="44764"/>
                </a:cubicBezTo>
                <a:cubicBezTo>
                  <a:pt x="1408060" y="42076"/>
                  <a:pt x="1412317" y="40733"/>
                  <a:pt x="1416786" y="40733"/>
                </a:cubicBezTo>
                <a:cubicBezTo>
                  <a:pt x="1424593" y="40733"/>
                  <a:pt x="1431099" y="43784"/>
                  <a:pt x="1436304" y="49887"/>
                </a:cubicBezTo>
                <a:cubicBezTo>
                  <a:pt x="1442697" y="57348"/>
                  <a:pt x="1445893" y="67068"/>
                  <a:pt x="1445893" y="79050"/>
                </a:cubicBezTo>
                <a:cubicBezTo>
                  <a:pt x="1445893" y="92443"/>
                  <a:pt x="1442046" y="103520"/>
                  <a:pt x="1434352" y="112280"/>
                </a:cubicBezTo>
                <a:cubicBezTo>
                  <a:pt x="1428016" y="119458"/>
                  <a:pt x="1420039" y="123047"/>
                  <a:pt x="1410422" y="123047"/>
                </a:cubicBezTo>
                <a:cubicBezTo>
                  <a:pt x="1406235" y="123047"/>
                  <a:pt x="1402614" y="122453"/>
                  <a:pt x="1399560" y="121265"/>
                </a:cubicBezTo>
                <a:cubicBezTo>
                  <a:pt x="1397297" y="120416"/>
                  <a:pt x="1394751" y="118719"/>
                  <a:pt x="1391922" y="116173"/>
                </a:cubicBezTo>
                <a:lnTo>
                  <a:pt x="1391922" y="139849"/>
                </a:lnTo>
                <a:cubicBezTo>
                  <a:pt x="1391922" y="145167"/>
                  <a:pt x="1392247" y="148547"/>
                  <a:pt x="1392898" y="149990"/>
                </a:cubicBezTo>
                <a:cubicBezTo>
                  <a:pt x="1393549" y="151432"/>
                  <a:pt x="1394680" y="152578"/>
                  <a:pt x="1396292" y="153427"/>
                </a:cubicBezTo>
                <a:cubicBezTo>
                  <a:pt x="1397905" y="154275"/>
                  <a:pt x="1400832" y="154699"/>
                  <a:pt x="1405075" y="154699"/>
                </a:cubicBezTo>
                <a:lnTo>
                  <a:pt x="1405075" y="157839"/>
                </a:lnTo>
                <a:lnTo>
                  <a:pt x="1364343" y="157839"/>
                </a:lnTo>
                <a:lnTo>
                  <a:pt x="1364343" y="154699"/>
                </a:lnTo>
                <a:lnTo>
                  <a:pt x="1366464" y="154699"/>
                </a:lnTo>
                <a:cubicBezTo>
                  <a:pt x="1369576" y="154756"/>
                  <a:pt x="1372235" y="154161"/>
                  <a:pt x="1374441" y="152915"/>
                </a:cubicBezTo>
                <a:cubicBezTo>
                  <a:pt x="1375516" y="152292"/>
                  <a:pt x="1376350" y="151287"/>
                  <a:pt x="1376944" y="149900"/>
                </a:cubicBezTo>
                <a:cubicBezTo>
                  <a:pt x="1377538" y="148514"/>
                  <a:pt x="1377835" y="144990"/>
                  <a:pt x="1377835" y="139329"/>
                </a:cubicBezTo>
                <a:lnTo>
                  <a:pt x="1377835" y="65785"/>
                </a:lnTo>
                <a:cubicBezTo>
                  <a:pt x="1377835" y="60746"/>
                  <a:pt x="1377609" y="57548"/>
                  <a:pt x="1377157" y="56190"/>
                </a:cubicBezTo>
                <a:cubicBezTo>
                  <a:pt x="1376704" y="54831"/>
                  <a:pt x="1375983" y="53812"/>
                  <a:pt x="1374993" y="53133"/>
                </a:cubicBezTo>
                <a:cubicBezTo>
                  <a:pt x="1374003" y="52452"/>
                  <a:pt x="1372659" y="52112"/>
                  <a:pt x="1370962" y="52112"/>
                </a:cubicBezTo>
                <a:cubicBezTo>
                  <a:pt x="1369604" y="52112"/>
                  <a:pt x="1367879" y="52508"/>
                  <a:pt x="1365785" y="53300"/>
                </a:cubicBezTo>
                <a:lnTo>
                  <a:pt x="1364767" y="50584"/>
                </a:lnTo>
                <a:moveTo>
                  <a:pt x="1391922" y="64223"/>
                </a:moveTo>
                <a:lnTo>
                  <a:pt x="1391922" y="93208"/>
                </a:lnTo>
                <a:cubicBezTo>
                  <a:pt x="1391922" y="99480"/>
                  <a:pt x="1392177" y="103605"/>
                  <a:pt x="1392686" y="105582"/>
                </a:cubicBezTo>
                <a:cubicBezTo>
                  <a:pt x="1393478" y="108859"/>
                  <a:pt x="1395416" y="111741"/>
                  <a:pt x="1398499" y="114227"/>
                </a:cubicBezTo>
                <a:cubicBezTo>
                  <a:pt x="1401582" y="116712"/>
                  <a:pt x="1405471" y="117955"/>
                  <a:pt x="1410167" y="117955"/>
                </a:cubicBezTo>
                <a:cubicBezTo>
                  <a:pt x="1415824" y="117955"/>
                  <a:pt x="1420407" y="115751"/>
                  <a:pt x="1423914" y="111344"/>
                </a:cubicBezTo>
                <a:cubicBezTo>
                  <a:pt x="1428497" y="105582"/>
                  <a:pt x="1430788" y="97475"/>
                  <a:pt x="1430788" y="87021"/>
                </a:cubicBezTo>
                <a:cubicBezTo>
                  <a:pt x="1430788" y="75157"/>
                  <a:pt x="1428186" y="66032"/>
                  <a:pt x="1422981" y="59648"/>
                </a:cubicBezTo>
                <a:cubicBezTo>
                  <a:pt x="1419360" y="55241"/>
                  <a:pt x="1415061" y="53037"/>
                  <a:pt x="1410082" y="53037"/>
                </a:cubicBezTo>
                <a:cubicBezTo>
                  <a:pt x="1407367" y="53037"/>
                  <a:pt x="1404679" y="53715"/>
                  <a:pt x="1402020" y="55071"/>
                </a:cubicBezTo>
                <a:cubicBezTo>
                  <a:pt x="1399984" y="56088"/>
                  <a:pt x="1396618" y="59138"/>
                  <a:pt x="1391922" y="64223"/>
                </a:cubicBezTo>
                <a:close/>
                <a:moveTo>
                  <a:pt x="1483995" y="0"/>
                </a:moveTo>
                <a:lnTo>
                  <a:pt x="1483995" y="103030"/>
                </a:lnTo>
                <a:cubicBezTo>
                  <a:pt x="1483995" y="107892"/>
                  <a:pt x="1484349" y="111115"/>
                  <a:pt x="1485056" y="112699"/>
                </a:cubicBezTo>
                <a:cubicBezTo>
                  <a:pt x="1485763" y="114281"/>
                  <a:pt x="1486852" y="115483"/>
                  <a:pt x="1488323" y="116303"/>
                </a:cubicBezTo>
                <a:cubicBezTo>
                  <a:pt x="1489794" y="117122"/>
                  <a:pt x="1492538" y="117531"/>
                  <a:pt x="1496554" y="117531"/>
                </a:cubicBezTo>
                <a:lnTo>
                  <a:pt x="1496554" y="120671"/>
                </a:lnTo>
                <a:lnTo>
                  <a:pt x="1458452" y="120671"/>
                </a:lnTo>
                <a:lnTo>
                  <a:pt x="1458452" y="117531"/>
                </a:lnTo>
                <a:cubicBezTo>
                  <a:pt x="1462016" y="117531"/>
                  <a:pt x="1464449" y="117164"/>
                  <a:pt x="1465750" y="116430"/>
                </a:cubicBezTo>
                <a:cubicBezTo>
                  <a:pt x="1467051" y="115695"/>
                  <a:pt x="1468070" y="114479"/>
                  <a:pt x="1468805" y="112784"/>
                </a:cubicBezTo>
                <a:cubicBezTo>
                  <a:pt x="1469541" y="111087"/>
                  <a:pt x="1469908" y="107836"/>
                  <a:pt x="1469908" y="103030"/>
                </a:cubicBezTo>
                <a:lnTo>
                  <a:pt x="1469908" y="32477"/>
                </a:lnTo>
                <a:cubicBezTo>
                  <a:pt x="1469908" y="23716"/>
                  <a:pt x="1469710" y="18331"/>
                  <a:pt x="1469314" y="16325"/>
                </a:cubicBezTo>
                <a:cubicBezTo>
                  <a:pt x="1468918" y="14317"/>
                  <a:pt x="1468282" y="12946"/>
                  <a:pt x="1467405" y="12212"/>
                </a:cubicBezTo>
                <a:cubicBezTo>
                  <a:pt x="1466528" y="11476"/>
                  <a:pt x="1465411" y="11109"/>
                  <a:pt x="1464053" y="11109"/>
                </a:cubicBezTo>
                <a:cubicBezTo>
                  <a:pt x="1462582" y="11109"/>
                  <a:pt x="1460715" y="11561"/>
                  <a:pt x="1458452" y="12466"/>
                </a:cubicBezTo>
                <a:lnTo>
                  <a:pt x="1457010" y="9496"/>
                </a:lnTo>
                <a:lnTo>
                  <a:pt x="1480176" y="0"/>
                </a:lnTo>
                <a:lnTo>
                  <a:pt x="1483995" y="0"/>
                </a:lnTo>
                <a:close/>
                <a:moveTo>
                  <a:pt x="1518647" y="72301"/>
                </a:moveTo>
                <a:cubicBezTo>
                  <a:pt x="1518590" y="83815"/>
                  <a:pt x="1521391" y="92846"/>
                  <a:pt x="1527048" y="99395"/>
                </a:cubicBezTo>
                <a:cubicBezTo>
                  <a:pt x="1532705" y="105941"/>
                  <a:pt x="1539353" y="109215"/>
                  <a:pt x="1546990" y="109215"/>
                </a:cubicBezTo>
                <a:cubicBezTo>
                  <a:pt x="1552082" y="109215"/>
                  <a:pt x="1556509" y="107814"/>
                  <a:pt x="1560271" y="105014"/>
                </a:cubicBezTo>
                <a:cubicBezTo>
                  <a:pt x="1564033" y="102214"/>
                  <a:pt x="1567187" y="97419"/>
                  <a:pt x="1569733" y="90630"/>
                </a:cubicBezTo>
                <a:lnTo>
                  <a:pt x="1572363" y="92327"/>
                </a:lnTo>
                <a:cubicBezTo>
                  <a:pt x="1571175" y="100078"/>
                  <a:pt x="1567724" y="107136"/>
                  <a:pt x="1562010" y="113500"/>
                </a:cubicBezTo>
                <a:cubicBezTo>
                  <a:pt x="1556296" y="119864"/>
                  <a:pt x="1549140" y="123047"/>
                  <a:pt x="1540541" y="123047"/>
                </a:cubicBezTo>
                <a:cubicBezTo>
                  <a:pt x="1531206" y="123047"/>
                  <a:pt x="1523215" y="119420"/>
                  <a:pt x="1516568" y="112166"/>
                </a:cubicBezTo>
                <a:cubicBezTo>
                  <a:pt x="1509921" y="104911"/>
                  <a:pt x="1506597" y="95157"/>
                  <a:pt x="1506597" y="82905"/>
                </a:cubicBezTo>
                <a:cubicBezTo>
                  <a:pt x="1506597" y="69639"/>
                  <a:pt x="1510005" y="59294"/>
                  <a:pt x="1516823" y="51871"/>
                </a:cubicBezTo>
                <a:cubicBezTo>
                  <a:pt x="1523640" y="44445"/>
                  <a:pt x="1532196" y="40733"/>
                  <a:pt x="1542493" y="40733"/>
                </a:cubicBezTo>
                <a:cubicBezTo>
                  <a:pt x="1551205" y="40733"/>
                  <a:pt x="1558361" y="43597"/>
                  <a:pt x="1563962" y="49325"/>
                </a:cubicBezTo>
                <a:cubicBezTo>
                  <a:pt x="1569563" y="55051"/>
                  <a:pt x="1572363" y="62710"/>
                  <a:pt x="1572363" y="72301"/>
                </a:cubicBezTo>
                <a:lnTo>
                  <a:pt x="1518647" y="72301"/>
                </a:lnTo>
                <a:moveTo>
                  <a:pt x="1518647" y="67379"/>
                </a:moveTo>
                <a:lnTo>
                  <a:pt x="1554628" y="67379"/>
                </a:lnTo>
                <a:cubicBezTo>
                  <a:pt x="1554345" y="62400"/>
                  <a:pt x="1553751" y="58893"/>
                  <a:pt x="1552846" y="56856"/>
                </a:cubicBezTo>
                <a:cubicBezTo>
                  <a:pt x="1551431" y="53688"/>
                  <a:pt x="1549324" y="51199"/>
                  <a:pt x="1546523" y="49388"/>
                </a:cubicBezTo>
                <a:cubicBezTo>
                  <a:pt x="1543723" y="47578"/>
                  <a:pt x="1540795" y="46673"/>
                  <a:pt x="1537740" y="46673"/>
                </a:cubicBezTo>
                <a:cubicBezTo>
                  <a:pt x="1533045" y="46673"/>
                  <a:pt x="1528844" y="48497"/>
                  <a:pt x="1525139" y="52146"/>
                </a:cubicBezTo>
                <a:cubicBezTo>
                  <a:pt x="1521433" y="55795"/>
                  <a:pt x="1519269" y="60873"/>
                  <a:pt x="1518647" y="67379"/>
                </a:cubicBezTo>
                <a:close/>
                <a:moveTo>
                  <a:pt x="1632980" y="40733"/>
                </a:moveTo>
                <a:lnTo>
                  <a:pt x="1632980" y="67039"/>
                </a:lnTo>
                <a:lnTo>
                  <a:pt x="1630179" y="67039"/>
                </a:lnTo>
                <a:cubicBezTo>
                  <a:pt x="1628030" y="58788"/>
                  <a:pt x="1625272" y="53176"/>
                  <a:pt x="1621905" y="50203"/>
                </a:cubicBezTo>
                <a:cubicBezTo>
                  <a:pt x="1618539" y="47227"/>
                  <a:pt x="1614254" y="45739"/>
                  <a:pt x="1609049" y="45739"/>
                </a:cubicBezTo>
                <a:cubicBezTo>
                  <a:pt x="1605089" y="45739"/>
                  <a:pt x="1601893" y="46785"/>
                  <a:pt x="1599460" y="48877"/>
                </a:cubicBezTo>
                <a:cubicBezTo>
                  <a:pt x="1597027" y="50966"/>
                  <a:pt x="1595811" y="53283"/>
                  <a:pt x="1595811" y="55827"/>
                </a:cubicBezTo>
                <a:cubicBezTo>
                  <a:pt x="1595811" y="58992"/>
                  <a:pt x="1596716" y="61704"/>
                  <a:pt x="1598527" y="63963"/>
                </a:cubicBezTo>
                <a:cubicBezTo>
                  <a:pt x="1600280" y="66281"/>
                  <a:pt x="1603844" y="68739"/>
                  <a:pt x="1609219" y="71338"/>
                </a:cubicBezTo>
                <a:lnTo>
                  <a:pt x="1621608" y="77358"/>
                </a:lnTo>
                <a:cubicBezTo>
                  <a:pt x="1633093" y="82951"/>
                  <a:pt x="1638835" y="90326"/>
                  <a:pt x="1638835" y="99482"/>
                </a:cubicBezTo>
                <a:cubicBezTo>
                  <a:pt x="1638835" y="106545"/>
                  <a:pt x="1636162" y="112239"/>
                  <a:pt x="1630816" y="116563"/>
                </a:cubicBezTo>
                <a:cubicBezTo>
                  <a:pt x="1625470" y="120885"/>
                  <a:pt x="1619487" y="123047"/>
                  <a:pt x="1612868" y="123047"/>
                </a:cubicBezTo>
                <a:cubicBezTo>
                  <a:pt x="1608116" y="123047"/>
                  <a:pt x="1602685" y="122198"/>
                  <a:pt x="1596575" y="120501"/>
                </a:cubicBezTo>
                <a:cubicBezTo>
                  <a:pt x="1594708" y="119935"/>
                  <a:pt x="1593180" y="119652"/>
                  <a:pt x="1591992" y="119652"/>
                </a:cubicBezTo>
                <a:cubicBezTo>
                  <a:pt x="1590691" y="119652"/>
                  <a:pt x="1589673" y="120388"/>
                  <a:pt x="1588937" y="121859"/>
                </a:cubicBezTo>
                <a:lnTo>
                  <a:pt x="1586137" y="121859"/>
                </a:lnTo>
                <a:lnTo>
                  <a:pt x="1586137" y="94025"/>
                </a:lnTo>
                <a:lnTo>
                  <a:pt x="1588937" y="94025"/>
                </a:lnTo>
                <a:cubicBezTo>
                  <a:pt x="1590521" y="101973"/>
                  <a:pt x="1593548" y="107963"/>
                  <a:pt x="1598017" y="111994"/>
                </a:cubicBezTo>
                <a:cubicBezTo>
                  <a:pt x="1602487" y="116025"/>
                  <a:pt x="1607493" y="118040"/>
                  <a:pt x="1613038" y="118040"/>
                </a:cubicBezTo>
                <a:cubicBezTo>
                  <a:pt x="1616941" y="118040"/>
                  <a:pt x="1620123" y="116896"/>
                  <a:pt x="1622584" y="114608"/>
                </a:cubicBezTo>
                <a:cubicBezTo>
                  <a:pt x="1625045" y="112319"/>
                  <a:pt x="1626276" y="109564"/>
                  <a:pt x="1626276" y="106343"/>
                </a:cubicBezTo>
                <a:cubicBezTo>
                  <a:pt x="1626276" y="102443"/>
                  <a:pt x="1624904" y="99165"/>
                  <a:pt x="1622160" y="96509"/>
                </a:cubicBezTo>
                <a:cubicBezTo>
                  <a:pt x="1619416" y="93854"/>
                  <a:pt x="1613943" y="90492"/>
                  <a:pt x="1605740" y="86424"/>
                </a:cubicBezTo>
                <a:cubicBezTo>
                  <a:pt x="1597537" y="82355"/>
                  <a:pt x="1592162" y="78681"/>
                  <a:pt x="1589616" y="75403"/>
                </a:cubicBezTo>
                <a:cubicBezTo>
                  <a:pt x="1587071" y="72182"/>
                  <a:pt x="1585798" y="68113"/>
                  <a:pt x="1585798" y="63197"/>
                </a:cubicBezTo>
                <a:cubicBezTo>
                  <a:pt x="1585798" y="56811"/>
                  <a:pt x="1587990" y="51471"/>
                  <a:pt x="1592374" y="47177"/>
                </a:cubicBezTo>
                <a:cubicBezTo>
                  <a:pt x="1596759" y="42881"/>
                  <a:pt x="1602430" y="40733"/>
                  <a:pt x="1609389" y="40733"/>
                </a:cubicBezTo>
                <a:cubicBezTo>
                  <a:pt x="1612444" y="40733"/>
                  <a:pt x="1616149" y="41383"/>
                  <a:pt x="1620505" y="42684"/>
                </a:cubicBezTo>
                <a:cubicBezTo>
                  <a:pt x="1623391" y="43533"/>
                  <a:pt x="1625314" y="43957"/>
                  <a:pt x="1626276" y="43957"/>
                </a:cubicBezTo>
                <a:cubicBezTo>
                  <a:pt x="1627181" y="43957"/>
                  <a:pt x="1627888" y="43759"/>
                  <a:pt x="1628397" y="43363"/>
                </a:cubicBezTo>
                <a:cubicBezTo>
                  <a:pt x="1628906" y="42967"/>
                  <a:pt x="1629500" y="42090"/>
                  <a:pt x="1630179" y="40733"/>
                </a:cubicBezTo>
                <a:lnTo>
                  <a:pt x="1632980" y="40733"/>
                </a:lnTo>
                <a:close/>
                <a:moveTo>
                  <a:pt x="1648821" y="3564"/>
                </a:moveTo>
                <a:lnTo>
                  <a:pt x="1648821" y="0"/>
                </a:lnTo>
                <a:cubicBezTo>
                  <a:pt x="1657420" y="4243"/>
                  <a:pt x="1664576" y="9250"/>
                  <a:pt x="1670290" y="15020"/>
                </a:cubicBezTo>
                <a:cubicBezTo>
                  <a:pt x="1678380" y="23280"/>
                  <a:pt x="1684632" y="32968"/>
                  <a:pt x="1689044" y="44085"/>
                </a:cubicBezTo>
                <a:cubicBezTo>
                  <a:pt x="1693457" y="55201"/>
                  <a:pt x="1695663" y="66785"/>
                  <a:pt x="1695663" y="78835"/>
                </a:cubicBezTo>
                <a:cubicBezTo>
                  <a:pt x="1695663" y="96372"/>
                  <a:pt x="1691350" y="112369"/>
                  <a:pt x="1682722" y="126823"/>
                </a:cubicBezTo>
                <a:cubicBezTo>
                  <a:pt x="1674095" y="141277"/>
                  <a:pt x="1662794" y="151616"/>
                  <a:pt x="1648821" y="157839"/>
                </a:cubicBezTo>
                <a:lnTo>
                  <a:pt x="1648821" y="154699"/>
                </a:lnTo>
                <a:cubicBezTo>
                  <a:pt x="1655779" y="150796"/>
                  <a:pt x="1661507" y="145520"/>
                  <a:pt x="1666005" y="138873"/>
                </a:cubicBezTo>
                <a:cubicBezTo>
                  <a:pt x="1670502" y="132226"/>
                  <a:pt x="1673840" y="123768"/>
                  <a:pt x="1676018" y="113500"/>
                </a:cubicBezTo>
                <a:cubicBezTo>
                  <a:pt x="1678196" y="103232"/>
                  <a:pt x="1679285" y="92525"/>
                  <a:pt x="1679285" y="81381"/>
                </a:cubicBezTo>
                <a:cubicBezTo>
                  <a:pt x="1679285" y="69330"/>
                  <a:pt x="1678352" y="58327"/>
                  <a:pt x="1676485" y="48370"/>
                </a:cubicBezTo>
                <a:cubicBezTo>
                  <a:pt x="1675071" y="40563"/>
                  <a:pt x="1673303" y="34312"/>
                  <a:pt x="1671181" y="29616"/>
                </a:cubicBezTo>
                <a:cubicBezTo>
                  <a:pt x="1669060" y="24920"/>
                  <a:pt x="1666245" y="20395"/>
                  <a:pt x="1662738" y="16039"/>
                </a:cubicBezTo>
                <a:cubicBezTo>
                  <a:pt x="1659230" y="11682"/>
                  <a:pt x="1654591" y="7524"/>
                  <a:pt x="1648821" y="3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330F9-38E7-47C3-AA2A-080E0DCF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1786453"/>
            <a:ext cx="1898353" cy="267374"/>
          </a:xfrm>
          <a:custGeom xmlns:a="http://schemas.openxmlformats.org/drawingml/2006/main">
            <a:pathLst>
              <a:path w="1898353" h="267374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486BF-5928-4383-8875-74ED867E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1786453"/>
            <a:ext cx="1898353" cy="267374"/>
          </a:xfrm>
          <a:custGeom xmlns:a="http://schemas.openxmlformats.org/drawingml/2006/main">
            <a:pathLst>
              <a:path w="1898353" h="267374" fill="none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27" name="Text 214codes(494samples)">
            <a:extLst xmlns:a="http://schemas.openxmlformats.org/drawingml/2006/main">
              <a:ext uri="{FF2B5EF4-FFF2-40B4-BE49-F238E27FC236}">
                <a16:creationId xmlns:a16="http://schemas.microsoft.com/office/drawing/2014/main" id="{CF49FCB7-2783-4D0E-BD6E-77AEA1C4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409" y="1861099"/>
            <a:ext cx="1712458" cy="157839"/>
          </a:xfrm>
          <a:custGeom xmlns:a="http://schemas.openxmlformats.org/drawingml/2006/main">
            <a:pathLst>
              <a:path w="1712458" h="157839">
                <a:moveTo>
                  <a:pt x="75950" y="98437"/>
                </a:moveTo>
                <a:lnTo>
                  <a:pt x="67888" y="120671"/>
                </a:lnTo>
                <a:lnTo>
                  <a:pt x="0" y="120671"/>
                </a:lnTo>
                <a:lnTo>
                  <a:pt x="0" y="117526"/>
                </a:lnTo>
                <a:cubicBezTo>
                  <a:pt x="19970" y="99279"/>
                  <a:pt x="34029" y="84376"/>
                  <a:pt x="42175" y="72818"/>
                </a:cubicBezTo>
                <a:cubicBezTo>
                  <a:pt x="50322" y="61257"/>
                  <a:pt x="54395" y="50689"/>
                  <a:pt x="54395" y="41112"/>
                </a:cubicBezTo>
                <a:cubicBezTo>
                  <a:pt x="54395" y="33803"/>
                  <a:pt x="52160" y="27798"/>
                  <a:pt x="47691" y="23095"/>
                </a:cubicBezTo>
                <a:cubicBezTo>
                  <a:pt x="43222" y="18391"/>
                  <a:pt x="37876" y="16039"/>
                  <a:pt x="31653" y="16039"/>
                </a:cubicBezTo>
                <a:cubicBezTo>
                  <a:pt x="25995" y="16039"/>
                  <a:pt x="20918" y="17700"/>
                  <a:pt x="16420" y="21024"/>
                </a:cubicBezTo>
                <a:cubicBezTo>
                  <a:pt x="11923" y="24348"/>
                  <a:pt x="8599" y="29220"/>
                  <a:pt x="6449" y="35641"/>
                </a:cubicBezTo>
                <a:lnTo>
                  <a:pt x="3310" y="35641"/>
                </a:lnTo>
                <a:cubicBezTo>
                  <a:pt x="4724" y="25202"/>
                  <a:pt x="8359" y="17189"/>
                  <a:pt x="14214" y="11605"/>
                </a:cubicBezTo>
                <a:cubicBezTo>
                  <a:pt x="20069" y="6018"/>
                  <a:pt x="27381" y="3225"/>
                  <a:pt x="36150" y="3225"/>
                </a:cubicBezTo>
                <a:cubicBezTo>
                  <a:pt x="45485" y="3225"/>
                  <a:pt x="53278" y="6223"/>
                  <a:pt x="59529" y="12220"/>
                </a:cubicBezTo>
                <a:cubicBezTo>
                  <a:pt x="65780" y="18217"/>
                  <a:pt x="68906" y="25288"/>
                  <a:pt x="68906" y="33435"/>
                </a:cubicBezTo>
                <a:cubicBezTo>
                  <a:pt x="68906" y="39262"/>
                  <a:pt x="67548" y="45089"/>
                  <a:pt x="64833" y="50916"/>
                </a:cubicBezTo>
                <a:cubicBezTo>
                  <a:pt x="60646" y="60081"/>
                  <a:pt x="53858" y="69783"/>
                  <a:pt x="44467" y="80023"/>
                </a:cubicBezTo>
                <a:cubicBezTo>
                  <a:pt x="30380" y="95411"/>
                  <a:pt x="21583" y="104689"/>
                  <a:pt x="18075" y="107857"/>
                </a:cubicBezTo>
                <a:lnTo>
                  <a:pt x="48116" y="107857"/>
                </a:lnTo>
                <a:cubicBezTo>
                  <a:pt x="54225" y="107857"/>
                  <a:pt x="58511" y="107629"/>
                  <a:pt x="60972" y="107173"/>
                </a:cubicBezTo>
                <a:cubicBezTo>
                  <a:pt x="63433" y="106715"/>
                  <a:pt x="65653" y="105787"/>
                  <a:pt x="67633" y="104388"/>
                </a:cubicBezTo>
                <a:cubicBezTo>
                  <a:pt x="69613" y="102990"/>
                  <a:pt x="71339" y="101006"/>
                  <a:pt x="72810" y="98437"/>
                </a:cubicBezTo>
                <a:lnTo>
                  <a:pt x="75950" y="98437"/>
                </a:lnTo>
                <a:close/>
                <a:moveTo>
                  <a:pt x="103529" y="16887"/>
                </a:moveTo>
                <a:lnTo>
                  <a:pt x="131533" y="3225"/>
                </a:lnTo>
                <a:lnTo>
                  <a:pt x="134333" y="3225"/>
                </a:lnTo>
                <a:lnTo>
                  <a:pt x="134333" y="100389"/>
                </a:lnTo>
                <a:cubicBezTo>
                  <a:pt x="134333" y="106839"/>
                  <a:pt x="134602" y="110855"/>
                  <a:pt x="135139" y="112439"/>
                </a:cubicBezTo>
                <a:cubicBezTo>
                  <a:pt x="135677" y="114023"/>
                  <a:pt x="136794" y="115240"/>
                  <a:pt x="138491" y="116088"/>
                </a:cubicBezTo>
                <a:cubicBezTo>
                  <a:pt x="140188" y="116937"/>
                  <a:pt x="143639" y="117418"/>
                  <a:pt x="148844" y="117531"/>
                </a:cubicBezTo>
                <a:lnTo>
                  <a:pt x="148844" y="120671"/>
                </a:lnTo>
                <a:lnTo>
                  <a:pt x="105566" y="120671"/>
                </a:lnTo>
                <a:lnTo>
                  <a:pt x="105566" y="117531"/>
                </a:lnTo>
                <a:cubicBezTo>
                  <a:pt x="110997" y="117418"/>
                  <a:pt x="114504" y="116951"/>
                  <a:pt x="116088" y="116131"/>
                </a:cubicBezTo>
                <a:cubicBezTo>
                  <a:pt x="117672" y="115310"/>
                  <a:pt x="118775" y="114207"/>
                  <a:pt x="119398" y="112821"/>
                </a:cubicBezTo>
                <a:cubicBezTo>
                  <a:pt x="120020" y="111435"/>
                  <a:pt x="120331" y="107291"/>
                  <a:pt x="120331" y="100389"/>
                </a:cubicBezTo>
                <a:lnTo>
                  <a:pt x="120331" y="38272"/>
                </a:lnTo>
                <a:cubicBezTo>
                  <a:pt x="120331" y="29899"/>
                  <a:pt x="120048" y="24524"/>
                  <a:pt x="119483" y="22148"/>
                </a:cubicBezTo>
                <a:cubicBezTo>
                  <a:pt x="119087" y="20338"/>
                  <a:pt x="118365" y="19009"/>
                  <a:pt x="117319" y="18160"/>
                </a:cubicBezTo>
                <a:cubicBezTo>
                  <a:pt x="116272" y="17311"/>
                  <a:pt x="115013" y="16887"/>
                  <a:pt x="113542" y="16887"/>
                </a:cubicBezTo>
                <a:cubicBezTo>
                  <a:pt x="111449" y="16887"/>
                  <a:pt x="108536" y="17764"/>
                  <a:pt x="104802" y="19518"/>
                </a:cubicBezTo>
                <a:lnTo>
                  <a:pt x="103529" y="16887"/>
                </a:lnTo>
                <a:close/>
                <a:moveTo>
                  <a:pt x="250930" y="78241"/>
                </a:moveTo>
                <a:lnTo>
                  <a:pt x="250930" y="90291"/>
                </a:lnTo>
                <a:lnTo>
                  <a:pt x="235486" y="90291"/>
                </a:lnTo>
                <a:lnTo>
                  <a:pt x="235486" y="120671"/>
                </a:lnTo>
                <a:lnTo>
                  <a:pt x="221484" y="120671"/>
                </a:lnTo>
                <a:lnTo>
                  <a:pt x="221484" y="90291"/>
                </a:lnTo>
                <a:lnTo>
                  <a:pt x="172775" y="90291"/>
                </a:lnTo>
                <a:lnTo>
                  <a:pt x="172775" y="79429"/>
                </a:lnTo>
                <a:lnTo>
                  <a:pt x="226151" y="3225"/>
                </a:lnTo>
                <a:lnTo>
                  <a:pt x="235486" y="3225"/>
                </a:lnTo>
                <a:lnTo>
                  <a:pt x="235486" y="78241"/>
                </a:lnTo>
                <a:lnTo>
                  <a:pt x="250930" y="78241"/>
                </a:lnTo>
                <a:moveTo>
                  <a:pt x="221484" y="78241"/>
                </a:moveTo>
                <a:lnTo>
                  <a:pt x="221484" y="21130"/>
                </a:lnTo>
                <a:lnTo>
                  <a:pt x="181091" y="78241"/>
                </a:lnTo>
                <a:lnTo>
                  <a:pt x="221484" y="78241"/>
                </a:lnTo>
                <a:close/>
                <a:moveTo>
                  <a:pt x="371856" y="91139"/>
                </a:moveTo>
                <a:cubicBezTo>
                  <a:pt x="369762" y="101379"/>
                  <a:pt x="365661" y="109257"/>
                  <a:pt x="359551" y="114773"/>
                </a:cubicBezTo>
                <a:cubicBezTo>
                  <a:pt x="353441" y="120289"/>
                  <a:pt x="346681" y="123047"/>
                  <a:pt x="339269" y="123047"/>
                </a:cubicBezTo>
                <a:cubicBezTo>
                  <a:pt x="330444" y="123047"/>
                  <a:pt x="322750" y="119346"/>
                  <a:pt x="316188" y="111943"/>
                </a:cubicBezTo>
                <a:cubicBezTo>
                  <a:pt x="309625" y="104539"/>
                  <a:pt x="306344" y="94536"/>
                  <a:pt x="306344" y="81932"/>
                </a:cubicBezTo>
                <a:cubicBezTo>
                  <a:pt x="306344" y="69725"/>
                  <a:pt x="309979" y="59807"/>
                  <a:pt x="317248" y="52178"/>
                </a:cubicBezTo>
                <a:cubicBezTo>
                  <a:pt x="324518" y="44548"/>
                  <a:pt x="333244" y="40733"/>
                  <a:pt x="343428" y="40733"/>
                </a:cubicBezTo>
                <a:cubicBezTo>
                  <a:pt x="351065" y="40733"/>
                  <a:pt x="357345" y="42749"/>
                  <a:pt x="362266" y="46782"/>
                </a:cubicBezTo>
                <a:cubicBezTo>
                  <a:pt x="367188" y="50812"/>
                  <a:pt x="369649" y="54999"/>
                  <a:pt x="369649" y="59341"/>
                </a:cubicBezTo>
                <a:cubicBezTo>
                  <a:pt x="369649" y="61484"/>
                  <a:pt x="368956" y="63218"/>
                  <a:pt x="367570" y="64544"/>
                </a:cubicBezTo>
                <a:cubicBezTo>
                  <a:pt x="366184" y="65868"/>
                  <a:pt x="364247" y="66530"/>
                  <a:pt x="361757" y="66530"/>
                </a:cubicBezTo>
                <a:cubicBezTo>
                  <a:pt x="358420" y="66530"/>
                  <a:pt x="355902" y="65455"/>
                  <a:pt x="354205" y="63305"/>
                </a:cubicBezTo>
                <a:cubicBezTo>
                  <a:pt x="353243" y="62117"/>
                  <a:pt x="352607" y="59854"/>
                  <a:pt x="352295" y="56517"/>
                </a:cubicBezTo>
                <a:cubicBezTo>
                  <a:pt x="351984" y="53179"/>
                  <a:pt x="350839" y="50633"/>
                  <a:pt x="348859" y="48879"/>
                </a:cubicBezTo>
                <a:cubicBezTo>
                  <a:pt x="346879" y="47182"/>
                  <a:pt x="344135" y="46333"/>
                  <a:pt x="340627" y="46333"/>
                </a:cubicBezTo>
                <a:cubicBezTo>
                  <a:pt x="334970" y="46333"/>
                  <a:pt x="330416" y="48427"/>
                  <a:pt x="326965" y="52613"/>
                </a:cubicBezTo>
                <a:cubicBezTo>
                  <a:pt x="322382" y="58157"/>
                  <a:pt x="320091" y="65483"/>
                  <a:pt x="320091" y="74592"/>
                </a:cubicBezTo>
                <a:cubicBezTo>
                  <a:pt x="320091" y="83870"/>
                  <a:pt x="322368" y="92059"/>
                  <a:pt x="326922" y="99159"/>
                </a:cubicBezTo>
                <a:cubicBezTo>
                  <a:pt x="331477" y="106259"/>
                  <a:pt x="337629" y="109809"/>
                  <a:pt x="345379" y="109809"/>
                </a:cubicBezTo>
                <a:cubicBezTo>
                  <a:pt x="350924" y="109809"/>
                  <a:pt x="355902" y="107913"/>
                  <a:pt x="360315" y="104123"/>
                </a:cubicBezTo>
                <a:cubicBezTo>
                  <a:pt x="363426" y="101521"/>
                  <a:pt x="366453" y="96797"/>
                  <a:pt x="369395" y="89951"/>
                </a:cubicBezTo>
                <a:lnTo>
                  <a:pt x="371856" y="91139"/>
                </a:lnTo>
                <a:close/>
                <a:moveTo>
                  <a:pt x="421016" y="40733"/>
                </a:moveTo>
                <a:cubicBezTo>
                  <a:pt x="432783" y="40733"/>
                  <a:pt x="442231" y="45198"/>
                  <a:pt x="449359" y="54127"/>
                </a:cubicBezTo>
                <a:cubicBezTo>
                  <a:pt x="455413" y="61756"/>
                  <a:pt x="458439" y="70516"/>
                  <a:pt x="458439" y="80407"/>
                </a:cubicBezTo>
                <a:cubicBezTo>
                  <a:pt x="458439" y="87359"/>
                  <a:pt x="456770" y="94395"/>
                  <a:pt x="453432" y="101516"/>
                </a:cubicBezTo>
                <a:cubicBezTo>
                  <a:pt x="450095" y="108636"/>
                  <a:pt x="445498" y="114004"/>
                  <a:pt x="439643" y="117621"/>
                </a:cubicBezTo>
                <a:cubicBezTo>
                  <a:pt x="433787" y="121238"/>
                  <a:pt x="427267" y="123047"/>
                  <a:pt x="420083" y="123047"/>
                </a:cubicBezTo>
                <a:cubicBezTo>
                  <a:pt x="408372" y="123047"/>
                  <a:pt x="399066" y="118384"/>
                  <a:pt x="392164" y="109058"/>
                </a:cubicBezTo>
                <a:cubicBezTo>
                  <a:pt x="386337" y="101203"/>
                  <a:pt x="383423" y="92388"/>
                  <a:pt x="383423" y="82611"/>
                </a:cubicBezTo>
                <a:cubicBezTo>
                  <a:pt x="383423" y="75490"/>
                  <a:pt x="385191" y="68411"/>
                  <a:pt x="388727" y="61375"/>
                </a:cubicBezTo>
                <a:cubicBezTo>
                  <a:pt x="392263" y="54339"/>
                  <a:pt x="396916" y="49139"/>
                  <a:pt x="402686" y="45777"/>
                </a:cubicBezTo>
                <a:cubicBezTo>
                  <a:pt x="408457" y="42414"/>
                  <a:pt x="414567" y="40733"/>
                  <a:pt x="421016" y="40733"/>
                </a:cubicBezTo>
                <a:moveTo>
                  <a:pt x="418385" y="46333"/>
                </a:moveTo>
                <a:cubicBezTo>
                  <a:pt x="415387" y="46333"/>
                  <a:pt x="412374" y="47224"/>
                  <a:pt x="409348" y="49004"/>
                </a:cubicBezTo>
                <a:cubicBezTo>
                  <a:pt x="406321" y="50784"/>
                  <a:pt x="403874" y="53906"/>
                  <a:pt x="402007" y="58370"/>
                </a:cubicBezTo>
                <a:cubicBezTo>
                  <a:pt x="400141" y="62834"/>
                  <a:pt x="399207" y="68569"/>
                  <a:pt x="399207" y="75576"/>
                </a:cubicBezTo>
                <a:cubicBezTo>
                  <a:pt x="399207" y="86876"/>
                  <a:pt x="401456" y="96624"/>
                  <a:pt x="405953" y="104818"/>
                </a:cubicBezTo>
                <a:cubicBezTo>
                  <a:pt x="410451" y="113010"/>
                  <a:pt x="416377" y="117107"/>
                  <a:pt x="423732" y="117107"/>
                </a:cubicBezTo>
                <a:cubicBezTo>
                  <a:pt x="429219" y="117107"/>
                  <a:pt x="433745" y="114846"/>
                  <a:pt x="437309" y="110326"/>
                </a:cubicBezTo>
                <a:cubicBezTo>
                  <a:pt x="440873" y="105805"/>
                  <a:pt x="442655" y="98036"/>
                  <a:pt x="442655" y="87018"/>
                </a:cubicBezTo>
                <a:cubicBezTo>
                  <a:pt x="442655" y="73230"/>
                  <a:pt x="439685" y="62381"/>
                  <a:pt x="433745" y="54469"/>
                </a:cubicBezTo>
                <a:cubicBezTo>
                  <a:pt x="429728" y="49045"/>
                  <a:pt x="424608" y="46333"/>
                  <a:pt x="418385" y="46333"/>
                </a:cubicBezTo>
                <a:close/>
                <a:moveTo>
                  <a:pt x="524799" y="111930"/>
                </a:moveTo>
                <a:cubicBezTo>
                  <a:pt x="521009" y="115890"/>
                  <a:pt x="517304" y="118733"/>
                  <a:pt x="513683" y="120459"/>
                </a:cubicBezTo>
                <a:cubicBezTo>
                  <a:pt x="510062" y="122184"/>
                  <a:pt x="506159" y="123047"/>
                  <a:pt x="501972" y="123047"/>
                </a:cubicBezTo>
                <a:cubicBezTo>
                  <a:pt x="493486" y="123047"/>
                  <a:pt x="486075" y="119505"/>
                  <a:pt x="479739" y="112421"/>
                </a:cubicBezTo>
                <a:cubicBezTo>
                  <a:pt x="473403" y="105335"/>
                  <a:pt x="470235" y="96230"/>
                  <a:pt x="470235" y="85106"/>
                </a:cubicBezTo>
                <a:cubicBezTo>
                  <a:pt x="470235" y="73984"/>
                  <a:pt x="473742" y="63808"/>
                  <a:pt x="480757" y="54578"/>
                </a:cubicBezTo>
                <a:cubicBezTo>
                  <a:pt x="487772" y="45348"/>
                  <a:pt x="496796" y="40733"/>
                  <a:pt x="507828" y="40733"/>
                </a:cubicBezTo>
                <a:cubicBezTo>
                  <a:pt x="514673" y="40733"/>
                  <a:pt x="520330" y="42911"/>
                  <a:pt x="524799" y="47267"/>
                </a:cubicBezTo>
                <a:lnTo>
                  <a:pt x="524799" y="32894"/>
                </a:lnTo>
                <a:cubicBezTo>
                  <a:pt x="524799" y="23975"/>
                  <a:pt x="524587" y="18492"/>
                  <a:pt x="524163" y="16447"/>
                </a:cubicBezTo>
                <a:cubicBezTo>
                  <a:pt x="523739" y="14401"/>
                  <a:pt x="523074" y="13010"/>
                  <a:pt x="522169" y="12273"/>
                </a:cubicBezTo>
                <a:cubicBezTo>
                  <a:pt x="521264" y="11534"/>
                  <a:pt x="520132" y="11164"/>
                  <a:pt x="518774" y="11164"/>
                </a:cubicBezTo>
                <a:cubicBezTo>
                  <a:pt x="517304" y="11164"/>
                  <a:pt x="515352" y="11619"/>
                  <a:pt x="512919" y="12527"/>
                </a:cubicBezTo>
                <a:lnTo>
                  <a:pt x="511816" y="9544"/>
                </a:lnTo>
                <a:lnTo>
                  <a:pt x="534983" y="0"/>
                </a:lnTo>
                <a:lnTo>
                  <a:pt x="538801" y="0"/>
                </a:lnTo>
                <a:lnTo>
                  <a:pt x="538801" y="89867"/>
                </a:lnTo>
                <a:cubicBezTo>
                  <a:pt x="538801" y="98975"/>
                  <a:pt x="539014" y="104533"/>
                  <a:pt x="539438" y="106541"/>
                </a:cubicBezTo>
                <a:cubicBezTo>
                  <a:pt x="539862" y="108550"/>
                  <a:pt x="540541" y="109950"/>
                  <a:pt x="541474" y="110742"/>
                </a:cubicBezTo>
                <a:cubicBezTo>
                  <a:pt x="542408" y="111534"/>
                  <a:pt x="543497" y="111930"/>
                  <a:pt x="544742" y="111930"/>
                </a:cubicBezTo>
                <a:cubicBezTo>
                  <a:pt x="546269" y="111930"/>
                  <a:pt x="548306" y="111449"/>
                  <a:pt x="550851" y="110487"/>
                </a:cubicBezTo>
                <a:lnTo>
                  <a:pt x="551785" y="113458"/>
                </a:lnTo>
                <a:lnTo>
                  <a:pt x="528703" y="123047"/>
                </a:lnTo>
                <a:lnTo>
                  <a:pt x="524799" y="123047"/>
                </a:lnTo>
                <a:lnTo>
                  <a:pt x="524799" y="111930"/>
                </a:lnTo>
                <a:moveTo>
                  <a:pt x="524799" y="106008"/>
                </a:moveTo>
                <a:lnTo>
                  <a:pt x="524799" y="66055"/>
                </a:lnTo>
                <a:cubicBezTo>
                  <a:pt x="524460" y="62217"/>
                  <a:pt x="523442" y="58719"/>
                  <a:pt x="521745" y="55559"/>
                </a:cubicBezTo>
                <a:cubicBezTo>
                  <a:pt x="520047" y="52398"/>
                  <a:pt x="517799" y="50014"/>
                  <a:pt x="514998" y="48407"/>
                </a:cubicBezTo>
                <a:cubicBezTo>
                  <a:pt x="512198" y="46798"/>
                  <a:pt x="509468" y="45994"/>
                  <a:pt x="506809" y="45994"/>
                </a:cubicBezTo>
                <a:cubicBezTo>
                  <a:pt x="501831" y="45994"/>
                  <a:pt x="497390" y="48223"/>
                  <a:pt x="493486" y="52682"/>
                </a:cubicBezTo>
                <a:cubicBezTo>
                  <a:pt x="488338" y="58550"/>
                  <a:pt x="485764" y="67127"/>
                  <a:pt x="485764" y="78413"/>
                </a:cubicBezTo>
                <a:cubicBezTo>
                  <a:pt x="485764" y="89813"/>
                  <a:pt x="488253" y="98546"/>
                  <a:pt x="493232" y="104614"/>
                </a:cubicBezTo>
                <a:cubicBezTo>
                  <a:pt x="498210" y="110679"/>
                  <a:pt x="503754" y="113712"/>
                  <a:pt x="509864" y="113712"/>
                </a:cubicBezTo>
                <a:cubicBezTo>
                  <a:pt x="515012" y="113712"/>
                  <a:pt x="519991" y="111144"/>
                  <a:pt x="524799" y="106008"/>
                </a:cubicBezTo>
                <a:close/>
                <a:moveTo>
                  <a:pt x="569860" y="72301"/>
                </a:moveTo>
                <a:cubicBezTo>
                  <a:pt x="569803" y="83815"/>
                  <a:pt x="572604" y="92846"/>
                  <a:pt x="578261" y="99395"/>
                </a:cubicBezTo>
                <a:cubicBezTo>
                  <a:pt x="583919" y="105941"/>
                  <a:pt x="590566" y="109215"/>
                  <a:pt x="598203" y="109215"/>
                </a:cubicBezTo>
                <a:cubicBezTo>
                  <a:pt x="603295" y="109215"/>
                  <a:pt x="607722" y="107814"/>
                  <a:pt x="611484" y="105014"/>
                </a:cubicBezTo>
                <a:cubicBezTo>
                  <a:pt x="615246" y="102214"/>
                  <a:pt x="618400" y="97419"/>
                  <a:pt x="620946" y="90630"/>
                </a:cubicBezTo>
                <a:lnTo>
                  <a:pt x="623576" y="92327"/>
                </a:lnTo>
                <a:cubicBezTo>
                  <a:pt x="622388" y="100078"/>
                  <a:pt x="618937" y="107136"/>
                  <a:pt x="613223" y="113500"/>
                </a:cubicBezTo>
                <a:cubicBezTo>
                  <a:pt x="607510" y="119864"/>
                  <a:pt x="600353" y="123047"/>
                  <a:pt x="591754" y="123047"/>
                </a:cubicBezTo>
                <a:cubicBezTo>
                  <a:pt x="582419" y="123047"/>
                  <a:pt x="574428" y="119420"/>
                  <a:pt x="567781" y="112166"/>
                </a:cubicBezTo>
                <a:cubicBezTo>
                  <a:pt x="561134" y="104911"/>
                  <a:pt x="557810" y="95157"/>
                  <a:pt x="557810" y="82905"/>
                </a:cubicBezTo>
                <a:cubicBezTo>
                  <a:pt x="557810" y="69639"/>
                  <a:pt x="561219" y="59294"/>
                  <a:pt x="568036" y="51871"/>
                </a:cubicBezTo>
                <a:cubicBezTo>
                  <a:pt x="574853" y="44445"/>
                  <a:pt x="583409" y="40733"/>
                  <a:pt x="593706" y="40733"/>
                </a:cubicBezTo>
                <a:cubicBezTo>
                  <a:pt x="602418" y="40733"/>
                  <a:pt x="609574" y="43597"/>
                  <a:pt x="615175" y="49325"/>
                </a:cubicBezTo>
                <a:cubicBezTo>
                  <a:pt x="620776" y="55051"/>
                  <a:pt x="623576" y="62710"/>
                  <a:pt x="623576" y="72301"/>
                </a:cubicBezTo>
                <a:lnTo>
                  <a:pt x="569860" y="72301"/>
                </a:lnTo>
                <a:moveTo>
                  <a:pt x="569860" y="67379"/>
                </a:moveTo>
                <a:lnTo>
                  <a:pt x="605841" y="67379"/>
                </a:lnTo>
                <a:cubicBezTo>
                  <a:pt x="605558" y="62400"/>
                  <a:pt x="604964" y="58893"/>
                  <a:pt x="604059" y="56856"/>
                </a:cubicBezTo>
                <a:cubicBezTo>
                  <a:pt x="602644" y="53688"/>
                  <a:pt x="600537" y="51199"/>
                  <a:pt x="597737" y="49388"/>
                </a:cubicBezTo>
                <a:cubicBezTo>
                  <a:pt x="594936" y="47578"/>
                  <a:pt x="592008" y="46673"/>
                  <a:pt x="588954" y="46673"/>
                </a:cubicBezTo>
                <a:cubicBezTo>
                  <a:pt x="584258" y="46673"/>
                  <a:pt x="580057" y="48497"/>
                  <a:pt x="576352" y="52146"/>
                </a:cubicBezTo>
                <a:cubicBezTo>
                  <a:pt x="572646" y="55795"/>
                  <a:pt x="570482" y="60873"/>
                  <a:pt x="569860" y="67379"/>
                </a:cubicBezTo>
                <a:close/>
                <a:moveTo>
                  <a:pt x="684193" y="40733"/>
                </a:moveTo>
                <a:lnTo>
                  <a:pt x="684193" y="67039"/>
                </a:lnTo>
                <a:lnTo>
                  <a:pt x="681392" y="67039"/>
                </a:lnTo>
                <a:cubicBezTo>
                  <a:pt x="679243" y="58788"/>
                  <a:pt x="676485" y="53176"/>
                  <a:pt x="673119" y="50203"/>
                </a:cubicBezTo>
                <a:cubicBezTo>
                  <a:pt x="669752" y="47227"/>
                  <a:pt x="665467" y="45739"/>
                  <a:pt x="660262" y="45739"/>
                </a:cubicBezTo>
                <a:cubicBezTo>
                  <a:pt x="656302" y="45739"/>
                  <a:pt x="653106" y="46785"/>
                  <a:pt x="650673" y="48877"/>
                </a:cubicBezTo>
                <a:cubicBezTo>
                  <a:pt x="648240" y="50966"/>
                  <a:pt x="647024" y="53283"/>
                  <a:pt x="647024" y="55827"/>
                </a:cubicBezTo>
                <a:cubicBezTo>
                  <a:pt x="647024" y="58992"/>
                  <a:pt x="647929" y="61704"/>
                  <a:pt x="649740" y="63963"/>
                </a:cubicBezTo>
                <a:cubicBezTo>
                  <a:pt x="651493" y="66281"/>
                  <a:pt x="655058" y="68739"/>
                  <a:pt x="660432" y="71338"/>
                </a:cubicBezTo>
                <a:lnTo>
                  <a:pt x="672821" y="77358"/>
                </a:lnTo>
                <a:cubicBezTo>
                  <a:pt x="684306" y="82951"/>
                  <a:pt x="690048" y="90326"/>
                  <a:pt x="690048" y="99482"/>
                </a:cubicBezTo>
                <a:cubicBezTo>
                  <a:pt x="690048" y="106545"/>
                  <a:pt x="687375" y="112239"/>
                  <a:pt x="682029" y="116563"/>
                </a:cubicBezTo>
                <a:cubicBezTo>
                  <a:pt x="676683" y="120885"/>
                  <a:pt x="670700" y="123047"/>
                  <a:pt x="664081" y="123047"/>
                </a:cubicBezTo>
                <a:cubicBezTo>
                  <a:pt x="659329" y="123047"/>
                  <a:pt x="653898" y="122198"/>
                  <a:pt x="647788" y="120501"/>
                </a:cubicBezTo>
                <a:cubicBezTo>
                  <a:pt x="645921" y="119935"/>
                  <a:pt x="644393" y="119652"/>
                  <a:pt x="643205" y="119652"/>
                </a:cubicBezTo>
                <a:cubicBezTo>
                  <a:pt x="641904" y="119652"/>
                  <a:pt x="640886" y="120388"/>
                  <a:pt x="640150" y="121859"/>
                </a:cubicBezTo>
                <a:lnTo>
                  <a:pt x="637350" y="121859"/>
                </a:lnTo>
                <a:lnTo>
                  <a:pt x="637350" y="94025"/>
                </a:lnTo>
                <a:lnTo>
                  <a:pt x="640150" y="94025"/>
                </a:lnTo>
                <a:cubicBezTo>
                  <a:pt x="641735" y="101973"/>
                  <a:pt x="644761" y="107963"/>
                  <a:pt x="649230" y="111994"/>
                </a:cubicBezTo>
                <a:cubicBezTo>
                  <a:pt x="653700" y="116025"/>
                  <a:pt x="658706" y="118040"/>
                  <a:pt x="664251" y="118040"/>
                </a:cubicBezTo>
                <a:cubicBezTo>
                  <a:pt x="668154" y="118040"/>
                  <a:pt x="671336" y="116896"/>
                  <a:pt x="673797" y="114608"/>
                </a:cubicBezTo>
                <a:cubicBezTo>
                  <a:pt x="676258" y="112319"/>
                  <a:pt x="677489" y="109564"/>
                  <a:pt x="677489" y="106343"/>
                </a:cubicBezTo>
                <a:cubicBezTo>
                  <a:pt x="677489" y="102443"/>
                  <a:pt x="676117" y="99165"/>
                  <a:pt x="673373" y="96509"/>
                </a:cubicBezTo>
                <a:cubicBezTo>
                  <a:pt x="670629" y="93854"/>
                  <a:pt x="665156" y="90492"/>
                  <a:pt x="656953" y="86424"/>
                </a:cubicBezTo>
                <a:cubicBezTo>
                  <a:pt x="648750" y="82355"/>
                  <a:pt x="643375" y="78681"/>
                  <a:pt x="640829" y="75403"/>
                </a:cubicBezTo>
                <a:cubicBezTo>
                  <a:pt x="638284" y="72182"/>
                  <a:pt x="637011" y="68113"/>
                  <a:pt x="637011" y="63197"/>
                </a:cubicBezTo>
                <a:cubicBezTo>
                  <a:pt x="637011" y="56811"/>
                  <a:pt x="639203" y="51471"/>
                  <a:pt x="643587" y="47177"/>
                </a:cubicBezTo>
                <a:cubicBezTo>
                  <a:pt x="647972" y="42881"/>
                  <a:pt x="653643" y="40733"/>
                  <a:pt x="660602" y="40733"/>
                </a:cubicBezTo>
                <a:cubicBezTo>
                  <a:pt x="663657" y="40733"/>
                  <a:pt x="667362" y="41383"/>
                  <a:pt x="671718" y="42684"/>
                </a:cubicBezTo>
                <a:cubicBezTo>
                  <a:pt x="674604" y="43533"/>
                  <a:pt x="676527" y="43957"/>
                  <a:pt x="677489" y="43957"/>
                </a:cubicBezTo>
                <a:cubicBezTo>
                  <a:pt x="678394" y="43957"/>
                  <a:pt x="679101" y="43759"/>
                  <a:pt x="679610" y="43363"/>
                </a:cubicBezTo>
                <a:cubicBezTo>
                  <a:pt x="680119" y="42967"/>
                  <a:pt x="680713" y="42090"/>
                  <a:pt x="681392" y="40733"/>
                </a:cubicBezTo>
                <a:lnTo>
                  <a:pt x="684193" y="40733"/>
                </a:lnTo>
                <a:close/>
                <a:moveTo>
                  <a:pt x="793549" y="154699"/>
                </a:moveTo>
                <a:lnTo>
                  <a:pt x="793549" y="157839"/>
                </a:lnTo>
                <a:cubicBezTo>
                  <a:pt x="785007" y="153540"/>
                  <a:pt x="777878" y="148505"/>
                  <a:pt x="772165" y="142734"/>
                </a:cubicBezTo>
                <a:cubicBezTo>
                  <a:pt x="764018" y="134531"/>
                  <a:pt x="757738" y="124857"/>
                  <a:pt x="753326" y="113712"/>
                </a:cubicBezTo>
                <a:cubicBezTo>
                  <a:pt x="748913" y="102567"/>
                  <a:pt x="746707" y="90998"/>
                  <a:pt x="746707" y="79004"/>
                </a:cubicBezTo>
                <a:cubicBezTo>
                  <a:pt x="746707" y="61467"/>
                  <a:pt x="751034" y="45471"/>
                  <a:pt x="759690" y="31016"/>
                </a:cubicBezTo>
                <a:cubicBezTo>
                  <a:pt x="768346" y="16562"/>
                  <a:pt x="779632" y="6223"/>
                  <a:pt x="793549" y="0"/>
                </a:cubicBezTo>
                <a:lnTo>
                  <a:pt x="793549" y="3564"/>
                </a:lnTo>
                <a:cubicBezTo>
                  <a:pt x="786591" y="7411"/>
                  <a:pt x="780877" y="12672"/>
                  <a:pt x="776408" y="19348"/>
                </a:cubicBezTo>
                <a:cubicBezTo>
                  <a:pt x="771938" y="26024"/>
                  <a:pt x="768600" y="34481"/>
                  <a:pt x="766394" y="44721"/>
                </a:cubicBezTo>
                <a:cubicBezTo>
                  <a:pt x="764188" y="54961"/>
                  <a:pt x="763085" y="65653"/>
                  <a:pt x="763085" y="76798"/>
                </a:cubicBezTo>
                <a:cubicBezTo>
                  <a:pt x="763085" y="88905"/>
                  <a:pt x="764018" y="99908"/>
                  <a:pt x="765885" y="109809"/>
                </a:cubicBezTo>
                <a:cubicBezTo>
                  <a:pt x="767356" y="117616"/>
                  <a:pt x="769138" y="123881"/>
                  <a:pt x="771231" y="128605"/>
                </a:cubicBezTo>
                <a:cubicBezTo>
                  <a:pt x="773324" y="133329"/>
                  <a:pt x="776139" y="137869"/>
                  <a:pt x="779675" y="142225"/>
                </a:cubicBezTo>
                <a:cubicBezTo>
                  <a:pt x="783210" y="146581"/>
                  <a:pt x="787835" y="150739"/>
                  <a:pt x="793549" y="154699"/>
                </a:cubicBezTo>
                <a:close/>
                <a:moveTo>
                  <a:pt x="878323" y="78241"/>
                </a:moveTo>
                <a:lnTo>
                  <a:pt x="878323" y="90291"/>
                </a:lnTo>
                <a:lnTo>
                  <a:pt x="862878" y="90291"/>
                </a:lnTo>
                <a:lnTo>
                  <a:pt x="862878" y="120671"/>
                </a:lnTo>
                <a:lnTo>
                  <a:pt x="848876" y="120671"/>
                </a:lnTo>
                <a:lnTo>
                  <a:pt x="848876" y="90291"/>
                </a:lnTo>
                <a:lnTo>
                  <a:pt x="800167" y="90291"/>
                </a:lnTo>
                <a:lnTo>
                  <a:pt x="800167" y="79429"/>
                </a:lnTo>
                <a:lnTo>
                  <a:pt x="853544" y="3225"/>
                </a:lnTo>
                <a:lnTo>
                  <a:pt x="862878" y="3225"/>
                </a:lnTo>
                <a:lnTo>
                  <a:pt x="862878" y="78241"/>
                </a:lnTo>
                <a:lnTo>
                  <a:pt x="878323" y="78241"/>
                </a:lnTo>
                <a:moveTo>
                  <a:pt x="848876" y="78241"/>
                </a:moveTo>
                <a:lnTo>
                  <a:pt x="848876" y="21130"/>
                </a:lnTo>
                <a:lnTo>
                  <a:pt x="808483" y="78241"/>
                </a:lnTo>
                <a:lnTo>
                  <a:pt x="848876" y="78241"/>
                </a:lnTo>
                <a:close/>
                <a:moveTo>
                  <a:pt x="893513" y="123047"/>
                </a:moveTo>
                <a:lnTo>
                  <a:pt x="893513" y="119907"/>
                </a:lnTo>
                <a:cubicBezTo>
                  <a:pt x="900867" y="119794"/>
                  <a:pt x="907713" y="118082"/>
                  <a:pt x="914049" y="114773"/>
                </a:cubicBezTo>
                <a:cubicBezTo>
                  <a:pt x="920385" y="111463"/>
                  <a:pt x="926509" y="105679"/>
                  <a:pt x="932421" y="97419"/>
                </a:cubicBezTo>
                <a:cubicBezTo>
                  <a:pt x="938333" y="89159"/>
                  <a:pt x="942449" y="80079"/>
                  <a:pt x="944768" y="70179"/>
                </a:cubicBezTo>
                <a:cubicBezTo>
                  <a:pt x="935886" y="75893"/>
                  <a:pt x="927853" y="78750"/>
                  <a:pt x="920668" y="78750"/>
                </a:cubicBezTo>
                <a:cubicBezTo>
                  <a:pt x="912578" y="78750"/>
                  <a:pt x="905648" y="75624"/>
                  <a:pt x="899877" y="69373"/>
                </a:cubicBezTo>
                <a:cubicBezTo>
                  <a:pt x="894107" y="63122"/>
                  <a:pt x="891222" y="54819"/>
                  <a:pt x="891222" y="44467"/>
                </a:cubicBezTo>
                <a:cubicBezTo>
                  <a:pt x="891222" y="34397"/>
                  <a:pt x="894107" y="25430"/>
                  <a:pt x="899877" y="17566"/>
                </a:cubicBezTo>
                <a:cubicBezTo>
                  <a:pt x="906836" y="8005"/>
                  <a:pt x="915916" y="3225"/>
                  <a:pt x="927117" y="3225"/>
                </a:cubicBezTo>
                <a:cubicBezTo>
                  <a:pt x="936565" y="3225"/>
                  <a:pt x="944655" y="7128"/>
                  <a:pt x="951387" y="14935"/>
                </a:cubicBezTo>
                <a:cubicBezTo>
                  <a:pt x="959647" y="24609"/>
                  <a:pt x="963777" y="36546"/>
                  <a:pt x="963777" y="50746"/>
                </a:cubicBezTo>
                <a:cubicBezTo>
                  <a:pt x="963777" y="63532"/>
                  <a:pt x="960637" y="75455"/>
                  <a:pt x="954357" y="86515"/>
                </a:cubicBezTo>
                <a:cubicBezTo>
                  <a:pt x="948078" y="97575"/>
                  <a:pt x="939337" y="106754"/>
                  <a:pt x="928136" y="114052"/>
                </a:cubicBezTo>
                <a:cubicBezTo>
                  <a:pt x="919027" y="120048"/>
                  <a:pt x="909099" y="123047"/>
                  <a:pt x="898350" y="123047"/>
                </a:cubicBezTo>
                <a:lnTo>
                  <a:pt x="893513" y="123047"/>
                </a:lnTo>
                <a:moveTo>
                  <a:pt x="946126" y="63833"/>
                </a:moveTo>
                <a:cubicBezTo>
                  <a:pt x="947144" y="56500"/>
                  <a:pt x="947653" y="50632"/>
                  <a:pt x="947653" y="46230"/>
                </a:cubicBezTo>
                <a:cubicBezTo>
                  <a:pt x="947653" y="40758"/>
                  <a:pt x="946720" y="34849"/>
                  <a:pt x="944853" y="28502"/>
                </a:cubicBezTo>
                <a:cubicBezTo>
                  <a:pt x="942986" y="22155"/>
                  <a:pt x="940341" y="17289"/>
                  <a:pt x="936919" y="13904"/>
                </a:cubicBezTo>
                <a:cubicBezTo>
                  <a:pt x="933496" y="10518"/>
                  <a:pt x="929606" y="8825"/>
                  <a:pt x="925250" y="8825"/>
                </a:cubicBezTo>
                <a:cubicBezTo>
                  <a:pt x="920215" y="8825"/>
                  <a:pt x="915803" y="11082"/>
                  <a:pt x="912012" y="15596"/>
                </a:cubicBezTo>
                <a:cubicBezTo>
                  <a:pt x="908222" y="20109"/>
                  <a:pt x="906327" y="26823"/>
                  <a:pt x="906327" y="35737"/>
                </a:cubicBezTo>
                <a:cubicBezTo>
                  <a:pt x="906327" y="47642"/>
                  <a:pt x="908844" y="56951"/>
                  <a:pt x="913879" y="63663"/>
                </a:cubicBezTo>
                <a:cubicBezTo>
                  <a:pt x="917556" y="68516"/>
                  <a:pt x="922082" y="70943"/>
                  <a:pt x="927457" y="70943"/>
                </a:cubicBezTo>
                <a:cubicBezTo>
                  <a:pt x="930059" y="70943"/>
                  <a:pt x="933142" y="70322"/>
                  <a:pt x="936706" y="69081"/>
                </a:cubicBezTo>
                <a:cubicBezTo>
                  <a:pt x="940271" y="67840"/>
                  <a:pt x="943410" y="66091"/>
                  <a:pt x="946126" y="63833"/>
                </a:cubicBezTo>
                <a:close/>
                <a:moveTo>
                  <a:pt x="1052116" y="78241"/>
                </a:moveTo>
                <a:lnTo>
                  <a:pt x="1052116" y="90291"/>
                </a:lnTo>
                <a:lnTo>
                  <a:pt x="1036671" y="90291"/>
                </a:lnTo>
                <a:lnTo>
                  <a:pt x="1036671" y="120671"/>
                </a:lnTo>
                <a:lnTo>
                  <a:pt x="1022669" y="120671"/>
                </a:lnTo>
                <a:lnTo>
                  <a:pt x="1022669" y="90291"/>
                </a:lnTo>
                <a:lnTo>
                  <a:pt x="973960" y="90291"/>
                </a:lnTo>
                <a:lnTo>
                  <a:pt x="973960" y="79429"/>
                </a:lnTo>
                <a:lnTo>
                  <a:pt x="1027337" y="3225"/>
                </a:lnTo>
                <a:lnTo>
                  <a:pt x="1036671" y="3225"/>
                </a:lnTo>
                <a:lnTo>
                  <a:pt x="1036671" y="78241"/>
                </a:lnTo>
                <a:lnTo>
                  <a:pt x="1052116" y="78241"/>
                </a:lnTo>
                <a:moveTo>
                  <a:pt x="1022669" y="78241"/>
                </a:moveTo>
                <a:lnTo>
                  <a:pt x="1022669" y="21130"/>
                </a:lnTo>
                <a:lnTo>
                  <a:pt x="982276" y="78241"/>
                </a:lnTo>
                <a:lnTo>
                  <a:pt x="1022669" y="78241"/>
                </a:lnTo>
                <a:close/>
                <a:moveTo>
                  <a:pt x="1157357" y="40733"/>
                </a:moveTo>
                <a:lnTo>
                  <a:pt x="1157357" y="67039"/>
                </a:lnTo>
                <a:lnTo>
                  <a:pt x="1154557" y="67039"/>
                </a:lnTo>
                <a:cubicBezTo>
                  <a:pt x="1152407" y="58788"/>
                  <a:pt x="1149649" y="53176"/>
                  <a:pt x="1146283" y="50203"/>
                </a:cubicBezTo>
                <a:cubicBezTo>
                  <a:pt x="1142917" y="47227"/>
                  <a:pt x="1138632" y="45739"/>
                  <a:pt x="1133427" y="45739"/>
                </a:cubicBezTo>
                <a:cubicBezTo>
                  <a:pt x="1129467" y="45739"/>
                  <a:pt x="1126270" y="46785"/>
                  <a:pt x="1123838" y="48877"/>
                </a:cubicBezTo>
                <a:cubicBezTo>
                  <a:pt x="1121405" y="50966"/>
                  <a:pt x="1120189" y="53283"/>
                  <a:pt x="1120189" y="55827"/>
                </a:cubicBezTo>
                <a:cubicBezTo>
                  <a:pt x="1120189" y="58992"/>
                  <a:pt x="1121094" y="61704"/>
                  <a:pt x="1122904" y="63963"/>
                </a:cubicBezTo>
                <a:cubicBezTo>
                  <a:pt x="1124658" y="66281"/>
                  <a:pt x="1128222" y="68739"/>
                  <a:pt x="1133597" y="71338"/>
                </a:cubicBezTo>
                <a:lnTo>
                  <a:pt x="1145986" y="77358"/>
                </a:lnTo>
                <a:cubicBezTo>
                  <a:pt x="1157470" y="82951"/>
                  <a:pt x="1163213" y="90326"/>
                  <a:pt x="1163213" y="99482"/>
                </a:cubicBezTo>
                <a:cubicBezTo>
                  <a:pt x="1163213" y="106545"/>
                  <a:pt x="1160539" y="112239"/>
                  <a:pt x="1155193" y="116563"/>
                </a:cubicBezTo>
                <a:cubicBezTo>
                  <a:pt x="1149847" y="120885"/>
                  <a:pt x="1143865" y="123047"/>
                  <a:pt x="1137245" y="123047"/>
                </a:cubicBezTo>
                <a:cubicBezTo>
                  <a:pt x="1132493" y="123047"/>
                  <a:pt x="1127062" y="122198"/>
                  <a:pt x="1120952" y="120501"/>
                </a:cubicBezTo>
                <a:cubicBezTo>
                  <a:pt x="1119085" y="119935"/>
                  <a:pt x="1117558" y="119652"/>
                  <a:pt x="1116370" y="119652"/>
                </a:cubicBezTo>
                <a:cubicBezTo>
                  <a:pt x="1115069" y="119652"/>
                  <a:pt x="1114050" y="120388"/>
                  <a:pt x="1113315" y="121859"/>
                </a:cubicBezTo>
                <a:lnTo>
                  <a:pt x="1110515" y="121859"/>
                </a:lnTo>
                <a:lnTo>
                  <a:pt x="1110515" y="94025"/>
                </a:lnTo>
                <a:lnTo>
                  <a:pt x="1113315" y="94025"/>
                </a:lnTo>
                <a:cubicBezTo>
                  <a:pt x="1114899" y="101973"/>
                  <a:pt x="1117926" y="107963"/>
                  <a:pt x="1122395" y="111994"/>
                </a:cubicBezTo>
                <a:cubicBezTo>
                  <a:pt x="1126864" y="116025"/>
                  <a:pt x="1131871" y="118040"/>
                  <a:pt x="1137415" y="118040"/>
                </a:cubicBezTo>
                <a:cubicBezTo>
                  <a:pt x="1141319" y="118040"/>
                  <a:pt x="1144501" y="116896"/>
                  <a:pt x="1146962" y="114608"/>
                </a:cubicBezTo>
                <a:cubicBezTo>
                  <a:pt x="1149423" y="112319"/>
                  <a:pt x="1150653" y="109564"/>
                  <a:pt x="1150653" y="106343"/>
                </a:cubicBezTo>
                <a:cubicBezTo>
                  <a:pt x="1150653" y="102443"/>
                  <a:pt x="1149281" y="99165"/>
                  <a:pt x="1146538" y="96509"/>
                </a:cubicBezTo>
                <a:cubicBezTo>
                  <a:pt x="1143794" y="93854"/>
                  <a:pt x="1138320" y="90492"/>
                  <a:pt x="1130117" y="86424"/>
                </a:cubicBezTo>
                <a:cubicBezTo>
                  <a:pt x="1121914" y="82355"/>
                  <a:pt x="1116540" y="78681"/>
                  <a:pt x="1113994" y="75403"/>
                </a:cubicBezTo>
                <a:cubicBezTo>
                  <a:pt x="1111448" y="72182"/>
                  <a:pt x="1110175" y="68113"/>
                  <a:pt x="1110175" y="63197"/>
                </a:cubicBezTo>
                <a:cubicBezTo>
                  <a:pt x="1110175" y="56811"/>
                  <a:pt x="1112367" y="51471"/>
                  <a:pt x="1116752" y="47177"/>
                </a:cubicBezTo>
                <a:cubicBezTo>
                  <a:pt x="1121136" y="42881"/>
                  <a:pt x="1126808" y="40733"/>
                  <a:pt x="1133766" y="40733"/>
                </a:cubicBezTo>
                <a:cubicBezTo>
                  <a:pt x="1136821" y="40733"/>
                  <a:pt x="1140527" y="41383"/>
                  <a:pt x="1144883" y="42684"/>
                </a:cubicBezTo>
                <a:cubicBezTo>
                  <a:pt x="1147768" y="43533"/>
                  <a:pt x="1149692" y="43957"/>
                  <a:pt x="1150653" y="43957"/>
                </a:cubicBezTo>
                <a:cubicBezTo>
                  <a:pt x="1151558" y="43957"/>
                  <a:pt x="1152266" y="43759"/>
                  <a:pt x="1152775" y="43363"/>
                </a:cubicBezTo>
                <a:cubicBezTo>
                  <a:pt x="1153284" y="42967"/>
                  <a:pt x="1153878" y="42090"/>
                  <a:pt x="1154557" y="40733"/>
                </a:cubicBezTo>
                <a:lnTo>
                  <a:pt x="1157357" y="40733"/>
                </a:lnTo>
                <a:close/>
                <a:moveTo>
                  <a:pt x="1218768" y="109469"/>
                </a:moveTo>
                <a:cubicBezTo>
                  <a:pt x="1210791" y="115636"/>
                  <a:pt x="1205784" y="119200"/>
                  <a:pt x="1203748" y="120161"/>
                </a:cubicBezTo>
                <a:cubicBezTo>
                  <a:pt x="1200693" y="121632"/>
                  <a:pt x="1197440" y="122368"/>
                  <a:pt x="1193989" y="122368"/>
                </a:cubicBezTo>
                <a:cubicBezTo>
                  <a:pt x="1188614" y="122368"/>
                  <a:pt x="1184188" y="120529"/>
                  <a:pt x="1180708" y="116852"/>
                </a:cubicBezTo>
                <a:cubicBezTo>
                  <a:pt x="1177229" y="113175"/>
                  <a:pt x="1175489" y="108338"/>
                  <a:pt x="1175489" y="102341"/>
                </a:cubicBezTo>
                <a:cubicBezTo>
                  <a:pt x="1175489" y="98551"/>
                  <a:pt x="1176338" y="95269"/>
                  <a:pt x="1178035" y="92497"/>
                </a:cubicBezTo>
                <a:cubicBezTo>
                  <a:pt x="1180355" y="88650"/>
                  <a:pt x="1184386" y="85030"/>
                  <a:pt x="1190128" y="81635"/>
                </a:cubicBezTo>
                <a:cubicBezTo>
                  <a:pt x="1195870" y="78241"/>
                  <a:pt x="1205417" y="74111"/>
                  <a:pt x="1218768" y="69246"/>
                </a:cubicBezTo>
                <a:lnTo>
                  <a:pt x="1218768" y="66191"/>
                </a:lnTo>
                <a:cubicBezTo>
                  <a:pt x="1218768" y="58440"/>
                  <a:pt x="1217537" y="53122"/>
                  <a:pt x="1215077" y="50237"/>
                </a:cubicBezTo>
                <a:cubicBezTo>
                  <a:pt x="1212616" y="47352"/>
                  <a:pt x="1209037" y="45909"/>
                  <a:pt x="1204342" y="45909"/>
                </a:cubicBezTo>
                <a:cubicBezTo>
                  <a:pt x="1200778" y="45909"/>
                  <a:pt x="1197949" y="46867"/>
                  <a:pt x="1195856" y="48784"/>
                </a:cubicBezTo>
                <a:cubicBezTo>
                  <a:pt x="1193706" y="50700"/>
                  <a:pt x="1192631" y="52899"/>
                  <a:pt x="1192631" y="55379"/>
                </a:cubicBezTo>
                <a:lnTo>
                  <a:pt x="1192801" y="60282"/>
                </a:lnTo>
                <a:cubicBezTo>
                  <a:pt x="1192801" y="62874"/>
                  <a:pt x="1192136" y="64874"/>
                  <a:pt x="1190807" y="66283"/>
                </a:cubicBezTo>
                <a:cubicBezTo>
                  <a:pt x="1189477" y="67692"/>
                  <a:pt x="1187738" y="68397"/>
                  <a:pt x="1185588" y="68397"/>
                </a:cubicBezTo>
                <a:cubicBezTo>
                  <a:pt x="1183495" y="68397"/>
                  <a:pt x="1181783" y="67664"/>
                  <a:pt x="1180454" y="66199"/>
                </a:cubicBezTo>
                <a:cubicBezTo>
                  <a:pt x="1179124" y="64731"/>
                  <a:pt x="1178459" y="62728"/>
                  <a:pt x="1178459" y="60189"/>
                </a:cubicBezTo>
                <a:cubicBezTo>
                  <a:pt x="1178459" y="55340"/>
                  <a:pt x="1180949" y="50885"/>
                  <a:pt x="1185927" y="46824"/>
                </a:cubicBezTo>
                <a:cubicBezTo>
                  <a:pt x="1190906" y="42763"/>
                  <a:pt x="1197892" y="40733"/>
                  <a:pt x="1206888" y="40733"/>
                </a:cubicBezTo>
                <a:cubicBezTo>
                  <a:pt x="1213789" y="40733"/>
                  <a:pt x="1219447" y="41891"/>
                  <a:pt x="1223859" y="44207"/>
                </a:cubicBezTo>
                <a:cubicBezTo>
                  <a:pt x="1227197" y="45959"/>
                  <a:pt x="1229658" y="48700"/>
                  <a:pt x="1231242" y="52430"/>
                </a:cubicBezTo>
                <a:cubicBezTo>
                  <a:pt x="1232261" y="54859"/>
                  <a:pt x="1232770" y="59831"/>
                  <a:pt x="1232770" y="67347"/>
                </a:cubicBezTo>
                <a:lnTo>
                  <a:pt x="1232770" y="93706"/>
                </a:lnTo>
                <a:cubicBezTo>
                  <a:pt x="1232770" y="101109"/>
                  <a:pt x="1232911" y="105643"/>
                  <a:pt x="1233194" y="107311"/>
                </a:cubicBezTo>
                <a:cubicBezTo>
                  <a:pt x="1233477" y="108978"/>
                  <a:pt x="1233944" y="110094"/>
                  <a:pt x="1234594" y="110660"/>
                </a:cubicBezTo>
                <a:cubicBezTo>
                  <a:pt x="1235245" y="111224"/>
                  <a:pt x="1235994" y="111506"/>
                  <a:pt x="1236843" y="111506"/>
                </a:cubicBezTo>
                <a:cubicBezTo>
                  <a:pt x="1237748" y="111506"/>
                  <a:pt x="1238540" y="111308"/>
                  <a:pt x="1239219" y="110912"/>
                </a:cubicBezTo>
                <a:cubicBezTo>
                  <a:pt x="1240407" y="110176"/>
                  <a:pt x="1242698" y="108111"/>
                  <a:pt x="1246093" y="104717"/>
                </a:cubicBezTo>
                <a:lnTo>
                  <a:pt x="1246093" y="109469"/>
                </a:lnTo>
                <a:cubicBezTo>
                  <a:pt x="1239757" y="117955"/>
                  <a:pt x="1233703" y="122198"/>
                  <a:pt x="1227933" y="122198"/>
                </a:cubicBezTo>
                <a:cubicBezTo>
                  <a:pt x="1225161" y="122198"/>
                  <a:pt x="1222954" y="121236"/>
                  <a:pt x="1221314" y="119313"/>
                </a:cubicBezTo>
                <a:cubicBezTo>
                  <a:pt x="1219673" y="117389"/>
                  <a:pt x="1218824" y="114108"/>
                  <a:pt x="1218768" y="109469"/>
                </a:cubicBezTo>
                <a:moveTo>
                  <a:pt x="1218768" y="103906"/>
                </a:moveTo>
                <a:lnTo>
                  <a:pt x="1218768" y="74422"/>
                </a:lnTo>
                <a:cubicBezTo>
                  <a:pt x="1210225" y="77801"/>
                  <a:pt x="1204709" y="80194"/>
                  <a:pt x="1202220" y="81603"/>
                </a:cubicBezTo>
                <a:cubicBezTo>
                  <a:pt x="1197751" y="84082"/>
                  <a:pt x="1194555" y="86673"/>
                  <a:pt x="1192631" y="89376"/>
                </a:cubicBezTo>
                <a:cubicBezTo>
                  <a:pt x="1190708" y="92079"/>
                  <a:pt x="1189746" y="95036"/>
                  <a:pt x="1189746" y="98246"/>
                </a:cubicBezTo>
                <a:cubicBezTo>
                  <a:pt x="1189746" y="102302"/>
                  <a:pt x="1190962" y="105667"/>
                  <a:pt x="1193395" y="108342"/>
                </a:cubicBezTo>
                <a:cubicBezTo>
                  <a:pt x="1195827" y="111017"/>
                  <a:pt x="1198628" y="112354"/>
                  <a:pt x="1201796" y="112354"/>
                </a:cubicBezTo>
                <a:cubicBezTo>
                  <a:pt x="1206096" y="112354"/>
                  <a:pt x="1211753" y="109538"/>
                  <a:pt x="1218768" y="103906"/>
                </a:cubicBezTo>
                <a:close/>
                <a:moveTo>
                  <a:pt x="1274972" y="57280"/>
                </a:moveTo>
                <a:cubicBezTo>
                  <a:pt x="1280629" y="51623"/>
                  <a:pt x="1283967" y="48370"/>
                  <a:pt x="1284985" y="47521"/>
                </a:cubicBezTo>
                <a:cubicBezTo>
                  <a:pt x="1287531" y="45372"/>
                  <a:pt x="1290275" y="43703"/>
                  <a:pt x="1293216" y="42515"/>
                </a:cubicBezTo>
                <a:cubicBezTo>
                  <a:pt x="1296158" y="41327"/>
                  <a:pt x="1299072" y="40733"/>
                  <a:pt x="1301957" y="40733"/>
                </a:cubicBezTo>
                <a:cubicBezTo>
                  <a:pt x="1306822" y="40733"/>
                  <a:pt x="1311009" y="42147"/>
                  <a:pt x="1314516" y="44976"/>
                </a:cubicBezTo>
                <a:cubicBezTo>
                  <a:pt x="1318024" y="47804"/>
                  <a:pt x="1320372" y="51906"/>
                  <a:pt x="1321560" y="57280"/>
                </a:cubicBezTo>
                <a:cubicBezTo>
                  <a:pt x="1327387" y="50492"/>
                  <a:pt x="1332309" y="46036"/>
                  <a:pt x="1336325" y="43915"/>
                </a:cubicBezTo>
                <a:cubicBezTo>
                  <a:pt x="1340342" y="41793"/>
                  <a:pt x="1344472" y="40733"/>
                  <a:pt x="1348715" y="40733"/>
                </a:cubicBezTo>
                <a:cubicBezTo>
                  <a:pt x="1352845" y="40733"/>
                  <a:pt x="1356508" y="41792"/>
                  <a:pt x="1359704" y="43910"/>
                </a:cubicBezTo>
                <a:cubicBezTo>
                  <a:pt x="1362901" y="46026"/>
                  <a:pt x="1365432" y="49483"/>
                  <a:pt x="1367299" y="54281"/>
                </a:cubicBezTo>
                <a:cubicBezTo>
                  <a:pt x="1368544" y="57555"/>
                  <a:pt x="1369166" y="62692"/>
                  <a:pt x="1369166" y="69691"/>
                </a:cubicBezTo>
                <a:lnTo>
                  <a:pt x="1369166" y="103052"/>
                </a:lnTo>
                <a:cubicBezTo>
                  <a:pt x="1369166" y="107906"/>
                  <a:pt x="1369534" y="111237"/>
                  <a:pt x="1370269" y="113044"/>
                </a:cubicBezTo>
                <a:cubicBezTo>
                  <a:pt x="1370835" y="114285"/>
                  <a:pt x="1371882" y="115343"/>
                  <a:pt x="1373409" y="116218"/>
                </a:cubicBezTo>
                <a:cubicBezTo>
                  <a:pt x="1374936" y="117093"/>
                  <a:pt x="1377426" y="117531"/>
                  <a:pt x="1380877" y="117531"/>
                </a:cubicBezTo>
                <a:lnTo>
                  <a:pt x="1380877" y="120671"/>
                </a:lnTo>
                <a:lnTo>
                  <a:pt x="1342520" y="120671"/>
                </a:lnTo>
                <a:lnTo>
                  <a:pt x="1342520" y="117531"/>
                </a:lnTo>
                <a:lnTo>
                  <a:pt x="1344132" y="117531"/>
                </a:lnTo>
                <a:cubicBezTo>
                  <a:pt x="1347470" y="117531"/>
                  <a:pt x="1350073" y="116884"/>
                  <a:pt x="1351939" y="115590"/>
                </a:cubicBezTo>
                <a:cubicBezTo>
                  <a:pt x="1353241" y="114688"/>
                  <a:pt x="1354174" y="113252"/>
                  <a:pt x="1354740" y="111283"/>
                </a:cubicBezTo>
                <a:cubicBezTo>
                  <a:pt x="1354966" y="110327"/>
                  <a:pt x="1355079" y="107597"/>
                  <a:pt x="1355079" y="103094"/>
                </a:cubicBezTo>
                <a:lnTo>
                  <a:pt x="1355079" y="69829"/>
                </a:lnTo>
                <a:cubicBezTo>
                  <a:pt x="1355079" y="63525"/>
                  <a:pt x="1354316" y="59078"/>
                  <a:pt x="1352788" y="56490"/>
                </a:cubicBezTo>
                <a:cubicBezTo>
                  <a:pt x="1350582" y="52887"/>
                  <a:pt x="1347046" y="51086"/>
                  <a:pt x="1342181" y="51086"/>
                </a:cubicBezTo>
                <a:cubicBezTo>
                  <a:pt x="1339182" y="51086"/>
                  <a:pt x="1336170" y="51832"/>
                  <a:pt x="1333143" y="53324"/>
                </a:cubicBezTo>
                <a:cubicBezTo>
                  <a:pt x="1330116" y="54814"/>
                  <a:pt x="1326453" y="57586"/>
                  <a:pt x="1322154" y="61640"/>
                </a:cubicBezTo>
                <a:lnTo>
                  <a:pt x="1321984" y="62568"/>
                </a:lnTo>
                <a:lnTo>
                  <a:pt x="1322154" y="66199"/>
                </a:lnTo>
                <a:lnTo>
                  <a:pt x="1322154" y="103094"/>
                </a:lnTo>
                <a:cubicBezTo>
                  <a:pt x="1322154" y="108385"/>
                  <a:pt x="1322451" y="111678"/>
                  <a:pt x="1323045" y="112972"/>
                </a:cubicBezTo>
                <a:cubicBezTo>
                  <a:pt x="1323639" y="114266"/>
                  <a:pt x="1324756" y="115350"/>
                  <a:pt x="1326397" y="116223"/>
                </a:cubicBezTo>
                <a:cubicBezTo>
                  <a:pt x="1328037" y="117095"/>
                  <a:pt x="1330838" y="117531"/>
                  <a:pt x="1334798" y="117531"/>
                </a:cubicBezTo>
                <a:lnTo>
                  <a:pt x="1334798" y="120671"/>
                </a:lnTo>
                <a:lnTo>
                  <a:pt x="1295508" y="120671"/>
                </a:lnTo>
                <a:lnTo>
                  <a:pt x="1295508" y="117531"/>
                </a:lnTo>
                <a:cubicBezTo>
                  <a:pt x="1299807" y="117531"/>
                  <a:pt x="1302763" y="117024"/>
                  <a:pt x="1304376" y="116011"/>
                </a:cubicBezTo>
                <a:cubicBezTo>
                  <a:pt x="1305988" y="114998"/>
                  <a:pt x="1307105" y="113479"/>
                  <a:pt x="1307728" y="111453"/>
                </a:cubicBezTo>
                <a:cubicBezTo>
                  <a:pt x="1308010" y="110495"/>
                  <a:pt x="1308152" y="107708"/>
                  <a:pt x="1308152" y="103094"/>
                </a:cubicBezTo>
                <a:lnTo>
                  <a:pt x="1308152" y="69829"/>
                </a:lnTo>
                <a:cubicBezTo>
                  <a:pt x="1308152" y="63525"/>
                  <a:pt x="1307218" y="58993"/>
                  <a:pt x="1305351" y="56236"/>
                </a:cubicBezTo>
                <a:cubicBezTo>
                  <a:pt x="1302862" y="52633"/>
                  <a:pt x="1299383" y="50831"/>
                  <a:pt x="1294914" y="50831"/>
                </a:cubicBezTo>
                <a:cubicBezTo>
                  <a:pt x="1291859" y="50831"/>
                  <a:pt x="1288832" y="51647"/>
                  <a:pt x="1285834" y="53279"/>
                </a:cubicBezTo>
                <a:cubicBezTo>
                  <a:pt x="1281138" y="55756"/>
                  <a:pt x="1277517" y="58542"/>
                  <a:pt x="1274972" y="61637"/>
                </a:cubicBezTo>
                <a:lnTo>
                  <a:pt x="1274972" y="103094"/>
                </a:lnTo>
                <a:cubicBezTo>
                  <a:pt x="1274972" y="108159"/>
                  <a:pt x="1275325" y="111452"/>
                  <a:pt x="1276032" y="112972"/>
                </a:cubicBezTo>
                <a:cubicBezTo>
                  <a:pt x="1276740" y="114491"/>
                  <a:pt x="1277786" y="115630"/>
                  <a:pt x="1279172" y="116391"/>
                </a:cubicBezTo>
                <a:cubicBezTo>
                  <a:pt x="1280558" y="117151"/>
                  <a:pt x="1283373" y="117531"/>
                  <a:pt x="1287616" y="117531"/>
                </a:cubicBezTo>
                <a:lnTo>
                  <a:pt x="1287616" y="120671"/>
                </a:lnTo>
                <a:lnTo>
                  <a:pt x="1249174" y="120671"/>
                </a:lnTo>
                <a:lnTo>
                  <a:pt x="1249174" y="117531"/>
                </a:lnTo>
                <a:cubicBezTo>
                  <a:pt x="1252738" y="117531"/>
                  <a:pt x="1255228" y="117150"/>
                  <a:pt x="1256642" y="116388"/>
                </a:cubicBezTo>
                <a:cubicBezTo>
                  <a:pt x="1258056" y="115626"/>
                  <a:pt x="1259131" y="114412"/>
                  <a:pt x="1259867" y="112747"/>
                </a:cubicBezTo>
                <a:cubicBezTo>
                  <a:pt x="1260602" y="111081"/>
                  <a:pt x="1260970" y="107850"/>
                  <a:pt x="1260970" y="103052"/>
                </a:cubicBezTo>
                <a:lnTo>
                  <a:pt x="1260970" y="73417"/>
                </a:lnTo>
                <a:cubicBezTo>
                  <a:pt x="1260970" y="64892"/>
                  <a:pt x="1260715" y="59389"/>
                  <a:pt x="1260206" y="56906"/>
                </a:cubicBezTo>
                <a:cubicBezTo>
                  <a:pt x="1259810" y="55043"/>
                  <a:pt x="1259188" y="53759"/>
                  <a:pt x="1258339" y="53053"/>
                </a:cubicBezTo>
                <a:cubicBezTo>
                  <a:pt x="1257491" y="52348"/>
                  <a:pt x="1256331" y="51995"/>
                  <a:pt x="1254860" y="51995"/>
                </a:cubicBezTo>
                <a:cubicBezTo>
                  <a:pt x="1253276" y="51995"/>
                  <a:pt x="1251381" y="52419"/>
                  <a:pt x="1249174" y="53265"/>
                </a:cubicBezTo>
                <a:lnTo>
                  <a:pt x="1247901" y="50216"/>
                </a:lnTo>
                <a:lnTo>
                  <a:pt x="1271323" y="40733"/>
                </a:lnTo>
                <a:lnTo>
                  <a:pt x="1274972" y="40733"/>
                </a:lnTo>
                <a:lnTo>
                  <a:pt x="1274972" y="57280"/>
                </a:lnTo>
                <a:close/>
                <a:moveTo>
                  <a:pt x="1381500" y="50584"/>
                </a:moveTo>
                <a:lnTo>
                  <a:pt x="1405430" y="40902"/>
                </a:lnTo>
                <a:lnTo>
                  <a:pt x="1408655" y="40902"/>
                </a:lnTo>
                <a:lnTo>
                  <a:pt x="1408655" y="59062"/>
                </a:lnTo>
                <a:cubicBezTo>
                  <a:pt x="1412672" y="52217"/>
                  <a:pt x="1416703" y="47451"/>
                  <a:pt x="1420748" y="44764"/>
                </a:cubicBezTo>
                <a:cubicBezTo>
                  <a:pt x="1424793" y="42076"/>
                  <a:pt x="1429050" y="40733"/>
                  <a:pt x="1433519" y="40733"/>
                </a:cubicBezTo>
                <a:cubicBezTo>
                  <a:pt x="1441326" y="40733"/>
                  <a:pt x="1447832" y="43784"/>
                  <a:pt x="1453037" y="49887"/>
                </a:cubicBezTo>
                <a:cubicBezTo>
                  <a:pt x="1459429" y="57348"/>
                  <a:pt x="1462626" y="67068"/>
                  <a:pt x="1462626" y="79050"/>
                </a:cubicBezTo>
                <a:cubicBezTo>
                  <a:pt x="1462626" y="92443"/>
                  <a:pt x="1458779" y="103520"/>
                  <a:pt x="1451085" y="112280"/>
                </a:cubicBezTo>
                <a:cubicBezTo>
                  <a:pt x="1444749" y="119458"/>
                  <a:pt x="1436772" y="123047"/>
                  <a:pt x="1427154" y="123047"/>
                </a:cubicBezTo>
                <a:cubicBezTo>
                  <a:pt x="1422968" y="123047"/>
                  <a:pt x="1419347" y="122453"/>
                  <a:pt x="1416292" y="121265"/>
                </a:cubicBezTo>
                <a:cubicBezTo>
                  <a:pt x="1414029" y="120416"/>
                  <a:pt x="1411484" y="118719"/>
                  <a:pt x="1408655" y="116173"/>
                </a:cubicBezTo>
                <a:lnTo>
                  <a:pt x="1408655" y="139849"/>
                </a:lnTo>
                <a:cubicBezTo>
                  <a:pt x="1408655" y="145167"/>
                  <a:pt x="1408980" y="148547"/>
                  <a:pt x="1409631" y="149990"/>
                </a:cubicBezTo>
                <a:cubicBezTo>
                  <a:pt x="1410281" y="151432"/>
                  <a:pt x="1411413" y="152578"/>
                  <a:pt x="1413025" y="153427"/>
                </a:cubicBezTo>
                <a:cubicBezTo>
                  <a:pt x="1414638" y="154275"/>
                  <a:pt x="1417565" y="154699"/>
                  <a:pt x="1421808" y="154699"/>
                </a:cubicBezTo>
                <a:lnTo>
                  <a:pt x="1421808" y="157839"/>
                </a:lnTo>
                <a:lnTo>
                  <a:pt x="1381076" y="157839"/>
                </a:lnTo>
                <a:lnTo>
                  <a:pt x="1381076" y="154699"/>
                </a:lnTo>
                <a:lnTo>
                  <a:pt x="1383197" y="154699"/>
                </a:lnTo>
                <a:cubicBezTo>
                  <a:pt x="1386309" y="154756"/>
                  <a:pt x="1388968" y="154161"/>
                  <a:pt x="1391174" y="152915"/>
                </a:cubicBezTo>
                <a:cubicBezTo>
                  <a:pt x="1392249" y="152292"/>
                  <a:pt x="1393083" y="151287"/>
                  <a:pt x="1393677" y="149900"/>
                </a:cubicBezTo>
                <a:cubicBezTo>
                  <a:pt x="1394271" y="148514"/>
                  <a:pt x="1394568" y="144990"/>
                  <a:pt x="1394568" y="139329"/>
                </a:cubicBezTo>
                <a:lnTo>
                  <a:pt x="1394568" y="65785"/>
                </a:lnTo>
                <a:cubicBezTo>
                  <a:pt x="1394568" y="60746"/>
                  <a:pt x="1394342" y="57548"/>
                  <a:pt x="1393889" y="56190"/>
                </a:cubicBezTo>
                <a:cubicBezTo>
                  <a:pt x="1393437" y="54831"/>
                  <a:pt x="1392715" y="53812"/>
                  <a:pt x="1391725" y="53133"/>
                </a:cubicBezTo>
                <a:cubicBezTo>
                  <a:pt x="1390735" y="52452"/>
                  <a:pt x="1389392" y="52112"/>
                  <a:pt x="1387695" y="52112"/>
                </a:cubicBezTo>
                <a:cubicBezTo>
                  <a:pt x="1386337" y="52112"/>
                  <a:pt x="1384611" y="52508"/>
                  <a:pt x="1382518" y="53300"/>
                </a:cubicBezTo>
                <a:lnTo>
                  <a:pt x="1381500" y="50584"/>
                </a:lnTo>
                <a:moveTo>
                  <a:pt x="1408655" y="64223"/>
                </a:moveTo>
                <a:lnTo>
                  <a:pt x="1408655" y="93208"/>
                </a:lnTo>
                <a:cubicBezTo>
                  <a:pt x="1408655" y="99480"/>
                  <a:pt x="1408910" y="103605"/>
                  <a:pt x="1409419" y="105582"/>
                </a:cubicBezTo>
                <a:cubicBezTo>
                  <a:pt x="1410211" y="108859"/>
                  <a:pt x="1412148" y="111741"/>
                  <a:pt x="1415232" y="114227"/>
                </a:cubicBezTo>
                <a:cubicBezTo>
                  <a:pt x="1418315" y="116712"/>
                  <a:pt x="1422204" y="117955"/>
                  <a:pt x="1426900" y="117955"/>
                </a:cubicBezTo>
                <a:cubicBezTo>
                  <a:pt x="1432557" y="117955"/>
                  <a:pt x="1437140" y="115751"/>
                  <a:pt x="1440647" y="111344"/>
                </a:cubicBezTo>
                <a:cubicBezTo>
                  <a:pt x="1445230" y="105582"/>
                  <a:pt x="1447521" y="97475"/>
                  <a:pt x="1447521" y="87021"/>
                </a:cubicBezTo>
                <a:cubicBezTo>
                  <a:pt x="1447521" y="75157"/>
                  <a:pt x="1444918" y="66032"/>
                  <a:pt x="1439714" y="59648"/>
                </a:cubicBezTo>
                <a:cubicBezTo>
                  <a:pt x="1436093" y="55241"/>
                  <a:pt x="1431793" y="53037"/>
                  <a:pt x="1426815" y="53037"/>
                </a:cubicBezTo>
                <a:cubicBezTo>
                  <a:pt x="1424099" y="53037"/>
                  <a:pt x="1421412" y="53715"/>
                  <a:pt x="1418753" y="55071"/>
                </a:cubicBezTo>
                <a:cubicBezTo>
                  <a:pt x="1416717" y="56088"/>
                  <a:pt x="1413351" y="59138"/>
                  <a:pt x="1408655" y="64223"/>
                </a:cubicBezTo>
                <a:close/>
                <a:moveTo>
                  <a:pt x="1500728" y="0"/>
                </a:moveTo>
                <a:lnTo>
                  <a:pt x="1500728" y="103030"/>
                </a:lnTo>
                <a:cubicBezTo>
                  <a:pt x="1500728" y="107892"/>
                  <a:pt x="1501081" y="111115"/>
                  <a:pt x="1501789" y="112699"/>
                </a:cubicBezTo>
                <a:cubicBezTo>
                  <a:pt x="1502496" y="114281"/>
                  <a:pt x="1503585" y="115483"/>
                  <a:pt x="1505056" y="116303"/>
                </a:cubicBezTo>
                <a:cubicBezTo>
                  <a:pt x="1506527" y="117122"/>
                  <a:pt x="1509270" y="117531"/>
                  <a:pt x="1513287" y="117531"/>
                </a:cubicBezTo>
                <a:lnTo>
                  <a:pt x="1513287" y="120671"/>
                </a:lnTo>
                <a:lnTo>
                  <a:pt x="1475185" y="120671"/>
                </a:lnTo>
                <a:lnTo>
                  <a:pt x="1475185" y="117531"/>
                </a:lnTo>
                <a:cubicBezTo>
                  <a:pt x="1478749" y="117531"/>
                  <a:pt x="1481182" y="117164"/>
                  <a:pt x="1482483" y="116430"/>
                </a:cubicBezTo>
                <a:cubicBezTo>
                  <a:pt x="1483784" y="115695"/>
                  <a:pt x="1484802" y="114479"/>
                  <a:pt x="1485538" y="112784"/>
                </a:cubicBezTo>
                <a:cubicBezTo>
                  <a:pt x="1486273" y="111087"/>
                  <a:pt x="1486641" y="107836"/>
                  <a:pt x="1486641" y="103030"/>
                </a:cubicBezTo>
                <a:lnTo>
                  <a:pt x="1486641" y="32477"/>
                </a:lnTo>
                <a:cubicBezTo>
                  <a:pt x="1486641" y="23716"/>
                  <a:pt x="1486443" y="18331"/>
                  <a:pt x="1486047" y="16325"/>
                </a:cubicBezTo>
                <a:cubicBezTo>
                  <a:pt x="1485651" y="14317"/>
                  <a:pt x="1485015" y="12946"/>
                  <a:pt x="1484138" y="12212"/>
                </a:cubicBezTo>
                <a:cubicBezTo>
                  <a:pt x="1483261" y="11476"/>
                  <a:pt x="1482144" y="11109"/>
                  <a:pt x="1480786" y="11109"/>
                </a:cubicBezTo>
                <a:cubicBezTo>
                  <a:pt x="1479315" y="11109"/>
                  <a:pt x="1477448" y="11561"/>
                  <a:pt x="1475185" y="12466"/>
                </a:cubicBezTo>
                <a:lnTo>
                  <a:pt x="1473742" y="9496"/>
                </a:lnTo>
                <a:lnTo>
                  <a:pt x="1496909" y="0"/>
                </a:lnTo>
                <a:lnTo>
                  <a:pt x="1500728" y="0"/>
                </a:lnTo>
                <a:close/>
                <a:moveTo>
                  <a:pt x="1535380" y="72301"/>
                </a:moveTo>
                <a:cubicBezTo>
                  <a:pt x="1535323" y="83815"/>
                  <a:pt x="1538124" y="92846"/>
                  <a:pt x="1543781" y="99395"/>
                </a:cubicBezTo>
                <a:cubicBezTo>
                  <a:pt x="1549438" y="105941"/>
                  <a:pt x="1556086" y="109215"/>
                  <a:pt x="1563723" y="109215"/>
                </a:cubicBezTo>
                <a:cubicBezTo>
                  <a:pt x="1568814" y="109215"/>
                  <a:pt x="1573241" y="107814"/>
                  <a:pt x="1577003" y="105014"/>
                </a:cubicBezTo>
                <a:cubicBezTo>
                  <a:pt x="1580766" y="102214"/>
                  <a:pt x="1583920" y="97419"/>
                  <a:pt x="1586465" y="90630"/>
                </a:cubicBezTo>
                <a:lnTo>
                  <a:pt x="1589096" y="92327"/>
                </a:lnTo>
                <a:cubicBezTo>
                  <a:pt x="1587908" y="100078"/>
                  <a:pt x="1584457" y="107136"/>
                  <a:pt x="1578743" y="113500"/>
                </a:cubicBezTo>
                <a:cubicBezTo>
                  <a:pt x="1573029" y="119864"/>
                  <a:pt x="1565873" y="123047"/>
                  <a:pt x="1557274" y="123047"/>
                </a:cubicBezTo>
                <a:cubicBezTo>
                  <a:pt x="1547939" y="123047"/>
                  <a:pt x="1539948" y="119420"/>
                  <a:pt x="1533301" y="112166"/>
                </a:cubicBezTo>
                <a:cubicBezTo>
                  <a:pt x="1526653" y="104911"/>
                  <a:pt x="1523330" y="95157"/>
                  <a:pt x="1523330" y="82905"/>
                </a:cubicBezTo>
                <a:cubicBezTo>
                  <a:pt x="1523330" y="69639"/>
                  <a:pt x="1526738" y="59294"/>
                  <a:pt x="1533555" y="51871"/>
                </a:cubicBezTo>
                <a:cubicBezTo>
                  <a:pt x="1540372" y="44445"/>
                  <a:pt x="1548929" y="40733"/>
                  <a:pt x="1559225" y="40733"/>
                </a:cubicBezTo>
                <a:cubicBezTo>
                  <a:pt x="1567938" y="40733"/>
                  <a:pt x="1575094" y="43597"/>
                  <a:pt x="1580695" y="49325"/>
                </a:cubicBezTo>
                <a:cubicBezTo>
                  <a:pt x="1586296" y="55051"/>
                  <a:pt x="1589096" y="62710"/>
                  <a:pt x="1589096" y="72301"/>
                </a:cubicBezTo>
                <a:lnTo>
                  <a:pt x="1535380" y="72301"/>
                </a:lnTo>
                <a:moveTo>
                  <a:pt x="1535380" y="67379"/>
                </a:moveTo>
                <a:lnTo>
                  <a:pt x="1571360" y="67379"/>
                </a:lnTo>
                <a:cubicBezTo>
                  <a:pt x="1571077" y="62400"/>
                  <a:pt x="1570483" y="58893"/>
                  <a:pt x="1569578" y="56856"/>
                </a:cubicBezTo>
                <a:cubicBezTo>
                  <a:pt x="1568164" y="53688"/>
                  <a:pt x="1566057" y="51199"/>
                  <a:pt x="1563256" y="49388"/>
                </a:cubicBezTo>
                <a:cubicBezTo>
                  <a:pt x="1560456" y="47578"/>
                  <a:pt x="1557528" y="46673"/>
                  <a:pt x="1554473" y="46673"/>
                </a:cubicBezTo>
                <a:cubicBezTo>
                  <a:pt x="1549778" y="46673"/>
                  <a:pt x="1545577" y="48497"/>
                  <a:pt x="1541871" y="52146"/>
                </a:cubicBezTo>
                <a:cubicBezTo>
                  <a:pt x="1538166" y="55795"/>
                  <a:pt x="1536002" y="60873"/>
                  <a:pt x="1535380" y="67379"/>
                </a:cubicBezTo>
                <a:close/>
                <a:moveTo>
                  <a:pt x="1649712" y="40733"/>
                </a:moveTo>
                <a:lnTo>
                  <a:pt x="1649712" y="67039"/>
                </a:lnTo>
                <a:lnTo>
                  <a:pt x="1646912" y="67039"/>
                </a:lnTo>
                <a:cubicBezTo>
                  <a:pt x="1644762" y="58788"/>
                  <a:pt x="1642004" y="53176"/>
                  <a:pt x="1638638" y="50203"/>
                </a:cubicBezTo>
                <a:cubicBezTo>
                  <a:pt x="1635272" y="47227"/>
                  <a:pt x="1630987" y="45739"/>
                  <a:pt x="1625782" y="45739"/>
                </a:cubicBezTo>
                <a:cubicBezTo>
                  <a:pt x="1621822" y="45739"/>
                  <a:pt x="1618625" y="46785"/>
                  <a:pt x="1616193" y="48877"/>
                </a:cubicBezTo>
                <a:cubicBezTo>
                  <a:pt x="1613760" y="50966"/>
                  <a:pt x="1612544" y="53283"/>
                  <a:pt x="1612544" y="55827"/>
                </a:cubicBezTo>
                <a:cubicBezTo>
                  <a:pt x="1612544" y="58992"/>
                  <a:pt x="1613449" y="61704"/>
                  <a:pt x="1615259" y="63963"/>
                </a:cubicBezTo>
                <a:cubicBezTo>
                  <a:pt x="1617013" y="66281"/>
                  <a:pt x="1620577" y="68739"/>
                  <a:pt x="1625952" y="71338"/>
                </a:cubicBezTo>
                <a:lnTo>
                  <a:pt x="1638341" y="77358"/>
                </a:lnTo>
                <a:cubicBezTo>
                  <a:pt x="1649825" y="82951"/>
                  <a:pt x="1655568" y="90326"/>
                  <a:pt x="1655568" y="99482"/>
                </a:cubicBezTo>
                <a:cubicBezTo>
                  <a:pt x="1655568" y="106545"/>
                  <a:pt x="1652895" y="112239"/>
                  <a:pt x="1647548" y="116563"/>
                </a:cubicBezTo>
                <a:cubicBezTo>
                  <a:pt x="1642202" y="120885"/>
                  <a:pt x="1636220" y="123047"/>
                  <a:pt x="1629601" y="123047"/>
                </a:cubicBezTo>
                <a:cubicBezTo>
                  <a:pt x="1624848" y="123047"/>
                  <a:pt x="1619417" y="122198"/>
                  <a:pt x="1613307" y="120501"/>
                </a:cubicBezTo>
                <a:cubicBezTo>
                  <a:pt x="1611441" y="119935"/>
                  <a:pt x="1609913" y="119652"/>
                  <a:pt x="1608725" y="119652"/>
                </a:cubicBezTo>
                <a:cubicBezTo>
                  <a:pt x="1607424" y="119652"/>
                  <a:pt x="1606406" y="120388"/>
                  <a:pt x="1605670" y="121859"/>
                </a:cubicBezTo>
                <a:lnTo>
                  <a:pt x="1602870" y="121859"/>
                </a:lnTo>
                <a:lnTo>
                  <a:pt x="1602870" y="94025"/>
                </a:lnTo>
                <a:lnTo>
                  <a:pt x="1605670" y="94025"/>
                </a:lnTo>
                <a:cubicBezTo>
                  <a:pt x="1607254" y="101973"/>
                  <a:pt x="1610281" y="107963"/>
                  <a:pt x="1614750" y="111994"/>
                </a:cubicBezTo>
                <a:cubicBezTo>
                  <a:pt x="1619219" y="116025"/>
                  <a:pt x="1624226" y="118040"/>
                  <a:pt x="1629770" y="118040"/>
                </a:cubicBezTo>
                <a:cubicBezTo>
                  <a:pt x="1633674" y="118040"/>
                  <a:pt x="1636856" y="116896"/>
                  <a:pt x="1639317" y="114608"/>
                </a:cubicBezTo>
                <a:cubicBezTo>
                  <a:pt x="1641778" y="112319"/>
                  <a:pt x="1643008" y="109564"/>
                  <a:pt x="1643008" y="106343"/>
                </a:cubicBezTo>
                <a:cubicBezTo>
                  <a:pt x="1643008" y="102443"/>
                  <a:pt x="1641637" y="99165"/>
                  <a:pt x="1638893" y="96509"/>
                </a:cubicBezTo>
                <a:cubicBezTo>
                  <a:pt x="1636149" y="93854"/>
                  <a:pt x="1630675" y="90492"/>
                  <a:pt x="1622472" y="86424"/>
                </a:cubicBezTo>
                <a:cubicBezTo>
                  <a:pt x="1614269" y="82355"/>
                  <a:pt x="1608895" y="78681"/>
                  <a:pt x="1606349" y="75403"/>
                </a:cubicBezTo>
                <a:cubicBezTo>
                  <a:pt x="1603803" y="72182"/>
                  <a:pt x="1602530" y="68113"/>
                  <a:pt x="1602530" y="63197"/>
                </a:cubicBezTo>
                <a:cubicBezTo>
                  <a:pt x="1602530" y="56811"/>
                  <a:pt x="1604722" y="51471"/>
                  <a:pt x="1609107" y="47177"/>
                </a:cubicBezTo>
                <a:cubicBezTo>
                  <a:pt x="1613491" y="42881"/>
                  <a:pt x="1619163" y="40733"/>
                  <a:pt x="1626121" y="40733"/>
                </a:cubicBezTo>
                <a:cubicBezTo>
                  <a:pt x="1629176" y="40733"/>
                  <a:pt x="1632882" y="41383"/>
                  <a:pt x="1637238" y="42684"/>
                </a:cubicBezTo>
                <a:cubicBezTo>
                  <a:pt x="1640123" y="43533"/>
                  <a:pt x="1642047" y="43957"/>
                  <a:pt x="1643008" y="43957"/>
                </a:cubicBezTo>
                <a:cubicBezTo>
                  <a:pt x="1643914" y="43957"/>
                  <a:pt x="1644621" y="43759"/>
                  <a:pt x="1645130" y="43363"/>
                </a:cubicBezTo>
                <a:cubicBezTo>
                  <a:pt x="1645639" y="42967"/>
                  <a:pt x="1646233" y="42090"/>
                  <a:pt x="1646912" y="40733"/>
                </a:cubicBezTo>
                <a:lnTo>
                  <a:pt x="1649712" y="40733"/>
                </a:lnTo>
                <a:close/>
                <a:moveTo>
                  <a:pt x="1665615" y="3564"/>
                </a:moveTo>
                <a:lnTo>
                  <a:pt x="1665615" y="0"/>
                </a:lnTo>
                <a:cubicBezTo>
                  <a:pt x="1674214" y="4243"/>
                  <a:pt x="1681371" y="9250"/>
                  <a:pt x="1687085" y="15020"/>
                </a:cubicBezTo>
                <a:cubicBezTo>
                  <a:pt x="1695175" y="23280"/>
                  <a:pt x="1701426" y="32968"/>
                  <a:pt x="1705839" y="44085"/>
                </a:cubicBezTo>
                <a:cubicBezTo>
                  <a:pt x="1710252" y="55201"/>
                  <a:pt x="1712458" y="66785"/>
                  <a:pt x="1712458" y="78835"/>
                </a:cubicBezTo>
                <a:cubicBezTo>
                  <a:pt x="1712458" y="96372"/>
                  <a:pt x="1708144" y="112369"/>
                  <a:pt x="1699517" y="126823"/>
                </a:cubicBezTo>
                <a:cubicBezTo>
                  <a:pt x="1690889" y="141277"/>
                  <a:pt x="1679589" y="151616"/>
                  <a:pt x="1665615" y="157839"/>
                </a:cubicBezTo>
                <a:lnTo>
                  <a:pt x="1665615" y="154699"/>
                </a:lnTo>
                <a:cubicBezTo>
                  <a:pt x="1672574" y="150796"/>
                  <a:pt x="1678302" y="145520"/>
                  <a:pt x="1682799" y="138873"/>
                </a:cubicBezTo>
                <a:cubicBezTo>
                  <a:pt x="1687297" y="132226"/>
                  <a:pt x="1690635" y="123768"/>
                  <a:pt x="1692813" y="113500"/>
                </a:cubicBezTo>
                <a:cubicBezTo>
                  <a:pt x="1694991" y="103232"/>
                  <a:pt x="1696080" y="92525"/>
                  <a:pt x="1696080" y="81381"/>
                </a:cubicBezTo>
                <a:cubicBezTo>
                  <a:pt x="1696080" y="69330"/>
                  <a:pt x="1695147" y="58327"/>
                  <a:pt x="1693280" y="48370"/>
                </a:cubicBezTo>
                <a:cubicBezTo>
                  <a:pt x="1691865" y="40563"/>
                  <a:pt x="1690097" y="34312"/>
                  <a:pt x="1687976" y="29616"/>
                </a:cubicBezTo>
                <a:cubicBezTo>
                  <a:pt x="1685854" y="24920"/>
                  <a:pt x="1683040" y="20395"/>
                  <a:pt x="1679532" y="16039"/>
                </a:cubicBezTo>
                <a:cubicBezTo>
                  <a:pt x="1676025" y="11682"/>
                  <a:pt x="1671386" y="7524"/>
                  <a:pt x="1665615" y="3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86997-7895-412C-A1E6-ECE2410E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2710363"/>
            <a:ext cx="1898353" cy="267374"/>
          </a:xfrm>
          <a:custGeom xmlns:a="http://schemas.openxmlformats.org/drawingml/2006/main">
            <a:pathLst>
              <a:path w="1898353" h="267374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B368B-9304-4B0F-995F-8486B22B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2710363"/>
            <a:ext cx="1898353" cy="267374"/>
          </a:xfrm>
          <a:custGeom xmlns:a="http://schemas.openxmlformats.org/drawingml/2006/main">
            <a:pathLst>
              <a:path w="1898353" h="267374" fill="none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30" name="Text 137codes(454samples)">
            <a:extLst xmlns:a="http://schemas.openxmlformats.org/drawingml/2006/main">
              <a:ext uri="{FF2B5EF4-FFF2-40B4-BE49-F238E27FC236}">
                <a16:creationId xmlns:a16="http://schemas.microsoft.com/office/drawing/2014/main" id="{1563F63C-8A0D-41B7-BA11-1971B80D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42" y="2783538"/>
            <a:ext cx="1695825" cy="157839"/>
          </a:xfrm>
          <a:custGeom xmlns:a="http://schemas.openxmlformats.org/drawingml/2006/main">
            <a:pathLst>
              <a:path w="1695825" h="157839">
                <a:moveTo>
                  <a:pt x="0" y="16887"/>
                </a:moveTo>
                <a:lnTo>
                  <a:pt x="28004" y="3225"/>
                </a:lnTo>
                <a:lnTo>
                  <a:pt x="30804" y="3225"/>
                </a:lnTo>
                <a:lnTo>
                  <a:pt x="30804" y="100389"/>
                </a:lnTo>
                <a:cubicBezTo>
                  <a:pt x="30804" y="106839"/>
                  <a:pt x="31073" y="110855"/>
                  <a:pt x="31610" y="112439"/>
                </a:cubicBezTo>
                <a:cubicBezTo>
                  <a:pt x="32148" y="114023"/>
                  <a:pt x="33265" y="115240"/>
                  <a:pt x="34962" y="116088"/>
                </a:cubicBezTo>
                <a:cubicBezTo>
                  <a:pt x="36659" y="116937"/>
                  <a:pt x="40110" y="117418"/>
                  <a:pt x="45315" y="117531"/>
                </a:cubicBezTo>
                <a:lnTo>
                  <a:pt x="45315" y="120671"/>
                </a:lnTo>
                <a:lnTo>
                  <a:pt x="2037" y="120671"/>
                </a:lnTo>
                <a:lnTo>
                  <a:pt x="2037" y="117531"/>
                </a:lnTo>
                <a:cubicBezTo>
                  <a:pt x="7468" y="117418"/>
                  <a:pt x="10975" y="116951"/>
                  <a:pt x="12559" y="116131"/>
                </a:cubicBezTo>
                <a:cubicBezTo>
                  <a:pt x="14143" y="115310"/>
                  <a:pt x="15246" y="114207"/>
                  <a:pt x="15869" y="112821"/>
                </a:cubicBezTo>
                <a:cubicBezTo>
                  <a:pt x="16491" y="111435"/>
                  <a:pt x="16802" y="107291"/>
                  <a:pt x="16802" y="100389"/>
                </a:cubicBezTo>
                <a:lnTo>
                  <a:pt x="16802" y="38272"/>
                </a:lnTo>
                <a:cubicBezTo>
                  <a:pt x="16802" y="29899"/>
                  <a:pt x="16519" y="24524"/>
                  <a:pt x="15954" y="22148"/>
                </a:cubicBezTo>
                <a:cubicBezTo>
                  <a:pt x="15558" y="20338"/>
                  <a:pt x="14836" y="19009"/>
                  <a:pt x="13790" y="18160"/>
                </a:cubicBezTo>
                <a:cubicBezTo>
                  <a:pt x="12743" y="17311"/>
                  <a:pt x="11484" y="16887"/>
                  <a:pt x="10013" y="16887"/>
                </a:cubicBezTo>
                <a:cubicBezTo>
                  <a:pt x="7920" y="16887"/>
                  <a:pt x="5007" y="17764"/>
                  <a:pt x="1273" y="19518"/>
                </a:cubicBezTo>
                <a:lnTo>
                  <a:pt x="0" y="16887"/>
                </a:lnTo>
                <a:close/>
                <a:moveTo>
                  <a:pt x="75356" y="27410"/>
                </a:moveTo>
                <a:cubicBezTo>
                  <a:pt x="78637" y="19659"/>
                  <a:pt x="82781" y="13691"/>
                  <a:pt x="87787" y="9504"/>
                </a:cubicBezTo>
                <a:cubicBezTo>
                  <a:pt x="92794" y="5318"/>
                  <a:pt x="99031" y="3225"/>
                  <a:pt x="106499" y="3225"/>
                </a:cubicBezTo>
                <a:cubicBezTo>
                  <a:pt x="115721" y="3225"/>
                  <a:pt x="122792" y="6219"/>
                  <a:pt x="127714" y="12207"/>
                </a:cubicBezTo>
                <a:cubicBezTo>
                  <a:pt x="131448" y="16671"/>
                  <a:pt x="133315" y="21445"/>
                  <a:pt x="133315" y="26529"/>
                </a:cubicBezTo>
                <a:cubicBezTo>
                  <a:pt x="133315" y="34890"/>
                  <a:pt x="128053" y="43533"/>
                  <a:pt x="117531" y="52459"/>
                </a:cubicBezTo>
                <a:cubicBezTo>
                  <a:pt x="124602" y="55235"/>
                  <a:pt x="129949" y="59199"/>
                  <a:pt x="133569" y="64353"/>
                </a:cubicBezTo>
                <a:cubicBezTo>
                  <a:pt x="137190" y="69505"/>
                  <a:pt x="139000" y="75563"/>
                  <a:pt x="139000" y="82529"/>
                </a:cubicBezTo>
                <a:cubicBezTo>
                  <a:pt x="139000" y="92496"/>
                  <a:pt x="135832" y="101133"/>
                  <a:pt x="129496" y="108438"/>
                </a:cubicBezTo>
                <a:cubicBezTo>
                  <a:pt x="121236" y="117951"/>
                  <a:pt x="109271" y="122707"/>
                  <a:pt x="93600" y="122707"/>
                </a:cubicBezTo>
                <a:cubicBezTo>
                  <a:pt x="85850" y="122707"/>
                  <a:pt x="80574" y="121746"/>
                  <a:pt x="77774" y="119822"/>
                </a:cubicBezTo>
                <a:cubicBezTo>
                  <a:pt x="74974" y="117899"/>
                  <a:pt x="73573" y="115834"/>
                  <a:pt x="73573" y="113627"/>
                </a:cubicBezTo>
                <a:cubicBezTo>
                  <a:pt x="73573" y="111987"/>
                  <a:pt x="74238" y="110544"/>
                  <a:pt x="75568" y="109299"/>
                </a:cubicBezTo>
                <a:cubicBezTo>
                  <a:pt x="76897" y="108055"/>
                  <a:pt x="78495" y="107433"/>
                  <a:pt x="80362" y="107433"/>
                </a:cubicBezTo>
                <a:cubicBezTo>
                  <a:pt x="81777" y="107433"/>
                  <a:pt x="83219" y="107659"/>
                  <a:pt x="84690" y="108111"/>
                </a:cubicBezTo>
                <a:cubicBezTo>
                  <a:pt x="85652" y="108394"/>
                  <a:pt x="87830" y="109427"/>
                  <a:pt x="91224" y="111209"/>
                </a:cubicBezTo>
                <a:cubicBezTo>
                  <a:pt x="94619" y="112991"/>
                  <a:pt x="96966" y="114052"/>
                  <a:pt x="98268" y="114391"/>
                </a:cubicBezTo>
                <a:cubicBezTo>
                  <a:pt x="100361" y="115013"/>
                  <a:pt x="102596" y="115324"/>
                  <a:pt x="104972" y="115324"/>
                </a:cubicBezTo>
                <a:cubicBezTo>
                  <a:pt x="110742" y="115324"/>
                  <a:pt x="115763" y="113086"/>
                  <a:pt x="120034" y="108610"/>
                </a:cubicBezTo>
                <a:cubicBezTo>
                  <a:pt x="124305" y="104134"/>
                  <a:pt x="126441" y="98835"/>
                  <a:pt x="126441" y="92715"/>
                </a:cubicBezTo>
                <a:cubicBezTo>
                  <a:pt x="126441" y="88238"/>
                  <a:pt x="125451" y="83875"/>
                  <a:pt x="123471" y="79625"/>
                </a:cubicBezTo>
                <a:cubicBezTo>
                  <a:pt x="122000" y="76452"/>
                  <a:pt x="120388" y="74044"/>
                  <a:pt x="118634" y="72401"/>
                </a:cubicBezTo>
                <a:cubicBezTo>
                  <a:pt x="116201" y="70133"/>
                  <a:pt x="112864" y="68079"/>
                  <a:pt x="108621" y="66238"/>
                </a:cubicBezTo>
                <a:cubicBezTo>
                  <a:pt x="104378" y="64396"/>
                  <a:pt x="100050" y="63475"/>
                  <a:pt x="95637" y="63475"/>
                </a:cubicBezTo>
                <a:lnTo>
                  <a:pt x="92921" y="63475"/>
                </a:lnTo>
                <a:lnTo>
                  <a:pt x="92921" y="60929"/>
                </a:lnTo>
                <a:cubicBezTo>
                  <a:pt x="97391" y="60364"/>
                  <a:pt x="101874" y="58751"/>
                  <a:pt x="106372" y="56092"/>
                </a:cubicBezTo>
                <a:cubicBezTo>
                  <a:pt x="110869" y="53433"/>
                  <a:pt x="114136" y="50237"/>
                  <a:pt x="116173" y="46503"/>
                </a:cubicBezTo>
                <a:cubicBezTo>
                  <a:pt x="118210" y="42769"/>
                  <a:pt x="119228" y="38668"/>
                  <a:pt x="119228" y="34199"/>
                </a:cubicBezTo>
                <a:cubicBezTo>
                  <a:pt x="119228" y="28371"/>
                  <a:pt x="117404" y="23662"/>
                  <a:pt x="113755" y="20069"/>
                </a:cubicBezTo>
                <a:cubicBezTo>
                  <a:pt x="110106" y="16477"/>
                  <a:pt x="105566" y="14681"/>
                  <a:pt x="100135" y="14681"/>
                </a:cubicBezTo>
                <a:cubicBezTo>
                  <a:pt x="91366" y="14681"/>
                  <a:pt x="84040" y="19376"/>
                  <a:pt x="78156" y="28767"/>
                </a:cubicBezTo>
                <a:lnTo>
                  <a:pt x="75356" y="27410"/>
                </a:lnTo>
                <a:close/>
                <a:moveTo>
                  <a:pt x="170908" y="5601"/>
                </a:moveTo>
                <a:lnTo>
                  <a:pt x="232601" y="5601"/>
                </a:lnTo>
                <a:lnTo>
                  <a:pt x="232601" y="8825"/>
                </a:lnTo>
                <a:lnTo>
                  <a:pt x="194244" y="123047"/>
                </a:lnTo>
                <a:lnTo>
                  <a:pt x="184740" y="123047"/>
                </a:lnTo>
                <a:lnTo>
                  <a:pt x="219108" y="19433"/>
                </a:lnTo>
                <a:lnTo>
                  <a:pt x="187455" y="19433"/>
                </a:lnTo>
                <a:cubicBezTo>
                  <a:pt x="181063" y="19433"/>
                  <a:pt x="176508" y="20197"/>
                  <a:pt x="173793" y="21724"/>
                </a:cubicBezTo>
                <a:cubicBezTo>
                  <a:pt x="169041" y="24326"/>
                  <a:pt x="165222" y="28343"/>
                  <a:pt x="162337" y="33774"/>
                </a:cubicBezTo>
                <a:lnTo>
                  <a:pt x="159876" y="32841"/>
                </a:lnTo>
                <a:lnTo>
                  <a:pt x="170908" y="5601"/>
                </a:lnTo>
                <a:close/>
                <a:moveTo>
                  <a:pt x="355223" y="91139"/>
                </a:moveTo>
                <a:cubicBezTo>
                  <a:pt x="353130" y="101379"/>
                  <a:pt x="349028" y="109257"/>
                  <a:pt x="342918" y="114773"/>
                </a:cubicBezTo>
                <a:cubicBezTo>
                  <a:pt x="336809" y="120289"/>
                  <a:pt x="330048" y="123047"/>
                  <a:pt x="322637" y="123047"/>
                </a:cubicBezTo>
                <a:cubicBezTo>
                  <a:pt x="313812" y="123047"/>
                  <a:pt x="306118" y="119346"/>
                  <a:pt x="299555" y="111943"/>
                </a:cubicBezTo>
                <a:cubicBezTo>
                  <a:pt x="292993" y="104539"/>
                  <a:pt x="289711" y="94536"/>
                  <a:pt x="289711" y="81932"/>
                </a:cubicBezTo>
                <a:cubicBezTo>
                  <a:pt x="289711" y="69725"/>
                  <a:pt x="293346" y="59807"/>
                  <a:pt x="300616" y="52178"/>
                </a:cubicBezTo>
                <a:cubicBezTo>
                  <a:pt x="307886" y="44548"/>
                  <a:pt x="316612" y="40733"/>
                  <a:pt x="326795" y="40733"/>
                </a:cubicBezTo>
                <a:cubicBezTo>
                  <a:pt x="334432" y="40733"/>
                  <a:pt x="340712" y="42749"/>
                  <a:pt x="345634" y="46782"/>
                </a:cubicBezTo>
                <a:cubicBezTo>
                  <a:pt x="350556" y="50812"/>
                  <a:pt x="353017" y="54999"/>
                  <a:pt x="353017" y="59341"/>
                </a:cubicBezTo>
                <a:cubicBezTo>
                  <a:pt x="353017" y="61484"/>
                  <a:pt x="352324" y="63218"/>
                  <a:pt x="350938" y="64544"/>
                </a:cubicBezTo>
                <a:cubicBezTo>
                  <a:pt x="349552" y="65868"/>
                  <a:pt x="347614" y="66530"/>
                  <a:pt x="345125" y="66530"/>
                </a:cubicBezTo>
                <a:cubicBezTo>
                  <a:pt x="341787" y="66530"/>
                  <a:pt x="339269" y="65455"/>
                  <a:pt x="337572" y="63305"/>
                </a:cubicBezTo>
                <a:cubicBezTo>
                  <a:pt x="336611" y="62117"/>
                  <a:pt x="335974" y="59854"/>
                  <a:pt x="335663" y="56517"/>
                </a:cubicBezTo>
                <a:cubicBezTo>
                  <a:pt x="335352" y="53179"/>
                  <a:pt x="334206" y="50633"/>
                  <a:pt x="332226" y="48879"/>
                </a:cubicBezTo>
                <a:cubicBezTo>
                  <a:pt x="330246" y="47182"/>
                  <a:pt x="327502" y="46333"/>
                  <a:pt x="323995" y="46333"/>
                </a:cubicBezTo>
                <a:cubicBezTo>
                  <a:pt x="318337" y="46333"/>
                  <a:pt x="313783" y="48427"/>
                  <a:pt x="310332" y="52613"/>
                </a:cubicBezTo>
                <a:cubicBezTo>
                  <a:pt x="305750" y="58157"/>
                  <a:pt x="303459" y="65483"/>
                  <a:pt x="303459" y="74592"/>
                </a:cubicBezTo>
                <a:cubicBezTo>
                  <a:pt x="303459" y="83870"/>
                  <a:pt x="305736" y="92059"/>
                  <a:pt x="310290" y="99159"/>
                </a:cubicBezTo>
                <a:cubicBezTo>
                  <a:pt x="314844" y="106259"/>
                  <a:pt x="320996" y="109809"/>
                  <a:pt x="328747" y="109809"/>
                </a:cubicBezTo>
                <a:cubicBezTo>
                  <a:pt x="334291" y="109809"/>
                  <a:pt x="339269" y="107913"/>
                  <a:pt x="343682" y="104123"/>
                </a:cubicBezTo>
                <a:cubicBezTo>
                  <a:pt x="346794" y="101521"/>
                  <a:pt x="349820" y="96797"/>
                  <a:pt x="352762" y="89951"/>
                </a:cubicBezTo>
                <a:lnTo>
                  <a:pt x="355223" y="91139"/>
                </a:lnTo>
                <a:close/>
                <a:moveTo>
                  <a:pt x="404383" y="40733"/>
                </a:moveTo>
                <a:cubicBezTo>
                  <a:pt x="416151" y="40733"/>
                  <a:pt x="425598" y="45198"/>
                  <a:pt x="432727" y="54127"/>
                </a:cubicBezTo>
                <a:cubicBezTo>
                  <a:pt x="438780" y="61756"/>
                  <a:pt x="441807" y="70516"/>
                  <a:pt x="441807" y="80407"/>
                </a:cubicBezTo>
                <a:cubicBezTo>
                  <a:pt x="441807" y="87359"/>
                  <a:pt x="440138" y="94395"/>
                  <a:pt x="436800" y="101516"/>
                </a:cubicBezTo>
                <a:cubicBezTo>
                  <a:pt x="433462" y="108636"/>
                  <a:pt x="428866" y="114004"/>
                  <a:pt x="423010" y="117621"/>
                </a:cubicBezTo>
                <a:cubicBezTo>
                  <a:pt x="417155" y="121238"/>
                  <a:pt x="410635" y="123047"/>
                  <a:pt x="403450" y="123047"/>
                </a:cubicBezTo>
                <a:cubicBezTo>
                  <a:pt x="391739" y="123047"/>
                  <a:pt x="382433" y="118384"/>
                  <a:pt x="375531" y="109058"/>
                </a:cubicBezTo>
                <a:cubicBezTo>
                  <a:pt x="369704" y="101203"/>
                  <a:pt x="366791" y="92388"/>
                  <a:pt x="366791" y="82611"/>
                </a:cubicBezTo>
                <a:cubicBezTo>
                  <a:pt x="366791" y="75490"/>
                  <a:pt x="368559" y="68411"/>
                  <a:pt x="372094" y="61375"/>
                </a:cubicBezTo>
                <a:cubicBezTo>
                  <a:pt x="375630" y="54339"/>
                  <a:pt x="380283" y="49139"/>
                  <a:pt x="386054" y="45777"/>
                </a:cubicBezTo>
                <a:cubicBezTo>
                  <a:pt x="391824" y="42414"/>
                  <a:pt x="397934" y="40733"/>
                  <a:pt x="404383" y="40733"/>
                </a:cubicBezTo>
                <a:moveTo>
                  <a:pt x="401753" y="46333"/>
                </a:moveTo>
                <a:cubicBezTo>
                  <a:pt x="398754" y="46333"/>
                  <a:pt x="395742" y="47224"/>
                  <a:pt x="392715" y="49004"/>
                </a:cubicBezTo>
                <a:cubicBezTo>
                  <a:pt x="389689" y="50784"/>
                  <a:pt x="387242" y="53906"/>
                  <a:pt x="385375" y="58370"/>
                </a:cubicBezTo>
                <a:cubicBezTo>
                  <a:pt x="383508" y="62834"/>
                  <a:pt x="382575" y="68569"/>
                  <a:pt x="382575" y="75576"/>
                </a:cubicBezTo>
                <a:cubicBezTo>
                  <a:pt x="382575" y="86876"/>
                  <a:pt x="384823" y="96624"/>
                  <a:pt x="389321" y="104818"/>
                </a:cubicBezTo>
                <a:cubicBezTo>
                  <a:pt x="393818" y="113010"/>
                  <a:pt x="399744" y="117107"/>
                  <a:pt x="407099" y="117107"/>
                </a:cubicBezTo>
                <a:cubicBezTo>
                  <a:pt x="412587" y="117107"/>
                  <a:pt x="417112" y="114846"/>
                  <a:pt x="420677" y="110326"/>
                </a:cubicBezTo>
                <a:cubicBezTo>
                  <a:pt x="424241" y="105805"/>
                  <a:pt x="426023" y="98036"/>
                  <a:pt x="426023" y="87018"/>
                </a:cubicBezTo>
                <a:cubicBezTo>
                  <a:pt x="426023" y="73230"/>
                  <a:pt x="423053" y="62381"/>
                  <a:pt x="417112" y="54469"/>
                </a:cubicBezTo>
                <a:cubicBezTo>
                  <a:pt x="413096" y="49045"/>
                  <a:pt x="407976" y="46333"/>
                  <a:pt x="401753" y="46333"/>
                </a:cubicBezTo>
                <a:close/>
                <a:moveTo>
                  <a:pt x="508167" y="111930"/>
                </a:moveTo>
                <a:cubicBezTo>
                  <a:pt x="504377" y="115890"/>
                  <a:pt x="500671" y="118733"/>
                  <a:pt x="497050" y="120459"/>
                </a:cubicBezTo>
                <a:cubicBezTo>
                  <a:pt x="493430" y="122184"/>
                  <a:pt x="489526" y="123047"/>
                  <a:pt x="485340" y="123047"/>
                </a:cubicBezTo>
                <a:cubicBezTo>
                  <a:pt x="476854" y="123047"/>
                  <a:pt x="469443" y="119505"/>
                  <a:pt x="463106" y="112421"/>
                </a:cubicBezTo>
                <a:cubicBezTo>
                  <a:pt x="456770" y="105335"/>
                  <a:pt x="453602" y="96230"/>
                  <a:pt x="453602" y="85106"/>
                </a:cubicBezTo>
                <a:cubicBezTo>
                  <a:pt x="453602" y="73984"/>
                  <a:pt x="457110" y="63808"/>
                  <a:pt x="464125" y="54578"/>
                </a:cubicBezTo>
                <a:cubicBezTo>
                  <a:pt x="471140" y="45348"/>
                  <a:pt x="480163" y="40733"/>
                  <a:pt x="491195" y="40733"/>
                </a:cubicBezTo>
                <a:cubicBezTo>
                  <a:pt x="498040" y="40733"/>
                  <a:pt x="503698" y="42911"/>
                  <a:pt x="508167" y="47267"/>
                </a:cubicBezTo>
                <a:lnTo>
                  <a:pt x="508167" y="32894"/>
                </a:lnTo>
                <a:cubicBezTo>
                  <a:pt x="508167" y="23975"/>
                  <a:pt x="507955" y="18492"/>
                  <a:pt x="507531" y="16447"/>
                </a:cubicBezTo>
                <a:cubicBezTo>
                  <a:pt x="507106" y="14401"/>
                  <a:pt x="506441" y="13010"/>
                  <a:pt x="505536" y="12273"/>
                </a:cubicBezTo>
                <a:cubicBezTo>
                  <a:pt x="504631" y="11534"/>
                  <a:pt x="503500" y="11164"/>
                  <a:pt x="502142" y="11164"/>
                </a:cubicBezTo>
                <a:cubicBezTo>
                  <a:pt x="500671" y="11164"/>
                  <a:pt x="498719" y="11619"/>
                  <a:pt x="496287" y="12527"/>
                </a:cubicBezTo>
                <a:lnTo>
                  <a:pt x="495183" y="9544"/>
                </a:lnTo>
                <a:lnTo>
                  <a:pt x="518350" y="0"/>
                </a:lnTo>
                <a:lnTo>
                  <a:pt x="522169" y="0"/>
                </a:lnTo>
                <a:lnTo>
                  <a:pt x="522169" y="89867"/>
                </a:lnTo>
                <a:cubicBezTo>
                  <a:pt x="522169" y="98975"/>
                  <a:pt x="522381" y="104533"/>
                  <a:pt x="522805" y="106541"/>
                </a:cubicBezTo>
                <a:cubicBezTo>
                  <a:pt x="523230" y="108550"/>
                  <a:pt x="523908" y="109950"/>
                  <a:pt x="524842" y="110742"/>
                </a:cubicBezTo>
                <a:cubicBezTo>
                  <a:pt x="525775" y="111534"/>
                  <a:pt x="526864" y="111930"/>
                  <a:pt x="528109" y="111930"/>
                </a:cubicBezTo>
                <a:cubicBezTo>
                  <a:pt x="529637" y="111930"/>
                  <a:pt x="531673" y="111449"/>
                  <a:pt x="534219" y="110487"/>
                </a:cubicBezTo>
                <a:lnTo>
                  <a:pt x="535152" y="113458"/>
                </a:lnTo>
                <a:lnTo>
                  <a:pt x="512071" y="123047"/>
                </a:lnTo>
                <a:lnTo>
                  <a:pt x="508167" y="123047"/>
                </a:lnTo>
                <a:lnTo>
                  <a:pt x="508167" y="111930"/>
                </a:lnTo>
                <a:moveTo>
                  <a:pt x="508167" y="106008"/>
                </a:moveTo>
                <a:lnTo>
                  <a:pt x="508167" y="66055"/>
                </a:lnTo>
                <a:cubicBezTo>
                  <a:pt x="507828" y="62217"/>
                  <a:pt x="506809" y="58719"/>
                  <a:pt x="505112" y="55559"/>
                </a:cubicBezTo>
                <a:cubicBezTo>
                  <a:pt x="503415" y="52398"/>
                  <a:pt x="501166" y="50014"/>
                  <a:pt x="498366" y="48407"/>
                </a:cubicBezTo>
                <a:cubicBezTo>
                  <a:pt x="495565" y="46798"/>
                  <a:pt x="492836" y="45994"/>
                  <a:pt x="490177" y="45994"/>
                </a:cubicBezTo>
                <a:cubicBezTo>
                  <a:pt x="485198" y="45994"/>
                  <a:pt x="480757" y="48223"/>
                  <a:pt x="476854" y="52682"/>
                </a:cubicBezTo>
                <a:cubicBezTo>
                  <a:pt x="471706" y="58550"/>
                  <a:pt x="469131" y="67127"/>
                  <a:pt x="469131" y="78413"/>
                </a:cubicBezTo>
                <a:cubicBezTo>
                  <a:pt x="469131" y="89813"/>
                  <a:pt x="471621" y="98546"/>
                  <a:pt x="476599" y="104614"/>
                </a:cubicBezTo>
                <a:cubicBezTo>
                  <a:pt x="481578" y="110679"/>
                  <a:pt x="487122" y="113712"/>
                  <a:pt x="493232" y="113712"/>
                </a:cubicBezTo>
                <a:cubicBezTo>
                  <a:pt x="498380" y="113712"/>
                  <a:pt x="503358" y="111144"/>
                  <a:pt x="508167" y="106008"/>
                </a:cubicBezTo>
                <a:close/>
                <a:moveTo>
                  <a:pt x="553228" y="72301"/>
                </a:moveTo>
                <a:cubicBezTo>
                  <a:pt x="553171" y="83815"/>
                  <a:pt x="555971" y="92846"/>
                  <a:pt x="561629" y="99395"/>
                </a:cubicBezTo>
                <a:cubicBezTo>
                  <a:pt x="567286" y="105941"/>
                  <a:pt x="573933" y="109215"/>
                  <a:pt x="581571" y="109215"/>
                </a:cubicBezTo>
                <a:cubicBezTo>
                  <a:pt x="586662" y="109215"/>
                  <a:pt x="591089" y="107814"/>
                  <a:pt x="594851" y="105014"/>
                </a:cubicBezTo>
                <a:cubicBezTo>
                  <a:pt x="598613" y="102214"/>
                  <a:pt x="601767" y="97419"/>
                  <a:pt x="604313" y="90630"/>
                </a:cubicBezTo>
                <a:lnTo>
                  <a:pt x="606944" y="92327"/>
                </a:lnTo>
                <a:cubicBezTo>
                  <a:pt x="605756" y="100078"/>
                  <a:pt x="602305" y="107136"/>
                  <a:pt x="596591" y="113500"/>
                </a:cubicBezTo>
                <a:cubicBezTo>
                  <a:pt x="590877" y="119864"/>
                  <a:pt x="583721" y="123047"/>
                  <a:pt x="575121" y="123047"/>
                </a:cubicBezTo>
                <a:cubicBezTo>
                  <a:pt x="565787" y="123047"/>
                  <a:pt x="557796" y="119420"/>
                  <a:pt x="551148" y="112166"/>
                </a:cubicBezTo>
                <a:cubicBezTo>
                  <a:pt x="544501" y="104911"/>
                  <a:pt x="541177" y="95157"/>
                  <a:pt x="541177" y="82905"/>
                </a:cubicBezTo>
                <a:cubicBezTo>
                  <a:pt x="541177" y="69639"/>
                  <a:pt x="544586" y="59294"/>
                  <a:pt x="551403" y="51871"/>
                </a:cubicBezTo>
                <a:cubicBezTo>
                  <a:pt x="558220" y="44445"/>
                  <a:pt x="566777" y="40733"/>
                  <a:pt x="577073" y="40733"/>
                </a:cubicBezTo>
                <a:cubicBezTo>
                  <a:pt x="585785" y="40733"/>
                  <a:pt x="592942" y="43597"/>
                  <a:pt x="598543" y="49325"/>
                </a:cubicBezTo>
                <a:cubicBezTo>
                  <a:pt x="604143" y="55051"/>
                  <a:pt x="606944" y="62710"/>
                  <a:pt x="606944" y="72301"/>
                </a:cubicBezTo>
                <a:lnTo>
                  <a:pt x="553228" y="72301"/>
                </a:lnTo>
                <a:moveTo>
                  <a:pt x="553228" y="67379"/>
                </a:moveTo>
                <a:lnTo>
                  <a:pt x="589208" y="67379"/>
                </a:lnTo>
                <a:cubicBezTo>
                  <a:pt x="588925" y="62400"/>
                  <a:pt x="588331" y="58893"/>
                  <a:pt x="587426" y="56856"/>
                </a:cubicBezTo>
                <a:cubicBezTo>
                  <a:pt x="586012" y="53688"/>
                  <a:pt x="583904" y="51199"/>
                  <a:pt x="581104" y="49388"/>
                </a:cubicBezTo>
                <a:cubicBezTo>
                  <a:pt x="578304" y="47578"/>
                  <a:pt x="575376" y="46673"/>
                  <a:pt x="572321" y="46673"/>
                </a:cubicBezTo>
                <a:cubicBezTo>
                  <a:pt x="567625" y="46673"/>
                  <a:pt x="563425" y="48497"/>
                  <a:pt x="559719" y="52146"/>
                </a:cubicBezTo>
                <a:cubicBezTo>
                  <a:pt x="556014" y="55795"/>
                  <a:pt x="553850" y="60873"/>
                  <a:pt x="553228" y="67379"/>
                </a:cubicBezTo>
                <a:close/>
                <a:moveTo>
                  <a:pt x="667560" y="40733"/>
                </a:moveTo>
                <a:lnTo>
                  <a:pt x="667560" y="67039"/>
                </a:lnTo>
                <a:lnTo>
                  <a:pt x="664760" y="67039"/>
                </a:lnTo>
                <a:cubicBezTo>
                  <a:pt x="662610" y="58788"/>
                  <a:pt x="659852" y="53176"/>
                  <a:pt x="656486" y="50203"/>
                </a:cubicBezTo>
                <a:cubicBezTo>
                  <a:pt x="653120" y="47227"/>
                  <a:pt x="648834" y="45739"/>
                  <a:pt x="643630" y="45739"/>
                </a:cubicBezTo>
                <a:cubicBezTo>
                  <a:pt x="639670" y="45739"/>
                  <a:pt x="636473" y="46785"/>
                  <a:pt x="634041" y="48877"/>
                </a:cubicBezTo>
                <a:cubicBezTo>
                  <a:pt x="631608" y="50966"/>
                  <a:pt x="630392" y="53283"/>
                  <a:pt x="630392" y="55827"/>
                </a:cubicBezTo>
                <a:cubicBezTo>
                  <a:pt x="630392" y="58992"/>
                  <a:pt x="631297" y="61704"/>
                  <a:pt x="633107" y="63963"/>
                </a:cubicBezTo>
                <a:cubicBezTo>
                  <a:pt x="634861" y="66281"/>
                  <a:pt x="638425" y="68739"/>
                  <a:pt x="643799" y="71338"/>
                </a:cubicBezTo>
                <a:lnTo>
                  <a:pt x="656189" y="77358"/>
                </a:lnTo>
                <a:cubicBezTo>
                  <a:pt x="667673" y="82951"/>
                  <a:pt x="673416" y="90326"/>
                  <a:pt x="673416" y="99482"/>
                </a:cubicBezTo>
                <a:cubicBezTo>
                  <a:pt x="673416" y="106545"/>
                  <a:pt x="670742" y="112239"/>
                  <a:pt x="665396" y="116563"/>
                </a:cubicBezTo>
                <a:cubicBezTo>
                  <a:pt x="660050" y="120885"/>
                  <a:pt x="654067" y="123047"/>
                  <a:pt x="647448" y="123047"/>
                </a:cubicBezTo>
                <a:cubicBezTo>
                  <a:pt x="642696" y="123047"/>
                  <a:pt x="637265" y="122198"/>
                  <a:pt x="631155" y="120501"/>
                </a:cubicBezTo>
                <a:cubicBezTo>
                  <a:pt x="629288" y="119935"/>
                  <a:pt x="627761" y="119652"/>
                  <a:pt x="626573" y="119652"/>
                </a:cubicBezTo>
                <a:cubicBezTo>
                  <a:pt x="625272" y="119652"/>
                  <a:pt x="624253" y="120388"/>
                  <a:pt x="623518" y="121859"/>
                </a:cubicBezTo>
                <a:lnTo>
                  <a:pt x="620718" y="121859"/>
                </a:lnTo>
                <a:lnTo>
                  <a:pt x="620718" y="94025"/>
                </a:lnTo>
                <a:lnTo>
                  <a:pt x="623518" y="94025"/>
                </a:lnTo>
                <a:cubicBezTo>
                  <a:pt x="625102" y="101973"/>
                  <a:pt x="628129" y="107963"/>
                  <a:pt x="632598" y="111994"/>
                </a:cubicBezTo>
                <a:cubicBezTo>
                  <a:pt x="637067" y="116025"/>
                  <a:pt x="642074" y="118040"/>
                  <a:pt x="647618" y="118040"/>
                </a:cubicBezTo>
                <a:cubicBezTo>
                  <a:pt x="651522" y="118040"/>
                  <a:pt x="654704" y="116896"/>
                  <a:pt x="657165" y="114608"/>
                </a:cubicBezTo>
                <a:cubicBezTo>
                  <a:pt x="659626" y="112319"/>
                  <a:pt x="660856" y="109564"/>
                  <a:pt x="660856" y="106343"/>
                </a:cubicBezTo>
                <a:cubicBezTo>
                  <a:pt x="660856" y="102443"/>
                  <a:pt x="659484" y="99165"/>
                  <a:pt x="656741" y="96509"/>
                </a:cubicBezTo>
                <a:cubicBezTo>
                  <a:pt x="653997" y="93854"/>
                  <a:pt x="648523" y="90492"/>
                  <a:pt x="640320" y="86424"/>
                </a:cubicBezTo>
                <a:cubicBezTo>
                  <a:pt x="632117" y="82355"/>
                  <a:pt x="626743" y="78681"/>
                  <a:pt x="624197" y="75403"/>
                </a:cubicBezTo>
                <a:cubicBezTo>
                  <a:pt x="621651" y="72182"/>
                  <a:pt x="620378" y="68113"/>
                  <a:pt x="620378" y="63197"/>
                </a:cubicBezTo>
                <a:cubicBezTo>
                  <a:pt x="620378" y="56811"/>
                  <a:pt x="622570" y="51471"/>
                  <a:pt x="626955" y="47177"/>
                </a:cubicBezTo>
                <a:cubicBezTo>
                  <a:pt x="631339" y="42881"/>
                  <a:pt x="637011" y="40733"/>
                  <a:pt x="643969" y="40733"/>
                </a:cubicBezTo>
                <a:cubicBezTo>
                  <a:pt x="647024" y="40733"/>
                  <a:pt x="650730" y="41383"/>
                  <a:pt x="655086" y="42684"/>
                </a:cubicBezTo>
                <a:cubicBezTo>
                  <a:pt x="657971" y="43533"/>
                  <a:pt x="659895" y="43957"/>
                  <a:pt x="660856" y="43957"/>
                </a:cubicBezTo>
                <a:cubicBezTo>
                  <a:pt x="661761" y="43957"/>
                  <a:pt x="662469" y="43759"/>
                  <a:pt x="662978" y="43363"/>
                </a:cubicBezTo>
                <a:cubicBezTo>
                  <a:pt x="663487" y="42967"/>
                  <a:pt x="664081" y="42090"/>
                  <a:pt x="664760" y="40733"/>
                </a:cubicBezTo>
                <a:lnTo>
                  <a:pt x="667560" y="40733"/>
                </a:lnTo>
                <a:close/>
                <a:moveTo>
                  <a:pt x="776917" y="154699"/>
                </a:moveTo>
                <a:lnTo>
                  <a:pt x="776917" y="157839"/>
                </a:lnTo>
                <a:cubicBezTo>
                  <a:pt x="768374" y="153540"/>
                  <a:pt x="761246" y="148505"/>
                  <a:pt x="755532" y="142734"/>
                </a:cubicBezTo>
                <a:cubicBezTo>
                  <a:pt x="747385" y="134531"/>
                  <a:pt x="741106" y="124857"/>
                  <a:pt x="736693" y="113712"/>
                </a:cubicBezTo>
                <a:cubicBezTo>
                  <a:pt x="732280" y="102567"/>
                  <a:pt x="730074" y="90998"/>
                  <a:pt x="730074" y="79004"/>
                </a:cubicBezTo>
                <a:cubicBezTo>
                  <a:pt x="730074" y="61467"/>
                  <a:pt x="734402" y="45471"/>
                  <a:pt x="743058" y="31016"/>
                </a:cubicBezTo>
                <a:cubicBezTo>
                  <a:pt x="751713" y="16562"/>
                  <a:pt x="763000" y="6223"/>
                  <a:pt x="776917" y="0"/>
                </a:cubicBezTo>
                <a:lnTo>
                  <a:pt x="776917" y="3564"/>
                </a:lnTo>
                <a:cubicBezTo>
                  <a:pt x="769958" y="7411"/>
                  <a:pt x="764244" y="12672"/>
                  <a:pt x="759775" y="19348"/>
                </a:cubicBezTo>
                <a:cubicBezTo>
                  <a:pt x="755306" y="26024"/>
                  <a:pt x="751968" y="34481"/>
                  <a:pt x="749762" y="44721"/>
                </a:cubicBezTo>
                <a:cubicBezTo>
                  <a:pt x="747555" y="54961"/>
                  <a:pt x="746452" y="65653"/>
                  <a:pt x="746452" y="76798"/>
                </a:cubicBezTo>
                <a:cubicBezTo>
                  <a:pt x="746452" y="88905"/>
                  <a:pt x="747385" y="99908"/>
                  <a:pt x="749252" y="109809"/>
                </a:cubicBezTo>
                <a:cubicBezTo>
                  <a:pt x="750723" y="117616"/>
                  <a:pt x="752505" y="123881"/>
                  <a:pt x="754599" y="128605"/>
                </a:cubicBezTo>
                <a:cubicBezTo>
                  <a:pt x="756692" y="133329"/>
                  <a:pt x="759506" y="137869"/>
                  <a:pt x="763042" y="142225"/>
                </a:cubicBezTo>
                <a:cubicBezTo>
                  <a:pt x="766578" y="146581"/>
                  <a:pt x="771203" y="150739"/>
                  <a:pt x="776917" y="154699"/>
                </a:cubicBezTo>
                <a:close/>
                <a:moveTo>
                  <a:pt x="861690" y="78241"/>
                </a:moveTo>
                <a:lnTo>
                  <a:pt x="861690" y="90291"/>
                </a:lnTo>
                <a:lnTo>
                  <a:pt x="846246" y="90291"/>
                </a:lnTo>
                <a:lnTo>
                  <a:pt x="846246" y="120671"/>
                </a:lnTo>
                <a:lnTo>
                  <a:pt x="832244" y="120671"/>
                </a:lnTo>
                <a:lnTo>
                  <a:pt x="832244" y="90291"/>
                </a:lnTo>
                <a:lnTo>
                  <a:pt x="783534" y="90291"/>
                </a:lnTo>
                <a:lnTo>
                  <a:pt x="783534" y="79429"/>
                </a:lnTo>
                <a:lnTo>
                  <a:pt x="836911" y="3225"/>
                </a:lnTo>
                <a:lnTo>
                  <a:pt x="846246" y="3225"/>
                </a:lnTo>
                <a:lnTo>
                  <a:pt x="846246" y="78241"/>
                </a:lnTo>
                <a:lnTo>
                  <a:pt x="861690" y="78241"/>
                </a:lnTo>
                <a:moveTo>
                  <a:pt x="832244" y="78241"/>
                </a:moveTo>
                <a:lnTo>
                  <a:pt x="832244" y="21130"/>
                </a:lnTo>
                <a:lnTo>
                  <a:pt x="791851" y="78241"/>
                </a:lnTo>
                <a:lnTo>
                  <a:pt x="832244" y="78241"/>
                </a:lnTo>
                <a:close/>
                <a:moveTo>
                  <a:pt x="943156" y="5601"/>
                </a:moveTo>
                <a:lnTo>
                  <a:pt x="936537" y="20197"/>
                </a:lnTo>
                <a:lnTo>
                  <a:pt x="901914" y="20197"/>
                </a:lnTo>
                <a:lnTo>
                  <a:pt x="894361" y="35471"/>
                </a:lnTo>
                <a:cubicBezTo>
                  <a:pt x="909353" y="37678"/>
                  <a:pt x="921234" y="43250"/>
                  <a:pt x="930002" y="52189"/>
                </a:cubicBezTo>
                <a:cubicBezTo>
                  <a:pt x="937527" y="59883"/>
                  <a:pt x="941289" y="68934"/>
                  <a:pt x="941289" y="79344"/>
                </a:cubicBezTo>
                <a:cubicBezTo>
                  <a:pt x="941289" y="85397"/>
                  <a:pt x="940058" y="90998"/>
                  <a:pt x="937597" y="96146"/>
                </a:cubicBezTo>
                <a:cubicBezTo>
                  <a:pt x="935137" y="101294"/>
                  <a:pt x="932039" y="105679"/>
                  <a:pt x="928305" y="109299"/>
                </a:cubicBezTo>
                <a:cubicBezTo>
                  <a:pt x="924571" y="112920"/>
                  <a:pt x="920413" y="115834"/>
                  <a:pt x="915831" y="118040"/>
                </a:cubicBezTo>
                <a:cubicBezTo>
                  <a:pt x="909325" y="121152"/>
                  <a:pt x="902649" y="122707"/>
                  <a:pt x="895804" y="122707"/>
                </a:cubicBezTo>
                <a:cubicBezTo>
                  <a:pt x="888902" y="122707"/>
                  <a:pt x="883881" y="121533"/>
                  <a:pt x="880741" y="119186"/>
                </a:cubicBezTo>
                <a:cubicBezTo>
                  <a:pt x="877602" y="116838"/>
                  <a:pt x="876032" y="114250"/>
                  <a:pt x="876032" y="111421"/>
                </a:cubicBezTo>
                <a:cubicBezTo>
                  <a:pt x="876032" y="109837"/>
                  <a:pt x="876682" y="108437"/>
                  <a:pt x="877983" y="107220"/>
                </a:cubicBezTo>
                <a:cubicBezTo>
                  <a:pt x="879285" y="106004"/>
                  <a:pt x="880925" y="105396"/>
                  <a:pt x="882905" y="105396"/>
                </a:cubicBezTo>
                <a:cubicBezTo>
                  <a:pt x="884376" y="105396"/>
                  <a:pt x="885663" y="105622"/>
                  <a:pt x="886766" y="106075"/>
                </a:cubicBezTo>
                <a:cubicBezTo>
                  <a:pt x="887870" y="106527"/>
                  <a:pt x="889751" y="107687"/>
                  <a:pt x="892410" y="109554"/>
                </a:cubicBezTo>
                <a:cubicBezTo>
                  <a:pt x="896653" y="112496"/>
                  <a:pt x="900952" y="113967"/>
                  <a:pt x="905308" y="113967"/>
                </a:cubicBezTo>
                <a:cubicBezTo>
                  <a:pt x="911927" y="113967"/>
                  <a:pt x="917740" y="111463"/>
                  <a:pt x="922747" y="106457"/>
                </a:cubicBezTo>
                <a:cubicBezTo>
                  <a:pt x="927754" y="101450"/>
                  <a:pt x="930257" y="95354"/>
                  <a:pt x="930257" y="88169"/>
                </a:cubicBezTo>
                <a:cubicBezTo>
                  <a:pt x="930257" y="81211"/>
                  <a:pt x="928022" y="74719"/>
                  <a:pt x="923553" y="68694"/>
                </a:cubicBezTo>
                <a:cubicBezTo>
                  <a:pt x="919084" y="62669"/>
                  <a:pt x="912917" y="58016"/>
                  <a:pt x="905054" y="54735"/>
                </a:cubicBezTo>
                <a:cubicBezTo>
                  <a:pt x="898887" y="52189"/>
                  <a:pt x="890486" y="50718"/>
                  <a:pt x="879850" y="50322"/>
                </a:cubicBezTo>
                <a:lnTo>
                  <a:pt x="901914" y="5601"/>
                </a:lnTo>
                <a:lnTo>
                  <a:pt x="943156" y="5601"/>
                </a:lnTo>
                <a:close/>
                <a:moveTo>
                  <a:pt x="1035483" y="78241"/>
                </a:moveTo>
                <a:lnTo>
                  <a:pt x="1035483" y="90291"/>
                </a:lnTo>
                <a:lnTo>
                  <a:pt x="1020039" y="90291"/>
                </a:lnTo>
                <a:lnTo>
                  <a:pt x="1020039" y="120671"/>
                </a:lnTo>
                <a:lnTo>
                  <a:pt x="1006037" y="120671"/>
                </a:lnTo>
                <a:lnTo>
                  <a:pt x="1006037" y="90291"/>
                </a:lnTo>
                <a:lnTo>
                  <a:pt x="957327" y="90291"/>
                </a:lnTo>
                <a:lnTo>
                  <a:pt x="957327" y="79429"/>
                </a:lnTo>
                <a:lnTo>
                  <a:pt x="1010704" y="3225"/>
                </a:lnTo>
                <a:lnTo>
                  <a:pt x="1020039" y="3225"/>
                </a:lnTo>
                <a:lnTo>
                  <a:pt x="1020039" y="78241"/>
                </a:lnTo>
                <a:lnTo>
                  <a:pt x="1035483" y="78241"/>
                </a:lnTo>
                <a:moveTo>
                  <a:pt x="1006037" y="78241"/>
                </a:moveTo>
                <a:lnTo>
                  <a:pt x="1006037" y="21130"/>
                </a:lnTo>
                <a:lnTo>
                  <a:pt x="965644" y="78241"/>
                </a:lnTo>
                <a:lnTo>
                  <a:pt x="1006037" y="78241"/>
                </a:lnTo>
                <a:close/>
                <a:moveTo>
                  <a:pt x="1140725" y="40733"/>
                </a:moveTo>
                <a:lnTo>
                  <a:pt x="1140725" y="67039"/>
                </a:lnTo>
                <a:lnTo>
                  <a:pt x="1137924" y="67039"/>
                </a:lnTo>
                <a:cubicBezTo>
                  <a:pt x="1135775" y="58788"/>
                  <a:pt x="1133017" y="53176"/>
                  <a:pt x="1129651" y="50203"/>
                </a:cubicBezTo>
                <a:cubicBezTo>
                  <a:pt x="1126284" y="47227"/>
                  <a:pt x="1121999" y="45739"/>
                  <a:pt x="1116794" y="45739"/>
                </a:cubicBezTo>
                <a:cubicBezTo>
                  <a:pt x="1112834" y="45739"/>
                  <a:pt x="1109638" y="46785"/>
                  <a:pt x="1107205" y="48877"/>
                </a:cubicBezTo>
                <a:cubicBezTo>
                  <a:pt x="1104772" y="50966"/>
                  <a:pt x="1103556" y="53283"/>
                  <a:pt x="1103556" y="55827"/>
                </a:cubicBezTo>
                <a:cubicBezTo>
                  <a:pt x="1103556" y="58992"/>
                  <a:pt x="1104461" y="61704"/>
                  <a:pt x="1106272" y="63963"/>
                </a:cubicBezTo>
                <a:cubicBezTo>
                  <a:pt x="1108025" y="66281"/>
                  <a:pt x="1111590" y="68739"/>
                  <a:pt x="1116964" y="71338"/>
                </a:cubicBezTo>
                <a:lnTo>
                  <a:pt x="1129354" y="77358"/>
                </a:lnTo>
                <a:cubicBezTo>
                  <a:pt x="1140838" y="82951"/>
                  <a:pt x="1146580" y="90326"/>
                  <a:pt x="1146580" y="99482"/>
                </a:cubicBezTo>
                <a:cubicBezTo>
                  <a:pt x="1146580" y="106545"/>
                  <a:pt x="1143907" y="112239"/>
                  <a:pt x="1138561" y="116563"/>
                </a:cubicBezTo>
                <a:cubicBezTo>
                  <a:pt x="1133215" y="120885"/>
                  <a:pt x="1127232" y="123047"/>
                  <a:pt x="1120613" y="123047"/>
                </a:cubicBezTo>
                <a:cubicBezTo>
                  <a:pt x="1115861" y="123047"/>
                  <a:pt x="1110430" y="122198"/>
                  <a:pt x="1104320" y="120501"/>
                </a:cubicBezTo>
                <a:cubicBezTo>
                  <a:pt x="1102453" y="119935"/>
                  <a:pt x="1100925" y="119652"/>
                  <a:pt x="1099737" y="119652"/>
                </a:cubicBezTo>
                <a:cubicBezTo>
                  <a:pt x="1098436" y="119652"/>
                  <a:pt x="1097418" y="120388"/>
                  <a:pt x="1096682" y="121859"/>
                </a:cubicBezTo>
                <a:lnTo>
                  <a:pt x="1093882" y="121859"/>
                </a:lnTo>
                <a:lnTo>
                  <a:pt x="1093882" y="94025"/>
                </a:lnTo>
                <a:lnTo>
                  <a:pt x="1096682" y="94025"/>
                </a:lnTo>
                <a:cubicBezTo>
                  <a:pt x="1098267" y="101973"/>
                  <a:pt x="1101293" y="107963"/>
                  <a:pt x="1105762" y="111994"/>
                </a:cubicBezTo>
                <a:cubicBezTo>
                  <a:pt x="1110232" y="116025"/>
                  <a:pt x="1115238" y="118040"/>
                  <a:pt x="1120783" y="118040"/>
                </a:cubicBezTo>
                <a:cubicBezTo>
                  <a:pt x="1124686" y="118040"/>
                  <a:pt x="1127868" y="116896"/>
                  <a:pt x="1130329" y="114608"/>
                </a:cubicBezTo>
                <a:cubicBezTo>
                  <a:pt x="1132790" y="112319"/>
                  <a:pt x="1134021" y="109564"/>
                  <a:pt x="1134021" y="106343"/>
                </a:cubicBezTo>
                <a:cubicBezTo>
                  <a:pt x="1134021" y="102443"/>
                  <a:pt x="1132649" y="99165"/>
                  <a:pt x="1129905" y="96509"/>
                </a:cubicBezTo>
                <a:cubicBezTo>
                  <a:pt x="1127161" y="93854"/>
                  <a:pt x="1121688" y="90492"/>
                  <a:pt x="1113485" y="86424"/>
                </a:cubicBezTo>
                <a:cubicBezTo>
                  <a:pt x="1105282" y="82355"/>
                  <a:pt x="1099907" y="78681"/>
                  <a:pt x="1097361" y="75403"/>
                </a:cubicBezTo>
                <a:cubicBezTo>
                  <a:pt x="1094816" y="72182"/>
                  <a:pt x="1093543" y="68113"/>
                  <a:pt x="1093543" y="63197"/>
                </a:cubicBezTo>
                <a:cubicBezTo>
                  <a:pt x="1093543" y="56811"/>
                  <a:pt x="1095735" y="51471"/>
                  <a:pt x="1100119" y="47177"/>
                </a:cubicBezTo>
                <a:cubicBezTo>
                  <a:pt x="1104504" y="42881"/>
                  <a:pt x="1110175" y="40733"/>
                  <a:pt x="1117134" y="40733"/>
                </a:cubicBezTo>
                <a:cubicBezTo>
                  <a:pt x="1120189" y="40733"/>
                  <a:pt x="1123894" y="41383"/>
                  <a:pt x="1128250" y="42684"/>
                </a:cubicBezTo>
                <a:cubicBezTo>
                  <a:pt x="1131136" y="43533"/>
                  <a:pt x="1133059" y="43957"/>
                  <a:pt x="1134021" y="43957"/>
                </a:cubicBezTo>
                <a:cubicBezTo>
                  <a:pt x="1134926" y="43957"/>
                  <a:pt x="1135633" y="43759"/>
                  <a:pt x="1136142" y="43363"/>
                </a:cubicBezTo>
                <a:cubicBezTo>
                  <a:pt x="1136651" y="42967"/>
                  <a:pt x="1137245" y="42090"/>
                  <a:pt x="1137924" y="40733"/>
                </a:cubicBezTo>
                <a:lnTo>
                  <a:pt x="1140725" y="40733"/>
                </a:lnTo>
                <a:close/>
                <a:moveTo>
                  <a:pt x="1202135" y="109469"/>
                </a:moveTo>
                <a:cubicBezTo>
                  <a:pt x="1194159" y="115636"/>
                  <a:pt x="1189152" y="119200"/>
                  <a:pt x="1187115" y="120161"/>
                </a:cubicBezTo>
                <a:cubicBezTo>
                  <a:pt x="1184060" y="121632"/>
                  <a:pt x="1180807" y="122368"/>
                  <a:pt x="1177356" y="122368"/>
                </a:cubicBezTo>
                <a:cubicBezTo>
                  <a:pt x="1171982" y="122368"/>
                  <a:pt x="1167555" y="120529"/>
                  <a:pt x="1164076" y="116852"/>
                </a:cubicBezTo>
                <a:cubicBezTo>
                  <a:pt x="1160597" y="113175"/>
                  <a:pt x="1158857" y="108338"/>
                  <a:pt x="1158857" y="102341"/>
                </a:cubicBezTo>
                <a:cubicBezTo>
                  <a:pt x="1158857" y="98551"/>
                  <a:pt x="1159705" y="95269"/>
                  <a:pt x="1161403" y="92497"/>
                </a:cubicBezTo>
                <a:cubicBezTo>
                  <a:pt x="1163722" y="88650"/>
                  <a:pt x="1167753" y="85030"/>
                  <a:pt x="1173495" y="81635"/>
                </a:cubicBezTo>
                <a:cubicBezTo>
                  <a:pt x="1179237" y="78241"/>
                  <a:pt x="1188784" y="74111"/>
                  <a:pt x="1202135" y="69246"/>
                </a:cubicBezTo>
                <a:lnTo>
                  <a:pt x="1202135" y="66191"/>
                </a:lnTo>
                <a:cubicBezTo>
                  <a:pt x="1202135" y="58440"/>
                  <a:pt x="1200905" y="53122"/>
                  <a:pt x="1198444" y="50237"/>
                </a:cubicBezTo>
                <a:cubicBezTo>
                  <a:pt x="1195983" y="47352"/>
                  <a:pt x="1192405" y="45909"/>
                  <a:pt x="1187709" y="45909"/>
                </a:cubicBezTo>
                <a:cubicBezTo>
                  <a:pt x="1184145" y="45909"/>
                  <a:pt x="1181316" y="46867"/>
                  <a:pt x="1179223" y="48784"/>
                </a:cubicBezTo>
                <a:cubicBezTo>
                  <a:pt x="1177073" y="50700"/>
                  <a:pt x="1175999" y="52899"/>
                  <a:pt x="1175999" y="55379"/>
                </a:cubicBezTo>
                <a:lnTo>
                  <a:pt x="1176168" y="60282"/>
                </a:lnTo>
                <a:cubicBezTo>
                  <a:pt x="1176168" y="62874"/>
                  <a:pt x="1175504" y="64874"/>
                  <a:pt x="1174174" y="66283"/>
                </a:cubicBezTo>
                <a:cubicBezTo>
                  <a:pt x="1172845" y="67692"/>
                  <a:pt x="1171105" y="68397"/>
                  <a:pt x="1168955" y="68397"/>
                </a:cubicBezTo>
                <a:cubicBezTo>
                  <a:pt x="1166862" y="68397"/>
                  <a:pt x="1165151" y="67664"/>
                  <a:pt x="1163821" y="66199"/>
                </a:cubicBezTo>
                <a:cubicBezTo>
                  <a:pt x="1162492" y="64731"/>
                  <a:pt x="1161827" y="62728"/>
                  <a:pt x="1161827" y="60189"/>
                </a:cubicBezTo>
                <a:cubicBezTo>
                  <a:pt x="1161827" y="55340"/>
                  <a:pt x="1164316" y="50885"/>
                  <a:pt x="1169295" y="46824"/>
                </a:cubicBezTo>
                <a:cubicBezTo>
                  <a:pt x="1174273" y="42763"/>
                  <a:pt x="1181260" y="40733"/>
                  <a:pt x="1190255" y="40733"/>
                </a:cubicBezTo>
                <a:cubicBezTo>
                  <a:pt x="1197157" y="40733"/>
                  <a:pt x="1202814" y="41891"/>
                  <a:pt x="1207227" y="44207"/>
                </a:cubicBezTo>
                <a:cubicBezTo>
                  <a:pt x="1210565" y="45959"/>
                  <a:pt x="1213026" y="48700"/>
                  <a:pt x="1214610" y="52430"/>
                </a:cubicBezTo>
                <a:cubicBezTo>
                  <a:pt x="1215628" y="54859"/>
                  <a:pt x="1216137" y="59831"/>
                  <a:pt x="1216137" y="67347"/>
                </a:cubicBezTo>
                <a:lnTo>
                  <a:pt x="1216137" y="93706"/>
                </a:lnTo>
                <a:cubicBezTo>
                  <a:pt x="1216137" y="101109"/>
                  <a:pt x="1216279" y="105643"/>
                  <a:pt x="1216562" y="107311"/>
                </a:cubicBezTo>
                <a:cubicBezTo>
                  <a:pt x="1216844" y="108978"/>
                  <a:pt x="1217311" y="110094"/>
                  <a:pt x="1217962" y="110660"/>
                </a:cubicBezTo>
                <a:cubicBezTo>
                  <a:pt x="1218612" y="111224"/>
                  <a:pt x="1219362" y="111506"/>
                  <a:pt x="1220211" y="111506"/>
                </a:cubicBezTo>
                <a:cubicBezTo>
                  <a:pt x="1221116" y="111506"/>
                  <a:pt x="1221908" y="111308"/>
                  <a:pt x="1222587" y="110912"/>
                </a:cubicBezTo>
                <a:cubicBezTo>
                  <a:pt x="1223775" y="110176"/>
                  <a:pt x="1226066" y="108111"/>
                  <a:pt x="1229460" y="104717"/>
                </a:cubicBezTo>
                <a:lnTo>
                  <a:pt x="1229460" y="109469"/>
                </a:lnTo>
                <a:cubicBezTo>
                  <a:pt x="1223124" y="117955"/>
                  <a:pt x="1217071" y="122198"/>
                  <a:pt x="1211300" y="122198"/>
                </a:cubicBezTo>
                <a:cubicBezTo>
                  <a:pt x="1208528" y="122198"/>
                  <a:pt x="1206322" y="121236"/>
                  <a:pt x="1204681" y="119313"/>
                </a:cubicBezTo>
                <a:cubicBezTo>
                  <a:pt x="1203041" y="117389"/>
                  <a:pt x="1202192" y="114108"/>
                  <a:pt x="1202135" y="109469"/>
                </a:cubicBezTo>
                <a:moveTo>
                  <a:pt x="1202135" y="103906"/>
                </a:moveTo>
                <a:lnTo>
                  <a:pt x="1202135" y="74422"/>
                </a:lnTo>
                <a:cubicBezTo>
                  <a:pt x="1193593" y="77801"/>
                  <a:pt x="1188077" y="80194"/>
                  <a:pt x="1185588" y="81603"/>
                </a:cubicBezTo>
                <a:cubicBezTo>
                  <a:pt x="1181118" y="84082"/>
                  <a:pt x="1177922" y="86673"/>
                  <a:pt x="1175999" y="89376"/>
                </a:cubicBezTo>
                <a:cubicBezTo>
                  <a:pt x="1174075" y="92079"/>
                  <a:pt x="1173113" y="95036"/>
                  <a:pt x="1173113" y="98246"/>
                </a:cubicBezTo>
                <a:cubicBezTo>
                  <a:pt x="1173113" y="102302"/>
                  <a:pt x="1174330" y="105667"/>
                  <a:pt x="1176762" y="108342"/>
                </a:cubicBezTo>
                <a:cubicBezTo>
                  <a:pt x="1179195" y="111017"/>
                  <a:pt x="1181995" y="112354"/>
                  <a:pt x="1185163" y="112354"/>
                </a:cubicBezTo>
                <a:cubicBezTo>
                  <a:pt x="1189463" y="112354"/>
                  <a:pt x="1195120" y="109538"/>
                  <a:pt x="1202135" y="103906"/>
                </a:cubicBezTo>
                <a:close/>
                <a:moveTo>
                  <a:pt x="1258339" y="57280"/>
                </a:moveTo>
                <a:cubicBezTo>
                  <a:pt x="1263996" y="51623"/>
                  <a:pt x="1267334" y="48370"/>
                  <a:pt x="1268353" y="47521"/>
                </a:cubicBezTo>
                <a:cubicBezTo>
                  <a:pt x="1270898" y="45372"/>
                  <a:pt x="1273642" y="43703"/>
                  <a:pt x="1276584" y="42515"/>
                </a:cubicBezTo>
                <a:cubicBezTo>
                  <a:pt x="1279526" y="41327"/>
                  <a:pt x="1282439" y="40733"/>
                  <a:pt x="1285325" y="40733"/>
                </a:cubicBezTo>
                <a:cubicBezTo>
                  <a:pt x="1290190" y="40733"/>
                  <a:pt x="1294376" y="42147"/>
                  <a:pt x="1297884" y="44976"/>
                </a:cubicBezTo>
                <a:cubicBezTo>
                  <a:pt x="1301391" y="47804"/>
                  <a:pt x="1303739" y="51906"/>
                  <a:pt x="1304927" y="57280"/>
                </a:cubicBezTo>
                <a:cubicBezTo>
                  <a:pt x="1310754" y="50492"/>
                  <a:pt x="1315676" y="46036"/>
                  <a:pt x="1319693" y="43915"/>
                </a:cubicBezTo>
                <a:cubicBezTo>
                  <a:pt x="1323709" y="41793"/>
                  <a:pt x="1327839" y="40733"/>
                  <a:pt x="1332082" y="40733"/>
                </a:cubicBezTo>
                <a:cubicBezTo>
                  <a:pt x="1336212" y="40733"/>
                  <a:pt x="1339875" y="41792"/>
                  <a:pt x="1343072" y="43910"/>
                </a:cubicBezTo>
                <a:cubicBezTo>
                  <a:pt x="1346268" y="46026"/>
                  <a:pt x="1348800" y="49483"/>
                  <a:pt x="1350667" y="54281"/>
                </a:cubicBezTo>
                <a:cubicBezTo>
                  <a:pt x="1351911" y="57555"/>
                  <a:pt x="1352534" y="62692"/>
                  <a:pt x="1352534" y="69691"/>
                </a:cubicBezTo>
                <a:lnTo>
                  <a:pt x="1352534" y="103052"/>
                </a:lnTo>
                <a:cubicBezTo>
                  <a:pt x="1352534" y="107906"/>
                  <a:pt x="1352901" y="111237"/>
                  <a:pt x="1353637" y="113044"/>
                </a:cubicBezTo>
                <a:cubicBezTo>
                  <a:pt x="1354202" y="114285"/>
                  <a:pt x="1355249" y="115343"/>
                  <a:pt x="1356776" y="116218"/>
                </a:cubicBezTo>
                <a:cubicBezTo>
                  <a:pt x="1358304" y="117093"/>
                  <a:pt x="1360793" y="117531"/>
                  <a:pt x="1364244" y="117531"/>
                </a:cubicBezTo>
                <a:lnTo>
                  <a:pt x="1364244" y="120671"/>
                </a:lnTo>
                <a:lnTo>
                  <a:pt x="1325888" y="120671"/>
                </a:lnTo>
                <a:lnTo>
                  <a:pt x="1325888" y="117531"/>
                </a:lnTo>
                <a:lnTo>
                  <a:pt x="1327500" y="117531"/>
                </a:lnTo>
                <a:cubicBezTo>
                  <a:pt x="1330838" y="117531"/>
                  <a:pt x="1333440" y="116884"/>
                  <a:pt x="1335307" y="115590"/>
                </a:cubicBezTo>
                <a:cubicBezTo>
                  <a:pt x="1336608" y="114688"/>
                  <a:pt x="1337542" y="113252"/>
                  <a:pt x="1338107" y="111283"/>
                </a:cubicBezTo>
                <a:cubicBezTo>
                  <a:pt x="1338334" y="110327"/>
                  <a:pt x="1338447" y="107597"/>
                  <a:pt x="1338447" y="103094"/>
                </a:cubicBezTo>
                <a:lnTo>
                  <a:pt x="1338447" y="69829"/>
                </a:lnTo>
                <a:cubicBezTo>
                  <a:pt x="1338447" y="63525"/>
                  <a:pt x="1337683" y="59078"/>
                  <a:pt x="1336156" y="56490"/>
                </a:cubicBezTo>
                <a:cubicBezTo>
                  <a:pt x="1333949" y="52887"/>
                  <a:pt x="1330413" y="51086"/>
                  <a:pt x="1325548" y="51086"/>
                </a:cubicBezTo>
                <a:cubicBezTo>
                  <a:pt x="1322550" y="51086"/>
                  <a:pt x="1319537" y="51832"/>
                  <a:pt x="1316511" y="53324"/>
                </a:cubicBezTo>
                <a:cubicBezTo>
                  <a:pt x="1313484" y="54814"/>
                  <a:pt x="1309821" y="57586"/>
                  <a:pt x="1305521" y="61640"/>
                </a:cubicBezTo>
                <a:lnTo>
                  <a:pt x="1305351" y="62568"/>
                </a:lnTo>
                <a:lnTo>
                  <a:pt x="1305521" y="66199"/>
                </a:lnTo>
                <a:lnTo>
                  <a:pt x="1305521" y="103094"/>
                </a:lnTo>
                <a:cubicBezTo>
                  <a:pt x="1305521" y="108385"/>
                  <a:pt x="1305818" y="111678"/>
                  <a:pt x="1306412" y="112972"/>
                </a:cubicBezTo>
                <a:cubicBezTo>
                  <a:pt x="1307006" y="114266"/>
                  <a:pt x="1308124" y="115350"/>
                  <a:pt x="1309764" y="116223"/>
                </a:cubicBezTo>
                <a:cubicBezTo>
                  <a:pt x="1311405" y="117095"/>
                  <a:pt x="1314205" y="117531"/>
                  <a:pt x="1318165" y="117531"/>
                </a:cubicBezTo>
                <a:lnTo>
                  <a:pt x="1318165" y="120671"/>
                </a:lnTo>
                <a:lnTo>
                  <a:pt x="1278875" y="120671"/>
                </a:lnTo>
                <a:lnTo>
                  <a:pt x="1278875" y="117531"/>
                </a:lnTo>
                <a:cubicBezTo>
                  <a:pt x="1283175" y="117531"/>
                  <a:pt x="1286131" y="117024"/>
                  <a:pt x="1287743" y="116011"/>
                </a:cubicBezTo>
                <a:cubicBezTo>
                  <a:pt x="1289355" y="114998"/>
                  <a:pt x="1290473" y="113479"/>
                  <a:pt x="1291095" y="111453"/>
                </a:cubicBezTo>
                <a:cubicBezTo>
                  <a:pt x="1291378" y="110495"/>
                  <a:pt x="1291519" y="107708"/>
                  <a:pt x="1291519" y="103094"/>
                </a:cubicBezTo>
                <a:lnTo>
                  <a:pt x="1291519" y="69829"/>
                </a:lnTo>
                <a:cubicBezTo>
                  <a:pt x="1291519" y="63525"/>
                  <a:pt x="1290586" y="58993"/>
                  <a:pt x="1288719" y="56236"/>
                </a:cubicBezTo>
                <a:cubicBezTo>
                  <a:pt x="1286230" y="52633"/>
                  <a:pt x="1282750" y="50831"/>
                  <a:pt x="1278281" y="50831"/>
                </a:cubicBezTo>
                <a:cubicBezTo>
                  <a:pt x="1275226" y="50831"/>
                  <a:pt x="1272200" y="51647"/>
                  <a:pt x="1269201" y="53279"/>
                </a:cubicBezTo>
                <a:cubicBezTo>
                  <a:pt x="1264506" y="55756"/>
                  <a:pt x="1260885" y="58542"/>
                  <a:pt x="1258339" y="61637"/>
                </a:cubicBezTo>
                <a:lnTo>
                  <a:pt x="1258339" y="103094"/>
                </a:lnTo>
                <a:cubicBezTo>
                  <a:pt x="1258339" y="108159"/>
                  <a:pt x="1258693" y="111452"/>
                  <a:pt x="1259400" y="112972"/>
                </a:cubicBezTo>
                <a:cubicBezTo>
                  <a:pt x="1260107" y="114491"/>
                  <a:pt x="1261154" y="115630"/>
                  <a:pt x="1262540" y="116391"/>
                </a:cubicBezTo>
                <a:cubicBezTo>
                  <a:pt x="1263926" y="117151"/>
                  <a:pt x="1266740" y="117531"/>
                  <a:pt x="1270983" y="117531"/>
                </a:cubicBezTo>
                <a:lnTo>
                  <a:pt x="1270983" y="120671"/>
                </a:lnTo>
                <a:lnTo>
                  <a:pt x="1232542" y="120671"/>
                </a:lnTo>
                <a:lnTo>
                  <a:pt x="1232542" y="117531"/>
                </a:lnTo>
                <a:cubicBezTo>
                  <a:pt x="1236106" y="117531"/>
                  <a:pt x="1238595" y="117150"/>
                  <a:pt x="1240009" y="116388"/>
                </a:cubicBezTo>
                <a:cubicBezTo>
                  <a:pt x="1241424" y="115626"/>
                  <a:pt x="1242499" y="114412"/>
                  <a:pt x="1243234" y="112747"/>
                </a:cubicBezTo>
                <a:cubicBezTo>
                  <a:pt x="1243970" y="111081"/>
                  <a:pt x="1244337" y="107850"/>
                  <a:pt x="1244337" y="103052"/>
                </a:cubicBezTo>
                <a:lnTo>
                  <a:pt x="1244337" y="73417"/>
                </a:lnTo>
                <a:cubicBezTo>
                  <a:pt x="1244337" y="64892"/>
                  <a:pt x="1244083" y="59389"/>
                  <a:pt x="1243574" y="56906"/>
                </a:cubicBezTo>
                <a:cubicBezTo>
                  <a:pt x="1243177" y="55043"/>
                  <a:pt x="1242555" y="53759"/>
                  <a:pt x="1241707" y="53053"/>
                </a:cubicBezTo>
                <a:cubicBezTo>
                  <a:pt x="1240858" y="52348"/>
                  <a:pt x="1239698" y="51995"/>
                  <a:pt x="1238227" y="51995"/>
                </a:cubicBezTo>
                <a:cubicBezTo>
                  <a:pt x="1236643" y="51995"/>
                  <a:pt x="1234748" y="52419"/>
                  <a:pt x="1232542" y="53265"/>
                </a:cubicBezTo>
                <a:lnTo>
                  <a:pt x="1231269" y="50216"/>
                </a:lnTo>
                <a:lnTo>
                  <a:pt x="1254690" y="40733"/>
                </a:lnTo>
                <a:lnTo>
                  <a:pt x="1258339" y="40733"/>
                </a:lnTo>
                <a:lnTo>
                  <a:pt x="1258339" y="57280"/>
                </a:lnTo>
                <a:close/>
                <a:moveTo>
                  <a:pt x="1364867" y="50584"/>
                </a:moveTo>
                <a:lnTo>
                  <a:pt x="1388798" y="40902"/>
                </a:lnTo>
                <a:lnTo>
                  <a:pt x="1392022" y="40902"/>
                </a:lnTo>
                <a:lnTo>
                  <a:pt x="1392022" y="59062"/>
                </a:lnTo>
                <a:cubicBezTo>
                  <a:pt x="1396039" y="52217"/>
                  <a:pt x="1400070" y="47451"/>
                  <a:pt x="1404115" y="44764"/>
                </a:cubicBezTo>
                <a:cubicBezTo>
                  <a:pt x="1408160" y="42076"/>
                  <a:pt x="1412417" y="40733"/>
                  <a:pt x="1416886" y="40733"/>
                </a:cubicBezTo>
                <a:cubicBezTo>
                  <a:pt x="1424694" y="40733"/>
                  <a:pt x="1431199" y="43784"/>
                  <a:pt x="1436404" y="49887"/>
                </a:cubicBezTo>
                <a:cubicBezTo>
                  <a:pt x="1442797" y="57348"/>
                  <a:pt x="1445993" y="67068"/>
                  <a:pt x="1445993" y="79050"/>
                </a:cubicBezTo>
                <a:cubicBezTo>
                  <a:pt x="1445993" y="92443"/>
                  <a:pt x="1442146" y="103520"/>
                  <a:pt x="1434452" y="112280"/>
                </a:cubicBezTo>
                <a:cubicBezTo>
                  <a:pt x="1428116" y="119458"/>
                  <a:pt x="1420139" y="123047"/>
                  <a:pt x="1410522" y="123047"/>
                </a:cubicBezTo>
                <a:cubicBezTo>
                  <a:pt x="1406335" y="123047"/>
                  <a:pt x="1402715" y="122453"/>
                  <a:pt x="1399660" y="121265"/>
                </a:cubicBezTo>
                <a:cubicBezTo>
                  <a:pt x="1397397" y="120416"/>
                  <a:pt x="1394851" y="118719"/>
                  <a:pt x="1392022" y="116173"/>
                </a:cubicBezTo>
                <a:lnTo>
                  <a:pt x="1392022" y="139849"/>
                </a:lnTo>
                <a:cubicBezTo>
                  <a:pt x="1392022" y="145167"/>
                  <a:pt x="1392348" y="148547"/>
                  <a:pt x="1392998" y="149990"/>
                </a:cubicBezTo>
                <a:cubicBezTo>
                  <a:pt x="1393649" y="151432"/>
                  <a:pt x="1394780" y="152578"/>
                  <a:pt x="1396393" y="153427"/>
                </a:cubicBezTo>
                <a:cubicBezTo>
                  <a:pt x="1398005" y="154275"/>
                  <a:pt x="1400933" y="154699"/>
                  <a:pt x="1405176" y="154699"/>
                </a:cubicBezTo>
                <a:lnTo>
                  <a:pt x="1405176" y="157839"/>
                </a:lnTo>
                <a:lnTo>
                  <a:pt x="1364443" y="157839"/>
                </a:lnTo>
                <a:lnTo>
                  <a:pt x="1364443" y="154699"/>
                </a:lnTo>
                <a:lnTo>
                  <a:pt x="1366565" y="154699"/>
                </a:lnTo>
                <a:cubicBezTo>
                  <a:pt x="1369676" y="154756"/>
                  <a:pt x="1372335" y="154161"/>
                  <a:pt x="1374541" y="152915"/>
                </a:cubicBezTo>
                <a:cubicBezTo>
                  <a:pt x="1375616" y="152292"/>
                  <a:pt x="1376451" y="151287"/>
                  <a:pt x="1377045" y="149900"/>
                </a:cubicBezTo>
                <a:cubicBezTo>
                  <a:pt x="1377639" y="148514"/>
                  <a:pt x="1377936" y="144990"/>
                  <a:pt x="1377936" y="139329"/>
                </a:cubicBezTo>
                <a:lnTo>
                  <a:pt x="1377936" y="65785"/>
                </a:lnTo>
                <a:cubicBezTo>
                  <a:pt x="1377936" y="60746"/>
                  <a:pt x="1377709" y="57548"/>
                  <a:pt x="1377257" y="56190"/>
                </a:cubicBezTo>
                <a:cubicBezTo>
                  <a:pt x="1376804" y="54831"/>
                  <a:pt x="1376083" y="53812"/>
                  <a:pt x="1375093" y="53133"/>
                </a:cubicBezTo>
                <a:cubicBezTo>
                  <a:pt x="1374103" y="52452"/>
                  <a:pt x="1372759" y="52112"/>
                  <a:pt x="1371062" y="52112"/>
                </a:cubicBezTo>
                <a:cubicBezTo>
                  <a:pt x="1369704" y="52112"/>
                  <a:pt x="1367979" y="52508"/>
                  <a:pt x="1365886" y="53300"/>
                </a:cubicBezTo>
                <a:lnTo>
                  <a:pt x="1364867" y="50584"/>
                </a:lnTo>
                <a:moveTo>
                  <a:pt x="1392022" y="64223"/>
                </a:moveTo>
                <a:lnTo>
                  <a:pt x="1392022" y="93208"/>
                </a:lnTo>
                <a:cubicBezTo>
                  <a:pt x="1392022" y="99480"/>
                  <a:pt x="1392277" y="103605"/>
                  <a:pt x="1392786" y="105582"/>
                </a:cubicBezTo>
                <a:cubicBezTo>
                  <a:pt x="1393578" y="108859"/>
                  <a:pt x="1395516" y="111741"/>
                  <a:pt x="1398599" y="114227"/>
                </a:cubicBezTo>
                <a:cubicBezTo>
                  <a:pt x="1401682" y="116712"/>
                  <a:pt x="1405572" y="117955"/>
                  <a:pt x="1410267" y="117955"/>
                </a:cubicBezTo>
                <a:cubicBezTo>
                  <a:pt x="1415925" y="117955"/>
                  <a:pt x="1420507" y="115751"/>
                  <a:pt x="1424015" y="111344"/>
                </a:cubicBezTo>
                <a:cubicBezTo>
                  <a:pt x="1428597" y="105582"/>
                  <a:pt x="1430888" y="97475"/>
                  <a:pt x="1430888" y="87021"/>
                </a:cubicBezTo>
                <a:cubicBezTo>
                  <a:pt x="1430888" y="75157"/>
                  <a:pt x="1428286" y="66032"/>
                  <a:pt x="1423081" y="59648"/>
                </a:cubicBezTo>
                <a:cubicBezTo>
                  <a:pt x="1419460" y="55241"/>
                  <a:pt x="1415161" y="53037"/>
                  <a:pt x="1410182" y="53037"/>
                </a:cubicBezTo>
                <a:cubicBezTo>
                  <a:pt x="1407467" y="53037"/>
                  <a:pt x="1404780" y="53715"/>
                  <a:pt x="1402121" y="55071"/>
                </a:cubicBezTo>
                <a:cubicBezTo>
                  <a:pt x="1400084" y="56088"/>
                  <a:pt x="1396718" y="59138"/>
                  <a:pt x="1392022" y="64223"/>
                </a:cubicBezTo>
                <a:close/>
                <a:moveTo>
                  <a:pt x="1484095" y="0"/>
                </a:moveTo>
                <a:lnTo>
                  <a:pt x="1484095" y="103030"/>
                </a:lnTo>
                <a:cubicBezTo>
                  <a:pt x="1484095" y="107892"/>
                  <a:pt x="1484449" y="111115"/>
                  <a:pt x="1485156" y="112699"/>
                </a:cubicBezTo>
                <a:cubicBezTo>
                  <a:pt x="1485863" y="114281"/>
                  <a:pt x="1486952" y="115483"/>
                  <a:pt x="1488423" y="116303"/>
                </a:cubicBezTo>
                <a:cubicBezTo>
                  <a:pt x="1489894" y="117122"/>
                  <a:pt x="1492638" y="117531"/>
                  <a:pt x="1496655" y="117531"/>
                </a:cubicBezTo>
                <a:lnTo>
                  <a:pt x="1496655" y="120671"/>
                </a:lnTo>
                <a:lnTo>
                  <a:pt x="1458552" y="120671"/>
                </a:lnTo>
                <a:lnTo>
                  <a:pt x="1458552" y="117531"/>
                </a:lnTo>
                <a:cubicBezTo>
                  <a:pt x="1462117" y="117531"/>
                  <a:pt x="1464549" y="117164"/>
                  <a:pt x="1465850" y="116430"/>
                </a:cubicBezTo>
                <a:cubicBezTo>
                  <a:pt x="1467152" y="115695"/>
                  <a:pt x="1468170" y="114479"/>
                  <a:pt x="1468905" y="112784"/>
                </a:cubicBezTo>
                <a:cubicBezTo>
                  <a:pt x="1469641" y="111087"/>
                  <a:pt x="1470009" y="107836"/>
                  <a:pt x="1470009" y="103030"/>
                </a:cubicBezTo>
                <a:lnTo>
                  <a:pt x="1470009" y="32477"/>
                </a:lnTo>
                <a:cubicBezTo>
                  <a:pt x="1470009" y="23716"/>
                  <a:pt x="1469811" y="18331"/>
                  <a:pt x="1469415" y="16325"/>
                </a:cubicBezTo>
                <a:cubicBezTo>
                  <a:pt x="1469019" y="14317"/>
                  <a:pt x="1468382" y="12946"/>
                  <a:pt x="1467505" y="12212"/>
                </a:cubicBezTo>
                <a:cubicBezTo>
                  <a:pt x="1466628" y="11476"/>
                  <a:pt x="1465511" y="11109"/>
                  <a:pt x="1464153" y="11109"/>
                </a:cubicBezTo>
                <a:cubicBezTo>
                  <a:pt x="1462682" y="11109"/>
                  <a:pt x="1460815" y="11561"/>
                  <a:pt x="1458552" y="12466"/>
                </a:cubicBezTo>
                <a:lnTo>
                  <a:pt x="1457110" y="9496"/>
                </a:lnTo>
                <a:lnTo>
                  <a:pt x="1480277" y="0"/>
                </a:lnTo>
                <a:lnTo>
                  <a:pt x="1484095" y="0"/>
                </a:lnTo>
                <a:close/>
                <a:moveTo>
                  <a:pt x="1518747" y="72301"/>
                </a:moveTo>
                <a:cubicBezTo>
                  <a:pt x="1518691" y="83815"/>
                  <a:pt x="1521491" y="92846"/>
                  <a:pt x="1527148" y="99395"/>
                </a:cubicBezTo>
                <a:cubicBezTo>
                  <a:pt x="1532806" y="105941"/>
                  <a:pt x="1539453" y="109215"/>
                  <a:pt x="1547090" y="109215"/>
                </a:cubicBezTo>
                <a:cubicBezTo>
                  <a:pt x="1552182" y="109215"/>
                  <a:pt x="1556609" y="107814"/>
                  <a:pt x="1560371" y="105014"/>
                </a:cubicBezTo>
                <a:cubicBezTo>
                  <a:pt x="1564133" y="102214"/>
                  <a:pt x="1567287" y="97419"/>
                  <a:pt x="1569833" y="90630"/>
                </a:cubicBezTo>
                <a:lnTo>
                  <a:pt x="1572463" y="92327"/>
                </a:lnTo>
                <a:cubicBezTo>
                  <a:pt x="1571275" y="100078"/>
                  <a:pt x="1567824" y="107136"/>
                  <a:pt x="1562111" y="113500"/>
                </a:cubicBezTo>
                <a:cubicBezTo>
                  <a:pt x="1556397" y="119864"/>
                  <a:pt x="1549240" y="123047"/>
                  <a:pt x="1540641" y="123047"/>
                </a:cubicBezTo>
                <a:cubicBezTo>
                  <a:pt x="1531306" y="123047"/>
                  <a:pt x="1523315" y="119420"/>
                  <a:pt x="1516668" y="112166"/>
                </a:cubicBezTo>
                <a:cubicBezTo>
                  <a:pt x="1510021" y="104911"/>
                  <a:pt x="1506697" y="95157"/>
                  <a:pt x="1506697" y="82905"/>
                </a:cubicBezTo>
                <a:cubicBezTo>
                  <a:pt x="1506697" y="69639"/>
                  <a:pt x="1510106" y="59294"/>
                  <a:pt x="1516923" y="51871"/>
                </a:cubicBezTo>
                <a:cubicBezTo>
                  <a:pt x="1523740" y="44445"/>
                  <a:pt x="1532296" y="40733"/>
                  <a:pt x="1542593" y="40733"/>
                </a:cubicBezTo>
                <a:cubicBezTo>
                  <a:pt x="1551305" y="40733"/>
                  <a:pt x="1558462" y="43597"/>
                  <a:pt x="1564062" y="49325"/>
                </a:cubicBezTo>
                <a:cubicBezTo>
                  <a:pt x="1569663" y="55051"/>
                  <a:pt x="1572463" y="62710"/>
                  <a:pt x="1572463" y="72301"/>
                </a:cubicBezTo>
                <a:lnTo>
                  <a:pt x="1518747" y="72301"/>
                </a:lnTo>
                <a:moveTo>
                  <a:pt x="1518747" y="67379"/>
                </a:moveTo>
                <a:lnTo>
                  <a:pt x="1554728" y="67379"/>
                </a:lnTo>
                <a:cubicBezTo>
                  <a:pt x="1554445" y="62400"/>
                  <a:pt x="1553851" y="58893"/>
                  <a:pt x="1552946" y="56856"/>
                </a:cubicBezTo>
                <a:cubicBezTo>
                  <a:pt x="1551531" y="53688"/>
                  <a:pt x="1549424" y="51199"/>
                  <a:pt x="1546624" y="49388"/>
                </a:cubicBezTo>
                <a:cubicBezTo>
                  <a:pt x="1543823" y="47578"/>
                  <a:pt x="1540896" y="46673"/>
                  <a:pt x="1537841" y="46673"/>
                </a:cubicBezTo>
                <a:cubicBezTo>
                  <a:pt x="1533145" y="46673"/>
                  <a:pt x="1528945" y="48497"/>
                  <a:pt x="1525239" y="52146"/>
                </a:cubicBezTo>
                <a:cubicBezTo>
                  <a:pt x="1521533" y="55795"/>
                  <a:pt x="1519369" y="60873"/>
                  <a:pt x="1518747" y="67379"/>
                </a:cubicBezTo>
                <a:close/>
                <a:moveTo>
                  <a:pt x="1633080" y="40733"/>
                </a:moveTo>
                <a:lnTo>
                  <a:pt x="1633080" y="67039"/>
                </a:lnTo>
                <a:lnTo>
                  <a:pt x="1630279" y="67039"/>
                </a:lnTo>
                <a:cubicBezTo>
                  <a:pt x="1628130" y="58788"/>
                  <a:pt x="1625372" y="53176"/>
                  <a:pt x="1622006" y="50203"/>
                </a:cubicBezTo>
                <a:cubicBezTo>
                  <a:pt x="1618639" y="47227"/>
                  <a:pt x="1614354" y="45739"/>
                  <a:pt x="1609149" y="45739"/>
                </a:cubicBezTo>
                <a:cubicBezTo>
                  <a:pt x="1605189" y="45739"/>
                  <a:pt x="1601993" y="46785"/>
                  <a:pt x="1599560" y="48877"/>
                </a:cubicBezTo>
                <a:cubicBezTo>
                  <a:pt x="1597128" y="50966"/>
                  <a:pt x="1595911" y="53283"/>
                  <a:pt x="1595911" y="55827"/>
                </a:cubicBezTo>
                <a:cubicBezTo>
                  <a:pt x="1595911" y="58992"/>
                  <a:pt x="1596816" y="61704"/>
                  <a:pt x="1598627" y="63963"/>
                </a:cubicBezTo>
                <a:cubicBezTo>
                  <a:pt x="1600380" y="66281"/>
                  <a:pt x="1603945" y="68739"/>
                  <a:pt x="1609319" y="71338"/>
                </a:cubicBezTo>
                <a:lnTo>
                  <a:pt x="1621709" y="77358"/>
                </a:lnTo>
                <a:cubicBezTo>
                  <a:pt x="1633193" y="82951"/>
                  <a:pt x="1638935" y="90326"/>
                  <a:pt x="1638935" y="99482"/>
                </a:cubicBezTo>
                <a:cubicBezTo>
                  <a:pt x="1638935" y="106545"/>
                  <a:pt x="1636262" y="112239"/>
                  <a:pt x="1630916" y="116563"/>
                </a:cubicBezTo>
                <a:cubicBezTo>
                  <a:pt x="1625570" y="120885"/>
                  <a:pt x="1619587" y="123047"/>
                  <a:pt x="1612968" y="123047"/>
                </a:cubicBezTo>
                <a:cubicBezTo>
                  <a:pt x="1608216" y="123047"/>
                  <a:pt x="1602785" y="122198"/>
                  <a:pt x="1596675" y="120501"/>
                </a:cubicBezTo>
                <a:cubicBezTo>
                  <a:pt x="1594808" y="119935"/>
                  <a:pt x="1593281" y="119652"/>
                  <a:pt x="1592093" y="119652"/>
                </a:cubicBezTo>
                <a:cubicBezTo>
                  <a:pt x="1590791" y="119652"/>
                  <a:pt x="1589773" y="120388"/>
                  <a:pt x="1589038" y="121859"/>
                </a:cubicBezTo>
                <a:lnTo>
                  <a:pt x="1586237" y="121859"/>
                </a:lnTo>
                <a:lnTo>
                  <a:pt x="1586237" y="94025"/>
                </a:lnTo>
                <a:lnTo>
                  <a:pt x="1589038" y="94025"/>
                </a:lnTo>
                <a:cubicBezTo>
                  <a:pt x="1590622" y="101973"/>
                  <a:pt x="1593648" y="107963"/>
                  <a:pt x="1598118" y="111994"/>
                </a:cubicBezTo>
                <a:cubicBezTo>
                  <a:pt x="1602587" y="116025"/>
                  <a:pt x="1607594" y="118040"/>
                  <a:pt x="1613138" y="118040"/>
                </a:cubicBezTo>
                <a:cubicBezTo>
                  <a:pt x="1617041" y="118040"/>
                  <a:pt x="1620224" y="116896"/>
                  <a:pt x="1622684" y="114608"/>
                </a:cubicBezTo>
                <a:cubicBezTo>
                  <a:pt x="1625145" y="112319"/>
                  <a:pt x="1626376" y="109564"/>
                  <a:pt x="1626376" y="106343"/>
                </a:cubicBezTo>
                <a:cubicBezTo>
                  <a:pt x="1626376" y="102443"/>
                  <a:pt x="1625004" y="99165"/>
                  <a:pt x="1622260" y="96509"/>
                </a:cubicBezTo>
                <a:cubicBezTo>
                  <a:pt x="1619516" y="93854"/>
                  <a:pt x="1614043" y="90492"/>
                  <a:pt x="1605840" y="86424"/>
                </a:cubicBezTo>
                <a:cubicBezTo>
                  <a:pt x="1597637" y="82355"/>
                  <a:pt x="1592262" y="78681"/>
                  <a:pt x="1589716" y="75403"/>
                </a:cubicBezTo>
                <a:cubicBezTo>
                  <a:pt x="1587171" y="72182"/>
                  <a:pt x="1585898" y="68113"/>
                  <a:pt x="1585898" y="63197"/>
                </a:cubicBezTo>
                <a:cubicBezTo>
                  <a:pt x="1585898" y="56811"/>
                  <a:pt x="1588090" y="51471"/>
                  <a:pt x="1592474" y="47177"/>
                </a:cubicBezTo>
                <a:cubicBezTo>
                  <a:pt x="1596859" y="42881"/>
                  <a:pt x="1602530" y="40733"/>
                  <a:pt x="1609489" y="40733"/>
                </a:cubicBezTo>
                <a:cubicBezTo>
                  <a:pt x="1612544" y="40733"/>
                  <a:pt x="1616249" y="41383"/>
                  <a:pt x="1620605" y="42684"/>
                </a:cubicBezTo>
                <a:cubicBezTo>
                  <a:pt x="1623491" y="43533"/>
                  <a:pt x="1625414" y="43957"/>
                  <a:pt x="1626376" y="43957"/>
                </a:cubicBezTo>
                <a:cubicBezTo>
                  <a:pt x="1627281" y="43957"/>
                  <a:pt x="1627988" y="43759"/>
                  <a:pt x="1628497" y="43363"/>
                </a:cubicBezTo>
                <a:cubicBezTo>
                  <a:pt x="1629007" y="42967"/>
                  <a:pt x="1629601" y="42090"/>
                  <a:pt x="1630279" y="40733"/>
                </a:cubicBezTo>
                <a:lnTo>
                  <a:pt x="1633080" y="40733"/>
                </a:lnTo>
                <a:close/>
                <a:moveTo>
                  <a:pt x="1648983" y="3564"/>
                </a:moveTo>
                <a:lnTo>
                  <a:pt x="1648983" y="0"/>
                </a:lnTo>
                <a:cubicBezTo>
                  <a:pt x="1657582" y="4243"/>
                  <a:pt x="1664738" y="9250"/>
                  <a:pt x="1670452" y="15020"/>
                </a:cubicBezTo>
                <a:cubicBezTo>
                  <a:pt x="1678542" y="23280"/>
                  <a:pt x="1684794" y="32968"/>
                  <a:pt x="1689206" y="44085"/>
                </a:cubicBezTo>
                <a:cubicBezTo>
                  <a:pt x="1693619" y="55201"/>
                  <a:pt x="1695825" y="66785"/>
                  <a:pt x="1695825" y="78835"/>
                </a:cubicBezTo>
                <a:cubicBezTo>
                  <a:pt x="1695825" y="96372"/>
                  <a:pt x="1691512" y="112369"/>
                  <a:pt x="1682884" y="126823"/>
                </a:cubicBezTo>
                <a:cubicBezTo>
                  <a:pt x="1674257" y="141277"/>
                  <a:pt x="1662956" y="151616"/>
                  <a:pt x="1648983" y="157839"/>
                </a:cubicBezTo>
                <a:lnTo>
                  <a:pt x="1648983" y="154699"/>
                </a:lnTo>
                <a:cubicBezTo>
                  <a:pt x="1655941" y="150796"/>
                  <a:pt x="1661669" y="145520"/>
                  <a:pt x="1666167" y="138873"/>
                </a:cubicBezTo>
                <a:cubicBezTo>
                  <a:pt x="1670664" y="132226"/>
                  <a:pt x="1674002" y="123768"/>
                  <a:pt x="1676180" y="113500"/>
                </a:cubicBezTo>
                <a:cubicBezTo>
                  <a:pt x="1678358" y="103232"/>
                  <a:pt x="1679447" y="92525"/>
                  <a:pt x="1679447" y="81381"/>
                </a:cubicBezTo>
                <a:cubicBezTo>
                  <a:pt x="1679447" y="69330"/>
                  <a:pt x="1678514" y="58327"/>
                  <a:pt x="1676647" y="48370"/>
                </a:cubicBezTo>
                <a:cubicBezTo>
                  <a:pt x="1675233" y="40563"/>
                  <a:pt x="1673465" y="34312"/>
                  <a:pt x="1671343" y="29616"/>
                </a:cubicBezTo>
                <a:cubicBezTo>
                  <a:pt x="1669222" y="24920"/>
                  <a:pt x="1666407" y="20395"/>
                  <a:pt x="1662900" y="16039"/>
                </a:cubicBezTo>
                <a:cubicBezTo>
                  <a:pt x="1659392" y="11682"/>
                  <a:pt x="1654753" y="7524"/>
                  <a:pt x="1648983" y="3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17BF2C-651D-40CD-9762-80E14D68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3632802"/>
            <a:ext cx="1898353" cy="267374"/>
          </a:xfrm>
          <a:custGeom xmlns:a="http://schemas.openxmlformats.org/drawingml/2006/main">
            <a:pathLst>
              <a:path w="1898353" h="267374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AE3E9-0A78-4F57-85B9-DFFAF5DD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3632802"/>
            <a:ext cx="1898353" cy="267374"/>
          </a:xfrm>
          <a:custGeom xmlns:a="http://schemas.openxmlformats.org/drawingml/2006/main">
            <a:pathLst>
              <a:path w="1898353" h="267374" fill="none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33" name="Text 181codes(408samples)">
            <a:extLst xmlns:a="http://schemas.openxmlformats.org/drawingml/2006/main">
              <a:ext uri="{FF2B5EF4-FFF2-40B4-BE49-F238E27FC236}">
                <a16:creationId xmlns:a16="http://schemas.microsoft.com/office/drawing/2014/main" id="{20D73BE9-117E-4DE9-9615-AF783DA4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51" y="3705978"/>
            <a:ext cx="1695663" cy="157839"/>
          </a:xfrm>
          <a:custGeom xmlns:a="http://schemas.openxmlformats.org/drawingml/2006/main">
            <a:pathLst>
              <a:path w="1695663" h="157839">
                <a:moveTo>
                  <a:pt x="0" y="16887"/>
                </a:moveTo>
                <a:lnTo>
                  <a:pt x="28004" y="3225"/>
                </a:lnTo>
                <a:lnTo>
                  <a:pt x="30804" y="3225"/>
                </a:lnTo>
                <a:lnTo>
                  <a:pt x="30804" y="100389"/>
                </a:lnTo>
                <a:cubicBezTo>
                  <a:pt x="30804" y="106839"/>
                  <a:pt x="31073" y="110855"/>
                  <a:pt x="31610" y="112439"/>
                </a:cubicBezTo>
                <a:cubicBezTo>
                  <a:pt x="32148" y="114023"/>
                  <a:pt x="33265" y="115240"/>
                  <a:pt x="34962" y="116088"/>
                </a:cubicBezTo>
                <a:cubicBezTo>
                  <a:pt x="36659" y="116937"/>
                  <a:pt x="40110" y="117418"/>
                  <a:pt x="45315" y="117531"/>
                </a:cubicBezTo>
                <a:lnTo>
                  <a:pt x="45315" y="120671"/>
                </a:lnTo>
                <a:lnTo>
                  <a:pt x="2037" y="120671"/>
                </a:lnTo>
                <a:lnTo>
                  <a:pt x="2037" y="117531"/>
                </a:lnTo>
                <a:cubicBezTo>
                  <a:pt x="7468" y="117418"/>
                  <a:pt x="10975" y="116951"/>
                  <a:pt x="12559" y="116131"/>
                </a:cubicBezTo>
                <a:cubicBezTo>
                  <a:pt x="14143" y="115310"/>
                  <a:pt x="15246" y="114207"/>
                  <a:pt x="15869" y="112821"/>
                </a:cubicBezTo>
                <a:cubicBezTo>
                  <a:pt x="16491" y="111435"/>
                  <a:pt x="16802" y="107291"/>
                  <a:pt x="16802" y="100389"/>
                </a:cubicBezTo>
                <a:lnTo>
                  <a:pt x="16802" y="38272"/>
                </a:lnTo>
                <a:cubicBezTo>
                  <a:pt x="16802" y="29899"/>
                  <a:pt x="16519" y="24524"/>
                  <a:pt x="15954" y="22148"/>
                </a:cubicBezTo>
                <a:cubicBezTo>
                  <a:pt x="15558" y="20338"/>
                  <a:pt x="14836" y="19009"/>
                  <a:pt x="13790" y="18160"/>
                </a:cubicBezTo>
                <a:cubicBezTo>
                  <a:pt x="12743" y="17311"/>
                  <a:pt x="11484" y="16887"/>
                  <a:pt x="10013" y="16887"/>
                </a:cubicBezTo>
                <a:cubicBezTo>
                  <a:pt x="7920" y="16887"/>
                  <a:pt x="5007" y="17764"/>
                  <a:pt x="1273" y="19518"/>
                </a:cubicBezTo>
                <a:lnTo>
                  <a:pt x="0" y="16887"/>
                </a:lnTo>
                <a:close/>
                <a:moveTo>
                  <a:pt x="99880" y="62711"/>
                </a:moveTo>
                <a:cubicBezTo>
                  <a:pt x="90772" y="55244"/>
                  <a:pt x="84902" y="49247"/>
                  <a:pt x="82272" y="44721"/>
                </a:cubicBezTo>
                <a:cubicBezTo>
                  <a:pt x="79641" y="40195"/>
                  <a:pt x="78326" y="35500"/>
                  <a:pt x="78326" y="30634"/>
                </a:cubicBezTo>
                <a:cubicBezTo>
                  <a:pt x="78326" y="23167"/>
                  <a:pt x="81211" y="16732"/>
                  <a:pt x="86981" y="11329"/>
                </a:cubicBezTo>
                <a:cubicBezTo>
                  <a:pt x="92752" y="5926"/>
                  <a:pt x="100417" y="3225"/>
                  <a:pt x="109978" y="3225"/>
                </a:cubicBezTo>
                <a:cubicBezTo>
                  <a:pt x="119256" y="3225"/>
                  <a:pt x="126724" y="5742"/>
                  <a:pt x="132381" y="10777"/>
                </a:cubicBezTo>
                <a:cubicBezTo>
                  <a:pt x="138039" y="15812"/>
                  <a:pt x="140867" y="21554"/>
                  <a:pt x="140867" y="28004"/>
                </a:cubicBezTo>
                <a:cubicBezTo>
                  <a:pt x="140867" y="32303"/>
                  <a:pt x="139340" y="36688"/>
                  <a:pt x="136285" y="41157"/>
                </a:cubicBezTo>
                <a:cubicBezTo>
                  <a:pt x="133230" y="45626"/>
                  <a:pt x="126865" y="50888"/>
                  <a:pt x="117191" y="56941"/>
                </a:cubicBezTo>
                <a:cubicBezTo>
                  <a:pt x="127148" y="64635"/>
                  <a:pt x="133739" y="70688"/>
                  <a:pt x="136964" y="75101"/>
                </a:cubicBezTo>
                <a:cubicBezTo>
                  <a:pt x="141263" y="80871"/>
                  <a:pt x="143413" y="86953"/>
                  <a:pt x="143413" y="93346"/>
                </a:cubicBezTo>
                <a:cubicBezTo>
                  <a:pt x="143413" y="101436"/>
                  <a:pt x="140330" y="108352"/>
                  <a:pt x="134163" y="114094"/>
                </a:cubicBezTo>
                <a:cubicBezTo>
                  <a:pt x="127997" y="119836"/>
                  <a:pt x="119907" y="122707"/>
                  <a:pt x="109893" y="122707"/>
                </a:cubicBezTo>
                <a:cubicBezTo>
                  <a:pt x="98975" y="122707"/>
                  <a:pt x="90461" y="119285"/>
                  <a:pt x="84351" y="112439"/>
                </a:cubicBezTo>
                <a:cubicBezTo>
                  <a:pt x="79485" y="106952"/>
                  <a:pt x="77053" y="100955"/>
                  <a:pt x="77053" y="94449"/>
                </a:cubicBezTo>
                <a:cubicBezTo>
                  <a:pt x="77053" y="89357"/>
                  <a:pt x="78764" y="84308"/>
                  <a:pt x="82187" y="79301"/>
                </a:cubicBezTo>
                <a:cubicBezTo>
                  <a:pt x="85609" y="74295"/>
                  <a:pt x="91507" y="68765"/>
                  <a:pt x="99880" y="62711"/>
                </a:cubicBezTo>
                <a:moveTo>
                  <a:pt x="113203" y="53631"/>
                </a:moveTo>
                <a:cubicBezTo>
                  <a:pt x="119992" y="47521"/>
                  <a:pt x="124291" y="42699"/>
                  <a:pt x="126102" y="39163"/>
                </a:cubicBezTo>
                <a:cubicBezTo>
                  <a:pt x="127912" y="35627"/>
                  <a:pt x="128817" y="31624"/>
                  <a:pt x="128817" y="27155"/>
                </a:cubicBezTo>
                <a:cubicBezTo>
                  <a:pt x="128817" y="21215"/>
                  <a:pt x="127148" y="16562"/>
                  <a:pt x="123810" y="13196"/>
                </a:cubicBezTo>
                <a:cubicBezTo>
                  <a:pt x="120473" y="9830"/>
                  <a:pt x="115918" y="8147"/>
                  <a:pt x="110148" y="8147"/>
                </a:cubicBezTo>
                <a:cubicBezTo>
                  <a:pt x="104378" y="8147"/>
                  <a:pt x="99682" y="9815"/>
                  <a:pt x="96061" y="13153"/>
                </a:cubicBezTo>
                <a:cubicBezTo>
                  <a:pt x="92441" y="16491"/>
                  <a:pt x="90630" y="20395"/>
                  <a:pt x="90630" y="24864"/>
                </a:cubicBezTo>
                <a:cubicBezTo>
                  <a:pt x="90630" y="27806"/>
                  <a:pt x="91380" y="30748"/>
                  <a:pt x="92879" y="33689"/>
                </a:cubicBezTo>
                <a:cubicBezTo>
                  <a:pt x="94378" y="36631"/>
                  <a:pt x="96514" y="39432"/>
                  <a:pt x="99286" y="42090"/>
                </a:cubicBezTo>
                <a:lnTo>
                  <a:pt x="113203" y="53631"/>
                </a:lnTo>
                <a:moveTo>
                  <a:pt x="103868" y="65936"/>
                </a:moveTo>
                <a:cubicBezTo>
                  <a:pt x="99173" y="69896"/>
                  <a:pt x="95694" y="74210"/>
                  <a:pt x="93431" y="78877"/>
                </a:cubicBezTo>
                <a:cubicBezTo>
                  <a:pt x="91168" y="83544"/>
                  <a:pt x="90036" y="88594"/>
                  <a:pt x="90036" y="94025"/>
                </a:cubicBezTo>
                <a:cubicBezTo>
                  <a:pt x="90036" y="101323"/>
                  <a:pt x="92030" y="107164"/>
                  <a:pt x="96019" y="111548"/>
                </a:cubicBezTo>
                <a:cubicBezTo>
                  <a:pt x="100007" y="115933"/>
                  <a:pt x="105085" y="118125"/>
                  <a:pt x="111251" y="118125"/>
                </a:cubicBezTo>
                <a:cubicBezTo>
                  <a:pt x="117361" y="118125"/>
                  <a:pt x="122255" y="116399"/>
                  <a:pt x="125932" y="112948"/>
                </a:cubicBezTo>
                <a:cubicBezTo>
                  <a:pt x="129609" y="109497"/>
                  <a:pt x="131448" y="105311"/>
                  <a:pt x="131448" y="100389"/>
                </a:cubicBezTo>
                <a:cubicBezTo>
                  <a:pt x="131448" y="96316"/>
                  <a:pt x="130373" y="92667"/>
                  <a:pt x="128223" y="89442"/>
                </a:cubicBezTo>
                <a:cubicBezTo>
                  <a:pt x="124206" y="83445"/>
                  <a:pt x="116088" y="75610"/>
                  <a:pt x="103868" y="65936"/>
                </a:cubicBezTo>
                <a:close/>
                <a:moveTo>
                  <a:pt x="173793" y="16887"/>
                </a:moveTo>
                <a:lnTo>
                  <a:pt x="201797" y="3225"/>
                </a:lnTo>
                <a:lnTo>
                  <a:pt x="204597" y="3225"/>
                </a:lnTo>
                <a:lnTo>
                  <a:pt x="204597" y="100389"/>
                </a:lnTo>
                <a:cubicBezTo>
                  <a:pt x="204597" y="106839"/>
                  <a:pt x="204866" y="110855"/>
                  <a:pt x="205403" y="112439"/>
                </a:cubicBezTo>
                <a:cubicBezTo>
                  <a:pt x="205941" y="114023"/>
                  <a:pt x="207058" y="115240"/>
                  <a:pt x="208755" y="116088"/>
                </a:cubicBezTo>
                <a:cubicBezTo>
                  <a:pt x="210452" y="116937"/>
                  <a:pt x="213903" y="117418"/>
                  <a:pt x="219108" y="117531"/>
                </a:cubicBezTo>
                <a:lnTo>
                  <a:pt x="219108" y="120671"/>
                </a:lnTo>
                <a:lnTo>
                  <a:pt x="175830" y="120671"/>
                </a:lnTo>
                <a:lnTo>
                  <a:pt x="175830" y="117531"/>
                </a:lnTo>
                <a:cubicBezTo>
                  <a:pt x="181261" y="117418"/>
                  <a:pt x="184768" y="116951"/>
                  <a:pt x="186352" y="116131"/>
                </a:cubicBezTo>
                <a:cubicBezTo>
                  <a:pt x="187936" y="115310"/>
                  <a:pt x="189039" y="114207"/>
                  <a:pt x="189662" y="112821"/>
                </a:cubicBezTo>
                <a:cubicBezTo>
                  <a:pt x="190284" y="111435"/>
                  <a:pt x="190595" y="107291"/>
                  <a:pt x="190595" y="100389"/>
                </a:cubicBezTo>
                <a:lnTo>
                  <a:pt x="190595" y="38272"/>
                </a:lnTo>
                <a:cubicBezTo>
                  <a:pt x="190595" y="29899"/>
                  <a:pt x="190312" y="24524"/>
                  <a:pt x="189747" y="22148"/>
                </a:cubicBezTo>
                <a:cubicBezTo>
                  <a:pt x="189351" y="20338"/>
                  <a:pt x="188629" y="19009"/>
                  <a:pt x="187583" y="18160"/>
                </a:cubicBezTo>
                <a:cubicBezTo>
                  <a:pt x="186536" y="17311"/>
                  <a:pt x="185277" y="16887"/>
                  <a:pt x="183806" y="16887"/>
                </a:cubicBezTo>
                <a:cubicBezTo>
                  <a:pt x="181713" y="16887"/>
                  <a:pt x="178800" y="17764"/>
                  <a:pt x="175066" y="19518"/>
                </a:cubicBezTo>
                <a:lnTo>
                  <a:pt x="173793" y="16887"/>
                </a:lnTo>
                <a:close/>
                <a:moveTo>
                  <a:pt x="355223" y="91139"/>
                </a:moveTo>
                <a:cubicBezTo>
                  <a:pt x="353130" y="101379"/>
                  <a:pt x="349028" y="109257"/>
                  <a:pt x="342918" y="114773"/>
                </a:cubicBezTo>
                <a:cubicBezTo>
                  <a:pt x="336809" y="120289"/>
                  <a:pt x="330048" y="123047"/>
                  <a:pt x="322637" y="123047"/>
                </a:cubicBezTo>
                <a:cubicBezTo>
                  <a:pt x="313812" y="123047"/>
                  <a:pt x="306118" y="119346"/>
                  <a:pt x="299555" y="111943"/>
                </a:cubicBezTo>
                <a:cubicBezTo>
                  <a:pt x="292993" y="104539"/>
                  <a:pt x="289711" y="94536"/>
                  <a:pt x="289711" y="81932"/>
                </a:cubicBezTo>
                <a:cubicBezTo>
                  <a:pt x="289711" y="69725"/>
                  <a:pt x="293346" y="59807"/>
                  <a:pt x="300616" y="52178"/>
                </a:cubicBezTo>
                <a:cubicBezTo>
                  <a:pt x="307886" y="44548"/>
                  <a:pt x="316612" y="40733"/>
                  <a:pt x="326795" y="40733"/>
                </a:cubicBezTo>
                <a:cubicBezTo>
                  <a:pt x="334432" y="40733"/>
                  <a:pt x="340712" y="42749"/>
                  <a:pt x="345634" y="46782"/>
                </a:cubicBezTo>
                <a:cubicBezTo>
                  <a:pt x="350556" y="50812"/>
                  <a:pt x="353017" y="54999"/>
                  <a:pt x="353017" y="59341"/>
                </a:cubicBezTo>
                <a:cubicBezTo>
                  <a:pt x="353017" y="61484"/>
                  <a:pt x="352324" y="63218"/>
                  <a:pt x="350938" y="64544"/>
                </a:cubicBezTo>
                <a:cubicBezTo>
                  <a:pt x="349552" y="65868"/>
                  <a:pt x="347614" y="66530"/>
                  <a:pt x="345125" y="66530"/>
                </a:cubicBezTo>
                <a:cubicBezTo>
                  <a:pt x="341787" y="66530"/>
                  <a:pt x="339269" y="65455"/>
                  <a:pt x="337572" y="63305"/>
                </a:cubicBezTo>
                <a:cubicBezTo>
                  <a:pt x="336611" y="62117"/>
                  <a:pt x="335974" y="59854"/>
                  <a:pt x="335663" y="56517"/>
                </a:cubicBezTo>
                <a:cubicBezTo>
                  <a:pt x="335352" y="53179"/>
                  <a:pt x="334206" y="50633"/>
                  <a:pt x="332226" y="48879"/>
                </a:cubicBezTo>
                <a:cubicBezTo>
                  <a:pt x="330246" y="47182"/>
                  <a:pt x="327502" y="46333"/>
                  <a:pt x="323995" y="46333"/>
                </a:cubicBezTo>
                <a:cubicBezTo>
                  <a:pt x="318337" y="46333"/>
                  <a:pt x="313783" y="48427"/>
                  <a:pt x="310332" y="52613"/>
                </a:cubicBezTo>
                <a:cubicBezTo>
                  <a:pt x="305750" y="58157"/>
                  <a:pt x="303459" y="65483"/>
                  <a:pt x="303459" y="74592"/>
                </a:cubicBezTo>
                <a:cubicBezTo>
                  <a:pt x="303459" y="83870"/>
                  <a:pt x="305736" y="92059"/>
                  <a:pt x="310290" y="99159"/>
                </a:cubicBezTo>
                <a:cubicBezTo>
                  <a:pt x="314844" y="106259"/>
                  <a:pt x="320996" y="109809"/>
                  <a:pt x="328747" y="109809"/>
                </a:cubicBezTo>
                <a:cubicBezTo>
                  <a:pt x="334291" y="109809"/>
                  <a:pt x="339269" y="107913"/>
                  <a:pt x="343682" y="104123"/>
                </a:cubicBezTo>
                <a:cubicBezTo>
                  <a:pt x="346794" y="101521"/>
                  <a:pt x="349820" y="96797"/>
                  <a:pt x="352762" y="89951"/>
                </a:cubicBezTo>
                <a:lnTo>
                  <a:pt x="355223" y="91139"/>
                </a:lnTo>
                <a:close/>
                <a:moveTo>
                  <a:pt x="404383" y="40733"/>
                </a:moveTo>
                <a:cubicBezTo>
                  <a:pt x="416151" y="40733"/>
                  <a:pt x="425598" y="45198"/>
                  <a:pt x="432727" y="54127"/>
                </a:cubicBezTo>
                <a:cubicBezTo>
                  <a:pt x="438780" y="61756"/>
                  <a:pt x="441807" y="70516"/>
                  <a:pt x="441807" y="80407"/>
                </a:cubicBezTo>
                <a:cubicBezTo>
                  <a:pt x="441807" y="87359"/>
                  <a:pt x="440138" y="94395"/>
                  <a:pt x="436800" y="101516"/>
                </a:cubicBezTo>
                <a:cubicBezTo>
                  <a:pt x="433462" y="108636"/>
                  <a:pt x="428865" y="114004"/>
                  <a:pt x="423010" y="117621"/>
                </a:cubicBezTo>
                <a:cubicBezTo>
                  <a:pt x="417155" y="121238"/>
                  <a:pt x="410635" y="123047"/>
                  <a:pt x="403450" y="123047"/>
                </a:cubicBezTo>
                <a:cubicBezTo>
                  <a:pt x="391739" y="123047"/>
                  <a:pt x="382433" y="118384"/>
                  <a:pt x="375531" y="109058"/>
                </a:cubicBezTo>
                <a:cubicBezTo>
                  <a:pt x="369704" y="101203"/>
                  <a:pt x="366791" y="92388"/>
                  <a:pt x="366791" y="82611"/>
                </a:cubicBezTo>
                <a:cubicBezTo>
                  <a:pt x="366791" y="75490"/>
                  <a:pt x="368558" y="68411"/>
                  <a:pt x="372094" y="61375"/>
                </a:cubicBezTo>
                <a:cubicBezTo>
                  <a:pt x="375630" y="54339"/>
                  <a:pt x="380283" y="49139"/>
                  <a:pt x="386054" y="45777"/>
                </a:cubicBezTo>
                <a:cubicBezTo>
                  <a:pt x="391824" y="42414"/>
                  <a:pt x="397934" y="40733"/>
                  <a:pt x="404383" y="40733"/>
                </a:cubicBezTo>
                <a:moveTo>
                  <a:pt x="401753" y="46333"/>
                </a:moveTo>
                <a:cubicBezTo>
                  <a:pt x="398754" y="46333"/>
                  <a:pt x="395742" y="47224"/>
                  <a:pt x="392715" y="49004"/>
                </a:cubicBezTo>
                <a:cubicBezTo>
                  <a:pt x="389689" y="50784"/>
                  <a:pt x="387242" y="53906"/>
                  <a:pt x="385375" y="58370"/>
                </a:cubicBezTo>
                <a:cubicBezTo>
                  <a:pt x="383508" y="62834"/>
                  <a:pt x="382574" y="68569"/>
                  <a:pt x="382574" y="75576"/>
                </a:cubicBezTo>
                <a:cubicBezTo>
                  <a:pt x="382574" y="86876"/>
                  <a:pt x="384823" y="96624"/>
                  <a:pt x="389321" y="104818"/>
                </a:cubicBezTo>
                <a:cubicBezTo>
                  <a:pt x="393818" y="113010"/>
                  <a:pt x="399744" y="117107"/>
                  <a:pt x="407099" y="117107"/>
                </a:cubicBezTo>
                <a:cubicBezTo>
                  <a:pt x="412587" y="117107"/>
                  <a:pt x="417112" y="114846"/>
                  <a:pt x="420677" y="110326"/>
                </a:cubicBezTo>
                <a:cubicBezTo>
                  <a:pt x="424241" y="105805"/>
                  <a:pt x="426023" y="98036"/>
                  <a:pt x="426023" y="87018"/>
                </a:cubicBezTo>
                <a:cubicBezTo>
                  <a:pt x="426023" y="73230"/>
                  <a:pt x="423053" y="62381"/>
                  <a:pt x="417112" y="54469"/>
                </a:cubicBezTo>
                <a:cubicBezTo>
                  <a:pt x="413096" y="49045"/>
                  <a:pt x="407976" y="46333"/>
                  <a:pt x="401753" y="46333"/>
                </a:cubicBezTo>
                <a:close/>
                <a:moveTo>
                  <a:pt x="508167" y="111930"/>
                </a:moveTo>
                <a:cubicBezTo>
                  <a:pt x="504377" y="115890"/>
                  <a:pt x="500671" y="118733"/>
                  <a:pt x="497050" y="120459"/>
                </a:cubicBezTo>
                <a:cubicBezTo>
                  <a:pt x="493430" y="122184"/>
                  <a:pt x="489526" y="123047"/>
                  <a:pt x="485340" y="123047"/>
                </a:cubicBezTo>
                <a:cubicBezTo>
                  <a:pt x="476854" y="123047"/>
                  <a:pt x="469443" y="119505"/>
                  <a:pt x="463106" y="112421"/>
                </a:cubicBezTo>
                <a:cubicBezTo>
                  <a:pt x="456770" y="105335"/>
                  <a:pt x="453602" y="96230"/>
                  <a:pt x="453602" y="85106"/>
                </a:cubicBezTo>
                <a:cubicBezTo>
                  <a:pt x="453602" y="73984"/>
                  <a:pt x="457110" y="63808"/>
                  <a:pt x="464125" y="54578"/>
                </a:cubicBezTo>
                <a:cubicBezTo>
                  <a:pt x="471140" y="45348"/>
                  <a:pt x="480163" y="40733"/>
                  <a:pt x="491195" y="40733"/>
                </a:cubicBezTo>
                <a:cubicBezTo>
                  <a:pt x="498040" y="40733"/>
                  <a:pt x="503698" y="42911"/>
                  <a:pt x="508167" y="47267"/>
                </a:cubicBezTo>
                <a:lnTo>
                  <a:pt x="508167" y="32894"/>
                </a:lnTo>
                <a:cubicBezTo>
                  <a:pt x="508167" y="23975"/>
                  <a:pt x="507955" y="18492"/>
                  <a:pt x="507531" y="16447"/>
                </a:cubicBezTo>
                <a:cubicBezTo>
                  <a:pt x="507106" y="14401"/>
                  <a:pt x="506442" y="13010"/>
                  <a:pt x="505536" y="12273"/>
                </a:cubicBezTo>
                <a:cubicBezTo>
                  <a:pt x="504631" y="11534"/>
                  <a:pt x="503500" y="11164"/>
                  <a:pt x="502142" y="11164"/>
                </a:cubicBezTo>
                <a:cubicBezTo>
                  <a:pt x="500671" y="11164"/>
                  <a:pt x="498719" y="11619"/>
                  <a:pt x="496287" y="12527"/>
                </a:cubicBezTo>
                <a:lnTo>
                  <a:pt x="495183" y="9544"/>
                </a:lnTo>
                <a:lnTo>
                  <a:pt x="518350" y="0"/>
                </a:lnTo>
                <a:lnTo>
                  <a:pt x="522169" y="0"/>
                </a:lnTo>
                <a:lnTo>
                  <a:pt x="522169" y="89867"/>
                </a:lnTo>
                <a:cubicBezTo>
                  <a:pt x="522169" y="98975"/>
                  <a:pt x="522381" y="104533"/>
                  <a:pt x="522805" y="106541"/>
                </a:cubicBezTo>
                <a:cubicBezTo>
                  <a:pt x="523230" y="108550"/>
                  <a:pt x="523909" y="109950"/>
                  <a:pt x="524842" y="110742"/>
                </a:cubicBezTo>
                <a:cubicBezTo>
                  <a:pt x="525775" y="111534"/>
                  <a:pt x="526864" y="111930"/>
                  <a:pt x="528109" y="111930"/>
                </a:cubicBezTo>
                <a:cubicBezTo>
                  <a:pt x="529637" y="111930"/>
                  <a:pt x="531673" y="111449"/>
                  <a:pt x="534219" y="110487"/>
                </a:cubicBezTo>
                <a:lnTo>
                  <a:pt x="535152" y="113458"/>
                </a:lnTo>
                <a:lnTo>
                  <a:pt x="512071" y="123047"/>
                </a:lnTo>
                <a:lnTo>
                  <a:pt x="508167" y="123047"/>
                </a:lnTo>
                <a:lnTo>
                  <a:pt x="508167" y="111930"/>
                </a:lnTo>
                <a:moveTo>
                  <a:pt x="508167" y="106008"/>
                </a:moveTo>
                <a:lnTo>
                  <a:pt x="508167" y="66055"/>
                </a:lnTo>
                <a:cubicBezTo>
                  <a:pt x="507828" y="62217"/>
                  <a:pt x="506809" y="58719"/>
                  <a:pt x="505112" y="55559"/>
                </a:cubicBezTo>
                <a:cubicBezTo>
                  <a:pt x="503415" y="52398"/>
                  <a:pt x="501166" y="50014"/>
                  <a:pt x="498366" y="48407"/>
                </a:cubicBezTo>
                <a:cubicBezTo>
                  <a:pt x="495565" y="46798"/>
                  <a:pt x="492836" y="45994"/>
                  <a:pt x="490177" y="45994"/>
                </a:cubicBezTo>
                <a:cubicBezTo>
                  <a:pt x="485198" y="45994"/>
                  <a:pt x="480757" y="48223"/>
                  <a:pt x="476854" y="52682"/>
                </a:cubicBezTo>
                <a:cubicBezTo>
                  <a:pt x="471706" y="58550"/>
                  <a:pt x="469131" y="67127"/>
                  <a:pt x="469131" y="78413"/>
                </a:cubicBezTo>
                <a:cubicBezTo>
                  <a:pt x="469131" y="89813"/>
                  <a:pt x="471621" y="98546"/>
                  <a:pt x="476599" y="104614"/>
                </a:cubicBezTo>
                <a:cubicBezTo>
                  <a:pt x="481578" y="110679"/>
                  <a:pt x="487122" y="113712"/>
                  <a:pt x="493232" y="113712"/>
                </a:cubicBezTo>
                <a:cubicBezTo>
                  <a:pt x="498380" y="113712"/>
                  <a:pt x="503358" y="111144"/>
                  <a:pt x="508167" y="106008"/>
                </a:cubicBezTo>
                <a:close/>
                <a:moveTo>
                  <a:pt x="553228" y="72301"/>
                </a:moveTo>
                <a:cubicBezTo>
                  <a:pt x="553171" y="83815"/>
                  <a:pt x="555971" y="92846"/>
                  <a:pt x="561629" y="99395"/>
                </a:cubicBezTo>
                <a:cubicBezTo>
                  <a:pt x="567286" y="105941"/>
                  <a:pt x="573933" y="109215"/>
                  <a:pt x="581571" y="109215"/>
                </a:cubicBezTo>
                <a:cubicBezTo>
                  <a:pt x="586662" y="109215"/>
                  <a:pt x="591089" y="107814"/>
                  <a:pt x="594851" y="105014"/>
                </a:cubicBezTo>
                <a:cubicBezTo>
                  <a:pt x="598613" y="102214"/>
                  <a:pt x="601767" y="97419"/>
                  <a:pt x="604313" y="90630"/>
                </a:cubicBezTo>
                <a:lnTo>
                  <a:pt x="606944" y="92327"/>
                </a:lnTo>
                <a:cubicBezTo>
                  <a:pt x="605756" y="100078"/>
                  <a:pt x="602305" y="107136"/>
                  <a:pt x="596591" y="113500"/>
                </a:cubicBezTo>
                <a:cubicBezTo>
                  <a:pt x="590877" y="119864"/>
                  <a:pt x="583721" y="123047"/>
                  <a:pt x="575121" y="123047"/>
                </a:cubicBezTo>
                <a:cubicBezTo>
                  <a:pt x="565787" y="123047"/>
                  <a:pt x="557796" y="119420"/>
                  <a:pt x="551148" y="112166"/>
                </a:cubicBezTo>
                <a:cubicBezTo>
                  <a:pt x="544501" y="104911"/>
                  <a:pt x="541177" y="95157"/>
                  <a:pt x="541177" y="82905"/>
                </a:cubicBezTo>
                <a:cubicBezTo>
                  <a:pt x="541177" y="69639"/>
                  <a:pt x="544586" y="59294"/>
                  <a:pt x="551403" y="51871"/>
                </a:cubicBezTo>
                <a:cubicBezTo>
                  <a:pt x="558220" y="44445"/>
                  <a:pt x="566777" y="40733"/>
                  <a:pt x="577073" y="40733"/>
                </a:cubicBezTo>
                <a:cubicBezTo>
                  <a:pt x="585785" y="40733"/>
                  <a:pt x="592942" y="43597"/>
                  <a:pt x="598543" y="49325"/>
                </a:cubicBezTo>
                <a:cubicBezTo>
                  <a:pt x="604143" y="55051"/>
                  <a:pt x="606944" y="62710"/>
                  <a:pt x="606944" y="72301"/>
                </a:cubicBezTo>
                <a:lnTo>
                  <a:pt x="553228" y="72301"/>
                </a:lnTo>
                <a:moveTo>
                  <a:pt x="553228" y="67379"/>
                </a:moveTo>
                <a:lnTo>
                  <a:pt x="589208" y="67379"/>
                </a:lnTo>
                <a:cubicBezTo>
                  <a:pt x="588925" y="62400"/>
                  <a:pt x="588331" y="58893"/>
                  <a:pt x="587426" y="56856"/>
                </a:cubicBezTo>
                <a:cubicBezTo>
                  <a:pt x="586012" y="53688"/>
                  <a:pt x="583904" y="51199"/>
                  <a:pt x="581104" y="49388"/>
                </a:cubicBezTo>
                <a:cubicBezTo>
                  <a:pt x="578304" y="47578"/>
                  <a:pt x="575376" y="46673"/>
                  <a:pt x="572321" y="46673"/>
                </a:cubicBezTo>
                <a:cubicBezTo>
                  <a:pt x="567625" y="46673"/>
                  <a:pt x="563425" y="48497"/>
                  <a:pt x="559719" y="52146"/>
                </a:cubicBezTo>
                <a:cubicBezTo>
                  <a:pt x="556014" y="55795"/>
                  <a:pt x="553850" y="60873"/>
                  <a:pt x="553228" y="67379"/>
                </a:cubicBezTo>
                <a:close/>
                <a:moveTo>
                  <a:pt x="667560" y="40733"/>
                </a:moveTo>
                <a:lnTo>
                  <a:pt x="667560" y="67039"/>
                </a:lnTo>
                <a:lnTo>
                  <a:pt x="664760" y="67039"/>
                </a:lnTo>
                <a:cubicBezTo>
                  <a:pt x="662610" y="58788"/>
                  <a:pt x="659852" y="53176"/>
                  <a:pt x="656486" y="50203"/>
                </a:cubicBezTo>
                <a:cubicBezTo>
                  <a:pt x="653120" y="47227"/>
                  <a:pt x="648834" y="45739"/>
                  <a:pt x="643630" y="45739"/>
                </a:cubicBezTo>
                <a:cubicBezTo>
                  <a:pt x="639670" y="45739"/>
                  <a:pt x="636473" y="46785"/>
                  <a:pt x="634041" y="48877"/>
                </a:cubicBezTo>
                <a:cubicBezTo>
                  <a:pt x="631608" y="50966"/>
                  <a:pt x="630392" y="53283"/>
                  <a:pt x="630392" y="55827"/>
                </a:cubicBezTo>
                <a:cubicBezTo>
                  <a:pt x="630392" y="58992"/>
                  <a:pt x="631297" y="61704"/>
                  <a:pt x="633107" y="63963"/>
                </a:cubicBezTo>
                <a:cubicBezTo>
                  <a:pt x="634861" y="66281"/>
                  <a:pt x="638425" y="68739"/>
                  <a:pt x="643799" y="71338"/>
                </a:cubicBezTo>
                <a:lnTo>
                  <a:pt x="656189" y="77358"/>
                </a:lnTo>
                <a:cubicBezTo>
                  <a:pt x="667673" y="82951"/>
                  <a:pt x="673415" y="90326"/>
                  <a:pt x="673415" y="99482"/>
                </a:cubicBezTo>
                <a:cubicBezTo>
                  <a:pt x="673415" y="106545"/>
                  <a:pt x="670742" y="112239"/>
                  <a:pt x="665396" y="116563"/>
                </a:cubicBezTo>
                <a:cubicBezTo>
                  <a:pt x="660050" y="120885"/>
                  <a:pt x="654067" y="123047"/>
                  <a:pt x="647448" y="123047"/>
                </a:cubicBezTo>
                <a:cubicBezTo>
                  <a:pt x="642696" y="123047"/>
                  <a:pt x="637265" y="122198"/>
                  <a:pt x="631155" y="120501"/>
                </a:cubicBezTo>
                <a:cubicBezTo>
                  <a:pt x="629288" y="119935"/>
                  <a:pt x="627761" y="119652"/>
                  <a:pt x="626573" y="119652"/>
                </a:cubicBezTo>
                <a:cubicBezTo>
                  <a:pt x="625272" y="119652"/>
                  <a:pt x="624253" y="120388"/>
                  <a:pt x="623518" y="121859"/>
                </a:cubicBezTo>
                <a:lnTo>
                  <a:pt x="620718" y="121859"/>
                </a:lnTo>
                <a:lnTo>
                  <a:pt x="620718" y="94025"/>
                </a:lnTo>
                <a:lnTo>
                  <a:pt x="623518" y="94025"/>
                </a:lnTo>
                <a:cubicBezTo>
                  <a:pt x="625102" y="101973"/>
                  <a:pt x="628129" y="107963"/>
                  <a:pt x="632598" y="111994"/>
                </a:cubicBezTo>
                <a:cubicBezTo>
                  <a:pt x="637067" y="116025"/>
                  <a:pt x="642074" y="118040"/>
                  <a:pt x="647618" y="118040"/>
                </a:cubicBezTo>
                <a:cubicBezTo>
                  <a:pt x="651522" y="118040"/>
                  <a:pt x="654704" y="116896"/>
                  <a:pt x="657165" y="114608"/>
                </a:cubicBezTo>
                <a:cubicBezTo>
                  <a:pt x="659626" y="112319"/>
                  <a:pt x="660856" y="109564"/>
                  <a:pt x="660856" y="106343"/>
                </a:cubicBezTo>
                <a:cubicBezTo>
                  <a:pt x="660856" y="102443"/>
                  <a:pt x="659484" y="99165"/>
                  <a:pt x="656741" y="96509"/>
                </a:cubicBezTo>
                <a:cubicBezTo>
                  <a:pt x="653997" y="93854"/>
                  <a:pt x="648523" y="90492"/>
                  <a:pt x="640320" y="86424"/>
                </a:cubicBezTo>
                <a:cubicBezTo>
                  <a:pt x="632117" y="82355"/>
                  <a:pt x="626743" y="78681"/>
                  <a:pt x="624197" y="75403"/>
                </a:cubicBezTo>
                <a:cubicBezTo>
                  <a:pt x="621651" y="72182"/>
                  <a:pt x="620378" y="68113"/>
                  <a:pt x="620378" y="63197"/>
                </a:cubicBezTo>
                <a:cubicBezTo>
                  <a:pt x="620378" y="56811"/>
                  <a:pt x="622570" y="51471"/>
                  <a:pt x="626955" y="47177"/>
                </a:cubicBezTo>
                <a:cubicBezTo>
                  <a:pt x="631339" y="42881"/>
                  <a:pt x="637011" y="40733"/>
                  <a:pt x="643969" y="40733"/>
                </a:cubicBezTo>
                <a:cubicBezTo>
                  <a:pt x="647024" y="40733"/>
                  <a:pt x="650730" y="41383"/>
                  <a:pt x="655086" y="42684"/>
                </a:cubicBezTo>
                <a:cubicBezTo>
                  <a:pt x="657971" y="43533"/>
                  <a:pt x="659894" y="43957"/>
                  <a:pt x="660856" y="43957"/>
                </a:cubicBezTo>
                <a:cubicBezTo>
                  <a:pt x="661761" y="43957"/>
                  <a:pt x="662469" y="43759"/>
                  <a:pt x="662978" y="43363"/>
                </a:cubicBezTo>
                <a:cubicBezTo>
                  <a:pt x="663487" y="42967"/>
                  <a:pt x="664081" y="42090"/>
                  <a:pt x="664760" y="40733"/>
                </a:cubicBezTo>
                <a:lnTo>
                  <a:pt x="667560" y="40733"/>
                </a:lnTo>
                <a:close/>
                <a:moveTo>
                  <a:pt x="776917" y="154699"/>
                </a:moveTo>
                <a:lnTo>
                  <a:pt x="776917" y="157839"/>
                </a:lnTo>
                <a:cubicBezTo>
                  <a:pt x="768374" y="153540"/>
                  <a:pt x="761246" y="148505"/>
                  <a:pt x="755532" y="142734"/>
                </a:cubicBezTo>
                <a:cubicBezTo>
                  <a:pt x="747385" y="134531"/>
                  <a:pt x="741106" y="124857"/>
                  <a:pt x="736693" y="113712"/>
                </a:cubicBezTo>
                <a:cubicBezTo>
                  <a:pt x="732280" y="102567"/>
                  <a:pt x="730074" y="90998"/>
                  <a:pt x="730074" y="79004"/>
                </a:cubicBezTo>
                <a:cubicBezTo>
                  <a:pt x="730074" y="61467"/>
                  <a:pt x="734402" y="45471"/>
                  <a:pt x="743058" y="31016"/>
                </a:cubicBezTo>
                <a:cubicBezTo>
                  <a:pt x="751713" y="16562"/>
                  <a:pt x="763000" y="6223"/>
                  <a:pt x="776917" y="0"/>
                </a:cubicBezTo>
                <a:lnTo>
                  <a:pt x="776917" y="3564"/>
                </a:lnTo>
                <a:cubicBezTo>
                  <a:pt x="769958" y="7411"/>
                  <a:pt x="764244" y="12672"/>
                  <a:pt x="759775" y="19348"/>
                </a:cubicBezTo>
                <a:cubicBezTo>
                  <a:pt x="755306" y="26024"/>
                  <a:pt x="751968" y="34481"/>
                  <a:pt x="749762" y="44721"/>
                </a:cubicBezTo>
                <a:cubicBezTo>
                  <a:pt x="747555" y="54961"/>
                  <a:pt x="746452" y="65653"/>
                  <a:pt x="746452" y="76798"/>
                </a:cubicBezTo>
                <a:cubicBezTo>
                  <a:pt x="746452" y="88905"/>
                  <a:pt x="747385" y="99908"/>
                  <a:pt x="749252" y="109809"/>
                </a:cubicBezTo>
                <a:cubicBezTo>
                  <a:pt x="750723" y="117616"/>
                  <a:pt x="752505" y="123881"/>
                  <a:pt x="754599" y="128605"/>
                </a:cubicBezTo>
                <a:cubicBezTo>
                  <a:pt x="756692" y="133329"/>
                  <a:pt x="759506" y="137869"/>
                  <a:pt x="763042" y="142225"/>
                </a:cubicBezTo>
                <a:cubicBezTo>
                  <a:pt x="766578" y="146581"/>
                  <a:pt x="771203" y="150739"/>
                  <a:pt x="776917" y="154699"/>
                </a:cubicBezTo>
                <a:close/>
                <a:moveTo>
                  <a:pt x="861690" y="78241"/>
                </a:moveTo>
                <a:lnTo>
                  <a:pt x="861690" y="90291"/>
                </a:lnTo>
                <a:lnTo>
                  <a:pt x="846246" y="90291"/>
                </a:lnTo>
                <a:lnTo>
                  <a:pt x="846246" y="120671"/>
                </a:lnTo>
                <a:lnTo>
                  <a:pt x="832244" y="120671"/>
                </a:lnTo>
                <a:lnTo>
                  <a:pt x="832244" y="90291"/>
                </a:lnTo>
                <a:lnTo>
                  <a:pt x="783534" y="90291"/>
                </a:lnTo>
                <a:lnTo>
                  <a:pt x="783534" y="79429"/>
                </a:lnTo>
                <a:lnTo>
                  <a:pt x="836911" y="3225"/>
                </a:lnTo>
                <a:lnTo>
                  <a:pt x="846246" y="3225"/>
                </a:lnTo>
                <a:lnTo>
                  <a:pt x="846246" y="78241"/>
                </a:lnTo>
                <a:lnTo>
                  <a:pt x="861690" y="78241"/>
                </a:lnTo>
                <a:moveTo>
                  <a:pt x="832244" y="78241"/>
                </a:moveTo>
                <a:lnTo>
                  <a:pt x="832244" y="21130"/>
                </a:lnTo>
                <a:lnTo>
                  <a:pt x="791851" y="78241"/>
                </a:lnTo>
                <a:lnTo>
                  <a:pt x="832244" y="78241"/>
                </a:lnTo>
                <a:close/>
                <a:moveTo>
                  <a:pt x="873995" y="63815"/>
                </a:moveTo>
                <a:cubicBezTo>
                  <a:pt x="873995" y="50690"/>
                  <a:pt x="875975" y="39389"/>
                  <a:pt x="879935" y="29913"/>
                </a:cubicBezTo>
                <a:cubicBezTo>
                  <a:pt x="883895" y="20437"/>
                  <a:pt x="889156" y="13380"/>
                  <a:pt x="895719" y="8741"/>
                </a:cubicBezTo>
                <a:cubicBezTo>
                  <a:pt x="900811" y="5063"/>
                  <a:pt x="906072" y="3225"/>
                  <a:pt x="911503" y="3225"/>
                </a:cubicBezTo>
                <a:cubicBezTo>
                  <a:pt x="920328" y="3225"/>
                  <a:pt x="928249" y="7722"/>
                  <a:pt x="935264" y="16717"/>
                </a:cubicBezTo>
                <a:cubicBezTo>
                  <a:pt x="944032" y="27862"/>
                  <a:pt x="948417" y="42967"/>
                  <a:pt x="948417" y="62033"/>
                </a:cubicBezTo>
                <a:cubicBezTo>
                  <a:pt x="948417" y="75384"/>
                  <a:pt x="946493" y="86727"/>
                  <a:pt x="942646" y="96061"/>
                </a:cubicBezTo>
                <a:cubicBezTo>
                  <a:pt x="938799" y="105396"/>
                  <a:pt x="933892" y="112171"/>
                  <a:pt x="927923" y="116385"/>
                </a:cubicBezTo>
                <a:cubicBezTo>
                  <a:pt x="921955" y="120600"/>
                  <a:pt x="916198" y="122707"/>
                  <a:pt x="910654" y="122707"/>
                </a:cubicBezTo>
                <a:cubicBezTo>
                  <a:pt x="899679" y="122707"/>
                  <a:pt x="890543" y="116230"/>
                  <a:pt x="883245" y="103274"/>
                </a:cubicBezTo>
                <a:cubicBezTo>
                  <a:pt x="877078" y="92356"/>
                  <a:pt x="873995" y="79202"/>
                  <a:pt x="873995" y="63815"/>
                </a:cubicBezTo>
                <a:moveTo>
                  <a:pt x="890627" y="65981"/>
                </a:moveTo>
                <a:cubicBezTo>
                  <a:pt x="890627" y="81834"/>
                  <a:pt x="892579" y="94771"/>
                  <a:pt x="896483" y="104791"/>
                </a:cubicBezTo>
                <a:cubicBezTo>
                  <a:pt x="899707" y="113228"/>
                  <a:pt x="904516" y="117446"/>
                  <a:pt x="910909" y="117446"/>
                </a:cubicBezTo>
                <a:cubicBezTo>
                  <a:pt x="913964" y="117446"/>
                  <a:pt x="917132" y="116073"/>
                  <a:pt x="920413" y="113328"/>
                </a:cubicBezTo>
                <a:cubicBezTo>
                  <a:pt x="923694" y="110582"/>
                  <a:pt x="926184" y="105982"/>
                  <a:pt x="927881" y="99527"/>
                </a:cubicBezTo>
                <a:cubicBezTo>
                  <a:pt x="930483" y="89788"/>
                  <a:pt x="931784" y="76058"/>
                  <a:pt x="931784" y="58338"/>
                </a:cubicBezTo>
                <a:cubicBezTo>
                  <a:pt x="931784" y="45203"/>
                  <a:pt x="930427" y="34247"/>
                  <a:pt x="927711" y="25471"/>
                </a:cubicBezTo>
                <a:cubicBezTo>
                  <a:pt x="925674" y="18960"/>
                  <a:pt x="923044" y="14346"/>
                  <a:pt x="919819" y="11628"/>
                </a:cubicBezTo>
                <a:cubicBezTo>
                  <a:pt x="917500" y="9760"/>
                  <a:pt x="914699" y="8825"/>
                  <a:pt x="911418" y="8825"/>
                </a:cubicBezTo>
                <a:cubicBezTo>
                  <a:pt x="907571" y="8825"/>
                  <a:pt x="904148" y="10553"/>
                  <a:pt x="901150" y="14007"/>
                </a:cubicBezTo>
                <a:cubicBezTo>
                  <a:pt x="897077" y="18706"/>
                  <a:pt x="894305" y="26095"/>
                  <a:pt x="892834" y="36174"/>
                </a:cubicBezTo>
                <a:cubicBezTo>
                  <a:pt x="891363" y="46251"/>
                  <a:pt x="890627" y="56187"/>
                  <a:pt x="890627" y="65981"/>
                </a:cubicBezTo>
                <a:close/>
                <a:moveTo>
                  <a:pt x="987962" y="62711"/>
                </a:moveTo>
                <a:cubicBezTo>
                  <a:pt x="978853" y="55244"/>
                  <a:pt x="972984" y="49247"/>
                  <a:pt x="970353" y="44721"/>
                </a:cubicBezTo>
                <a:cubicBezTo>
                  <a:pt x="967723" y="40195"/>
                  <a:pt x="966407" y="35500"/>
                  <a:pt x="966407" y="30634"/>
                </a:cubicBezTo>
                <a:cubicBezTo>
                  <a:pt x="966407" y="23167"/>
                  <a:pt x="969293" y="16732"/>
                  <a:pt x="975063" y="11329"/>
                </a:cubicBezTo>
                <a:cubicBezTo>
                  <a:pt x="980833" y="5926"/>
                  <a:pt x="988499" y="3225"/>
                  <a:pt x="998060" y="3225"/>
                </a:cubicBezTo>
                <a:cubicBezTo>
                  <a:pt x="1007338" y="3225"/>
                  <a:pt x="1014806" y="5742"/>
                  <a:pt x="1020463" y="10777"/>
                </a:cubicBezTo>
                <a:cubicBezTo>
                  <a:pt x="1026120" y="15812"/>
                  <a:pt x="1028949" y="21554"/>
                  <a:pt x="1028949" y="28004"/>
                </a:cubicBezTo>
                <a:cubicBezTo>
                  <a:pt x="1028949" y="32303"/>
                  <a:pt x="1027422" y="36688"/>
                  <a:pt x="1024367" y="41157"/>
                </a:cubicBezTo>
                <a:cubicBezTo>
                  <a:pt x="1021312" y="45626"/>
                  <a:pt x="1014947" y="50888"/>
                  <a:pt x="1005273" y="56941"/>
                </a:cubicBezTo>
                <a:cubicBezTo>
                  <a:pt x="1015230" y="64635"/>
                  <a:pt x="1021821" y="70688"/>
                  <a:pt x="1025045" y="75101"/>
                </a:cubicBezTo>
                <a:cubicBezTo>
                  <a:pt x="1029345" y="80871"/>
                  <a:pt x="1031495" y="86953"/>
                  <a:pt x="1031495" y="93346"/>
                </a:cubicBezTo>
                <a:cubicBezTo>
                  <a:pt x="1031495" y="101436"/>
                  <a:pt x="1028412" y="108352"/>
                  <a:pt x="1022245" y="114094"/>
                </a:cubicBezTo>
                <a:cubicBezTo>
                  <a:pt x="1016079" y="119836"/>
                  <a:pt x="1007989" y="122707"/>
                  <a:pt x="997975" y="122707"/>
                </a:cubicBezTo>
                <a:cubicBezTo>
                  <a:pt x="987057" y="122707"/>
                  <a:pt x="978542" y="119285"/>
                  <a:pt x="972432" y="112439"/>
                </a:cubicBezTo>
                <a:cubicBezTo>
                  <a:pt x="967567" y="106952"/>
                  <a:pt x="965134" y="100955"/>
                  <a:pt x="965134" y="94449"/>
                </a:cubicBezTo>
                <a:cubicBezTo>
                  <a:pt x="965134" y="89357"/>
                  <a:pt x="966846" y="84308"/>
                  <a:pt x="970268" y="79301"/>
                </a:cubicBezTo>
                <a:cubicBezTo>
                  <a:pt x="973691" y="74295"/>
                  <a:pt x="979589" y="68765"/>
                  <a:pt x="987962" y="62711"/>
                </a:cubicBezTo>
                <a:moveTo>
                  <a:pt x="1001285" y="53631"/>
                </a:moveTo>
                <a:cubicBezTo>
                  <a:pt x="1008073" y="47521"/>
                  <a:pt x="1012373" y="42699"/>
                  <a:pt x="1014183" y="39163"/>
                </a:cubicBezTo>
                <a:cubicBezTo>
                  <a:pt x="1015994" y="35627"/>
                  <a:pt x="1016899" y="31624"/>
                  <a:pt x="1016899" y="27155"/>
                </a:cubicBezTo>
                <a:cubicBezTo>
                  <a:pt x="1016899" y="21215"/>
                  <a:pt x="1015230" y="16562"/>
                  <a:pt x="1011892" y="13196"/>
                </a:cubicBezTo>
                <a:cubicBezTo>
                  <a:pt x="1008554" y="9830"/>
                  <a:pt x="1004000" y="8147"/>
                  <a:pt x="998230" y="8147"/>
                </a:cubicBezTo>
                <a:cubicBezTo>
                  <a:pt x="992459" y="8147"/>
                  <a:pt x="987764" y="9815"/>
                  <a:pt x="984143" y="13153"/>
                </a:cubicBezTo>
                <a:cubicBezTo>
                  <a:pt x="980522" y="16491"/>
                  <a:pt x="978712" y="20395"/>
                  <a:pt x="978712" y="24864"/>
                </a:cubicBezTo>
                <a:cubicBezTo>
                  <a:pt x="978712" y="27806"/>
                  <a:pt x="979462" y="30748"/>
                  <a:pt x="980961" y="33689"/>
                </a:cubicBezTo>
                <a:cubicBezTo>
                  <a:pt x="982460" y="36631"/>
                  <a:pt x="984596" y="39432"/>
                  <a:pt x="987368" y="42090"/>
                </a:cubicBezTo>
                <a:lnTo>
                  <a:pt x="1001285" y="53631"/>
                </a:lnTo>
                <a:moveTo>
                  <a:pt x="991950" y="65936"/>
                </a:moveTo>
                <a:cubicBezTo>
                  <a:pt x="987255" y="69896"/>
                  <a:pt x="983775" y="74210"/>
                  <a:pt x="981512" y="78877"/>
                </a:cubicBezTo>
                <a:cubicBezTo>
                  <a:pt x="979249" y="83544"/>
                  <a:pt x="978118" y="88594"/>
                  <a:pt x="978118" y="94025"/>
                </a:cubicBezTo>
                <a:cubicBezTo>
                  <a:pt x="978118" y="101323"/>
                  <a:pt x="980112" y="107164"/>
                  <a:pt x="984101" y="111548"/>
                </a:cubicBezTo>
                <a:cubicBezTo>
                  <a:pt x="988089" y="115933"/>
                  <a:pt x="993166" y="118125"/>
                  <a:pt x="999333" y="118125"/>
                </a:cubicBezTo>
                <a:cubicBezTo>
                  <a:pt x="1005443" y="118125"/>
                  <a:pt x="1010336" y="116399"/>
                  <a:pt x="1014014" y="112948"/>
                </a:cubicBezTo>
                <a:cubicBezTo>
                  <a:pt x="1017691" y="109497"/>
                  <a:pt x="1019530" y="105311"/>
                  <a:pt x="1019530" y="100389"/>
                </a:cubicBezTo>
                <a:cubicBezTo>
                  <a:pt x="1019530" y="96316"/>
                  <a:pt x="1018455" y="92667"/>
                  <a:pt x="1016305" y="89442"/>
                </a:cubicBezTo>
                <a:cubicBezTo>
                  <a:pt x="1012288" y="83445"/>
                  <a:pt x="1004170" y="75610"/>
                  <a:pt x="991950" y="65936"/>
                </a:cubicBezTo>
                <a:close/>
                <a:moveTo>
                  <a:pt x="1140624" y="40733"/>
                </a:moveTo>
                <a:lnTo>
                  <a:pt x="1140624" y="67039"/>
                </a:lnTo>
                <a:lnTo>
                  <a:pt x="1137824" y="67039"/>
                </a:lnTo>
                <a:cubicBezTo>
                  <a:pt x="1135674" y="58788"/>
                  <a:pt x="1132916" y="53176"/>
                  <a:pt x="1129550" y="50203"/>
                </a:cubicBezTo>
                <a:cubicBezTo>
                  <a:pt x="1126184" y="47227"/>
                  <a:pt x="1121899" y="45739"/>
                  <a:pt x="1116694" y="45739"/>
                </a:cubicBezTo>
                <a:cubicBezTo>
                  <a:pt x="1112734" y="45739"/>
                  <a:pt x="1109537" y="46785"/>
                  <a:pt x="1107105" y="48877"/>
                </a:cubicBezTo>
                <a:cubicBezTo>
                  <a:pt x="1104672" y="50966"/>
                  <a:pt x="1103456" y="53283"/>
                  <a:pt x="1103456" y="55827"/>
                </a:cubicBezTo>
                <a:cubicBezTo>
                  <a:pt x="1103456" y="58992"/>
                  <a:pt x="1104361" y="61704"/>
                  <a:pt x="1106171" y="63963"/>
                </a:cubicBezTo>
                <a:cubicBezTo>
                  <a:pt x="1107925" y="66281"/>
                  <a:pt x="1111489" y="68739"/>
                  <a:pt x="1116864" y="71338"/>
                </a:cubicBezTo>
                <a:lnTo>
                  <a:pt x="1129253" y="77358"/>
                </a:lnTo>
                <a:cubicBezTo>
                  <a:pt x="1140738" y="82951"/>
                  <a:pt x="1146480" y="90326"/>
                  <a:pt x="1146480" y="99482"/>
                </a:cubicBezTo>
                <a:cubicBezTo>
                  <a:pt x="1146480" y="106545"/>
                  <a:pt x="1143807" y="112239"/>
                  <a:pt x="1138461" y="116563"/>
                </a:cubicBezTo>
                <a:cubicBezTo>
                  <a:pt x="1133114" y="120885"/>
                  <a:pt x="1127132" y="123047"/>
                  <a:pt x="1120513" y="123047"/>
                </a:cubicBezTo>
                <a:cubicBezTo>
                  <a:pt x="1115761" y="123047"/>
                  <a:pt x="1110329" y="122198"/>
                  <a:pt x="1104220" y="120501"/>
                </a:cubicBezTo>
                <a:cubicBezTo>
                  <a:pt x="1102353" y="119935"/>
                  <a:pt x="1100825" y="119652"/>
                  <a:pt x="1099637" y="119652"/>
                </a:cubicBezTo>
                <a:cubicBezTo>
                  <a:pt x="1098336" y="119652"/>
                  <a:pt x="1097318" y="120388"/>
                  <a:pt x="1096582" y="121859"/>
                </a:cubicBezTo>
                <a:lnTo>
                  <a:pt x="1093782" y="121859"/>
                </a:lnTo>
                <a:lnTo>
                  <a:pt x="1093782" y="94025"/>
                </a:lnTo>
                <a:lnTo>
                  <a:pt x="1096582" y="94025"/>
                </a:lnTo>
                <a:cubicBezTo>
                  <a:pt x="1098166" y="101973"/>
                  <a:pt x="1101193" y="107963"/>
                  <a:pt x="1105662" y="111994"/>
                </a:cubicBezTo>
                <a:cubicBezTo>
                  <a:pt x="1110131" y="116025"/>
                  <a:pt x="1115138" y="118040"/>
                  <a:pt x="1120682" y="118040"/>
                </a:cubicBezTo>
                <a:cubicBezTo>
                  <a:pt x="1124586" y="118040"/>
                  <a:pt x="1127768" y="116896"/>
                  <a:pt x="1130229" y="114608"/>
                </a:cubicBezTo>
                <a:cubicBezTo>
                  <a:pt x="1132690" y="112319"/>
                  <a:pt x="1133921" y="109564"/>
                  <a:pt x="1133921" y="106343"/>
                </a:cubicBezTo>
                <a:cubicBezTo>
                  <a:pt x="1133921" y="102443"/>
                  <a:pt x="1132549" y="99165"/>
                  <a:pt x="1129805" y="96509"/>
                </a:cubicBezTo>
                <a:cubicBezTo>
                  <a:pt x="1127061" y="93854"/>
                  <a:pt x="1121588" y="90492"/>
                  <a:pt x="1113384" y="86424"/>
                </a:cubicBezTo>
                <a:cubicBezTo>
                  <a:pt x="1105181" y="82355"/>
                  <a:pt x="1099807" y="78681"/>
                  <a:pt x="1097261" y="75403"/>
                </a:cubicBezTo>
                <a:cubicBezTo>
                  <a:pt x="1094715" y="72182"/>
                  <a:pt x="1093442" y="68113"/>
                  <a:pt x="1093442" y="63197"/>
                </a:cubicBezTo>
                <a:cubicBezTo>
                  <a:pt x="1093442" y="56811"/>
                  <a:pt x="1095635" y="51471"/>
                  <a:pt x="1100019" y="47177"/>
                </a:cubicBezTo>
                <a:cubicBezTo>
                  <a:pt x="1104403" y="42881"/>
                  <a:pt x="1110075" y="40733"/>
                  <a:pt x="1117033" y="40733"/>
                </a:cubicBezTo>
                <a:cubicBezTo>
                  <a:pt x="1120088" y="40733"/>
                  <a:pt x="1123794" y="41383"/>
                  <a:pt x="1128150" y="42684"/>
                </a:cubicBezTo>
                <a:cubicBezTo>
                  <a:pt x="1131035" y="43533"/>
                  <a:pt x="1132959" y="43957"/>
                  <a:pt x="1133921" y="43957"/>
                </a:cubicBezTo>
                <a:cubicBezTo>
                  <a:pt x="1134826" y="43957"/>
                  <a:pt x="1135533" y="43759"/>
                  <a:pt x="1136042" y="43363"/>
                </a:cubicBezTo>
                <a:cubicBezTo>
                  <a:pt x="1136551" y="42967"/>
                  <a:pt x="1137145" y="42090"/>
                  <a:pt x="1137824" y="40733"/>
                </a:cubicBezTo>
                <a:lnTo>
                  <a:pt x="1140624" y="40733"/>
                </a:lnTo>
                <a:close/>
                <a:moveTo>
                  <a:pt x="1202035" y="109469"/>
                </a:moveTo>
                <a:cubicBezTo>
                  <a:pt x="1194058" y="115636"/>
                  <a:pt x="1189051" y="119200"/>
                  <a:pt x="1187015" y="120161"/>
                </a:cubicBezTo>
                <a:cubicBezTo>
                  <a:pt x="1183960" y="121632"/>
                  <a:pt x="1180707" y="122368"/>
                  <a:pt x="1177256" y="122368"/>
                </a:cubicBezTo>
                <a:cubicBezTo>
                  <a:pt x="1171881" y="122368"/>
                  <a:pt x="1167455" y="120529"/>
                  <a:pt x="1163975" y="116852"/>
                </a:cubicBezTo>
                <a:cubicBezTo>
                  <a:pt x="1160496" y="113175"/>
                  <a:pt x="1158756" y="108338"/>
                  <a:pt x="1158756" y="102341"/>
                </a:cubicBezTo>
                <a:cubicBezTo>
                  <a:pt x="1158756" y="98551"/>
                  <a:pt x="1159605" y="95269"/>
                  <a:pt x="1161302" y="92497"/>
                </a:cubicBezTo>
                <a:cubicBezTo>
                  <a:pt x="1163622" y="88650"/>
                  <a:pt x="1167653" y="85030"/>
                  <a:pt x="1173395" y="81635"/>
                </a:cubicBezTo>
                <a:cubicBezTo>
                  <a:pt x="1179137" y="78241"/>
                  <a:pt x="1188684" y="74111"/>
                  <a:pt x="1202035" y="69246"/>
                </a:cubicBezTo>
                <a:lnTo>
                  <a:pt x="1202035" y="66191"/>
                </a:lnTo>
                <a:cubicBezTo>
                  <a:pt x="1202035" y="58440"/>
                  <a:pt x="1200805" y="53122"/>
                  <a:pt x="1198344" y="50237"/>
                </a:cubicBezTo>
                <a:cubicBezTo>
                  <a:pt x="1195883" y="47352"/>
                  <a:pt x="1192304" y="45909"/>
                  <a:pt x="1187609" y="45909"/>
                </a:cubicBezTo>
                <a:cubicBezTo>
                  <a:pt x="1184045" y="45909"/>
                  <a:pt x="1181216" y="46867"/>
                  <a:pt x="1179123" y="48784"/>
                </a:cubicBezTo>
                <a:cubicBezTo>
                  <a:pt x="1176973" y="50700"/>
                  <a:pt x="1175898" y="52899"/>
                  <a:pt x="1175898" y="55379"/>
                </a:cubicBezTo>
                <a:lnTo>
                  <a:pt x="1176068" y="60282"/>
                </a:lnTo>
                <a:cubicBezTo>
                  <a:pt x="1176068" y="62874"/>
                  <a:pt x="1175403" y="64874"/>
                  <a:pt x="1174074" y="66283"/>
                </a:cubicBezTo>
                <a:cubicBezTo>
                  <a:pt x="1172744" y="67692"/>
                  <a:pt x="1171005" y="68397"/>
                  <a:pt x="1168855" y="68397"/>
                </a:cubicBezTo>
                <a:cubicBezTo>
                  <a:pt x="1166762" y="68397"/>
                  <a:pt x="1165050" y="67664"/>
                  <a:pt x="1163721" y="66199"/>
                </a:cubicBezTo>
                <a:cubicBezTo>
                  <a:pt x="1162391" y="64731"/>
                  <a:pt x="1161727" y="62728"/>
                  <a:pt x="1161727" y="60189"/>
                </a:cubicBezTo>
                <a:cubicBezTo>
                  <a:pt x="1161727" y="55340"/>
                  <a:pt x="1164216" y="50885"/>
                  <a:pt x="1169194" y="46824"/>
                </a:cubicBezTo>
                <a:cubicBezTo>
                  <a:pt x="1174173" y="42763"/>
                  <a:pt x="1181159" y="40733"/>
                  <a:pt x="1190155" y="40733"/>
                </a:cubicBezTo>
                <a:cubicBezTo>
                  <a:pt x="1197057" y="40733"/>
                  <a:pt x="1202714" y="41891"/>
                  <a:pt x="1207127" y="44207"/>
                </a:cubicBezTo>
                <a:cubicBezTo>
                  <a:pt x="1210464" y="45959"/>
                  <a:pt x="1212925" y="48700"/>
                  <a:pt x="1214509" y="52430"/>
                </a:cubicBezTo>
                <a:cubicBezTo>
                  <a:pt x="1215528" y="54859"/>
                  <a:pt x="1216037" y="59831"/>
                  <a:pt x="1216037" y="67347"/>
                </a:cubicBezTo>
                <a:lnTo>
                  <a:pt x="1216037" y="93706"/>
                </a:lnTo>
                <a:cubicBezTo>
                  <a:pt x="1216037" y="101109"/>
                  <a:pt x="1216178" y="105643"/>
                  <a:pt x="1216461" y="107311"/>
                </a:cubicBezTo>
                <a:cubicBezTo>
                  <a:pt x="1216744" y="108978"/>
                  <a:pt x="1217211" y="110094"/>
                  <a:pt x="1217861" y="110660"/>
                </a:cubicBezTo>
                <a:cubicBezTo>
                  <a:pt x="1218512" y="111224"/>
                  <a:pt x="1219262" y="111506"/>
                  <a:pt x="1220110" y="111506"/>
                </a:cubicBezTo>
                <a:cubicBezTo>
                  <a:pt x="1221015" y="111506"/>
                  <a:pt x="1221807" y="111308"/>
                  <a:pt x="1222486" y="110912"/>
                </a:cubicBezTo>
                <a:cubicBezTo>
                  <a:pt x="1223674" y="110176"/>
                  <a:pt x="1225965" y="108111"/>
                  <a:pt x="1229360" y="104717"/>
                </a:cubicBezTo>
                <a:lnTo>
                  <a:pt x="1229360" y="109469"/>
                </a:lnTo>
                <a:cubicBezTo>
                  <a:pt x="1223024" y="117955"/>
                  <a:pt x="1216970" y="122198"/>
                  <a:pt x="1211200" y="122198"/>
                </a:cubicBezTo>
                <a:cubicBezTo>
                  <a:pt x="1208428" y="122198"/>
                  <a:pt x="1206221" y="121236"/>
                  <a:pt x="1204581" y="119313"/>
                </a:cubicBezTo>
                <a:cubicBezTo>
                  <a:pt x="1202940" y="117389"/>
                  <a:pt x="1202092" y="114108"/>
                  <a:pt x="1202035" y="109469"/>
                </a:cubicBezTo>
                <a:moveTo>
                  <a:pt x="1202035" y="103906"/>
                </a:moveTo>
                <a:lnTo>
                  <a:pt x="1202035" y="74422"/>
                </a:lnTo>
                <a:cubicBezTo>
                  <a:pt x="1193492" y="77801"/>
                  <a:pt x="1187977" y="80194"/>
                  <a:pt x="1185487" y="81603"/>
                </a:cubicBezTo>
                <a:cubicBezTo>
                  <a:pt x="1181018" y="84082"/>
                  <a:pt x="1177822" y="86673"/>
                  <a:pt x="1175898" y="89376"/>
                </a:cubicBezTo>
                <a:cubicBezTo>
                  <a:pt x="1173975" y="92079"/>
                  <a:pt x="1173013" y="95036"/>
                  <a:pt x="1173013" y="98246"/>
                </a:cubicBezTo>
                <a:cubicBezTo>
                  <a:pt x="1173013" y="102302"/>
                  <a:pt x="1174229" y="105667"/>
                  <a:pt x="1176662" y="108342"/>
                </a:cubicBezTo>
                <a:cubicBezTo>
                  <a:pt x="1179095" y="111017"/>
                  <a:pt x="1181895" y="112354"/>
                  <a:pt x="1185063" y="112354"/>
                </a:cubicBezTo>
                <a:cubicBezTo>
                  <a:pt x="1189363" y="112354"/>
                  <a:pt x="1195020" y="109538"/>
                  <a:pt x="1202035" y="103906"/>
                </a:cubicBezTo>
                <a:close/>
                <a:moveTo>
                  <a:pt x="1258239" y="57280"/>
                </a:moveTo>
                <a:cubicBezTo>
                  <a:pt x="1263896" y="51623"/>
                  <a:pt x="1267234" y="48370"/>
                  <a:pt x="1268252" y="47521"/>
                </a:cubicBezTo>
                <a:cubicBezTo>
                  <a:pt x="1270798" y="45372"/>
                  <a:pt x="1273542" y="43703"/>
                  <a:pt x="1276484" y="42515"/>
                </a:cubicBezTo>
                <a:cubicBezTo>
                  <a:pt x="1279425" y="41327"/>
                  <a:pt x="1282339" y="40733"/>
                  <a:pt x="1285224" y="40733"/>
                </a:cubicBezTo>
                <a:cubicBezTo>
                  <a:pt x="1290090" y="40733"/>
                  <a:pt x="1294276" y="42147"/>
                  <a:pt x="1297783" y="44976"/>
                </a:cubicBezTo>
                <a:cubicBezTo>
                  <a:pt x="1301291" y="47804"/>
                  <a:pt x="1303639" y="51906"/>
                  <a:pt x="1304827" y="57280"/>
                </a:cubicBezTo>
                <a:cubicBezTo>
                  <a:pt x="1310654" y="50492"/>
                  <a:pt x="1315576" y="46036"/>
                  <a:pt x="1319592" y="43915"/>
                </a:cubicBezTo>
                <a:cubicBezTo>
                  <a:pt x="1323609" y="41793"/>
                  <a:pt x="1327739" y="40733"/>
                  <a:pt x="1331982" y="40733"/>
                </a:cubicBezTo>
                <a:cubicBezTo>
                  <a:pt x="1336112" y="40733"/>
                  <a:pt x="1339775" y="41792"/>
                  <a:pt x="1342971" y="43910"/>
                </a:cubicBezTo>
                <a:cubicBezTo>
                  <a:pt x="1346168" y="46026"/>
                  <a:pt x="1348699" y="49483"/>
                  <a:pt x="1350566" y="54281"/>
                </a:cubicBezTo>
                <a:cubicBezTo>
                  <a:pt x="1351811" y="57555"/>
                  <a:pt x="1352433" y="62692"/>
                  <a:pt x="1352433" y="69691"/>
                </a:cubicBezTo>
                <a:lnTo>
                  <a:pt x="1352433" y="103052"/>
                </a:lnTo>
                <a:cubicBezTo>
                  <a:pt x="1352433" y="107906"/>
                  <a:pt x="1352801" y="111237"/>
                  <a:pt x="1353536" y="113044"/>
                </a:cubicBezTo>
                <a:cubicBezTo>
                  <a:pt x="1354102" y="114285"/>
                  <a:pt x="1355149" y="115343"/>
                  <a:pt x="1356676" y="116218"/>
                </a:cubicBezTo>
                <a:cubicBezTo>
                  <a:pt x="1358204" y="117093"/>
                  <a:pt x="1360693" y="117531"/>
                  <a:pt x="1364144" y="117531"/>
                </a:cubicBezTo>
                <a:lnTo>
                  <a:pt x="1364144" y="120671"/>
                </a:lnTo>
                <a:lnTo>
                  <a:pt x="1325787" y="120671"/>
                </a:lnTo>
                <a:lnTo>
                  <a:pt x="1325787" y="117531"/>
                </a:lnTo>
                <a:lnTo>
                  <a:pt x="1327400" y="117531"/>
                </a:lnTo>
                <a:cubicBezTo>
                  <a:pt x="1330737" y="117531"/>
                  <a:pt x="1333340" y="116884"/>
                  <a:pt x="1335207" y="115590"/>
                </a:cubicBezTo>
                <a:cubicBezTo>
                  <a:pt x="1336508" y="114688"/>
                  <a:pt x="1337441" y="113252"/>
                  <a:pt x="1338007" y="111283"/>
                </a:cubicBezTo>
                <a:cubicBezTo>
                  <a:pt x="1338233" y="110327"/>
                  <a:pt x="1338346" y="107597"/>
                  <a:pt x="1338346" y="103094"/>
                </a:cubicBezTo>
                <a:lnTo>
                  <a:pt x="1338346" y="69829"/>
                </a:lnTo>
                <a:cubicBezTo>
                  <a:pt x="1338346" y="63525"/>
                  <a:pt x="1337583" y="59078"/>
                  <a:pt x="1336055" y="56490"/>
                </a:cubicBezTo>
                <a:cubicBezTo>
                  <a:pt x="1333849" y="52887"/>
                  <a:pt x="1330313" y="51086"/>
                  <a:pt x="1325448" y="51086"/>
                </a:cubicBezTo>
                <a:cubicBezTo>
                  <a:pt x="1322449" y="51086"/>
                  <a:pt x="1319437" y="51832"/>
                  <a:pt x="1316410" y="53324"/>
                </a:cubicBezTo>
                <a:cubicBezTo>
                  <a:pt x="1313384" y="54814"/>
                  <a:pt x="1309720" y="57586"/>
                  <a:pt x="1305421" y="61640"/>
                </a:cubicBezTo>
                <a:lnTo>
                  <a:pt x="1305251" y="62568"/>
                </a:lnTo>
                <a:lnTo>
                  <a:pt x="1305421" y="66199"/>
                </a:lnTo>
                <a:lnTo>
                  <a:pt x="1305421" y="103094"/>
                </a:lnTo>
                <a:cubicBezTo>
                  <a:pt x="1305421" y="108385"/>
                  <a:pt x="1305718" y="111678"/>
                  <a:pt x="1306312" y="112972"/>
                </a:cubicBezTo>
                <a:cubicBezTo>
                  <a:pt x="1306906" y="114266"/>
                  <a:pt x="1308023" y="115350"/>
                  <a:pt x="1309664" y="116223"/>
                </a:cubicBezTo>
                <a:cubicBezTo>
                  <a:pt x="1311304" y="117095"/>
                  <a:pt x="1314105" y="117531"/>
                  <a:pt x="1318065" y="117531"/>
                </a:cubicBezTo>
                <a:lnTo>
                  <a:pt x="1318065" y="120671"/>
                </a:lnTo>
                <a:lnTo>
                  <a:pt x="1278775" y="120671"/>
                </a:lnTo>
                <a:lnTo>
                  <a:pt x="1278775" y="117531"/>
                </a:lnTo>
                <a:cubicBezTo>
                  <a:pt x="1283074" y="117531"/>
                  <a:pt x="1286030" y="117024"/>
                  <a:pt x="1287643" y="116011"/>
                </a:cubicBezTo>
                <a:cubicBezTo>
                  <a:pt x="1289255" y="114998"/>
                  <a:pt x="1290372" y="113479"/>
                  <a:pt x="1290995" y="111453"/>
                </a:cubicBezTo>
                <a:cubicBezTo>
                  <a:pt x="1291278" y="110495"/>
                  <a:pt x="1291419" y="107708"/>
                  <a:pt x="1291419" y="103094"/>
                </a:cubicBezTo>
                <a:lnTo>
                  <a:pt x="1291419" y="69829"/>
                </a:lnTo>
                <a:cubicBezTo>
                  <a:pt x="1291419" y="63525"/>
                  <a:pt x="1290486" y="58993"/>
                  <a:pt x="1288619" y="56236"/>
                </a:cubicBezTo>
                <a:cubicBezTo>
                  <a:pt x="1286129" y="52633"/>
                  <a:pt x="1282650" y="50831"/>
                  <a:pt x="1278181" y="50831"/>
                </a:cubicBezTo>
                <a:cubicBezTo>
                  <a:pt x="1275126" y="50831"/>
                  <a:pt x="1272099" y="51647"/>
                  <a:pt x="1269101" y="53279"/>
                </a:cubicBezTo>
                <a:cubicBezTo>
                  <a:pt x="1264405" y="55756"/>
                  <a:pt x="1260785" y="58542"/>
                  <a:pt x="1258239" y="61637"/>
                </a:cubicBezTo>
                <a:lnTo>
                  <a:pt x="1258239" y="103094"/>
                </a:lnTo>
                <a:cubicBezTo>
                  <a:pt x="1258239" y="108159"/>
                  <a:pt x="1258592" y="111452"/>
                  <a:pt x="1259300" y="112972"/>
                </a:cubicBezTo>
                <a:cubicBezTo>
                  <a:pt x="1260007" y="114491"/>
                  <a:pt x="1261053" y="115630"/>
                  <a:pt x="1262439" y="116391"/>
                </a:cubicBezTo>
                <a:cubicBezTo>
                  <a:pt x="1263825" y="117151"/>
                  <a:pt x="1266640" y="117531"/>
                  <a:pt x="1270883" y="117531"/>
                </a:cubicBezTo>
                <a:lnTo>
                  <a:pt x="1270883" y="120671"/>
                </a:lnTo>
                <a:lnTo>
                  <a:pt x="1232441" y="120671"/>
                </a:lnTo>
                <a:lnTo>
                  <a:pt x="1232441" y="117531"/>
                </a:lnTo>
                <a:cubicBezTo>
                  <a:pt x="1236006" y="117531"/>
                  <a:pt x="1238495" y="117150"/>
                  <a:pt x="1239909" y="116388"/>
                </a:cubicBezTo>
                <a:cubicBezTo>
                  <a:pt x="1241323" y="115626"/>
                  <a:pt x="1242398" y="114412"/>
                  <a:pt x="1243134" y="112747"/>
                </a:cubicBezTo>
                <a:cubicBezTo>
                  <a:pt x="1243869" y="111081"/>
                  <a:pt x="1244237" y="107850"/>
                  <a:pt x="1244237" y="103052"/>
                </a:cubicBezTo>
                <a:lnTo>
                  <a:pt x="1244237" y="73417"/>
                </a:lnTo>
                <a:cubicBezTo>
                  <a:pt x="1244237" y="64892"/>
                  <a:pt x="1243982" y="59389"/>
                  <a:pt x="1243473" y="56906"/>
                </a:cubicBezTo>
                <a:cubicBezTo>
                  <a:pt x="1243077" y="55043"/>
                  <a:pt x="1242455" y="53759"/>
                  <a:pt x="1241606" y="53053"/>
                </a:cubicBezTo>
                <a:cubicBezTo>
                  <a:pt x="1240758" y="52348"/>
                  <a:pt x="1239598" y="51995"/>
                  <a:pt x="1238127" y="51995"/>
                </a:cubicBezTo>
                <a:cubicBezTo>
                  <a:pt x="1236543" y="51995"/>
                  <a:pt x="1234648" y="52419"/>
                  <a:pt x="1232441" y="53265"/>
                </a:cubicBezTo>
                <a:lnTo>
                  <a:pt x="1231169" y="50216"/>
                </a:lnTo>
                <a:lnTo>
                  <a:pt x="1254590" y="40733"/>
                </a:lnTo>
                <a:lnTo>
                  <a:pt x="1258239" y="40733"/>
                </a:lnTo>
                <a:lnTo>
                  <a:pt x="1258239" y="57280"/>
                </a:lnTo>
                <a:close/>
                <a:moveTo>
                  <a:pt x="1364767" y="50584"/>
                </a:moveTo>
                <a:lnTo>
                  <a:pt x="1388697" y="40902"/>
                </a:lnTo>
                <a:lnTo>
                  <a:pt x="1391922" y="40902"/>
                </a:lnTo>
                <a:lnTo>
                  <a:pt x="1391922" y="59062"/>
                </a:lnTo>
                <a:cubicBezTo>
                  <a:pt x="1395939" y="52217"/>
                  <a:pt x="1399970" y="47451"/>
                  <a:pt x="1404015" y="44764"/>
                </a:cubicBezTo>
                <a:cubicBezTo>
                  <a:pt x="1408060" y="42076"/>
                  <a:pt x="1412317" y="40733"/>
                  <a:pt x="1416786" y="40733"/>
                </a:cubicBezTo>
                <a:cubicBezTo>
                  <a:pt x="1424593" y="40733"/>
                  <a:pt x="1431099" y="43784"/>
                  <a:pt x="1436304" y="49887"/>
                </a:cubicBezTo>
                <a:cubicBezTo>
                  <a:pt x="1442697" y="57348"/>
                  <a:pt x="1445893" y="67068"/>
                  <a:pt x="1445893" y="79050"/>
                </a:cubicBezTo>
                <a:cubicBezTo>
                  <a:pt x="1445893" y="92443"/>
                  <a:pt x="1442046" y="103520"/>
                  <a:pt x="1434352" y="112280"/>
                </a:cubicBezTo>
                <a:cubicBezTo>
                  <a:pt x="1428016" y="119458"/>
                  <a:pt x="1420039" y="123047"/>
                  <a:pt x="1410422" y="123047"/>
                </a:cubicBezTo>
                <a:cubicBezTo>
                  <a:pt x="1406235" y="123047"/>
                  <a:pt x="1402614" y="122453"/>
                  <a:pt x="1399560" y="121265"/>
                </a:cubicBezTo>
                <a:cubicBezTo>
                  <a:pt x="1397297" y="120416"/>
                  <a:pt x="1394751" y="118719"/>
                  <a:pt x="1391922" y="116173"/>
                </a:cubicBezTo>
                <a:lnTo>
                  <a:pt x="1391922" y="139849"/>
                </a:lnTo>
                <a:cubicBezTo>
                  <a:pt x="1391922" y="145167"/>
                  <a:pt x="1392247" y="148547"/>
                  <a:pt x="1392898" y="149990"/>
                </a:cubicBezTo>
                <a:cubicBezTo>
                  <a:pt x="1393549" y="151432"/>
                  <a:pt x="1394680" y="152578"/>
                  <a:pt x="1396292" y="153427"/>
                </a:cubicBezTo>
                <a:cubicBezTo>
                  <a:pt x="1397905" y="154275"/>
                  <a:pt x="1400832" y="154699"/>
                  <a:pt x="1405075" y="154699"/>
                </a:cubicBezTo>
                <a:lnTo>
                  <a:pt x="1405075" y="157839"/>
                </a:lnTo>
                <a:lnTo>
                  <a:pt x="1364343" y="157839"/>
                </a:lnTo>
                <a:lnTo>
                  <a:pt x="1364343" y="154699"/>
                </a:lnTo>
                <a:lnTo>
                  <a:pt x="1366464" y="154699"/>
                </a:lnTo>
                <a:cubicBezTo>
                  <a:pt x="1369576" y="154756"/>
                  <a:pt x="1372235" y="154161"/>
                  <a:pt x="1374441" y="152915"/>
                </a:cubicBezTo>
                <a:cubicBezTo>
                  <a:pt x="1375516" y="152292"/>
                  <a:pt x="1376350" y="151287"/>
                  <a:pt x="1376944" y="149900"/>
                </a:cubicBezTo>
                <a:cubicBezTo>
                  <a:pt x="1377538" y="148514"/>
                  <a:pt x="1377835" y="144990"/>
                  <a:pt x="1377835" y="139329"/>
                </a:cubicBezTo>
                <a:lnTo>
                  <a:pt x="1377835" y="65785"/>
                </a:lnTo>
                <a:cubicBezTo>
                  <a:pt x="1377835" y="60746"/>
                  <a:pt x="1377609" y="57548"/>
                  <a:pt x="1377157" y="56190"/>
                </a:cubicBezTo>
                <a:cubicBezTo>
                  <a:pt x="1376704" y="54831"/>
                  <a:pt x="1375983" y="53812"/>
                  <a:pt x="1374993" y="53133"/>
                </a:cubicBezTo>
                <a:cubicBezTo>
                  <a:pt x="1374003" y="52452"/>
                  <a:pt x="1372659" y="52112"/>
                  <a:pt x="1370962" y="52112"/>
                </a:cubicBezTo>
                <a:cubicBezTo>
                  <a:pt x="1369604" y="52112"/>
                  <a:pt x="1367879" y="52508"/>
                  <a:pt x="1365785" y="53300"/>
                </a:cubicBezTo>
                <a:lnTo>
                  <a:pt x="1364767" y="50584"/>
                </a:lnTo>
                <a:moveTo>
                  <a:pt x="1391922" y="64223"/>
                </a:moveTo>
                <a:lnTo>
                  <a:pt x="1391922" y="93208"/>
                </a:lnTo>
                <a:cubicBezTo>
                  <a:pt x="1391922" y="99480"/>
                  <a:pt x="1392177" y="103605"/>
                  <a:pt x="1392686" y="105582"/>
                </a:cubicBezTo>
                <a:cubicBezTo>
                  <a:pt x="1393478" y="108859"/>
                  <a:pt x="1395416" y="111741"/>
                  <a:pt x="1398499" y="114227"/>
                </a:cubicBezTo>
                <a:cubicBezTo>
                  <a:pt x="1401582" y="116712"/>
                  <a:pt x="1405471" y="117955"/>
                  <a:pt x="1410167" y="117955"/>
                </a:cubicBezTo>
                <a:cubicBezTo>
                  <a:pt x="1415824" y="117955"/>
                  <a:pt x="1420407" y="115751"/>
                  <a:pt x="1423914" y="111344"/>
                </a:cubicBezTo>
                <a:cubicBezTo>
                  <a:pt x="1428497" y="105582"/>
                  <a:pt x="1430788" y="97475"/>
                  <a:pt x="1430788" y="87021"/>
                </a:cubicBezTo>
                <a:cubicBezTo>
                  <a:pt x="1430788" y="75157"/>
                  <a:pt x="1428186" y="66032"/>
                  <a:pt x="1422981" y="59648"/>
                </a:cubicBezTo>
                <a:cubicBezTo>
                  <a:pt x="1419360" y="55241"/>
                  <a:pt x="1415061" y="53037"/>
                  <a:pt x="1410082" y="53037"/>
                </a:cubicBezTo>
                <a:cubicBezTo>
                  <a:pt x="1407367" y="53037"/>
                  <a:pt x="1404679" y="53715"/>
                  <a:pt x="1402020" y="55071"/>
                </a:cubicBezTo>
                <a:cubicBezTo>
                  <a:pt x="1399984" y="56088"/>
                  <a:pt x="1396618" y="59138"/>
                  <a:pt x="1391922" y="64223"/>
                </a:cubicBezTo>
                <a:close/>
                <a:moveTo>
                  <a:pt x="1483995" y="0"/>
                </a:moveTo>
                <a:lnTo>
                  <a:pt x="1483995" y="103030"/>
                </a:lnTo>
                <a:cubicBezTo>
                  <a:pt x="1483995" y="107892"/>
                  <a:pt x="1484349" y="111115"/>
                  <a:pt x="1485056" y="112699"/>
                </a:cubicBezTo>
                <a:cubicBezTo>
                  <a:pt x="1485763" y="114281"/>
                  <a:pt x="1486852" y="115483"/>
                  <a:pt x="1488323" y="116303"/>
                </a:cubicBezTo>
                <a:cubicBezTo>
                  <a:pt x="1489794" y="117122"/>
                  <a:pt x="1492538" y="117531"/>
                  <a:pt x="1496554" y="117531"/>
                </a:cubicBezTo>
                <a:lnTo>
                  <a:pt x="1496554" y="120671"/>
                </a:lnTo>
                <a:lnTo>
                  <a:pt x="1458452" y="120671"/>
                </a:lnTo>
                <a:lnTo>
                  <a:pt x="1458452" y="117531"/>
                </a:lnTo>
                <a:cubicBezTo>
                  <a:pt x="1462016" y="117531"/>
                  <a:pt x="1464449" y="117164"/>
                  <a:pt x="1465750" y="116430"/>
                </a:cubicBezTo>
                <a:cubicBezTo>
                  <a:pt x="1467051" y="115695"/>
                  <a:pt x="1468070" y="114479"/>
                  <a:pt x="1468805" y="112784"/>
                </a:cubicBezTo>
                <a:cubicBezTo>
                  <a:pt x="1469541" y="111087"/>
                  <a:pt x="1469908" y="107836"/>
                  <a:pt x="1469908" y="103030"/>
                </a:cubicBezTo>
                <a:lnTo>
                  <a:pt x="1469908" y="32477"/>
                </a:lnTo>
                <a:cubicBezTo>
                  <a:pt x="1469908" y="23716"/>
                  <a:pt x="1469710" y="18331"/>
                  <a:pt x="1469314" y="16325"/>
                </a:cubicBezTo>
                <a:cubicBezTo>
                  <a:pt x="1468918" y="14317"/>
                  <a:pt x="1468282" y="12946"/>
                  <a:pt x="1467405" y="12212"/>
                </a:cubicBezTo>
                <a:cubicBezTo>
                  <a:pt x="1466528" y="11476"/>
                  <a:pt x="1465411" y="11109"/>
                  <a:pt x="1464053" y="11109"/>
                </a:cubicBezTo>
                <a:cubicBezTo>
                  <a:pt x="1462582" y="11109"/>
                  <a:pt x="1460715" y="11561"/>
                  <a:pt x="1458452" y="12466"/>
                </a:cubicBezTo>
                <a:lnTo>
                  <a:pt x="1457010" y="9496"/>
                </a:lnTo>
                <a:lnTo>
                  <a:pt x="1480176" y="0"/>
                </a:lnTo>
                <a:lnTo>
                  <a:pt x="1483995" y="0"/>
                </a:lnTo>
                <a:close/>
                <a:moveTo>
                  <a:pt x="1518647" y="72301"/>
                </a:moveTo>
                <a:cubicBezTo>
                  <a:pt x="1518590" y="83815"/>
                  <a:pt x="1521391" y="92846"/>
                  <a:pt x="1527048" y="99395"/>
                </a:cubicBezTo>
                <a:cubicBezTo>
                  <a:pt x="1532705" y="105941"/>
                  <a:pt x="1539353" y="109215"/>
                  <a:pt x="1546990" y="109215"/>
                </a:cubicBezTo>
                <a:cubicBezTo>
                  <a:pt x="1552082" y="109215"/>
                  <a:pt x="1556509" y="107814"/>
                  <a:pt x="1560271" y="105014"/>
                </a:cubicBezTo>
                <a:cubicBezTo>
                  <a:pt x="1564033" y="102214"/>
                  <a:pt x="1567187" y="97419"/>
                  <a:pt x="1569733" y="90630"/>
                </a:cubicBezTo>
                <a:lnTo>
                  <a:pt x="1572363" y="92327"/>
                </a:lnTo>
                <a:cubicBezTo>
                  <a:pt x="1571175" y="100078"/>
                  <a:pt x="1567724" y="107136"/>
                  <a:pt x="1562010" y="113500"/>
                </a:cubicBezTo>
                <a:cubicBezTo>
                  <a:pt x="1556296" y="119864"/>
                  <a:pt x="1549140" y="123047"/>
                  <a:pt x="1540541" y="123047"/>
                </a:cubicBezTo>
                <a:cubicBezTo>
                  <a:pt x="1531206" y="123047"/>
                  <a:pt x="1523215" y="119420"/>
                  <a:pt x="1516568" y="112166"/>
                </a:cubicBezTo>
                <a:cubicBezTo>
                  <a:pt x="1509921" y="104911"/>
                  <a:pt x="1506597" y="95157"/>
                  <a:pt x="1506597" y="82905"/>
                </a:cubicBezTo>
                <a:cubicBezTo>
                  <a:pt x="1506597" y="69639"/>
                  <a:pt x="1510005" y="59294"/>
                  <a:pt x="1516823" y="51871"/>
                </a:cubicBezTo>
                <a:cubicBezTo>
                  <a:pt x="1523640" y="44445"/>
                  <a:pt x="1532196" y="40733"/>
                  <a:pt x="1542493" y="40733"/>
                </a:cubicBezTo>
                <a:cubicBezTo>
                  <a:pt x="1551205" y="40733"/>
                  <a:pt x="1558361" y="43597"/>
                  <a:pt x="1563962" y="49325"/>
                </a:cubicBezTo>
                <a:cubicBezTo>
                  <a:pt x="1569563" y="55051"/>
                  <a:pt x="1572363" y="62710"/>
                  <a:pt x="1572363" y="72301"/>
                </a:cubicBezTo>
                <a:lnTo>
                  <a:pt x="1518647" y="72301"/>
                </a:lnTo>
                <a:moveTo>
                  <a:pt x="1518647" y="67379"/>
                </a:moveTo>
                <a:lnTo>
                  <a:pt x="1554628" y="67379"/>
                </a:lnTo>
                <a:cubicBezTo>
                  <a:pt x="1554345" y="62400"/>
                  <a:pt x="1553751" y="58893"/>
                  <a:pt x="1552846" y="56856"/>
                </a:cubicBezTo>
                <a:cubicBezTo>
                  <a:pt x="1551431" y="53688"/>
                  <a:pt x="1549324" y="51199"/>
                  <a:pt x="1546523" y="49388"/>
                </a:cubicBezTo>
                <a:cubicBezTo>
                  <a:pt x="1543723" y="47578"/>
                  <a:pt x="1540795" y="46673"/>
                  <a:pt x="1537740" y="46673"/>
                </a:cubicBezTo>
                <a:cubicBezTo>
                  <a:pt x="1533045" y="46673"/>
                  <a:pt x="1528844" y="48497"/>
                  <a:pt x="1525139" y="52146"/>
                </a:cubicBezTo>
                <a:cubicBezTo>
                  <a:pt x="1521433" y="55795"/>
                  <a:pt x="1519269" y="60873"/>
                  <a:pt x="1518647" y="67379"/>
                </a:cubicBezTo>
                <a:close/>
                <a:moveTo>
                  <a:pt x="1632980" y="40733"/>
                </a:moveTo>
                <a:lnTo>
                  <a:pt x="1632980" y="67039"/>
                </a:lnTo>
                <a:lnTo>
                  <a:pt x="1630179" y="67039"/>
                </a:lnTo>
                <a:cubicBezTo>
                  <a:pt x="1628030" y="58788"/>
                  <a:pt x="1625272" y="53176"/>
                  <a:pt x="1621905" y="50203"/>
                </a:cubicBezTo>
                <a:cubicBezTo>
                  <a:pt x="1618539" y="47227"/>
                  <a:pt x="1614254" y="45739"/>
                  <a:pt x="1609049" y="45739"/>
                </a:cubicBezTo>
                <a:cubicBezTo>
                  <a:pt x="1605089" y="45739"/>
                  <a:pt x="1601893" y="46785"/>
                  <a:pt x="1599460" y="48877"/>
                </a:cubicBezTo>
                <a:cubicBezTo>
                  <a:pt x="1597027" y="50966"/>
                  <a:pt x="1595811" y="53283"/>
                  <a:pt x="1595811" y="55827"/>
                </a:cubicBezTo>
                <a:cubicBezTo>
                  <a:pt x="1595811" y="58992"/>
                  <a:pt x="1596716" y="61704"/>
                  <a:pt x="1598527" y="63963"/>
                </a:cubicBezTo>
                <a:cubicBezTo>
                  <a:pt x="1600280" y="66281"/>
                  <a:pt x="1603844" y="68739"/>
                  <a:pt x="1609219" y="71338"/>
                </a:cubicBezTo>
                <a:lnTo>
                  <a:pt x="1621608" y="77358"/>
                </a:lnTo>
                <a:cubicBezTo>
                  <a:pt x="1633093" y="82951"/>
                  <a:pt x="1638835" y="90326"/>
                  <a:pt x="1638835" y="99482"/>
                </a:cubicBezTo>
                <a:cubicBezTo>
                  <a:pt x="1638835" y="106545"/>
                  <a:pt x="1636162" y="112239"/>
                  <a:pt x="1630816" y="116563"/>
                </a:cubicBezTo>
                <a:cubicBezTo>
                  <a:pt x="1625470" y="120885"/>
                  <a:pt x="1619487" y="123047"/>
                  <a:pt x="1612868" y="123047"/>
                </a:cubicBezTo>
                <a:cubicBezTo>
                  <a:pt x="1608116" y="123047"/>
                  <a:pt x="1602685" y="122198"/>
                  <a:pt x="1596575" y="120501"/>
                </a:cubicBezTo>
                <a:cubicBezTo>
                  <a:pt x="1594708" y="119935"/>
                  <a:pt x="1593180" y="119652"/>
                  <a:pt x="1591992" y="119652"/>
                </a:cubicBezTo>
                <a:cubicBezTo>
                  <a:pt x="1590691" y="119652"/>
                  <a:pt x="1589673" y="120388"/>
                  <a:pt x="1588937" y="121859"/>
                </a:cubicBezTo>
                <a:lnTo>
                  <a:pt x="1586137" y="121859"/>
                </a:lnTo>
                <a:lnTo>
                  <a:pt x="1586137" y="94025"/>
                </a:lnTo>
                <a:lnTo>
                  <a:pt x="1588937" y="94025"/>
                </a:lnTo>
                <a:cubicBezTo>
                  <a:pt x="1590521" y="101973"/>
                  <a:pt x="1593548" y="107963"/>
                  <a:pt x="1598017" y="111994"/>
                </a:cubicBezTo>
                <a:cubicBezTo>
                  <a:pt x="1602487" y="116025"/>
                  <a:pt x="1607493" y="118040"/>
                  <a:pt x="1613038" y="118040"/>
                </a:cubicBezTo>
                <a:cubicBezTo>
                  <a:pt x="1616941" y="118040"/>
                  <a:pt x="1620123" y="116896"/>
                  <a:pt x="1622584" y="114608"/>
                </a:cubicBezTo>
                <a:cubicBezTo>
                  <a:pt x="1625045" y="112319"/>
                  <a:pt x="1626276" y="109564"/>
                  <a:pt x="1626276" y="106343"/>
                </a:cubicBezTo>
                <a:cubicBezTo>
                  <a:pt x="1626276" y="102443"/>
                  <a:pt x="1624904" y="99165"/>
                  <a:pt x="1622160" y="96509"/>
                </a:cubicBezTo>
                <a:cubicBezTo>
                  <a:pt x="1619416" y="93854"/>
                  <a:pt x="1613943" y="90492"/>
                  <a:pt x="1605740" y="86424"/>
                </a:cubicBezTo>
                <a:cubicBezTo>
                  <a:pt x="1597537" y="82355"/>
                  <a:pt x="1592162" y="78681"/>
                  <a:pt x="1589616" y="75403"/>
                </a:cubicBezTo>
                <a:cubicBezTo>
                  <a:pt x="1587071" y="72182"/>
                  <a:pt x="1585798" y="68113"/>
                  <a:pt x="1585798" y="63197"/>
                </a:cubicBezTo>
                <a:cubicBezTo>
                  <a:pt x="1585798" y="56811"/>
                  <a:pt x="1587990" y="51471"/>
                  <a:pt x="1592374" y="47177"/>
                </a:cubicBezTo>
                <a:cubicBezTo>
                  <a:pt x="1596759" y="42881"/>
                  <a:pt x="1602430" y="40733"/>
                  <a:pt x="1609389" y="40733"/>
                </a:cubicBezTo>
                <a:cubicBezTo>
                  <a:pt x="1612444" y="40733"/>
                  <a:pt x="1616149" y="41383"/>
                  <a:pt x="1620505" y="42684"/>
                </a:cubicBezTo>
                <a:cubicBezTo>
                  <a:pt x="1623391" y="43533"/>
                  <a:pt x="1625314" y="43957"/>
                  <a:pt x="1626276" y="43957"/>
                </a:cubicBezTo>
                <a:cubicBezTo>
                  <a:pt x="1627181" y="43957"/>
                  <a:pt x="1627888" y="43759"/>
                  <a:pt x="1628397" y="43363"/>
                </a:cubicBezTo>
                <a:cubicBezTo>
                  <a:pt x="1628906" y="42967"/>
                  <a:pt x="1629500" y="42090"/>
                  <a:pt x="1630179" y="40733"/>
                </a:cubicBezTo>
                <a:lnTo>
                  <a:pt x="1632980" y="40733"/>
                </a:lnTo>
                <a:close/>
                <a:moveTo>
                  <a:pt x="1648821" y="3564"/>
                </a:moveTo>
                <a:lnTo>
                  <a:pt x="1648821" y="0"/>
                </a:lnTo>
                <a:cubicBezTo>
                  <a:pt x="1657420" y="4243"/>
                  <a:pt x="1664576" y="9250"/>
                  <a:pt x="1670290" y="15020"/>
                </a:cubicBezTo>
                <a:cubicBezTo>
                  <a:pt x="1678380" y="23280"/>
                  <a:pt x="1684632" y="32968"/>
                  <a:pt x="1689044" y="44085"/>
                </a:cubicBezTo>
                <a:cubicBezTo>
                  <a:pt x="1693457" y="55201"/>
                  <a:pt x="1695663" y="66785"/>
                  <a:pt x="1695663" y="78835"/>
                </a:cubicBezTo>
                <a:cubicBezTo>
                  <a:pt x="1695663" y="96372"/>
                  <a:pt x="1691350" y="112369"/>
                  <a:pt x="1682722" y="126823"/>
                </a:cubicBezTo>
                <a:cubicBezTo>
                  <a:pt x="1674095" y="141277"/>
                  <a:pt x="1662794" y="151616"/>
                  <a:pt x="1648821" y="157839"/>
                </a:cubicBezTo>
                <a:lnTo>
                  <a:pt x="1648821" y="154699"/>
                </a:lnTo>
                <a:cubicBezTo>
                  <a:pt x="1655779" y="150796"/>
                  <a:pt x="1661507" y="145520"/>
                  <a:pt x="1666005" y="138873"/>
                </a:cubicBezTo>
                <a:cubicBezTo>
                  <a:pt x="1670502" y="132226"/>
                  <a:pt x="1673840" y="123768"/>
                  <a:pt x="1676018" y="113500"/>
                </a:cubicBezTo>
                <a:cubicBezTo>
                  <a:pt x="1678196" y="103232"/>
                  <a:pt x="1679285" y="92525"/>
                  <a:pt x="1679285" y="81381"/>
                </a:cubicBezTo>
                <a:cubicBezTo>
                  <a:pt x="1679285" y="69330"/>
                  <a:pt x="1678352" y="58327"/>
                  <a:pt x="1676485" y="48370"/>
                </a:cubicBezTo>
                <a:cubicBezTo>
                  <a:pt x="1675071" y="40563"/>
                  <a:pt x="1673303" y="34312"/>
                  <a:pt x="1671181" y="29616"/>
                </a:cubicBezTo>
                <a:cubicBezTo>
                  <a:pt x="1669060" y="24920"/>
                  <a:pt x="1666245" y="20395"/>
                  <a:pt x="1662738" y="16039"/>
                </a:cubicBezTo>
                <a:cubicBezTo>
                  <a:pt x="1659230" y="11682"/>
                  <a:pt x="1654591" y="7524"/>
                  <a:pt x="1648821" y="3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50FA9-7589-48D5-A06E-B324A653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4555241"/>
            <a:ext cx="1898353" cy="267374"/>
          </a:xfrm>
          <a:custGeom xmlns:a="http://schemas.openxmlformats.org/drawingml/2006/main">
            <a:pathLst>
              <a:path w="1898353" h="267374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012A0-8A94-4272-8E78-496513BF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4555241"/>
            <a:ext cx="1898353" cy="267374"/>
          </a:xfrm>
          <a:custGeom xmlns:a="http://schemas.openxmlformats.org/drawingml/2006/main">
            <a:pathLst>
              <a:path w="1898353" h="267374" fill="none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36" name="Text 105codes(211samples)">
            <a:extLst xmlns:a="http://schemas.openxmlformats.org/drawingml/2006/main">
              <a:ext uri="{FF2B5EF4-FFF2-40B4-BE49-F238E27FC236}">
                <a16:creationId xmlns:a16="http://schemas.microsoft.com/office/drawing/2014/main" id="{D6823655-35D2-4A03-AE5C-C214BA9C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84" y="4628417"/>
            <a:ext cx="1689190" cy="157839"/>
          </a:xfrm>
          <a:custGeom xmlns:a="http://schemas.openxmlformats.org/drawingml/2006/main">
            <a:pathLst>
              <a:path w="1689190" h="157839">
                <a:moveTo>
                  <a:pt x="0" y="16887"/>
                </a:moveTo>
                <a:lnTo>
                  <a:pt x="28004" y="3225"/>
                </a:lnTo>
                <a:lnTo>
                  <a:pt x="30804" y="3225"/>
                </a:lnTo>
                <a:lnTo>
                  <a:pt x="30804" y="100389"/>
                </a:lnTo>
                <a:cubicBezTo>
                  <a:pt x="30804" y="106839"/>
                  <a:pt x="31073" y="110855"/>
                  <a:pt x="31610" y="112439"/>
                </a:cubicBezTo>
                <a:cubicBezTo>
                  <a:pt x="32148" y="114023"/>
                  <a:pt x="33265" y="115240"/>
                  <a:pt x="34962" y="116088"/>
                </a:cubicBezTo>
                <a:cubicBezTo>
                  <a:pt x="36659" y="116937"/>
                  <a:pt x="40110" y="117418"/>
                  <a:pt x="45315" y="117531"/>
                </a:cubicBezTo>
                <a:lnTo>
                  <a:pt x="45315" y="120671"/>
                </a:lnTo>
                <a:lnTo>
                  <a:pt x="2037" y="120671"/>
                </a:lnTo>
                <a:lnTo>
                  <a:pt x="2037" y="117531"/>
                </a:lnTo>
                <a:cubicBezTo>
                  <a:pt x="7468" y="117418"/>
                  <a:pt x="10975" y="116951"/>
                  <a:pt x="12559" y="116131"/>
                </a:cubicBezTo>
                <a:cubicBezTo>
                  <a:pt x="14143" y="115310"/>
                  <a:pt x="15246" y="114207"/>
                  <a:pt x="15869" y="112821"/>
                </a:cubicBezTo>
                <a:cubicBezTo>
                  <a:pt x="16491" y="111435"/>
                  <a:pt x="16802" y="107291"/>
                  <a:pt x="16802" y="100389"/>
                </a:cubicBezTo>
                <a:lnTo>
                  <a:pt x="16802" y="38272"/>
                </a:lnTo>
                <a:cubicBezTo>
                  <a:pt x="16802" y="29899"/>
                  <a:pt x="16519" y="24524"/>
                  <a:pt x="15954" y="22148"/>
                </a:cubicBezTo>
                <a:cubicBezTo>
                  <a:pt x="15558" y="20338"/>
                  <a:pt x="14836" y="19009"/>
                  <a:pt x="13790" y="18160"/>
                </a:cubicBezTo>
                <a:cubicBezTo>
                  <a:pt x="12743" y="17311"/>
                  <a:pt x="11484" y="16887"/>
                  <a:pt x="10013" y="16887"/>
                </a:cubicBezTo>
                <a:cubicBezTo>
                  <a:pt x="7920" y="16887"/>
                  <a:pt x="5007" y="17764"/>
                  <a:pt x="1273" y="19518"/>
                </a:cubicBezTo>
                <a:lnTo>
                  <a:pt x="0" y="16887"/>
                </a:lnTo>
                <a:close/>
                <a:moveTo>
                  <a:pt x="72810" y="63815"/>
                </a:moveTo>
                <a:cubicBezTo>
                  <a:pt x="72810" y="50690"/>
                  <a:pt x="74790" y="39389"/>
                  <a:pt x="78750" y="29913"/>
                </a:cubicBezTo>
                <a:cubicBezTo>
                  <a:pt x="82710" y="20437"/>
                  <a:pt x="87971" y="13380"/>
                  <a:pt x="94534" y="8741"/>
                </a:cubicBezTo>
                <a:cubicBezTo>
                  <a:pt x="99625" y="5063"/>
                  <a:pt x="104887" y="3225"/>
                  <a:pt x="110318" y="3225"/>
                </a:cubicBezTo>
                <a:cubicBezTo>
                  <a:pt x="119143" y="3225"/>
                  <a:pt x="127063" y="7722"/>
                  <a:pt x="134079" y="16717"/>
                </a:cubicBezTo>
                <a:cubicBezTo>
                  <a:pt x="142847" y="27862"/>
                  <a:pt x="147232" y="42967"/>
                  <a:pt x="147232" y="62033"/>
                </a:cubicBezTo>
                <a:cubicBezTo>
                  <a:pt x="147232" y="75384"/>
                  <a:pt x="145308" y="86727"/>
                  <a:pt x="141461" y="96061"/>
                </a:cubicBezTo>
                <a:cubicBezTo>
                  <a:pt x="137614" y="105396"/>
                  <a:pt x="132707" y="112171"/>
                  <a:pt x="126738" y="116385"/>
                </a:cubicBezTo>
                <a:cubicBezTo>
                  <a:pt x="120770" y="120600"/>
                  <a:pt x="115013" y="122707"/>
                  <a:pt x="109469" y="122707"/>
                </a:cubicBezTo>
                <a:cubicBezTo>
                  <a:pt x="98494" y="122707"/>
                  <a:pt x="89357" y="116230"/>
                  <a:pt x="82059" y="103274"/>
                </a:cubicBezTo>
                <a:cubicBezTo>
                  <a:pt x="75893" y="92356"/>
                  <a:pt x="72810" y="79202"/>
                  <a:pt x="72810" y="63815"/>
                </a:cubicBezTo>
                <a:moveTo>
                  <a:pt x="89442" y="65981"/>
                </a:moveTo>
                <a:cubicBezTo>
                  <a:pt x="89442" y="81834"/>
                  <a:pt x="91394" y="94771"/>
                  <a:pt x="95298" y="104791"/>
                </a:cubicBezTo>
                <a:cubicBezTo>
                  <a:pt x="98522" y="113228"/>
                  <a:pt x="103331" y="117446"/>
                  <a:pt x="109724" y="117446"/>
                </a:cubicBezTo>
                <a:cubicBezTo>
                  <a:pt x="112779" y="117446"/>
                  <a:pt x="115947" y="116073"/>
                  <a:pt x="119228" y="113328"/>
                </a:cubicBezTo>
                <a:cubicBezTo>
                  <a:pt x="122509" y="110582"/>
                  <a:pt x="124999" y="105982"/>
                  <a:pt x="126696" y="99527"/>
                </a:cubicBezTo>
                <a:cubicBezTo>
                  <a:pt x="129298" y="89788"/>
                  <a:pt x="130599" y="76058"/>
                  <a:pt x="130599" y="58338"/>
                </a:cubicBezTo>
                <a:cubicBezTo>
                  <a:pt x="130599" y="45203"/>
                  <a:pt x="129241" y="34247"/>
                  <a:pt x="126526" y="25471"/>
                </a:cubicBezTo>
                <a:cubicBezTo>
                  <a:pt x="124489" y="18960"/>
                  <a:pt x="121859" y="14346"/>
                  <a:pt x="118634" y="11628"/>
                </a:cubicBezTo>
                <a:cubicBezTo>
                  <a:pt x="116315" y="9760"/>
                  <a:pt x="113514" y="8825"/>
                  <a:pt x="110233" y="8825"/>
                </a:cubicBezTo>
                <a:cubicBezTo>
                  <a:pt x="106386" y="8825"/>
                  <a:pt x="102963" y="10553"/>
                  <a:pt x="99965" y="14007"/>
                </a:cubicBezTo>
                <a:cubicBezTo>
                  <a:pt x="95892" y="18706"/>
                  <a:pt x="93120" y="26095"/>
                  <a:pt x="91649" y="36174"/>
                </a:cubicBezTo>
                <a:cubicBezTo>
                  <a:pt x="90178" y="46251"/>
                  <a:pt x="89442" y="56187"/>
                  <a:pt x="89442" y="65981"/>
                </a:cubicBezTo>
                <a:close/>
                <a:moveTo>
                  <a:pt x="228867" y="5601"/>
                </a:moveTo>
                <a:lnTo>
                  <a:pt x="222248" y="20197"/>
                </a:lnTo>
                <a:lnTo>
                  <a:pt x="187625" y="20197"/>
                </a:lnTo>
                <a:lnTo>
                  <a:pt x="180073" y="35471"/>
                </a:lnTo>
                <a:cubicBezTo>
                  <a:pt x="195064" y="37678"/>
                  <a:pt x="206945" y="43250"/>
                  <a:pt x="215714" y="52189"/>
                </a:cubicBezTo>
                <a:cubicBezTo>
                  <a:pt x="223238" y="59883"/>
                  <a:pt x="227000" y="68934"/>
                  <a:pt x="227000" y="79344"/>
                </a:cubicBezTo>
                <a:cubicBezTo>
                  <a:pt x="227000" y="85397"/>
                  <a:pt x="225770" y="90998"/>
                  <a:pt x="223309" y="96146"/>
                </a:cubicBezTo>
                <a:cubicBezTo>
                  <a:pt x="220848" y="101294"/>
                  <a:pt x="217750" y="105679"/>
                  <a:pt x="214016" y="109299"/>
                </a:cubicBezTo>
                <a:cubicBezTo>
                  <a:pt x="210283" y="112920"/>
                  <a:pt x="206124" y="115834"/>
                  <a:pt x="201542" y="118040"/>
                </a:cubicBezTo>
                <a:cubicBezTo>
                  <a:pt x="195036" y="121152"/>
                  <a:pt x="188361" y="122707"/>
                  <a:pt x="181515" y="122707"/>
                </a:cubicBezTo>
                <a:cubicBezTo>
                  <a:pt x="174613" y="122707"/>
                  <a:pt x="169592" y="121533"/>
                  <a:pt x="166453" y="119186"/>
                </a:cubicBezTo>
                <a:cubicBezTo>
                  <a:pt x="163313" y="116838"/>
                  <a:pt x="161743" y="114250"/>
                  <a:pt x="161743" y="111421"/>
                </a:cubicBezTo>
                <a:cubicBezTo>
                  <a:pt x="161743" y="109837"/>
                  <a:pt x="162393" y="108437"/>
                  <a:pt x="163695" y="107220"/>
                </a:cubicBezTo>
                <a:cubicBezTo>
                  <a:pt x="164996" y="106004"/>
                  <a:pt x="166636" y="105396"/>
                  <a:pt x="168616" y="105396"/>
                </a:cubicBezTo>
                <a:cubicBezTo>
                  <a:pt x="170087" y="105396"/>
                  <a:pt x="171374" y="105622"/>
                  <a:pt x="172478" y="106075"/>
                </a:cubicBezTo>
                <a:cubicBezTo>
                  <a:pt x="173581" y="106527"/>
                  <a:pt x="175462" y="107687"/>
                  <a:pt x="178121" y="109554"/>
                </a:cubicBezTo>
                <a:cubicBezTo>
                  <a:pt x="182364" y="112496"/>
                  <a:pt x="186663" y="113967"/>
                  <a:pt x="191019" y="113967"/>
                </a:cubicBezTo>
                <a:cubicBezTo>
                  <a:pt x="197639" y="113967"/>
                  <a:pt x="203451" y="111463"/>
                  <a:pt x="208458" y="106457"/>
                </a:cubicBezTo>
                <a:cubicBezTo>
                  <a:pt x="213465" y="101450"/>
                  <a:pt x="215968" y="95354"/>
                  <a:pt x="215968" y="88169"/>
                </a:cubicBezTo>
                <a:cubicBezTo>
                  <a:pt x="215968" y="81211"/>
                  <a:pt x="213734" y="74719"/>
                  <a:pt x="209264" y="68694"/>
                </a:cubicBezTo>
                <a:cubicBezTo>
                  <a:pt x="204795" y="62669"/>
                  <a:pt x="198629" y="58016"/>
                  <a:pt x="190765" y="54735"/>
                </a:cubicBezTo>
                <a:cubicBezTo>
                  <a:pt x="184598" y="52189"/>
                  <a:pt x="176197" y="50718"/>
                  <a:pt x="165562" y="50322"/>
                </a:cubicBezTo>
                <a:lnTo>
                  <a:pt x="187625" y="5601"/>
                </a:lnTo>
                <a:lnTo>
                  <a:pt x="228867" y="5601"/>
                </a:lnTo>
                <a:close/>
                <a:moveTo>
                  <a:pt x="355223" y="91139"/>
                </a:moveTo>
                <a:cubicBezTo>
                  <a:pt x="353130" y="101379"/>
                  <a:pt x="349028" y="109257"/>
                  <a:pt x="342918" y="114773"/>
                </a:cubicBezTo>
                <a:cubicBezTo>
                  <a:pt x="336809" y="120289"/>
                  <a:pt x="330048" y="123047"/>
                  <a:pt x="322637" y="123047"/>
                </a:cubicBezTo>
                <a:cubicBezTo>
                  <a:pt x="313812" y="123047"/>
                  <a:pt x="306118" y="119346"/>
                  <a:pt x="299555" y="111943"/>
                </a:cubicBezTo>
                <a:cubicBezTo>
                  <a:pt x="292993" y="104539"/>
                  <a:pt x="289711" y="94536"/>
                  <a:pt x="289711" y="81932"/>
                </a:cubicBezTo>
                <a:cubicBezTo>
                  <a:pt x="289711" y="69725"/>
                  <a:pt x="293346" y="59807"/>
                  <a:pt x="300616" y="52178"/>
                </a:cubicBezTo>
                <a:cubicBezTo>
                  <a:pt x="307886" y="44548"/>
                  <a:pt x="316612" y="40733"/>
                  <a:pt x="326795" y="40733"/>
                </a:cubicBezTo>
                <a:cubicBezTo>
                  <a:pt x="334432" y="40733"/>
                  <a:pt x="340712" y="42749"/>
                  <a:pt x="345634" y="46782"/>
                </a:cubicBezTo>
                <a:cubicBezTo>
                  <a:pt x="350556" y="50812"/>
                  <a:pt x="353017" y="54999"/>
                  <a:pt x="353017" y="59341"/>
                </a:cubicBezTo>
                <a:cubicBezTo>
                  <a:pt x="353017" y="61484"/>
                  <a:pt x="352324" y="63218"/>
                  <a:pt x="350938" y="64544"/>
                </a:cubicBezTo>
                <a:cubicBezTo>
                  <a:pt x="349552" y="65868"/>
                  <a:pt x="347614" y="66530"/>
                  <a:pt x="345125" y="66530"/>
                </a:cubicBezTo>
                <a:cubicBezTo>
                  <a:pt x="341787" y="66530"/>
                  <a:pt x="339270" y="65455"/>
                  <a:pt x="337572" y="63305"/>
                </a:cubicBezTo>
                <a:cubicBezTo>
                  <a:pt x="336611" y="62117"/>
                  <a:pt x="335974" y="59854"/>
                  <a:pt x="335663" y="56517"/>
                </a:cubicBezTo>
                <a:cubicBezTo>
                  <a:pt x="335352" y="53179"/>
                  <a:pt x="334206" y="50633"/>
                  <a:pt x="332226" y="48879"/>
                </a:cubicBezTo>
                <a:cubicBezTo>
                  <a:pt x="330246" y="47182"/>
                  <a:pt x="327502" y="46333"/>
                  <a:pt x="323995" y="46333"/>
                </a:cubicBezTo>
                <a:cubicBezTo>
                  <a:pt x="318337" y="46333"/>
                  <a:pt x="313783" y="48427"/>
                  <a:pt x="310332" y="52613"/>
                </a:cubicBezTo>
                <a:cubicBezTo>
                  <a:pt x="305750" y="58157"/>
                  <a:pt x="303459" y="65483"/>
                  <a:pt x="303459" y="74592"/>
                </a:cubicBezTo>
                <a:cubicBezTo>
                  <a:pt x="303459" y="83870"/>
                  <a:pt x="305736" y="92059"/>
                  <a:pt x="310290" y="99159"/>
                </a:cubicBezTo>
                <a:cubicBezTo>
                  <a:pt x="314844" y="106259"/>
                  <a:pt x="320996" y="109809"/>
                  <a:pt x="328747" y="109809"/>
                </a:cubicBezTo>
                <a:cubicBezTo>
                  <a:pt x="334291" y="109809"/>
                  <a:pt x="339270" y="107913"/>
                  <a:pt x="343682" y="104123"/>
                </a:cubicBezTo>
                <a:cubicBezTo>
                  <a:pt x="346794" y="101521"/>
                  <a:pt x="349820" y="96797"/>
                  <a:pt x="352762" y="89951"/>
                </a:cubicBezTo>
                <a:lnTo>
                  <a:pt x="355223" y="91139"/>
                </a:lnTo>
                <a:close/>
                <a:moveTo>
                  <a:pt x="404383" y="40733"/>
                </a:moveTo>
                <a:cubicBezTo>
                  <a:pt x="416151" y="40733"/>
                  <a:pt x="425598" y="45198"/>
                  <a:pt x="432727" y="54127"/>
                </a:cubicBezTo>
                <a:cubicBezTo>
                  <a:pt x="438780" y="61756"/>
                  <a:pt x="441807" y="70516"/>
                  <a:pt x="441807" y="80407"/>
                </a:cubicBezTo>
                <a:cubicBezTo>
                  <a:pt x="441807" y="87359"/>
                  <a:pt x="440138" y="94395"/>
                  <a:pt x="436800" y="101516"/>
                </a:cubicBezTo>
                <a:cubicBezTo>
                  <a:pt x="433462" y="108636"/>
                  <a:pt x="428866" y="114004"/>
                  <a:pt x="423010" y="117621"/>
                </a:cubicBezTo>
                <a:cubicBezTo>
                  <a:pt x="417155" y="121238"/>
                  <a:pt x="410635" y="123047"/>
                  <a:pt x="403450" y="123047"/>
                </a:cubicBezTo>
                <a:cubicBezTo>
                  <a:pt x="391739" y="123047"/>
                  <a:pt x="382433" y="118384"/>
                  <a:pt x="375531" y="109058"/>
                </a:cubicBezTo>
                <a:cubicBezTo>
                  <a:pt x="369704" y="101203"/>
                  <a:pt x="366791" y="92388"/>
                  <a:pt x="366791" y="82611"/>
                </a:cubicBezTo>
                <a:cubicBezTo>
                  <a:pt x="366791" y="75490"/>
                  <a:pt x="368558" y="68411"/>
                  <a:pt x="372094" y="61375"/>
                </a:cubicBezTo>
                <a:cubicBezTo>
                  <a:pt x="375630" y="54339"/>
                  <a:pt x="380283" y="49139"/>
                  <a:pt x="386054" y="45777"/>
                </a:cubicBezTo>
                <a:cubicBezTo>
                  <a:pt x="391824" y="42414"/>
                  <a:pt x="397934" y="40733"/>
                  <a:pt x="404383" y="40733"/>
                </a:cubicBezTo>
                <a:moveTo>
                  <a:pt x="401753" y="46333"/>
                </a:moveTo>
                <a:cubicBezTo>
                  <a:pt x="398754" y="46333"/>
                  <a:pt x="395742" y="47224"/>
                  <a:pt x="392715" y="49004"/>
                </a:cubicBezTo>
                <a:cubicBezTo>
                  <a:pt x="389689" y="50784"/>
                  <a:pt x="387242" y="53906"/>
                  <a:pt x="385375" y="58370"/>
                </a:cubicBezTo>
                <a:cubicBezTo>
                  <a:pt x="383508" y="62834"/>
                  <a:pt x="382574" y="68569"/>
                  <a:pt x="382574" y="75576"/>
                </a:cubicBezTo>
                <a:cubicBezTo>
                  <a:pt x="382574" y="86876"/>
                  <a:pt x="384823" y="96624"/>
                  <a:pt x="389321" y="104818"/>
                </a:cubicBezTo>
                <a:cubicBezTo>
                  <a:pt x="393818" y="113010"/>
                  <a:pt x="399744" y="117107"/>
                  <a:pt x="407099" y="117107"/>
                </a:cubicBezTo>
                <a:cubicBezTo>
                  <a:pt x="412587" y="117107"/>
                  <a:pt x="417112" y="114846"/>
                  <a:pt x="420677" y="110326"/>
                </a:cubicBezTo>
                <a:cubicBezTo>
                  <a:pt x="424241" y="105805"/>
                  <a:pt x="426023" y="98036"/>
                  <a:pt x="426023" y="87018"/>
                </a:cubicBezTo>
                <a:cubicBezTo>
                  <a:pt x="426023" y="73230"/>
                  <a:pt x="423053" y="62381"/>
                  <a:pt x="417112" y="54469"/>
                </a:cubicBezTo>
                <a:cubicBezTo>
                  <a:pt x="413096" y="49045"/>
                  <a:pt x="407976" y="46333"/>
                  <a:pt x="401753" y="46333"/>
                </a:cubicBezTo>
                <a:close/>
                <a:moveTo>
                  <a:pt x="508167" y="111930"/>
                </a:moveTo>
                <a:cubicBezTo>
                  <a:pt x="504377" y="115890"/>
                  <a:pt x="500671" y="118733"/>
                  <a:pt x="497050" y="120459"/>
                </a:cubicBezTo>
                <a:cubicBezTo>
                  <a:pt x="493430" y="122184"/>
                  <a:pt x="489526" y="123047"/>
                  <a:pt x="485340" y="123047"/>
                </a:cubicBezTo>
                <a:cubicBezTo>
                  <a:pt x="476854" y="123047"/>
                  <a:pt x="469443" y="119505"/>
                  <a:pt x="463106" y="112421"/>
                </a:cubicBezTo>
                <a:cubicBezTo>
                  <a:pt x="456770" y="105335"/>
                  <a:pt x="453602" y="96230"/>
                  <a:pt x="453602" y="85106"/>
                </a:cubicBezTo>
                <a:cubicBezTo>
                  <a:pt x="453602" y="73984"/>
                  <a:pt x="457110" y="63808"/>
                  <a:pt x="464125" y="54578"/>
                </a:cubicBezTo>
                <a:cubicBezTo>
                  <a:pt x="471140" y="45348"/>
                  <a:pt x="480163" y="40733"/>
                  <a:pt x="491195" y="40733"/>
                </a:cubicBezTo>
                <a:cubicBezTo>
                  <a:pt x="498040" y="40733"/>
                  <a:pt x="503698" y="42911"/>
                  <a:pt x="508167" y="47267"/>
                </a:cubicBezTo>
                <a:lnTo>
                  <a:pt x="508167" y="32894"/>
                </a:lnTo>
                <a:cubicBezTo>
                  <a:pt x="508167" y="23975"/>
                  <a:pt x="507955" y="18492"/>
                  <a:pt x="507531" y="16447"/>
                </a:cubicBezTo>
                <a:cubicBezTo>
                  <a:pt x="507106" y="14401"/>
                  <a:pt x="506442" y="13010"/>
                  <a:pt x="505536" y="12273"/>
                </a:cubicBezTo>
                <a:cubicBezTo>
                  <a:pt x="504631" y="11534"/>
                  <a:pt x="503500" y="11164"/>
                  <a:pt x="502142" y="11164"/>
                </a:cubicBezTo>
                <a:cubicBezTo>
                  <a:pt x="500671" y="11164"/>
                  <a:pt x="498719" y="11619"/>
                  <a:pt x="496287" y="12527"/>
                </a:cubicBezTo>
                <a:lnTo>
                  <a:pt x="495183" y="9544"/>
                </a:lnTo>
                <a:lnTo>
                  <a:pt x="518350" y="0"/>
                </a:lnTo>
                <a:lnTo>
                  <a:pt x="522169" y="0"/>
                </a:lnTo>
                <a:lnTo>
                  <a:pt x="522169" y="89867"/>
                </a:lnTo>
                <a:cubicBezTo>
                  <a:pt x="522169" y="98975"/>
                  <a:pt x="522381" y="104533"/>
                  <a:pt x="522805" y="106541"/>
                </a:cubicBezTo>
                <a:cubicBezTo>
                  <a:pt x="523230" y="108550"/>
                  <a:pt x="523908" y="109950"/>
                  <a:pt x="524842" y="110742"/>
                </a:cubicBezTo>
                <a:cubicBezTo>
                  <a:pt x="525775" y="111534"/>
                  <a:pt x="526864" y="111930"/>
                  <a:pt x="528109" y="111930"/>
                </a:cubicBezTo>
                <a:cubicBezTo>
                  <a:pt x="529637" y="111930"/>
                  <a:pt x="531673" y="111449"/>
                  <a:pt x="534219" y="110487"/>
                </a:cubicBezTo>
                <a:lnTo>
                  <a:pt x="535152" y="113458"/>
                </a:lnTo>
                <a:lnTo>
                  <a:pt x="512071" y="123047"/>
                </a:lnTo>
                <a:lnTo>
                  <a:pt x="508167" y="123047"/>
                </a:lnTo>
                <a:lnTo>
                  <a:pt x="508167" y="111930"/>
                </a:lnTo>
                <a:moveTo>
                  <a:pt x="508167" y="106008"/>
                </a:moveTo>
                <a:lnTo>
                  <a:pt x="508167" y="66055"/>
                </a:lnTo>
                <a:cubicBezTo>
                  <a:pt x="507828" y="62217"/>
                  <a:pt x="506809" y="58719"/>
                  <a:pt x="505112" y="55559"/>
                </a:cubicBezTo>
                <a:cubicBezTo>
                  <a:pt x="503415" y="52398"/>
                  <a:pt x="501166" y="50014"/>
                  <a:pt x="498366" y="48407"/>
                </a:cubicBezTo>
                <a:cubicBezTo>
                  <a:pt x="495565" y="46798"/>
                  <a:pt x="492836" y="45994"/>
                  <a:pt x="490177" y="45994"/>
                </a:cubicBezTo>
                <a:cubicBezTo>
                  <a:pt x="485198" y="45994"/>
                  <a:pt x="480757" y="48223"/>
                  <a:pt x="476854" y="52682"/>
                </a:cubicBezTo>
                <a:cubicBezTo>
                  <a:pt x="471706" y="58550"/>
                  <a:pt x="469131" y="67127"/>
                  <a:pt x="469131" y="78413"/>
                </a:cubicBezTo>
                <a:cubicBezTo>
                  <a:pt x="469131" y="89813"/>
                  <a:pt x="471621" y="98546"/>
                  <a:pt x="476599" y="104614"/>
                </a:cubicBezTo>
                <a:cubicBezTo>
                  <a:pt x="481578" y="110679"/>
                  <a:pt x="487122" y="113712"/>
                  <a:pt x="493232" y="113712"/>
                </a:cubicBezTo>
                <a:cubicBezTo>
                  <a:pt x="498380" y="113712"/>
                  <a:pt x="503358" y="111144"/>
                  <a:pt x="508167" y="106008"/>
                </a:cubicBezTo>
                <a:close/>
                <a:moveTo>
                  <a:pt x="553228" y="72301"/>
                </a:moveTo>
                <a:cubicBezTo>
                  <a:pt x="553171" y="83815"/>
                  <a:pt x="555971" y="92846"/>
                  <a:pt x="561629" y="99395"/>
                </a:cubicBezTo>
                <a:cubicBezTo>
                  <a:pt x="567286" y="105941"/>
                  <a:pt x="573933" y="109215"/>
                  <a:pt x="581571" y="109215"/>
                </a:cubicBezTo>
                <a:cubicBezTo>
                  <a:pt x="586662" y="109215"/>
                  <a:pt x="591089" y="107814"/>
                  <a:pt x="594851" y="105014"/>
                </a:cubicBezTo>
                <a:cubicBezTo>
                  <a:pt x="598613" y="102214"/>
                  <a:pt x="601767" y="97419"/>
                  <a:pt x="604313" y="90630"/>
                </a:cubicBezTo>
                <a:lnTo>
                  <a:pt x="606944" y="92327"/>
                </a:lnTo>
                <a:cubicBezTo>
                  <a:pt x="605756" y="100078"/>
                  <a:pt x="602305" y="107136"/>
                  <a:pt x="596591" y="113500"/>
                </a:cubicBezTo>
                <a:cubicBezTo>
                  <a:pt x="590877" y="119864"/>
                  <a:pt x="583721" y="123047"/>
                  <a:pt x="575121" y="123047"/>
                </a:cubicBezTo>
                <a:cubicBezTo>
                  <a:pt x="565787" y="123047"/>
                  <a:pt x="557796" y="119420"/>
                  <a:pt x="551148" y="112166"/>
                </a:cubicBezTo>
                <a:cubicBezTo>
                  <a:pt x="544501" y="104911"/>
                  <a:pt x="541177" y="95157"/>
                  <a:pt x="541177" y="82905"/>
                </a:cubicBezTo>
                <a:cubicBezTo>
                  <a:pt x="541177" y="69639"/>
                  <a:pt x="544586" y="59294"/>
                  <a:pt x="551403" y="51871"/>
                </a:cubicBezTo>
                <a:cubicBezTo>
                  <a:pt x="558220" y="44445"/>
                  <a:pt x="566777" y="40733"/>
                  <a:pt x="577073" y="40733"/>
                </a:cubicBezTo>
                <a:cubicBezTo>
                  <a:pt x="585785" y="40733"/>
                  <a:pt x="592942" y="43597"/>
                  <a:pt x="598543" y="49325"/>
                </a:cubicBezTo>
                <a:cubicBezTo>
                  <a:pt x="604143" y="55051"/>
                  <a:pt x="606944" y="62710"/>
                  <a:pt x="606944" y="72301"/>
                </a:cubicBezTo>
                <a:lnTo>
                  <a:pt x="553228" y="72301"/>
                </a:lnTo>
                <a:moveTo>
                  <a:pt x="553228" y="67379"/>
                </a:moveTo>
                <a:lnTo>
                  <a:pt x="589208" y="67379"/>
                </a:lnTo>
                <a:cubicBezTo>
                  <a:pt x="588925" y="62400"/>
                  <a:pt x="588331" y="58893"/>
                  <a:pt x="587426" y="56856"/>
                </a:cubicBezTo>
                <a:cubicBezTo>
                  <a:pt x="586012" y="53688"/>
                  <a:pt x="583904" y="51199"/>
                  <a:pt x="581104" y="49388"/>
                </a:cubicBezTo>
                <a:cubicBezTo>
                  <a:pt x="578304" y="47578"/>
                  <a:pt x="575376" y="46673"/>
                  <a:pt x="572321" y="46673"/>
                </a:cubicBezTo>
                <a:cubicBezTo>
                  <a:pt x="567625" y="46673"/>
                  <a:pt x="563425" y="48497"/>
                  <a:pt x="559719" y="52146"/>
                </a:cubicBezTo>
                <a:cubicBezTo>
                  <a:pt x="556014" y="55795"/>
                  <a:pt x="553850" y="60873"/>
                  <a:pt x="553228" y="67379"/>
                </a:cubicBezTo>
                <a:close/>
                <a:moveTo>
                  <a:pt x="667560" y="40733"/>
                </a:moveTo>
                <a:lnTo>
                  <a:pt x="667560" y="67039"/>
                </a:lnTo>
                <a:lnTo>
                  <a:pt x="664760" y="67039"/>
                </a:lnTo>
                <a:cubicBezTo>
                  <a:pt x="662610" y="58788"/>
                  <a:pt x="659852" y="53176"/>
                  <a:pt x="656486" y="50203"/>
                </a:cubicBezTo>
                <a:cubicBezTo>
                  <a:pt x="653120" y="47227"/>
                  <a:pt x="648834" y="45739"/>
                  <a:pt x="643630" y="45739"/>
                </a:cubicBezTo>
                <a:cubicBezTo>
                  <a:pt x="639670" y="45739"/>
                  <a:pt x="636473" y="46785"/>
                  <a:pt x="634041" y="48877"/>
                </a:cubicBezTo>
                <a:cubicBezTo>
                  <a:pt x="631608" y="50966"/>
                  <a:pt x="630392" y="53283"/>
                  <a:pt x="630392" y="55827"/>
                </a:cubicBezTo>
                <a:cubicBezTo>
                  <a:pt x="630392" y="58992"/>
                  <a:pt x="631297" y="61704"/>
                  <a:pt x="633107" y="63963"/>
                </a:cubicBezTo>
                <a:cubicBezTo>
                  <a:pt x="634861" y="66281"/>
                  <a:pt x="638425" y="68739"/>
                  <a:pt x="643799" y="71338"/>
                </a:cubicBezTo>
                <a:lnTo>
                  <a:pt x="656189" y="77358"/>
                </a:lnTo>
                <a:cubicBezTo>
                  <a:pt x="667673" y="82951"/>
                  <a:pt x="673416" y="90326"/>
                  <a:pt x="673416" y="99482"/>
                </a:cubicBezTo>
                <a:cubicBezTo>
                  <a:pt x="673416" y="106545"/>
                  <a:pt x="670742" y="112239"/>
                  <a:pt x="665396" y="116563"/>
                </a:cubicBezTo>
                <a:cubicBezTo>
                  <a:pt x="660050" y="120885"/>
                  <a:pt x="654067" y="123047"/>
                  <a:pt x="647448" y="123047"/>
                </a:cubicBezTo>
                <a:cubicBezTo>
                  <a:pt x="642696" y="123047"/>
                  <a:pt x="637265" y="122198"/>
                  <a:pt x="631155" y="120501"/>
                </a:cubicBezTo>
                <a:cubicBezTo>
                  <a:pt x="629288" y="119935"/>
                  <a:pt x="627761" y="119652"/>
                  <a:pt x="626573" y="119652"/>
                </a:cubicBezTo>
                <a:cubicBezTo>
                  <a:pt x="625272" y="119652"/>
                  <a:pt x="624253" y="120388"/>
                  <a:pt x="623518" y="121859"/>
                </a:cubicBezTo>
                <a:lnTo>
                  <a:pt x="620718" y="121859"/>
                </a:lnTo>
                <a:lnTo>
                  <a:pt x="620718" y="94025"/>
                </a:lnTo>
                <a:lnTo>
                  <a:pt x="623518" y="94025"/>
                </a:lnTo>
                <a:cubicBezTo>
                  <a:pt x="625102" y="101973"/>
                  <a:pt x="628129" y="107963"/>
                  <a:pt x="632598" y="111994"/>
                </a:cubicBezTo>
                <a:cubicBezTo>
                  <a:pt x="637067" y="116025"/>
                  <a:pt x="642074" y="118040"/>
                  <a:pt x="647618" y="118040"/>
                </a:cubicBezTo>
                <a:cubicBezTo>
                  <a:pt x="651522" y="118040"/>
                  <a:pt x="654704" y="116896"/>
                  <a:pt x="657165" y="114608"/>
                </a:cubicBezTo>
                <a:cubicBezTo>
                  <a:pt x="659626" y="112319"/>
                  <a:pt x="660856" y="109564"/>
                  <a:pt x="660856" y="106343"/>
                </a:cubicBezTo>
                <a:cubicBezTo>
                  <a:pt x="660856" y="102443"/>
                  <a:pt x="659484" y="99165"/>
                  <a:pt x="656741" y="96509"/>
                </a:cubicBezTo>
                <a:cubicBezTo>
                  <a:pt x="653997" y="93854"/>
                  <a:pt x="648523" y="90492"/>
                  <a:pt x="640320" y="86424"/>
                </a:cubicBezTo>
                <a:cubicBezTo>
                  <a:pt x="632117" y="82355"/>
                  <a:pt x="626743" y="78681"/>
                  <a:pt x="624197" y="75403"/>
                </a:cubicBezTo>
                <a:cubicBezTo>
                  <a:pt x="621651" y="72182"/>
                  <a:pt x="620378" y="68113"/>
                  <a:pt x="620378" y="63197"/>
                </a:cubicBezTo>
                <a:cubicBezTo>
                  <a:pt x="620378" y="56811"/>
                  <a:pt x="622570" y="51471"/>
                  <a:pt x="626955" y="47177"/>
                </a:cubicBezTo>
                <a:cubicBezTo>
                  <a:pt x="631339" y="42881"/>
                  <a:pt x="637011" y="40733"/>
                  <a:pt x="643969" y="40733"/>
                </a:cubicBezTo>
                <a:cubicBezTo>
                  <a:pt x="647024" y="40733"/>
                  <a:pt x="650730" y="41383"/>
                  <a:pt x="655086" y="42684"/>
                </a:cubicBezTo>
                <a:cubicBezTo>
                  <a:pt x="657971" y="43533"/>
                  <a:pt x="659895" y="43957"/>
                  <a:pt x="660856" y="43957"/>
                </a:cubicBezTo>
                <a:cubicBezTo>
                  <a:pt x="661761" y="43957"/>
                  <a:pt x="662469" y="43759"/>
                  <a:pt x="662978" y="43363"/>
                </a:cubicBezTo>
                <a:cubicBezTo>
                  <a:pt x="663487" y="42967"/>
                  <a:pt x="664081" y="42090"/>
                  <a:pt x="664760" y="40733"/>
                </a:cubicBezTo>
                <a:lnTo>
                  <a:pt x="667560" y="40733"/>
                </a:lnTo>
                <a:close/>
                <a:moveTo>
                  <a:pt x="776917" y="154699"/>
                </a:moveTo>
                <a:lnTo>
                  <a:pt x="776917" y="157839"/>
                </a:lnTo>
                <a:cubicBezTo>
                  <a:pt x="768374" y="153540"/>
                  <a:pt x="761246" y="148505"/>
                  <a:pt x="755532" y="142734"/>
                </a:cubicBezTo>
                <a:cubicBezTo>
                  <a:pt x="747385" y="134531"/>
                  <a:pt x="741106" y="124857"/>
                  <a:pt x="736693" y="113712"/>
                </a:cubicBezTo>
                <a:cubicBezTo>
                  <a:pt x="732280" y="102567"/>
                  <a:pt x="730074" y="90998"/>
                  <a:pt x="730074" y="79004"/>
                </a:cubicBezTo>
                <a:cubicBezTo>
                  <a:pt x="730074" y="61467"/>
                  <a:pt x="734402" y="45471"/>
                  <a:pt x="743058" y="31016"/>
                </a:cubicBezTo>
                <a:cubicBezTo>
                  <a:pt x="751713" y="16562"/>
                  <a:pt x="763000" y="6223"/>
                  <a:pt x="776917" y="0"/>
                </a:cubicBezTo>
                <a:lnTo>
                  <a:pt x="776917" y="3564"/>
                </a:lnTo>
                <a:cubicBezTo>
                  <a:pt x="769958" y="7411"/>
                  <a:pt x="764244" y="12672"/>
                  <a:pt x="759775" y="19348"/>
                </a:cubicBezTo>
                <a:cubicBezTo>
                  <a:pt x="755306" y="26024"/>
                  <a:pt x="751968" y="34481"/>
                  <a:pt x="749761" y="44721"/>
                </a:cubicBezTo>
                <a:cubicBezTo>
                  <a:pt x="747555" y="54961"/>
                  <a:pt x="746452" y="65653"/>
                  <a:pt x="746452" y="76798"/>
                </a:cubicBezTo>
                <a:cubicBezTo>
                  <a:pt x="746452" y="88905"/>
                  <a:pt x="747385" y="99908"/>
                  <a:pt x="749252" y="109809"/>
                </a:cubicBezTo>
                <a:cubicBezTo>
                  <a:pt x="750723" y="117616"/>
                  <a:pt x="752505" y="123881"/>
                  <a:pt x="754598" y="128605"/>
                </a:cubicBezTo>
                <a:cubicBezTo>
                  <a:pt x="756692" y="133329"/>
                  <a:pt x="759506" y="137869"/>
                  <a:pt x="763042" y="142225"/>
                </a:cubicBezTo>
                <a:cubicBezTo>
                  <a:pt x="766578" y="146581"/>
                  <a:pt x="771203" y="150739"/>
                  <a:pt x="776917" y="154699"/>
                </a:cubicBezTo>
                <a:close/>
                <a:moveTo>
                  <a:pt x="860502" y="98437"/>
                </a:moveTo>
                <a:lnTo>
                  <a:pt x="852441" y="120671"/>
                </a:lnTo>
                <a:lnTo>
                  <a:pt x="784553" y="120671"/>
                </a:lnTo>
                <a:lnTo>
                  <a:pt x="784553" y="117526"/>
                </a:lnTo>
                <a:cubicBezTo>
                  <a:pt x="804523" y="99279"/>
                  <a:pt x="818582" y="84376"/>
                  <a:pt x="826728" y="72818"/>
                </a:cubicBezTo>
                <a:cubicBezTo>
                  <a:pt x="834875" y="61257"/>
                  <a:pt x="838948" y="50689"/>
                  <a:pt x="838948" y="41112"/>
                </a:cubicBezTo>
                <a:cubicBezTo>
                  <a:pt x="838948" y="33803"/>
                  <a:pt x="836713" y="27798"/>
                  <a:pt x="832244" y="23095"/>
                </a:cubicBezTo>
                <a:cubicBezTo>
                  <a:pt x="827775" y="18391"/>
                  <a:pt x="822429" y="16039"/>
                  <a:pt x="816205" y="16039"/>
                </a:cubicBezTo>
                <a:cubicBezTo>
                  <a:pt x="810548" y="16039"/>
                  <a:pt x="805471" y="17700"/>
                  <a:pt x="800973" y="21024"/>
                </a:cubicBezTo>
                <a:cubicBezTo>
                  <a:pt x="796476" y="24348"/>
                  <a:pt x="793152" y="29220"/>
                  <a:pt x="791002" y="35641"/>
                </a:cubicBezTo>
                <a:lnTo>
                  <a:pt x="787862" y="35641"/>
                </a:lnTo>
                <a:cubicBezTo>
                  <a:pt x="789277" y="25202"/>
                  <a:pt x="792911" y="17189"/>
                  <a:pt x="798767" y="11605"/>
                </a:cubicBezTo>
                <a:cubicBezTo>
                  <a:pt x="804622" y="6018"/>
                  <a:pt x="811934" y="3225"/>
                  <a:pt x="820703" y="3225"/>
                </a:cubicBezTo>
                <a:cubicBezTo>
                  <a:pt x="830038" y="3225"/>
                  <a:pt x="837831" y="6223"/>
                  <a:pt x="844082" y="12220"/>
                </a:cubicBezTo>
                <a:cubicBezTo>
                  <a:pt x="850333" y="18217"/>
                  <a:pt x="853459" y="25288"/>
                  <a:pt x="853459" y="33435"/>
                </a:cubicBezTo>
                <a:cubicBezTo>
                  <a:pt x="853459" y="39262"/>
                  <a:pt x="852101" y="45089"/>
                  <a:pt x="849386" y="50916"/>
                </a:cubicBezTo>
                <a:cubicBezTo>
                  <a:pt x="845199" y="60081"/>
                  <a:pt x="838410" y="69783"/>
                  <a:pt x="829019" y="80023"/>
                </a:cubicBezTo>
                <a:cubicBezTo>
                  <a:pt x="814933" y="95411"/>
                  <a:pt x="806135" y="104689"/>
                  <a:pt x="802628" y="107857"/>
                </a:cubicBezTo>
                <a:lnTo>
                  <a:pt x="832668" y="107857"/>
                </a:lnTo>
                <a:cubicBezTo>
                  <a:pt x="838778" y="107857"/>
                  <a:pt x="843064" y="107629"/>
                  <a:pt x="845525" y="107173"/>
                </a:cubicBezTo>
                <a:cubicBezTo>
                  <a:pt x="847985" y="106715"/>
                  <a:pt x="850206" y="105787"/>
                  <a:pt x="852186" y="104388"/>
                </a:cubicBezTo>
                <a:cubicBezTo>
                  <a:pt x="854166" y="102990"/>
                  <a:pt x="855892" y="101006"/>
                  <a:pt x="857362" y="98437"/>
                </a:cubicBezTo>
                <a:lnTo>
                  <a:pt x="860502" y="98437"/>
                </a:lnTo>
                <a:close/>
                <a:moveTo>
                  <a:pt x="888082" y="16887"/>
                </a:moveTo>
                <a:lnTo>
                  <a:pt x="916085" y="3225"/>
                </a:lnTo>
                <a:lnTo>
                  <a:pt x="918886" y="3225"/>
                </a:lnTo>
                <a:lnTo>
                  <a:pt x="918886" y="100389"/>
                </a:lnTo>
                <a:cubicBezTo>
                  <a:pt x="918886" y="106839"/>
                  <a:pt x="919154" y="110855"/>
                  <a:pt x="919692" y="112439"/>
                </a:cubicBezTo>
                <a:cubicBezTo>
                  <a:pt x="920229" y="114023"/>
                  <a:pt x="921347" y="115240"/>
                  <a:pt x="923044" y="116088"/>
                </a:cubicBezTo>
                <a:cubicBezTo>
                  <a:pt x="924741" y="116937"/>
                  <a:pt x="928192" y="117418"/>
                  <a:pt x="933397" y="117531"/>
                </a:cubicBezTo>
                <a:lnTo>
                  <a:pt x="933397" y="120671"/>
                </a:lnTo>
                <a:lnTo>
                  <a:pt x="890118" y="120671"/>
                </a:lnTo>
                <a:lnTo>
                  <a:pt x="890118" y="117531"/>
                </a:lnTo>
                <a:cubicBezTo>
                  <a:pt x="895549" y="117418"/>
                  <a:pt x="899057" y="116951"/>
                  <a:pt x="900641" y="116131"/>
                </a:cubicBezTo>
                <a:cubicBezTo>
                  <a:pt x="902225" y="115310"/>
                  <a:pt x="903328" y="114207"/>
                  <a:pt x="903950" y="112821"/>
                </a:cubicBezTo>
                <a:cubicBezTo>
                  <a:pt x="904573" y="111435"/>
                  <a:pt x="904884" y="107291"/>
                  <a:pt x="904884" y="100389"/>
                </a:cubicBezTo>
                <a:lnTo>
                  <a:pt x="904884" y="38272"/>
                </a:lnTo>
                <a:cubicBezTo>
                  <a:pt x="904884" y="29899"/>
                  <a:pt x="904601" y="24524"/>
                  <a:pt x="904035" y="22148"/>
                </a:cubicBezTo>
                <a:cubicBezTo>
                  <a:pt x="903639" y="20338"/>
                  <a:pt x="902918" y="19009"/>
                  <a:pt x="901871" y="18160"/>
                </a:cubicBezTo>
                <a:cubicBezTo>
                  <a:pt x="900825" y="17311"/>
                  <a:pt x="899566" y="16887"/>
                  <a:pt x="898095" y="16887"/>
                </a:cubicBezTo>
                <a:cubicBezTo>
                  <a:pt x="896002" y="16887"/>
                  <a:pt x="893088" y="17764"/>
                  <a:pt x="889354" y="19518"/>
                </a:cubicBezTo>
                <a:lnTo>
                  <a:pt x="888082" y="16887"/>
                </a:lnTo>
                <a:close/>
                <a:moveTo>
                  <a:pt x="968505" y="16887"/>
                </a:moveTo>
                <a:lnTo>
                  <a:pt x="996509" y="3225"/>
                </a:lnTo>
                <a:lnTo>
                  <a:pt x="999309" y="3225"/>
                </a:lnTo>
                <a:lnTo>
                  <a:pt x="999309" y="100389"/>
                </a:lnTo>
                <a:cubicBezTo>
                  <a:pt x="999309" y="106839"/>
                  <a:pt x="999578" y="110855"/>
                  <a:pt x="1000115" y="112439"/>
                </a:cubicBezTo>
                <a:cubicBezTo>
                  <a:pt x="1000653" y="114023"/>
                  <a:pt x="1001770" y="115240"/>
                  <a:pt x="1003467" y="116088"/>
                </a:cubicBezTo>
                <a:cubicBezTo>
                  <a:pt x="1005164" y="116937"/>
                  <a:pt x="1008615" y="117418"/>
                  <a:pt x="1013820" y="117531"/>
                </a:cubicBezTo>
                <a:lnTo>
                  <a:pt x="1013820" y="120671"/>
                </a:lnTo>
                <a:lnTo>
                  <a:pt x="970542" y="120671"/>
                </a:lnTo>
                <a:lnTo>
                  <a:pt x="970542" y="117531"/>
                </a:lnTo>
                <a:cubicBezTo>
                  <a:pt x="975973" y="117418"/>
                  <a:pt x="979480" y="116951"/>
                  <a:pt x="981064" y="116131"/>
                </a:cubicBezTo>
                <a:cubicBezTo>
                  <a:pt x="982648" y="115310"/>
                  <a:pt x="983751" y="114207"/>
                  <a:pt x="984374" y="112821"/>
                </a:cubicBezTo>
                <a:cubicBezTo>
                  <a:pt x="984996" y="111435"/>
                  <a:pt x="985307" y="107291"/>
                  <a:pt x="985307" y="100389"/>
                </a:cubicBezTo>
                <a:lnTo>
                  <a:pt x="985307" y="38272"/>
                </a:lnTo>
                <a:cubicBezTo>
                  <a:pt x="985307" y="29899"/>
                  <a:pt x="985024" y="24524"/>
                  <a:pt x="984459" y="22148"/>
                </a:cubicBezTo>
                <a:cubicBezTo>
                  <a:pt x="984063" y="20338"/>
                  <a:pt x="983341" y="19009"/>
                  <a:pt x="982295" y="18160"/>
                </a:cubicBezTo>
                <a:cubicBezTo>
                  <a:pt x="981248" y="17311"/>
                  <a:pt x="979989" y="16887"/>
                  <a:pt x="978518" y="16887"/>
                </a:cubicBezTo>
                <a:cubicBezTo>
                  <a:pt x="976425" y="16887"/>
                  <a:pt x="973512" y="17764"/>
                  <a:pt x="969778" y="19518"/>
                </a:cubicBezTo>
                <a:lnTo>
                  <a:pt x="968505" y="16887"/>
                </a:lnTo>
                <a:close/>
                <a:moveTo>
                  <a:pt x="1134151" y="40733"/>
                </a:moveTo>
                <a:lnTo>
                  <a:pt x="1134151" y="67039"/>
                </a:lnTo>
                <a:lnTo>
                  <a:pt x="1131351" y="67039"/>
                </a:lnTo>
                <a:cubicBezTo>
                  <a:pt x="1129201" y="58788"/>
                  <a:pt x="1126443" y="53176"/>
                  <a:pt x="1123077" y="50203"/>
                </a:cubicBezTo>
                <a:cubicBezTo>
                  <a:pt x="1119711" y="47227"/>
                  <a:pt x="1115426" y="45739"/>
                  <a:pt x="1110221" y="45739"/>
                </a:cubicBezTo>
                <a:cubicBezTo>
                  <a:pt x="1106261" y="45739"/>
                  <a:pt x="1103064" y="46785"/>
                  <a:pt x="1100632" y="48877"/>
                </a:cubicBezTo>
                <a:cubicBezTo>
                  <a:pt x="1098199" y="50966"/>
                  <a:pt x="1096983" y="53283"/>
                  <a:pt x="1096983" y="55827"/>
                </a:cubicBezTo>
                <a:cubicBezTo>
                  <a:pt x="1096983" y="58992"/>
                  <a:pt x="1097888" y="61704"/>
                  <a:pt x="1099698" y="63963"/>
                </a:cubicBezTo>
                <a:cubicBezTo>
                  <a:pt x="1101452" y="66281"/>
                  <a:pt x="1105016" y="68739"/>
                  <a:pt x="1110391" y="71338"/>
                </a:cubicBezTo>
                <a:lnTo>
                  <a:pt x="1122780" y="77358"/>
                </a:lnTo>
                <a:cubicBezTo>
                  <a:pt x="1134264" y="82951"/>
                  <a:pt x="1140007" y="90326"/>
                  <a:pt x="1140007" y="99482"/>
                </a:cubicBezTo>
                <a:cubicBezTo>
                  <a:pt x="1140007" y="106545"/>
                  <a:pt x="1137334" y="112239"/>
                  <a:pt x="1131987" y="116563"/>
                </a:cubicBezTo>
                <a:cubicBezTo>
                  <a:pt x="1126641" y="120885"/>
                  <a:pt x="1120659" y="123047"/>
                  <a:pt x="1114040" y="123047"/>
                </a:cubicBezTo>
                <a:cubicBezTo>
                  <a:pt x="1109287" y="123047"/>
                  <a:pt x="1103856" y="122198"/>
                  <a:pt x="1097746" y="120501"/>
                </a:cubicBezTo>
                <a:cubicBezTo>
                  <a:pt x="1095880" y="119935"/>
                  <a:pt x="1094352" y="119652"/>
                  <a:pt x="1093164" y="119652"/>
                </a:cubicBezTo>
                <a:cubicBezTo>
                  <a:pt x="1091863" y="119652"/>
                  <a:pt x="1090845" y="120388"/>
                  <a:pt x="1090109" y="121859"/>
                </a:cubicBezTo>
                <a:lnTo>
                  <a:pt x="1087309" y="121859"/>
                </a:lnTo>
                <a:lnTo>
                  <a:pt x="1087309" y="94025"/>
                </a:lnTo>
                <a:lnTo>
                  <a:pt x="1090109" y="94025"/>
                </a:lnTo>
                <a:cubicBezTo>
                  <a:pt x="1091693" y="101973"/>
                  <a:pt x="1094720" y="107963"/>
                  <a:pt x="1099189" y="111994"/>
                </a:cubicBezTo>
                <a:cubicBezTo>
                  <a:pt x="1103658" y="116025"/>
                  <a:pt x="1108665" y="118040"/>
                  <a:pt x="1114209" y="118040"/>
                </a:cubicBezTo>
                <a:cubicBezTo>
                  <a:pt x="1118113" y="118040"/>
                  <a:pt x="1121295" y="116896"/>
                  <a:pt x="1123756" y="114608"/>
                </a:cubicBezTo>
                <a:cubicBezTo>
                  <a:pt x="1126217" y="112319"/>
                  <a:pt x="1127447" y="109564"/>
                  <a:pt x="1127447" y="106343"/>
                </a:cubicBezTo>
                <a:cubicBezTo>
                  <a:pt x="1127447" y="102443"/>
                  <a:pt x="1126075" y="99165"/>
                  <a:pt x="1123332" y="96509"/>
                </a:cubicBezTo>
                <a:cubicBezTo>
                  <a:pt x="1120588" y="93854"/>
                  <a:pt x="1115114" y="90492"/>
                  <a:pt x="1106911" y="86424"/>
                </a:cubicBezTo>
                <a:cubicBezTo>
                  <a:pt x="1098708" y="82355"/>
                  <a:pt x="1093334" y="78681"/>
                  <a:pt x="1090788" y="75403"/>
                </a:cubicBezTo>
                <a:cubicBezTo>
                  <a:pt x="1088242" y="72182"/>
                  <a:pt x="1086969" y="68113"/>
                  <a:pt x="1086969" y="63197"/>
                </a:cubicBezTo>
                <a:cubicBezTo>
                  <a:pt x="1086969" y="56811"/>
                  <a:pt x="1089161" y="51471"/>
                  <a:pt x="1093546" y="47177"/>
                </a:cubicBezTo>
                <a:cubicBezTo>
                  <a:pt x="1097930" y="42881"/>
                  <a:pt x="1103602" y="40733"/>
                  <a:pt x="1110560" y="40733"/>
                </a:cubicBezTo>
                <a:cubicBezTo>
                  <a:pt x="1113615" y="40733"/>
                  <a:pt x="1117321" y="41383"/>
                  <a:pt x="1121677" y="42684"/>
                </a:cubicBezTo>
                <a:cubicBezTo>
                  <a:pt x="1124562" y="43533"/>
                  <a:pt x="1126486" y="43957"/>
                  <a:pt x="1127447" y="43957"/>
                </a:cubicBezTo>
                <a:cubicBezTo>
                  <a:pt x="1128353" y="43957"/>
                  <a:pt x="1129060" y="43759"/>
                  <a:pt x="1129569" y="43363"/>
                </a:cubicBezTo>
                <a:cubicBezTo>
                  <a:pt x="1130078" y="42967"/>
                  <a:pt x="1130672" y="42090"/>
                  <a:pt x="1131351" y="40733"/>
                </a:cubicBezTo>
                <a:lnTo>
                  <a:pt x="1134151" y="40733"/>
                </a:lnTo>
                <a:close/>
                <a:moveTo>
                  <a:pt x="1195562" y="109469"/>
                </a:moveTo>
                <a:cubicBezTo>
                  <a:pt x="1187585" y="115636"/>
                  <a:pt x="1182578" y="119200"/>
                  <a:pt x="1180542" y="120161"/>
                </a:cubicBezTo>
                <a:cubicBezTo>
                  <a:pt x="1177487" y="121632"/>
                  <a:pt x="1174234" y="122368"/>
                  <a:pt x="1170783" y="122368"/>
                </a:cubicBezTo>
                <a:cubicBezTo>
                  <a:pt x="1165408" y="122368"/>
                  <a:pt x="1160982" y="120529"/>
                  <a:pt x="1157502" y="116852"/>
                </a:cubicBezTo>
                <a:cubicBezTo>
                  <a:pt x="1154023" y="113175"/>
                  <a:pt x="1152283" y="108338"/>
                  <a:pt x="1152283" y="102341"/>
                </a:cubicBezTo>
                <a:cubicBezTo>
                  <a:pt x="1152283" y="98551"/>
                  <a:pt x="1153132" y="95269"/>
                  <a:pt x="1154829" y="92497"/>
                </a:cubicBezTo>
                <a:cubicBezTo>
                  <a:pt x="1157149" y="88650"/>
                  <a:pt x="1161180" y="85030"/>
                  <a:pt x="1166922" y="81635"/>
                </a:cubicBezTo>
                <a:cubicBezTo>
                  <a:pt x="1172664" y="78241"/>
                  <a:pt x="1182211" y="74111"/>
                  <a:pt x="1195562" y="69246"/>
                </a:cubicBezTo>
                <a:lnTo>
                  <a:pt x="1195562" y="66191"/>
                </a:lnTo>
                <a:cubicBezTo>
                  <a:pt x="1195562" y="58440"/>
                  <a:pt x="1194332" y="53122"/>
                  <a:pt x="1191871" y="50237"/>
                </a:cubicBezTo>
                <a:cubicBezTo>
                  <a:pt x="1189410" y="47352"/>
                  <a:pt x="1185831" y="45909"/>
                  <a:pt x="1181136" y="45909"/>
                </a:cubicBezTo>
                <a:cubicBezTo>
                  <a:pt x="1177572" y="45909"/>
                  <a:pt x="1174743" y="46867"/>
                  <a:pt x="1172650" y="48784"/>
                </a:cubicBezTo>
                <a:cubicBezTo>
                  <a:pt x="1170500" y="50700"/>
                  <a:pt x="1169425" y="52899"/>
                  <a:pt x="1169425" y="55379"/>
                </a:cubicBezTo>
                <a:lnTo>
                  <a:pt x="1169595" y="60282"/>
                </a:lnTo>
                <a:cubicBezTo>
                  <a:pt x="1169595" y="62874"/>
                  <a:pt x="1168930" y="64874"/>
                  <a:pt x="1167601" y="66283"/>
                </a:cubicBezTo>
                <a:cubicBezTo>
                  <a:pt x="1166271" y="67692"/>
                  <a:pt x="1164532" y="68397"/>
                  <a:pt x="1162382" y="68397"/>
                </a:cubicBezTo>
                <a:cubicBezTo>
                  <a:pt x="1160289" y="68397"/>
                  <a:pt x="1158577" y="67664"/>
                  <a:pt x="1157248" y="66199"/>
                </a:cubicBezTo>
                <a:cubicBezTo>
                  <a:pt x="1155918" y="64731"/>
                  <a:pt x="1155254" y="62728"/>
                  <a:pt x="1155254" y="60189"/>
                </a:cubicBezTo>
                <a:cubicBezTo>
                  <a:pt x="1155254" y="55340"/>
                  <a:pt x="1157743" y="50885"/>
                  <a:pt x="1162721" y="46824"/>
                </a:cubicBezTo>
                <a:cubicBezTo>
                  <a:pt x="1167700" y="42763"/>
                  <a:pt x="1174686" y="40733"/>
                  <a:pt x="1183682" y="40733"/>
                </a:cubicBezTo>
                <a:cubicBezTo>
                  <a:pt x="1190584" y="40733"/>
                  <a:pt x="1196241" y="41891"/>
                  <a:pt x="1200654" y="44207"/>
                </a:cubicBezTo>
                <a:cubicBezTo>
                  <a:pt x="1203991" y="45959"/>
                  <a:pt x="1206452" y="48700"/>
                  <a:pt x="1208036" y="52430"/>
                </a:cubicBezTo>
                <a:cubicBezTo>
                  <a:pt x="1209055" y="54859"/>
                  <a:pt x="1209564" y="59831"/>
                  <a:pt x="1209564" y="67347"/>
                </a:cubicBezTo>
                <a:lnTo>
                  <a:pt x="1209564" y="93706"/>
                </a:lnTo>
                <a:cubicBezTo>
                  <a:pt x="1209564" y="101109"/>
                  <a:pt x="1209705" y="105643"/>
                  <a:pt x="1209988" y="107311"/>
                </a:cubicBezTo>
                <a:cubicBezTo>
                  <a:pt x="1210271" y="108978"/>
                  <a:pt x="1210738" y="110094"/>
                  <a:pt x="1211388" y="110660"/>
                </a:cubicBezTo>
                <a:cubicBezTo>
                  <a:pt x="1212039" y="111224"/>
                  <a:pt x="1212789" y="111506"/>
                  <a:pt x="1213637" y="111506"/>
                </a:cubicBezTo>
                <a:cubicBezTo>
                  <a:pt x="1214542" y="111506"/>
                  <a:pt x="1215334" y="111308"/>
                  <a:pt x="1216013" y="110912"/>
                </a:cubicBezTo>
                <a:cubicBezTo>
                  <a:pt x="1217201" y="110176"/>
                  <a:pt x="1219492" y="108111"/>
                  <a:pt x="1222887" y="104717"/>
                </a:cubicBezTo>
                <a:lnTo>
                  <a:pt x="1222887" y="109469"/>
                </a:lnTo>
                <a:cubicBezTo>
                  <a:pt x="1216551" y="117955"/>
                  <a:pt x="1210497" y="122198"/>
                  <a:pt x="1204727" y="122198"/>
                </a:cubicBezTo>
                <a:cubicBezTo>
                  <a:pt x="1201955" y="122198"/>
                  <a:pt x="1199748" y="121236"/>
                  <a:pt x="1198108" y="119313"/>
                </a:cubicBezTo>
                <a:cubicBezTo>
                  <a:pt x="1196467" y="117389"/>
                  <a:pt x="1195619" y="114108"/>
                  <a:pt x="1195562" y="109469"/>
                </a:cubicBezTo>
                <a:moveTo>
                  <a:pt x="1195562" y="103906"/>
                </a:moveTo>
                <a:lnTo>
                  <a:pt x="1195562" y="74422"/>
                </a:lnTo>
                <a:cubicBezTo>
                  <a:pt x="1187019" y="77801"/>
                  <a:pt x="1181504" y="80194"/>
                  <a:pt x="1179014" y="81603"/>
                </a:cubicBezTo>
                <a:cubicBezTo>
                  <a:pt x="1174545" y="84082"/>
                  <a:pt x="1171349" y="86673"/>
                  <a:pt x="1169425" y="89376"/>
                </a:cubicBezTo>
                <a:cubicBezTo>
                  <a:pt x="1167502" y="92079"/>
                  <a:pt x="1166540" y="95036"/>
                  <a:pt x="1166540" y="98246"/>
                </a:cubicBezTo>
                <a:cubicBezTo>
                  <a:pt x="1166540" y="102302"/>
                  <a:pt x="1167756" y="105667"/>
                  <a:pt x="1170189" y="108342"/>
                </a:cubicBezTo>
                <a:cubicBezTo>
                  <a:pt x="1172622" y="111017"/>
                  <a:pt x="1175422" y="112354"/>
                  <a:pt x="1178590" y="112354"/>
                </a:cubicBezTo>
                <a:cubicBezTo>
                  <a:pt x="1182890" y="112354"/>
                  <a:pt x="1188547" y="109538"/>
                  <a:pt x="1195562" y="103906"/>
                </a:cubicBezTo>
                <a:close/>
                <a:moveTo>
                  <a:pt x="1251766" y="57280"/>
                </a:moveTo>
                <a:cubicBezTo>
                  <a:pt x="1257423" y="51623"/>
                  <a:pt x="1260761" y="48370"/>
                  <a:pt x="1261779" y="47521"/>
                </a:cubicBezTo>
                <a:cubicBezTo>
                  <a:pt x="1264325" y="45372"/>
                  <a:pt x="1267069" y="43703"/>
                  <a:pt x="1270011" y="42515"/>
                </a:cubicBezTo>
                <a:cubicBezTo>
                  <a:pt x="1272952" y="41327"/>
                  <a:pt x="1275866" y="40733"/>
                  <a:pt x="1278751" y="40733"/>
                </a:cubicBezTo>
                <a:cubicBezTo>
                  <a:pt x="1283616" y="40733"/>
                  <a:pt x="1287803" y="42147"/>
                  <a:pt x="1291310" y="44976"/>
                </a:cubicBezTo>
                <a:cubicBezTo>
                  <a:pt x="1294818" y="47804"/>
                  <a:pt x="1297166" y="51906"/>
                  <a:pt x="1298354" y="57280"/>
                </a:cubicBezTo>
                <a:cubicBezTo>
                  <a:pt x="1304181" y="50492"/>
                  <a:pt x="1309103" y="46036"/>
                  <a:pt x="1313119" y="43915"/>
                </a:cubicBezTo>
                <a:cubicBezTo>
                  <a:pt x="1317136" y="41793"/>
                  <a:pt x="1321266" y="40733"/>
                  <a:pt x="1325509" y="40733"/>
                </a:cubicBezTo>
                <a:cubicBezTo>
                  <a:pt x="1329639" y="40733"/>
                  <a:pt x="1333302" y="41792"/>
                  <a:pt x="1336498" y="43910"/>
                </a:cubicBezTo>
                <a:cubicBezTo>
                  <a:pt x="1339695" y="46026"/>
                  <a:pt x="1342226" y="49483"/>
                  <a:pt x="1344093" y="54281"/>
                </a:cubicBezTo>
                <a:cubicBezTo>
                  <a:pt x="1345338" y="57555"/>
                  <a:pt x="1345960" y="62692"/>
                  <a:pt x="1345960" y="69691"/>
                </a:cubicBezTo>
                <a:lnTo>
                  <a:pt x="1345960" y="103052"/>
                </a:lnTo>
                <a:cubicBezTo>
                  <a:pt x="1345960" y="107906"/>
                  <a:pt x="1346328" y="111237"/>
                  <a:pt x="1347063" y="113044"/>
                </a:cubicBezTo>
                <a:cubicBezTo>
                  <a:pt x="1347629" y="114285"/>
                  <a:pt x="1348676" y="115343"/>
                  <a:pt x="1350203" y="116218"/>
                </a:cubicBezTo>
                <a:cubicBezTo>
                  <a:pt x="1351731" y="117093"/>
                  <a:pt x="1354220" y="117531"/>
                  <a:pt x="1357671" y="117531"/>
                </a:cubicBezTo>
                <a:lnTo>
                  <a:pt x="1357671" y="120671"/>
                </a:lnTo>
                <a:lnTo>
                  <a:pt x="1319314" y="120671"/>
                </a:lnTo>
                <a:lnTo>
                  <a:pt x="1319314" y="117531"/>
                </a:lnTo>
                <a:lnTo>
                  <a:pt x="1320926" y="117531"/>
                </a:lnTo>
                <a:cubicBezTo>
                  <a:pt x="1324264" y="117531"/>
                  <a:pt x="1326867" y="116884"/>
                  <a:pt x="1328734" y="115590"/>
                </a:cubicBezTo>
                <a:cubicBezTo>
                  <a:pt x="1330035" y="114688"/>
                  <a:pt x="1330968" y="113252"/>
                  <a:pt x="1331534" y="111283"/>
                </a:cubicBezTo>
                <a:cubicBezTo>
                  <a:pt x="1331760" y="110327"/>
                  <a:pt x="1331873" y="107597"/>
                  <a:pt x="1331873" y="103094"/>
                </a:cubicBezTo>
                <a:lnTo>
                  <a:pt x="1331873" y="69829"/>
                </a:lnTo>
                <a:cubicBezTo>
                  <a:pt x="1331873" y="63525"/>
                  <a:pt x="1331110" y="59078"/>
                  <a:pt x="1329582" y="56490"/>
                </a:cubicBezTo>
                <a:cubicBezTo>
                  <a:pt x="1327376" y="52887"/>
                  <a:pt x="1323840" y="51086"/>
                  <a:pt x="1318975" y="51086"/>
                </a:cubicBezTo>
                <a:cubicBezTo>
                  <a:pt x="1315976" y="51086"/>
                  <a:pt x="1312964" y="51832"/>
                  <a:pt x="1309937" y="53324"/>
                </a:cubicBezTo>
                <a:cubicBezTo>
                  <a:pt x="1306910" y="54814"/>
                  <a:pt x="1303247" y="57586"/>
                  <a:pt x="1298948" y="61640"/>
                </a:cubicBezTo>
                <a:lnTo>
                  <a:pt x="1298778" y="62568"/>
                </a:lnTo>
                <a:lnTo>
                  <a:pt x="1298948" y="66199"/>
                </a:lnTo>
                <a:lnTo>
                  <a:pt x="1298948" y="103094"/>
                </a:lnTo>
                <a:cubicBezTo>
                  <a:pt x="1298948" y="108385"/>
                  <a:pt x="1299245" y="111678"/>
                  <a:pt x="1299839" y="112972"/>
                </a:cubicBezTo>
                <a:cubicBezTo>
                  <a:pt x="1300433" y="114266"/>
                  <a:pt x="1301550" y="115350"/>
                  <a:pt x="1303191" y="116223"/>
                </a:cubicBezTo>
                <a:cubicBezTo>
                  <a:pt x="1304831" y="117095"/>
                  <a:pt x="1307632" y="117531"/>
                  <a:pt x="1311592" y="117531"/>
                </a:cubicBezTo>
                <a:lnTo>
                  <a:pt x="1311592" y="120671"/>
                </a:lnTo>
                <a:lnTo>
                  <a:pt x="1272302" y="120671"/>
                </a:lnTo>
                <a:lnTo>
                  <a:pt x="1272302" y="117531"/>
                </a:lnTo>
                <a:cubicBezTo>
                  <a:pt x="1276601" y="117531"/>
                  <a:pt x="1279557" y="117024"/>
                  <a:pt x="1281170" y="116011"/>
                </a:cubicBezTo>
                <a:cubicBezTo>
                  <a:pt x="1282782" y="114998"/>
                  <a:pt x="1283899" y="113479"/>
                  <a:pt x="1284522" y="111453"/>
                </a:cubicBezTo>
                <a:cubicBezTo>
                  <a:pt x="1284804" y="110495"/>
                  <a:pt x="1284946" y="107708"/>
                  <a:pt x="1284946" y="103094"/>
                </a:cubicBezTo>
                <a:lnTo>
                  <a:pt x="1284946" y="69829"/>
                </a:lnTo>
                <a:cubicBezTo>
                  <a:pt x="1284946" y="63525"/>
                  <a:pt x="1284012" y="58993"/>
                  <a:pt x="1282146" y="56236"/>
                </a:cubicBezTo>
                <a:cubicBezTo>
                  <a:pt x="1279656" y="52633"/>
                  <a:pt x="1276177" y="50831"/>
                  <a:pt x="1271708" y="50831"/>
                </a:cubicBezTo>
                <a:cubicBezTo>
                  <a:pt x="1268653" y="50831"/>
                  <a:pt x="1265626" y="51647"/>
                  <a:pt x="1262628" y="53279"/>
                </a:cubicBezTo>
                <a:cubicBezTo>
                  <a:pt x="1257932" y="55756"/>
                  <a:pt x="1254311" y="58542"/>
                  <a:pt x="1251766" y="61637"/>
                </a:cubicBezTo>
                <a:lnTo>
                  <a:pt x="1251766" y="103094"/>
                </a:lnTo>
                <a:cubicBezTo>
                  <a:pt x="1251766" y="108159"/>
                  <a:pt x="1252119" y="111452"/>
                  <a:pt x="1252826" y="112972"/>
                </a:cubicBezTo>
                <a:cubicBezTo>
                  <a:pt x="1253534" y="114491"/>
                  <a:pt x="1254580" y="115630"/>
                  <a:pt x="1255966" y="116391"/>
                </a:cubicBezTo>
                <a:cubicBezTo>
                  <a:pt x="1257352" y="117151"/>
                  <a:pt x="1260167" y="117531"/>
                  <a:pt x="1264410" y="117531"/>
                </a:cubicBezTo>
                <a:lnTo>
                  <a:pt x="1264410" y="120671"/>
                </a:lnTo>
                <a:lnTo>
                  <a:pt x="1225968" y="120671"/>
                </a:lnTo>
                <a:lnTo>
                  <a:pt x="1225968" y="117531"/>
                </a:lnTo>
                <a:cubicBezTo>
                  <a:pt x="1229532" y="117531"/>
                  <a:pt x="1232022" y="117150"/>
                  <a:pt x="1233436" y="116388"/>
                </a:cubicBezTo>
                <a:cubicBezTo>
                  <a:pt x="1234850" y="115626"/>
                  <a:pt x="1235925" y="114412"/>
                  <a:pt x="1236661" y="112747"/>
                </a:cubicBezTo>
                <a:cubicBezTo>
                  <a:pt x="1237396" y="111081"/>
                  <a:pt x="1237764" y="107850"/>
                  <a:pt x="1237764" y="103052"/>
                </a:cubicBezTo>
                <a:lnTo>
                  <a:pt x="1237764" y="73417"/>
                </a:lnTo>
                <a:cubicBezTo>
                  <a:pt x="1237764" y="64892"/>
                  <a:pt x="1237509" y="59389"/>
                  <a:pt x="1237000" y="56906"/>
                </a:cubicBezTo>
                <a:cubicBezTo>
                  <a:pt x="1236604" y="55043"/>
                  <a:pt x="1235982" y="53759"/>
                  <a:pt x="1235133" y="53053"/>
                </a:cubicBezTo>
                <a:cubicBezTo>
                  <a:pt x="1234285" y="52348"/>
                  <a:pt x="1233125" y="51995"/>
                  <a:pt x="1231654" y="51995"/>
                </a:cubicBezTo>
                <a:cubicBezTo>
                  <a:pt x="1230070" y="51995"/>
                  <a:pt x="1228175" y="52419"/>
                  <a:pt x="1225968" y="53265"/>
                </a:cubicBezTo>
                <a:lnTo>
                  <a:pt x="1224695" y="50216"/>
                </a:lnTo>
                <a:lnTo>
                  <a:pt x="1248117" y="40733"/>
                </a:lnTo>
                <a:lnTo>
                  <a:pt x="1251766" y="40733"/>
                </a:lnTo>
                <a:lnTo>
                  <a:pt x="1251766" y="57280"/>
                </a:lnTo>
                <a:close/>
                <a:moveTo>
                  <a:pt x="1358294" y="50584"/>
                </a:moveTo>
                <a:lnTo>
                  <a:pt x="1382224" y="40902"/>
                </a:lnTo>
                <a:lnTo>
                  <a:pt x="1385449" y="40902"/>
                </a:lnTo>
                <a:lnTo>
                  <a:pt x="1385449" y="59062"/>
                </a:lnTo>
                <a:cubicBezTo>
                  <a:pt x="1389466" y="52217"/>
                  <a:pt x="1393497" y="47451"/>
                  <a:pt x="1397542" y="44764"/>
                </a:cubicBezTo>
                <a:cubicBezTo>
                  <a:pt x="1401587" y="42076"/>
                  <a:pt x="1405844" y="40733"/>
                  <a:pt x="1410313" y="40733"/>
                </a:cubicBezTo>
                <a:cubicBezTo>
                  <a:pt x="1418120" y="40733"/>
                  <a:pt x="1424626" y="43784"/>
                  <a:pt x="1429831" y="49887"/>
                </a:cubicBezTo>
                <a:cubicBezTo>
                  <a:pt x="1436224" y="57348"/>
                  <a:pt x="1439420" y="67068"/>
                  <a:pt x="1439420" y="79050"/>
                </a:cubicBezTo>
                <a:cubicBezTo>
                  <a:pt x="1439420" y="92443"/>
                  <a:pt x="1435573" y="103520"/>
                  <a:pt x="1427879" y="112280"/>
                </a:cubicBezTo>
                <a:cubicBezTo>
                  <a:pt x="1421543" y="119458"/>
                  <a:pt x="1413566" y="123047"/>
                  <a:pt x="1403949" y="123047"/>
                </a:cubicBezTo>
                <a:cubicBezTo>
                  <a:pt x="1399762" y="123047"/>
                  <a:pt x="1396141" y="122453"/>
                  <a:pt x="1393086" y="121265"/>
                </a:cubicBezTo>
                <a:cubicBezTo>
                  <a:pt x="1390824" y="120416"/>
                  <a:pt x="1388278" y="118719"/>
                  <a:pt x="1385449" y="116173"/>
                </a:cubicBezTo>
                <a:lnTo>
                  <a:pt x="1385449" y="139849"/>
                </a:lnTo>
                <a:cubicBezTo>
                  <a:pt x="1385449" y="145167"/>
                  <a:pt x="1385774" y="148547"/>
                  <a:pt x="1386425" y="149990"/>
                </a:cubicBezTo>
                <a:cubicBezTo>
                  <a:pt x="1387076" y="151432"/>
                  <a:pt x="1388207" y="152578"/>
                  <a:pt x="1389819" y="153427"/>
                </a:cubicBezTo>
                <a:cubicBezTo>
                  <a:pt x="1391432" y="154275"/>
                  <a:pt x="1394359" y="154699"/>
                  <a:pt x="1398602" y="154699"/>
                </a:cubicBezTo>
                <a:lnTo>
                  <a:pt x="1398602" y="157839"/>
                </a:lnTo>
                <a:lnTo>
                  <a:pt x="1357870" y="157839"/>
                </a:lnTo>
                <a:lnTo>
                  <a:pt x="1357870" y="154699"/>
                </a:lnTo>
                <a:lnTo>
                  <a:pt x="1359991" y="154699"/>
                </a:lnTo>
                <a:cubicBezTo>
                  <a:pt x="1363103" y="154756"/>
                  <a:pt x="1365762" y="154161"/>
                  <a:pt x="1367968" y="152915"/>
                </a:cubicBezTo>
                <a:cubicBezTo>
                  <a:pt x="1369043" y="152292"/>
                  <a:pt x="1369877" y="151287"/>
                  <a:pt x="1370471" y="149900"/>
                </a:cubicBezTo>
                <a:cubicBezTo>
                  <a:pt x="1371065" y="148514"/>
                  <a:pt x="1371362" y="144990"/>
                  <a:pt x="1371362" y="139329"/>
                </a:cubicBezTo>
                <a:lnTo>
                  <a:pt x="1371362" y="65785"/>
                </a:lnTo>
                <a:cubicBezTo>
                  <a:pt x="1371362" y="60746"/>
                  <a:pt x="1371136" y="57548"/>
                  <a:pt x="1370683" y="56190"/>
                </a:cubicBezTo>
                <a:cubicBezTo>
                  <a:pt x="1370231" y="54831"/>
                  <a:pt x="1369510" y="53812"/>
                  <a:pt x="1368520" y="53133"/>
                </a:cubicBezTo>
                <a:cubicBezTo>
                  <a:pt x="1367530" y="52452"/>
                  <a:pt x="1366186" y="52112"/>
                  <a:pt x="1364489" y="52112"/>
                </a:cubicBezTo>
                <a:cubicBezTo>
                  <a:pt x="1363131" y="52112"/>
                  <a:pt x="1361405" y="52508"/>
                  <a:pt x="1359312" y="53300"/>
                </a:cubicBezTo>
                <a:lnTo>
                  <a:pt x="1358294" y="50584"/>
                </a:lnTo>
                <a:moveTo>
                  <a:pt x="1385449" y="64223"/>
                </a:moveTo>
                <a:lnTo>
                  <a:pt x="1385449" y="93208"/>
                </a:lnTo>
                <a:cubicBezTo>
                  <a:pt x="1385449" y="99480"/>
                  <a:pt x="1385704" y="103605"/>
                  <a:pt x="1386213" y="105582"/>
                </a:cubicBezTo>
                <a:cubicBezTo>
                  <a:pt x="1387005" y="108859"/>
                  <a:pt x="1388942" y="111741"/>
                  <a:pt x="1392026" y="114227"/>
                </a:cubicBezTo>
                <a:cubicBezTo>
                  <a:pt x="1395109" y="116712"/>
                  <a:pt x="1398998" y="117955"/>
                  <a:pt x="1403694" y="117955"/>
                </a:cubicBezTo>
                <a:cubicBezTo>
                  <a:pt x="1409351" y="117955"/>
                  <a:pt x="1413934" y="115751"/>
                  <a:pt x="1417441" y="111344"/>
                </a:cubicBezTo>
                <a:cubicBezTo>
                  <a:pt x="1422024" y="105582"/>
                  <a:pt x="1424315" y="97475"/>
                  <a:pt x="1424315" y="87021"/>
                </a:cubicBezTo>
                <a:cubicBezTo>
                  <a:pt x="1424315" y="75157"/>
                  <a:pt x="1421712" y="66032"/>
                  <a:pt x="1416508" y="59648"/>
                </a:cubicBezTo>
                <a:cubicBezTo>
                  <a:pt x="1412887" y="55241"/>
                  <a:pt x="1408588" y="53037"/>
                  <a:pt x="1403609" y="53037"/>
                </a:cubicBezTo>
                <a:cubicBezTo>
                  <a:pt x="1400894" y="53037"/>
                  <a:pt x="1398206" y="53715"/>
                  <a:pt x="1395547" y="55071"/>
                </a:cubicBezTo>
                <a:cubicBezTo>
                  <a:pt x="1393511" y="56088"/>
                  <a:pt x="1390145" y="59138"/>
                  <a:pt x="1385449" y="64223"/>
                </a:cubicBezTo>
                <a:close/>
                <a:moveTo>
                  <a:pt x="1477522" y="0"/>
                </a:moveTo>
                <a:lnTo>
                  <a:pt x="1477522" y="103030"/>
                </a:lnTo>
                <a:cubicBezTo>
                  <a:pt x="1477522" y="107892"/>
                  <a:pt x="1477876" y="111115"/>
                  <a:pt x="1478583" y="112699"/>
                </a:cubicBezTo>
                <a:cubicBezTo>
                  <a:pt x="1479290" y="114281"/>
                  <a:pt x="1480379" y="115483"/>
                  <a:pt x="1481850" y="116303"/>
                </a:cubicBezTo>
                <a:cubicBezTo>
                  <a:pt x="1483321" y="117122"/>
                  <a:pt x="1486065" y="117531"/>
                  <a:pt x="1490081" y="117531"/>
                </a:cubicBezTo>
                <a:lnTo>
                  <a:pt x="1490081" y="120671"/>
                </a:lnTo>
                <a:lnTo>
                  <a:pt x="1451979" y="120671"/>
                </a:lnTo>
                <a:lnTo>
                  <a:pt x="1451979" y="117531"/>
                </a:lnTo>
                <a:cubicBezTo>
                  <a:pt x="1455543" y="117531"/>
                  <a:pt x="1457976" y="117164"/>
                  <a:pt x="1459277" y="116430"/>
                </a:cubicBezTo>
                <a:cubicBezTo>
                  <a:pt x="1460578" y="115695"/>
                  <a:pt x="1461597" y="114479"/>
                  <a:pt x="1462332" y="112784"/>
                </a:cubicBezTo>
                <a:cubicBezTo>
                  <a:pt x="1463068" y="111087"/>
                  <a:pt x="1463435" y="107836"/>
                  <a:pt x="1463435" y="103030"/>
                </a:cubicBezTo>
                <a:lnTo>
                  <a:pt x="1463435" y="32477"/>
                </a:lnTo>
                <a:cubicBezTo>
                  <a:pt x="1463435" y="23716"/>
                  <a:pt x="1463237" y="18331"/>
                  <a:pt x="1462841" y="16325"/>
                </a:cubicBezTo>
                <a:cubicBezTo>
                  <a:pt x="1462445" y="14317"/>
                  <a:pt x="1461809" y="12946"/>
                  <a:pt x="1460932" y="12212"/>
                </a:cubicBezTo>
                <a:cubicBezTo>
                  <a:pt x="1460055" y="11476"/>
                  <a:pt x="1458938" y="11109"/>
                  <a:pt x="1457580" y="11109"/>
                </a:cubicBezTo>
                <a:cubicBezTo>
                  <a:pt x="1456109" y="11109"/>
                  <a:pt x="1454242" y="11561"/>
                  <a:pt x="1451979" y="12466"/>
                </a:cubicBezTo>
                <a:lnTo>
                  <a:pt x="1450537" y="9496"/>
                </a:lnTo>
                <a:lnTo>
                  <a:pt x="1473703" y="0"/>
                </a:lnTo>
                <a:lnTo>
                  <a:pt x="1477522" y="0"/>
                </a:lnTo>
                <a:close/>
                <a:moveTo>
                  <a:pt x="1512174" y="72301"/>
                </a:moveTo>
                <a:cubicBezTo>
                  <a:pt x="1512117" y="83815"/>
                  <a:pt x="1514918" y="92846"/>
                  <a:pt x="1520575" y="99395"/>
                </a:cubicBezTo>
                <a:cubicBezTo>
                  <a:pt x="1526232" y="105941"/>
                  <a:pt x="1532880" y="109215"/>
                  <a:pt x="1540517" y="109215"/>
                </a:cubicBezTo>
                <a:cubicBezTo>
                  <a:pt x="1545609" y="109215"/>
                  <a:pt x="1550036" y="107814"/>
                  <a:pt x="1553798" y="105014"/>
                </a:cubicBezTo>
                <a:cubicBezTo>
                  <a:pt x="1557560" y="102214"/>
                  <a:pt x="1560714" y="97419"/>
                  <a:pt x="1563260" y="90630"/>
                </a:cubicBezTo>
                <a:lnTo>
                  <a:pt x="1565890" y="92327"/>
                </a:lnTo>
                <a:cubicBezTo>
                  <a:pt x="1564702" y="100078"/>
                  <a:pt x="1561251" y="107136"/>
                  <a:pt x="1555537" y="113500"/>
                </a:cubicBezTo>
                <a:cubicBezTo>
                  <a:pt x="1549824" y="119864"/>
                  <a:pt x="1542667" y="123047"/>
                  <a:pt x="1534068" y="123047"/>
                </a:cubicBezTo>
                <a:cubicBezTo>
                  <a:pt x="1524733" y="123047"/>
                  <a:pt x="1516742" y="119420"/>
                  <a:pt x="1510095" y="112166"/>
                </a:cubicBezTo>
                <a:cubicBezTo>
                  <a:pt x="1503448" y="104911"/>
                  <a:pt x="1500124" y="95157"/>
                  <a:pt x="1500124" y="82905"/>
                </a:cubicBezTo>
                <a:cubicBezTo>
                  <a:pt x="1500124" y="69639"/>
                  <a:pt x="1503532" y="59294"/>
                  <a:pt x="1510350" y="51871"/>
                </a:cubicBezTo>
                <a:cubicBezTo>
                  <a:pt x="1517167" y="44445"/>
                  <a:pt x="1525723" y="40733"/>
                  <a:pt x="1536020" y="40733"/>
                </a:cubicBezTo>
                <a:cubicBezTo>
                  <a:pt x="1544732" y="40733"/>
                  <a:pt x="1551888" y="43597"/>
                  <a:pt x="1557489" y="49325"/>
                </a:cubicBezTo>
                <a:cubicBezTo>
                  <a:pt x="1563090" y="55051"/>
                  <a:pt x="1565890" y="62710"/>
                  <a:pt x="1565890" y="72301"/>
                </a:cubicBezTo>
                <a:lnTo>
                  <a:pt x="1512174" y="72301"/>
                </a:lnTo>
                <a:moveTo>
                  <a:pt x="1512174" y="67379"/>
                </a:moveTo>
                <a:lnTo>
                  <a:pt x="1548155" y="67379"/>
                </a:lnTo>
                <a:cubicBezTo>
                  <a:pt x="1547872" y="62400"/>
                  <a:pt x="1547278" y="58893"/>
                  <a:pt x="1546373" y="56856"/>
                </a:cubicBezTo>
                <a:cubicBezTo>
                  <a:pt x="1544958" y="53688"/>
                  <a:pt x="1542851" y="51199"/>
                  <a:pt x="1540050" y="49388"/>
                </a:cubicBezTo>
                <a:cubicBezTo>
                  <a:pt x="1537250" y="47578"/>
                  <a:pt x="1534322" y="46673"/>
                  <a:pt x="1531268" y="46673"/>
                </a:cubicBezTo>
                <a:cubicBezTo>
                  <a:pt x="1526572" y="46673"/>
                  <a:pt x="1522371" y="48497"/>
                  <a:pt x="1518666" y="52146"/>
                </a:cubicBezTo>
                <a:cubicBezTo>
                  <a:pt x="1514960" y="55795"/>
                  <a:pt x="1512796" y="60873"/>
                  <a:pt x="1512174" y="67379"/>
                </a:cubicBezTo>
                <a:close/>
                <a:moveTo>
                  <a:pt x="1626507" y="40733"/>
                </a:moveTo>
                <a:lnTo>
                  <a:pt x="1626507" y="67039"/>
                </a:lnTo>
                <a:lnTo>
                  <a:pt x="1623706" y="67039"/>
                </a:lnTo>
                <a:cubicBezTo>
                  <a:pt x="1621557" y="58788"/>
                  <a:pt x="1618799" y="53176"/>
                  <a:pt x="1615433" y="50203"/>
                </a:cubicBezTo>
                <a:cubicBezTo>
                  <a:pt x="1612066" y="47227"/>
                  <a:pt x="1607781" y="45739"/>
                  <a:pt x="1602576" y="45739"/>
                </a:cubicBezTo>
                <a:cubicBezTo>
                  <a:pt x="1598616" y="45739"/>
                  <a:pt x="1595420" y="46785"/>
                  <a:pt x="1592987" y="48877"/>
                </a:cubicBezTo>
                <a:cubicBezTo>
                  <a:pt x="1590554" y="50966"/>
                  <a:pt x="1589338" y="53283"/>
                  <a:pt x="1589338" y="55827"/>
                </a:cubicBezTo>
                <a:cubicBezTo>
                  <a:pt x="1589338" y="58992"/>
                  <a:pt x="1590243" y="61704"/>
                  <a:pt x="1592054" y="63963"/>
                </a:cubicBezTo>
                <a:cubicBezTo>
                  <a:pt x="1593807" y="66281"/>
                  <a:pt x="1597372" y="68739"/>
                  <a:pt x="1602746" y="71338"/>
                </a:cubicBezTo>
                <a:lnTo>
                  <a:pt x="1615136" y="77358"/>
                </a:lnTo>
                <a:cubicBezTo>
                  <a:pt x="1626620" y="82951"/>
                  <a:pt x="1632362" y="90326"/>
                  <a:pt x="1632362" y="99482"/>
                </a:cubicBezTo>
                <a:cubicBezTo>
                  <a:pt x="1632362" y="106545"/>
                  <a:pt x="1629689" y="112239"/>
                  <a:pt x="1624343" y="116563"/>
                </a:cubicBezTo>
                <a:cubicBezTo>
                  <a:pt x="1618997" y="120885"/>
                  <a:pt x="1613014" y="123047"/>
                  <a:pt x="1606395" y="123047"/>
                </a:cubicBezTo>
                <a:cubicBezTo>
                  <a:pt x="1601643" y="123047"/>
                  <a:pt x="1596212" y="122198"/>
                  <a:pt x="1590102" y="120501"/>
                </a:cubicBezTo>
                <a:cubicBezTo>
                  <a:pt x="1588235" y="119935"/>
                  <a:pt x="1586707" y="119652"/>
                  <a:pt x="1585519" y="119652"/>
                </a:cubicBezTo>
                <a:cubicBezTo>
                  <a:pt x="1584218" y="119652"/>
                  <a:pt x="1583200" y="120388"/>
                  <a:pt x="1582465" y="121859"/>
                </a:cubicBezTo>
                <a:lnTo>
                  <a:pt x="1579664" y="121859"/>
                </a:lnTo>
                <a:lnTo>
                  <a:pt x="1579664" y="94025"/>
                </a:lnTo>
                <a:lnTo>
                  <a:pt x="1582465" y="94025"/>
                </a:lnTo>
                <a:cubicBezTo>
                  <a:pt x="1584049" y="101973"/>
                  <a:pt x="1587075" y="107963"/>
                  <a:pt x="1591545" y="111994"/>
                </a:cubicBezTo>
                <a:cubicBezTo>
                  <a:pt x="1596014" y="116025"/>
                  <a:pt x="1601021" y="118040"/>
                  <a:pt x="1606565" y="118040"/>
                </a:cubicBezTo>
                <a:cubicBezTo>
                  <a:pt x="1610468" y="118040"/>
                  <a:pt x="1613650" y="116896"/>
                  <a:pt x="1616111" y="114608"/>
                </a:cubicBezTo>
                <a:cubicBezTo>
                  <a:pt x="1618572" y="112319"/>
                  <a:pt x="1619803" y="109564"/>
                  <a:pt x="1619803" y="106343"/>
                </a:cubicBezTo>
                <a:cubicBezTo>
                  <a:pt x="1619803" y="102443"/>
                  <a:pt x="1618431" y="99165"/>
                  <a:pt x="1615687" y="96509"/>
                </a:cubicBezTo>
                <a:cubicBezTo>
                  <a:pt x="1612943" y="93854"/>
                  <a:pt x="1607470" y="90492"/>
                  <a:pt x="1599267" y="86424"/>
                </a:cubicBezTo>
                <a:cubicBezTo>
                  <a:pt x="1591064" y="82355"/>
                  <a:pt x="1585689" y="78681"/>
                  <a:pt x="1583143" y="75403"/>
                </a:cubicBezTo>
                <a:cubicBezTo>
                  <a:pt x="1580598" y="72182"/>
                  <a:pt x="1579325" y="68113"/>
                  <a:pt x="1579325" y="63197"/>
                </a:cubicBezTo>
                <a:cubicBezTo>
                  <a:pt x="1579325" y="56811"/>
                  <a:pt x="1581517" y="51471"/>
                  <a:pt x="1585901" y="47177"/>
                </a:cubicBezTo>
                <a:cubicBezTo>
                  <a:pt x="1590286" y="42881"/>
                  <a:pt x="1595957" y="40733"/>
                  <a:pt x="1602916" y="40733"/>
                </a:cubicBezTo>
                <a:cubicBezTo>
                  <a:pt x="1605971" y="40733"/>
                  <a:pt x="1609676" y="41383"/>
                  <a:pt x="1614032" y="42684"/>
                </a:cubicBezTo>
                <a:cubicBezTo>
                  <a:pt x="1616918" y="43533"/>
                  <a:pt x="1618841" y="43957"/>
                  <a:pt x="1619803" y="43957"/>
                </a:cubicBezTo>
                <a:cubicBezTo>
                  <a:pt x="1620708" y="43957"/>
                  <a:pt x="1621415" y="43759"/>
                  <a:pt x="1621924" y="43363"/>
                </a:cubicBezTo>
                <a:cubicBezTo>
                  <a:pt x="1622433" y="42967"/>
                  <a:pt x="1623027" y="42090"/>
                  <a:pt x="1623706" y="40733"/>
                </a:cubicBezTo>
                <a:lnTo>
                  <a:pt x="1626507" y="40733"/>
                </a:lnTo>
                <a:close/>
                <a:moveTo>
                  <a:pt x="1642348" y="3564"/>
                </a:moveTo>
                <a:lnTo>
                  <a:pt x="1642348" y="0"/>
                </a:lnTo>
                <a:cubicBezTo>
                  <a:pt x="1650947" y="4243"/>
                  <a:pt x="1658103" y="9250"/>
                  <a:pt x="1663817" y="15020"/>
                </a:cubicBezTo>
                <a:cubicBezTo>
                  <a:pt x="1671907" y="23280"/>
                  <a:pt x="1678159" y="32968"/>
                  <a:pt x="1682571" y="44085"/>
                </a:cubicBezTo>
                <a:cubicBezTo>
                  <a:pt x="1686984" y="55201"/>
                  <a:pt x="1689190" y="66785"/>
                  <a:pt x="1689190" y="78835"/>
                </a:cubicBezTo>
                <a:cubicBezTo>
                  <a:pt x="1689190" y="96372"/>
                  <a:pt x="1684877" y="112369"/>
                  <a:pt x="1676249" y="126823"/>
                </a:cubicBezTo>
                <a:cubicBezTo>
                  <a:pt x="1667622" y="141277"/>
                  <a:pt x="1656321" y="151616"/>
                  <a:pt x="1642348" y="157839"/>
                </a:cubicBezTo>
                <a:lnTo>
                  <a:pt x="1642348" y="154699"/>
                </a:lnTo>
                <a:cubicBezTo>
                  <a:pt x="1649306" y="150796"/>
                  <a:pt x="1655034" y="145520"/>
                  <a:pt x="1659532" y="138873"/>
                </a:cubicBezTo>
                <a:cubicBezTo>
                  <a:pt x="1664029" y="132226"/>
                  <a:pt x="1667367" y="123768"/>
                  <a:pt x="1669545" y="113500"/>
                </a:cubicBezTo>
                <a:cubicBezTo>
                  <a:pt x="1671723" y="103232"/>
                  <a:pt x="1672812" y="92525"/>
                  <a:pt x="1672812" y="81381"/>
                </a:cubicBezTo>
                <a:cubicBezTo>
                  <a:pt x="1672812" y="69330"/>
                  <a:pt x="1671879" y="58327"/>
                  <a:pt x="1670012" y="48370"/>
                </a:cubicBezTo>
                <a:cubicBezTo>
                  <a:pt x="1668598" y="40563"/>
                  <a:pt x="1666830" y="34312"/>
                  <a:pt x="1664708" y="29616"/>
                </a:cubicBezTo>
                <a:cubicBezTo>
                  <a:pt x="1662587" y="24920"/>
                  <a:pt x="1659772" y="20395"/>
                  <a:pt x="1656265" y="16039"/>
                </a:cubicBezTo>
                <a:cubicBezTo>
                  <a:pt x="1652757" y="11682"/>
                  <a:pt x="1648118" y="7524"/>
                  <a:pt x="1642348" y="3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F6901-42BB-4D37-8570-D73D3551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5477681"/>
            <a:ext cx="1898353" cy="267374"/>
          </a:xfrm>
          <a:custGeom xmlns:a="http://schemas.openxmlformats.org/drawingml/2006/main">
            <a:pathLst>
              <a:path w="1898353" h="267374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E9079-F164-413A-A548-247F56DA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5477681"/>
            <a:ext cx="1898353" cy="267374"/>
          </a:xfrm>
          <a:custGeom xmlns:a="http://schemas.openxmlformats.org/drawingml/2006/main">
            <a:pathLst>
              <a:path w="1898353" h="267374" fill="none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39" name="Text 58codes(161samples)">
            <a:extLst xmlns:a="http://schemas.openxmlformats.org/drawingml/2006/main">
              <a:ext uri="{FF2B5EF4-FFF2-40B4-BE49-F238E27FC236}">
                <a16:creationId xmlns:a16="http://schemas.microsoft.com/office/drawing/2014/main" id="{1B8E1D2F-83B3-4AE4-8935-3137D01C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649" y="5550856"/>
            <a:ext cx="1620817" cy="157839"/>
          </a:xfrm>
          <a:custGeom xmlns:a="http://schemas.openxmlformats.org/drawingml/2006/main">
            <a:pathLst>
              <a:path w="1620817" h="157839">
                <a:moveTo>
                  <a:pt x="67124" y="5601"/>
                </a:moveTo>
                <a:lnTo>
                  <a:pt x="60505" y="20197"/>
                </a:lnTo>
                <a:lnTo>
                  <a:pt x="25882" y="20197"/>
                </a:lnTo>
                <a:lnTo>
                  <a:pt x="18330" y="35471"/>
                </a:lnTo>
                <a:cubicBezTo>
                  <a:pt x="33322" y="37678"/>
                  <a:pt x="45202" y="43250"/>
                  <a:pt x="53971" y="52189"/>
                </a:cubicBezTo>
                <a:cubicBezTo>
                  <a:pt x="61495" y="59883"/>
                  <a:pt x="65257" y="68934"/>
                  <a:pt x="65257" y="79344"/>
                </a:cubicBezTo>
                <a:cubicBezTo>
                  <a:pt x="65257" y="85397"/>
                  <a:pt x="64027" y="90998"/>
                  <a:pt x="61566" y="96146"/>
                </a:cubicBezTo>
                <a:cubicBezTo>
                  <a:pt x="59105" y="101294"/>
                  <a:pt x="56007" y="105679"/>
                  <a:pt x="52274" y="109299"/>
                </a:cubicBezTo>
                <a:cubicBezTo>
                  <a:pt x="48540" y="112920"/>
                  <a:pt x="44382" y="115834"/>
                  <a:pt x="39799" y="118040"/>
                </a:cubicBezTo>
                <a:cubicBezTo>
                  <a:pt x="33293" y="121152"/>
                  <a:pt x="26618" y="122707"/>
                  <a:pt x="19772" y="122707"/>
                </a:cubicBezTo>
                <a:cubicBezTo>
                  <a:pt x="12870" y="122707"/>
                  <a:pt x="7850" y="121533"/>
                  <a:pt x="4710" y="119186"/>
                </a:cubicBezTo>
                <a:cubicBezTo>
                  <a:pt x="1570" y="116838"/>
                  <a:pt x="0" y="114250"/>
                  <a:pt x="0" y="111421"/>
                </a:cubicBezTo>
                <a:cubicBezTo>
                  <a:pt x="0" y="109837"/>
                  <a:pt x="651" y="108437"/>
                  <a:pt x="1952" y="107220"/>
                </a:cubicBezTo>
                <a:cubicBezTo>
                  <a:pt x="3253" y="106004"/>
                  <a:pt x="4894" y="105396"/>
                  <a:pt x="6874" y="105396"/>
                </a:cubicBezTo>
                <a:cubicBezTo>
                  <a:pt x="8345" y="105396"/>
                  <a:pt x="9632" y="105622"/>
                  <a:pt x="10735" y="106075"/>
                </a:cubicBezTo>
                <a:cubicBezTo>
                  <a:pt x="11838" y="106527"/>
                  <a:pt x="13719" y="107687"/>
                  <a:pt x="16378" y="109554"/>
                </a:cubicBezTo>
                <a:cubicBezTo>
                  <a:pt x="20621" y="112496"/>
                  <a:pt x="24920" y="113967"/>
                  <a:pt x="29277" y="113967"/>
                </a:cubicBezTo>
                <a:cubicBezTo>
                  <a:pt x="35896" y="113967"/>
                  <a:pt x="41709" y="111463"/>
                  <a:pt x="46715" y="106457"/>
                </a:cubicBezTo>
                <a:cubicBezTo>
                  <a:pt x="51722" y="101450"/>
                  <a:pt x="54225" y="95354"/>
                  <a:pt x="54225" y="88169"/>
                </a:cubicBezTo>
                <a:cubicBezTo>
                  <a:pt x="54225" y="81211"/>
                  <a:pt x="51991" y="74719"/>
                  <a:pt x="47521" y="68694"/>
                </a:cubicBezTo>
                <a:cubicBezTo>
                  <a:pt x="43052" y="62669"/>
                  <a:pt x="36886" y="58016"/>
                  <a:pt x="29022" y="54735"/>
                </a:cubicBezTo>
                <a:cubicBezTo>
                  <a:pt x="22856" y="52189"/>
                  <a:pt x="14454" y="50718"/>
                  <a:pt x="3819" y="50322"/>
                </a:cubicBezTo>
                <a:lnTo>
                  <a:pt x="25882" y="5601"/>
                </a:lnTo>
                <a:lnTo>
                  <a:pt x="67124" y="5601"/>
                </a:lnTo>
                <a:close/>
                <a:moveTo>
                  <a:pt x="111930" y="62711"/>
                </a:moveTo>
                <a:cubicBezTo>
                  <a:pt x="102822" y="55244"/>
                  <a:pt x="96952" y="49247"/>
                  <a:pt x="94322" y="44721"/>
                </a:cubicBezTo>
                <a:cubicBezTo>
                  <a:pt x="91691" y="40195"/>
                  <a:pt x="90376" y="35500"/>
                  <a:pt x="90376" y="30634"/>
                </a:cubicBezTo>
                <a:cubicBezTo>
                  <a:pt x="90376" y="23167"/>
                  <a:pt x="93261" y="16732"/>
                  <a:pt x="99031" y="11329"/>
                </a:cubicBezTo>
                <a:cubicBezTo>
                  <a:pt x="104802" y="5926"/>
                  <a:pt x="112468" y="3225"/>
                  <a:pt x="122028" y="3225"/>
                </a:cubicBezTo>
                <a:cubicBezTo>
                  <a:pt x="131306" y="3225"/>
                  <a:pt x="138774" y="5742"/>
                  <a:pt x="144431" y="10777"/>
                </a:cubicBezTo>
                <a:cubicBezTo>
                  <a:pt x="150089" y="15812"/>
                  <a:pt x="152917" y="21554"/>
                  <a:pt x="152917" y="28004"/>
                </a:cubicBezTo>
                <a:cubicBezTo>
                  <a:pt x="152917" y="32303"/>
                  <a:pt x="151390" y="36688"/>
                  <a:pt x="148335" y="41157"/>
                </a:cubicBezTo>
                <a:cubicBezTo>
                  <a:pt x="145280" y="45626"/>
                  <a:pt x="138916" y="50888"/>
                  <a:pt x="129242" y="56941"/>
                </a:cubicBezTo>
                <a:cubicBezTo>
                  <a:pt x="139198" y="64635"/>
                  <a:pt x="145789" y="70688"/>
                  <a:pt x="149014" y="75101"/>
                </a:cubicBezTo>
                <a:cubicBezTo>
                  <a:pt x="153313" y="80871"/>
                  <a:pt x="155463" y="86953"/>
                  <a:pt x="155463" y="93346"/>
                </a:cubicBezTo>
                <a:cubicBezTo>
                  <a:pt x="155463" y="101436"/>
                  <a:pt x="152380" y="108352"/>
                  <a:pt x="146213" y="114094"/>
                </a:cubicBezTo>
                <a:cubicBezTo>
                  <a:pt x="140047" y="119836"/>
                  <a:pt x="131957" y="122707"/>
                  <a:pt x="121944" y="122707"/>
                </a:cubicBezTo>
                <a:cubicBezTo>
                  <a:pt x="111025" y="122707"/>
                  <a:pt x="102511" y="119285"/>
                  <a:pt x="96401" y="112439"/>
                </a:cubicBezTo>
                <a:cubicBezTo>
                  <a:pt x="91535" y="106952"/>
                  <a:pt x="89103" y="100955"/>
                  <a:pt x="89103" y="94449"/>
                </a:cubicBezTo>
                <a:cubicBezTo>
                  <a:pt x="89103" y="89357"/>
                  <a:pt x="90814" y="84308"/>
                  <a:pt x="94237" y="79301"/>
                </a:cubicBezTo>
                <a:cubicBezTo>
                  <a:pt x="97660" y="74295"/>
                  <a:pt x="103557" y="68765"/>
                  <a:pt x="111930" y="62711"/>
                </a:cubicBezTo>
                <a:moveTo>
                  <a:pt x="125253" y="53631"/>
                </a:moveTo>
                <a:cubicBezTo>
                  <a:pt x="132042" y="47521"/>
                  <a:pt x="136341" y="42699"/>
                  <a:pt x="138152" y="39163"/>
                </a:cubicBezTo>
                <a:cubicBezTo>
                  <a:pt x="139962" y="35627"/>
                  <a:pt x="140867" y="31624"/>
                  <a:pt x="140867" y="27155"/>
                </a:cubicBezTo>
                <a:cubicBezTo>
                  <a:pt x="140867" y="21215"/>
                  <a:pt x="139198" y="16562"/>
                  <a:pt x="135861" y="13196"/>
                </a:cubicBezTo>
                <a:cubicBezTo>
                  <a:pt x="132523" y="9830"/>
                  <a:pt x="127969" y="8147"/>
                  <a:pt x="122198" y="8147"/>
                </a:cubicBezTo>
                <a:cubicBezTo>
                  <a:pt x="116428" y="8147"/>
                  <a:pt x="111732" y="9815"/>
                  <a:pt x="108111" y="13153"/>
                </a:cubicBezTo>
                <a:cubicBezTo>
                  <a:pt x="104491" y="16491"/>
                  <a:pt x="102680" y="20395"/>
                  <a:pt x="102680" y="24864"/>
                </a:cubicBezTo>
                <a:cubicBezTo>
                  <a:pt x="102680" y="27806"/>
                  <a:pt x="103430" y="30748"/>
                  <a:pt x="104929" y="33689"/>
                </a:cubicBezTo>
                <a:cubicBezTo>
                  <a:pt x="106428" y="36631"/>
                  <a:pt x="108564" y="39432"/>
                  <a:pt x="111336" y="42090"/>
                </a:cubicBezTo>
                <a:lnTo>
                  <a:pt x="125253" y="53631"/>
                </a:lnTo>
                <a:moveTo>
                  <a:pt x="115919" y="65936"/>
                </a:moveTo>
                <a:cubicBezTo>
                  <a:pt x="111223" y="69896"/>
                  <a:pt x="107744" y="74210"/>
                  <a:pt x="105481" y="78877"/>
                </a:cubicBezTo>
                <a:cubicBezTo>
                  <a:pt x="103218" y="83544"/>
                  <a:pt x="102086" y="88594"/>
                  <a:pt x="102086" y="94025"/>
                </a:cubicBezTo>
                <a:cubicBezTo>
                  <a:pt x="102086" y="101323"/>
                  <a:pt x="104081" y="107164"/>
                  <a:pt x="108069" y="111548"/>
                </a:cubicBezTo>
                <a:cubicBezTo>
                  <a:pt x="112057" y="115933"/>
                  <a:pt x="117135" y="118125"/>
                  <a:pt x="123301" y="118125"/>
                </a:cubicBezTo>
                <a:cubicBezTo>
                  <a:pt x="129411" y="118125"/>
                  <a:pt x="134305" y="116399"/>
                  <a:pt x="137982" y="112948"/>
                </a:cubicBezTo>
                <a:cubicBezTo>
                  <a:pt x="141659" y="109497"/>
                  <a:pt x="143498" y="105311"/>
                  <a:pt x="143498" y="100389"/>
                </a:cubicBezTo>
                <a:cubicBezTo>
                  <a:pt x="143498" y="96316"/>
                  <a:pt x="142423" y="92667"/>
                  <a:pt x="140273" y="89442"/>
                </a:cubicBezTo>
                <a:cubicBezTo>
                  <a:pt x="136257" y="83445"/>
                  <a:pt x="128138" y="75610"/>
                  <a:pt x="115919" y="65936"/>
                </a:cubicBezTo>
                <a:close/>
                <a:moveTo>
                  <a:pt x="280377" y="91139"/>
                </a:moveTo>
                <a:cubicBezTo>
                  <a:pt x="278284" y="101379"/>
                  <a:pt x="274182" y="109257"/>
                  <a:pt x="268072" y="114773"/>
                </a:cubicBezTo>
                <a:cubicBezTo>
                  <a:pt x="261962" y="120289"/>
                  <a:pt x="255202" y="123047"/>
                  <a:pt x="247791" y="123047"/>
                </a:cubicBezTo>
                <a:cubicBezTo>
                  <a:pt x="238965" y="123047"/>
                  <a:pt x="231271" y="119346"/>
                  <a:pt x="224709" y="111943"/>
                </a:cubicBezTo>
                <a:cubicBezTo>
                  <a:pt x="218146" y="104539"/>
                  <a:pt x="214865" y="94536"/>
                  <a:pt x="214865" y="81932"/>
                </a:cubicBezTo>
                <a:cubicBezTo>
                  <a:pt x="214865" y="69725"/>
                  <a:pt x="218500" y="59807"/>
                  <a:pt x="225770" y="52178"/>
                </a:cubicBezTo>
                <a:cubicBezTo>
                  <a:pt x="233039" y="44548"/>
                  <a:pt x="241766" y="40733"/>
                  <a:pt x="251949" y="40733"/>
                </a:cubicBezTo>
                <a:cubicBezTo>
                  <a:pt x="259586" y="40733"/>
                  <a:pt x="265866" y="42749"/>
                  <a:pt x="270788" y="46782"/>
                </a:cubicBezTo>
                <a:cubicBezTo>
                  <a:pt x="275710" y="50812"/>
                  <a:pt x="278170" y="54999"/>
                  <a:pt x="278170" y="59341"/>
                </a:cubicBezTo>
                <a:cubicBezTo>
                  <a:pt x="278170" y="61484"/>
                  <a:pt x="277477" y="63218"/>
                  <a:pt x="276091" y="64544"/>
                </a:cubicBezTo>
                <a:cubicBezTo>
                  <a:pt x="274705" y="65868"/>
                  <a:pt x="272768" y="66530"/>
                  <a:pt x="270278" y="66530"/>
                </a:cubicBezTo>
                <a:cubicBezTo>
                  <a:pt x="266941" y="66530"/>
                  <a:pt x="264423" y="65455"/>
                  <a:pt x="262726" y="63305"/>
                </a:cubicBezTo>
                <a:cubicBezTo>
                  <a:pt x="261764" y="62117"/>
                  <a:pt x="261128" y="59854"/>
                  <a:pt x="260817" y="56517"/>
                </a:cubicBezTo>
                <a:cubicBezTo>
                  <a:pt x="260505" y="53179"/>
                  <a:pt x="259360" y="50633"/>
                  <a:pt x="257380" y="48879"/>
                </a:cubicBezTo>
                <a:cubicBezTo>
                  <a:pt x="255400" y="47182"/>
                  <a:pt x="252656" y="46333"/>
                  <a:pt x="249148" y="46333"/>
                </a:cubicBezTo>
                <a:cubicBezTo>
                  <a:pt x="243491" y="46333"/>
                  <a:pt x="238937" y="48427"/>
                  <a:pt x="235486" y="52613"/>
                </a:cubicBezTo>
                <a:cubicBezTo>
                  <a:pt x="230904" y="58157"/>
                  <a:pt x="228612" y="65483"/>
                  <a:pt x="228612" y="74592"/>
                </a:cubicBezTo>
                <a:cubicBezTo>
                  <a:pt x="228612" y="83870"/>
                  <a:pt x="230889" y="92059"/>
                  <a:pt x="235444" y="99159"/>
                </a:cubicBezTo>
                <a:cubicBezTo>
                  <a:pt x="239998" y="106259"/>
                  <a:pt x="246150" y="109809"/>
                  <a:pt x="253901" y="109809"/>
                </a:cubicBezTo>
                <a:cubicBezTo>
                  <a:pt x="259445" y="109809"/>
                  <a:pt x="264423" y="107913"/>
                  <a:pt x="268836" y="104123"/>
                </a:cubicBezTo>
                <a:cubicBezTo>
                  <a:pt x="271947" y="101521"/>
                  <a:pt x="274974" y="96797"/>
                  <a:pt x="277916" y="89951"/>
                </a:cubicBezTo>
                <a:lnTo>
                  <a:pt x="280377" y="91139"/>
                </a:lnTo>
                <a:close/>
                <a:moveTo>
                  <a:pt x="329537" y="40733"/>
                </a:moveTo>
                <a:cubicBezTo>
                  <a:pt x="341304" y="40733"/>
                  <a:pt x="350752" y="45198"/>
                  <a:pt x="357880" y="54127"/>
                </a:cubicBezTo>
                <a:cubicBezTo>
                  <a:pt x="363934" y="61756"/>
                  <a:pt x="366960" y="70516"/>
                  <a:pt x="366960" y="80407"/>
                </a:cubicBezTo>
                <a:cubicBezTo>
                  <a:pt x="366960" y="87359"/>
                  <a:pt x="365291" y="94395"/>
                  <a:pt x="361954" y="101516"/>
                </a:cubicBezTo>
                <a:cubicBezTo>
                  <a:pt x="358616" y="108636"/>
                  <a:pt x="354019" y="114004"/>
                  <a:pt x="348164" y="117621"/>
                </a:cubicBezTo>
                <a:cubicBezTo>
                  <a:pt x="342309" y="121238"/>
                  <a:pt x="335788" y="123047"/>
                  <a:pt x="328604" y="123047"/>
                </a:cubicBezTo>
                <a:cubicBezTo>
                  <a:pt x="316893" y="123047"/>
                  <a:pt x="307587" y="118384"/>
                  <a:pt x="300685" y="109058"/>
                </a:cubicBezTo>
                <a:cubicBezTo>
                  <a:pt x="294858" y="101203"/>
                  <a:pt x="291944" y="92388"/>
                  <a:pt x="291944" y="82611"/>
                </a:cubicBezTo>
                <a:cubicBezTo>
                  <a:pt x="291944" y="75490"/>
                  <a:pt x="293712" y="68411"/>
                  <a:pt x="297248" y="61375"/>
                </a:cubicBezTo>
                <a:cubicBezTo>
                  <a:pt x="300784" y="54339"/>
                  <a:pt x="305437" y="49139"/>
                  <a:pt x="311207" y="45777"/>
                </a:cubicBezTo>
                <a:cubicBezTo>
                  <a:pt x="316978" y="42414"/>
                  <a:pt x="323088" y="40733"/>
                  <a:pt x="329537" y="40733"/>
                </a:cubicBezTo>
                <a:moveTo>
                  <a:pt x="326906" y="46333"/>
                </a:moveTo>
                <a:cubicBezTo>
                  <a:pt x="323908" y="46333"/>
                  <a:pt x="320896" y="47224"/>
                  <a:pt x="317869" y="49004"/>
                </a:cubicBezTo>
                <a:cubicBezTo>
                  <a:pt x="314842" y="50784"/>
                  <a:pt x="312395" y="53906"/>
                  <a:pt x="310529" y="58370"/>
                </a:cubicBezTo>
                <a:cubicBezTo>
                  <a:pt x="308662" y="62834"/>
                  <a:pt x="307728" y="68569"/>
                  <a:pt x="307728" y="75576"/>
                </a:cubicBezTo>
                <a:cubicBezTo>
                  <a:pt x="307728" y="86876"/>
                  <a:pt x="309977" y="96624"/>
                  <a:pt x="314475" y="104818"/>
                </a:cubicBezTo>
                <a:cubicBezTo>
                  <a:pt x="318972" y="113010"/>
                  <a:pt x="324898" y="117107"/>
                  <a:pt x="332253" y="117107"/>
                </a:cubicBezTo>
                <a:cubicBezTo>
                  <a:pt x="337740" y="117107"/>
                  <a:pt x="342266" y="114846"/>
                  <a:pt x="345830" y="110326"/>
                </a:cubicBezTo>
                <a:cubicBezTo>
                  <a:pt x="349394" y="105805"/>
                  <a:pt x="351176" y="98036"/>
                  <a:pt x="351176" y="87018"/>
                </a:cubicBezTo>
                <a:cubicBezTo>
                  <a:pt x="351176" y="73230"/>
                  <a:pt x="348206" y="62381"/>
                  <a:pt x="342266" y="54469"/>
                </a:cubicBezTo>
                <a:cubicBezTo>
                  <a:pt x="338249" y="49045"/>
                  <a:pt x="333130" y="46333"/>
                  <a:pt x="326906" y="46333"/>
                </a:cubicBezTo>
                <a:close/>
                <a:moveTo>
                  <a:pt x="433321" y="111930"/>
                </a:moveTo>
                <a:cubicBezTo>
                  <a:pt x="429530" y="115890"/>
                  <a:pt x="425825" y="118733"/>
                  <a:pt x="422204" y="120459"/>
                </a:cubicBezTo>
                <a:cubicBezTo>
                  <a:pt x="418583" y="122184"/>
                  <a:pt x="414680" y="123047"/>
                  <a:pt x="410493" y="123047"/>
                </a:cubicBezTo>
                <a:cubicBezTo>
                  <a:pt x="402007" y="123047"/>
                  <a:pt x="394596" y="119505"/>
                  <a:pt x="388260" y="112421"/>
                </a:cubicBezTo>
                <a:cubicBezTo>
                  <a:pt x="381924" y="105335"/>
                  <a:pt x="378756" y="96230"/>
                  <a:pt x="378756" y="85106"/>
                </a:cubicBezTo>
                <a:cubicBezTo>
                  <a:pt x="378756" y="73984"/>
                  <a:pt x="382263" y="63808"/>
                  <a:pt x="389278" y="54578"/>
                </a:cubicBezTo>
                <a:cubicBezTo>
                  <a:pt x="396293" y="45348"/>
                  <a:pt x="405317" y="40733"/>
                  <a:pt x="416349" y="40733"/>
                </a:cubicBezTo>
                <a:cubicBezTo>
                  <a:pt x="423194" y="40733"/>
                  <a:pt x="428851" y="42911"/>
                  <a:pt x="433321" y="47267"/>
                </a:cubicBezTo>
                <a:lnTo>
                  <a:pt x="433321" y="32894"/>
                </a:lnTo>
                <a:cubicBezTo>
                  <a:pt x="433321" y="23975"/>
                  <a:pt x="433109" y="18492"/>
                  <a:pt x="432684" y="16447"/>
                </a:cubicBezTo>
                <a:cubicBezTo>
                  <a:pt x="432260" y="14401"/>
                  <a:pt x="431595" y="13010"/>
                  <a:pt x="430690" y="12273"/>
                </a:cubicBezTo>
                <a:cubicBezTo>
                  <a:pt x="429785" y="11534"/>
                  <a:pt x="428653" y="11164"/>
                  <a:pt x="427296" y="11164"/>
                </a:cubicBezTo>
                <a:cubicBezTo>
                  <a:pt x="425825" y="11164"/>
                  <a:pt x="423873" y="11619"/>
                  <a:pt x="421440" y="12527"/>
                </a:cubicBezTo>
                <a:lnTo>
                  <a:pt x="420337" y="9544"/>
                </a:lnTo>
                <a:lnTo>
                  <a:pt x="443504" y="0"/>
                </a:lnTo>
                <a:lnTo>
                  <a:pt x="447323" y="0"/>
                </a:lnTo>
                <a:lnTo>
                  <a:pt x="447323" y="89867"/>
                </a:lnTo>
                <a:cubicBezTo>
                  <a:pt x="447323" y="98975"/>
                  <a:pt x="447535" y="104533"/>
                  <a:pt x="447959" y="106541"/>
                </a:cubicBezTo>
                <a:cubicBezTo>
                  <a:pt x="448383" y="108550"/>
                  <a:pt x="449062" y="109950"/>
                  <a:pt x="449996" y="110742"/>
                </a:cubicBezTo>
                <a:cubicBezTo>
                  <a:pt x="450929" y="111534"/>
                  <a:pt x="452018" y="111930"/>
                  <a:pt x="453263" y="111930"/>
                </a:cubicBezTo>
                <a:cubicBezTo>
                  <a:pt x="454790" y="111930"/>
                  <a:pt x="456827" y="111449"/>
                  <a:pt x="459373" y="110487"/>
                </a:cubicBezTo>
                <a:lnTo>
                  <a:pt x="460306" y="113458"/>
                </a:lnTo>
                <a:lnTo>
                  <a:pt x="437224" y="123047"/>
                </a:lnTo>
                <a:lnTo>
                  <a:pt x="433321" y="123047"/>
                </a:lnTo>
                <a:lnTo>
                  <a:pt x="433321" y="111930"/>
                </a:lnTo>
                <a:moveTo>
                  <a:pt x="433321" y="106008"/>
                </a:moveTo>
                <a:lnTo>
                  <a:pt x="433321" y="66055"/>
                </a:lnTo>
                <a:cubicBezTo>
                  <a:pt x="432981" y="62217"/>
                  <a:pt x="431963" y="58719"/>
                  <a:pt x="430266" y="55559"/>
                </a:cubicBezTo>
                <a:cubicBezTo>
                  <a:pt x="428569" y="52398"/>
                  <a:pt x="426320" y="50014"/>
                  <a:pt x="423519" y="48407"/>
                </a:cubicBezTo>
                <a:cubicBezTo>
                  <a:pt x="420719" y="46798"/>
                  <a:pt x="417989" y="45994"/>
                  <a:pt x="415330" y="45994"/>
                </a:cubicBezTo>
                <a:cubicBezTo>
                  <a:pt x="410352" y="45994"/>
                  <a:pt x="405911" y="48223"/>
                  <a:pt x="402007" y="52682"/>
                </a:cubicBezTo>
                <a:cubicBezTo>
                  <a:pt x="396859" y="58550"/>
                  <a:pt x="394285" y="67127"/>
                  <a:pt x="394285" y="78413"/>
                </a:cubicBezTo>
                <a:cubicBezTo>
                  <a:pt x="394285" y="89813"/>
                  <a:pt x="396774" y="98546"/>
                  <a:pt x="401753" y="104614"/>
                </a:cubicBezTo>
                <a:cubicBezTo>
                  <a:pt x="406731" y="110679"/>
                  <a:pt x="412275" y="113712"/>
                  <a:pt x="418385" y="113712"/>
                </a:cubicBezTo>
                <a:cubicBezTo>
                  <a:pt x="423534" y="113712"/>
                  <a:pt x="428512" y="111144"/>
                  <a:pt x="433321" y="106008"/>
                </a:cubicBezTo>
                <a:close/>
                <a:moveTo>
                  <a:pt x="478381" y="72301"/>
                </a:moveTo>
                <a:cubicBezTo>
                  <a:pt x="478325" y="83815"/>
                  <a:pt x="481125" y="92846"/>
                  <a:pt x="486782" y="99395"/>
                </a:cubicBezTo>
                <a:cubicBezTo>
                  <a:pt x="492440" y="105941"/>
                  <a:pt x="499087" y="109215"/>
                  <a:pt x="506724" y="109215"/>
                </a:cubicBezTo>
                <a:cubicBezTo>
                  <a:pt x="511816" y="109215"/>
                  <a:pt x="516243" y="107814"/>
                  <a:pt x="520005" y="105014"/>
                </a:cubicBezTo>
                <a:cubicBezTo>
                  <a:pt x="523767" y="102214"/>
                  <a:pt x="526921" y="97419"/>
                  <a:pt x="529467" y="90630"/>
                </a:cubicBezTo>
                <a:lnTo>
                  <a:pt x="532097" y="92327"/>
                </a:lnTo>
                <a:cubicBezTo>
                  <a:pt x="530909" y="100078"/>
                  <a:pt x="527458" y="107136"/>
                  <a:pt x="521745" y="113500"/>
                </a:cubicBezTo>
                <a:cubicBezTo>
                  <a:pt x="516031" y="119864"/>
                  <a:pt x="508874" y="123047"/>
                  <a:pt x="500275" y="123047"/>
                </a:cubicBezTo>
                <a:cubicBezTo>
                  <a:pt x="490940" y="123047"/>
                  <a:pt x="482949" y="119420"/>
                  <a:pt x="476302" y="112166"/>
                </a:cubicBezTo>
                <a:cubicBezTo>
                  <a:pt x="469655" y="104911"/>
                  <a:pt x="466331" y="95157"/>
                  <a:pt x="466331" y="82905"/>
                </a:cubicBezTo>
                <a:cubicBezTo>
                  <a:pt x="466331" y="69639"/>
                  <a:pt x="469740" y="59294"/>
                  <a:pt x="476557" y="51871"/>
                </a:cubicBezTo>
                <a:cubicBezTo>
                  <a:pt x="483374" y="44445"/>
                  <a:pt x="491930" y="40733"/>
                  <a:pt x="502227" y="40733"/>
                </a:cubicBezTo>
                <a:cubicBezTo>
                  <a:pt x="510939" y="40733"/>
                  <a:pt x="518096" y="43597"/>
                  <a:pt x="523696" y="49325"/>
                </a:cubicBezTo>
                <a:cubicBezTo>
                  <a:pt x="529297" y="55051"/>
                  <a:pt x="532097" y="62710"/>
                  <a:pt x="532097" y="72301"/>
                </a:cubicBezTo>
                <a:lnTo>
                  <a:pt x="478381" y="72301"/>
                </a:lnTo>
                <a:moveTo>
                  <a:pt x="478381" y="67379"/>
                </a:moveTo>
                <a:lnTo>
                  <a:pt x="514362" y="67379"/>
                </a:lnTo>
                <a:cubicBezTo>
                  <a:pt x="514079" y="62400"/>
                  <a:pt x="513485" y="58893"/>
                  <a:pt x="512580" y="56856"/>
                </a:cubicBezTo>
                <a:cubicBezTo>
                  <a:pt x="511165" y="53688"/>
                  <a:pt x="509058" y="51199"/>
                  <a:pt x="506258" y="49388"/>
                </a:cubicBezTo>
                <a:cubicBezTo>
                  <a:pt x="503457" y="47578"/>
                  <a:pt x="500530" y="46673"/>
                  <a:pt x="497475" y="46673"/>
                </a:cubicBezTo>
                <a:cubicBezTo>
                  <a:pt x="492779" y="46673"/>
                  <a:pt x="488579" y="48497"/>
                  <a:pt x="484873" y="52146"/>
                </a:cubicBezTo>
                <a:cubicBezTo>
                  <a:pt x="481167" y="55795"/>
                  <a:pt x="479003" y="60873"/>
                  <a:pt x="478381" y="67379"/>
                </a:cubicBezTo>
                <a:close/>
                <a:moveTo>
                  <a:pt x="592714" y="40733"/>
                </a:moveTo>
                <a:lnTo>
                  <a:pt x="592714" y="67039"/>
                </a:lnTo>
                <a:lnTo>
                  <a:pt x="589914" y="67039"/>
                </a:lnTo>
                <a:cubicBezTo>
                  <a:pt x="587764" y="58788"/>
                  <a:pt x="585006" y="53176"/>
                  <a:pt x="581640" y="50203"/>
                </a:cubicBezTo>
                <a:cubicBezTo>
                  <a:pt x="578274" y="47227"/>
                  <a:pt x="573988" y="45739"/>
                  <a:pt x="568783" y="45739"/>
                </a:cubicBezTo>
                <a:cubicBezTo>
                  <a:pt x="564823" y="45739"/>
                  <a:pt x="561627" y="46785"/>
                  <a:pt x="559194" y="48877"/>
                </a:cubicBezTo>
                <a:cubicBezTo>
                  <a:pt x="556762" y="50966"/>
                  <a:pt x="555545" y="53283"/>
                  <a:pt x="555545" y="55827"/>
                </a:cubicBezTo>
                <a:cubicBezTo>
                  <a:pt x="555545" y="58992"/>
                  <a:pt x="556450" y="61704"/>
                  <a:pt x="558261" y="63963"/>
                </a:cubicBezTo>
                <a:cubicBezTo>
                  <a:pt x="560015" y="66281"/>
                  <a:pt x="563579" y="68739"/>
                  <a:pt x="568953" y="71338"/>
                </a:cubicBezTo>
                <a:lnTo>
                  <a:pt x="581343" y="77358"/>
                </a:lnTo>
                <a:cubicBezTo>
                  <a:pt x="592827" y="82951"/>
                  <a:pt x="598569" y="90326"/>
                  <a:pt x="598569" y="99482"/>
                </a:cubicBezTo>
                <a:cubicBezTo>
                  <a:pt x="598569" y="106545"/>
                  <a:pt x="595896" y="112239"/>
                  <a:pt x="590550" y="116563"/>
                </a:cubicBezTo>
                <a:cubicBezTo>
                  <a:pt x="585204" y="120885"/>
                  <a:pt x="579221" y="123047"/>
                  <a:pt x="572602" y="123047"/>
                </a:cubicBezTo>
                <a:cubicBezTo>
                  <a:pt x="567850" y="123047"/>
                  <a:pt x="562419" y="122198"/>
                  <a:pt x="556309" y="120501"/>
                </a:cubicBezTo>
                <a:cubicBezTo>
                  <a:pt x="554442" y="119935"/>
                  <a:pt x="552915" y="119652"/>
                  <a:pt x="551727" y="119652"/>
                </a:cubicBezTo>
                <a:cubicBezTo>
                  <a:pt x="550425" y="119652"/>
                  <a:pt x="549407" y="120388"/>
                  <a:pt x="548672" y="121859"/>
                </a:cubicBezTo>
                <a:lnTo>
                  <a:pt x="545871" y="121859"/>
                </a:lnTo>
                <a:lnTo>
                  <a:pt x="545871" y="94025"/>
                </a:lnTo>
                <a:lnTo>
                  <a:pt x="548672" y="94025"/>
                </a:lnTo>
                <a:cubicBezTo>
                  <a:pt x="550256" y="101973"/>
                  <a:pt x="553282" y="107963"/>
                  <a:pt x="557752" y="111994"/>
                </a:cubicBezTo>
                <a:cubicBezTo>
                  <a:pt x="562221" y="116025"/>
                  <a:pt x="567228" y="118040"/>
                  <a:pt x="572772" y="118040"/>
                </a:cubicBezTo>
                <a:cubicBezTo>
                  <a:pt x="576675" y="118040"/>
                  <a:pt x="579858" y="116896"/>
                  <a:pt x="582319" y="114608"/>
                </a:cubicBezTo>
                <a:cubicBezTo>
                  <a:pt x="584779" y="112319"/>
                  <a:pt x="586010" y="109564"/>
                  <a:pt x="586010" y="106343"/>
                </a:cubicBezTo>
                <a:cubicBezTo>
                  <a:pt x="586010" y="102443"/>
                  <a:pt x="584638" y="99165"/>
                  <a:pt x="581894" y="96509"/>
                </a:cubicBezTo>
                <a:cubicBezTo>
                  <a:pt x="579150" y="93854"/>
                  <a:pt x="573677" y="90492"/>
                  <a:pt x="565474" y="86424"/>
                </a:cubicBezTo>
                <a:cubicBezTo>
                  <a:pt x="557271" y="82355"/>
                  <a:pt x="551896" y="78681"/>
                  <a:pt x="549351" y="75403"/>
                </a:cubicBezTo>
                <a:cubicBezTo>
                  <a:pt x="546805" y="72182"/>
                  <a:pt x="545532" y="68113"/>
                  <a:pt x="545532" y="63197"/>
                </a:cubicBezTo>
                <a:cubicBezTo>
                  <a:pt x="545532" y="56811"/>
                  <a:pt x="547724" y="51471"/>
                  <a:pt x="552108" y="47177"/>
                </a:cubicBezTo>
                <a:cubicBezTo>
                  <a:pt x="556493" y="42881"/>
                  <a:pt x="562164" y="40733"/>
                  <a:pt x="569123" y="40733"/>
                </a:cubicBezTo>
                <a:cubicBezTo>
                  <a:pt x="572178" y="40733"/>
                  <a:pt x="575883" y="41383"/>
                  <a:pt x="580239" y="42684"/>
                </a:cubicBezTo>
                <a:cubicBezTo>
                  <a:pt x="583125" y="43533"/>
                  <a:pt x="585048" y="43957"/>
                  <a:pt x="586010" y="43957"/>
                </a:cubicBezTo>
                <a:cubicBezTo>
                  <a:pt x="586915" y="43957"/>
                  <a:pt x="587622" y="43759"/>
                  <a:pt x="588131" y="43363"/>
                </a:cubicBezTo>
                <a:cubicBezTo>
                  <a:pt x="588641" y="42967"/>
                  <a:pt x="589235" y="42090"/>
                  <a:pt x="589914" y="40733"/>
                </a:cubicBezTo>
                <a:lnTo>
                  <a:pt x="592714" y="40733"/>
                </a:lnTo>
                <a:close/>
                <a:moveTo>
                  <a:pt x="702070" y="154699"/>
                </a:moveTo>
                <a:lnTo>
                  <a:pt x="702070" y="157839"/>
                </a:lnTo>
                <a:cubicBezTo>
                  <a:pt x="693528" y="153540"/>
                  <a:pt x="686400" y="148505"/>
                  <a:pt x="680686" y="142734"/>
                </a:cubicBezTo>
                <a:cubicBezTo>
                  <a:pt x="672539" y="134531"/>
                  <a:pt x="666259" y="124857"/>
                  <a:pt x="661847" y="113712"/>
                </a:cubicBezTo>
                <a:cubicBezTo>
                  <a:pt x="657434" y="102567"/>
                  <a:pt x="655228" y="90998"/>
                  <a:pt x="655228" y="79004"/>
                </a:cubicBezTo>
                <a:cubicBezTo>
                  <a:pt x="655228" y="61467"/>
                  <a:pt x="659556" y="45471"/>
                  <a:pt x="668211" y="31016"/>
                </a:cubicBezTo>
                <a:cubicBezTo>
                  <a:pt x="676867" y="16562"/>
                  <a:pt x="688153" y="6223"/>
                  <a:pt x="702070" y="0"/>
                </a:cubicBezTo>
                <a:lnTo>
                  <a:pt x="702070" y="3564"/>
                </a:lnTo>
                <a:cubicBezTo>
                  <a:pt x="695112" y="7411"/>
                  <a:pt x="689398" y="12672"/>
                  <a:pt x="684929" y="19348"/>
                </a:cubicBezTo>
                <a:cubicBezTo>
                  <a:pt x="680459" y="26024"/>
                  <a:pt x="677122" y="34481"/>
                  <a:pt x="674915" y="44721"/>
                </a:cubicBezTo>
                <a:cubicBezTo>
                  <a:pt x="672709" y="54961"/>
                  <a:pt x="671606" y="65653"/>
                  <a:pt x="671606" y="76798"/>
                </a:cubicBezTo>
                <a:cubicBezTo>
                  <a:pt x="671606" y="88905"/>
                  <a:pt x="672539" y="99908"/>
                  <a:pt x="674406" y="109809"/>
                </a:cubicBezTo>
                <a:cubicBezTo>
                  <a:pt x="675877" y="117616"/>
                  <a:pt x="677659" y="123881"/>
                  <a:pt x="679752" y="128605"/>
                </a:cubicBezTo>
                <a:cubicBezTo>
                  <a:pt x="681845" y="133329"/>
                  <a:pt x="684660" y="137869"/>
                  <a:pt x="688196" y="142225"/>
                </a:cubicBezTo>
                <a:cubicBezTo>
                  <a:pt x="691732" y="146581"/>
                  <a:pt x="696356" y="150739"/>
                  <a:pt x="702070" y="154699"/>
                </a:cubicBezTo>
                <a:close/>
                <a:moveTo>
                  <a:pt x="726339" y="16887"/>
                </a:moveTo>
                <a:lnTo>
                  <a:pt x="754343" y="3225"/>
                </a:lnTo>
                <a:lnTo>
                  <a:pt x="757143" y="3225"/>
                </a:lnTo>
                <a:lnTo>
                  <a:pt x="757143" y="100389"/>
                </a:lnTo>
                <a:cubicBezTo>
                  <a:pt x="757143" y="106839"/>
                  <a:pt x="757412" y="110855"/>
                  <a:pt x="757949" y="112439"/>
                </a:cubicBezTo>
                <a:cubicBezTo>
                  <a:pt x="758487" y="114023"/>
                  <a:pt x="759604" y="115240"/>
                  <a:pt x="761301" y="116088"/>
                </a:cubicBezTo>
                <a:cubicBezTo>
                  <a:pt x="762998" y="116937"/>
                  <a:pt x="766449" y="117418"/>
                  <a:pt x="771654" y="117531"/>
                </a:cubicBezTo>
                <a:lnTo>
                  <a:pt x="771654" y="120671"/>
                </a:lnTo>
                <a:lnTo>
                  <a:pt x="728376" y="120671"/>
                </a:lnTo>
                <a:lnTo>
                  <a:pt x="728376" y="117531"/>
                </a:lnTo>
                <a:cubicBezTo>
                  <a:pt x="733807" y="117418"/>
                  <a:pt x="737314" y="116951"/>
                  <a:pt x="738898" y="116131"/>
                </a:cubicBezTo>
                <a:cubicBezTo>
                  <a:pt x="740482" y="115310"/>
                  <a:pt x="741585" y="114207"/>
                  <a:pt x="742208" y="112821"/>
                </a:cubicBezTo>
                <a:cubicBezTo>
                  <a:pt x="742830" y="111435"/>
                  <a:pt x="743141" y="107291"/>
                  <a:pt x="743141" y="100389"/>
                </a:cubicBezTo>
                <a:lnTo>
                  <a:pt x="743141" y="38272"/>
                </a:lnTo>
                <a:cubicBezTo>
                  <a:pt x="743141" y="29899"/>
                  <a:pt x="742858" y="24524"/>
                  <a:pt x="742293" y="22148"/>
                </a:cubicBezTo>
                <a:cubicBezTo>
                  <a:pt x="741897" y="20338"/>
                  <a:pt x="741175" y="19009"/>
                  <a:pt x="740129" y="18160"/>
                </a:cubicBezTo>
                <a:cubicBezTo>
                  <a:pt x="739082" y="17311"/>
                  <a:pt x="737823" y="16887"/>
                  <a:pt x="736352" y="16887"/>
                </a:cubicBezTo>
                <a:cubicBezTo>
                  <a:pt x="734259" y="16887"/>
                  <a:pt x="731346" y="17764"/>
                  <a:pt x="727612" y="19518"/>
                </a:cubicBezTo>
                <a:lnTo>
                  <a:pt x="726339" y="16887"/>
                </a:lnTo>
                <a:close/>
                <a:moveTo>
                  <a:pt x="870770" y="3225"/>
                </a:moveTo>
                <a:lnTo>
                  <a:pt x="870770" y="6364"/>
                </a:lnTo>
                <a:cubicBezTo>
                  <a:pt x="863303" y="7100"/>
                  <a:pt x="857207" y="8585"/>
                  <a:pt x="852483" y="10820"/>
                </a:cubicBezTo>
                <a:cubicBezTo>
                  <a:pt x="847759" y="13054"/>
                  <a:pt x="843092" y="16463"/>
                  <a:pt x="838481" y="21045"/>
                </a:cubicBezTo>
                <a:cubicBezTo>
                  <a:pt x="833870" y="25628"/>
                  <a:pt x="830052" y="30733"/>
                  <a:pt x="827025" y="36362"/>
                </a:cubicBezTo>
                <a:cubicBezTo>
                  <a:pt x="823998" y="41991"/>
                  <a:pt x="821467" y="48681"/>
                  <a:pt x="819430" y="56432"/>
                </a:cubicBezTo>
                <a:cubicBezTo>
                  <a:pt x="827577" y="50831"/>
                  <a:pt x="835752" y="48031"/>
                  <a:pt x="843955" y="48031"/>
                </a:cubicBezTo>
                <a:cubicBezTo>
                  <a:pt x="851818" y="48031"/>
                  <a:pt x="858635" y="51199"/>
                  <a:pt x="864406" y="57535"/>
                </a:cubicBezTo>
                <a:cubicBezTo>
                  <a:pt x="870176" y="63871"/>
                  <a:pt x="873062" y="72018"/>
                  <a:pt x="873062" y="81975"/>
                </a:cubicBezTo>
                <a:cubicBezTo>
                  <a:pt x="873062" y="91592"/>
                  <a:pt x="870148" y="100361"/>
                  <a:pt x="864321" y="108281"/>
                </a:cubicBezTo>
                <a:cubicBezTo>
                  <a:pt x="857306" y="117899"/>
                  <a:pt x="848028" y="122707"/>
                  <a:pt x="836487" y="122707"/>
                </a:cubicBezTo>
                <a:cubicBezTo>
                  <a:pt x="828623" y="122707"/>
                  <a:pt x="821948" y="120105"/>
                  <a:pt x="816460" y="114900"/>
                </a:cubicBezTo>
                <a:cubicBezTo>
                  <a:pt x="805711" y="104774"/>
                  <a:pt x="800337" y="91649"/>
                  <a:pt x="800337" y="75525"/>
                </a:cubicBezTo>
                <a:cubicBezTo>
                  <a:pt x="800337" y="65229"/>
                  <a:pt x="802402" y="55442"/>
                  <a:pt x="806531" y="46164"/>
                </a:cubicBezTo>
                <a:cubicBezTo>
                  <a:pt x="810661" y="36886"/>
                  <a:pt x="816559" y="28654"/>
                  <a:pt x="824225" y="21470"/>
                </a:cubicBezTo>
                <a:cubicBezTo>
                  <a:pt x="831890" y="14285"/>
                  <a:pt x="839231" y="9448"/>
                  <a:pt x="846246" y="6959"/>
                </a:cubicBezTo>
                <a:cubicBezTo>
                  <a:pt x="853261" y="4469"/>
                  <a:pt x="859795" y="3225"/>
                  <a:pt x="865848" y="3225"/>
                </a:cubicBezTo>
                <a:lnTo>
                  <a:pt x="870770" y="3225"/>
                </a:lnTo>
                <a:moveTo>
                  <a:pt x="817988" y="62627"/>
                </a:moveTo>
                <a:cubicBezTo>
                  <a:pt x="816969" y="70264"/>
                  <a:pt x="816460" y="76430"/>
                  <a:pt x="816460" y="81126"/>
                </a:cubicBezTo>
                <a:cubicBezTo>
                  <a:pt x="816460" y="86557"/>
                  <a:pt x="817464" y="92455"/>
                  <a:pt x="819473" y="98819"/>
                </a:cubicBezTo>
                <a:cubicBezTo>
                  <a:pt x="821481" y="105184"/>
                  <a:pt x="824465" y="110233"/>
                  <a:pt x="828425" y="113967"/>
                </a:cubicBezTo>
                <a:cubicBezTo>
                  <a:pt x="831311" y="116626"/>
                  <a:pt x="834818" y="117955"/>
                  <a:pt x="838948" y="117955"/>
                </a:cubicBezTo>
                <a:cubicBezTo>
                  <a:pt x="843870" y="117955"/>
                  <a:pt x="848268" y="115636"/>
                  <a:pt x="852144" y="110997"/>
                </a:cubicBezTo>
                <a:cubicBezTo>
                  <a:pt x="856019" y="106358"/>
                  <a:pt x="857957" y="99739"/>
                  <a:pt x="857957" y="91139"/>
                </a:cubicBezTo>
                <a:cubicBezTo>
                  <a:pt x="857957" y="81465"/>
                  <a:pt x="856033" y="73093"/>
                  <a:pt x="852186" y="66021"/>
                </a:cubicBezTo>
                <a:cubicBezTo>
                  <a:pt x="848339" y="58949"/>
                  <a:pt x="842880" y="55413"/>
                  <a:pt x="835808" y="55413"/>
                </a:cubicBezTo>
                <a:cubicBezTo>
                  <a:pt x="833658" y="55413"/>
                  <a:pt x="831353" y="55866"/>
                  <a:pt x="828892" y="56771"/>
                </a:cubicBezTo>
                <a:cubicBezTo>
                  <a:pt x="826431" y="57676"/>
                  <a:pt x="822796" y="59628"/>
                  <a:pt x="817988" y="62627"/>
                </a:cubicBezTo>
                <a:close/>
                <a:moveTo>
                  <a:pt x="900132" y="16887"/>
                </a:moveTo>
                <a:lnTo>
                  <a:pt x="928135" y="3225"/>
                </a:lnTo>
                <a:lnTo>
                  <a:pt x="930936" y="3225"/>
                </a:lnTo>
                <a:lnTo>
                  <a:pt x="930936" y="100389"/>
                </a:lnTo>
                <a:cubicBezTo>
                  <a:pt x="930936" y="106839"/>
                  <a:pt x="931205" y="110855"/>
                  <a:pt x="931742" y="112439"/>
                </a:cubicBezTo>
                <a:cubicBezTo>
                  <a:pt x="932279" y="114023"/>
                  <a:pt x="933397" y="115240"/>
                  <a:pt x="935094" y="116088"/>
                </a:cubicBezTo>
                <a:cubicBezTo>
                  <a:pt x="936791" y="116937"/>
                  <a:pt x="940242" y="117418"/>
                  <a:pt x="945447" y="117531"/>
                </a:cubicBezTo>
                <a:lnTo>
                  <a:pt x="945447" y="120671"/>
                </a:lnTo>
                <a:lnTo>
                  <a:pt x="902168" y="120671"/>
                </a:lnTo>
                <a:lnTo>
                  <a:pt x="902168" y="117531"/>
                </a:lnTo>
                <a:cubicBezTo>
                  <a:pt x="907599" y="117418"/>
                  <a:pt x="911107" y="116951"/>
                  <a:pt x="912691" y="116131"/>
                </a:cubicBezTo>
                <a:cubicBezTo>
                  <a:pt x="914275" y="115310"/>
                  <a:pt x="915378" y="114207"/>
                  <a:pt x="916001" y="112821"/>
                </a:cubicBezTo>
                <a:cubicBezTo>
                  <a:pt x="916623" y="111435"/>
                  <a:pt x="916934" y="107291"/>
                  <a:pt x="916934" y="100389"/>
                </a:cubicBezTo>
                <a:lnTo>
                  <a:pt x="916934" y="38272"/>
                </a:lnTo>
                <a:cubicBezTo>
                  <a:pt x="916934" y="29899"/>
                  <a:pt x="916651" y="24524"/>
                  <a:pt x="916085" y="22148"/>
                </a:cubicBezTo>
                <a:cubicBezTo>
                  <a:pt x="915689" y="20338"/>
                  <a:pt x="914968" y="19009"/>
                  <a:pt x="913921" y="18160"/>
                </a:cubicBezTo>
                <a:cubicBezTo>
                  <a:pt x="912875" y="17311"/>
                  <a:pt x="911616" y="16887"/>
                  <a:pt x="910145" y="16887"/>
                </a:cubicBezTo>
                <a:cubicBezTo>
                  <a:pt x="908052" y="16887"/>
                  <a:pt x="905138" y="17764"/>
                  <a:pt x="901405" y="19518"/>
                </a:cubicBezTo>
                <a:lnTo>
                  <a:pt x="900132" y="16887"/>
                </a:lnTo>
                <a:close/>
                <a:moveTo>
                  <a:pt x="1065778" y="40733"/>
                </a:moveTo>
                <a:lnTo>
                  <a:pt x="1065778" y="67039"/>
                </a:lnTo>
                <a:lnTo>
                  <a:pt x="1062978" y="67039"/>
                </a:lnTo>
                <a:cubicBezTo>
                  <a:pt x="1060828" y="58788"/>
                  <a:pt x="1058070" y="53176"/>
                  <a:pt x="1054704" y="50203"/>
                </a:cubicBezTo>
                <a:cubicBezTo>
                  <a:pt x="1051338" y="47227"/>
                  <a:pt x="1047052" y="45739"/>
                  <a:pt x="1041848" y="45739"/>
                </a:cubicBezTo>
                <a:cubicBezTo>
                  <a:pt x="1037887" y="45739"/>
                  <a:pt x="1034691" y="46785"/>
                  <a:pt x="1032258" y="48877"/>
                </a:cubicBezTo>
                <a:cubicBezTo>
                  <a:pt x="1029826" y="50966"/>
                  <a:pt x="1028609" y="53283"/>
                  <a:pt x="1028609" y="55827"/>
                </a:cubicBezTo>
                <a:cubicBezTo>
                  <a:pt x="1028609" y="58992"/>
                  <a:pt x="1029515" y="61704"/>
                  <a:pt x="1031325" y="63963"/>
                </a:cubicBezTo>
                <a:cubicBezTo>
                  <a:pt x="1033079" y="66281"/>
                  <a:pt x="1036643" y="68739"/>
                  <a:pt x="1042017" y="71338"/>
                </a:cubicBezTo>
                <a:lnTo>
                  <a:pt x="1054407" y="77358"/>
                </a:lnTo>
                <a:cubicBezTo>
                  <a:pt x="1065891" y="82951"/>
                  <a:pt x="1071633" y="90326"/>
                  <a:pt x="1071633" y="99482"/>
                </a:cubicBezTo>
                <a:cubicBezTo>
                  <a:pt x="1071633" y="106545"/>
                  <a:pt x="1068960" y="112239"/>
                  <a:pt x="1063614" y="116563"/>
                </a:cubicBezTo>
                <a:cubicBezTo>
                  <a:pt x="1058268" y="120885"/>
                  <a:pt x="1052285" y="123047"/>
                  <a:pt x="1045666" y="123047"/>
                </a:cubicBezTo>
                <a:cubicBezTo>
                  <a:pt x="1040914" y="123047"/>
                  <a:pt x="1035483" y="122198"/>
                  <a:pt x="1029373" y="120501"/>
                </a:cubicBezTo>
                <a:cubicBezTo>
                  <a:pt x="1027506" y="119935"/>
                  <a:pt x="1025979" y="119652"/>
                  <a:pt x="1024791" y="119652"/>
                </a:cubicBezTo>
                <a:cubicBezTo>
                  <a:pt x="1023490" y="119652"/>
                  <a:pt x="1022471" y="120388"/>
                  <a:pt x="1021736" y="121859"/>
                </a:cubicBezTo>
                <a:lnTo>
                  <a:pt x="1018935" y="121859"/>
                </a:lnTo>
                <a:lnTo>
                  <a:pt x="1018935" y="94025"/>
                </a:lnTo>
                <a:lnTo>
                  <a:pt x="1021736" y="94025"/>
                </a:lnTo>
                <a:cubicBezTo>
                  <a:pt x="1023320" y="101973"/>
                  <a:pt x="1026347" y="107963"/>
                  <a:pt x="1030816" y="111994"/>
                </a:cubicBezTo>
                <a:cubicBezTo>
                  <a:pt x="1035285" y="116025"/>
                  <a:pt x="1040292" y="118040"/>
                  <a:pt x="1045836" y="118040"/>
                </a:cubicBezTo>
                <a:cubicBezTo>
                  <a:pt x="1049740" y="118040"/>
                  <a:pt x="1052922" y="116896"/>
                  <a:pt x="1055383" y="114608"/>
                </a:cubicBezTo>
                <a:cubicBezTo>
                  <a:pt x="1057844" y="112319"/>
                  <a:pt x="1059074" y="109564"/>
                  <a:pt x="1059074" y="106343"/>
                </a:cubicBezTo>
                <a:cubicBezTo>
                  <a:pt x="1059074" y="102443"/>
                  <a:pt x="1057702" y="99165"/>
                  <a:pt x="1054958" y="96509"/>
                </a:cubicBezTo>
                <a:cubicBezTo>
                  <a:pt x="1052215" y="93854"/>
                  <a:pt x="1046741" y="90492"/>
                  <a:pt x="1038538" y="86424"/>
                </a:cubicBezTo>
                <a:cubicBezTo>
                  <a:pt x="1030335" y="82355"/>
                  <a:pt x="1024960" y="78681"/>
                  <a:pt x="1022415" y="75403"/>
                </a:cubicBezTo>
                <a:cubicBezTo>
                  <a:pt x="1019869" y="72182"/>
                  <a:pt x="1018596" y="68113"/>
                  <a:pt x="1018596" y="63197"/>
                </a:cubicBezTo>
                <a:cubicBezTo>
                  <a:pt x="1018596" y="56811"/>
                  <a:pt x="1020788" y="51471"/>
                  <a:pt x="1025173" y="47177"/>
                </a:cubicBezTo>
                <a:cubicBezTo>
                  <a:pt x="1029557" y="42881"/>
                  <a:pt x="1035229" y="40733"/>
                  <a:pt x="1042187" y="40733"/>
                </a:cubicBezTo>
                <a:cubicBezTo>
                  <a:pt x="1045242" y="40733"/>
                  <a:pt x="1048948" y="41383"/>
                  <a:pt x="1053304" y="42684"/>
                </a:cubicBezTo>
                <a:cubicBezTo>
                  <a:pt x="1056189" y="43533"/>
                  <a:pt x="1058112" y="43957"/>
                  <a:pt x="1059074" y="43957"/>
                </a:cubicBezTo>
                <a:cubicBezTo>
                  <a:pt x="1059979" y="43957"/>
                  <a:pt x="1060686" y="43759"/>
                  <a:pt x="1061196" y="43363"/>
                </a:cubicBezTo>
                <a:cubicBezTo>
                  <a:pt x="1061705" y="42967"/>
                  <a:pt x="1062299" y="42090"/>
                  <a:pt x="1062978" y="40733"/>
                </a:cubicBezTo>
                <a:lnTo>
                  <a:pt x="1065778" y="40733"/>
                </a:lnTo>
                <a:close/>
                <a:moveTo>
                  <a:pt x="1127189" y="109469"/>
                </a:moveTo>
                <a:cubicBezTo>
                  <a:pt x="1119212" y="115636"/>
                  <a:pt x="1114205" y="119200"/>
                  <a:pt x="1112169" y="120161"/>
                </a:cubicBezTo>
                <a:cubicBezTo>
                  <a:pt x="1109114" y="121632"/>
                  <a:pt x="1105861" y="122368"/>
                  <a:pt x="1102410" y="122368"/>
                </a:cubicBezTo>
                <a:cubicBezTo>
                  <a:pt x="1097035" y="122368"/>
                  <a:pt x="1092608" y="120529"/>
                  <a:pt x="1089129" y="116852"/>
                </a:cubicBezTo>
                <a:cubicBezTo>
                  <a:pt x="1085650" y="113175"/>
                  <a:pt x="1083910" y="108338"/>
                  <a:pt x="1083910" y="102341"/>
                </a:cubicBezTo>
                <a:cubicBezTo>
                  <a:pt x="1083910" y="98551"/>
                  <a:pt x="1084759" y="95269"/>
                  <a:pt x="1086456" y="92497"/>
                </a:cubicBezTo>
                <a:cubicBezTo>
                  <a:pt x="1088776" y="88650"/>
                  <a:pt x="1092806" y="85030"/>
                  <a:pt x="1098549" y="81635"/>
                </a:cubicBezTo>
                <a:cubicBezTo>
                  <a:pt x="1104291" y="78241"/>
                  <a:pt x="1113837" y="74111"/>
                  <a:pt x="1127189" y="69246"/>
                </a:cubicBezTo>
                <a:lnTo>
                  <a:pt x="1127189" y="66191"/>
                </a:lnTo>
                <a:cubicBezTo>
                  <a:pt x="1127189" y="58440"/>
                  <a:pt x="1125958" y="53122"/>
                  <a:pt x="1123497" y="50237"/>
                </a:cubicBezTo>
                <a:cubicBezTo>
                  <a:pt x="1121036" y="47352"/>
                  <a:pt x="1117458" y="45909"/>
                  <a:pt x="1112763" y="45909"/>
                </a:cubicBezTo>
                <a:cubicBezTo>
                  <a:pt x="1109198" y="45909"/>
                  <a:pt x="1106370" y="46867"/>
                  <a:pt x="1104277" y="48784"/>
                </a:cubicBezTo>
                <a:cubicBezTo>
                  <a:pt x="1102127" y="50700"/>
                  <a:pt x="1101052" y="52899"/>
                  <a:pt x="1101052" y="55379"/>
                </a:cubicBezTo>
                <a:lnTo>
                  <a:pt x="1101222" y="60282"/>
                </a:lnTo>
                <a:cubicBezTo>
                  <a:pt x="1101222" y="62874"/>
                  <a:pt x="1100557" y="64874"/>
                  <a:pt x="1099227" y="66283"/>
                </a:cubicBezTo>
                <a:cubicBezTo>
                  <a:pt x="1097898" y="67692"/>
                  <a:pt x="1096158" y="68397"/>
                  <a:pt x="1094009" y="68397"/>
                </a:cubicBezTo>
                <a:cubicBezTo>
                  <a:pt x="1091915" y="68397"/>
                  <a:pt x="1090204" y="67664"/>
                  <a:pt x="1088875" y="66199"/>
                </a:cubicBezTo>
                <a:cubicBezTo>
                  <a:pt x="1087545" y="64731"/>
                  <a:pt x="1086880" y="62728"/>
                  <a:pt x="1086880" y="60189"/>
                </a:cubicBezTo>
                <a:cubicBezTo>
                  <a:pt x="1086880" y="55340"/>
                  <a:pt x="1089370" y="50885"/>
                  <a:pt x="1094348" y="46824"/>
                </a:cubicBezTo>
                <a:cubicBezTo>
                  <a:pt x="1099326" y="42763"/>
                  <a:pt x="1106313" y="40733"/>
                  <a:pt x="1115308" y="40733"/>
                </a:cubicBezTo>
                <a:cubicBezTo>
                  <a:pt x="1122210" y="40733"/>
                  <a:pt x="1127868" y="41891"/>
                  <a:pt x="1132280" y="44207"/>
                </a:cubicBezTo>
                <a:cubicBezTo>
                  <a:pt x="1135618" y="45959"/>
                  <a:pt x="1138079" y="48700"/>
                  <a:pt x="1139663" y="52430"/>
                </a:cubicBezTo>
                <a:cubicBezTo>
                  <a:pt x="1140681" y="54859"/>
                  <a:pt x="1141191" y="59831"/>
                  <a:pt x="1141191" y="67347"/>
                </a:cubicBezTo>
                <a:lnTo>
                  <a:pt x="1141191" y="93706"/>
                </a:lnTo>
                <a:cubicBezTo>
                  <a:pt x="1141191" y="101109"/>
                  <a:pt x="1141332" y="105643"/>
                  <a:pt x="1141615" y="107311"/>
                </a:cubicBezTo>
                <a:cubicBezTo>
                  <a:pt x="1141898" y="108978"/>
                  <a:pt x="1142365" y="110094"/>
                  <a:pt x="1143015" y="110660"/>
                </a:cubicBezTo>
                <a:cubicBezTo>
                  <a:pt x="1143666" y="111224"/>
                  <a:pt x="1144415" y="111506"/>
                  <a:pt x="1145264" y="111506"/>
                </a:cubicBezTo>
                <a:cubicBezTo>
                  <a:pt x="1146169" y="111506"/>
                  <a:pt x="1146961" y="111308"/>
                  <a:pt x="1147640" y="110912"/>
                </a:cubicBezTo>
                <a:cubicBezTo>
                  <a:pt x="1148828" y="110176"/>
                  <a:pt x="1151119" y="108111"/>
                  <a:pt x="1154514" y="104717"/>
                </a:cubicBezTo>
                <a:lnTo>
                  <a:pt x="1154514" y="109469"/>
                </a:lnTo>
                <a:cubicBezTo>
                  <a:pt x="1148177" y="117955"/>
                  <a:pt x="1142124" y="122198"/>
                  <a:pt x="1136354" y="122198"/>
                </a:cubicBezTo>
                <a:cubicBezTo>
                  <a:pt x="1133582" y="122198"/>
                  <a:pt x="1131375" y="121236"/>
                  <a:pt x="1129735" y="119313"/>
                </a:cubicBezTo>
                <a:cubicBezTo>
                  <a:pt x="1128094" y="117389"/>
                  <a:pt x="1127245" y="114108"/>
                  <a:pt x="1127189" y="109469"/>
                </a:cubicBezTo>
                <a:moveTo>
                  <a:pt x="1127189" y="103906"/>
                </a:moveTo>
                <a:lnTo>
                  <a:pt x="1127189" y="74422"/>
                </a:lnTo>
                <a:cubicBezTo>
                  <a:pt x="1118646" y="77801"/>
                  <a:pt x="1113130" y="80194"/>
                  <a:pt x="1110641" y="81603"/>
                </a:cubicBezTo>
                <a:cubicBezTo>
                  <a:pt x="1106172" y="84082"/>
                  <a:pt x="1102975" y="86673"/>
                  <a:pt x="1101052" y="89376"/>
                </a:cubicBezTo>
                <a:cubicBezTo>
                  <a:pt x="1099128" y="92079"/>
                  <a:pt x="1098167" y="95036"/>
                  <a:pt x="1098167" y="98246"/>
                </a:cubicBezTo>
                <a:cubicBezTo>
                  <a:pt x="1098167" y="102302"/>
                  <a:pt x="1099383" y="105667"/>
                  <a:pt x="1101816" y="108342"/>
                </a:cubicBezTo>
                <a:cubicBezTo>
                  <a:pt x="1104248" y="111017"/>
                  <a:pt x="1107049" y="112354"/>
                  <a:pt x="1110217" y="112354"/>
                </a:cubicBezTo>
                <a:cubicBezTo>
                  <a:pt x="1114516" y="112354"/>
                  <a:pt x="1120174" y="109538"/>
                  <a:pt x="1127189" y="103906"/>
                </a:cubicBezTo>
                <a:close/>
                <a:moveTo>
                  <a:pt x="1183392" y="57280"/>
                </a:moveTo>
                <a:cubicBezTo>
                  <a:pt x="1189050" y="51623"/>
                  <a:pt x="1192388" y="48370"/>
                  <a:pt x="1193406" y="47521"/>
                </a:cubicBezTo>
                <a:cubicBezTo>
                  <a:pt x="1195952" y="45372"/>
                  <a:pt x="1198695" y="43703"/>
                  <a:pt x="1201637" y="42515"/>
                </a:cubicBezTo>
                <a:cubicBezTo>
                  <a:pt x="1204579" y="41327"/>
                  <a:pt x="1207493" y="40733"/>
                  <a:pt x="1210378" y="40733"/>
                </a:cubicBezTo>
                <a:cubicBezTo>
                  <a:pt x="1215243" y="40733"/>
                  <a:pt x="1219430" y="42147"/>
                  <a:pt x="1222937" y="44976"/>
                </a:cubicBezTo>
                <a:cubicBezTo>
                  <a:pt x="1226445" y="47804"/>
                  <a:pt x="1228792" y="51906"/>
                  <a:pt x="1229980" y="57280"/>
                </a:cubicBezTo>
                <a:cubicBezTo>
                  <a:pt x="1235807" y="50492"/>
                  <a:pt x="1240729" y="46036"/>
                  <a:pt x="1244746" y="43915"/>
                </a:cubicBezTo>
                <a:cubicBezTo>
                  <a:pt x="1248763" y="41793"/>
                  <a:pt x="1252893" y="40733"/>
                  <a:pt x="1257136" y="40733"/>
                </a:cubicBezTo>
                <a:cubicBezTo>
                  <a:pt x="1261265" y="40733"/>
                  <a:pt x="1264929" y="41792"/>
                  <a:pt x="1268125" y="43910"/>
                </a:cubicBezTo>
                <a:cubicBezTo>
                  <a:pt x="1271321" y="46026"/>
                  <a:pt x="1273853" y="49483"/>
                  <a:pt x="1275720" y="54281"/>
                </a:cubicBezTo>
                <a:cubicBezTo>
                  <a:pt x="1276964" y="57555"/>
                  <a:pt x="1277587" y="62692"/>
                  <a:pt x="1277587" y="69691"/>
                </a:cubicBezTo>
                <a:lnTo>
                  <a:pt x="1277587" y="103052"/>
                </a:lnTo>
                <a:cubicBezTo>
                  <a:pt x="1277587" y="107906"/>
                  <a:pt x="1277955" y="111237"/>
                  <a:pt x="1278690" y="113044"/>
                </a:cubicBezTo>
                <a:cubicBezTo>
                  <a:pt x="1279256" y="114285"/>
                  <a:pt x="1280302" y="115343"/>
                  <a:pt x="1281830" y="116218"/>
                </a:cubicBezTo>
                <a:cubicBezTo>
                  <a:pt x="1283357" y="117093"/>
                  <a:pt x="1285846" y="117531"/>
                  <a:pt x="1289297" y="117531"/>
                </a:cubicBezTo>
                <a:lnTo>
                  <a:pt x="1289297" y="120671"/>
                </a:lnTo>
                <a:lnTo>
                  <a:pt x="1250941" y="120671"/>
                </a:lnTo>
                <a:lnTo>
                  <a:pt x="1250941" y="117531"/>
                </a:lnTo>
                <a:lnTo>
                  <a:pt x="1252553" y="117531"/>
                </a:lnTo>
                <a:cubicBezTo>
                  <a:pt x="1255891" y="117531"/>
                  <a:pt x="1258493" y="116884"/>
                  <a:pt x="1260360" y="115590"/>
                </a:cubicBezTo>
                <a:cubicBezTo>
                  <a:pt x="1261661" y="114688"/>
                  <a:pt x="1262595" y="113252"/>
                  <a:pt x="1263161" y="111283"/>
                </a:cubicBezTo>
                <a:cubicBezTo>
                  <a:pt x="1263387" y="110327"/>
                  <a:pt x="1263500" y="107597"/>
                  <a:pt x="1263500" y="103094"/>
                </a:cubicBezTo>
                <a:lnTo>
                  <a:pt x="1263500" y="69829"/>
                </a:lnTo>
                <a:cubicBezTo>
                  <a:pt x="1263500" y="63525"/>
                  <a:pt x="1262736" y="59078"/>
                  <a:pt x="1261209" y="56490"/>
                </a:cubicBezTo>
                <a:cubicBezTo>
                  <a:pt x="1259003" y="52887"/>
                  <a:pt x="1255467" y="51086"/>
                  <a:pt x="1250601" y="51086"/>
                </a:cubicBezTo>
                <a:cubicBezTo>
                  <a:pt x="1247603" y="51086"/>
                  <a:pt x="1244590" y="51832"/>
                  <a:pt x="1241564" y="53324"/>
                </a:cubicBezTo>
                <a:cubicBezTo>
                  <a:pt x="1238537" y="54814"/>
                  <a:pt x="1234874" y="57586"/>
                  <a:pt x="1230574" y="61640"/>
                </a:cubicBezTo>
                <a:lnTo>
                  <a:pt x="1230405" y="62568"/>
                </a:lnTo>
                <a:lnTo>
                  <a:pt x="1230574" y="66199"/>
                </a:lnTo>
                <a:lnTo>
                  <a:pt x="1230574" y="103094"/>
                </a:lnTo>
                <a:cubicBezTo>
                  <a:pt x="1230574" y="108385"/>
                  <a:pt x="1230871" y="111678"/>
                  <a:pt x="1231465" y="112972"/>
                </a:cubicBezTo>
                <a:cubicBezTo>
                  <a:pt x="1232060" y="114266"/>
                  <a:pt x="1233177" y="115350"/>
                  <a:pt x="1234817" y="116223"/>
                </a:cubicBezTo>
                <a:cubicBezTo>
                  <a:pt x="1236458" y="117095"/>
                  <a:pt x="1239258" y="117531"/>
                  <a:pt x="1243219" y="117531"/>
                </a:cubicBezTo>
                <a:lnTo>
                  <a:pt x="1243219" y="120671"/>
                </a:lnTo>
                <a:lnTo>
                  <a:pt x="1203928" y="120671"/>
                </a:lnTo>
                <a:lnTo>
                  <a:pt x="1203928" y="117531"/>
                </a:lnTo>
                <a:cubicBezTo>
                  <a:pt x="1208228" y="117531"/>
                  <a:pt x="1211184" y="117024"/>
                  <a:pt x="1212796" y="116011"/>
                </a:cubicBezTo>
                <a:cubicBezTo>
                  <a:pt x="1214409" y="114998"/>
                  <a:pt x="1215526" y="113479"/>
                  <a:pt x="1216148" y="111453"/>
                </a:cubicBezTo>
                <a:cubicBezTo>
                  <a:pt x="1216431" y="110495"/>
                  <a:pt x="1216573" y="107708"/>
                  <a:pt x="1216573" y="103094"/>
                </a:cubicBezTo>
                <a:lnTo>
                  <a:pt x="1216573" y="69829"/>
                </a:lnTo>
                <a:cubicBezTo>
                  <a:pt x="1216573" y="63525"/>
                  <a:pt x="1215639" y="58993"/>
                  <a:pt x="1213772" y="56236"/>
                </a:cubicBezTo>
                <a:cubicBezTo>
                  <a:pt x="1211283" y="52633"/>
                  <a:pt x="1207804" y="50831"/>
                  <a:pt x="1203334" y="50831"/>
                </a:cubicBezTo>
                <a:cubicBezTo>
                  <a:pt x="1200280" y="50831"/>
                  <a:pt x="1197253" y="51647"/>
                  <a:pt x="1194254" y="53279"/>
                </a:cubicBezTo>
                <a:cubicBezTo>
                  <a:pt x="1189559" y="55756"/>
                  <a:pt x="1185938" y="58542"/>
                  <a:pt x="1183392" y="61637"/>
                </a:cubicBezTo>
                <a:lnTo>
                  <a:pt x="1183392" y="103094"/>
                </a:lnTo>
                <a:cubicBezTo>
                  <a:pt x="1183392" y="108159"/>
                  <a:pt x="1183746" y="111452"/>
                  <a:pt x="1184453" y="112972"/>
                </a:cubicBezTo>
                <a:cubicBezTo>
                  <a:pt x="1185160" y="114491"/>
                  <a:pt x="1186207" y="115630"/>
                  <a:pt x="1187593" y="116391"/>
                </a:cubicBezTo>
                <a:cubicBezTo>
                  <a:pt x="1188979" y="117151"/>
                  <a:pt x="1191794" y="117531"/>
                  <a:pt x="1196037" y="117531"/>
                </a:cubicBezTo>
                <a:lnTo>
                  <a:pt x="1196037" y="120671"/>
                </a:lnTo>
                <a:lnTo>
                  <a:pt x="1157595" y="120671"/>
                </a:lnTo>
                <a:lnTo>
                  <a:pt x="1157595" y="117531"/>
                </a:lnTo>
                <a:cubicBezTo>
                  <a:pt x="1161159" y="117531"/>
                  <a:pt x="1163648" y="117150"/>
                  <a:pt x="1165063" y="116388"/>
                </a:cubicBezTo>
                <a:cubicBezTo>
                  <a:pt x="1166477" y="115626"/>
                  <a:pt x="1167552" y="114412"/>
                  <a:pt x="1168287" y="112747"/>
                </a:cubicBezTo>
                <a:cubicBezTo>
                  <a:pt x="1169023" y="111081"/>
                  <a:pt x="1169391" y="107850"/>
                  <a:pt x="1169391" y="103052"/>
                </a:cubicBezTo>
                <a:lnTo>
                  <a:pt x="1169391" y="73417"/>
                </a:lnTo>
                <a:cubicBezTo>
                  <a:pt x="1169391" y="64892"/>
                  <a:pt x="1169136" y="59389"/>
                  <a:pt x="1168627" y="56906"/>
                </a:cubicBezTo>
                <a:cubicBezTo>
                  <a:pt x="1168231" y="55043"/>
                  <a:pt x="1167608" y="53759"/>
                  <a:pt x="1166760" y="53053"/>
                </a:cubicBezTo>
                <a:cubicBezTo>
                  <a:pt x="1165911" y="52348"/>
                  <a:pt x="1164752" y="51995"/>
                  <a:pt x="1163281" y="51995"/>
                </a:cubicBezTo>
                <a:cubicBezTo>
                  <a:pt x="1161697" y="51995"/>
                  <a:pt x="1159801" y="52419"/>
                  <a:pt x="1157595" y="53265"/>
                </a:cubicBezTo>
                <a:lnTo>
                  <a:pt x="1156322" y="50216"/>
                </a:lnTo>
                <a:lnTo>
                  <a:pt x="1179743" y="40733"/>
                </a:lnTo>
                <a:lnTo>
                  <a:pt x="1183392" y="40733"/>
                </a:lnTo>
                <a:lnTo>
                  <a:pt x="1183392" y="57280"/>
                </a:lnTo>
                <a:close/>
                <a:moveTo>
                  <a:pt x="1289921" y="50584"/>
                </a:moveTo>
                <a:lnTo>
                  <a:pt x="1313851" y="40902"/>
                </a:lnTo>
                <a:lnTo>
                  <a:pt x="1317076" y="40902"/>
                </a:lnTo>
                <a:lnTo>
                  <a:pt x="1317076" y="59062"/>
                </a:lnTo>
                <a:cubicBezTo>
                  <a:pt x="1321093" y="52217"/>
                  <a:pt x="1325123" y="47451"/>
                  <a:pt x="1329168" y="44764"/>
                </a:cubicBezTo>
                <a:cubicBezTo>
                  <a:pt x="1333213" y="42076"/>
                  <a:pt x="1337470" y="40733"/>
                  <a:pt x="1341940" y="40733"/>
                </a:cubicBezTo>
                <a:cubicBezTo>
                  <a:pt x="1349747" y="40733"/>
                  <a:pt x="1356253" y="43784"/>
                  <a:pt x="1361458" y="49887"/>
                </a:cubicBezTo>
                <a:cubicBezTo>
                  <a:pt x="1367850" y="57348"/>
                  <a:pt x="1371047" y="67068"/>
                  <a:pt x="1371047" y="79050"/>
                </a:cubicBezTo>
                <a:cubicBezTo>
                  <a:pt x="1371047" y="92443"/>
                  <a:pt x="1367200" y="103520"/>
                  <a:pt x="1359506" y="112280"/>
                </a:cubicBezTo>
                <a:cubicBezTo>
                  <a:pt x="1353170" y="119458"/>
                  <a:pt x="1345193" y="123047"/>
                  <a:pt x="1335575" y="123047"/>
                </a:cubicBezTo>
                <a:cubicBezTo>
                  <a:pt x="1331389" y="123047"/>
                  <a:pt x="1327768" y="122453"/>
                  <a:pt x="1324713" y="121265"/>
                </a:cubicBezTo>
                <a:cubicBezTo>
                  <a:pt x="1322450" y="120416"/>
                  <a:pt x="1319905" y="118719"/>
                  <a:pt x="1317076" y="116173"/>
                </a:cubicBezTo>
                <a:lnTo>
                  <a:pt x="1317076" y="139849"/>
                </a:lnTo>
                <a:cubicBezTo>
                  <a:pt x="1317076" y="145167"/>
                  <a:pt x="1317401" y="148547"/>
                  <a:pt x="1318052" y="149990"/>
                </a:cubicBezTo>
                <a:cubicBezTo>
                  <a:pt x="1318702" y="151432"/>
                  <a:pt x="1319834" y="152578"/>
                  <a:pt x="1321446" y="153427"/>
                </a:cubicBezTo>
                <a:cubicBezTo>
                  <a:pt x="1323058" y="154275"/>
                  <a:pt x="1325986" y="154699"/>
                  <a:pt x="1330229" y="154699"/>
                </a:cubicBezTo>
                <a:lnTo>
                  <a:pt x="1330229" y="157839"/>
                </a:lnTo>
                <a:lnTo>
                  <a:pt x="1289496" y="157839"/>
                </a:lnTo>
                <a:lnTo>
                  <a:pt x="1289496" y="154699"/>
                </a:lnTo>
                <a:lnTo>
                  <a:pt x="1291618" y="154699"/>
                </a:lnTo>
                <a:cubicBezTo>
                  <a:pt x="1294729" y="154756"/>
                  <a:pt x="1297388" y="154161"/>
                  <a:pt x="1299595" y="152915"/>
                </a:cubicBezTo>
                <a:cubicBezTo>
                  <a:pt x="1300670" y="152292"/>
                  <a:pt x="1301504" y="151287"/>
                  <a:pt x="1302098" y="149900"/>
                </a:cubicBezTo>
                <a:cubicBezTo>
                  <a:pt x="1302692" y="148514"/>
                  <a:pt x="1302989" y="144990"/>
                  <a:pt x="1302989" y="139329"/>
                </a:cubicBezTo>
                <a:lnTo>
                  <a:pt x="1302989" y="65785"/>
                </a:lnTo>
                <a:cubicBezTo>
                  <a:pt x="1302989" y="60746"/>
                  <a:pt x="1302763" y="57548"/>
                  <a:pt x="1302310" y="56190"/>
                </a:cubicBezTo>
                <a:cubicBezTo>
                  <a:pt x="1301858" y="54831"/>
                  <a:pt x="1301136" y="53812"/>
                  <a:pt x="1300146" y="53133"/>
                </a:cubicBezTo>
                <a:cubicBezTo>
                  <a:pt x="1299156" y="52452"/>
                  <a:pt x="1297813" y="52112"/>
                  <a:pt x="1296115" y="52112"/>
                </a:cubicBezTo>
                <a:cubicBezTo>
                  <a:pt x="1294758" y="52112"/>
                  <a:pt x="1293032" y="52508"/>
                  <a:pt x="1290939" y="53300"/>
                </a:cubicBezTo>
                <a:lnTo>
                  <a:pt x="1289921" y="50584"/>
                </a:lnTo>
                <a:moveTo>
                  <a:pt x="1317076" y="64223"/>
                </a:moveTo>
                <a:lnTo>
                  <a:pt x="1317076" y="93208"/>
                </a:lnTo>
                <a:cubicBezTo>
                  <a:pt x="1317076" y="99480"/>
                  <a:pt x="1317330" y="103605"/>
                  <a:pt x="1317840" y="105582"/>
                </a:cubicBezTo>
                <a:cubicBezTo>
                  <a:pt x="1318632" y="108859"/>
                  <a:pt x="1320569" y="111741"/>
                  <a:pt x="1323652" y="114227"/>
                </a:cubicBezTo>
                <a:cubicBezTo>
                  <a:pt x="1326736" y="116712"/>
                  <a:pt x="1330625" y="117955"/>
                  <a:pt x="1335321" y="117955"/>
                </a:cubicBezTo>
                <a:cubicBezTo>
                  <a:pt x="1340978" y="117955"/>
                  <a:pt x="1345560" y="115751"/>
                  <a:pt x="1349068" y="111344"/>
                </a:cubicBezTo>
                <a:cubicBezTo>
                  <a:pt x="1353650" y="105582"/>
                  <a:pt x="1355942" y="97475"/>
                  <a:pt x="1355942" y="87021"/>
                </a:cubicBezTo>
                <a:cubicBezTo>
                  <a:pt x="1355942" y="75157"/>
                  <a:pt x="1353339" y="66032"/>
                  <a:pt x="1348135" y="59648"/>
                </a:cubicBezTo>
                <a:cubicBezTo>
                  <a:pt x="1344514" y="55241"/>
                  <a:pt x="1340214" y="53037"/>
                  <a:pt x="1335236" y="53037"/>
                </a:cubicBezTo>
                <a:cubicBezTo>
                  <a:pt x="1332520" y="53037"/>
                  <a:pt x="1329833" y="53715"/>
                  <a:pt x="1327174" y="55071"/>
                </a:cubicBezTo>
                <a:cubicBezTo>
                  <a:pt x="1325138" y="56088"/>
                  <a:pt x="1321771" y="59138"/>
                  <a:pt x="1317076" y="64223"/>
                </a:cubicBezTo>
                <a:close/>
                <a:moveTo>
                  <a:pt x="1409149" y="0"/>
                </a:moveTo>
                <a:lnTo>
                  <a:pt x="1409149" y="103030"/>
                </a:lnTo>
                <a:cubicBezTo>
                  <a:pt x="1409149" y="107892"/>
                  <a:pt x="1409502" y="111115"/>
                  <a:pt x="1410210" y="112699"/>
                </a:cubicBezTo>
                <a:cubicBezTo>
                  <a:pt x="1410917" y="114281"/>
                  <a:pt x="1412006" y="115483"/>
                  <a:pt x="1413477" y="116303"/>
                </a:cubicBezTo>
                <a:cubicBezTo>
                  <a:pt x="1414948" y="117122"/>
                  <a:pt x="1417691" y="117531"/>
                  <a:pt x="1421708" y="117531"/>
                </a:cubicBezTo>
                <a:lnTo>
                  <a:pt x="1421708" y="120671"/>
                </a:lnTo>
                <a:lnTo>
                  <a:pt x="1383606" y="120671"/>
                </a:lnTo>
                <a:lnTo>
                  <a:pt x="1383606" y="117531"/>
                </a:lnTo>
                <a:cubicBezTo>
                  <a:pt x="1387170" y="117531"/>
                  <a:pt x="1389603" y="117164"/>
                  <a:pt x="1390904" y="116430"/>
                </a:cubicBezTo>
                <a:cubicBezTo>
                  <a:pt x="1392205" y="115695"/>
                  <a:pt x="1393223" y="114479"/>
                  <a:pt x="1393959" y="112784"/>
                </a:cubicBezTo>
                <a:cubicBezTo>
                  <a:pt x="1394694" y="111087"/>
                  <a:pt x="1395062" y="107836"/>
                  <a:pt x="1395062" y="103030"/>
                </a:cubicBezTo>
                <a:lnTo>
                  <a:pt x="1395062" y="32477"/>
                </a:lnTo>
                <a:cubicBezTo>
                  <a:pt x="1395062" y="23716"/>
                  <a:pt x="1394864" y="18331"/>
                  <a:pt x="1394468" y="16325"/>
                </a:cubicBezTo>
                <a:cubicBezTo>
                  <a:pt x="1394072" y="14317"/>
                  <a:pt x="1393436" y="12946"/>
                  <a:pt x="1392559" y="12212"/>
                </a:cubicBezTo>
                <a:cubicBezTo>
                  <a:pt x="1391682" y="11476"/>
                  <a:pt x="1390564" y="11109"/>
                  <a:pt x="1389207" y="11109"/>
                </a:cubicBezTo>
                <a:cubicBezTo>
                  <a:pt x="1387736" y="11109"/>
                  <a:pt x="1385869" y="11561"/>
                  <a:pt x="1383606" y="12466"/>
                </a:cubicBezTo>
                <a:lnTo>
                  <a:pt x="1382163" y="9496"/>
                </a:lnTo>
                <a:lnTo>
                  <a:pt x="1405330" y="0"/>
                </a:lnTo>
                <a:lnTo>
                  <a:pt x="1409149" y="0"/>
                </a:lnTo>
                <a:close/>
                <a:moveTo>
                  <a:pt x="1443801" y="72301"/>
                </a:moveTo>
                <a:cubicBezTo>
                  <a:pt x="1443744" y="83815"/>
                  <a:pt x="1446545" y="92846"/>
                  <a:pt x="1452202" y="99395"/>
                </a:cubicBezTo>
                <a:cubicBezTo>
                  <a:pt x="1457859" y="105941"/>
                  <a:pt x="1464507" y="109215"/>
                  <a:pt x="1472144" y="109215"/>
                </a:cubicBezTo>
                <a:cubicBezTo>
                  <a:pt x="1477235" y="109215"/>
                  <a:pt x="1481662" y="107814"/>
                  <a:pt x="1485424" y="105014"/>
                </a:cubicBezTo>
                <a:cubicBezTo>
                  <a:pt x="1489187" y="102214"/>
                  <a:pt x="1492341" y="97419"/>
                  <a:pt x="1494886" y="90630"/>
                </a:cubicBezTo>
                <a:lnTo>
                  <a:pt x="1497517" y="92327"/>
                </a:lnTo>
                <a:cubicBezTo>
                  <a:pt x="1496329" y="100078"/>
                  <a:pt x="1492878" y="107136"/>
                  <a:pt x="1487164" y="113500"/>
                </a:cubicBezTo>
                <a:cubicBezTo>
                  <a:pt x="1481450" y="119864"/>
                  <a:pt x="1474294" y="123047"/>
                  <a:pt x="1465695" y="123047"/>
                </a:cubicBezTo>
                <a:cubicBezTo>
                  <a:pt x="1456360" y="123047"/>
                  <a:pt x="1448369" y="119420"/>
                  <a:pt x="1441722" y="112166"/>
                </a:cubicBezTo>
                <a:cubicBezTo>
                  <a:pt x="1435074" y="104911"/>
                  <a:pt x="1431751" y="95157"/>
                  <a:pt x="1431751" y="82905"/>
                </a:cubicBezTo>
                <a:cubicBezTo>
                  <a:pt x="1431751" y="69639"/>
                  <a:pt x="1435159" y="59294"/>
                  <a:pt x="1441976" y="51871"/>
                </a:cubicBezTo>
                <a:cubicBezTo>
                  <a:pt x="1448793" y="44445"/>
                  <a:pt x="1457350" y="40733"/>
                  <a:pt x="1467646" y="40733"/>
                </a:cubicBezTo>
                <a:cubicBezTo>
                  <a:pt x="1476359" y="40733"/>
                  <a:pt x="1483515" y="43597"/>
                  <a:pt x="1489116" y="49325"/>
                </a:cubicBezTo>
                <a:cubicBezTo>
                  <a:pt x="1494717" y="55051"/>
                  <a:pt x="1497517" y="62710"/>
                  <a:pt x="1497517" y="72301"/>
                </a:cubicBezTo>
                <a:lnTo>
                  <a:pt x="1443801" y="72301"/>
                </a:lnTo>
                <a:moveTo>
                  <a:pt x="1443801" y="67379"/>
                </a:moveTo>
                <a:lnTo>
                  <a:pt x="1479781" y="67379"/>
                </a:lnTo>
                <a:cubicBezTo>
                  <a:pt x="1479498" y="62400"/>
                  <a:pt x="1478904" y="58893"/>
                  <a:pt x="1477999" y="56856"/>
                </a:cubicBezTo>
                <a:cubicBezTo>
                  <a:pt x="1476585" y="53688"/>
                  <a:pt x="1474478" y="51199"/>
                  <a:pt x="1471677" y="49388"/>
                </a:cubicBezTo>
                <a:cubicBezTo>
                  <a:pt x="1468877" y="47578"/>
                  <a:pt x="1465949" y="46673"/>
                  <a:pt x="1462894" y="46673"/>
                </a:cubicBezTo>
                <a:cubicBezTo>
                  <a:pt x="1458199" y="46673"/>
                  <a:pt x="1453998" y="48497"/>
                  <a:pt x="1450293" y="52146"/>
                </a:cubicBezTo>
                <a:cubicBezTo>
                  <a:pt x="1446587" y="55795"/>
                  <a:pt x="1444423" y="60873"/>
                  <a:pt x="1443801" y="67379"/>
                </a:cubicBezTo>
                <a:close/>
                <a:moveTo>
                  <a:pt x="1558133" y="40733"/>
                </a:moveTo>
                <a:lnTo>
                  <a:pt x="1558133" y="67039"/>
                </a:lnTo>
                <a:lnTo>
                  <a:pt x="1555333" y="67039"/>
                </a:lnTo>
                <a:cubicBezTo>
                  <a:pt x="1553183" y="58788"/>
                  <a:pt x="1550425" y="53176"/>
                  <a:pt x="1547059" y="50203"/>
                </a:cubicBezTo>
                <a:cubicBezTo>
                  <a:pt x="1543693" y="47227"/>
                  <a:pt x="1539408" y="45739"/>
                  <a:pt x="1534203" y="45739"/>
                </a:cubicBezTo>
                <a:cubicBezTo>
                  <a:pt x="1530243" y="45739"/>
                  <a:pt x="1527046" y="46785"/>
                  <a:pt x="1524614" y="48877"/>
                </a:cubicBezTo>
                <a:cubicBezTo>
                  <a:pt x="1522181" y="50966"/>
                  <a:pt x="1520965" y="53283"/>
                  <a:pt x="1520965" y="55827"/>
                </a:cubicBezTo>
                <a:cubicBezTo>
                  <a:pt x="1520965" y="58992"/>
                  <a:pt x="1521870" y="61704"/>
                  <a:pt x="1523680" y="63963"/>
                </a:cubicBezTo>
                <a:cubicBezTo>
                  <a:pt x="1525434" y="66281"/>
                  <a:pt x="1528998" y="68739"/>
                  <a:pt x="1534373" y="71338"/>
                </a:cubicBezTo>
                <a:lnTo>
                  <a:pt x="1546762" y="77358"/>
                </a:lnTo>
                <a:cubicBezTo>
                  <a:pt x="1558247" y="82951"/>
                  <a:pt x="1563989" y="90326"/>
                  <a:pt x="1563989" y="99482"/>
                </a:cubicBezTo>
                <a:cubicBezTo>
                  <a:pt x="1563989" y="106545"/>
                  <a:pt x="1561316" y="112239"/>
                  <a:pt x="1555969" y="116563"/>
                </a:cubicBezTo>
                <a:cubicBezTo>
                  <a:pt x="1550623" y="120885"/>
                  <a:pt x="1544641" y="123047"/>
                  <a:pt x="1538022" y="123047"/>
                </a:cubicBezTo>
                <a:cubicBezTo>
                  <a:pt x="1533269" y="123047"/>
                  <a:pt x="1527838" y="122198"/>
                  <a:pt x="1521729" y="120501"/>
                </a:cubicBezTo>
                <a:cubicBezTo>
                  <a:pt x="1519862" y="119935"/>
                  <a:pt x="1518334" y="119652"/>
                  <a:pt x="1517146" y="119652"/>
                </a:cubicBezTo>
                <a:cubicBezTo>
                  <a:pt x="1515845" y="119652"/>
                  <a:pt x="1514827" y="120388"/>
                  <a:pt x="1514091" y="121859"/>
                </a:cubicBezTo>
                <a:lnTo>
                  <a:pt x="1511291" y="121859"/>
                </a:lnTo>
                <a:lnTo>
                  <a:pt x="1511291" y="94025"/>
                </a:lnTo>
                <a:lnTo>
                  <a:pt x="1514091" y="94025"/>
                </a:lnTo>
                <a:cubicBezTo>
                  <a:pt x="1515675" y="101973"/>
                  <a:pt x="1518702" y="107963"/>
                  <a:pt x="1523171" y="111994"/>
                </a:cubicBezTo>
                <a:cubicBezTo>
                  <a:pt x="1527640" y="116025"/>
                  <a:pt x="1532647" y="118040"/>
                  <a:pt x="1538191" y="118040"/>
                </a:cubicBezTo>
                <a:cubicBezTo>
                  <a:pt x="1542095" y="118040"/>
                  <a:pt x="1545277" y="116896"/>
                  <a:pt x="1547738" y="114608"/>
                </a:cubicBezTo>
                <a:cubicBezTo>
                  <a:pt x="1550199" y="112319"/>
                  <a:pt x="1551429" y="109564"/>
                  <a:pt x="1551429" y="106343"/>
                </a:cubicBezTo>
                <a:cubicBezTo>
                  <a:pt x="1551429" y="102443"/>
                  <a:pt x="1550058" y="99165"/>
                  <a:pt x="1547314" y="96509"/>
                </a:cubicBezTo>
                <a:cubicBezTo>
                  <a:pt x="1544570" y="93854"/>
                  <a:pt x="1539097" y="90492"/>
                  <a:pt x="1530893" y="86424"/>
                </a:cubicBezTo>
                <a:cubicBezTo>
                  <a:pt x="1522690" y="82355"/>
                  <a:pt x="1517316" y="78681"/>
                  <a:pt x="1514770" y="75403"/>
                </a:cubicBezTo>
                <a:cubicBezTo>
                  <a:pt x="1512224" y="72182"/>
                  <a:pt x="1510951" y="68113"/>
                  <a:pt x="1510951" y="63197"/>
                </a:cubicBezTo>
                <a:cubicBezTo>
                  <a:pt x="1510951" y="56811"/>
                  <a:pt x="1513144" y="51471"/>
                  <a:pt x="1517528" y="47177"/>
                </a:cubicBezTo>
                <a:cubicBezTo>
                  <a:pt x="1521912" y="42881"/>
                  <a:pt x="1527584" y="40733"/>
                  <a:pt x="1534542" y="40733"/>
                </a:cubicBezTo>
                <a:cubicBezTo>
                  <a:pt x="1537597" y="40733"/>
                  <a:pt x="1541303" y="41383"/>
                  <a:pt x="1545659" y="42684"/>
                </a:cubicBezTo>
                <a:cubicBezTo>
                  <a:pt x="1548544" y="43533"/>
                  <a:pt x="1550468" y="43957"/>
                  <a:pt x="1551429" y="43957"/>
                </a:cubicBezTo>
                <a:cubicBezTo>
                  <a:pt x="1552335" y="43957"/>
                  <a:pt x="1553042" y="43759"/>
                  <a:pt x="1553551" y="43363"/>
                </a:cubicBezTo>
                <a:cubicBezTo>
                  <a:pt x="1554060" y="42967"/>
                  <a:pt x="1554654" y="42090"/>
                  <a:pt x="1555333" y="40733"/>
                </a:cubicBezTo>
                <a:lnTo>
                  <a:pt x="1558133" y="40733"/>
                </a:lnTo>
                <a:close/>
                <a:moveTo>
                  <a:pt x="1573974" y="3564"/>
                </a:moveTo>
                <a:lnTo>
                  <a:pt x="1573974" y="0"/>
                </a:lnTo>
                <a:cubicBezTo>
                  <a:pt x="1582573" y="4243"/>
                  <a:pt x="1589730" y="9250"/>
                  <a:pt x="1595444" y="15020"/>
                </a:cubicBezTo>
                <a:cubicBezTo>
                  <a:pt x="1603534" y="23280"/>
                  <a:pt x="1609785" y="32968"/>
                  <a:pt x="1614198" y="44085"/>
                </a:cubicBezTo>
                <a:cubicBezTo>
                  <a:pt x="1618611" y="55201"/>
                  <a:pt x="1620817" y="66785"/>
                  <a:pt x="1620817" y="78835"/>
                </a:cubicBezTo>
                <a:cubicBezTo>
                  <a:pt x="1620817" y="96372"/>
                  <a:pt x="1616503" y="112369"/>
                  <a:pt x="1607876" y="126823"/>
                </a:cubicBezTo>
                <a:cubicBezTo>
                  <a:pt x="1599248" y="141277"/>
                  <a:pt x="1587948" y="151616"/>
                  <a:pt x="1573974" y="157839"/>
                </a:cubicBezTo>
                <a:lnTo>
                  <a:pt x="1573974" y="154699"/>
                </a:lnTo>
                <a:cubicBezTo>
                  <a:pt x="1580933" y="150796"/>
                  <a:pt x="1586661" y="145520"/>
                  <a:pt x="1591158" y="138873"/>
                </a:cubicBezTo>
                <a:cubicBezTo>
                  <a:pt x="1595656" y="132226"/>
                  <a:pt x="1598994" y="123768"/>
                  <a:pt x="1601172" y="113500"/>
                </a:cubicBezTo>
                <a:cubicBezTo>
                  <a:pt x="1603350" y="103232"/>
                  <a:pt x="1604439" y="92525"/>
                  <a:pt x="1604439" y="81381"/>
                </a:cubicBezTo>
                <a:cubicBezTo>
                  <a:pt x="1604439" y="69330"/>
                  <a:pt x="1603506" y="58327"/>
                  <a:pt x="1601639" y="48370"/>
                </a:cubicBezTo>
                <a:cubicBezTo>
                  <a:pt x="1600224" y="40563"/>
                  <a:pt x="1598456" y="34312"/>
                  <a:pt x="1596335" y="29616"/>
                </a:cubicBezTo>
                <a:cubicBezTo>
                  <a:pt x="1594213" y="24920"/>
                  <a:pt x="1591399" y="20395"/>
                  <a:pt x="1587891" y="16039"/>
                </a:cubicBezTo>
                <a:cubicBezTo>
                  <a:pt x="1584384" y="11682"/>
                  <a:pt x="1579745" y="7524"/>
                  <a:pt x="1573974" y="3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4BE5F-EC2B-44D4-B61E-F557B664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6533807"/>
            <a:ext cx="1898353" cy="267374"/>
          </a:xfrm>
          <a:custGeom xmlns:a="http://schemas.openxmlformats.org/drawingml/2006/main">
            <a:pathLst>
              <a:path w="1898353" h="267374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17937-535B-4DFE-9F79-8A326B80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6533807"/>
            <a:ext cx="1898353" cy="267374"/>
          </a:xfrm>
          <a:custGeom xmlns:a="http://schemas.openxmlformats.org/drawingml/2006/main">
            <a:pathLst>
              <a:path w="1898353" h="267374" fill="none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42" name="Text 114codes(138samples)">
            <a:extLst xmlns:a="http://schemas.openxmlformats.org/drawingml/2006/main">
              <a:ext uri="{FF2B5EF4-FFF2-40B4-BE49-F238E27FC236}">
                <a16:creationId xmlns:a16="http://schemas.microsoft.com/office/drawing/2014/main" id="{BEADB2D6-35F3-475F-8525-F424847F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84" y="6606982"/>
            <a:ext cx="1689350" cy="157839"/>
          </a:xfrm>
          <a:custGeom xmlns:a="http://schemas.openxmlformats.org/drawingml/2006/main">
            <a:pathLst>
              <a:path w="1689350" h="157839">
                <a:moveTo>
                  <a:pt x="0" y="16887"/>
                </a:moveTo>
                <a:lnTo>
                  <a:pt x="28004" y="3225"/>
                </a:lnTo>
                <a:lnTo>
                  <a:pt x="30804" y="3225"/>
                </a:lnTo>
                <a:lnTo>
                  <a:pt x="30804" y="100389"/>
                </a:lnTo>
                <a:cubicBezTo>
                  <a:pt x="30804" y="106839"/>
                  <a:pt x="31073" y="110855"/>
                  <a:pt x="31610" y="112439"/>
                </a:cubicBezTo>
                <a:cubicBezTo>
                  <a:pt x="32148" y="114023"/>
                  <a:pt x="33265" y="115240"/>
                  <a:pt x="34962" y="116088"/>
                </a:cubicBezTo>
                <a:cubicBezTo>
                  <a:pt x="36659" y="116937"/>
                  <a:pt x="40110" y="117418"/>
                  <a:pt x="45315" y="117531"/>
                </a:cubicBezTo>
                <a:lnTo>
                  <a:pt x="45315" y="120671"/>
                </a:lnTo>
                <a:lnTo>
                  <a:pt x="2037" y="120671"/>
                </a:lnTo>
                <a:lnTo>
                  <a:pt x="2037" y="117531"/>
                </a:lnTo>
                <a:cubicBezTo>
                  <a:pt x="7468" y="117418"/>
                  <a:pt x="10975" y="116951"/>
                  <a:pt x="12559" y="116131"/>
                </a:cubicBezTo>
                <a:cubicBezTo>
                  <a:pt x="14143" y="115310"/>
                  <a:pt x="15246" y="114207"/>
                  <a:pt x="15869" y="112821"/>
                </a:cubicBezTo>
                <a:cubicBezTo>
                  <a:pt x="16491" y="111435"/>
                  <a:pt x="16802" y="107291"/>
                  <a:pt x="16802" y="100389"/>
                </a:cubicBezTo>
                <a:lnTo>
                  <a:pt x="16802" y="38272"/>
                </a:lnTo>
                <a:cubicBezTo>
                  <a:pt x="16802" y="29899"/>
                  <a:pt x="16519" y="24524"/>
                  <a:pt x="15954" y="22148"/>
                </a:cubicBezTo>
                <a:cubicBezTo>
                  <a:pt x="15558" y="20338"/>
                  <a:pt x="14836" y="19009"/>
                  <a:pt x="13790" y="18160"/>
                </a:cubicBezTo>
                <a:cubicBezTo>
                  <a:pt x="12743" y="17311"/>
                  <a:pt x="11484" y="16887"/>
                  <a:pt x="10013" y="16887"/>
                </a:cubicBezTo>
                <a:cubicBezTo>
                  <a:pt x="7920" y="16887"/>
                  <a:pt x="5007" y="17764"/>
                  <a:pt x="1273" y="19518"/>
                </a:cubicBezTo>
                <a:lnTo>
                  <a:pt x="0" y="16887"/>
                </a:lnTo>
                <a:close/>
                <a:moveTo>
                  <a:pt x="80447" y="16887"/>
                </a:moveTo>
                <a:lnTo>
                  <a:pt x="108451" y="3225"/>
                </a:lnTo>
                <a:lnTo>
                  <a:pt x="111251" y="3225"/>
                </a:lnTo>
                <a:lnTo>
                  <a:pt x="111251" y="100389"/>
                </a:lnTo>
                <a:cubicBezTo>
                  <a:pt x="111251" y="106839"/>
                  <a:pt x="111520" y="110855"/>
                  <a:pt x="112057" y="112439"/>
                </a:cubicBezTo>
                <a:cubicBezTo>
                  <a:pt x="112595" y="114023"/>
                  <a:pt x="113712" y="115240"/>
                  <a:pt x="115409" y="116088"/>
                </a:cubicBezTo>
                <a:cubicBezTo>
                  <a:pt x="117107" y="116937"/>
                  <a:pt x="120558" y="117418"/>
                  <a:pt x="125762" y="117531"/>
                </a:cubicBezTo>
                <a:lnTo>
                  <a:pt x="125762" y="120671"/>
                </a:lnTo>
                <a:lnTo>
                  <a:pt x="82484" y="120671"/>
                </a:lnTo>
                <a:lnTo>
                  <a:pt x="82484" y="117531"/>
                </a:lnTo>
                <a:cubicBezTo>
                  <a:pt x="87915" y="117418"/>
                  <a:pt x="91422" y="116951"/>
                  <a:pt x="93006" y="116131"/>
                </a:cubicBezTo>
                <a:cubicBezTo>
                  <a:pt x="94590" y="115310"/>
                  <a:pt x="95694" y="114207"/>
                  <a:pt x="96316" y="112821"/>
                </a:cubicBezTo>
                <a:cubicBezTo>
                  <a:pt x="96938" y="111435"/>
                  <a:pt x="97249" y="107291"/>
                  <a:pt x="97249" y="100389"/>
                </a:cubicBezTo>
                <a:lnTo>
                  <a:pt x="97249" y="38272"/>
                </a:lnTo>
                <a:cubicBezTo>
                  <a:pt x="97249" y="29899"/>
                  <a:pt x="96966" y="24524"/>
                  <a:pt x="96401" y="22148"/>
                </a:cubicBezTo>
                <a:cubicBezTo>
                  <a:pt x="96005" y="20338"/>
                  <a:pt x="95283" y="19009"/>
                  <a:pt x="94237" y="18160"/>
                </a:cubicBezTo>
                <a:cubicBezTo>
                  <a:pt x="93190" y="17311"/>
                  <a:pt x="91931" y="16887"/>
                  <a:pt x="90461" y="16887"/>
                </a:cubicBezTo>
                <a:cubicBezTo>
                  <a:pt x="88367" y="16887"/>
                  <a:pt x="85454" y="17764"/>
                  <a:pt x="81720" y="19518"/>
                </a:cubicBezTo>
                <a:lnTo>
                  <a:pt x="80447" y="16887"/>
                </a:lnTo>
                <a:close/>
                <a:moveTo>
                  <a:pt x="227849" y="78241"/>
                </a:moveTo>
                <a:lnTo>
                  <a:pt x="227849" y="90291"/>
                </a:lnTo>
                <a:lnTo>
                  <a:pt x="212404" y="90291"/>
                </a:lnTo>
                <a:lnTo>
                  <a:pt x="212404" y="120671"/>
                </a:lnTo>
                <a:lnTo>
                  <a:pt x="198402" y="120671"/>
                </a:lnTo>
                <a:lnTo>
                  <a:pt x="198402" y="90291"/>
                </a:lnTo>
                <a:lnTo>
                  <a:pt x="149693" y="90291"/>
                </a:lnTo>
                <a:lnTo>
                  <a:pt x="149693" y="79429"/>
                </a:lnTo>
                <a:lnTo>
                  <a:pt x="203070" y="3225"/>
                </a:lnTo>
                <a:lnTo>
                  <a:pt x="212404" y="3225"/>
                </a:lnTo>
                <a:lnTo>
                  <a:pt x="212404" y="78241"/>
                </a:lnTo>
                <a:lnTo>
                  <a:pt x="227849" y="78241"/>
                </a:lnTo>
                <a:moveTo>
                  <a:pt x="198402" y="78241"/>
                </a:moveTo>
                <a:lnTo>
                  <a:pt x="198402" y="21130"/>
                </a:lnTo>
                <a:lnTo>
                  <a:pt x="158009" y="78241"/>
                </a:lnTo>
                <a:lnTo>
                  <a:pt x="198402" y="78241"/>
                </a:lnTo>
                <a:close/>
                <a:moveTo>
                  <a:pt x="348774" y="91139"/>
                </a:moveTo>
                <a:cubicBezTo>
                  <a:pt x="346681" y="101379"/>
                  <a:pt x="342579" y="109257"/>
                  <a:pt x="336469" y="114773"/>
                </a:cubicBezTo>
                <a:cubicBezTo>
                  <a:pt x="330359" y="120289"/>
                  <a:pt x="323599" y="123047"/>
                  <a:pt x="316188" y="123047"/>
                </a:cubicBezTo>
                <a:cubicBezTo>
                  <a:pt x="307362" y="123047"/>
                  <a:pt x="299668" y="119346"/>
                  <a:pt x="293106" y="111943"/>
                </a:cubicBezTo>
                <a:cubicBezTo>
                  <a:pt x="286543" y="104539"/>
                  <a:pt x="283262" y="94536"/>
                  <a:pt x="283262" y="81932"/>
                </a:cubicBezTo>
                <a:cubicBezTo>
                  <a:pt x="283262" y="69725"/>
                  <a:pt x="286897" y="59807"/>
                  <a:pt x="294167" y="52178"/>
                </a:cubicBezTo>
                <a:cubicBezTo>
                  <a:pt x="301436" y="44548"/>
                  <a:pt x="310163" y="40733"/>
                  <a:pt x="320346" y="40733"/>
                </a:cubicBezTo>
                <a:cubicBezTo>
                  <a:pt x="327983" y="40733"/>
                  <a:pt x="334263" y="42749"/>
                  <a:pt x="339185" y="46782"/>
                </a:cubicBezTo>
                <a:cubicBezTo>
                  <a:pt x="344107" y="50812"/>
                  <a:pt x="346567" y="54999"/>
                  <a:pt x="346567" y="59341"/>
                </a:cubicBezTo>
                <a:cubicBezTo>
                  <a:pt x="346567" y="61484"/>
                  <a:pt x="345874" y="63218"/>
                  <a:pt x="344488" y="64544"/>
                </a:cubicBezTo>
                <a:cubicBezTo>
                  <a:pt x="343102" y="65868"/>
                  <a:pt x="341165" y="66530"/>
                  <a:pt x="338676" y="66530"/>
                </a:cubicBezTo>
                <a:cubicBezTo>
                  <a:pt x="335338" y="66530"/>
                  <a:pt x="332820" y="65455"/>
                  <a:pt x="331123" y="63305"/>
                </a:cubicBezTo>
                <a:cubicBezTo>
                  <a:pt x="330161" y="62117"/>
                  <a:pt x="329525" y="59854"/>
                  <a:pt x="329214" y="56517"/>
                </a:cubicBezTo>
                <a:cubicBezTo>
                  <a:pt x="328902" y="53179"/>
                  <a:pt x="327757" y="50633"/>
                  <a:pt x="325777" y="48879"/>
                </a:cubicBezTo>
                <a:cubicBezTo>
                  <a:pt x="323797" y="47182"/>
                  <a:pt x="321053" y="46333"/>
                  <a:pt x="317545" y="46333"/>
                </a:cubicBezTo>
                <a:cubicBezTo>
                  <a:pt x="311888" y="46333"/>
                  <a:pt x="307334" y="48427"/>
                  <a:pt x="303883" y="52613"/>
                </a:cubicBezTo>
                <a:cubicBezTo>
                  <a:pt x="299301" y="58157"/>
                  <a:pt x="297009" y="65483"/>
                  <a:pt x="297009" y="74592"/>
                </a:cubicBezTo>
                <a:cubicBezTo>
                  <a:pt x="297009" y="83870"/>
                  <a:pt x="299286" y="92059"/>
                  <a:pt x="303841" y="99159"/>
                </a:cubicBezTo>
                <a:cubicBezTo>
                  <a:pt x="308395" y="106259"/>
                  <a:pt x="314547" y="109809"/>
                  <a:pt x="322298" y="109809"/>
                </a:cubicBezTo>
                <a:cubicBezTo>
                  <a:pt x="327842" y="109809"/>
                  <a:pt x="332820" y="107913"/>
                  <a:pt x="337233" y="104123"/>
                </a:cubicBezTo>
                <a:cubicBezTo>
                  <a:pt x="340344" y="101521"/>
                  <a:pt x="343371" y="96797"/>
                  <a:pt x="346313" y="89951"/>
                </a:cubicBezTo>
                <a:lnTo>
                  <a:pt x="348774" y="91139"/>
                </a:lnTo>
                <a:close/>
                <a:moveTo>
                  <a:pt x="397934" y="40733"/>
                </a:moveTo>
                <a:cubicBezTo>
                  <a:pt x="409701" y="40733"/>
                  <a:pt x="419149" y="45198"/>
                  <a:pt x="426277" y="54127"/>
                </a:cubicBezTo>
                <a:cubicBezTo>
                  <a:pt x="432331" y="61756"/>
                  <a:pt x="435357" y="70516"/>
                  <a:pt x="435357" y="80407"/>
                </a:cubicBezTo>
                <a:cubicBezTo>
                  <a:pt x="435357" y="87359"/>
                  <a:pt x="433688" y="94395"/>
                  <a:pt x="430351" y="101516"/>
                </a:cubicBezTo>
                <a:cubicBezTo>
                  <a:pt x="427013" y="108636"/>
                  <a:pt x="422416" y="114004"/>
                  <a:pt x="416561" y="117621"/>
                </a:cubicBezTo>
                <a:cubicBezTo>
                  <a:pt x="410706" y="121238"/>
                  <a:pt x="404185" y="123047"/>
                  <a:pt x="397001" y="123047"/>
                </a:cubicBezTo>
                <a:cubicBezTo>
                  <a:pt x="385290" y="123047"/>
                  <a:pt x="375984" y="118384"/>
                  <a:pt x="369082" y="109058"/>
                </a:cubicBezTo>
                <a:cubicBezTo>
                  <a:pt x="363255" y="101203"/>
                  <a:pt x="360341" y="92388"/>
                  <a:pt x="360341" y="82611"/>
                </a:cubicBezTo>
                <a:cubicBezTo>
                  <a:pt x="360341" y="75490"/>
                  <a:pt x="362109" y="68411"/>
                  <a:pt x="365645" y="61375"/>
                </a:cubicBezTo>
                <a:cubicBezTo>
                  <a:pt x="369181" y="54339"/>
                  <a:pt x="373834" y="49139"/>
                  <a:pt x="379604" y="45777"/>
                </a:cubicBezTo>
                <a:cubicBezTo>
                  <a:pt x="385375" y="42414"/>
                  <a:pt x="391485" y="40733"/>
                  <a:pt x="397934" y="40733"/>
                </a:cubicBezTo>
                <a:moveTo>
                  <a:pt x="395303" y="46333"/>
                </a:moveTo>
                <a:cubicBezTo>
                  <a:pt x="392305" y="46333"/>
                  <a:pt x="389293" y="47224"/>
                  <a:pt x="386266" y="49004"/>
                </a:cubicBezTo>
                <a:cubicBezTo>
                  <a:pt x="383239" y="50784"/>
                  <a:pt x="380792" y="53906"/>
                  <a:pt x="378926" y="58370"/>
                </a:cubicBezTo>
                <a:cubicBezTo>
                  <a:pt x="377059" y="62834"/>
                  <a:pt x="376125" y="68569"/>
                  <a:pt x="376125" y="75576"/>
                </a:cubicBezTo>
                <a:cubicBezTo>
                  <a:pt x="376125" y="86876"/>
                  <a:pt x="378374" y="96624"/>
                  <a:pt x="382872" y="104818"/>
                </a:cubicBezTo>
                <a:cubicBezTo>
                  <a:pt x="387369" y="113010"/>
                  <a:pt x="393295" y="117107"/>
                  <a:pt x="400650" y="117107"/>
                </a:cubicBezTo>
                <a:cubicBezTo>
                  <a:pt x="406137" y="117107"/>
                  <a:pt x="410663" y="114846"/>
                  <a:pt x="414227" y="110326"/>
                </a:cubicBezTo>
                <a:cubicBezTo>
                  <a:pt x="417791" y="105805"/>
                  <a:pt x="419573" y="98036"/>
                  <a:pt x="419573" y="87018"/>
                </a:cubicBezTo>
                <a:cubicBezTo>
                  <a:pt x="419573" y="73230"/>
                  <a:pt x="416603" y="62381"/>
                  <a:pt x="410663" y="54469"/>
                </a:cubicBezTo>
                <a:cubicBezTo>
                  <a:pt x="406646" y="49045"/>
                  <a:pt x="401527" y="46333"/>
                  <a:pt x="395303" y="46333"/>
                </a:cubicBezTo>
                <a:close/>
                <a:moveTo>
                  <a:pt x="501718" y="111930"/>
                </a:moveTo>
                <a:cubicBezTo>
                  <a:pt x="497927" y="115890"/>
                  <a:pt x="494222" y="118733"/>
                  <a:pt x="490601" y="120459"/>
                </a:cubicBezTo>
                <a:cubicBezTo>
                  <a:pt x="486980" y="122184"/>
                  <a:pt x="483077" y="123047"/>
                  <a:pt x="478890" y="123047"/>
                </a:cubicBezTo>
                <a:cubicBezTo>
                  <a:pt x="470404" y="123047"/>
                  <a:pt x="462993" y="119505"/>
                  <a:pt x="456657" y="112421"/>
                </a:cubicBezTo>
                <a:cubicBezTo>
                  <a:pt x="450321" y="105335"/>
                  <a:pt x="447153" y="96230"/>
                  <a:pt x="447153" y="85106"/>
                </a:cubicBezTo>
                <a:cubicBezTo>
                  <a:pt x="447153" y="73984"/>
                  <a:pt x="450660" y="63808"/>
                  <a:pt x="457675" y="54578"/>
                </a:cubicBezTo>
                <a:cubicBezTo>
                  <a:pt x="464690" y="45348"/>
                  <a:pt x="473714" y="40733"/>
                  <a:pt x="484746" y="40733"/>
                </a:cubicBezTo>
                <a:cubicBezTo>
                  <a:pt x="491591" y="40733"/>
                  <a:pt x="497248" y="42911"/>
                  <a:pt x="501718" y="47267"/>
                </a:cubicBezTo>
                <a:lnTo>
                  <a:pt x="501718" y="32894"/>
                </a:lnTo>
                <a:cubicBezTo>
                  <a:pt x="501718" y="23975"/>
                  <a:pt x="501505" y="18492"/>
                  <a:pt x="501081" y="16447"/>
                </a:cubicBezTo>
                <a:cubicBezTo>
                  <a:pt x="500657" y="14401"/>
                  <a:pt x="499992" y="13010"/>
                  <a:pt x="499087" y="12273"/>
                </a:cubicBezTo>
                <a:cubicBezTo>
                  <a:pt x="498182" y="11534"/>
                  <a:pt x="497050" y="11164"/>
                  <a:pt x="495693" y="11164"/>
                </a:cubicBezTo>
                <a:cubicBezTo>
                  <a:pt x="494222" y="11164"/>
                  <a:pt x="492270" y="11619"/>
                  <a:pt x="489837" y="12527"/>
                </a:cubicBezTo>
                <a:lnTo>
                  <a:pt x="488734" y="9544"/>
                </a:lnTo>
                <a:lnTo>
                  <a:pt x="511901" y="0"/>
                </a:lnTo>
                <a:lnTo>
                  <a:pt x="515720" y="0"/>
                </a:lnTo>
                <a:lnTo>
                  <a:pt x="515720" y="89867"/>
                </a:lnTo>
                <a:cubicBezTo>
                  <a:pt x="515720" y="98975"/>
                  <a:pt x="515932" y="104533"/>
                  <a:pt x="516356" y="106541"/>
                </a:cubicBezTo>
                <a:cubicBezTo>
                  <a:pt x="516780" y="108550"/>
                  <a:pt x="517459" y="109950"/>
                  <a:pt x="518393" y="110742"/>
                </a:cubicBezTo>
                <a:cubicBezTo>
                  <a:pt x="519326" y="111534"/>
                  <a:pt x="520415" y="111930"/>
                  <a:pt x="521660" y="111930"/>
                </a:cubicBezTo>
                <a:cubicBezTo>
                  <a:pt x="523187" y="111930"/>
                  <a:pt x="525224" y="111449"/>
                  <a:pt x="527770" y="110487"/>
                </a:cubicBezTo>
                <a:lnTo>
                  <a:pt x="528703" y="113458"/>
                </a:lnTo>
                <a:lnTo>
                  <a:pt x="505621" y="123047"/>
                </a:lnTo>
                <a:lnTo>
                  <a:pt x="501718" y="123047"/>
                </a:lnTo>
                <a:lnTo>
                  <a:pt x="501718" y="111930"/>
                </a:lnTo>
                <a:moveTo>
                  <a:pt x="501718" y="106008"/>
                </a:moveTo>
                <a:lnTo>
                  <a:pt x="501718" y="66055"/>
                </a:lnTo>
                <a:cubicBezTo>
                  <a:pt x="501378" y="62217"/>
                  <a:pt x="500360" y="58719"/>
                  <a:pt x="498663" y="55559"/>
                </a:cubicBezTo>
                <a:cubicBezTo>
                  <a:pt x="496965" y="52398"/>
                  <a:pt x="494717" y="50014"/>
                  <a:pt x="491916" y="48407"/>
                </a:cubicBezTo>
                <a:cubicBezTo>
                  <a:pt x="489116" y="46798"/>
                  <a:pt x="486386" y="45994"/>
                  <a:pt x="483727" y="45994"/>
                </a:cubicBezTo>
                <a:cubicBezTo>
                  <a:pt x="478749" y="45994"/>
                  <a:pt x="474308" y="48223"/>
                  <a:pt x="470404" y="52682"/>
                </a:cubicBezTo>
                <a:cubicBezTo>
                  <a:pt x="465256" y="58550"/>
                  <a:pt x="462682" y="67127"/>
                  <a:pt x="462682" y="78413"/>
                </a:cubicBezTo>
                <a:cubicBezTo>
                  <a:pt x="462682" y="89813"/>
                  <a:pt x="465171" y="98546"/>
                  <a:pt x="470150" y="104614"/>
                </a:cubicBezTo>
                <a:cubicBezTo>
                  <a:pt x="475128" y="110679"/>
                  <a:pt x="480672" y="113712"/>
                  <a:pt x="486782" y="113712"/>
                </a:cubicBezTo>
                <a:cubicBezTo>
                  <a:pt x="491930" y="113712"/>
                  <a:pt x="496909" y="111144"/>
                  <a:pt x="501718" y="106008"/>
                </a:cubicBezTo>
                <a:close/>
                <a:moveTo>
                  <a:pt x="546778" y="72301"/>
                </a:moveTo>
                <a:cubicBezTo>
                  <a:pt x="546722" y="83815"/>
                  <a:pt x="549522" y="92846"/>
                  <a:pt x="555179" y="99395"/>
                </a:cubicBezTo>
                <a:cubicBezTo>
                  <a:pt x="560837" y="105941"/>
                  <a:pt x="567484" y="109215"/>
                  <a:pt x="575121" y="109215"/>
                </a:cubicBezTo>
                <a:cubicBezTo>
                  <a:pt x="580213" y="109215"/>
                  <a:pt x="584640" y="107814"/>
                  <a:pt x="588402" y="105014"/>
                </a:cubicBezTo>
                <a:cubicBezTo>
                  <a:pt x="592164" y="102214"/>
                  <a:pt x="595318" y="97419"/>
                  <a:pt x="597864" y="90630"/>
                </a:cubicBezTo>
                <a:lnTo>
                  <a:pt x="600495" y="92327"/>
                </a:lnTo>
                <a:cubicBezTo>
                  <a:pt x="599306" y="100078"/>
                  <a:pt x="595855" y="107136"/>
                  <a:pt x="590142" y="113500"/>
                </a:cubicBezTo>
                <a:cubicBezTo>
                  <a:pt x="584428" y="119864"/>
                  <a:pt x="577271" y="123047"/>
                  <a:pt x="568672" y="123047"/>
                </a:cubicBezTo>
                <a:cubicBezTo>
                  <a:pt x="559337" y="123047"/>
                  <a:pt x="551347" y="119420"/>
                  <a:pt x="544699" y="112166"/>
                </a:cubicBezTo>
                <a:cubicBezTo>
                  <a:pt x="538052" y="104911"/>
                  <a:pt x="534728" y="95157"/>
                  <a:pt x="534728" y="82905"/>
                </a:cubicBezTo>
                <a:cubicBezTo>
                  <a:pt x="534728" y="69639"/>
                  <a:pt x="538137" y="59294"/>
                  <a:pt x="544954" y="51871"/>
                </a:cubicBezTo>
                <a:cubicBezTo>
                  <a:pt x="551771" y="44445"/>
                  <a:pt x="560328" y="40733"/>
                  <a:pt x="570624" y="40733"/>
                </a:cubicBezTo>
                <a:cubicBezTo>
                  <a:pt x="579336" y="40733"/>
                  <a:pt x="586493" y="43597"/>
                  <a:pt x="592093" y="49325"/>
                </a:cubicBezTo>
                <a:cubicBezTo>
                  <a:pt x="597694" y="55051"/>
                  <a:pt x="600495" y="62710"/>
                  <a:pt x="600495" y="72301"/>
                </a:cubicBezTo>
                <a:lnTo>
                  <a:pt x="546778" y="72301"/>
                </a:lnTo>
                <a:moveTo>
                  <a:pt x="546778" y="67379"/>
                </a:moveTo>
                <a:lnTo>
                  <a:pt x="582759" y="67379"/>
                </a:lnTo>
                <a:cubicBezTo>
                  <a:pt x="582476" y="62400"/>
                  <a:pt x="581882" y="58893"/>
                  <a:pt x="580977" y="56856"/>
                </a:cubicBezTo>
                <a:cubicBezTo>
                  <a:pt x="579562" y="53688"/>
                  <a:pt x="577455" y="51199"/>
                  <a:pt x="574655" y="49388"/>
                </a:cubicBezTo>
                <a:cubicBezTo>
                  <a:pt x="571854" y="47578"/>
                  <a:pt x="568927" y="46673"/>
                  <a:pt x="565872" y="46673"/>
                </a:cubicBezTo>
                <a:cubicBezTo>
                  <a:pt x="561176" y="46673"/>
                  <a:pt x="556976" y="48497"/>
                  <a:pt x="553270" y="52146"/>
                </a:cubicBezTo>
                <a:cubicBezTo>
                  <a:pt x="549564" y="55795"/>
                  <a:pt x="547401" y="60873"/>
                  <a:pt x="546778" y="67379"/>
                </a:cubicBezTo>
                <a:close/>
                <a:moveTo>
                  <a:pt x="661111" y="40733"/>
                </a:moveTo>
                <a:lnTo>
                  <a:pt x="661111" y="67039"/>
                </a:lnTo>
                <a:lnTo>
                  <a:pt x="658310" y="67039"/>
                </a:lnTo>
                <a:cubicBezTo>
                  <a:pt x="656161" y="58788"/>
                  <a:pt x="653403" y="53176"/>
                  <a:pt x="650037" y="50203"/>
                </a:cubicBezTo>
                <a:cubicBezTo>
                  <a:pt x="646671" y="47227"/>
                  <a:pt x="642385" y="45739"/>
                  <a:pt x="637180" y="45739"/>
                </a:cubicBezTo>
                <a:cubicBezTo>
                  <a:pt x="633220" y="45739"/>
                  <a:pt x="630024" y="46785"/>
                  <a:pt x="627591" y="48877"/>
                </a:cubicBezTo>
                <a:cubicBezTo>
                  <a:pt x="625159" y="50966"/>
                  <a:pt x="623942" y="53283"/>
                  <a:pt x="623942" y="55827"/>
                </a:cubicBezTo>
                <a:cubicBezTo>
                  <a:pt x="623942" y="58992"/>
                  <a:pt x="624847" y="61704"/>
                  <a:pt x="626658" y="63963"/>
                </a:cubicBezTo>
                <a:cubicBezTo>
                  <a:pt x="628412" y="66281"/>
                  <a:pt x="631976" y="68739"/>
                  <a:pt x="637350" y="71338"/>
                </a:cubicBezTo>
                <a:lnTo>
                  <a:pt x="649740" y="77358"/>
                </a:lnTo>
                <a:cubicBezTo>
                  <a:pt x="661224" y="82951"/>
                  <a:pt x="666966" y="90326"/>
                  <a:pt x="666966" y="99482"/>
                </a:cubicBezTo>
                <a:cubicBezTo>
                  <a:pt x="666966" y="106545"/>
                  <a:pt x="664293" y="112239"/>
                  <a:pt x="658947" y="116563"/>
                </a:cubicBezTo>
                <a:cubicBezTo>
                  <a:pt x="653601" y="120885"/>
                  <a:pt x="647618" y="123047"/>
                  <a:pt x="640999" y="123047"/>
                </a:cubicBezTo>
                <a:cubicBezTo>
                  <a:pt x="636247" y="123047"/>
                  <a:pt x="630816" y="122198"/>
                  <a:pt x="624706" y="120501"/>
                </a:cubicBezTo>
                <a:cubicBezTo>
                  <a:pt x="622839" y="119935"/>
                  <a:pt x="621312" y="119652"/>
                  <a:pt x="620124" y="119652"/>
                </a:cubicBezTo>
                <a:cubicBezTo>
                  <a:pt x="618822" y="119652"/>
                  <a:pt x="617804" y="120388"/>
                  <a:pt x="617069" y="121859"/>
                </a:cubicBezTo>
                <a:lnTo>
                  <a:pt x="614268" y="121859"/>
                </a:lnTo>
                <a:lnTo>
                  <a:pt x="614268" y="94025"/>
                </a:lnTo>
                <a:lnTo>
                  <a:pt x="617069" y="94025"/>
                </a:lnTo>
                <a:cubicBezTo>
                  <a:pt x="618653" y="101973"/>
                  <a:pt x="621679" y="107963"/>
                  <a:pt x="626149" y="111994"/>
                </a:cubicBezTo>
                <a:cubicBezTo>
                  <a:pt x="630618" y="116025"/>
                  <a:pt x="635625" y="118040"/>
                  <a:pt x="641169" y="118040"/>
                </a:cubicBezTo>
                <a:cubicBezTo>
                  <a:pt x="645072" y="118040"/>
                  <a:pt x="648255" y="116896"/>
                  <a:pt x="650716" y="114608"/>
                </a:cubicBezTo>
                <a:cubicBezTo>
                  <a:pt x="653176" y="112319"/>
                  <a:pt x="654407" y="109564"/>
                  <a:pt x="654407" y="106343"/>
                </a:cubicBezTo>
                <a:cubicBezTo>
                  <a:pt x="654407" y="102443"/>
                  <a:pt x="653035" y="99165"/>
                  <a:pt x="650291" y="96509"/>
                </a:cubicBezTo>
                <a:cubicBezTo>
                  <a:pt x="647547" y="93854"/>
                  <a:pt x="642074" y="90492"/>
                  <a:pt x="633871" y="86424"/>
                </a:cubicBezTo>
                <a:cubicBezTo>
                  <a:pt x="625668" y="82355"/>
                  <a:pt x="620293" y="78681"/>
                  <a:pt x="617747" y="75403"/>
                </a:cubicBezTo>
                <a:cubicBezTo>
                  <a:pt x="615202" y="72182"/>
                  <a:pt x="613929" y="68113"/>
                  <a:pt x="613929" y="63197"/>
                </a:cubicBezTo>
                <a:cubicBezTo>
                  <a:pt x="613929" y="56811"/>
                  <a:pt x="616121" y="51471"/>
                  <a:pt x="620505" y="47177"/>
                </a:cubicBezTo>
                <a:cubicBezTo>
                  <a:pt x="624890" y="42881"/>
                  <a:pt x="630561" y="40733"/>
                  <a:pt x="637520" y="40733"/>
                </a:cubicBezTo>
                <a:cubicBezTo>
                  <a:pt x="640575" y="40733"/>
                  <a:pt x="644280" y="41383"/>
                  <a:pt x="648636" y="42684"/>
                </a:cubicBezTo>
                <a:cubicBezTo>
                  <a:pt x="651522" y="43533"/>
                  <a:pt x="653445" y="43957"/>
                  <a:pt x="654407" y="43957"/>
                </a:cubicBezTo>
                <a:cubicBezTo>
                  <a:pt x="655312" y="43957"/>
                  <a:pt x="656019" y="43759"/>
                  <a:pt x="656528" y="43363"/>
                </a:cubicBezTo>
                <a:cubicBezTo>
                  <a:pt x="657038" y="42967"/>
                  <a:pt x="657632" y="42090"/>
                  <a:pt x="658310" y="40733"/>
                </a:cubicBezTo>
                <a:lnTo>
                  <a:pt x="661111" y="40733"/>
                </a:lnTo>
                <a:close/>
                <a:moveTo>
                  <a:pt x="770467" y="154699"/>
                </a:moveTo>
                <a:lnTo>
                  <a:pt x="770467" y="157839"/>
                </a:lnTo>
                <a:cubicBezTo>
                  <a:pt x="761925" y="153540"/>
                  <a:pt x="754797" y="148505"/>
                  <a:pt x="749083" y="142734"/>
                </a:cubicBezTo>
                <a:cubicBezTo>
                  <a:pt x="740936" y="134531"/>
                  <a:pt x="734656" y="124857"/>
                  <a:pt x="730244" y="113712"/>
                </a:cubicBezTo>
                <a:cubicBezTo>
                  <a:pt x="725831" y="102567"/>
                  <a:pt x="723625" y="90998"/>
                  <a:pt x="723625" y="79004"/>
                </a:cubicBezTo>
                <a:cubicBezTo>
                  <a:pt x="723625" y="61467"/>
                  <a:pt x="727953" y="45471"/>
                  <a:pt x="736608" y="31016"/>
                </a:cubicBezTo>
                <a:cubicBezTo>
                  <a:pt x="745264" y="16562"/>
                  <a:pt x="756550" y="6223"/>
                  <a:pt x="770467" y="0"/>
                </a:cubicBezTo>
                <a:lnTo>
                  <a:pt x="770467" y="3564"/>
                </a:lnTo>
                <a:cubicBezTo>
                  <a:pt x="763509" y="7411"/>
                  <a:pt x="757795" y="12672"/>
                  <a:pt x="753326" y="19348"/>
                </a:cubicBezTo>
                <a:cubicBezTo>
                  <a:pt x="748856" y="26024"/>
                  <a:pt x="745519" y="34481"/>
                  <a:pt x="743312" y="44721"/>
                </a:cubicBezTo>
                <a:cubicBezTo>
                  <a:pt x="741106" y="54961"/>
                  <a:pt x="740003" y="65653"/>
                  <a:pt x="740003" y="76798"/>
                </a:cubicBezTo>
                <a:cubicBezTo>
                  <a:pt x="740003" y="88905"/>
                  <a:pt x="740936" y="99908"/>
                  <a:pt x="742803" y="109809"/>
                </a:cubicBezTo>
                <a:cubicBezTo>
                  <a:pt x="744274" y="117616"/>
                  <a:pt x="746056" y="123881"/>
                  <a:pt x="748149" y="128605"/>
                </a:cubicBezTo>
                <a:cubicBezTo>
                  <a:pt x="750242" y="133329"/>
                  <a:pt x="753057" y="137869"/>
                  <a:pt x="756593" y="142225"/>
                </a:cubicBezTo>
                <a:cubicBezTo>
                  <a:pt x="760129" y="146581"/>
                  <a:pt x="764753" y="150739"/>
                  <a:pt x="770467" y="154699"/>
                </a:cubicBezTo>
                <a:close/>
                <a:moveTo>
                  <a:pt x="794736" y="16887"/>
                </a:moveTo>
                <a:lnTo>
                  <a:pt x="822740" y="3225"/>
                </a:lnTo>
                <a:lnTo>
                  <a:pt x="825540" y="3225"/>
                </a:lnTo>
                <a:lnTo>
                  <a:pt x="825540" y="100389"/>
                </a:lnTo>
                <a:cubicBezTo>
                  <a:pt x="825540" y="106839"/>
                  <a:pt x="825809" y="110855"/>
                  <a:pt x="826346" y="112439"/>
                </a:cubicBezTo>
                <a:cubicBezTo>
                  <a:pt x="826884" y="114023"/>
                  <a:pt x="828001" y="115240"/>
                  <a:pt x="829698" y="116088"/>
                </a:cubicBezTo>
                <a:cubicBezTo>
                  <a:pt x="831395" y="116937"/>
                  <a:pt x="834846" y="117418"/>
                  <a:pt x="840051" y="117531"/>
                </a:cubicBezTo>
                <a:lnTo>
                  <a:pt x="840051" y="120671"/>
                </a:lnTo>
                <a:lnTo>
                  <a:pt x="796773" y="120671"/>
                </a:lnTo>
                <a:lnTo>
                  <a:pt x="796773" y="117531"/>
                </a:lnTo>
                <a:cubicBezTo>
                  <a:pt x="802204" y="117418"/>
                  <a:pt x="805711" y="116951"/>
                  <a:pt x="807295" y="116131"/>
                </a:cubicBezTo>
                <a:cubicBezTo>
                  <a:pt x="808879" y="115310"/>
                  <a:pt x="809982" y="114207"/>
                  <a:pt x="810605" y="112821"/>
                </a:cubicBezTo>
                <a:cubicBezTo>
                  <a:pt x="811227" y="111435"/>
                  <a:pt x="811538" y="107291"/>
                  <a:pt x="811538" y="100389"/>
                </a:cubicBezTo>
                <a:lnTo>
                  <a:pt x="811538" y="38272"/>
                </a:lnTo>
                <a:cubicBezTo>
                  <a:pt x="811538" y="29899"/>
                  <a:pt x="811255" y="24524"/>
                  <a:pt x="810690" y="22148"/>
                </a:cubicBezTo>
                <a:cubicBezTo>
                  <a:pt x="810294" y="20338"/>
                  <a:pt x="809572" y="19009"/>
                  <a:pt x="808526" y="18160"/>
                </a:cubicBezTo>
                <a:cubicBezTo>
                  <a:pt x="807479" y="17311"/>
                  <a:pt x="806220" y="16887"/>
                  <a:pt x="804749" y="16887"/>
                </a:cubicBezTo>
                <a:cubicBezTo>
                  <a:pt x="802656" y="16887"/>
                  <a:pt x="799743" y="17764"/>
                  <a:pt x="796009" y="19518"/>
                </a:cubicBezTo>
                <a:lnTo>
                  <a:pt x="794736" y="16887"/>
                </a:lnTo>
                <a:close/>
                <a:moveTo>
                  <a:pt x="870091" y="27410"/>
                </a:moveTo>
                <a:cubicBezTo>
                  <a:pt x="873373" y="19659"/>
                  <a:pt x="877517" y="13691"/>
                  <a:pt x="882523" y="9504"/>
                </a:cubicBezTo>
                <a:cubicBezTo>
                  <a:pt x="887530" y="5318"/>
                  <a:pt x="893767" y="3225"/>
                  <a:pt x="901235" y="3225"/>
                </a:cubicBezTo>
                <a:cubicBezTo>
                  <a:pt x="910456" y="3225"/>
                  <a:pt x="917528" y="6219"/>
                  <a:pt x="922450" y="12207"/>
                </a:cubicBezTo>
                <a:cubicBezTo>
                  <a:pt x="926184" y="16671"/>
                  <a:pt x="928051" y="21445"/>
                  <a:pt x="928051" y="26529"/>
                </a:cubicBezTo>
                <a:cubicBezTo>
                  <a:pt x="928051" y="34890"/>
                  <a:pt x="922789" y="43533"/>
                  <a:pt x="912267" y="52459"/>
                </a:cubicBezTo>
                <a:cubicBezTo>
                  <a:pt x="919338" y="55235"/>
                  <a:pt x="924685" y="59199"/>
                  <a:pt x="928305" y="64353"/>
                </a:cubicBezTo>
                <a:cubicBezTo>
                  <a:pt x="931926" y="69505"/>
                  <a:pt x="933736" y="75563"/>
                  <a:pt x="933736" y="82529"/>
                </a:cubicBezTo>
                <a:cubicBezTo>
                  <a:pt x="933736" y="92496"/>
                  <a:pt x="930568" y="101133"/>
                  <a:pt x="924232" y="108438"/>
                </a:cubicBezTo>
                <a:cubicBezTo>
                  <a:pt x="915972" y="117951"/>
                  <a:pt x="904007" y="122707"/>
                  <a:pt x="888336" y="122707"/>
                </a:cubicBezTo>
                <a:cubicBezTo>
                  <a:pt x="880586" y="122707"/>
                  <a:pt x="875310" y="121746"/>
                  <a:pt x="872510" y="119822"/>
                </a:cubicBezTo>
                <a:cubicBezTo>
                  <a:pt x="869710" y="117899"/>
                  <a:pt x="868309" y="115834"/>
                  <a:pt x="868309" y="113627"/>
                </a:cubicBezTo>
                <a:cubicBezTo>
                  <a:pt x="868309" y="111987"/>
                  <a:pt x="868974" y="110544"/>
                  <a:pt x="870304" y="109299"/>
                </a:cubicBezTo>
                <a:cubicBezTo>
                  <a:pt x="871633" y="108055"/>
                  <a:pt x="873231" y="107433"/>
                  <a:pt x="875098" y="107433"/>
                </a:cubicBezTo>
                <a:cubicBezTo>
                  <a:pt x="876513" y="107433"/>
                  <a:pt x="877955" y="107659"/>
                  <a:pt x="879426" y="108111"/>
                </a:cubicBezTo>
                <a:cubicBezTo>
                  <a:pt x="880388" y="108394"/>
                  <a:pt x="882566" y="109427"/>
                  <a:pt x="885960" y="111209"/>
                </a:cubicBezTo>
                <a:cubicBezTo>
                  <a:pt x="889355" y="112991"/>
                  <a:pt x="891702" y="114052"/>
                  <a:pt x="893004" y="114391"/>
                </a:cubicBezTo>
                <a:cubicBezTo>
                  <a:pt x="895097" y="115013"/>
                  <a:pt x="897331" y="115324"/>
                  <a:pt x="899708" y="115324"/>
                </a:cubicBezTo>
                <a:cubicBezTo>
                  <a:pt x="905478" y="115324"/>
                  <a:pt x="910499" y="113086"/>
                  <a:pt x="914770" y="108610"/>
                </a:cubicBezTo>
                <a:cubicBezTo>
                  <a:pt x="919041" y="104134"/>
                  <a:pt x="921177" y="98835"/>
                  <a:pt x="921177" y="92715"/>
                </a:cubicBezTo>
                <a:cubicBezTo>
                  <a:pt x="921177" y="88238"/>
                  <a:pt x="920187" y="83875"/>
                  <a:pt x="918207" y="79625"/>
                </a:cubicBezTo>
                <a:cubicBezTo>
                  <a:pt x="916736" y="76452"/>
                  <a:pt x="915124" y="74044"/>
                  <a:pt x="913370" y="72401"/>
                </a:cubicBezTo>
                <a:cubicBezTo>
                  <a:pt x="910937" y="70133"/>
                  <a:pt x="907599" y="68079"/>
                  <a:pt x="903356" y="66238"/>
                </a:cubicBezTo>
                <a:cubicBezTo>
                  <a:pt x="899113" y="64396"/>
                  <a:pt x="894786" y="63475"/>
                  <a:pt x="890373" y="63475"/>
                </a:cubicBezTo>
                <a:lnTo>
                  <a:pt x="887657" y="63475"/>
                </a:lnTo>
                <a:lnTo>
                  <a:pt x="887657" y="60929"/>
                </a:lnTo>
                <a:cubicBezTo>
                  <a:pt x="892127" y="60364"/>
                  <a:pt x="896610" y="58751"/>
                  <a:pt x="901108" y="56092"/>
                </a:cubicBezTo>
                <a:cubicBezTo>
                  <a:pt x="905605" y="53433"/>
                  <a:pt x="908872" y="50237"/>
                  <a:pt x="910909" y="46503"/>
                </a:cubicBezTo>
                <a:cubicBezTo>
                  <a:pt x="912946" y="42769"/>
                  <a:pt x="913964" y="38668"/>
                  <a:pt x="913964" y="34199"/>
                </a:cubicBezTo>
                <a:cubicBezTo>
                  <a:pt x="913964" y="28371"/>
                  <a:pt x="912139" y="23662"/>
                  <a:pt x="908491" y="20069"/>
                </a:cubicBezTo>
                <a:cubicBezTo>
                  <a:pt x="904842" y="16477"/>
                  <a:pt x="900302" y="14681"/>
                  <a:pt x="894871" y="14681"/>
                </a:cubicBezTo>
                <a:cubicBezTo>
                  <a:pt x="886102" y="14681"/>
                  <a:pt x="878775" y="19376"/>
                  <a:pt x="872892" y="28767"/>
                </a:cubicBezTo>
                <a:lnTo>
                  <a:pt x="870091" y="27410"/>
                </a:lnTo>
                <a:close/>
                <a:moveTo>
                  <a:pt x="981512" y="62711"/>
                </a:moveTo>
                <a:cubicBezTo>
                  <a:pt x="972404" y="55244"/>
                  <a:pt x="966535" y="49247"/>
                  <a:pt x="963904" y="44721"/>
                </a:cubicBezTo>
                <a:cubicBezTo>
                  <a:pt x="961273" y="40195"/>
                  <a:pt x="959958" y="35500"/>
                  <a:pt x="959958" y="30634"/>
                </a:cubicBezTo>
                <a:cubicBezTo>
                  <a:pt x="959958" y="23167"/>
                  <a:pt x="962843" y="16732"/>
                  <a:pt x="968614" y="11329"/>
                </a:cubicBezTo>
                <a:cubicBezTo>
                  <a:pt x="974384" y="5926"/>
                  <a:pt x="982050" y="3225"/>
                  <a:pt x="991611" y="3225"/>
                </a:cubicBezTo>
                <a:cubicBezTo>
                  <a:pt x="1000889" y="3225"/>
                  <a:pt x="1008356" y="5742"/>
                  <a:pt x="1014014" y="10777"/>
                </a:cubicBezTo>
                <a:cubicBezTo>
                  <a:pt x="1019671" y="15812"/>
                  <a:pt x="1022500" y="21554"/>
                  <a:pt x="1022500" y="28004"/>
                </a:cubicBezTo>
                <a:cubicBezTo>
                  <a:pt x="1022500" y="32303"/>
                  <a:pt x="1020972" y="36688"/>
                  <a:pt x="1017917" y="41157"/>
                </a:cubicBezTo>
                <a:cubicBezTo>
                  <a:pt x="1014862" y="45626"/>
                  <a:pt x="1008498" y="50888"/>
                  <a:pt x="998824" y="56941"/>
                </a:cubicBezTo>
                <a:cubicBezTo>
                  <a:pt x="1008781" y="64635"/>
                  <a:pt x="1015371" y="70688"/>
                  <a:pt x="1018596" y="75101"/>
                </a:cubicBezTo>
                <a:cubicBezTo>
                  <a:pt x="1022896" y="80871"/>
                  <a:pt x="1025045" y="86953"/>
                  <a:pt x="1025045" y="93346"/>
                </a:cubicBezTo>
                <a:cubicBezTo>
                  <a:pt x="1025045" y="101436"/>
                  <a:pt x="1021962" y="108352"/>
                  <a:pt x="1015796" y="114094"/>
                </a:cubicBezTo>
                <a:cubicBezTo>
                  <a:pt x="1009629" y="119836"/>
                  <a:pt x="1001539" y="122707"/>
                  <a:pt x="991526" y="122707"/>
                </a:cubicBezTo>
                <a:cubicBezTo>
                  <a:pt x="980607" y="122707"/>
                  <a:pt x="972093" y="119285"/>
                  <a:pt x="965983" y="112439"/>
                </a:cubicBezTo>
                <a:cubicBezTo>
                  <a:pt x="961118" y="106952"/>
                  <a:pt x="958685" y="100955"/>
                  <a:pt x="958685" y="94449"/>
                </a:cubicBezTo>
                <a:cubicBezTo>
                  <a:pt x="958685" y="89357"/>
                  <a:pt x="960396" y="84308"/>
                  <a:pt x="963819" y="79301"/>
                </a:cubicBezTo>
                <a:cubicBezTo>
                  <a:pt x="967242" y="74295"/>
                  <a:pt x="973139" y="68765"/>
                  <a:pt x="981512" y="62711"/>
                </a:cubicBezTo>
                <a:moveTo>
                  <a:pt x="994835" y="53631"/>
                </a:moveTo>
                <a:cubicBezTo>
                  <a:pt x="1001624" y="47521"/>
                  <a:pt x="1005924" y="42699"/>
                  <a:pt x="1007734" y="39163"/>
                </a:cubicBezTo>
                <a:cubicBezTo>
                  <a:pt x="1009544" y="35627"/>
                  <a:pt x="1010449" y="31624"/>
                  <a:pt x="1010449" y="27155"/>
                </a:cubicBezTo>
                <a:cubicBezTo>
                  <a:pt x="1010449" y="21215"/>
                  <a:pt x="1008781" y="16562"/>
                  <a:pt x="1005443" y="13196"/>
                </a:cubicBezTo>
                <a:cubicBezTo>
                  <a:pt x="1002105" y="9830"/>
                  <a:pt x="997551" y="8147"/>
                  <a:pt x="991780" y="8147"/>
                </a:cubicBezTo>
                <a:cubicBezTo>
                  <a:pt x="986010" y="8147"/>
                  <a:pt x="981314" y="9815"/>
                  <a:pt x="977694" y="13153"/>
                </a:cubicBezTo>
                <a:cubicBezTo>
                  <a:pt x="974073" y="16491"/>
                  <a:pt x="972263" y="20395"/>
                  <a:pt x="972263" y="24864"/>
                </a:cubicBezTo>
                <a:cubicBezTo>
                  <a:pt x="972263" y="27806"/>
                  <a:pt x="973012" y="30748"/>
                  <a:pt x="974511" y="33689"/>
                </a:cubicBezTo>
                <a:cubicBezTo>
                  <a:pt x="976011" y="36631"/>
                  <a:pt x="978146" y="39432"/>
                  <a:pt x="980918" y="42090"/>
                </a:cubicBezTo>
                <a:lnTo>
                  <a:pt x="994835" y="53631"/>
                </a:lnTo>
                <a:moveTo>
                  <a:pt x="985501" y="65936"/>
                </a:moveTo>
                <a:cubicBezTo>
                  <a:pt x="980805" y="69896"/>
                  <a:pt x="977326" y="74210"/>
                  <a:pt x="975063" y="78877"/>
                </a:cubicBezTo>
                <a:cubicBezTo>
                  <a:pt x="972800" y="83544"/>
                  <a:pt x="971669" y="88594"/>
                  <a:pt x="971669" y="94025"/>
                </a:cubicBezTo>
                <a:cubicBezTo>
                  <a:pt x="971669" y="101323"/>
                  <a:pt x="973663" y="107164"/>
                  <a:pt x="977651" y="111548"/>
                </a:cubicBezTo>
                <a:cubicBezTo>
                  <a:pt x="981640" y="115933"/>
                  <a:pt x="986717" y="118125"/>
                  <a:pt x="992884" y="118125"/>
                </a:cubicBezTo>
                <a:cubicBezTo>
                  <a:pt x="998993" y="118125"/>
                  <a:pt x="1003887" y="116399"/>
                  <a:pt x="1007564" y="112948"/>
                </a:cubicBezTo>
                <a:cubicBezTo>
                  <a:pt x="1011242" y="109497"/>
                  <a:pt x="1013080" y="105311"/>
                  <a:pt x="1013080" y="100389"/>
                </a:cubicBezTo>
                <a:cubicBezTo>
                  <a:pt x="1013080" y="96316"/>
                  <a:pt x="1012005" y="92667"/>
                  <a:pt x="1009855" y="89442"/>
                </a:cubicBezTo>
                <a:cubicBezTo>
                  <a:pt x="1005839" y="83445"/>
                  <a:pt x="997721" y="75610"/>
                  <a:pt x="985501" y="65936"/>
                </a:cubicBezTo>
                <a:close/>
                <a:moveTo>
                  <a:pt x="1134249" y="40733"/>
                </a:moveTo>
                <a:lnTo>
                  <a:pt x="1134249" y="67039"/>
                </a:lnTo>
                <a:lnTo>
                  <a:pt x="1131449" y="67039"/>
                </a:lnTo>
                <a:cubicBezTo>
                  <a:pt x="1129299" y="58788"/>
                  <a:pt x="1126541" y="53176"/>
                  <a:pt x="1123175" y="50203"/>
                </a:cubicBezTo>
                <a:cubicBezTo>
                  <a:pt x="1119809" y="47227"/>
                  <a:pt x="1115524" y="45739"/>
                  <a:pt x="1110319" y="45739"/>
                </a:cubicBezTo>
                <a:cubicBezTo>
                  <a:pt x="1106359" y="45739"/>
                  <a:pt x="1103162" y="46785"/>
                  <a:pt x="1100730" y="48877"/>
                </a:cubicBezTo>
                <a:cubicBezTo>
                  <a:pt x="1098297" y="50966"/>
                  <a:pt x="1097081" y="53283"/>
                  <a:pt x="1097081" y="55827"/>
                </a:cubicBezTo>
                <a:cubicBezTo>
                  <a:pt x="1097081" y="58992"/>
                  <a:pt x="1097986" y="61704"/>
                  <a:pt x="1099796" y="63963"/>
                </a:cubicBezTo>
                <a:cubicBezTo>
                  <a:pt x="1101550" y="66281"/>
                  <a:pt x="1105114" y="68739"/>
                  <a:pt x="1110489" y="71338"/>
                </a:cubicBezTo>
                <a:lnTo>
                  <a:pt x="1122878" y="77358"/>
                </a:lnTo>
                <a:cubicBezTo>
                  <a:pt x="1134362" y="82951"/>
                  <a:pt x="1140105" y="90326"/>
                  <a:pt x="1140105" y="99482"/>
                </a:cubicBezTo>
                <a:cubicBezTo>
                  <a:pt x="1140105" y="106545"/>
                  <a:pt x="1137432" y="112239"/>
                  <a:pt x="1132085" y="116563"/>
                </a:cubicBezTo>
                <a:cubicBezTo>
                  <a:pt x="1126739" y="120885"/>
                  <a:pt x="1120757" y="123047"/>
                  <a:pt x="1114138" y="123047"/>
                </a:cubicBezTo>
                <a:cubicBezTo>
                  <a:pt x="1109385" y="123047"/>
                  <a:pt x="1103954" y="122198"/>
                  <a:pt x="1097844" y="120501"/>
                </a:cubicBezTo>
                <a:cubicBezTo>
                  <a:pt x="1095978" y="119935"/>
                  <a:pt x="1094450" y="119652"/>
                  <a:pt x="1093262" y="119652"/>
                </a:cubicBezTo>
                <a:cubicBezTo>
                  <a:pt x="1091961" y="119652"/>
                  <a:pt x="1090943" y="120388"/>
                  <a:pt x="1090207" y="121859"/>
                </a:cubicBezTo>
                <a:lnTo>
                  <a:pt x="1087407" y="121859"/>
                </a:lnTo>
                <a:lnTo>
                  <a:pt x="1087407" y="94025"/>
                </a:lnTo>
                <a:lnTo>
                  <a:pt x="1090207" y="94025"/>
                </a:lnTo>
                <a:cubicBezTo>
                  <a:pt x="1091791" y="101973"/>
                  <a:pt x="1094818" y="107963"/>
                  <a:pt x="1099287" y="111994"/>
                </a:cubicBezTo>
                <a:cubicBezTo>
                  <a:pt x="1103756" y="116025"/>
                  <a:pt x="1108763" y="118040"/>
                  <a:pt x="1114307" y="118040"/>
                </a:cubicBezTo>
                <a:cubicBezTo>
                  <a:pt x="1118211" y="118040"/>
                  <a:pt x="1121393" y="116896"/>
                  <a:pt x="1123854" y="114608"/>
                </a:cubicBezTo>
                <a:cubicBezTo>
                  <a:pt x="1126315" y="112319"/>
                  <a:pt x="1127545" y="109564"/>
                  <a:pt x="1127545" y="106343"/>
                </a:cubicBezTo>
                <a:cubicBezTo>
                  <a:pt x="1127545" y="102443"/>
                  <a:pt x="1126173" y="99165"/>
                  <a:pt x="1123430" y="96509"/>
                </a:cubicBezTo>
                <a:cubicBezTo>
                  <a:pt x="1120686" y="93854"/>
                  <a:pt x="1115212" y="90492"/>
                  <a:pt x="1107009" y="86424"/>
                </a:cubicBezTo>
                <a:cubicBezTo>
                  <a:pt x="1098806" y="82355"/>
                  <a:pt x="1093432" y="78681"/>
                  <a:pt x="1090886" y="75403"/>
                </a:cubicBezTo>
                <a:cubicBezTo>
                  <a:pt x="1088340" y="72182"/>
                  <a:pt x="1087067" y="68113"/>
                  <a:pt x="1087067" y="63197"/>
                </a:cubicBezTo>
                <a:cubicBezTo>
                  <a:pt x="1087067" y="56811"/>
                  <a:pt x="1089259" y="51471"/>
                  <a:pt x="1093644" y="47177"/>
                </a:cubicBezTo>
                <a:cubicBezTo>
                  <a:pt x="1098028" y="42881"/>
                  <a:pt x="1103700" y="40733"/>
                  <a:pt x="1110658" y="40733"/>
                </a:cubicBezTo>
                <a:cubicBezTo>
                  <a:pt x="1113713" y="40733"/>
                  <a:pt x="1117419" y="41383"/>
                  <a:pt x="1121775" y="42684"/>
                </a:cubicBezTo>
                <a:cubicBezTo>
                  <a:pt x="1124660" y="43533"/>
                  <a:pt x="1126584" y="43957"/>
                  <a:pt x="1127545" y="43957"/>
                </a:cubicBezTo>
                <a:cubicBezTo>
                  <a:pt x="1128451" y="43957"/>
                  <a:pt x="1129158" y="43759"/>
                  <a:pt x="1129667" y="43363"/>
                </a:cubicBezTo>
                <a:cubicBezTo>
                  <a:pt x="1130176" y="42967"/>
                  <a:pt x="1130770" y="42090"/>
                  <a:pt x="1131449" y="40733"/>
                </a:cubicBezTo>
                <a:lnTo>
                  <a:pt x="1134249" y="40733"/>
                </a:lnTo>
                <a:close/>
                <a:moveTo>
                  <a:pt x="1195660" y="109469"/>
                </a:moveTo>
                <a:cubicBezTo>
                  <a:pt x="1187683" y="115636"/>
                  <a:pt x="1182676" y="119200"/>
                  <a:pt x="1180640" y="120161"/>
                </a:cubicBezTo>
                <a:cubicBezTo>
                  <a:pt x="1177585" y="121632"/>
                  <a:pt x="1174332" y="122368"/>
                  <a:pt x="1170881" y="122368"/>
                </a:cubicBezTo>
                <a:cubicBezTo>
                  <a:pt x="1165506" y="122368"/>
                  <a:pt x="1161080" y="120529"/>
                  <a:pt x="1157600" y="116852"/>
                </a:cubicBezTo>
                <a:cubicBezTo>
                  <a:pt x="1154121" y="113175"/>
                  <a:pt x="1152381" y="108338"/>
                  <a:pt x="1152381" y="102341"/>
                </a:cubicBezTo>
                <a:cubicBezTo>
                  <a:pt x="1152381" y="98551"/>
                  <a:pt x="1153230" y="95269"/>
                  <a:pt x="1154927" y="92497"/>
                </a:cubicBezTo>
                <a:cubicBezTo>
                  <a:pt x="1157247" y="88650"/>
                  <a:pt x="1161278" y="85030"/>
                  <a:pt x="1167020" y="81635"/>
                </a:cubicBezTo>
                <a:cubicBezTo>
                  <a:pt x="1172762" y="78241"/>
                  <a:pt x="1182309" y="74111"/>
                  <a:pt x="1195660" y="69246"/>
                </a:cubicBezTo>
                <a:lnTo>
                  <a:pt x="1195660" y="66191"/>
                </a:lnTo>
                <a:cubicBezTo>
                  <a:pt x="1195660" y="58440"/>
                  <a:pt x="1194430" y="53122"/>
                  <a:pt x="1191969" y="50237"/>
                </a:cubicBezTo>
                <a:cubicBezTo>
                  <a:pt x="1189508" y="47352"/>
                  <a:pt x="1185929" y="45909"/>
                  <a:pt x="1181234" y="45909"/>
                </a:cubicBezTo>
                <a:cubicBezTo>
                  <a:pt x="1177670" y="45909"/>
                  <a:pt x="1174841" y="46867"/>
                  <a:pt x="1172748" y="48784"/>
                </a:cubicBezTo>
                <a:cubicBezTo>
                  <a:pt x="1170598" y="50700"/>
                  <a:pt x="1169523" y="52899"/>
                  <a:pt x="1169523" y="55379"/>
                </a:cubicBezTo>
                <a:lnTo>
                  <a:pt x="1169693" y="60282"/>
                </a:lnTo>
                <a:cubicBezTo>
                  <a:pt x="1169693" y="62874"/>
                  <a:pt x="1169028" y="64874"/>
                  <a:pt x="1167699" y="66283"/>
                </a:cubicBezTo>
                <a:cubicBezTo>
                  <a:pt x="1166369" y="67692"/>
                  <a:pt x="1164630" y="68397"/>
                  <a:pt x="1162480" y="68397"/>
                </a:cubicBezTo>
                <a:cubicBezTo>
                  <a:pt x="1160387" y="68397"/>
                  <a:pt x="1158675" y="67664"/>
                  <a:pt x="1157346" y="66199"/>
                </a:cubicBezTo>
                <a:cubicBezTo>
                  <a:pt x="1156016" y="64731"/>
                  <a:pt x="1155352" y="62728"/>
                  <a:pt x="1155352" y="60189"/>
                </a:cubicBezTo>
                <a:cubicBezTo>
                  <a:pt x="1155352" y="55340"/>
                  <a:pt x="1157841" y="50885"/>
                  <a:pt x="1162819" y="46824"/>
                </a:cubicBezTo>
                <a:cubicBezTo>
                  <a:pt x="1167798" y="42763"/>
                  <a:pt x="1174784" y="40733"/>
                  <a:pt x="1183780" y="40733"/>
                </a:cubicBezTo>
                <a:cubicBezTo>
                  <a:pt x="1190682" y="40733"/>
                  <a:pt x="1196339" y="41891"/>
                  <a:pt x="1200752" y="44207"/>
                </a:cubicBezTo>
                <a:cubicBezTo>
                  <a:pt x="1204089" y="45959"/>
                  <a:pt x="1206550" y="48700"/>
                  <a:pt x="1208134" y="52430"/>
                </a:cubicBezTo>
                <a:cubicBezTo>
                  <a:pt x="1209153" y="54859"/>
                  <a:pt x="1209662" y="59831"/>
                  <a:pt x="1209662" y="67347"/>
                </a:cubicBezTo>
                <a:lnTo>
                  <a:pt x="1209662" y="93706"/>
                </a:lnTo>
                <a:cubicBezTo>
                  <a:pt x="1209662" y="101109"/>
                  <a:pt x="1209803" y="105643"/>
                  <a:pt x="1210086" y="107311"/>
                </a:cubicBezTo>
                <a:cubicBezTo>
                  <a:pt x="1210369" y="108978"/>
                  <a:pt x="1210836" y="110094"/>
                  <a:pt x="1211486" y="110660"/>
                </a:cubicBezTo>
                <a:cubicBezTo>
                  <a:pt x="1212137" y="111224"/>
                  <a:pt x="1212887" y="111506"/>
                  <a:pt x="1213735" y="111506"/>
                </a:cubicBezTo>
                <a:cubicBezTo>
                  <a:pt x="1214640" y="111506"/>
                  <a:pt x="1215432" y="111308"/>
                  <a:pt x="1216111" y="110912"/>
                </a:cubicBezTo>
                <a:cubicBezTo>
                  <a:pt x="1217299" y="110176"/>
                  <a:pt x="1219590" y="108111"/>
                  <a:pt x="1222985" y="104717"/>
                </a:cubicBezTo>
                <a:lnTo>
                  <a:pt x="1222985" y="109469"/>
                </a:lnTo>
                <a:cubicBezTo>
                  <a:pt x="1216649" y="117955"/>
                  <a:pt x="1210595" y="122198"/>
                  <a:pt x="1204825" y="122198"/>
                </a:cubicBezTo>
                <a:cubicBezTo>
                  <a:pt x="1202053" y="122198"/>
                  <a:pt x="1199846" y="121236"/>
                  <a:pt x="1198206" y="119313"/>
                </a:cubicBezTo>
                <a:cubicBezTo>
                  <a:pt x="1196565" y="117389"/>
                  <a:pt x="1195717" y="114108"/>
                  <a:pt x="1195660" y="109469"/>
                </a:cubicBezTo>
                <a:moveTo>
                  <a:pt x="1195660" y="103906"/>
                </a:moveTo>
                <a:lnTo>
                  <a:pt x="1195660" y="74422"/>
                </a:lnTo>
                <a:cubicBezTo>
                  <a:pt x="1187117" y="77801"/>
                  <a:pt x="1181602" y="80194"/>
                  <a:pt x="1179112" y="81603"/>
                </a:cubicBezTo>
                <a:cubicBezTo>
                  <a:pt x="1174643" y="84082"/>
                  <a:pt x="1171447" y="86673"/>
                  <a:pt x="1169523" y="89376"/>
                </a:cubicBezTo>
                <a:cubicBezTo>
                  <a:pt x="1167600" y="92079"/>
                  <a:pt x="1166638" y="95036"/>
                  <a:pt x="1166638" y="98246"/>
                </a:cubicBezTo>
                <a:cubicBezTo>
                  <a:pt x="1166638" y="102302"/>
                  <a:pt x="1167854" y="105667"/>
                  <a:pt x="1170287" y="108342"/>
                </a:cubicBezTo>
                <a:cubicBezTo>
                  <a:pt x="1172720" y="111017"/>
                  <a:pt x="1175520" y="112354"/>
                  <a:pt x="1178688" y="112354"/>
                </a:cubicBezTo>
                <a:cubicBezTo>
                  <a:pt x="1182988" y="112354"/>
                  <a:pt x="1188645" y="109538"/>
                  <a:pt x="1195660" y="103906"/>
                </a:cubicBezTo>
                <a:close/>
                <a:moveTo>
                  <a:pt x="1251864" y="57280"/>
                </a:moveTo>
                <a:cubicBezTo>
                  <a:pt x="1257521" y="51623"/>
                  <a:pt x="1260859" y="48370"/>
                  <a:pt x="1261877" y="47521"/>
                </a:cubicBezTo>
                <a:cubicBezTo>
                  <a:pt x="1264423" y="45372"/>
                  <a:pt x="1267167" y="43703"/>
                  <a:pt x="1270109" y="42515"/>
                </a:cubicBezTo>
                <a:cubicBezTo>
                  <a:pt x="1273050" y="41327"/>
                  <a:pt x="1275964" y="40733"/>
                  <a:pt x="1278849" y="40733"/>
                </a:cubicBezTo>
                <a:cubicBezTo>
                  <a:pt x="1283714" y="40733"/>
                  <a:pt x="1287901" y="42147"/>
                  <a:pt x="1291408" y="44976"/>
                </a:cubicBezTo>
                <a:cubicBezTo>
                  <a:pt x="1294916" y="47804"/>
                  <a:pt x="1297264" y="51906"/>
                  <a:pt x="1298452" y="57280"/>
                </a:cubicBezTo>
                <a:cubicBezTo>
                  <a:pt x="1304279" y="50492"/>
                  <a:pt x="1309201" y="46036"/>
                  <a:pt x="1313217" y="43915"/>
                </a:cubicBezTo>
                <a:cubicBezTo>
                  <a:pt x="1317234" y="41793"/>
                  <a:pt x="1321364" y="40733"/>
                  <a:pt x="1325607" y="40733"/>
                </a:cubicBezTo>
                <a:cubicBezTo>
                  <a:pt x="1329737" y="40733"/>
                  <a:pt x="1333400" y="41792"/>
                  <a:pt x="1336596" y="43910"/>
                </a:cubicBezTo>
                <a:cubicBezTo>
                  <a:pt x="1339793" y="46026"/>
                  <a:pt x="1342324" y="49483"/>
                  <a:pt x="1344191" y="54281"/>
                </a:cubicBezTo>
                <a:cubicBezTo>
                  <a:pt x="1345436" y="57555"/>
                  <a:pt x="1346058" y="62692"/>
                  <a:pt x="1346058" y="69691"/>
                </a:cubicBezTo>
                <a:lnTo>
                  <a:pt x="1346058" y="103052"/>
                </a:lnTo>
                <a:cubicBezTo>
                  <a:pt x="1346058" y="107906"/>
                  <a:pt x="1346426" y="111237"/>
                  <a:pt x="1347161" y="113044"/>
                </a:cubicBezTo>
                <a:cubicBezTo>
                  <a:pt x="1347727" y="114285"/>
                  <a:pt x="1348774" y="115343"/>
                  <a:pt x="1350301" y="116218"/>
                </a:cubicBezTo>
                <a:cubicBezTo>
                  <a:pt x="1351829" y="117093"/>
                  <a:pt x="1354318" y="117531"/>
                  <a:pt x="1357769" y="117531"/>
                </a:cubicBezTo>
                <a:lnTo>
                  <a:pt x="1357769" y="120671"/>
                </a:lnTo>
                <a:lnTo>
                  <a:pt x="1319412" y="120671"/>
                </a:lnTo>
                <a:lnTo>
                  <a:pt x="1319412" y="117531"/>
                </a:lnTo>
                <a:lnTo>
                  <a:pt x="1321024" y="117531"/>
                </a:lnTo>
                <a:cubicBezTo>
                  <a:pt x="1324362" y="117531"/>
                  <a:pt x="1326965" y="116884"/>
                  <a:pt x="1328832" y="115590"/>
                </a:cubicBezTo>
                <a:cubicBezTo>
                  <a:pt x="1330133" y="114688"/>
                  <a:pt x="1331066" y="113252"/>
                  <a:pt x="1331632" y="111283"/>
                </a:cubicBezTo>
                <a:cubicBezTo>
                  <a:pt x="1331858" y="110327"/>
                  <a:pt x="1331971" y="107597"/>
                  <a:pt x="1331971" y="103094"/>
                </a:cubicBezTo>
                <a:lnTo>
                  <a:pt x="1331971" y="69829"/>
                </a:lnTo>
                <a:cubicBezTo>
                  <a:pt x="1331971" y="63525"/>
                  <a:pt x="1331208" y="59078"/>
                  <a:pt x="1329680" y="56490"/>
                </a:cubicBezTo>
                <a:cubicBezTo>
                  <a:pt x="1327474" y="52887"/>
                  <a:pt x="1323938" y="51086"/>
                  <a:pt x="1319073" y="51086"/>
                </a:cubicBezTo>
                <a:cubicBezTo>
                  <a:pt x="1316074" y="51086"/>
                  <a:pt x="1313062" y="51832"/>
                  <a:pt x="1310035" y="53324"/>
                </a:cubicBezTo>
                <a:cubicBezTo>
                  <a:pt x="1307008" y="54814"/>
                  <a:pt x="1303345" y="57586"/>
                  <a:pt x="1299046" y="61640"/>
                </a:cubicBezTo>
                <a:lnTo>
                  <a:pt x="1298876" y="62568"/>
                </a:lnTo>
                <a:lnTo>
                  <a:pt x="1299046" y="66199"/>
                </a:lnTo>
                <a:lnTo>
                  <a:pt x="1299046" y="103094"/>
                </a:lnTo>
                <a:cubicBezTo>
                  <a:pt x="1299046" y="108385"/>
                  <a:pt x="1299343" y="111678"/>
                  <a:pt x="1299937" y="112972"/>
                </a:cubicBezTo>
                <a:cubicBezTo>
                  <a:pt x="1300531" y="114266"/>
                  <a:pt x="1301648" y="115350"/>
                  <a:pt x="1303289" y="116223"/>
                </a:cubicBezTo>
                <a:cubicBezTo>
                  <a:pt x="1304929" y="117095"/>
                  <a:pt x="1307730" y="117531"/>
                  <a:pt x="1311690" y="117531"/>
                </a:cubicBezTo>
                <a:lnTo>
                  <a:pt x="1311690" y="120671"/>
                </a:lnTo>
                <a:lnTo>
                  <a:pt x="1272400" y="120671"/>
                </a:lnTo>
                <a:lnTo>
                  <a:pt x="1272400" y="117531"/>
                </a:lnTo>
                <a:cubicBezTo>
                  <a:pt x="1276699" y="117531"/>
                  <a:pt x="1279655" y="117024"/>
                  <a:pt x="1281268" y="116011"/>
                </a:cubicBezTo>
                <a:cubicBezTo>
                  <a:pt x="1282880" y="114998"/>
                  <a:pt x="1283997" y="113479"/>
                  <a:pt x="1284620" y="111453"/>
                </a:cubicBezTo>
                <a:cubicBezTo>
                  <a:pt x="1284902" y="110495"/>
                  <a:pt x="1285044" y="107708"/>
                  <a:pt x="1285044" y="103094"/>
                </a:cubicBezTo>
                <a:lnTo>
                  <a:pt x="1285044" y="69829"/>
                </a:lnTo>
                <a:cubicBezTo>
                  <a:pt x="1285044" y="63525"/>
                  <a:pt x="1284110" y="58993"/>
                  <a:pt x="1282244" y="56236"/>
                </a:cubicBezTo>
                <a:cubicBezTo>
                  <a:pt x="1279754" y="52633"/>
                  <a:pt x="1276275" y="50831"/>
                  <a:pt x="1271806" y="50831"/>
                </a:cubicBezTo>
                <a:cubicBezTo>
                  <a:pt x="1268751" y="50831"/>
                  <a:pt x="1265724" y="51647"/>
                  <a:pt x="1262726" y="53279"/>
                </a:cubicBezTo>
                <a:cubicBezTo>
                  <a:pt x="1258030" y="55756"/>
                  <a:pt x="1254409" y="58542"/>
                  <a:pt x="1251864" y="61637"/>
                </a:cubicBezTo>
                <a:lnTo>
                  <a:pt x="1251864" y="103094"/>
                </a:lnTo>
                <a:cubicBezTo>
                  <a:pt x="1251864" y="108159"/>
                  <a:pt x="1252217" y="111452"/>
                  <a:pt x="1252924" y="112972"/>
                </a:cubicBezTo>
                <a:cubicBezTo>
                  <a:pt x="1253632" y="114491"/>
                  <a:pt x="1254678" y="115630"/>
                  <a:pt x="1256064" y="116391"/>
                </a:cubicBezTo>
                <a:cubicBezTo>
                  <a:pt x="1257450" y="117151"/>
                  <a:pt x="1260265" y="117531"/>
                  <a:pt x="1264508" y="117531"/>
                </a:cubicBezTo>
                <a:lnTo>
                  <a:pt x="1264508" y="120671"/>
                </a:lnTo>
                <a:lnTo>
                  <a:pt x="1226066" y="120671"/>
                </a:lnTo>
                <a:lnTo>
                  <a:pt x="1226066" y="117531"/>
                </a:lnTo>
                <a:cubicBezTo>
                  <a:pt x="1229630" y="117531"/>
                  <a:pt x="1232120" y="117150"/>
                  <a:pt x="1233534" y="116388"/>
                </a:cubicBezTo>
                <a:cubicBezTo>
                  <a:pt x="1234948" y="115626"/>
                  <a:pt x="1236023" y="114412"/>
                  <a:pt x="1236759" y="112747"/>
                </a:cubicBezTo>
                <a:cubicBezTo>
                  <a:pt x="1237494" y="111081"/>
                  <a:pt x="1237862" y="107850"/>
                  <a:pt x="1237862" y="103052"/>
                </a:cubicBezTo>
                <a:lnTo>
                  <a:pt x="1237862" y="73417"/>
                </a:lnTo>
                <a:cubicBezTo>
                  <a:pt x="1237862" y="64892"/>
                  <a:pt x="1237607" y="59389"/>
                  <a:pt x="1237098" y="56906"/>
                </a:cubicBezTo>
                <a:cubicBezTo>
                  <a:pt x="1236702" y="55043"/>
                  <a:pt x="1236080" y="53759"/>
                  <a:pt x="1235231" y="53053"/>
                </a:cubicBezTo>
                <a:cubicBezTo>
                  <a:pt x="1234383" y="52348"/>
                  <a:pt x="1233223" y="51995"/>
                  <a:pt x="1231752" y="51995"/>
                </a:cubicBezTo>
                <a:cubicBezTo>
                  <a:pt x="1230168" y="51995"/>
                  <a:pt x="1228273" y="52419"/>
                  <a:pt x="1226066" y="53265"/>
                </a:cubicBezTo>
                <a:lnTo>
                  <a:pt x="1224793" y="50216"/>
                </a:lnTo>
                <a:lnTo>
                  <a:pt x="1248215" y="40733"/>
                </a:lnTo>
                <a:lnTo>
                  <a:pt x="1251864" y="40733"/>
                </a:lnTo>
                <a:lnTo>
                  <a:pt x="1251864" y="57280"/>
                </a:lnTo>
                <a:close/>
                <a:moveTo>
                  <a:pt x="1358392" y="50584"/>
                </a:moveTo>
                <a:lnTo>
                  <a:pt x="1382322" y="40902"/>
                </a:lnTo>
                <a:lnTo>
                  <a:pt x="1385547" y="40902"/>
                </a:lnTo>
                <a:lnTo>
                  <a:pt x="1385547" y="59062"/>
                </a:lnTo>
                <a:cubicBezTo>
                  <a:pt x="1389564" y="52217"/>
                  <a:pt x="1393595" y="47451"/>
                  <a:pt x="1397639" y="44764"/>
                </a:cubicBezTo>
                <a:cubicBezTo>
                  <a:pt x="1401684" y="42076"/>
                  <a:pt x="1405942" y="40733"/>
                  <a:pt x="1410411" y="40733"/>
                </a:cubicBezTo>
                <a:cubicBezTo>
                  <a:pt x="1418218" y="40733"/>
                  <a:pt x="1424724" y="43784"/>
                  <a:pt x="1429929" y="49887"/>
                </a:cubicBezTo>
                <a:cubicBezTo>
                  <a:pt x="1436321" y="57348"/>
                  <a:pt x="1439518" y="67068"/>
                  <a:pt x="1439518" y="79050"/>
                </a:cubicBezTo>
                <a:cubicBezTo>
                  <a:pt x="1439518" y="92443"/>
                  <a:pt x="1435671" y="103520"/>
                  <a:pt x="1427977" y="112280"/>
                </a:cubicBezTo>
                <a:cubicBezTo>
                  <a:pt x="1421641" y="119458"/>
                  <a:pt x="1413664" y="123047"/>
                  <a:pt x="1404046" y="123047"/>
                </a:cubicBezTo>
                <a:cubicBezTo>
                  <a:pt x="1399860" y="123047"/>
                  <a:pt x="1396239" y="122453"/>
                  <a:pt x="1393184" y="121265"/>
                </a:cubicBezTo>
                <a:cubicBezTo>
                  <a:pt x="1390921" y="120416"/>
                  <a:pt x="1388376" y="118719"/>
                  <a:pt x="1385547" y="116173"/>
                </a:cubicBezTo>
                <a:lnTo>
                  <a:pt x="1385547" y="139849"/>
                </a:lnTo>
                <a:cubicBezTo>
                  <a:pt x="1385547" y="145167"/>
                  <a:pt x="1385872" y="148547"/>
                  <a:pt x="1386523" y="149990"/>
                </a:cubicBezTo>
                <a:cubicBezTo>
                  <a:pt x="1387173" y="151432"/>
                  <a:pt x="1388305" y="152578"/>
                  <a:pt x="1389917" y="153427"/>
                </a:cubicBezTo>
                <a:cubicBezTo>
                  <a:pt x="1391530" y="154275"/>
                  <a:pt x="1394457" y="154699"/>
                  <a:pt x="1398700" y="154699"/>
                </a:cubicBezTo>
                <a:lnTo>
                  <a:pt x="1398700" y="157839"/>
                </a:lnTo>
                <a:lnTo>
                  <a:pt x="1357968" y="157839"/>
                </a:lnTo>
                <a:lnTo>
                  <a:pt x="1357968" y="154699"/>
                </a:lnTo>
                <a:lnTo>
                  <a:pt x="1360089" y="154699"/>
                </a:lnTo>
                <a:cubicBezTo>
                  <a:pt x="1363201" y="154756"/>
                  <a:pt x="1365859" y="154161"/>
                  <a:pt x="1368066" y="152915"/>
                </a:cubicBezTo>
                <a:cubicBezTo>
                  <a:pt x="1369141" y="152292"/>
                  <a:pt x="1369975" y="151287"/>
                  <a:pt x="1370569" y="149900"/>
                </a:cubicBezTo>
                <a:cubicBezTo>
                  <a:pt x="1371163" y="148514"/>
                  <a:pt x="1371460" y="144990"/>
                  <a:pt x="1371460" y="139329"/>
                </a:cubicBezTo>
                <a:lnTo>
                  <a:pt x="1371460" y="65785"/>
                </a:lnTo>
                <a:cubicBezTo>
                  <a:pt x="1371460" y="60746"/>
                  <a:pt x="1371234" y="57548"/>
                  <a:pt x="1370781" y="56190"/>
                </a:cubicBezTo>
                <a:cubicBezTo>
                  <a:pt x="1370329" y="54831"/>
                  <a:pt x="1369607" y="53812"/>
                  <a:pt x="1368617" y="53133"/>
                </a:cubicBezTo>
                <a:cubicBezTo>
                  <a:pt x="1367627" y="52452"/>
                  <a:pt x="1366284" y="52112"/>
                  <a:pt x="1364587" y="52112"/>
                </a:cubicBezTo>
                <a:cubicBezTo>
                  <a:pt x="1363229" y="52112"/>
                  <a:pt x="1361503" y="52508"/>
                  <a:pt x="1359410" y="53300"/>
                </a:cubicBezTo>
                <a:lnTo>
                  <a:pt x="1358392" y="50584"/>
                </a:lnTo>
                <a:moveTo>
                  <a:pt x="1385547" y="64223"/>
                </a:moveTo>
                <a:lnTo>
                  <a:pt x="1385547" y="93208"/>
                </a:lnTo>
                <a:cubicBezTo>
                  <a:pt x="1385547" y="99480"/>
                  <a:pt x="1385802" y="103605"/>
                  <a:pt x="1386311" y="105582"/>
                </a:cubicBezTo>
                <a:cubicBezTo>
                  <a:pt x="1387103" y="108859"/>
                  <a:pt x="1389040" y="111741"/>
                  <a:pt x="1392124" y="114227"/>
                </a:cubicBezTo>
                <a:cubicBezTo>
                  <a:pt x="1395207" y="116712"/>
                  <a:pt x="1399096" y="117955"/>
                  <a:pt x="1403792" y="117955"/>
                </a:cubicBezTo>
                <a:cubicBezTo>
                  <a:pt x="1409449" y="117955"/>
                  <a:pt x="1414032" y="115751"/>
                  <a:pt x="1417539" y="111344"/>
                </a:cubicBezTo>
                <a:cubicBezTo>
                  <a:pt x="1422122" y="105582"/>
                  <a:pt x="1424413" y="97475"/>
                  <a:pt x="1424413" y="87021"/>
                </a:cubicBezTo>
                <a:cubicBezTo>
                  <a:pt x="1424413" y="75157"/>
                  <a:pt x="1421810" y="66032"/>
                  <a:pt x="1416606" y="59648"/>
                </a:cubicBezTo>
                <a:cubicBezTo>
                  <a:pt x="1412985" y="55241"/>
                  <a:pt x="1408685" y="53037"/>
                  <a:pt x="1403707" y="53037"/>
                </a:cubicBezTo>
                <a:cubicBezTo>
                  <a:pt x="1400991" y="53037"/>
                  <a:pt x="1398304" y="53715"/>
                  <a:pt x="1395645" y="55071"/>
                </a:cubicBezTo>
                <a:cubicBezTo>
                  <a:pt x="1393609" y="56088"/>
                  <a:pt x="1390243" y="59138"/>
                  <a:pt x="1385547" y="64223"/>
                </a:cubicBezTo>
                <a:close/>
                <a:moveTo>
                  <a:pt x="1477620" y="0"/>
                </a:moveTo>
                <a:lnTo>
                  <a:pt x="1477620" y="103030"/>
                </a:lnTo>
                <a:cubicBezTo>
                  <a:pt x="1477620" y="107892"/>
                  <a:pt x="1477973" y="111115"/>
                  <a:pt x="1478681" y="112699"/>
                </a:cubicBezTo>
                <a:cubicBezTo>
                  <a:pt x="1479388" y="114281"/>
                  <a:pt x="1480477" y="115483"/>
                  <a:pt x="1481948" y="116303"/>
                </a:cubicBezTo>
                <a:cubicBezTo>
                  <a:pt x="1483419" y="117122"/>
                  <a:pt x="1486162" y="117531"/>
                  <a:pt x="1490179" y="117531"/>
                </a:cubicBezTo>
                <a:lnTo>
                  <a:pt x="1490179" y="120671"/>
                </a:lnTo>
                <a:lnTo>
                  <a:pt x="1452077" y="120671"/>
                </a:lnTo>
                <a:lnTo>
                  <a:pt x="1452077" y="117531"/>
                </a:lnTo>
                <a:cubicBezTo>
                  <a:pt x="1455641" y="117531"/>
                  <a:pt x="1458074" y="117164"/>
                  <a:pt x="1459375" y="116430"/>
                </a:cubicBezTo>
                <a:cubicBezTo>
                  <a:pt x="1460676" y="115695"/>
                  <a:pt x="1461695" y="114479"/>
                  <a:pt x="1462430" y="112784"/>
                </a:cubicBezTo>
                <a:cubicBezTo>
                  <a:pt x="1463165" y="111087"/>
                  <a:pt x="1463533" y="107836"/>
                  <a:pt x="1463533" y="103030"/>
                </a:cubicBezTo>
                <a:lnTo>
                  <a:pt x="1463533" y="32477"/>
                </a:lnTo>
                <a:cubicBezTo>
                  <a:pt x="1463533" y="23716"/>
                  <a:pt x="1463335" y="18331"/>
                  <a:pt x="1462939" y="16325"/>
                </a:cubicBezTo>
                <a:cubicBezTo>
                  <a:pt x="1462543" y="14317"/>
                  <a:pt x="1461907" y="12946"/>
                  <a:pt x="1461030" y="12212"/>
                </a:cubicBezTo>
                <a:cubicBezTo>
                  <a:pt x="1460153" y="11476"/>
                  <a:pt x="1459036" y="11109"/>
                  <a:pt x="1457678" y="11109"/>
                </a:cubicBezTo>
                <a:cubicBezTo>
                  <a:pt x="1456207" y="11109"/>
                  <a:pt x="1454340" y="11561"/>
                  <a:pt x="1452077" y="12466"/>
                </a:cubicBezTo>
                <a:lnTo>
                  <a:pt x="1450634" y="9496"/>
                </a:lnTo>
                <a:lnTo>
                  <a:pt x="1473801" y="0"/>
                </a:lnTo>
                <a:lnTo>
                  <a:pt x="1477620" y="0"/>
                </a:lnTo>
                <a:close/>
                <a:moveTo>
                  <a:pt x="1512272" y="72301"/>
                </a:moveTo>
                <a:cubicBezTo>
                  <a:pt x="1512215" y="83815"/>
                  <a:pt x="1515016" y="92846"/>
                  <a:pt x="1520673" y="99395"/>
                </a:cubicBezTo>
                <a:cubicBezTo>
                  <a:pt x="1526330" y="105941"/>
                  <a:pt x="1532978" y="109215"/>
                  <a:pt x="1540615" y="109215"/>
                </a:cubicBezTo>
                <a:cubicBezTo>
                  <a:pt x="1545707" y="109215"/>
                  <a:pt x="1550134" y="107814"/>
                  <a:pt x="1553896" y="105014"/>
                </a:cubicBezTo>
                <a:cubicBezTo>
                  <a:pt x="1557658" y="102214"/>
                  <a:pt x="1560812" y="97419"/>
                  <a:pt x="1563358" y="90630"/>
                </a:cubicBezTo>
                <a:lnTo>
                  <a:pt x="1565988" y="92327"/>
                </a:lnTo>
                <a:cubicBezTo>
                  <a:pt x="1564800" y="100078"/>
                  <a:pt x="1561349" y="107136"/>
                  <a:pt x="1555635" y="113500"/>
                </a:cubicBezTo>
                <a:cubicBezTo>
                  <a:pt x="1549921" y="119864"/>
                  <a:pt x="1542765" y="123047"/>
                  <a:pt x="1534166" y="123047"/>
                </a:cubicBezTo>
                <a:cubicBezTo>
                  <a:pt x="1524831" y="123047"/>
                  <a:pt x="1516840" y="119420"/>
                  <a:pt x="1510193" y="112166"/>
                </a:cubicBezTo>
                <a:cubicBezTo>
                  <a:pt x="1503546" y="104911"/>
                  <a:pt x="1500222" y="95157"/>
                  <a:pt x="1500222" y="82905"/>
                </a:cubicBezTo>
                <a:cubicBezTo>
                  <a:pt x="1500222" y="69639"/>
                  <a:pt x="1503630" y="59294"/>
                  <a:pt x="1510447" y="51871"/>
                </a:cubicBezTo>
                <a:cubicBezTo>
                  <a:pt x="1517265" y="44445"/>
                  <a:pt x="1525821" y="40733"/>
                  <a:pt x="1536118" y="40733"/>
                </a:cubicBezTo>
                <a:cubicBezTo>
                  <a:pt x="1544830" y="40733"/>
                  <a:pt x="1551986" y="43597"/>
                  <a:pt x="1557587" y="49325"/>
                </a:cubicBezTo>
                <a:cubicBezTo>
                  <a:pt x="1563188" y="55051"/>
                  <a:pt x="1565988" y="62710"/>
                  <a:pt x="1565988" y="72301"/>
                </a:cubicBezTo>
                <a:lnTo>
                  <a:pt x="1512272" y="72301"/>
                </a:lnTo>
                <a:moveTo>
                  <a:pt x="1512272" y="67379"/>
                </a:moveTo>
                <a:lnTo>
                  <a:pt x="1548253" y="67379"/>
                </a:lnTo>
                <a:cubicBezTo>
                  <a:pt x="1547970" y="62400"/>
                  <a:pt x="1547376" y="58893"/>
                  <a:pt x="1546470" y="56856"/>
                </a:cubicBezTo>
                <a:cubicBezTo>
                  <a:pt x="1545056" y="53688"/>
                  <a:pt x="1542949" y="51199"/>
                  <a:pt x="1540148" y="49388"/>
                </a:cubicBezTo>
                <a:cubicBezTo>
                  <a:pt x="1537348" y="47578"/>
                  <a:pt x="1534420" y="46673"/>
                  <a:pt x="1531365" y="46673"/>
                </a:cubicBezTo>
                <a:cubicBezTo>
                  <a:pt x="1526670" y="46673"/>
                  <a:pt x="1522469" y="48497"/>
                  <a:pt x="1518764" y="52146"/>
                </a:cubicBezTo>
                <a:cubicBezTo>
                  <a:pt x="1515058" y="55795"/>
                  <a:pt x="1512894" y="60873"/>
                  <a:pt x="1512272" y="67379"/>
                </a:cubicBezTo>
                <a:close/>
                <a:moveTo>
                  <a:pt x="1626605" y="40733"/>
                </a:moveTo>
                <a:lnTo>
                  <a:pt x="1626605" y="67039"/>
                </a:lnTo>
                <a:lnTo>
                  <a:pt x="1623804" y="67039"/>
                </a:lnTo>
                <a:cubicBezTo>
                  <a:pt x="1621654" y="58788"/>
                  <a:pt x="1618896" y="53176"/>
                  <a:pt x="1615530" y="50203"/>
                </a:cubicBezTo>
                <a:cubicBezTo>
                  <a:pt x="1612164" y="47227"/>
                  <a:pt x="1607879" y="45739"/>
                  <a:pt x="1602674" y="45739"/>
                </a:cubicBezTo>
                <a:cubicBezTo>
                  <a:pt x="1598714" y="45739"/>
                  <a:pt x="1595518" y="46785"/>
                  <a:pt x="1593085" y="48877"/>
                </a:cubicBezTo>
                <a:cubicBezTo>
                  <a:pt x="1590652" y="50966"/>
                  <a:pt x="1589436" y="53283"/>
                  <a:pt x="1589436" y="55827"/>
                </a:cubicBezTo>
                <a:cubicBezTo>
                  <a:pt x="1589436" y="58992"/>
                  <a:pt x="1590341" y="61704"/>
                  <a:pt x="1592151" y="63963"/>
                </a:cubicBezTo>
                <a:cubicBezTo>
                  <a:pt x="1593905" y="66281"/>
                  <a:pt x="1597469" y="68739"/>
                  <a:pt x="1602844" y="71338"/>
                </a:cubicBezTo>
                <a:lnTo>
                  <a:pt x="1615233" y="77358"/>
                </a:lnTo>
                <a:cubicBezTo>
                  <a:pt x="1626718" y="82951"/>
                  <a:pt x="1632460" y="90326"/>
                  <a:pt x="1632460" y="99482"/>
                </a:cubicBezTo>
                <a:cubicBezTo>
                  <a:pt x="1632460" y="106545"/>
                  <a:pt x="1629787" y="112239"/>
                  <a:pt x="1624441" y="116563"/>
                </a:cubicBezTo>
                <a:cubicBezTo>
                  <a:pt x="1619094" y="120885"/>
                  <a:pt x="1613112" y="123047"/>
                  <a:pt x="1606493" y="123047"/>
                </a:cubicBezTo>
                <a:cubicBezTo>
                  <a:pt x="1601741" y="123047"/>
                  <a:pt x="1596310" y="122198"/>
                  <a:pt x="1590200" y="120501"/>
                </a:cubicBezTo>
                <a:cubicBezTo>
                  <a:pt x="1588333" y="119935"/>
                  <a:pt x="1586805" y="119652"/>
                  <a:pt x="1585617" y="119652"/>
                </a:cubicBezTo>
                <a:cubicBezTo>
                  <a:pt x="1584316" y="119652"/>
                  <a:pt x="1583298" y="120388"/>
                  <a:pt x="1582562" y="121859"/>
                </a:cubicBezTo>
                <a:lnTo>
                  <a:pt x="1579762" y="121859"/>
                </a:lnTo>
                <a:lnTo>
                  <a:pt x="1579762" y="94025"/>
                </a:lnTo>
                <a:lnTo>
                  <a:pt x="1582562" y="94025"/>
                </a:lnTo>
                <a:cubicBezTo>
                  <a:pt x="1584146" y="101973"/>
                  <a:pt x="1587173" y="107963"/>
                  <a:pt x="1591642" y="111994"/>
                </a:cubicBezTo>
                <a:cubicBezTo>
                  <a:pt x="1596112" y="116025"/>
                  <a:pt x="1601118" y="118040"/>
                  <a:pt x="1606663" y="118040"/>
                </a:cubicBezTo>
                <a:cubicBezTo>
                  <a:pt x="1610566" y="118040"/>
                  <a:pt x="1613748" y="116896"/>
                  <a:pt x="1616209" y="114608"/>
                </a:cubicBezTo>
                <a:cubicBezTo>
                  <a:pt x="1618670" y="112319"/>
                  <a:pt x="1619901" y="109564"/>
                  <a:pt x="1619901" y="106343"/>
                </a:cubicBezTo>
                <a:cubicBezTo>
                  <a:pt x="1619901" y="102443"/>
                  <a:pt x="1618529" y="99165"/>
                  <a:pt x="1615785" y="96509"/>
                </a:cubicBezTo>
                <a:cubicBezTo>
                  <a:pt x="1613041" y="93854"/>
                  <a:pt x="1607568" y="90492"/>
                  <a:pt x="1599365" y="86424"/>
                </a:cubicBezTo>
                <a:cubicBezTo>
                  <a:pt x="1591161" y="82355"/>
                  <a:pt x="1585787" y="78681"/>
                  <a:pt x="1583241" y="75403"/>
                </a:cubicBezTo>
                <a:cubicBezTo>
                  <a:pt x="1580695" y="72182"/>
                  <a:pt x="1579423" y="68113"/>
                  <a:pt x="1579423" y="63197"/>
                </a:cubicBezTo>
                <a:cubicBezTo>
                  <a:pt x="1579423" y="56811"/>
                  <a:pt x="1581615" y="51471"/>
                  <a:pt x="1585999" y="47177"/>
                </a:cubicBezTo>
                <a:cubicBezTo>
                  <a:pt x="1590384" y="42881"/>
                  <a:pt x="1596055" y="40733"/>
                  <a:pt x="1603014" y="40733"/>
                </a:cubicBezTo>
                <a:cubicBezTo>
                  <a:pt x="1606069" y="40733"/>
                  <a:pt x="1609774" y="41383"/>
                  <a:pt x="1614130" y="42684"/>
                </a:cubicBezTo>
                <a:cubicBezTo>
                  <a:pt x="1617015" y="43533"/>
                  <a:pt x="1618939" y="43957"/>
                  <a:pt x="1619901" y="43957"/>
                </a:cubicBezTo>
                <a:cubicBezTo>
                  <a:pt x="1620806" y="43957"/>
                  <a:pt x="1621513" y="43759"/>
                  <a:pt x="1622022" y="43363"/>
                </a:cubicBezTo>
                <a:cubicBezTo>
                  <a:pt x="1622531" y="42967"/>
                  <a:pt x="1623125" y="42090"/>
                  <a:pt x="1623804" y="40733"/>
                </a:cubicBezTo>
                <a:lnTo>
                  <a:pt x="1626605" y="40733"/>
                </a:lnTo>
                <a:close/>
                <a:moveTo>
                  <a:pt x="1642507" y="3564"/>
                </a:moveTo>
                <a:lnTo>
                  <a:pt x="1642507" y="0"/>
                </a:lnTo>
                <a:cubicBezTo>
                  <a:pt x="1651107" y="4243"/>
                  <a:pt x="1658263" y="9250"/>
                  <a:pt x="1663977" y="15020"/>
                </a:cubicBezTo>
                <a:cubicBezTo>
                  <a:pt x="1672067" y="23280"/>
                  <a:pt x="1678318" y="32968"/>
                  <a:pt x="1682731" y="44085"/>
                </a:cubicBezTo>
                <a:cubicBezTo>
                  <a:pt x="1687144" y="55201"/>
                  <a:pt x="1689350" y="66785"/>
                  <a:pt x="1689350" y="78835"/>
                </a:cubicBezTo>
                <a:cubicBezTo>
                  <a:pt x="1689350" y="96372"/>
                  <a:pt x="1685036" y="112369"/>
                  <a:pt x="1676409" y="126823"/>
                </a:cubicBezTo>
                <a:cubicBezTo>
                  <a:pt x="1667781" y="141277"/>
                  <a:pt x="1656481" y="151616"/>
                  <a:pt x="1642507" y="157839"/>
                </a:cubicBezTo>
                <a:lnTo>
                  <a:pt x="1642507" y="154699"/>
                </a:lnTo>
                <a:cubicBezTo>
                  <a:pt x="1649466" y="150796"/>
                  <a:pt x="1655194" y="145520"/>
                  <a:pt x="1659691" y="138873"/>
                </a:cubicBezTo>
                <a:cubicBezTo>
                  <a:pt x="1664189" y="132226"/>
                  <a:pt x="1667527" y="123768"/>
                  <a:pt x="1669705" y="113500"/>
                </a:cubicBezTo>
                <a:cubicBezTo>
                  <a:pt x="1671883" y="103232"/>
                  <a:pt x="1672972" y="92525"/>
                  <a:pt x="1672972" y="81381"/>
                </a:cubicBezTo>
                <a:cubicBezTo>
                  <a:pt x="1672972" y="69330"/>
                  <a:pt x="1672039" y="58327"/>
                  <a:pt x="1670172" y="48370"/>
                </a:cubicBezTo>
                <a:cubicBezTo>
                  <a:pt x="1668757" y="40563"/>
                  <a:pt x="1666989" y="34312"/>
                  <a:pt x="1664868" y="29616"/>
                </a:cubicBezTo>
                <a:cubicBezTo>
                  <a:pt x="1662746" y="24920"/>
                  <a:pt x="1659932" y="20395"/>
                  <a:pt x="1656424" y="16039"/>
                </a:cubicBezTo>
                <a:cubicBezTo>
                  <a:pt x="1652917" y="11682"/>
                  <a:pt x="1648278" y="7524"/>
                  <a:pt x="1642507" y="3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58996-4B7C-4CD3-B0C7-8FA6CC49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7589933"/>
            <a:ext cx="1898353" cy="267374"/>
          </a:xfrm>
          <a:custGeom xmlns:a="http://schemas.openxmlformats.org/drawingml/2006/main">
            <a:pathLst>
              <a:path w="1898353" h="267374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C925C-C54F-4706-86B3-3C8701DA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7589933"/>
            <a:ext cx="1898353" cy="267374"/>
          </a:xfrm>
          <a:custGeom xmlns:a="http://schemas.openxmlformats.org/drawingml/2006/main">
            <a:pathLst>
              <a:path w="1898353" h="267374" fill="none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45" name="Text 99codes(124samples)">
            <a:extLst xmlns:a="http://schemas.openxmlformats.org/drawingml/2006/main">
              <a:ext uri="{FF2B5EF4-FFF2-40B4-BE49-F238E27FC236}">
                <a16:creationId xmlns:a16="http://schemas.microsoft.com/office/drawing/2014/main" id="{E5595813-EAA0-4701-A02C-4FAEFC20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98" y="7663108"/>
            <a:ext cx="1622422" cy="157839"/>
          </a:xfrm>
          <a:custGeom xmlns:a="http://schemas.openxmlformats.org/drawingml/2006/main">
            <a:pathLst>
              <a:path w="1622422" h="157839">
                <a:moveTo>
                  <a:pt x="2291" y="123047"/>
                </a:moveTo>
                <a:lnTo>
                  <a:pt x="2291" y="119907"/>
                </a:lnTo>
                <a:cubicBezTo>
                  <a:pt x="9646" y="119794"/>
                  <a:pt x="16491" y="118082"/>
                  <a:pt x="22827" y="114773"/>
                </a:cubicBezTo>
                <a:cubicBezTo>
                  <a:pt x="29163" y="111463"/>
                  <a:pt x="35288" y="105679"/>
                  <a:pt x="41199" y="97419"/>
                </a:cubicBezTo>
                <a:cubicBezTo>
                  <a:pt x="47111" y="89159"/>
                  <a:pt x="51227" y="80079"/>
                  <a:pt x="53547" y="70179"/>
                </a:cubicBezTo>
                <a:cubicBezTo>
                  <a:pt x="44665" y="75893"/>
                  <a:pt x="36631" y="78750"/>
                  <a:pt x="29446" y="78750"/>
                </a:cubicBezTo>
                <a:cubicBezTo>
                  <a:pt x="21356" y="78750"/>
                  <a:pt x="14426" y="75624"/>
                  <a:pt x="8656" y="69373"/>
                </a:cubicBezTo>
                <a:cubicBezTo>
                  <a:pt x="2885" y="63122"/>
                  <a:pt x="0" y="54819"/>
                  <a:pt x="0" y="44467"/>
                </a:cubicBezTo>
                <a:cubicBezTo>
                  <a:pt x="0" y="34397"/>
                  <a:pt x="2885" y="25430"/>
                  <a:pt x="8656" y="17566"/>
                </a:cubicBezTo>
                <a:cubicBezTo>
                  <a:pt x="15614" y="8005"/>
                  <a:pt x="24694" y="3225"/>
                  <a:pt x="35896" y="3225"/>
                </a:cubicBezTo>
                <a:cubicBezTo>
                  <a:pt x="45343" y="3225"/>
                  <a:pt x="53433" y="7128"/>
                  <a:pt x="60166" y="14935"/>
                </a:cubicBezTo>
                <a:cubicBezTo>
                  <a:pt x="68425" y="24609"/>
                  <a:pt x="72555" y="36546"/>
                  <a:pt x="72555" y="50746"/>
                </a:cubicBezTo>
                <a:cubicBezTo>
                  <a:pt x="72555" y="63532"/>
                  <a:pt x="69415" y="75455"/>
                  <a:pt x="63136" y="86515"/>
                </a:cubicBezTo>
                <a:cubicBezTo>
                  <a:pt x="56856" y="97575"/>
                  <a:pt x="48116" y="106754"/>
                  <a:pt x="36914" y="114052"/>
                </a:cubicBezTo>
                <a:cubicBezTo>
                  <a:pt x="27806" y="120048"/>
                  <a:pt x="17877" y="123047"/>
                  <a:pt x="7128" y="123047"/>
                </a:cubicBezTo>
                <a:lnTo>
                  <a:pt x="2291" y="123047"/>
                </a:lnTo>
                <a:moveTo>
                  <a:pt x="54904" y="63833"/>
                </a:moveTo>
                <a:cubicBezTo>
                  <a:pt x="55923" y="56500"/>
                  <a:pt x="56432" y="50632"/>
                  <a:pt x="56432" y="46230"/>
                </a:cubicBezTo>
                <a:cubicBezTo>
                  <a:pt x="56432" y="40758"/>
                  <a:pt x="55498" y="34849"/>
                  <a:pt x="53631" y="28502"/>
                </a:cubicBezTo>
                <a:cubicBezTo>
                  <a:pt x="51764" y="22155"/>
                  <a:pt x="49120" y="17289"/>
                  <a:pt x="45697" y="13904"/>
                </a:cubicBezTo>
                <a:cubicBezTo>
                  <a:pt x="42274" y="10518"/>
                  <a:pt x="38385" y="8825"/>
                  <a:pt x="34029" y="8825"/>
                </a:cubicBezTo>
                <a:cubicBezTo>
                  <a:pt x="28994" y="8825"/>
                  <a:pt x="24581" y="11082"/>
                  <a:pt x="20791" y="15596"/>
                </a:cubicBezTo>
                <a:cubicBezTo>
                  <a:pt x="17000" y="20109"/>
                  <a:pt x="15105" y="26823"/>
                  <a:pt x="15105" y="35737"/>
                </a:cubicBezTo>
                <a:cubicBezTo>
                  <a:pt x="15105" y="47642"/>
                  <a:pt x="17623" y="56951"/>
                  <a:pt x="22658" y="63663"/>
                </a:cubicBezTo>
                <a:cubicBezTo>
                  <a:pt x="26335" y="68516"/>
                  <a:pt x="30861" y="70943"/>
                  <a:pt x="36235" y="70943"/>
                </a:cubicBezTo>
                <a:cubicBezTo>
                  <a:pt x="38838" y="70943"/>
                  <a:pt x="41921" y="70322"/>
                  <a:pt x="45485" y="69081"/>
                </a:cubicBezTo>
                <a:cubicBezTo>
                  <a:pt x="49049" y="67840"/>
                  <a:pt x="52189" y="66091"/>
                  <a:pt x="54904" y="63833"/>
                </a:cubicBezTo>
                <a:close/>
                <a:moveTo>
                  <a:pt x="89188" y="123047"/>
                </a:moveTo>
                <a:lnTo>
                  <a:pt x="89188" y="119907"/>
                </a:lnTo>
                <a:cubicBezTo>
                  <a:pt x="96542" y="119794"/>
                  <a:pt x="103388" y="118082"/>
                  <a:pt x="109724" y="114773"/>
                </a:cubicBezTo>
                <a:cubicBezTo>
                  <a:pt x="116060" y="111463"/>
                  <a:pt x="122184" y="105679"/>
                  <a:pt x="128096" y="97419"/>
                </a:cubicBezTo>
                <a:cubicBezTo>
                  <a:pt x="134008" y="89159"/>
                  <a:pt x="138123" y="80079"/>
                  <a:pt x="140443" y="70179"/>
                </a:cubicBezTo>
                <a:cubicBezTo>
                  <a:pt x="131561" y="75893"/>
                  <a:pt x="123528" y="78750"/>
                  <a:pt x="116343" y="78750"/>
                </a:cubicBezTo>
                <a:cubicBezTo>
                  <a:pt x="108253" y="78750"/>
                  <a:pt x="101323" y="75624"/>
                  <a:pt x="95552" y="69373"/>
                </a:cubicBezTo>
                <a:cubicBezTo>
                  <a:pt x="89782" y="63122"/>
                  <a:pt x="86896" y="54819"/>
                  <a:pt x="86896" y="44467"/>
                </a:cubicBezTo>
                <a:cubicBezTo>
                  <a:pt x="86896" y="34397"/>
                  <a:pt x="89782" y="25430"/>
                  <a:pt x="95552" y="17566"/>
                </a:cubicBezTo>
                <a:cubicBezTo>
                  <a:pt x="102511" y="8005"/>
                  <a:pt x="111591" y="3225"/>
                  <a:pt x="122792" y="3225"/>
                </a:cubicBezTo>
                <a:cubicBezTo>
                  <a:pt x="132240" y="3225"/>
                  <a:pt x="140330" y="7128"/>
                  <a:pt x="147062" y="14935"/>
                </a:cubicBezTo>
                <a:cubicBezTo>
                  <a:pt x="155322" y="24609"/>
                  <a:pt x="159452" y="36546"/>
                  <a:pt x="159452" y="50746"/>
                </a:cubicBezTo>
                <a:cubicBezTo>
                  <a:pt x="159452" y="63532"/>
                  <a:pt x="156312" y="75455"/>
                  <a:pt x="150032" y="86515"/>
                </a:cubicBezTo>
                <a:cubicBezTo>
                  <a:pt x="143753" y="97575"/>
                  <a:pt x="135012" y="106754"/>
                  <a:pt x="123810" y="114052"/>
                </a:cubicBezTo>
                <a:cubicBezTo>
                  <a:pt x="114702" y="120048"/>
                  <a:pt x="104774" y="123047"/>
                  <a:pt x="94025" y="123047"/>
                </a:cubicBezTo>
                <a:lnTo>
                  <a:pt x="89188" y="123047"/>
                </a:lnTo>
                <a:moveTo>
                  <a:pt x="141801" y="63833"/>
                </a:moveTo>
                <a:cubicBezTo>
                  <a:pt x="142819" y="56500"/>
                  <a:pt x="143328" y="50632"/>
                  <a:pt x="143328" y="46230"/>
                </a:cubicBezTo>
                <a:cubicBezTo>
                  <a:pt x="143328" y="40758"/>
                  <a:pt x="142395" y="34849"/>
                  <a:pt x="140528" y="28502"/>
                </a:cubicBezTo>
                <a:cubicBezTo>
                  <a:pt x="138661" y="22155"/>
                  <a:pt x="136016" y="17289"/>
                  <a:pt x="132593" y="13904"/>
                </a:cubicBezTo>
                <a:cubicBezTo>
                  <a:pt x="129171" y="10518"/>
                  <a:pt x="125281" y="8825"/>
                  <a:pt x="120925" y="8825"/>
                </a:cubicBezTo>
                <a:cubicBezTo>
                  <a:pt x="115890" y="8825"/>
                  <a:pt x="111477" y="11082"/>
                  <a:pt x="107687" y="15596"/>
                </a:cubicBezTo>
                <a:cubicBezTo>
                  <a:pt x="103897" y="20109"/>
                  <a:pt x="102001" y="26823"/>
                  <a:pt x="102001" y="35737"/>
                </a:cubicBezTo>
                <a:cubicBezTo>
                  <a:pt x="102001" y="47642"/>
                  <a:pt x="104519" y="56951"/>
                  <a:pt x="109554" y="63663"/>
                </a:cubicBezTo>
                <a:cubicBezTo>
                  <a:pt x="113231" y="68516"/>
                  <a:pt x="117757" y="70943"/>
                  <a:pt x="123132" y="70943"/>
                </a:cubicBezTo>
                <a:cubicBezTo>
                  <a:pt x="125734" y="70943"/>
                  <a:pt x="128817" y="70322"/>
                  <a:pt x="132381" y="69081"/>
                </a:cubicBezTo>
                <a:cubicBezTo>
                  <a:pt x="135945" y="67840"/>
                  <a:pt x="139085" y="66091"/>
                  <a:pt x="141801" y="63833"/>
                </a:cubicBezTo>
                <a:close/>
                <a:moveTo>
                  <a:pt x="281819" y="91139"/>
                </a:moveTo>
                <a:cubicBezTo>
                  <a:pt x="279726" y="101379"/>
                  <a:pt x="275625" y="109257"/>
                  <a:pt x="269515" y="114773"/>
                </a:cubicBezTo>
                <a:cubicBezTo>
                  <a:pt x="263405" y="120289"/>
                  <a:pt x="256644" y="123047"/>
                  <a:pt x="249233" y="123047"/>
                </a:cubicBezTo>
                <a:cubicBezTo>
                  <a:pt x="240408" y="123047"/>
                  <a:pt x="232714" y="119346"/>
                  <a:pt x="226151" y="111943"/>
                </a:cubicBezTo>
                <a:cubicBezTo>
                  <a:pt x="219589" y="104539"/>
                  <a:pt x="216308" y="94536"/>
                  <a:pt x="216308" y="81932"/>
                </a:cubicBezTo>
                <a:cubicBezTo>
                  <a:pt x="216308" y="69725"/>
                  <a:pt x="219942" y="59807"/>
                  <a:pt x="227212" y="52178"/>
                </a:cubicBezTo>
                <a:cubicBezTo>
                  <a:pt x="234482" y="44548"/>
                  <a:pt x="243208" y="40733"/>
                  <a:pt x="253391" y="40733"/>
                </a:cubicBezTo>
                <a:cubicBezTo>
                  <a:pt x="261029" y="40733"/>
                  <a:pt x="267308" y="42749"/>
                  <a:pt x="272230" y="46782"/>
                </a:cubicBezTo>
                <a:cubicBezTo>
                  <a:pt x="277152" y="50812"/>
                  <a:pt x="279613" y="54999"/>
                  <a:pt x="279613" y="59341"/>
                </a:cubicBezTo>
                <a:cubicBezTo>
                  <a:pt x="279613" y="61484"/>
                  <a:pt x="278920" y="63218"/>
                  <a:pt x="277534" y="64544"/>
                </a:cubicBezTo>
                <a:cubicBezTo>
                  <a:pt x="276148" y="65868"/>
                  <a:pt x="274210" y="66530"/>
                  <a:pt x="271721" y="66530"/>
                </a:cubicBezTo>
                <a:cubicBezTo>
                  <a:pt x="268383" y="66530"/>
                  <a:pt x="265866" y="65455"/>
                  <a:pt x="264169" y="63305"/>
                </a:cubicBezTo>
                <a:cubicBezTo>
                  <a:pt x="263207" y="62117"/>
                  <a:pt x="262570" y="59854"/>
                  <a:pt x="262259" y="56517"/>
                </a:cubicBezTo>
                <a:cubicBezTo>
                  <a:pt x="261948" y="53179"/>
                  <a:pt x="260802" y="50633"/>
                  <a:pt x="258822" y="48879"/>
                </a:cubicBezTo>
                <a:cubicBezTo>
                  <a:pt x="256842" y="47182"/>
                  <a:pt x="254099" y="46333"/>
                  <a:pt x="250591" y="46333"/>
                </a:cubicBezTo>
                <a:cubicBezTo>
                  <a:pt x="244934" y="46333"/>
                  <a:pt x="240380" y="48427"/>
                  <a:pt x="236929" y="52613"/>
                </a:cubicBezTo>
                <a:cubicBezTo>
                  <a:pt x="232346" y="58157"/>
                  <a:pt x="230055" y="65483"/>
                  <a:pt x="230055" y="74592"/>
                </a:cubicBezTo>
                <a:cubicBezTo>
                  <a:pt x="230055" y="83870"/>
                  <a:pt x="232332" y="92059"/>
                  <a:pt x="236886" y="99159"/>
                </a:cubicBezTo>
                <a:cubicBezTo>
                  <a:pt x="241440" y="106259"/>
                  <a:pt x="247593" y="109809"/>
                  <a:pt x="255343" y="109809"/>
                </a:cubicBezTo>
                <a:cubicBezTo>
                  <a:pt x="260887" y="109809"/>
                  <a:pt x="265866" y="107913"/>
                  <a:pt x="270279" y="104123"/>
                </a:cubicBezTo>
                <a:cubicBezTo>
                  <a:pt x="273390" y="101521"/>
                  <a:pt x="276417" y="96797"/>
                  <a:pt x="279359" y="89951"/>
                </a:cubicBezTo>
                <a:lnTo>
                  <a:pt x="281819" y="91139"/>
                </a:lnTo>
                <a:close/>
                <a:moveTo>
                  <a:pt x="330980" y="40733"/>
                </a:moveTo>
                <a:cubicBezTo>
                  <a:pt x="342747" y="40733"/>
                  <a:pt x="352195" y="45198"/>
                  <a:pt x="359323" y="54127"/>
                </a:cubicBezTo>
                <a:cubicBezTo>
                  <a:pt x="365376" y="61756"/>
                  <a:pt x="368403" y="70516"/>
                  <a:pt x="368403" y="80407"/>
                </a:cubicBezTo>
                <a:cubicBezTo>
                  <a:pt x="368403" y="87359"/>
                  <a:pt x="366734" y="94395"/>
                  <a:pt x="363396" y="101516"/>
                </a:cubicBezTo>
                <a:cubicBezTo>
                  <a:pt x="360058" y="108636"/>
                  <a:pt x="355462" y="114004"/>
                  <a:pt x="349606" y="117621"/>
                </a:cubicBezTo>
                <a:cubicBezTo>
                  <a:pt x="343751" y="121238"/>
                  <a:pt x="337231" y="123047"/>
                  <a:pt x="330046" y="123047"/>
                </a:cubicBezTo>
                <a:cubicBezTo>
                  <a:pt x="318336" y="123047"/>
                  <a:pt x="309029" y="118384"/>
                  <a:pt x="302127" y="109058"/>
                </a:cubicBezTo>
                <a:cubicBezTo>
                  <a:pt x="296300" y="101203"/>
                  <a:pt x="293387" y="92388"/>
                  <a:pt x="293387" y="82611"/>
                </a:cubicBezTo>
                <a:cubicBezTo>
                  <a:pt x="293387" y="75490"/>
                  <a:pt x="295155" y="68411"/>
                  <a:pt x="298691" y="61375"/>
                </a:cubicBezTo>
                <a:cubicBezTo>
                  <a:pt x="302226" y="54339"/>
                  <a:pt x="306880" y="49139"/>
                  <a:pt x="312650" y="45777"/>
                </a:cubicBezTo>
                <a:cubicBezTo>
                  <a:pt x="318420" y="42414"/>
                  <a:pt x="324530" y="40733"/>
                  <a:pt x="330980" y="40733"/>
                </a:cubicBezTo>
                <a:moveTo>
                  <a:pt x="328349" y="46333"/>
                </a:moveTo>
                <a:cubicBezTo>
                  <a:pt x="325351" y="46333"/>
                  <a:pt x="322338" y="47224"/>
                  <a:pt x="319311" y="49004"/>
                </a:cubicBezTo>
                <a:cubicBezTo>
                  <a:pt x="316285" y="50784"/>
                  <a:pt x="313838" y="53906"/>
                  <a:pt x="311971" y="58370"/>
                </a:cubicBezTo>
                <a:cubicBezTo>
                  <a:pt x="310104" y="62834"/>
                  <a:pt x="309171" y="68569"/>
                  <a:pt x="309171" y="75576"/>
                </a:cubicBezTo>
                <a:cubicBezTo>
                  <a:pt x="309171" y="86876"/>
                  <a:pt x="311420" y="96624"/>
                  <a:pt x="315917" y="104818"/>
                </a:cubicBezTo>
                <a:cubicBezTo>
                  <a:pt x="320415" y="113010"/>
                  <a:pt x="326341" y="117107"/>
                  <a:pt x="333695" y="117107"/>
                </a:cubicBezTo>
                <a:cubicBezTo>
                  <a:pt x="339183" y="117107"/>
                  <a:pt x="343709" y="114846"/>
                  <a:pt x="347273" y="110326"/>
                </a:cubicBezTo>
                <a:cubicBezTo>
                  <a:pt x="350837" y="105805"/>
                  <a:pt x="352619" y="98036"/>
                  <a:pt x="352619" y="87018"/>
                </a:cubicBezTo>
                <a:cubicBezTo>
                  <a:pt x="352619" y="73230"/>
                  <a:pt x="349649" y="62381"/>
                  <a:pt x="343709" y="54469"/>
                </a:cubicBezTo>
                <a:cubicBezTo>
                  <a:pt x="339692" y="49045"/>
                  <a:pt x="334572" y="46333"/>
                  <a:pt x="328349" y="46333"/>
                </a:cubicBezTo>
                <a:close/>
                <a:moveTo>
                  <a:pt x="434763" y="111930"/>
                </a:moveTo>
                <a:cubicBezTo>
                  <a:pt x="430973" y="115890"/>
                  <a:pt x="427267" y="118733"/>
                  <a:pt x="423647" y="120459"/>
                </a:cubicBezTo>
                <a:cubicBezTo>
                  <a:pt x="420026" y="122184"/>
                  <a:pt x="416122" y="123047"/>
                  <a:pt x="411936" y="123047"/>
                </a:cubicBezTo>
                <a:cubicBezTo>
                  <a:pt x="403450" y="123047"/>
                  <a:pt x="396039" y="119505"/>
                  <a:pt x="389703" y="112421"/>
                </a:cubicBezTo>
                <a:cubicBezTo>
                  <a:pt x="383366" y="105335"/>
                  <a:pt x="380198" y="96230"/>
                  <a:pt x="380198" y="85106"/>
                </a:cubicBezTo>
                <a:cubicBezTo>
                  <a:pt x="380198" y="73984"/>
                  <a:pt x="383706" y="63808"/>
                  <a:pt x="390721" y="54578"/>
                </a:cubicBezTo>
                <a:cubicBezTo>
                  <a:pt x="397736" y="45348"/>
                  <a:pt x="406760" y="40733"/>
                  <a:pt x="417791" y="40733"/>
                </a:cubicBezTo>
                <a:cubicBezTo>
                  <a:pt x="424637" y="40733"/>
                  <a:pt x="430294" y="42911"/>
                  <a:pt x="434763" y="47267"/>
                </a:cubicBezTo>
                <a:lnTo>
                  <a:pt x="434763" y="32894"/>
                </a:lnTo>
                <a:cubicBezTo>
                  <a:pt x="434763" y="23975"/>
                  <a:pt x="434551" y="18492"/>
                  <a:pt x="434127" y="16447"/>
                </a:cubicBezTo>
                <a:cubicBezTo>
                  <a:pt x="433703" y="14401"/>
                  <a:pt x="433038" y="13010"/>
                  <a:pt x="432133" y="12273"/>
                </a:cubicBezTo>
                <a:cubicBezTo>
                  <a:pt x="431227" y="11534"/>
                  <a:pt x="430096" y="11164"/>
                  <a:pt x="428738" y="11164"/>
                </a:cubicBezTo>
                <a:cubicBezTo>
                  <a:pt x="427267" y="11164"/>
                  <a:pt x="425316" y="11619"/>
                  <a:pt x="422883" y="12527"/>
                </a:cubicBezTo>
                <a:lnTo>
                  <a:pt x="421780" y="9544"/>
                </a:lnTo>
                <a:lnTo>
                  <a:pt x="444946" y="0"/>
                </a:lnTo>
                <a:lnTo>
                  <a:pt x="448765" y="0"/>
                </a:lnTo>
                <a:lnTo>
                  <a:pt x="448765" y="89867"/>
                </a:lnTo>
                <a:cubicBezTo>
                  <a:pt x="448765" y="98975"/>
                  <a:pt x="448977" y="104533"/>
                  <a:pt x="449402" y="106541"/>
                </a:cubicBezTo>
                <a:cubicBezTo>
                  <a:pt x="449826" y="108550"/>
                  <a:pt x="450505" y="109950"/>
                  <a:pt x="451438" y="110742"/>
                </a:cubicBezTo>
                <a:cubicBezTo>
                  <a:pt x="452372" y="111534"/>
                  <a:pt x="453461" y="111930"/>
                  <a:pt x="454705" y="111930"/>
                </a:cubicBezTo>
                <a:cubicBezTo>
                  <a:pt x="456233" y="111930"/>
                  <a:pt x="458269" y="111449"/>
                  <a:pt x="460815" y="110487"/>
                </a:cubicBezTo>
                <a:lnTo>
                  <a:pt x="461749" y="113458"/>
                </a:lnTo>
                <a:lnTo>
                  <a:pt x="438667" y="123047"/>
                </a:lnTo>
                <a:lnTo>
                  <a:pt x="434763" y="123047"/>
                </a:lnTo>
                <a:lnTo>
                  <a:pt x="434763" y="111930"/>
                </a:lnTo>
                <a:moveTo>
                  <a:pt x="434763" y="106008"/>
                </a:moveTo>
                <a:lnTo>
                  <a:pt x="434763" y="66055"/>
                </a:lnTo>
                <a:cubicBezTo>
                  <a:pt x="434424" y="62217"/>
                  <a:pt x="433405" y="58719"/>
                  <a:pt x="431708" y="55559"/>
                </a:cubicBezTo>
                <a:cubicBezTo>
                  <a:pt x="430011" y="52398"/>
                  <a:pt x="427762" y="50014"/>
                  <a:pt x="424962" y="48407"/>
                </a:cubicBezTo>
                <a:cubicBezTo>
                  <a:pt x="422162" y="46798"/>
                  <a:pt x="419432" y="45994"/>
                  <a:pt x="416773" y="45994"/>
                </a:cubicBezTo>
                <a:cubicBezTo>
                  <a:pt x="411795" y="45994"/>
                  <a:pt x="407354" y="48223"/>
                  <a:pt x="403450" y="52682"/>
                </a:cubicBezTo>
                <a:cubicBezTo>
                  <a:pt x="398302" y="58550"/>
                  <a:pt x="395728" y="67127"/>
                  <a:pt x="395728" y="78413"/>
                </a:cubicBezTo>
                <a:cubicBezTo>
                  <a:pt x="395728" y="89813"/>
                  <a:pt x="398217" y="98546"/>
                  <a:pt x="403195" y="104614"/>
                </a:cubicBezTo>
                <a:cubicBezTo>
                  <a:pt x="408174" y="110679"/>
                  <a:pt x="413718" y="113712"/>
                  <a:pt x="419828" y="113712"/>
                </a:cubicBezTo>
                <a:cubicBezTo>
                  <a:pt x="424976" y="113712"/>
                  <a:pt x="429955" y="111144"/>
                  <a:pt x="434763" y="106008"/>
                </a:cubicBezTo>
                <a:close/>
                <a:moveTo>
                  <a:pt x="479824" y="72301"/>
                </a:moveTo>
                <a:cubicBezTo>
                  <a:pt x="479767" y="83815"/>
                  <a:pt x="482568" y="92846"/>
                  <a:pt x="488225" y="99395"/>
                </a:cubicBezTo>
                <a:cubicBezTo>
                  <a:pt x="493882" y="105941"/>
                  <a:pt x="500530" y="109215"/>
                  <a:pt x="508167" y="109215"/>
                </a:cubicBezTo>
                <a:cubicBezTo>
                  <a:pt x="513259" y="109215"/>
                  <a:pt x="517685" y="107814"/>
                  <a:pt x="521448" y="105014"/>
                </a:cubicBezTo>
                <a:cubicBezTo>
                  <a:pt x="525210" y="102214"/>
                  <a:pt x="528364" y="97419"/>
                  <a:pt x="530909" y="90630"/>
                </a:cubicBezTo>
                <a:lnTo>
                  <a:pt x="533540" y="92327"/>
                </a:lnTo>
                <a:cubicBezTo>
                  <a:pt x="532352" y="100078"/>
                  <a:pt x="528901" y="107136"/>
                  <a:pt x="523187" y="113500"/>
                </a:cubicBezTo>
                <a:cubicBezTo>
                  <a:pt x="517473" y="119864"/>
                  <a:pt x="510317" y="123047"/>
                  <a:pt x="501718" y="123047"/>
                </a:cubicBezTo>
                <a:cubicBezTo>
                  <a:pt x="492383" y="123047"/>
                  <a:pt x="484392" y="119420"/>
                  <a:pt x="477745" y="112166"/>
                </a:cubicBezTo>
                <a:cubicBezTo>
                  <a:pt x="471097" y="104911"/>
                  <a:pt x="467774" y="95157"/>
                  <a:pt x="467774" y="82905"/>
                </a:cubicBezTo>
                <a:cubicBezTo>
                  <a:pt x="467774" y="69639"/>
                  <a:pt x="471182" y="59294"/>
                  <a:pt x="477999" y="51871"/>
                </a:cubicBezTo>
                <a:cubicBezTo>
                  <a:pt x="484816" y="44445"/>
                  <a:pt x="493373" y="40733"/>
                  <a:pt x="503669" y="40733"/>
                </a:cubicBezTo>
                <a:cubicBezTo>
                  <a:pt x="512382" y="40733"/>
                  <a:pt x="519538" y="43597"/>
                  <a:pt x="525139" y="49325"/>
                </a:cubicBezTo>
                <a:cubicBezTo>
                  <a:pt x="530740" y="55051"/>
                  <a:pt x="533540" y="62710"/>
                  <a:pt x="533540" y="72301"/>
                </a:cubicBezTo>
                <a:lnTo>
                  <a:pt x="479824" y="72301"/>
                </a:lnTo>
                <a:moveTo>
                  <a:pt x="479824" y="67379"/>
                </a:moveTo>
                <a:lnTo>
                  <a:pt x="515804" y="67379"/>
                </a:lnTo>
                <a:cubicBezTo>
                  <a:pt x="515522" y="62400"/>
                  <a:pt x="514928" y="58893"/>
                  <a:pt x="514022" y="56856"/>
                </a:cubicBezTo>
                <a:cubicBezTo>
                  <a:pt x="512608" y="53688"/>
                  <a:pt x="510501" y="51199"/>
                  <a:pt x="507700" y="49388"/>
                </a:cubicBezTo>
                <a:cubicBezTo>
                  <a:pt x="504900" y="47578"/>
                  <a:pt x="501972" y="46673"/>
                  <a:pt x="498917" y="46673"/>
                </a:cubicBezTo>
                <a:cubicBezTo>
                  <a:pt x="494222" y="46673"/>
                  <a:pt x="490021" y="48497"/>
                  <a:pt x="486316" y="52146"/>
                </a:cubicBezTo>
                <a:cubicBezTo>
                  <a:pt x="482610" y="55795"/>
                  <a:pt x="480446" y="60873"/>
                  <a:pt x="479824" y="67379"/>
                </a:cubicBezTo>
                <a:close/>
                <a:moveTo>
                  <a:pt x="594156" y="40733"/>
                </a:moveTo>
                <a:lnTo>
                  <a:pt x="594156" y="67039"/>
                </a:lnTo>
                <a:lnTo>
                  <a:pt x="591356" y="67039"/>
                </a:lnTo>
                <a:cubicBezTo>
                  <a:pt x="589206" y="58788"/>
                  <a:pt x="586448" y="53176"/>
                  <a:pt x="583082" y="50203"/>
                </a:cubicBezTo>
                <a:cubicBezTo>
                  <a:pt x="579716" y="47227"/>
                  <a:pt x="575431" y="45739"/>
                  <a:pt x="570226" y="45739"/>
                </a:cubicBezTo>
                <a:cubicBezTo>
                  <a:pt x="566266" y="45739"/>
                  <a:pt x="563069" y="46785"/>
                  <a:pt x="560637" y="48877"/>
                </a:cubicBezTo>
                <a:cubicBezTo>
                  <a:pt x="558204" y="50966"/>
                  <a:pt x="556988" y="53283"/>
                  <a:pt x="556988" y="55827"/>
                </a:cubicBezTo>
                <a:cubicBezTo>
                  <a:pt x="556988" y="58992"/>
                  <a:pt x="557893" y="61704"/>
                  <a:pt x="559703" y="63963"/>
                </a:cubicBezTo>
                <a:cubicBezTo>
                  <a:pt x="561457" y="66281"/>
                  <a:pt x="565021" y="68739"/>
                  <a:pt x="570396" y="71338"/>
                </a:cubicBezTo>
                <a:lnTo>
                  <a:pt x="582785" y="77358"/>
                </a:lnTo>
                <a:cubicBezTo>
                  <a:pt x="594270" y="82951"/>
                  <a:pt x="600012" y="90326"/>
                  <a:pt x="600012" y="99482"/>
                </a:cubicBezTo>
                <a:cubicBezTo>
                  <a:pt x="600012" y="106545"/>
                  <a:pt x="597339" y="112239"/>
                  <a:pt x="591993" y="116563"/>
                </a:cubicBezTo>
                <a:cubicBezTo>
                  <a:pt x="586646" y="120885"/>
                  <a:pt x="580664" y="123047"/>
                  <a:pt x="574045" y="123047"/>
                </a:cubicBezTo>
                <a:cubicBezTo>
                  <a:pt x="569293" y="123047"/>
                  <a:pt x="563862" y="122198"/>
                  <a:pt x="557752" y="120501"/>
                </a:cubicBezTo>
                <a:cubicBezTo>
                  <a:pt x="555885" y="119935"/>
                  <a:pt x="554357" y="119652"/>
                  <a:pt x="553169" y="119652"/>
                </a:cubicBezTo>
                <a:cubicBezTo>
                  <a:pt x="551868" y="119652"/>
                  <a:pt x="550850" y="120388"/>
                  <a:pt x="550114" y="121859"/>
                </a:cubicBezTo>
                <a:lnTo>
                  <a:pt x="547314" y="121859"/>
                </a:lnTo>
                <a:lnTo>
                  <a:pt x="547314" y="94025"/>
                </a:lnTo>
                <a:lnTo>
                  <a:pt x="550114" y="94025"/>
                </a:lnTo>
                <a:cubicBezTo>
                  <a:pt x="551698" y="101973"/>
                  <a:pt x="554725" y="107963"/>
                  <a:pt x="559194" y="111994"/>
                </a:cubicBezTo>
                <a:cubicBezTo>
                  <a:pt x="563664" y="116025"/>
                  <a:pt x="568670" y="118040"/>
                  <a:pt x="574214" y="118040"/>
                </a:cubicBezTo>
                <a:cubicBezTo>
                  <a:pt x="578118" y="118040"/>
                  <a:pt x="581300" y="116896"/>
                  <a:pt x="583761" y="114608"/>
                </a:cubicBezTo>
                <a:cubicBezTo>
                  <a:pt x="586222" y="112319"/>
                  <a:pt x="587453" y="109564"/>
                  <a:pt x="587453" y="106343"/>
                </a:cubicBezTo>
                <a:cubicBezTo>
                  <a:pt x="587453" y="102443"/>
                  <a:pt x="586081" y="99165"/>
                  <a:pt x="583337" y="96509"/>
                </a:cubicBezTo>
                <a:cubicBezTo>
                  <a:pt x="580593" y="93854"/>
                  <a:pt x="575120" y="90492"/>
                  <a:pt x="566916" y="86424"/>
                </a:cubicBezTo>
                <a:cubicBezTo>
                  <a:pt x="558713" y="82355"/>
                  <a:pt x="553339" y="78681"/>
                  <a:pt x="550793" y="75403"/>
                </a:cubicBezTo>
                <a:cubicBezTo>
                  <a:pt x="548247" y="72182"/>
                  <a:pt x="546974" y="68113"/>
                  <a:pt x="546974" y="63197"/>
                </a:cubicBezTo>
                <a:cubicBezTo>
                  <a:pt x="546974" y="56811"/>
                  <a:pt x="549167" y="51471"/>
                  <a:pt x="553551" y="47177"/>
                </a:cubicBezTo>
                <a:cubicBezTo>
                  <a:pt x="557935" y="42881"/>
                  <a:pt x="563607" y="40733"/>
                  <a:pt x="570565" y="40733"/>
                </a:cubicBezTo>
                <a:cubicBezTo>
                  <a:pt x="573620" y="40733"/>
                  <a:pt x="577326" y="41383"/>
                  <a:pt x="581682" y="42684"/>
                </a:cubicBezTo>
                <a:cubicBezTo>
                  <a:pt x="584567" y="43533"/>
                  <a:pt x="586491" y="43957"/>
                  <a:pt x="587453" y="43957"/>
                </a:cubicBezTo>
                <a:cubicBezTo>
                  <a:pt x="588358" y="43957"/>
                  <a:pt x="589065" y="43759"/>
                  <a:pt x="589574" y="43363"/>
                </a:cubicBezTo>
                <a:cubicBezTo>
                  <a:pt x="590083" y="42967"/>
                  <a:pt x="590677" y="42090"/>
                  <a:pt x="591356" y="40733"/>
                </a:cubicBezTo>
                <a:lnTo>
                  <a:pt x="594156" y="40733"/>
                </a:lnTo>
                <a:close/>
                <a:moveTo>
                  <a:pt x="703513" y="154699"/>
                </a:moveTo>
                <a:lnTo>
                  <a:pt x="703513" y="157839"/>
                </a:lnTo>
                <a:cubicBezTo>
                  <a:pt x="694970" y="153540"/>
                  <a:pt x="687842" y="148505"/>
                  <a:pt x="682128" y="142734"/>
                </a:cubicBezTo>
                <a:cubicBezTo>
                  <a:pt x="673982" y="134531"/>
                  <a:pt x="667702" y="124857"/>
                  <a:pt x="663289" y="113712"/>
                </a:cubicBezTo>
                <a:cubicBezTo>
                  <a:pt x="658877" y="102567"/>
                  <a:pt x="656670" y="90998"/>
                  <a:pt x="656670" y="79004"/>
                </a:cubicBezTo>
                <a:cubicBezTo>
                  <a:pt x="656670" y="61467"/>
                  <a:pt x="660998" y="45471"/>
                  <a:pt x="669654" y="31016"/>
                </a:cubicBezTo>
                <a:cubicBezTo>
                  <a:pt x="678310" y="16562"/>
                  <a:pt x="689596" y="6223"/>
                  <a:pt x="703513" y="0"/>
                </a:cubicBezTo>
                <a:lnTo>
                  <a:pt x="703513" y="3564"/>
                </a:lnTo>
                <a:cubicBezTo>
                  <a:pt x="696554" y="7411"/>
                  <a:pt x="690840" y="12672"/>
                  <a:pt x="686371" y="19348"/>
                </a:cubicBezTo>
                <a:cubicBezTo>
                  <a:pt x="681902" y="26024"/>
                  <a:pt x="678564" y="34481"/>
                  <a:pt x="676358" y="44721"/>
                </a:cubicBezTo>
                <a:cubicBezTo>
                  <a:pt x="674151" y="54961"/>
                  <a:pt x="673048" y="65653"/>
                  <a:pt x="673048" y="76798"/>
                </a:cubicBezTo>
                <a:cubicBezTo>
                  <a:pt x="673048" y="88905"/>
                  <a:pt x="673982" y="99908"/>
                  <a:pt x="675849" y="109809"/>
                </a:cubicBezTo>
                <a:cubicBezTo>
                  <a:pt x="677319" y="117616"/>
                  <a:pt x="679102" y="123881"/>
                  <a:pt x="681195" y="128605"/>
                </a:cubicBezTo>
                <a:cubicBezTo>
                  <a:pt x="683288" y="133329"/>
                  <a:pt x="686102" y="137869"/>
                  <a:pt x="689638" y="142225"/>
                </a:cubicBezTo>
                <a:cubicBezTo>
                  <a:pt x="693174" y="146581"/>
                  <a:pt x="697799" y="150739"/>
                  <a:pt x="703513" y="154699"/>
                </a:cubicBezTo>
                <a:close/>
                <a:moveTo>
                  <a:pt x="727782" y="16887"/>
                </a:moveTo>
                <a:lnTo>
                  <a:pt x="755785" y="3225"/>
                </a:lnTo>
                <a:lnTo>
                  <a:pt x="758586" y="3225"/>
                </a:lnTo>
                <a:lnTo>
                  <a:pt x="758586" y="100389"/>
                </a:lnTo>
                <a:cubicBezTo>
                  <a:pt x="758586" y="106839"/>
                  <a:pt x="758854" y="110855"/>
                  <a:pt x="759392" y="112439"/>
                </a:cubicBezTo>
                <a:cubicBezTo>
                  <a:pt x="759929" y="114023"/>
                  <a:pt x="761047" y="115240"/>
                  <a:pt x="762744" y="116088"/>
                </a:cubicBezTo>
                <a:cubicBezTo>
                  <a:pt x="764441" y="116937"/>
                  <a:pt x="767892" y="117418"/>
                  <a:pt x="773097" y="117531"/>
                </a:cubicBezTo>
                <a:lnTo>
                  <a:pt x="773097" y="120671"/>
                </a:lnTo>
                <a:lnTo>
                  <a:pt x="729818" y="120671"/>
                </a:lnTo>
                <a:lnTo>
                  <a:pt x="729818" y="117531"/>
                </a:lnTo>
                <a:cubicBezTo>
                  <a:pt x="735249" y="117418"/>
                  <a:pt x="738757" y="116951"/>
                  <a:pt x="740341" y="116131"/>
                </a:cubicBezTo>
                <a:cubicBezTo>
                  <a:pt x="741925" y="115310"/>
                  <a:pt x="743028" y="114207"/>
                  <a:pt x="743650" y="112821"/>
                </a:cubicBezTo>
                <a:cubicBezTo>
                  <a:pt x="744273" y="111435"/>
                  <a:pt x="744584" y="107291"/>
                  <a:pt x="744584" y="100389"/>
                </a:cubicBezTo>
                <a:lnTo>
                  <a:pt x="744584" y="38272"/>
                </a:lnTo>
                <a:cubicBezTo>
                  <a:pt x="744584" y="29899"/>
                  <a:pt x="744301" y="24524"/>
                  <a:pt x="743735" y="22148"/>
                </a:cubicBezTo>
                <a:cubicBezTo>
                  <a:pt x="743339" y="20338"/>
                  <a:pt x="742618" y="19009"/>
                  <a:pt x="741571" y="18160"/>
                </a:cubicBezTo>
                <a:cubicBezTo>
                  <a:pt x="740525" y="17311"/>
                  <a:pt x="739266" y="16887"/>
                  <a:pt x="737795" y="16887"/>
                </a:cubicBezTo>
                <a:cubicBezTo>
                  <a:pt x="735702" y="16887"/>
                  <a:pt x="732788" y="17764"/>
                  <a:pt x="729054" y="19518"/>
                </a:cubicBezTo>
                <a:lnTo>
                  <a:pt x="727782" y="16887"/>
                </a:lnTo>
                <a:close/>
                <a:moveTo>
                  <a:pt x="873995" y="98437"/>
                </a:moveTo>
                <a:lnTo>
                  <a:pt x="865933" y="120671"/>
                </a:lnTo>
                <a:lnTo>
                  <a:pt x="798045" y="120671"/>
                </a:lnTo>
                <a:lnTo>
                  <a:pt x="798045" y="117526"/>
                </a:lnTo>
                <a:cubicBezTo>
                  <a:pt x="818016" y="99279"/>
                  <a:pt x="832074" y="84376"/>
                  <a:pt x="840221" y="72818"/>
                </a:cubicBezTo>
                <a:cubicBezTo>
                  <a:pt x="848367" y="61257"/>
                  <a:pt x="852441" y="50689"/>
                  <a:pt x="852441" y="41112"/>
                </a:cubicBezTo>
                <a:cubicBezTo>
                  <a:pt x="852441" y="33803"/>
                  <a:pt x="850206" y="27798"/>
                  <a:pt x="845737" y="23095"/>
                </a:cubicBezTo>
                <a:cubicBezTo>
                  <a:pt x="841267" y="18391"/>
                  <a:pt x="835921" y="16039"/>
                  <a:pt x="829698" y="16039"/>
                </a:cubicBezTo>
                <a:cubicBezTo>
                  <a:pt x="824041" y="16039"/>
                  <a:pt x="818963" y="17700"/>
                  <a:pt x="814466" y="21024"/>
                </a:cubicBezTo>
                <a:cubicBezTo>
                  <a:pt x="809968" y="24348"/>
                  <a:pt x="806645" y="29220"/>
                  <a:pt x="804495" y="35641"/>
                </a:cubicBezTo>
                <a:lnTo>
                  <a:pt x="801355" y="35641"/>
                </a:lnTo>
                <a:cubicBezTo>
                  <a:pt x="802769" y="25202"/>
                  <a:pt x="806404" y="17189"/>
                  <a:pt x="812259" y="11605"/>
                </a:cubicBezTo>
                <a:cubicBezTo>
                  <a:pt x="818115" y="6018"/>
                  <a:pt x="825427" y="3225"/>
                  <a:pt x="834196" y="3225"/>
                </a:cubicBezTo>
                <a:cubicBezTo>
                  <a:pt x="843530" y="3225"/>
                  <a:pt x="851323" y="6223"/>
                  <a:pt x="857575" y="12220"/>
                </a:cubicBezTo>
                <a:cubicBezTo>
                  <a:pt x="863826" y="18217"/>
                  <a:pt x="866952" y="25288"/>
                  <a:pt x="866952" y="33435"/>
                </a:cubicBezTo>
                <a:cubicBezTo>
                  <a:pt x="866952" y="39262"/>
                  <a:pt x="865594" y="45089"/>
                  <a:pt x="862878" y="50916"/>
                </a:cubicBezTo>
                <a:cubicBezTo>
                  <a:pt x="858692" y="60081"/>
                  <a:pt x="851903" y="69783"/>
                  <a:pt x="842512" y="80023"/>
                </a:cubicBezTo>
                <a:cubicBezTo>
                  <a:pt x="828425" y="95411"/>
                  <a:pt x="819628" y="104689"/>
                  <a:pt x="816121" y="107857"/>
                </a:cubicBezTo>
                <a:lnTo>
                  <a:pt x="846161" y="107857"/>
                </a:lnTo>
                <a:cubicBezTo>
                  <a:pt x="852271" y="107857"/>
                  <a:pt x="856556" y="107629"/>
                  <a:pt x="859017" y="107173"/>
                </a:cubicBezTo>
                <a:cubicBezTo>
                  <a:pt x="861478" y="106715"/>
                  <a:pt x="863699" y="105787"/>
                  <a:pt x="865679" y="104388"/>
                </a:cubicBezTo>
                <a:cubicBezTo>
                  <a:pt x="867659" y="102990"/>
                  <a:pt x="869384" y="101006"/>
                  <a:pt x="870855" y="98437"/>
                </a:cubicBezTo>
                <a:lnTo>
                  <a:pt x="873995" y="98437"/>
                </a:lnTo>
                <a:close/>
                <a:moveTo>
                  <a:pt x="962079" y="78241"/>
                </a:moveTo>
                <a:lnTo>
                  <a:pt x="962079" y="90291"/>
                </a:lnTo>
                <a:lnTo>
                  <a:pt x="946635" y="90291"/>
                </a:lnTo>
                <a:lnTo>
                  <a:pt x="946635" y="120671"/>
                </a:lnTo>
                <a:lnTo>
                  <a:pt x="932633" y="120671"/>
                </a:lnTo>
                <a:lnTo>
                  <a:pt x="932633" y="90291"/>
                </a:lnTo>
                <a:lnTo>
                  <a:pt x="883924" y="90291"/>
                </a:lnTo>
                <a:lnTo>
                  <a:pt x="883924" y="79429"/>
                </a:lnTo>
                <a:lnTo>
                  <a:pt x="937300" y="3225"/>
                </a:lnTo>
                <a:lnTo>
                  <a:pt x="946635" y="3225"/>
                </a:lnTo>
                <a:lnTo>
                  <a:pt x="946635" y="78241"/>
                </a:lnTo>
                <a:lnTo>
                  <a:pt x="962079" y="78241"/>
                </a:lnTo>
                <a:moveTo>
                  <a:pt x="932633" y="78241"/>
                </a:moveTo>
                <a:lnTo>
                  <a:pt x="932633" y="21130"/>
                </a:lnTo>
                <a:lnTo>
                  <a:pt x="892240" y="78241"/>
                </a:lnTo>
                <a:lnTo>
                  <a:pt x="932633" y="78241"/>
                </a:lnTo>
                <a:close/>
                <a:moveTo>
                  <a:pt x="1067321" y="40733"/>
                </a:moveTo>
                <a:lnTo>
                  <a:pt x="1067321" y="67039"/>
                </a:lnTo>
                <a:lnTo>
                  <a:pt x="1064521" y="67039"/>
                </a:lnTo>
                <a:cubicBezTo>
                  <a:pt x="1062371" y="58788"/>
                  <a:pt x="1059613" y="53176"/>
                  <a:pt x="1056247" y="50203"/>
                </a:cubicBezTo>
                <a:cubicBezTo>
                  <a:pt x="1052881" y="47227"/>
                  <a:pt x="1048595" y="45739"/>
                  <a:pt x="1043390" y="45739"/>
                </a:cubicBezTo>
                <a:cubicBezTo>
                  <a:pt x="1039430" y="45739"/>
                  <a:pt x="1036234" y="46785"/>
                  <a:pt x="1033801" y="48877"/>
                </a:cubicBezTo>
                <a:cubicBezTo>
                  <a:pt x="1031369" y="50966"/>
                  <a:pt x="1030152" y="53283"/>
                  <a:pt x="1030152" y="55827"/>
                </a:cubicBezTo>
                <a:cubicBezTo>
                  <a:pt x="1030152" y="58992"/>
                  <a:pt x="1031058" y="61704"/>
                  <a:pt x="1032868" y="63963"/>
                </a:cubicBezTo>
                <a:cubicBezTo>
                  <a:pt x="1034622" y="66281"/>
                  <a:pt x="1038186" y="68739"/>
                  <a:pt x="1043560" y="71338"/>
                </a:cubicBezTo>
                <a:lnTo>
                  <a:pt x="1055950" y="77358"/>
                </a:lnTo>
                <a:cubicBezTo>
                  <a:pt x="1067434" y="82951"/>
                  <a:pt x="1073176" y="90326"/>
                  <a:pt x="1073176" y="99482"/>
                </a:cubicBezTo>
                <a:cubicBezTo>
                  <a:pt x="1073176" y="106545"/>
                  <a:pt x="1070503" y="112239"/>
                  <a:pt x="1065157" y="116563"/>
                </a:cubicBezTo>
                <a:cubicBezTo>
                  <a:pt x="1059811" y="120885"/>
                  <a:pt x="1053828" y="123047"/>
                  <a:pt x="1047209" y="123047"/>
                </a:cubicBezTo>
                <a:cubicBezTo>
                  <a:pt x="1042457" y="123047"/>
                  <a:pt x="1037026" y="122198"/>
                  <a:pt x="1030916" y="120501"/>
                </a:cubicBezTo>
                <a:cubicBezTo>
                  <a:pt x="1029049" y="119935"/>
                  <a:pt x="1027522" y="119652"/>
                  <a:pt x="1026334" y="119652"/>
                </a:cubicBezTo>
                <a:cubicBezTo>
                  <a:pt x="1025032" y="119652"/>
                  <a:pt x="1024014" y="120388"/>
                  <a:pt x="1023279" y="121859"/>
                </a:cubicBezTo>
                <a:lnTo>
                  <a:pt x="1020478" y="121859"/>
                </a:lnTo>
                <a:lnTo>
                  <a:pt x="1020478" y="94025"/>
                </a:lnTo>
                <a:lnTo>
                  <a:pt x="1023279" y="94025"/>
                </a:lnTo>
                <a:cubicBezTo>
                  <a:pt x="1024863" y="101973"/>
                  <a:pt x="1027889" y="107963"/>
                  <a:pt x="1032359" y="111994"/>
                </a:cubicBezTo>
                <a:cubicBezTo>
                  <a:pt x="1036828" y="116025"/>
                  <a:pt x="1041835" y="118040"/>
                  <a:pt x="1047379" y="118040"/>
                </a:cubicBezTo>
                <a:cubicBezTo>
                  <a:pt x="1051282" y="118040"/>
                  <a:pt x="1054465" y="116896"/>
                  <a:pt x="1056926" y="114608"/>
                </a:cubicBezTo>
                <a:cubicBezTo>
                  <a:pt x="1059387" y="112319"/>
                  <a:pt x="1060617" y="109564"/>
                  <a:pt x="1060617" y="106343"/>
                </a:cubicBezTo>
                <a:cubicBezTo>
                  <a:pt x="1060617" y="102443"/>
                  <a:pt x="1059245" y="99165"/>
                  <a:pt x="1056501" y="96509"/>
                </a:cubicBezTo>
                <a:cubicBezTo>
                  <a:pt x="1053758" y="93854"/>
                  <a:pt x="1048284" y="90492"/>
                  <a:pt x="1040081" y="86424"/>
                </a:cubicBezTo>
                <a:cubicBezTo>
                  <a:pt x="1031878" y="82355"/>
                  <a:pt x="1026503" y="78681"/>
                  <a:pt x="1023958" y="75403"/>
                </a:cubicBezTo>
                <a:cubicBezTo>
                  <a:pt x="1021412" y="72182"/>
                  <a:pt x="1020139" y="68113"/>
                  <a:pt x="1020139" y="63197"/>
                </a:cubicBezTo>
                <a:cubicBezTo>
                  <a:pt x="1020139" y="56811"/>
                  <a:pt x="1022331" y="51471"/>
                  <a:pt x="1026716" y="47177"/>
                </a:cubicBezTo>
                <a:cubicBezTo>
                  <a:pt x="1031100" y="42881"/>
                  <a:pt x="1036771" y="40733"/>
                  <a:pt x="1043730" y="40733"/>
                </a:cubicBezTo>
                <a:cubicBezTo>
                  <a:pt x="1046785" y="40733"/>
                  <a:pt x="1050490" y="41383"/>
                  <a:pt x="1054847" y="42684"/>
                </a:cubicBezTo>
                <a:cubicBezTo>
                  <a:pt x="1057732" y="43533"/>
                  <a:pt x="1059655" y="43957"/>
                  <a:pt x="1060617" y="43957"/>
                </a:cubicBezTo>
                <a:cubicBezTo>
                  <a:pt x="1061522" y="43957"/>
                  <a:pt x="1062229" y="43759"/>
                  <a:pt x="1062739" y="43363"/>
                </a:cubicBezTo>
                <a:cubicBezTo>
                  <a:pt x="1063248" y="42967"/>
                  <a:pt x="1063842" y="42090"/>
                  <a:pt x="1064521" y="40733"/>
                </a:cubicBezTo>
                <a:lnTo>
                  <a:pt x="1067321" y="40733"/>
                </a:lnTo>
                <a:close/>
                <a:moveTo>
                  <a:pt x="1128732" y="109469"/>
                </a:moveTo>
                <a:cubicBezTo>
                  <a:pt x="1120755" y="115636"/>
                  <a:pt x="1115748" y="119200"/>
                  <a:pt x="1113712" y="120161"/>
                </a:cubicBezTo>
                <a:cubicBezTo>
                  <a:pt x="1110657" y="121632"/>
                  <a:pt x="1107404" y="122368"/>
                  <a:pt x="1103953" y="122368"/>
                </a:cubicBezTo>
                <a:cubicBezTo>
                  <a:pt x="1098578" y="122368"/>
                  <a:pt x="1094151" y="120529"/>
                  <a:pt x="1090672" y="116852"/>
                </a:cubicBezTo>
                <a:cubicBezTo>
                  <a:pt x="1087193" y="113175"/>
                  <a:pt x="1085453" y="108338"/>
                  <a:pt x="1085453" y="102341"/>
                </a:cubicBezTo>
                <a:cubicBezTo>
                  <a:pt x="1085453" y="98551"/>
                  <a:pt x="1086302" y="95269"/>
                  <a:pt x="1087999" y="92497"/>
                </a:cubicBezTo>
                <a:cubicBezTo>
                  <a:pt x="1090318" y="88650"/>
                  <a:pt x="1094349" y="85030"/>
                  <a:pt x="1100092" y="81635"/>
                </a:cubicBezTo>
                <a:cubicBezTo>
                  <a:pt x="1105834" y="78241"/>
                  <a:pt x="1115380" y="74111"/>
                  <a:pt x="1128732" y="69246"/>
                </a:cubicBezTo>
                <a:lnTo>
                  <a:pt x="1128732" y="66191"/>
                </a:lnTo>
                <a:cubicBezTo>
                  <a:pt x="1128732" y="58440"/>
                  <a:pt x="1127501" y="53122"/>
                  <a:pt x="1125040" y="50237"/>
                </a:cubicBezTo>
                <a:cubicBezTo>
                  <a:pt x="1122579" y="47352"/>
                  <a:pt x="1119001" y="45909"/>
                  <a:pt x="1114306" y="45909"/>
                </a:cubicBezTo>
                <a:cubicBezTo>
                  <a:pt x="1110741" y="45909"/>
                  <a:pt x="1107913" y="46867"/>
                  <a:pt x="1105820" y="48784"/>
                </a:cubicBezTo>
                <a:cubicBezTo>
                  <a:pt x="1103670" y="50700"/>
                  <a:pt x="1102595" y="52899"/>
                  <a:pt x="1102595" y="55379"/>
                </a:cubicBezTo>
                <a:lnTo>
                  <a:pt x="1102765" y="60282"/>
                </a:lnTo>
                <a:cubicBezTo>
                  <a:pt x="1102765" y="62874"/>
                  <a:pt x="1102100" y="64874"/>
                  <a:pt x="1100770" y="66283"/>
                </a:cubicBezTo>
                <a:cubicBezTo>
                  <a:pt x="1099441" y="67692"/>
                  <a:pt x="1097701" y="68397"/>
                  <a:pt x="1095552" y="68397"/>
                </a:cubicBezTo>
                <a:cubicBezTo>
                  <a:pt x="1093458" y="68397"/>
                  <a:pt x="1091747" y="67664"/>
                  <a:pt x="1090417" y="66199"/>
                </a:cubicBezTo>
                <a:cubicBezTo>
                  <a:pt x="1089088" y="64731"/>
                  <a:pt x="1088423" y="62728"/>
                  <a:pt x="1088423" y="60189"/>
                </a:cubicBezTo>
                <a:cubicBezTo>
                  <a:pt x="1088423" y="55340"/>
                  <a:pt x="1090912" y="50885"/>
                  <a:pt x="1095891" y="46824"/>
                </a:cubicBezTo>
                <a:cubicBezTo>
                  <a:pt x="1100869" y="42763"/>
                  <a:pt x="1107856" y="40733"/>
                  <a:pt x="1116851" y="40733"/>
                </a:cubicBezTo>
                <a:cubicBezTo>
                  <a:pt x="1123753" y="40733"/>
                  <a:pt x="1129411" y="41891"/>
                  <a:pt x="1133823" y="44207"/>
                </a:cubicBezTo>
                <a:cubicBezTo>
                  <a:pt x="1137161" y="45959"/>
                  <a:pt x="1139622" y="48700"/>
                  <a:pt x="1141206" y="52430"/>
                </a:cubicBezTo>
                <a:cubicBezTo>
                  <a:pt x="1142224" y="54859"/>
                  <a:pt x="1142734" y="59831"/>
                  <a:pt x="1142734" y="67347"/>
                </a:cubicBezTo>
                <a:lnTo>
                  <a:pt x="1142734" y="93706"/>
                </a:lnTo>
                <a:cubicBezTo>
                  <a:pt x="1142734" y="101109"/>
                  <a:pt x="1142875" y="105643"/>
                  <a:pt x="1143158" y="107311"/>
                </a:cubicBezTo>
                <a:cubicBezTo>
                  <a:pt x="1143441" y="108978"/>
                  <a:pt x="1143907" y="110094"/>
                  <a:pt x="1144558" y="110660"/>
                </a:cubicBezTo>
                <a:cubicBezTo>
                  <a:pt x="1145209" y="111224"/>
                  <a:pt x="1145958" y="111506"/>
                  <a:pt x="1146807" y="111506"/>
                </a:cubicBezTo>
                <a:cubicBezTo>
                  <a:pt x="1147712" y="111506"/>
                  <a:pt x="1148504" y="111308"/>
                  <a:pt x="1149183" y="110912"/>
                </a:cubicBezTo>
                <a:cubicBezTo>
                  <a:pt x="1150371" y="110176"/>
                  <a:pt x="1152662" y="108111"/>
                  <a:pt x="1156057" y="104717"/>
                </a:cubicBezTo>
                <a:lnTo>
                  <a:pt x="1156057" y="109469"/>
                </a:lnTo>
                <a:cubicBezTo>
                  <a:pt x="1149720" y="117955"/>
                  <a:pt x="1143667" y="122198"/>
                  <a:pt x="1137897" y="122198"/>
                </a:cubicBezTo>
                <a:cubicBezTo>
                  <a:pt x="1135124" y="122198"/>
                  <a:pt x="1132918" y="121236"/>
                  <a:pt x="1131277" y="119313"/>
                </a:cubicBezTo>
                <a:cubicBezTo>
                  <a:pt x="1129637" y="117389"/>
                  <a:pt x="1128788" y="114108"/>
                  <a:pt x="1128732" y="109469"/>
                </a:cubicBezTo>
                <a:moveTo>
                  <a:pt x="1128732" y="103906"/>
                </a:moveTo>
                <a:lnTo>
                  <a:pt x="1128732" y="74422"/>
                </a:lnTo>
                <a:cubicBezTo>
                  <a:pt x="1120189" y="77801"/>
                  <a:pt x="1114673" y="80194"/>
                  <a:pt x="1112184" y="81603"/>
                </a:cubicBezTo>
                <a:cubicBezTo>
                  <a:pt x="1107715" y="84082"/>
                  <a:pt x="1104518" y="86673"/>
                  <a:pt x="1102595" y="89376"/>
                </a:cubicBezTo>
                <a:cubicBezTo>
                  <a:pt x="1100671" y="92079"/>
                  <a:pt x="1099710" y="95036"/>
                  <a:pt x="1099710" y="98246"/>
                </a:cubicBezTo>
                <a:cubicBezTo>
                  <a:pt x="1099710" y="102302"/>
                  <a:pt x="1100926" y="105667"/>
                  <a:pt x="1103359" y="108342"/>
                </a:cubicBezTo>
                <a:cubicBezTo>
                  <a:pt x="1105791" y="111017"/>
                  <a:pt x="1108592" y="112354"/>
                  <a:pt x="1111760" y="112354"/>
                </a:cubicBezTo>
                <a:cubicBezTo>
                  <a:pt x="1116059" y="112354"/>
                  <a:pt x="1121717" y="109538"/>
                  <a:pt x="1128732" y="103906"/>
                </a:cubicBezTo>
                <a:close/>
                <a:moveTo>
                  <a:pt x="1184935" y="57280"/>
                </a:moveTo>
                <a:cubicBezTo>
                  <a:pt x="1190593" y="51623"/>
                  <a:pt x="1193930" y="48370"/>
                  <a:pt x="1194949" y="47521"/>
                </a:cubicBezTo>
                <a:cubicBezTo>
                  <a:pt x="1197495" y="45372"/>
                  <a:pt x="1200238" y="43703"/>
                  <a:pt x="1203180" y="42515"/>
                </a:cubicBezTo>
                <a:cubicBezTo>
                  <a:pt x="1206122" y="41327"/>
                  <a:pt x="1209036" y="40733"/>
                  <a:pt x="1211921" y="40733"/>
                </a:cubicBezTo>
                <a:cubicBezTo>
                  <a:pt x="1216786" y="40733"/>
                  <a:pt x="1220972" y="42147"/>
                  <a:pt x="1224480" y="44976"/>
                </a:cubicBezTo>
                <a:cubicBezTo>
                  <a:pt x="1227988" y="47804"/>
                  <a:pt x="1230335" y="51906"/>
                  <a:pt x="1231523" y="57280"/>
                </a:cubicBezTo>
                <a:cubicBezTo>
                  <a:pt x="1237350" y="50492"/>
                  <a:pt x="1242272" y="46036"/>
                  <a:pt x="1246289" y="43915"/>
                </a:cubicBezTo>
                <a:cubicBezTo>
                  <a:pt x="1250306" y="41793"/>
                  <a:pt x="1254436" y="40733"/>
                  <a:pt x="1258679" y="40733"/>
                </a:cubicBezTo>
                <a:cubicBezTo>
                  <a:pt x="1262808" y="40733"/>
                  <a:pt x="1266471" y="41792"/>
                  <a:pt x="1269668" y="43910"/>
                </a:cubicBezTo>
                <a:cubicBezTo>
                  <a:pt x="1272864" y="46026"/>
                  <a:pt x="1275396" y="49483"/>
                  <a:pt x="1277263" y="54281"/>
                </a:cubicBezTo>
                <a:cubicBezTo>
                  <a:pt x="1278507" y="57555"/>
                  <a:pt x="1279130" y="62692"/>
                  <a:pt x="1279130" y="69691"/>
                </a:cubicBezTo>
                <a:lnTo>
                  <a:pt x="1279130" y="103052"/>
                </a:lnTo>
                <a:cubicBezTo>
                  <a:pt x="1279130" y="107906"/>
                  <a:pt x="1279497" y="111237"/>
                  <a:pt x="1280233" y="113044"/>
                </a:cubicBezTo>
                <a:cubicBezTo>
                  <a:pt x="1280799" y="114285"/>
                  <a:pt x="1281845" y="115343"/>
                  <a:pt x="1283373" y="116218"/>
                </a:cubicBezTo>
                <a:cubicBezTo>
                  <a:pt x="1284900" y="117093"/>
                  <a:pt x="1287389" y="117531"/>
                  <a:pt x="1290840" y="117531"/>
                </a:cubicBezTo>
                <a:lnTo>
                  <a:pt x="1290840" y="120671"/>
                </a:lnTo>
                <a:lnTo>
                  <a:pt x="1252484" y="120671"/>
                </a:lnTo>
                <a:lnTo>
                  <a:pt x="1252484" y="117531"/>
                </a:lnTo>
                <a:lnTo>
                  <a:pt x="1254096" y="117531"/>
                </a:lnTo>
                <a:cubicBezTo>
                  <a:pt x="1257434" y="117531"/>
                  <a:pt x="1260036" y="116884"/>
                  <a:pt x="1261903" y="115590"/>
                </a:cubicBezTo>
                <a:cubicBezTo>
                  <a:pt x="1263204" y="114688"/>
                  <a:pt x="1264138" y="113252"/>
                  <a:pt x="1264704" y="111283"/>
                </a:cubicBezTo>
                <a:cubicBezTo>
                  <a:pt x="1264930" y="110327"/>
                  <a:pt x="1265043" y="107597"/>
                  <a:pt x="1265043" y="103094"/>
                </a:cubicBezTo>
                <a:lnTo>
                  <a:pt x="1265043" y="69829"/>
                </a:lnTo>
                <a:cubicBezTo>
                  <a:pt x="1265043" y="63525"/>
                  <a:pt x="1264279" y="59078"/>
                  <a:pt x="1262752" y="56490"/>
                </a:cubicBezTo>
                <a:cubicBezTo>
                  <a:pt x="1260545" y="52887"/>
                  <a:pt x="1257010" y="51086"/>
                  <a:pt x="1252144" y="51086"/>
                </a:cubicBezTo>
                <a:cubicBezTo>
                  <a:pt x="1249146" y="51086"/>
                  <a:pt x="1246133" y="51832"/>
                  <a:pt x="1243107" y="53324"/>
                </a:cubicBezTo>
                <a:cubicBezTo>
                  <a:pt x="1240080" y="54814"/>
                  <a:pt x="1236417" y="57586"/>
                  <a:pt x="1232117" y="61640"/>
                </a:cubicBezTo>
                <a:lnTo>
                  <a:pt x="1231948" y="62568"/>
                </a:lnTo>
                <a:lnTo>
                  <a:pt x="1232117" y="66199"/>
                </a:lnTo>
                <a:lnTo>
                  <a:pt x="1232117" y="103094"/>
                </a:lnTo>
                <a:cubicBezTo>
                  <a:pt x="1232117" y="108385"/>
                  <a:pt x="1232414" y="111678"/>
                  <a:pt x="1233008" y="112972"/>
                </a:cubicBezTo>
                <a:cubicBezTo>
                  <a:pt x="1233602" y="114266"/>
                  <a:pt x="1234720" y="115350"/>
                  <a:pt x="1236360" y="116223"/>
                </a:cubicBezTo>
                <a:cubicBezTo>
                  <a:pt x="1238001" y="117095"/>
                  <a:pt x="1240801" y="117531"/>
                  <a:pt x="1244762" y="117531"/>
                </a:cubicBezTo>
                <a:lnTo>
                  <a:pt x="1244762" y="120671"/>
                </a:lnTo>
                <a:lnTo>
                  <a:pt x="1205471" y="120671"/>
                </a:lnTo>
                <a:lnTo>
                  <a:pt x="1205471" y="117531"/>
                </a:lnTo>
                <a:cubicBezTo>
                  <a:pt x="1209771" y="117531"/>
                  <a:pt x="1212727" y="117024"/>
                  <a:pt x="1214339" y="116011"/>
                </a:cubicBezTo>
                <a:cubicBezTo>
                  <a:pt x="1215952" y="114998"/>
                  <a:pt x="1217069" y="113479"/>
                  <a:pt x="1217691" y="111453"/>
                </a:cubicBezTo>
                <a:cubicBezTo>
                  <a:pt x="1217974" y="110495"/>
                  <a:pt x="1218116" y="107708"/>
                  <a:pt x="1218116" y="103094"/>
                </a:cubicBezTo>
                <a:lnTo>
                  <a:pt x="1218116" y="69829"/>
                </a:lnTo>
                <a:cubicBezTo>
                  <a:pt x="1218116" y="63525"/>
                  <a:pt x="1217182" y="58993"/>
                  <a:pt x="1215315" y="56236"/>
                </a:cubicBezTo>
                <a:cubicBezTo>
                  <a:pt x="1212826" y="52633"/>
                  <a:pt x="1209347" y="50831"/>
                  <a:pt x="1204877" y="50831"/>
                </a:cubicBezTo>
                <a:cubicBezTo>
                  <a:pt x="1201822" y="50831"/>
                  <a:pt x="1198796" y="51647"/>
                  <a:pt x="1195797" y="53279"/>
                </a:cubicBezTo>
                <a:cubicBezTo>
                  <a:pt x="1191102" y="55756"/>
                  <a:pt x="1187481" y="58542"/>
                  <a:pt x="1184935" y="61637"/>
                </a:cubicBezTo>
                <a:lnTo>
                  <a:pt x="1184935" y="103094"/>
                </a:lnTo>
                <a:cubicBezTo>
                  <a:pt x="1184935" y="108159"/>
                  <a:pt x="1185289" y="111452"/>
                  <a:pt x="1185996" y="112972"/>
                </a:cubicBezTo>
                <a:cubicBezTo>
                  <a:pt x="1186703" y="114491"/>
                  <a:pt x="1187750" y="115630"/>
                  <a:pt x="1189136" y="116391"/>
                </a:cubicBezTo>
                <a:cubicBezTo>
                  <a:pt x="1190522" y="117151"/>
                  <a:pt x="1193336" y="117531"/>
                  <a:pt x="1197579" y="117531"/>
                </a:cubicBezTo>
                <a:lnTo>
                  <a:pt x="1197579" y="120671"/>
                </a:lnTo>
                <a:lnTo>
                  <a:pt x="1159138" y="120671"/>
                </a:lnTo>
                <a:lnTo>
                  <a:pt x="1159138" y="117531"/>
                </a:lnTo>
                <a:cubicBezTo>
                  <a:pt x="1162702" y="117531"/>
                  <a:pt x="1165191" y="117150"/>
                  <a:pt x="1166606" y="116388"/>
                </a:cubicBezTo>
                <a:cubicBezTo>
                  <a:pt x="1168020" y="115626"/>
                  <a:pt x="1169095" y="114412"/>
                  <a:pt x="1169830" y="112747"/>
                </a:cubicBezTo>
                <a:cubicBezTo>
                  <a:pt x="1170566" y="111081"/>
                  <a:pt x="1170933" y="107850"/>
                  <a:pt x="1170933" y="103052"/>
                </a:cubicBezTo>
                <a:lnTo>
                  <a:pt x="1170933" y="73417"/>
                </a:lnTo>
                <a:cubicBezTo>
                  <a:pt x="1170933" y="64892"/>
                  <a:pt x="1170679" y="59389"/>
                  <a:pt x="1170170" y="56906"/>
                </a:cubicBezTo>
                <a:cubicBezTo>
                  <a:pt x="1169774" y="55043"/>
                  <a:pt x="1169151" y="53759"/>
                  <a:pt x="1168303" y="53053"/>
                </a:cubicBezTo>
                <a:cubicBezTo>
                  <a:pt x="1167454" y="52348"/>
                  <a:pt x="1166294" y="51995"/>
                  <a:pt x="1164824" y="51995"/>
                </a:cubicBezTo>
                <a:cubicBezTo>
                  <a:pt x="1163240" y="51995"/>
                  <a:pt x="1161344" y="52419"/>
                  <a:pt x="1159138" y="53265"/>
                </a:cubicBezTo>
                <a:lnTo>
                  <a:pt x="1157865" y="50216"/>
                </a:lnTo>
                <a:lnTo>
                  <a:pt x="1181286" y="40733"/>
                </a:lnTo>
                <a:lnTo>
                  <a:pt x="1184935" y="40733"/>
                </a:lnTo>
                <a:lnTo>
                  <a:pt x="1184935" y="57280"/>
                </a:lnTo>
                <a:close/>
                <a:moveTo>
                  <a:pt x="1291464" y="50584"/>
                </a:moveTo>
                <a:lnTo>
                  <a:pt x="1315394" y="40902"/>
                </a:lnTo>
                <a:lnTo>
                  <a:pt x="1318619" y="40902"/>
                </a:lnTo>
                <a:lnTo>
                  <a:pt x="1318619" y="59062"/>
                </a:lnTo>
                <a:cubicBezTo>
                  <a:pt x="1322635" y="52217"/>
                  <a:pt x="1326666" y="47451"/>
                  <a:pt x="1330711" y="44764"/>
                </a:cubicBezTo>
                <a:cubicBezTo>
                  <a:pt x="1334756" y="42076"/>
                  <a:pt x="1339013" y="40733"/>
                  <a:pt x="1343483" y="40733"/>
                </a:cubicBezTo>
                <a:cubicBezTo>
                  <a:pt x="1351290" y="40733"/>
                  <a:pt x="1357796" y="43784"/>
                  <a:pt x="1363000" y="49887"/>
                </a:cubicBezTo>
                <a:cubicBezTo>
                  <a:pt x="1369393" y="57348"/>
                  <a:pt x="1372590" y="67068"/>
                  <a:pt x="1372590" y="79050"/>
                </a:cubicBezTo>
                <a:cubicBezTo>
                  <a:pt x="1372590" y="92443"/>
                  <a:pt x="1368743" y="103520"/>
                  <a:pt x="1361049" y="112280"/>
                </a:cubicBezTo>
                <a:cubicBezTo>
                  <a:pt x="1354712" y="119458"/>
                  <a:pt x="1346736" y="123047"/>
                  <a:pt x="1337118" y="123047"/>
                </a:cubicBezTo>
                <a:cubicBezTo>
                  <a:pt x="1332932" y="123047"/>
                  <a:pt x="1329311" y="122453"/>
                  <a:pt x="1326256" y="121265"/>
                </a:cubicBezTo>
                <a:cubicBezTo>
                  <a:pt x="1323993" y="120416"/>
                  <a:pt x="1321447" y="118719"/>
                  <a:pt x="1318619" y="116173"/>
                </a:cubicBezTo>
                <a:lnTo>
                  <a:pt x="1318619" y="139849"/>
                </a:lnTo>
                <a:cubicBezTo>
                  <a:pt x="1318619" y="145167"/>
                  <a:pt x="1318944" y="148547"/>
                  <a:pt x="1319595" y="149990"/>
                </a:cubicBezTo>
                <a:cubicBezTo>
                  <a:pt x="1320245" y="151432"/>
                  <a:pt x="1321377" y="152578"/>
                  <a:pt x="1322989" y="153427"/>
                </a:cubicBezTo>
                <a:cubicBezTo>
                  <a:pt x="1324601" y="154275"/>
                  <a:pt x="1327529" y="154699"/>
                  <a:pt x="1331772" y="154699"/>
                </a:cubicBezTo>
                <a:lnTo>
                  <a:pt x="1331772" y="157839"/>
                </a:lnTo>
                <a:lnTo>
                  <a:pt x="1291039" y="157839"/>
                </a:lnTo>
                <a:lnTo>
                  <a:pt x="1291039" y="154699"/>
                </a:lnTo>
                <a:lnTo>
                  <a:pt x="1293161" y="154699"/>
                </a:lnTo>
                <a:cubicBezTo>
                  <a:pt x="1296272" y="154756"/>
                  <a:pt x="1298931" y="154161"/>
                  <a:pt x="1301138" y="152915"/>
                </a:cubicBezTo>
                <a:cubicBezTo>
                  <a:pt x="1302213" y="152292"/>
                  <a:pt x="1303047" y="151287"/>
                  <a:pt x="1303641" y="149900"/>
                </a:cubicBezTo>
                <a:cubicBezTo>
                  <a:pt x="1304235" y="148514"/>
                  <a:pt x="1304532" y="144990"/>
                  <a:pt x="1304532" y="139329"/>
                </a:cubicBezTo>
                <a:lnTo>
                  <a:pt x="1304532" y="65785"/>
                </a:lnTo>
                <a:cubicBezTo>
                  <a:pt x="1304532" y="60746"/>
                  <a:pt x="1304306" y="57548"/>
                  <a:pt x="1303853" y="56190"/>
                </a:cubicBezTo>
                <a:cubicBezTo>
                  <a:pt x="1303401" y="54831"/>
                  <a:pt x="1302679" y="53812"/>
                  <a:pt x="1301689" y="53133"/>
                </a:cubicBezTo>
                <a:cubicBezTo>
                  <a:pt x="1300699" y="52452"/>
                  <a:pt x="1299356" y="52112"/>
                  <a:pt x="1297658" y="52112"/>
                </a:cubicBezTo>
                <a:cubicBezTo>
                  <a:pt x="1296301" y="52112"/>
                  <a:pt x="1294575" y="52508"/>
                  <a:pt x="1292482" y="53300"/>
                </a:cubicBezTo>
                <a:lnTo>
                  <a:pt x="1291464" y="50584"/>
                </a:lnTo>
                <a:moveTo>
                  <a:pt x="1318619" y="64223"/>
                </a:moveTo>
                <a:lnTo>
                  <a:pt x="1318619" y="93208"/>
                </a:lnTo>
                <a:cubicBezTo>
                  <a:pt x="1318619" y="99480"/>
                  <a:pt x="1318873" y="103605"/>
                  <a:pt x="1319382" y="105582"/>
                </a:cubicBezTo>
                <a:cubicBezTo>
                  <a:pt x="1320175" y="108859"/>
                  <a:pt x="1322112" y="111741"/>
                  <a:pt x="1325195" y="114227"/>
                </a:cubicBezTo>
                <a:cubicBezTo>
                  <a:pt x="1328279" y="116712"/>
                  <a:pt x="1332168" y="117955"/>
                  <a:pt x="1336864" y="117955"/>
                </a:cubicBezTo>
                <a:cubicBezTo>
                  <a:pt x="1342521" y="117955"/>
                  <a:pt x="1347103" y="115751"/>
                  <a:pt x="1350611" y="111344"/>
                </a:cubicBezTo>
                <a:cubicBezTo>
                  <a:pt x="1355193" y="105582"/>
                  <a:pt x="1357485" y="97475"/>
                  <a:pt x="1357485" y="87021"/>
                </a:cubicBezTo>
                <a:cubicBezTo>
                  <a:pt x="1357485" y="75157"/>
                  <a:pt x="1354882" y="66032"/>
                  <a:pt x="1349677" y="59648"/>
                </a:cubicBezTo>
                <a:cubicBezTo>
                  <a:pt x="1346057" y="55241"/>
                  <a:pt x="1341757" y="53037"/>
                  <a:pt x="1336779" y="53037"/>
                </a:cubicBezTo>
                <a:cubicBezTo>
                  <a:pt x="1334063" y="53037"/>
                  <a:pt x="1331376" y="53715"/>
                  <a:pt x="1328717" y="55071"/>
                </a:cubicBezTo>
                <a:cubicBezTo>
                  <a:pt x="1326680" y="56088"/>
                  <a:pt x="1323314" y="59138"/>
                  <a:pt x="1318619" y="64223"/>
                </a:cubicBezTo>
                <a:close/>
                <a:moveTo>
                  <a:pt x="1410692" y="0"/>
                </a:moveTo>
                <a:lnTo>
                  <a:pt x="1410692" y="103030"/>
                </a:lnTo>
                <a:cubicBezTo>
                  <a:pt x="1410692" y="107892"/>
                  <a:pt x="1411045" y="111115"/>
                  <a:pt x="1411752" y="112699"/>
                </a:cubicBezTo>
                <a:cubicBezTo>
                  <a:pt x="1412460" y="114281"/>
                  <a:pt x="1413549" y="115483"/>
                  <a:pt x="1415019" y="116303"/>
                </a:cubicBezTo>
                <a:cubicBezTo>
                  <a:pt x="1416490" y="117122"/>
                  <a:pt x="1419234" y="117531"/>
                  <a:pt x="1423251" y="117531"/>
                </a:cubicBezTo>
                <a:lnTo>
                  <a:pt x="1423251" y="120671"/>
                </a:lnTo>
                <a:lnTo>
                  <a:pt x="1385149" y="120671"/>
                </a:lnTo>
                <a:lnTo>
                  <a:pt x="1385149" y="117531"/>
                </a:lnTo>
                <a:cubicBezTo>
                  <a:pt x="1388713" y="117531"/>
                  <a:pt x="1391146" y="117164"/>
                  <a:pt x="1392447" y="116430"/>
                </a:cubicBezTo>
                <a:cubicBezTo>
                  <a:pt x="1393748" y="115695"/>
                  <a:pt x="1394766" y="114479"/>
                  <a:pt x="1395502" y="112784"/>
                </a:cubicBezTo>
                <a:cubicBezTo>
                  <a:pt x="1396237" y="111087"/>
                  <a:pt x="1396605" y="107836"/>
                  <a:pt x="1396605" y="103030"/>
                </a:cubicBezTo>
                <a:lnTo>
                  <a:pt x="1396605" y="32477"/>
                </a:lnTo>
                <a:cubicBezTo>
                  <a:pt x="1396605" y="23716"/>
                  <a:pt x="1396407" y="18331"/>
                  <a:pt x="1396011" y="16325"/>
                </a:cubicBezTo>
                <a:cubicBezTo>
                  <a:pt x="1395615" y="14317"/>
                  <a:pt x="1394978" y="12946"/>
                  <a:pt x="1394102" y="12212"/>
                </a:cubicBezTo>
                <a:cubicBezTo>
                  <a:pt x="1393225" y="11476"/>
                  <a:pt x="1392107" y="11109"/>
                  <a:pt x="1390750" y="11109"/>
                </a:cubicBezTo>
                <a:cubicBezTo>
                  <a:pt x="1389279" y="11109"/>
                  <a:pt x="1387412" y="11561"/>
                  <a:pt x="1385149" y="12466"/>
                </a:cubicBezTo>
                <a:lnTo>
                  <a:pt x="1383706" y="9496"/>
                </a:lnTo>
                <a:lnTo>
                  <a:pt x="1406873" y="0"/>
                </a:lnTo>
                <a:lnTo>
                  <a:pt x="1410692" y="0"/>
                </a:lnTo>
                <a:close/>
                <a:moveTo>
                  <a:pt x="1445344" y="72301"/>
                </a:moveTo>
                <a:cubicBezTo>
                  <a:pt x="1445287" y="83815"/>
                  <a:pt x="1448087" y="92846"/>
                  <a:pt x="1453745" y="99395"/>
                </a:cubicBezTo>
                <a:cubicBezTo>
                  <a:pt x="1459402" y="105941"/>
                  <a:pt x="1466049" y="109215"/>
                  <a:pt x="1473687" y="109215"/>
                </a:cubicBezTo>
                <a:cubicBezTo>
                  <a:pt x="1478778" y="109215"/>
                  <a:pt x="1483205" y="107814"/>
                  <a:pt x="1486967" y="105014"/>
                </a:cubicBezTo>
                <a:cubicBezTo>
                  <a:pt x="1490729" y="102214"/>
                  <a:pt x="1493883" y="97419"/>
                  <a:pt x="1496429" y="90630"/>
                </a:cubicBezTo>
                <a:lnTo>
                  <a:pt x="1499060" y="92327"/>
                </a:lnTo>
                <a:cubicBezTo>
                  <a:pt x="1497872" y="100078"/>
                  <a:pt x="1494421" y="107136"/>
                  <a:pt x="1488707" y="113500"/>
                </a:cubicBezTo>
                <a:cubicBezTo>
                  <a:pt x="1482993" y="119864"/>
                  <a:pt x="1475837" y="123047"/>
                  <a:pt x="1467237" y="123047"/>
                </a:cubicBezTo>
                <a:cubicBezTo>
                  <a:pt x="1457903" y="123047"/>
                  <a:pt x="1449912" y="119420"/>
                  <a:pt x="1443265" y="112166"/>
                </a:cubicBezTo>
                <a:cubicBezTo>
                  <a:pt x="1436617" y="104911"/>
                  <a:pt x="1433294" y="95157"/>
                  <a:pt x="1433294" y="82905"/>
                </a:cubicBezTo>
                <a:cubicBezTo>
                  <a:pt x="1433294" y="69639"/>
                  <a:pt x="1436702" y="59294"/>
                  <a:pt x="1443519" y="51871"/>
                </a:cubicBezTo>
                <a:cubicBezTo>
                  <a:pt x="1450336" y="44445"/>
                  <a:pt x="1458893" y="40733"/>
                  <a:pt x="1469189" y="40733"/>
                </a:cubicBezTo>
                <a:cubicBezTo>
                  <a:pt x="1477902" y="40733"/>
                  <a:pt x="1485058" y="43597"/>
                  <a:pt x="1490659" y="49325"/>
                </a:cubicBezTo>
                <a:cubicBezTo>
                  <a:pt x="1496260" y="55051"/>
                  <a:pt x="1499060" y="62710"/>
                  <a:pt x="1499060" y="72301"/>
                </a:cubicBezTo>
                <a:lnTo>
                  <a:pt x="1445344" y="72301"/>
                </a:lnTo>
                <a:moveTo>
                  <a:pt x="1445344" y="67379"/>
                </a:moveTo>
                <a:lnTo>
                  <a:pt x="1481324" y="67379"/>
                </a:lnTo>
                <a:cubicBezTo>
                  <a:pt x="1481041" y="62400"/>
                  <a:pt x="1480447" y="58893"/>
                  <a:pt x="1479542" y="56856"/>
                </a:cubicBezTo>
                <a:cubicBezTo>
                  <a:pt x="1478128" y="53688"/>
                  <a:pt x="1476020" y="51199"/>
                  <a:pt x="1473220" y="49388"/>
                </a:cubicBezTo>
                <a:cubicBezTo>
                  <a:pt x="1470420" y="47578"/>
                  <a:pt x="1467492" y="46673"/>
                  <a:pt x="1464437" y="46673"/>
                </a:cubicBezTo>
                <a:cubicBezTo>
                  <a:pt x="1459742" y="46673"/>
                  <a:pt x="1455541" y="48497"/>
                  <a:pt x="1451835" y="52146"/>
                </a:cubicBezTo>
                <a:cubicBezTo>
                  <a:pt x="1448130" y="55795"/>
                  <a:pt x="1445966" y="60873"/>
                  <a:pt x="1445344" y="67379"/>
                </a:cubicBezTo>
                <a:close/>
                <a:moveTo>
                  <a:pt x="1559676" y="40733"/>
                </a:moveTo>
                <a:lnTo>
                  <a:pt x="1559676" y="67039"/>
                </a:lnTo>
                <a:lnTo>
                  <a:pt x="1556876" y="67039"/>
                </a:lnTo>
                <a:cubicBezTo>
                  <a:pt x="1554726" y="58788"/>
                  <a:pt x="1551968" y="53176"/>
                  <a:pt x="1548602" y="50203"/>
                </a:cubicBezTo>
                <a:cubicBezTo>
                  <a:pt x="1545236" y="47227"/>
                  <a:pt x="1540951" y="45739"/>
                  <a:pt x="1535746" y="45739"/>
                </a:cubicBezTo>
                <a:cubicBezTo>
                  <a:pt x="1531786" y="45739"/>
                  <a:pt x="1528589" y="46785"/>
                  <a:pt x="1526157" y="48877"/>
                </a:cubicBezTo>
                <a:cubicBezTo>
                  <a:pt x="1523724" y="50966"/>
                  <a:pt x="1522508" y="53283"/>
                  <a:pt x="1522508" y="55827"/>
                </a:cubicBezTo>
                <a:cubicBezTo>
                  <a:pt x="1522508" y="58992"/>
                  <a:pt x="1523413" y="61704"/>
                  <a:pt x="1525223" y="63963"/>
                </a:cubicBezTo>
                <a:cubicBezTo>
                  <a:pt x="1526977" y="66281"/>
                  <a:pt x="1530541" y="68739"/>
                  <a:pt x="1535916" y="71338"/>
                </a:cubicBezTo>
                <a:lnTo>
                  <a:pt x="1548305" y="77358"/>
                </a:lnTo>
                <a:cubicBezTo>
                  <a:pt x="1559789" y="82951"/>
                  <a:pt x="1565532" y="90326"/>
                  <a:pt x="1565532" y="99482"/>
                </a:cubicBezTo>
                <a:cubicBezTo>
                  <a:pt x="1565532" y="106545"/>
                  <a:pt x="1562859" y="112239"/>
                  <a:pt x="1557512" y="116563"/>
                </a:cubicBezTo>
                <a:cubicBezTo>
                  <a:pt x="1552166" y="120885"/>
                  <a:pt x="1546184" y="123047"/>
                  <a:pt x="1539565" y="123047"/>
                </a:cubicBezTo>
                <a:cubicBezTo>
                  <a:pt x="1534812" y="123047"/>
                  <a:pt x="1529381" y="122198"/>
                  <a:pt x="1523271" y="120501"/>
                </a:cubicBezTo>
                <a:cubicBezTo>
                  <a:pt x="1521405" y="119935"/>
                  <a:pt x="1519877" y="119652"/>
                  <a:pt x="1518689" y="119652"/>
                </a:cubicBezTo>
                <a:cubicBezTo>
                  <a:pt x="1517388" y="119652"/>
                  <a:pt x="1516370" y="120388"/>
                  <a:pt x="1515634" y="121859"/>
                </a:cubicBezTo>
                <a:lnTo>
                  <a:pt x="1512834" y="121859"/>
                </a:lnTo>
                <a:lnTo>
                  <a:pt x="1512834" y="94025"/>
                </a:lnTo>
                <a:lnTo>
                  <a:pt x="1515634" y="94025"/>
                </a:lnTo>
                <a:cubicBezTo>
                  <a:pt x="1517218" y="101973"/>
                  <a:pt x="1520245" y="107963"/>
                  <a:pt x="1524714" y="111994"/>
                </a:cubicBezTo>
                <a:cubicBezTo>
                  <a:pt x="1529183" y="116025"/>
                  <a:pt x="1534190" y="118040"/>
                  <a:pt x="1539734" y="118040"/>
                </a:cubicBezTo>
                <a:cubicBezTo>
                  <a:pt x="1543638" y="118040"/>
                  <a:pt x="1546820" y="116896"/>
                  <a:pt x="1549281" y="114608"/>
                </a:cubicBezTo>
                <a:cubicBezTo>
                  <a:pt x="1551742" y="112319"/>
                  <a:pt x="1552972" y="109564"/>
                  <a:pt x="1552972" y="106343"/>
                </a:cubicBezTo>
                <a:cubicBezTo>
                  <a:pt x="1552972" y="102443"/>
                  <a:pt x="1551601" y="99165"/>
                  <a:pt x="1548857" y="96509"/>
                </a:cubicBezTo>
                <a:cubicBezTo>
                  <a:pt x="1546113" y="93854"/>
                  <a:pt x="1540639" y="90492"/>
                  <a:pt x="1532436" y="86424"/>
                </a:cubicBezTo>
                <a:cubicBezTo>
                  <a:pt x="1524233" y="82355"/>
                  <a:pt x="1518859" y="78681"/>
                  <a:pt x="1516313" y="75403"/>
                </a:cubicBezTo>
                <a:cubicBezTo>
                  <a:pt x="1513767" y="72182"/>
                  <a:pt x="1512494" y="68113"/>
                  <a:pt x="1512494" y="63197"/>
                </a:cubicBezTo>
                <a:cubicBezTo>
                  <a:pt x="1512494" y="56811"/>
                  <a:pt x="1514686" y="51471"/>
                  <a:pt x="1519071" y="47177"/>
                </a:cubicBezTo>
                <a:cubicBezTo>
                  <a:pt x="1523455" y="42881"/>
                  <a:pt x="1529127" y="40733"/>
                  <a:pt x="1536085" y="40733"/>
                </a:cubicBezTo>
                <a:cubicBezTo>
                  <a:pt x="1539140" y="40733"/>
                  <a:pt x="1542846" y="41383"/>
                  <a:pt x="1547202" y="42684"/>
                </a:cubicBezTo>
                <a:cubicBezTo>
                  <a:pt x="1550087" y="43533"/>
                  <a:pt x="1552011" y="43957"/>
                  <a:pt x="1552972" y="43957"/>
                </a:cubicBezTo>
                <a:cubicBezTo>
                  <a:pt x="1553878" y="43957"/>
                  <a:pt x="1554585" y="43759"/>
                  <a:pt x="1555094" y="43363"/>
                </a:cubicBezTo>
                <a:cubicBezTo>
                  <a:pt x="1555603" y="42967"/>
                  <a:pt x="1556197" y="42090"/>
                  <a:pt x="1556876" y="40733"/>
                </a:cubicBezTo>
                <a:lnTo>
                  <a:pt x="1559676" y="40733"/>
                </a:lnTo>
                <a:close/>
                <a:moveTo>
                  <a:pt x="1575579" y="3564"/>
                </a:moveTo>
                <a:lnTo>
                  <a:pt x="1575579" y="0"/>
                </a:lnTo>
                <a:cubicBezTo>
                  <a:pt x="1584178" y="4243"/>
                  <a:pt x="1591335" y="9250"/>
                  <a:pt x="1597049" y="15020"/>
                </a:cubicBezTo>
                <a:cubicBezTo>
                  <a:pt x="1605138" y="23280"/>
                  <a:pt x="1611390" y="32968"/>
                  <a:pt x="1615803" y="44085"/>
                </a:cubicBezTo>
                <a:cubicBezTo>
                  <a:pt x="1620215" y="55201"/>
                  <a:pt x="1622422" y="66785"/>
                  <a:pt x="1622422" y="78835"/>
                </a:cubicBezTo>
                <a:cubicBezTo>
                  <a:pt x="1622422" y="96372"/>
                  <a:pt x="1618108" y="112369"/>
                  <a:pt x="1609480" y="126823"/>
                </a:cubicBezTo>
                <a:cubicBezTo>
                  <a:pt x="1600853" y="141277"/>
                  <a:pt x="1589553" y="151616"/>
                  <a:pt x="1575579" y="157839"/>
                </a:cubicBezTo>
                <a:lnTo>
                  <a:pt x="1575579" y="154699"/>
                </a:lnTo>
                <a:cubicBezTo>
                  <a:pt x="1582537" y="150796"/>
                  <a:pt x="1588266" y="145520"/>
                  <a:pt x="1592763" y="138873"/>
                </a:cubicBezTo>
                <a:cubicBezTo>
                  <a:pt x="1597261" y="132226"/>
                  <a:pt x="1600598" y="123768"/>
                  <a:pt x="1602777" y="113500"/>
                </a:cubicBezTo>
                <a:cubicBezTo>
                  <a:pt x="1604955" y="103232"/>
                  <a:pt x="1606044" y="92525"/>
                  <a:pt x="1606044" y="81381"/>
                </a:cubicBezTo>
                <a:cubicBezTo>
                  <a:pt x="1606044" y="69330"/>
                  <a:pt x="1605110" y="58327"/>
                  <a:pt x="1603243" y="48370"/>
                </a:cubicBezTo>
                <a:cubicBezTo>
                  <a:pt x="1601829" y="40563"/>
                  <a:pt x="1600061" y="34312"/>
                  <a:pt x="1597940" y="29616"/>
                </a:cubicBezTo>
                <a:cubicBezTo>
                  <a:pt x="1595818" y="24920"/>
                  <a:pt x="1593004" y="20395"/>
                  <a:pt x="1589496" y="16039"/>
                </a:cubicBezTo>
                <a:cubicBezTo>
                  <a:pt x="1585988" y="11682"/>
                  <a:pt x="1581349" y="7524"/>
                  <a:pt x="1575579" y="3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095B6-0856-4EF5-9E04-5288B7E9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8512372"/>
            <a:ext cx="1898353" cy="267374"/>
          </a:xfrm>
          <a:custGeom xmlns:a="http://schemas.openxmlformats.org/drawingml/2006/main">
            <a:pathLst>
              <a:path w="1898353" h="267374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E9A6E8-8FFC-4A4A-BB49-74D5EE8D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8512372"/>
            <a:ext cx="1898353" cy="267374"/>
          </a:xfrm>
          <a:custGeom xmlns:a="http://schemas.openxmlformats.org/drawingml/2006/main">
            <a:pathLst>
              <a:path w="1898353" h="267374" fill="none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48" name="Text 80codes(91samples)">
            <a:extLst xmlns:a="http://schemas.openxmlformats.org/drawingml/2006/main">
              <a:ext uri="{FF2B5EF4-FFF2-40B4-BE49-F238E27FC236}">
                <a16:creationId xmlns:a16="http://schemas.microsoft.com/office/drawing/2014/main" id="{1EBD96C3-0104-4437-BFBD-8AE200A8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95" y="8585547"/>
            <a:ext cx="1531876" cy="157839"/>
          </a:xfrm>
          <a:custGeom xmlns:a="http://schemas.openxmlformats.org/drawingml/2006/main">
            <a:pathLst>
              <a:path w="1531876" h="157839">
                <a:moveTo>
                  <a:pt x="22827" y="62711"/>
                </a:moveTo>
                <a:cubicBezTo>
                  <a:pt x="13719" y="55244"/>
                  <a:pt x="7850" y="49247"/>
                  <a:pt x="5219" y="44721"/>
                </a:cubicBezTo>
                <a:cubicBezTo>
                  <a:pt x="2588" y="40195"/>
                  <a:pt x="1273" y="35500"/>
                  <a:pt x="1273" y="30634"/>
                </a:cubicBezTo>
                <a:cubicBezTo>
                  <a:pt x="1273" y="23167"/>
                  <a:pt x="4158" y="16732"/>
                  <a:pt x="9929" y="11329"/>
                </a:cubicBezTo>
                <a:cubicBezTo>
                  <a:pt x="15699" y="5926"/>
                  <a:pt x="23365" y="3225"/>
                  <a:pt x="32926" y="3225"/>
                </a:cubicBezTo>
                <a:cubicBezTo>
                  <a:pt x="42204" y="3225"/>
                  <a:pt x="49671" y="5742"/>
                  <a:pt x="55329" y="10777"/>
                </a:cubicBezTo>
                <a:cubicBezTo>
                  <a:pt x="60986" y="15812"/>
                  <a:pt x="63815" y="21554"/>
                  <a:pt x="63815" y="28004"/>
                </a:cubicBezTo>
                <a:cubicBezTo>
                  <a:pt x="63815" y="32303"/>
                  <a:pt x="62287" y="36688"/>
                  <a:pt x="59232" y="41157"/>
                </a:cubicBezTo>
                <a:cubicBezTo>
                  <a:pt x="56177" y="45626"/>
                  <a:pt x="49813" y="50888"/>
                  <a:pt x="40139" y="56941"/>
                </a:cubicBezTo>
                <a:cubicBezTo>
                  <a:pt x="50096" y="64635"/>
                  <a:pt x="56686" y="70688"/>
                  <a:pt x="59911" y="75101"/>
                </a:cubicBezTo>
                <a:cubicBezTo>
                  <a:pt x="64211" y="80871"/>
                  <a:pt x="66360" y="86953"/>
                  <a:pt x="66360" y="93346"/>
                </a:cubicBezTo>
                <a:cubicBezTo>
                  <a:pt x="66360" y="101436"/>
                  <a:pt x="63277" y="108352"/>
                  <a:pt x="57111" y="114094"/>
                </a:cubicBezTo>
                <a:cubicBezTo>
                  <a:pt x="50944" y="119836"/>
                  <a:pt x="42854" y="122707"/>
                  <a:pt x="32841" y="122707"/>
                </a:cubicBezTo>
                <a:cubicBezTo>
                  <a:pt x="21922" y="122707"/>
                  <a:pt x="13408" y="119285"/>
                  <a:pt x="7298" y="112439"/>
                </a:cubicBezTo>
                <a:cubicBezTo>
                  <a:pt x="2433" y="106952"/>
                  <a:pt x="0" y="100955"/>
                  <a:pt x="0" y="94449"/>
                </a:cubicBezTo>
                <a:cubicBezTo>
                  <a:pt x="0" y="89357"/>
                  <a:pt x="1711" y="84308"/>
                  <a:pt x="5134" y="79301"/>
                </a:cubicBezTo>
                <a:cubicBezTo>
                  <a:pt x="8557" y="74295"/>
                  <a:pt x="14454" y="68765"/>
                  <a:pt x="22827" y="62711"/>
                </a:cubicBezTo>
                <a:moveTo>
                  <a:pt x="36150" y="53631"/>
                </a:moveTo>
                <a:cubicBezTo>
                  <a:pt x="42939" y="47521"/>
                  <a:pt x="47239" y="42699"/>
                  <a:pt x="49049" y="39163"/>
                </a:cubicBezTo>
                <a:cubicBezTo>
                  <a:pt x="50859" y="35627"/>
                  <a:pt x="51764" y="31624"/>
                  <a:pt x="51764" y="27155"/>
                </a:cubicBezTo>
                <a:cubicBezTo>
                  <a:pt x="51764" y="21215"/>
                  <a:pt x="50096" y="16562"/>
                  <a:pt x="46758" y="13196"/>
                </a:cubicBezTo>
                <a:cubicBezTo>
                  <a:pt x="43420" y="9830"/>
                  <a:pt x="38866" y="8147"/>
                  <a:pt x="33095" y="8147"/>
                </a:cubicBezTo>
                <a:cubicBezTo>
                  <a:pt x="27325" y="8147"/>
                  <a:pt x="22629" y="9815"/>
                  <a:pt x="19009" y="13153"/>
                </a:cubicBezTo>
                <a:cubicBezTo>
                  <a:pt x="15388" y="16491"/>
                  <a:pt x="13578" y="20395"/>
                  <a:pt x="13578" y="24864"/>
                </a:cubicBezTo>
                <a:cubicBezTo>
                  <a:pt x="13578" y="27806"/>
                  <a:pt x="14327" y="30748"/>
                  <a:pt x="15826" y="33689"/>
                </a:cubicBezTo>
                <a:cubicBezTo>
                  <a:pt x="17326" y="36631"/>
                  <a:pt x="19461" y="39432"/>
                  <a:pt x="22233" y="42090"/>
                </a:cubicBezTo>
                <a:lnTo>
                  <a:pt x="36150" y="53631"/>
                </a:lnTo>
                <a:moveTo>
                  <a:pt x="26816" y="65936"/>
                </a:moveTo>
                <a:cubicBezTo>
                  <a:pt x="22120" y="69896"/>
                  <a:pt x="18641" y="74210"/>
                  <a:pt x="16378" y="78877"/>
                </a:cubicBezTo>
                <a:cubicBezTo>
                  <a:pt x="14115" y="83544"/>
                  <a:pt x="12984" y="88594"/>
                  <a:pt x="12984" y="94025"/>
                </a:cubicBezTo>
                <a:cubicBezTo>
                  <a:pt x="12984" y="101323"/>
                  <a:pt x="14978" y="107164"/>
                  <a:pt x="18966" y="111548"/>
                </a:cubicBezTo>
                <a:cubicBezTo>
                  <a:pt x="22955" y="115933"/>
                  <a:pt x="28032" y="118125"/>
                  <a:pt x="34199" y="118125"/>
                </a:cubicBezTo>
                <a:cubicBezTo>
                  <a:pt x="40308" y="118125"/>
                  <a:pt x="45202" y="116399"/>
                  <a:pt x="48879" y="112948"/>
                </a:cubicBezTo>
                <a:cubicBezTo>
                  <a:pt x="52557" y="109497"/>
                  <a:pt x="54395" y="105311"/>
                  <a:pt x="54395" y="100389"/>
                </a:cubicBezTo>
                <a:cubicBezTo>
                  <a:pt x="54395" y="96316"/>
                  <a:pt x="53320" y="92667"/>
                  <a:pt x="51170" y="89442"/>
                </a:cubicBezTo>
                <a:cubicBezTo>
                  <a:pt x="47154" y="83445"/>
                  <a:pt x="39036" y="75610"/>
                  <a:pt x="26816" y="65936"/>
                </a:cubicBezTo>
                <a:close/>
                <a:moveTo>
                  <a:pt x="82653" y="63815"/>
                </a:moveTo>
                <a:cubicBezTo>
                  <a:pt x="82653" y="50690"/>
                  <a:pt x="84634" y="39389"/>
                  <a:pt x="88594" y="29913"/>
                </a:cubicBezTo>
                <a:cubicBezTo>
                  <a:pt x="92554" y="20437"/>
                  <a:pt x="97815" y="13380"/>
                  <a:pt x="104378" y="8741"/>
                </a:cubicBezTo>
                <a:cubicBezTo>
                  <a:pt x="109469" y="5063"/>
                  <a:pt x="114730" y="3225"/>
                  <a:pt x="120161" y="3225"/>
                </a:cubicBezTo>
                <a:cubicBezTo>
                  <a:pt x="128987" y="3225"/>
                  <a:pt x="136907" y="7722"/>
                  <a:pt x="143922" y="16717"/>
                </a:cubicBezTo>
                <a:cubicBezTo>
                  <a:pt x="152691" y="27862"/>
                  <a:pt x="157076" y="42967"/>
                  <a:pt x="157076" y="62033"/>
                </a:cubicBezTo>
                <a:cubicBezTo>
                  <a:pt x="157076" y="75384"/>
                  <a:pt x="155152" y="86727"/>
                  <a:pt x="151305" y="96061"/>
                </a:cubicBezTo>
                <a:cubicBezTo>
                  <a:pt x="147458" y="105396"/>
                  <a:pt x="142550" y="112171"/>
                  <a:pt x="136582" y="116385"/>
                </a:cubicBezTo>
                <a:cubicBezTo>
                  <a:pt x="130613" y="120600"/>
                  <a:pt x="124857" y="122707"/>
                  <a:pt x="119313" y="122707"/>
                </a:cubicBezTo>
                <a:cubicBezTo>
                  <a:pt x="108338" y="122707"/>
                  <a:pt x="99201" y="116230"/>
                  <a:pt x="91903" y="103274"/>
                </a:cubicBezTo>
                <a:cubicBezTo>
                  <a:pt x="85737" y="92356"/>
                  <a:pt x="82653" y="79202"/>
                  <a:pt x="82653" y="63815"/>
                </a:cubicBezTo>
                <a:moveTo>
                  <a:pt x="99286" y="65981"/>
                </a:moveTo>
                <a:cubicBezTo>
                  <a:pt x="99286" y="81834"/>
                  <a:pt x="101238" y="94771"/>
                  <a:pt x="105141" y="104791"/>
                </a:cubicBezTo>
                <a:cubicBezTo>
                  <a:pt x="108366" y="113228"/>
                  <a:pt x="113175" y="117446"/>
                  <a:pt x="119567" y="117446"/>
                </a:cubicBezTo>
                <a:cubicBezTo>
                  <a:pt x="122622" y="117446"/>
                  <a:pt x="125791" y="116073"/>
                  <a:pt x="129072" y="113328"/>
                </a:cubicBezTo>
                <a:cubicBezTo>
                  <a:pt x="132353" y="110582"/>
                  <a:pt x="134842" y="105982"/>
                  <a:pt x="136539" y="99527"/>
                </a:cubicBezTo>
                <a:cubicBezTo>
                  <a:pt x="139142" y="89788"/>
                  <a:pt x="140443" y="76058"/>
                  <a:pt x="140443" y="58338"/>
                </a:cubicBezTo>
                <a:cubicBezTo>
                  <a:pt x="140443" y="45203"/>
                  <a:pt x="139085" y="34247"/>
                  <a:pt x="136370" y="25471"/>
                </a:cubicBezTo>
                <a:cubicBezTo>
                  <a:pt x="134333" y="18960"/>
                  <a:pt x="131702" y="14346"/>
                  <a:pt x="128478" y="11628"/>
                </a:cubicBezTo>
                <a:cubicBezTo>
                  <a:pt x="126158" y="9760"/>
                  <a:pt x="123358" y="8825"/>
                  <a:pt x="120077" y="8825"/>
                </a:cubicBezTo>
                <a:cubicBezTo>
                  <a:pt x="116230" y="8825"/>
                  <a:pt x="112807" y="10553"/>
                  <a:pt x="109809" y="14007"/>
                </a:cubicBezTo>
                <a:cubicBezTo>
                  <a:pt x="105735" y="18706"/>
                  <a:pt x="102963" y="26095"/>
                  <a:pt x="101492" y="36174"/>
                </a:cubicBezTo>
                <a:cubicBezTo>
                  <a:pt x="100021" y="46251"/>
                  <a:pt x="99286" y="56187"/>
                  <a:pt x="99286" y="65981"/>
                </a:cubicBezTo>
                <a:close/>
                <a:moveTo>
                  <a:pt x="278170" y="91139"/>
                </a:moveTo>
                <a:cubicBezTo>
                  <a:pt x="276077" y="101379"/>
                  <a:pt x="271976" y="109257"/>
                  <a:pt x="265866" y="114773"/>
                </a:cubicBezTo>
                <a:cubicBezTo>
                  <a:pt x="259756" y="120289"/>
                  <a:pt x="252995" y="123047"/>
                  <a:pt x="245584" y="123047"/>
                </a:cubicBezTo>
                <a:cubicBezTo>
                  <a:pt x="236759" y="123047"/>
                  <a:pt x="229065" y="119346"/>
                  <a:pt x="222502" y="111943"/>
                </a:cubicBezTo>
                <a:cubicBezTo>
                  <a:pt x="215940" y="104539"/>
                  <a:pt x="212659" y="94536"/>
                  <a:pt x="212659" y="81932"/>
                </a:cubicBezTo>
                <a:cubicBezTo>
                  <a:pt x="212659" y="69725"/>
                  <a:pt x="216293" y="59807"/>
                  <a:pt x="223563" y="52178"/>
                </a:cubicBezTo>
                <a:cubicBezTo>
                  <a:pt x="230833" y="44548"/>
                  <a:pt x="239559" y="40733"/>
                  <a:pt x="249742" y="40733"/>
                </a:cubicBezTo>
                <a:cubicBezTo>
                  <a:pt x="257380" y="40733"/>
                  <a:pt x="263659" y="42749"/>
                  <a:pt x="268581" y="46782"/>
                </a:cubicBezTo>
                <a:cubicBezTo>
                  <a:pt x="273503" y="50812"/>
                  <a:pt x="275964" y="54999"/>
                  <a:pt x="275964" y="59341"/>
                </a:cubicBezTo>
                <a:cubicBezTo>
                  <a:pt x="275964" y="61484"/>
                  <a:pt x="275271" y="63218"/>
                  <a:pt x="273885" y="64544"/>
                </a:cubicBezTo>
                <a:cubicBezTo>
                  <a:pt x="272499" y="65868"/>
                  <a:pt x="270561" y="66530"/>
                  <a:pt x="268072" y="66530"/>
                </a:cubicBezTo>
                <a:cubicBezTo>
                  <a:pt x="264734" y="66530"/>
                  <a:pt x="262217" y="65455"/>
                  <a:pt x="260520" y="63305"/>
                </a:cubicBezTo>
                <a:cubicBezTo>
                  <a:pt x="259558" y="62117"/>
                  <a:pt x="258921" y="59854"/>
                  <a:pt x="258610" y="56517"/>
                </a:cubicBezTo>
                <a:cubicBezTo>
                  <a:pt x="258299" y="53179"/>
                  <a:pt x="257153" y="50633"/>
                  <a:pt x="255173" y="48879"/>
                </a:cubicBezTo>
                <a:cubicBezTo>
                  <a:pt x="253193" y="47182"/>
                  <a:pt x="250450" y="46333"/>
                  <a:pt x="246942" y="46333"/>
                </a:cubicBezTo>
                <a:cubicBezTo>
                  <a:pt x="241285" y="46333"/>
                  <a:pt x="236731" y="48427"/>
                  <a:pt x="233280" y="52613"/>
                </a:cubicBezTo>
                <a:cubicBezTo>
                  <a:pt x="228697" y="58157"/>
                  <a:pt x="226406" y="65483"/>
                  <a:pt x="226406" y="74592"/>
                </a:cubicBezTo>
                <a:cubicBezTo>
                  <a:pt x="226406" y="83870"/>
                  <a:pt x="228683" y="92059"/>
                  <a:pt x="233237" y="99159"/>
                </a:cubicBezTo>
                <a:cubicBezTo>
                  <a:pt x="237791" y="106259"/>
                  <a:pt x="243944" y="109809"/>
                  <a:pt x="251694" y="109809"/>
                </a:cubicBezTo>
                <a:cubicBezTo>
                  <a:pt x="257238" y="109809"/>
                  <a:pt x="262217" y="107913"/>
                  <a:pt x="266629" y="104123"/>
                </a:cubicBezTo>
                <a:cubicBezTo>
                  <a:pt x="269741" y="101521"/>
                  <a:pt x="272768" y="96797"/>
                  <a:pt x="275709" y="89951"/>
                </a:cubicBezTo>
                <a:lnTo>
                  <a:pt x="278170" y="91139"/>
                </a:lnTo>
                <a:close/>
                <a:moveTo>
                  <a:pt x="327331" y="40733"/>
                </a:moveTo>
                <a:cubicBezTo>
                  <a:pt x="339098" y="40733"/>
                  <a:pt x="348546" y="45198"/>
                  <a:pt x="355674" y="54127"/>
                </a:cubicBezTo>
                <a:cubicBezTo>
                  <a:pt x="361727" y="61756"/>
                  <a:pt x="364754" y="70516"/>
                  <a:pt x="364754" y="80407"/>
                </a:cubicBezTo>
                <a:cubicBezTo>
                  <a:pt x="364754" y="87359"/>
                  <a:pt x="363085" y="94395"/>
                  <a:pt x="359747" y="101516"/>
                </a:cubicBezTo>
                <a:cubicBezTo>
                  <a:pt x="356409" y="108636"/>
                  <a:pt x="351813" y="114004"/>
                  <a:pt x="345958" y="117621"/>
                </a:cubicBezTo>
                <a:cubicBezTo>
                  <a:pt x="340102" y="121238"/>
                  <a:pt x="333582" y="123047"/>
                  <a:pt x="326397" y="123047"/>
                </a:cubicBezTo>
                <a:cubicBezTo>
                  <a:pt x="314687" y="123047"/>
                  <a:pt x="305380" y="118384"/>
                  <a:pt x="298478" y="109058"/>
                </a:cubicBezTo>
                <a:cubicBezTo>
                  <a:pt x="292651" y="101203"/>
                  <a:pt x="289738" y="92388"/>
                  <a:pt x="289738" y="82611"/>
                </a:cubicBezTo>
                <a:cubicBezTo>
                  <a:pt x="289738" y="75490"/>
                  <a:pt x="291506" y="68411"/>
                  <a:pt x="295042" y="61375"/>
                </a:cubicBezTo>
                <a:cubicBezTo>
                  <a:pt x="298577" y="54339"/>
                  <a:pt x="303231" y="49139"/>
                  <a:pt x="309001" y="45777"/>
                </a:cubicBezTo>
                <a:cubicBezTo>
                  <a:pt x="314772" y="42414"/>
                  <a:pt x="320881" y="40733"/>
                  <a:pt x="327331" y="40733"/>
                </a:cubicBezTo>
                <a:moveTo>
                  <a:pt x="324700" y="46333"/>
                </a:moveTo>
                <a:cubicBezTo>
                  <a:pt x="321702" y="46333"/>
                  <a:pt x="318689" y="47224"/>
                  <a:pt x="315663" y="49004"/>
                </a:cubicBezTo>
                <a:cubicBezTo>
                  <a:pt x="312636" y="50784"/>
                  <a:pt x="310189" y="53906"/>
                  <a:pt x="308322" y="58370"/>
                </a:cubicBezTo>
                <a:cubicBezTo>
                  <a:pt x="306455" y="62834"/>
                  <a:pt x="305522" y="68569"/>
                  <a:pt x="305522" y="75576"/>
                </a:cubicBezTo>
                <a:cubicBezTo>
                  <a:pt x="305522" y="86876"/>
                  <a:pt x="307771" y="96624"/>
                  <a:pt x="312268" y="104818"/>
                </a:cubicBezTo>
                <a:cubicBezTo>
                  <a:pt x="316766" y="113010"/>
                  <a:pt x="322692" y="117107"/>
                  <a:pt x="330046" y="117107"/>
                </a:cubicBezTo>
                <a:cubicBezTo>
                  <a:pt x="335534" y="117107"/>
                  <a:pt x="340060" y="114846"/>
                  <a:pt x="343624" y="110326"/>
                </a:cubicBezTo>
                <a:cubicBezTo>
                  <a:pt x="347188" y="105805"/>
                  <a:pt x="348970" y="98036"/>
                  <a:pt x="348970" y="87018"/>
                </a:cubicBezTo>
                <a:cubicBezTo>
                  <a:pt x="348970" y="73230"/>
                  <a:pt x="346000" y="62381"/>
                  <a:pt x="340060" y="54469"/>
                </a:cubicBezTo>
                <a:cubicBezTo>
                  <a:pt x="336043" y="49045"/>
                  <a:pt x="330923" y="46333"/>
                  <a:pt x="324700" y="46333"/>
                </a:cubicBezTo>
                <a:close/>
                <a:moveTo>
                  <a:pt x="431114" y="111930"/>
                </a:moveTo>
                <a:cubicBezTo>
                  <a:pt x="427324" y="115890"/>
                  <a:pt x="423618" y="118733"/>
                  <a:pt x="419998" y="120459"/>
                </a:cubicBezTo>
                <a:cubicBezTo>
                  <a:pt x="416377" y="122184"/>
                  <a:pt x="412473" y="123047"/>
                  <a:pt x="408287" y="123047"/>
                </a:cubicBezTo>
                <a:cubicBezTo>
                  <a:pt x="399801" y="123047"/>
                  <a:pt x="392390" y="119505"/>
                  <a:pt x="386054" y="112421"/>
                </a:cubicBezTo>
                <a:cubicBezTo>
                  <a:pt x="379718" y="105335"/>
                  <a:pt x="376549" y="96230"/>
                  <a:pt x="376549" y="85106"/>
                </a:cubicBezTo>
                <a:cubicBezTo>
                  <a:pt x="376549" y="73984"/>
                  <a:pt x="380057" y="63808"/>
                  <a:pt x="387072" y="54578"/>
                </a:cubicBezTo>
                <a:cubicBezTo>
                  <a:pt x="394087" y="45348"/>
                  <a:pt x="403111" y="40733"/>
                  <a:pt x="414142" y="40733"/>
                </a:cubicBezTo>
                <a:cubicBezTo>
                  <a:pt x="420988" y="40733"/>
                  <a:pt x="426645" y="42911"/>
                  <a:pt x="431114" y="47267"/>
                </a:cubicBezTo>
                <a:lnTo>
                  <a:pt x="431114" y="32894"/>
                </a:lnTo>
                <a:cubicBezTo>
                  <a:pt x="431114" y="23975"/>
                  <a:pt x="430902" y="18492"/>
                  <a:pt x="430478" y="16447"/>
                </a:cubicBezTo>
                <a:cubicBezTo>
                  <a:pt x="430054" y="14401"/>
                  <a:pt x="429389" y="13010"/>
                  <a:pt x="428484" y="12273"/>
                </a:cubicBezTo>
                <a:cubicBezTo>
                  <a:pt x="427578" y="11534"/>
                  <a:pt x="426447" y="11164"/>
                  <a:pt x="425089" y="11164"/>
                </a:cubicBezTo>
                <a:cubicBezTo>
                  <a:pt x="423618" y="11164"/>
                  <a:pt x="421667" y="11619"/>
                  <a:pt x="419234" y="12527"/>
                </a:cubicBezTo>
                <a:lnTo>
                  <a:pt x="418131" y="9544"/>
                </a:lnTo>
                <a:lnTo>
                  <a:pt x="441297" y="0"/>
                </a:lnTo>
                <a:lnTo>
                  <a:pt x="445116" y="0"/>
                </a:lnTo>
                <a:lnTo>
                  <a:pt x="445116" y="89867"/>
                </a:lnTo>
                <a:cubicBezTo>
                  <a:pt x="445116" y="98975"/>
                  <a:pt x="445328" y="104533"/>
                  <a:pt x="445753" y="106541"/>
                </a:cubicBezTo>
                <a:cubicBezTo>
                  <a:pt x="446177" y="108550"/>
                  <a:pt x="446856" y="109950"/>
                  <a:pt x="447789" y="110742"/>
                </a:cubicBezTo>
                <a:cubicBezTo>
                  <a:pt x="448723" y="111534"/>
                  <a:pt x="449812" y="111930"/>
                  <a:pt x="451056" y="111930"/>
                </a:cubicBezTo>
                <a:cubicBezTo>
                  <a:pt x="452584" y="111930"/>
                  <a:pt x="454620" y="111449"/>
                  <a:pt x="457166" y="110487"/>
                </a:cubicBezTo>
                <a:lnTo>
                  <a:pt x="458100" y="113458"/>
                </a:lnTo>
                <a:lnTo>
                  <a:pt x="435018" y="123047"/>
                </a:lnTo>
                <a:lnTo>
                  <a:pt x="431114" y="123047"/>
                </a:lnTo>
                <a:lnTo>
                  <a:pt x="431114" y="111930"/>
                </a:lnTo>
                <a:moveTo>
                  <a:pt x="431114" y="106008"/>
                </a:moveTo>
                <a:lnTo>
                  <a:pt x="431114" y="66055"/>
                </a:lnTo>
                <a:cubicBezTo>
                  <a:pt x="430775" y="62217"/>
                  <a:pt x="429757" y="58719"/>
                  <a:pt x="428059" y="55559"/>
                </a:cubicBezTo>
                <a:cubicBezTo>
                  <a:pt x="426362" y="52398"/>
                  <a:pt x="424113" y="50014"/>
                  <a:pt x="421313" y="48407"/>
                </a:cubicBezTo>
                <a:cubicBezTo>
                  <a:pt x="418513" y="46798"/>
                  <a:pt x="415783" y="45994"/>
                  <a:pt x="413124" y="45994"/>
                </a:cubicBezTo>
                <a:cubicBezTo>
                  <a:pt x="408146" y="45994"/>
                  <a:pt x="403705" y="48223"/>
                  <a:pt x="399801" y="52682"/>
                </a:cubicBezTo>
                <a:cubicBezTo>
                  <a:pt x="394653" y="58550"/>
                  <a:pt x="392079" y="67127"/>
                  <a:pt x="392079" y="78413"/>
                </a:cubicBezTo>
                <a:cubicBezTo>
                  <a:pt x="392079" y="89813"/>
                  <a:pt x="394568" y="98546"/>
                  <a:pt x="399546" y="104614"/>
                </a:cubicBezTo>
                <a:cubicBezTo>
                  <a:pt x="404525" y="110679"/>
                  <a:pt x="410069" y="113712"/>
                  <a:pt x="416179" y="113712"/>
                </a:cubicBezTo>
                <a:cubicBezTo>
                  <a:pt x="421327" y="113712"/>
                  <a:pt x="426306" y="111144"/>
                  <a:pt x="431114" y="106008"/>
                </a:cubicBezTo>
                <a:close/>
                <a:moveTo>
                  <a:pt x="476175" y="72301"/>
                </a:moveTo>
                <a:cubicBezTo>
                  <a:pt x="476118" y="83815"/>
                  <a:pt x="478919" y="92846"/>
                  <a:pt x="484576" y="99395"/>
                </a:cubicBezTo>
                <a:cubicBezTo>
                  <a:pt x="490233" y="105941"/>
                  <a:pt x="496881" y="109215"/>
                  <a:pt x="504518" y="109215"/>
                </a:cubicBezTo>
                <a:cubicBezTo>
                  <a:pt x="509610" y="109215"/>
                  <a:pt x="514036" y="107814"/>
                  <a:pt x="517799" y="105014"/>
                </a:cubicBezTo>
                <a:cubicBezTo>
                  <a:pt x="521561" y="102214"/>
                  <a:pt x="524715" y="97419"/>
                  <a:pt x="527260" y="90630"/>
                </a:cubicBezTo>
                <a:lnTo>
                  <a:pt x="529891" y="92327"/>
                </a:lnTo>
                <a:cubicBezTo>
                  <a:pt x="528703" y="100078"/>
                  <a:pt x="525252" y="107136"/>
                  <a:pt x="519538" y="113500"/>
                </a:cubicBezTo>
                <a:cubicBezTo>
                  <a:pt x="513824" y="119864"/>
                  <a:pt x="506668" y="123047"/>
                  <a:pt x="498069" y="123047"/>
                </a:cubicBezTo>
                <a:cubicBezTo>
                  <a:pt x="488734" y="123047"/>
                  <a:pt x="480743" y="119420"/>
                  <a:pt x="474096" y="112166"/>
                </a:cubicBezTo>
                <a:cubicBezTo>
                  <a:pt x="467448" y="104911"/>
                  <a:pt x="464125" y="95157"/>
                  <a:pt x="464125" y="82905"/>
                </a:cubicBezTo>
                <a:cubicBezTo>
                  <a:pt x="464125" y="69639"/>
                  <a:pt x="467533" y="59294"/>
                  <a:pt x="474350" y="51871"/>
                </a:cubicBezTo>
                <a:cubicBezTo>
                  <a:pt x="481167" y="44445"/>
                  <a:pt x="489724" y="40733"/>
                  <a:pt x="500020" y="40733"/>
                </a:cubicBezTo>
                <a:cubicBezTo>
                  <a:pt x="508733" y="40733"/>
                  <a:pt x="515889" y="43597"/>
                  <a:pt x="521490" y="49325"/>
                </a:cubicBezTo>
                <a:cubicBezTo>
                  <a:pt x="527091" y="55051"/>
                  <a:pt x="529891" y="62710"/>
                  <a:pt x="529891" y="72301"/>
                </a:cubicBezTo>
                <a:lnTo>
                  <a:pt x="476175" y="72301"/>
                </a:lnTo>
                <a:moveTo>
                  <a:pt x="476175" y="67379"/>
                </a:moveTo>
                <a:lnTo>
                  <a:pt x="512155" y="67379"/>
                </a:lnTo>
                <a:cubicBezTo>
                  <a:pt x="511873" y="62400"/>
                  <a:pt x="511279" y="58893"/>
                  <a:pt x="510373" y="56856"/>
                </a:cubicBezTo>
                <a:cubicBezTo>
                  <a:pt x="508959" y="53688"/>
                  <a:pt x="506852" y="51199"/>
                  <a:pt x="504051" y="49388"/>
                </a:cubicBezTo>
                <a:cubicBezTo>
                  <a:pt x="501251" y="47578"/>
                  <a:pt x="498323" y="46673"/>
                  <a:pt x="495268" y="46673"/>
                </a:cubicBezTo>
                <a:cubicBezTo>
                  <a:pt x="490573" y="46673"/>
                  <a:pt x="486372" y="48497"/>
                  <a:pt x="482667" y="52146"/>
                </a:cubicBezTo>
                <a:cubicBezTo>
                  <a:pt x="478961" y="55795"/>
                  <a:pt x="476797" y="60873"/>
                  <a:pt x="476175" y="67379"/>
                </a:cubicBezTo>
                <a:close/>
                <a:moveTo>
                  <a:pt x="590507" y="40733"/>
                </a:moveTo>
                <a:lnTo>
                  <a:pt x="590507" y="67039"/>
                </a:lnTo>
                <a:lnTo>
                  <a:pt x="587707" y="67039"/>
                </a:lnTo>
                <a:cubicBezTo>
                  <a:pt x="585557" y="58788"/>
                  <a:pt x="582799" y="53176"/>
                  <a:pt x="579433" y="50203"/>
                </a:cubicBezTo>
                <a:cubicBezTo>
                  <a:pt x="576067" y="47227"/>
                  <a:pt x="571782" y="45739"/>
                  <a:pt x="566577" y="45739"/>
                </a:cubicBezTo>
                <a:cubicBezTo>
                  <a:pt x="562617" y="45739"/>
                  <a:pt x="559421" y="46785"/>
                  <a:pt x="556988" y="48877"/>
                </a:cubicBezTo>
                <a:cubicBezTo>
                  <a:pt x="554555" y="50966"/>
                  <a:pt x="553339" y="53283"/>
                  <a:pt x="553339" y="55827"/>
                </a:cubicBezTo>
                <a:cubicBezTo>
                  <a:pt x="553339" y="58992"/>
                  <a:pt x="554244" y="61704"/>
                  <a:pt x="556054" y="63963"/>
                </a:cubicBezTo>
                <a:cubicBezTo>
                  <a:pt x="557808" y="66281"/>
                  <a:pt x="561372" y="68739"/>
                  <a:pt x="566747" y="71338"/>
                </a:cubicBezTo>
                <a:lnTo>
                  <a:pt x="579136" y="77358"/>
                </a:lnTo>
                <a:cubicBezTo>
                  <a:pt x="590621" y="82951"/>
                  <a:pt x="596363" y="90326"/>
                  <a:pt x="596363" y="99482"/>
                </a:cubicBezTo>
                <a:cubicBezTo>
                  <a:pt x="596363" y="106545"/>
                  <a:pt x="593690" y="112239"/>
                  <a:pt x="588344" y="116563"/>
                </a:cubicBezTo>
                <a:cubicBezTo>
                  <a:pt x="582997" y="120885"/>
                  <a:pt x="577015" y="123047"/>
                  <a:pt x="570396" y="123047"/>
                </a:cubicBezTo>
                <a:cubicBezTo>
                  <a:pt x="565644" y="123047"/>
                  <a:pt x="560213" y="122198"/>
                  <a:pt x="554103" y="120501"/>
                </a:cubicBezTo>
                <a:cubicBezTo>
                  <a:pt x="552236" y="119935"/>
                  <a:pt x="550708" y="119652"/>
                  <a:pt x="549520" y="119652"/>
                </a:cubicBezTo>
                <a:cubicBezTo>
                  <a:pt x="548219" y="119652"/>
                  <a:pt x="547201" y="120388"/>
                  <a:pt x="546465" y="121859"/>
                </a:cubicBezTo>
                <a:lnTo>
                  <a:pt x="543665" y="121859"/>
                </a:lnTo>
                <a:lnTo>
                  <a:pt x="543665" y="94025"/>
                </a:lnTo>
                <a:lnTo>
                  <a:pt x="546465" y="94025"/>
                </a:lnTo>
                <a:cubicBezTo>
                  <a:pt x="548049" y="101973"/>
                  <a:pt x="551076" y="107963"/>
                  <a:pt x="555545" y="111994"/>
                </a:cubicBezTo>
                <a:cubicBezTo>
                  <a:pt x="560015" y="116025"/>
                  <a:pt x="565021" y="118040"/>
                  <a:pt x="570565" y="118040"/>
                </a:cubicBezTo>
                <a:cubicBezTo>
                  <a:pt x="574469" y="118040"/>
                  <a:pt x="577651" y="116896"/>
                  <a:pt x="580112" y="114608"/>
                </a:cubicBezTo>
                <a:cubicBezTo>
                  <a:pt x="582573" y="112319"/>
                  <a:pt x="583804" y="109564"/>
                  <a:pt x="583804" y="106343"/>
                </a:cubicBezTo>
                <a:cubicBezTo>
                  <a:pt x="583804" y="102443"/>
                  <a:pt x="582432" y="99165"/>
                  <a:pt x="579688" y="96509"/>
                </a:cubicBezTo>
                <a:cubicBezTo>
                  <a:pt x="576944" y="93854"/>
                  <a:pt x="571471" y="90492"/>
                  <a:pt x="563267" y="86424"/>
                </a:cubicBezTo>
                <a:cubicBezTo>
                  <a:pt x="555064" y="82355"/>
                  <a:pt x="549690" y="78681"/>
                  <a:pt x="547144" y="75403"/>
                </a:cubicBezTo>
                <a:cubicBezTo>
                  <a:pt x="544598" y="72182"/>
                  <a:pt x="543325" y="68113"/>
                  <a:pt x="543325" y="63197"/>
                </a:cubicBezTo>
                <a:cubicBezTo>
                  <a:pt x="543325" y="56811"/>
                  <a:pt x="545518" y="51471"/>
                  <a:pt x="549902" y="47177"/>
                </a:cubicBezTo>
                <a:cubicBezTo>
                  <a:pt x="554286" y="42881"/>
                  <a:pt x="559958" y="40733"/>
                  <a:pt x="566916" y="40733"/>
                </a:cubicBezTo>
                <a:cubicBezTo>
                  <a:pt x="569971" y="40733"/>
                  <a:pt x="573677" y="41383"/>
                  <a:pt x="578033" y="42684"/>
                </a:cubicBezTo>
                <a:cubicBezTo>
                  <a:pt x="580918" y="43533"/>
                  <a:pt x="582842" y="43957"/>
                  <a:pt x="583804" y="43957"/>
                </a:cubicBezTo>
                <a:cubicBezTo>
                  <a:pt x="584709" y="43957"/>
                  <a:pt x="585416" y="43759"/>
                  <a:pt x="585925" y="43363"/>
                </a:cubicBezTo>
                <a:cubicBezTo>
                  <a:pt x="586434" y="42967"/>
                  <a:pt x="587028" y="42090"/>
                  <a:pt x="587707" y="40733"/>
                </a:cubicBezTo>
                <a:lnTo>
                  <a:pt x="590507" y="40733"/>
                </a:lnTo>
                <a:close/>
                <a:moveTo>
                  <a:pt x="699864" y="154699"/>
                </a:moveTo>
                <a:lnTo>
                  <a:pt x="699864" y="157839"/>
                </a:lnTo>
                <a:cubicBezTo>
                  <a:pt x="691321" y="153540"/>
                  <a:pt x="684193" y="148505"/>
                  <a:pt x="678479" y="142734"/>
                </a:cubicBezTo>
                <a:cubicBezTo>
                  <a:pt x="670333" y="134531"/>
                  <a:pt x="664053" y="124857"/>
                  <a:pt x="659640" y="113712"/>
                </a:cubicBezTo>
                <a:cubicBezTo>
                  <a:pt x="655228" y="102567"/>
                  <a:pt x="653021" y="90998"/>
                  <a:pt x="653021" y="79004"/>
                </a:cubicBezTo>
                <a:cubicBezTo>
                  <a:pt x="653021" y="61467"/>
                  <a:pt x="657349" y="45471"/>
                  <a:pt x="666005" y="31016"/>
                </a:cubicBezTo>
                <a:cubicBezTo>
                  <a:pt x="674661" y="16562"/>
                  <a:pt x="685947" y="6223"/>
                  <a:pt x="699864" y="0"/>
                </a:cubicBezTo>
                <a:lnTo>
                  <a:pt x="699864" y="3564"/>
                </a:lnTo>
                <a:cubicBezTo>
                  <a:pt x="692905" y="7411"/>
                  <a:pt x="687192" y="12672"/>
                  <a:pt x="682722" y="19348"/>
                </a:cubicBezTo>
                <a:cubicBezTo>
                  <a:pt x="678253" y="26024"/>
                  <a:pt x="674915" y="34481"/>
                  <a:pt x="672709" y="44721"/>
                </a:cubicBezTo>
                <a:cubicBezTo>
                  <a:pt x="670502" y="54961"/>
                  <a:pt x="669399" y="65653"/>
                  <a:pt x="669399" y="76798"/>
                </a:cubicBezTo>
                <a:cubicBezTo>
                  <a:pt x="669399" y="88905"/>
                  <a:pt x="670333" y="99908"/>
                  <a:pt x="672200" y="109809"/>
                </a:cubicBezTo>
                <a:cubicBezTo>
                  <a:pt x="673671" y="117616"/>
                  <a:pt x="675453" y="123881"/>
                  <a:pt x="677546" y="128605"/>
                </a:cubicBezTo>
                <a:cubicBezTo>
                  <a:pt x="679639" y="133329"/>
                  <a:pt x="682454" y="137869"/>
                  <a:pt x="685989" y="142225"/>
                </a:cubicBezTo>
                <a:cubicBezTo>
                  <a:pt x="689525" y="146581"/>
                  <a:pt x="694150" y="150739"/>
                  <a:pt x="699864" y="154699"/>
                </a:cubicBezTo>
                <a:close/>
                <a:moveTo>
                  <a:pt x="712931" y="123047"/>
                </a:moveTo>
                <a:lnTo>
                  <a:pt x="712931" y="119907"/>
                </a:lnTo>
                <a:cubicBezTo>
                  <a:pt x="720286" y="119794"/>
                  <a:pt x="727131" y="118082"/>
                  <a:pt x="733467" y="114773"/>
                </a:cubicBezTo>
                <a:cubicBezTo>
                  <a:pt x="739803" y="111463"/>
                  <a:pt x="745927" y="105679"/>
                  <a:pt x="751839" y="97419"/>
                </a:cubicBezTo>
                <a:cubicBezTo>
                  <a:pt x="757751" y="89159"/>
                  <a:pt x="761867" y="80079"/>
                  <a:pt x="764186" y="70179"/>
                </a:cubicBezTo>
                <a:cubicBezTo>
                  <a:pt x="755304" y="75893"/>
                  <a:pt x="747271" y="78750"/>
                  <a:pt x="740086" y="78750"/>
                </a:cubicBezTo>
                <a:cubicBezTo>
                  <a:pt x="731996" y="78750"/>
                  <a:pt x="725066" y="75624"/>
                  <a:pt x="719296" y="69373"/>
                </a:cubicBezTo>
                <a:cubicBezTo>
                  <a:pt x="713525" y="63122"/>
                  <a:pt x="710640" y="54819"/>
                  <a:pt x="710640" y="44467"/>
                </a:cubicBezTo>
                <a:cubicBezTo>
                  <a:pt x="710640" y="34397"/>
                  <a:pt x="713525" y="25430"/>
                  <a:pt x="719296" y="17566"/>
                </a:cubicBezTo>
                <a:cubicBezTo>
                  <a:pt x="726254" y="8005"/>
                  <a:pt x="735334" y="3225"/>
                  <a:pt x="746536" y="3225"/>
                </a:cubicBezTo>
                <a:cubicBezTo>
                  <a:pt x="755983" y="3225"/>
                  <a:pt x="764073" y="7128"/>
                  <a:pt x="770805" y="14935"/>
                </a:cubicBezTo>
                <a:cubicBezTo>
                  <a:pt x="779065" y="24609"/>
                  <a:pt x="783195" y="36546"/>
                  <a:pt x="783195" y="50746"/>
                </a:cubicBezTo>
                <a:cubicBezTo>
                  <a:pt x="783195" y="63532"/>
                  <a:pt x="780055" y="75455"/>
                  <a:pt x="773776" y="86515"/>
                </a:cubicBezTo>
                <a:cubicBezTo>
                  <a:pt x="767496" y="97575"/>
                  <a:pt x="758755" y="106754"/>
                  <a:pt x="747554" y="114052"/>
                </a:cubicBezTo>
                <a:cubicBezTo>
                  <a:pt x="738446" y="120048"/>
                  <a:pt x="728517" y="123047"/>
                  <a:pt x="717768" y="123047"/>
                </a:cubicBezTo>
                <a:lnTo>
                  <a:pt x="712931" y="123047"/>
                </a:lnTo>
                <a:moveTo>
                  <a:pt x="765544" y="63833"/>
                </a:moveTo>
                <a:cubicBezTo>
                  <a:pt x="766562" y="56500"/>
                  <a:pt x="767072" y="50632"/>
                  <a:pt x="767072" y="46230"/>
                </a:cubicBezTo>
                <a:cubicBezTo>
                  <a:pt x="767072" y="40758"/>
                  <a:pt x="766138" y="34849"/>
                  <a:pt x="764271" y="28502"/>
                </a:cubicBezTo>
                <a:cubicBezTo>
                  <a:pt x="762404" y="22155"/>
                  <a:pt x="759760" y="17289"/>
                  <a:pt x="756337" y="13904"/>
                </a:cubicBezTo>
                <a:cubicBezTo>
                  <a:pt x="752914" y="10518"/>
                  <a:pt x="749025" y="8825"/>
                  <a:pt x="744669" y="8825"/>
                </a:cubicBezTo>
                <a:cubicBezTo>
                  <a:pt x="739634" y="8825"/>
                  <a:pt x="735221" y="11082"/>
                  <a:pt x="731430" y="15596"/>
                </a:cubicBezTo>
                <a:cubicBezTo>
                  <a:pt x="727640" y="20109"/>
                  <a:pt x="725745" y="26823"/>
                  <a:pt x="725745" y="35737"/>
                </a:cubicBezTo>
                <a:cubicBezTo>
                  <a:pt x="725745" y="47642"/>
                  <a:pt x="728262" y="56951"/>
                  <a:pt x="733297" y="63663"/>
                </a:cubicBezTo>
                <a:cubicBezTo>
                  <a:pt x="736975" y="68516"/>
                  <a:pt x="741501" y="70943"/>
                  <a:pt x="746875" y="70943"/>
                </a:cubicBezTo>
                <a:cubicBezTo>
                  <a:pt x="749477" y="70943"/>
                  <a:pt x="752561" y="70322"/>
                  <a:pt x="756125" y="69081"/>
                </a:cubicBezTo>
                <a:cubicBezTo>
                  <a:pt x="759689" y="67840"/>
                  <a:pt x="762829" y="66091"/>
                  <a:pt x="765544" y="63833"/>
                </a:cubicBezTo>
                <a:close/>
                <a:moveTo>
                  <a:pt x="811029" y="16887"/>
                </a:moveTo>
                <a:lnTo>
                  <a:pt x="839033" y="3225"/>
                </a:lnTo>
                <a:lnTo>
                  <a:pt x="841833" y="3225"/>
                </a:lnTo>
                <a:lnTo>
                  <a:pt x="841833" y="100389"/>
                </a:lnTo>
                <a:cubicBezTo>
                  <a:pt x="841833" y="106839"/>
                  <a:pt x="842102" y="110855"/>
                  <a:pt x="842639" y="112439"/>
                </a:cubicBezTo>
                <a:cubicBezTo>
                  <a:pt x="843177" y="114023"/>
                  <a:pt x="844294" y="115240"/>
                  <a:pt x="845991" y="116088"/>
                </a:cubicBezTo>
                <a:cubicBezTo>
                  <a:pt x="847688" y="116937"/>
                  <a:pt x="851139" y="117418"/>
                  <a:pt x="856344" y="117531"/>
                </a:cubicBezTo>
                <a:lnTo>
                  <a:pt x="856344" y="120671"/>
                </a:lnTo>
                <a:lnTo>
                  <a:pt x="813066" y="120671"/>
                </a:lnTo>
                <a:lnTo>
                  <a:pt x="813066" y="117531"/>
                </a:lnTo>
                <a:cubicBezTo>
                  <a:pt x="818497" y="117418"/>
                  <a:pt x="822004" y="116951"/>
                  <a:pt x="823588" y="116131"/>
                </a:cubicBezTo>
                <a:cubicBezTo>
                  <a:pt x="825172" y="115310"/>
                  <a:pt x="826276" y="114207"/>
                  <a:pt x="826898" y="112821"/>
                </a:cubicBezTo>
                <a:cubicBezTo>
                  <a:pt x="827520" y="111435"/>
                  <a:pt x="827831" y="107291"/>
                  <a:pt x="827831" y="100389"/>
                </a:cubicBezTo>
                <a:lnTo>
                  <a:pt x="827831" y="38272"/>
                </a:lnTo>
                <a:cubicBezTo>
                  <a:pt x="827831" y="29899"/>
                  <a:pt x="827548" y="24524"/>
                  <a:pt x="826983" y="22148"/>
                </a:cubicBezTo>
                <a:cubicBezTo>
                  <a:pt x="826587" y="20338"/>
                  <a:pt x="825865" y="19009"/>
                  <a:pt x="824819" y="18160"/>
                </a:cubicBezTo>
                <a:cubicBezTo>
                  <a:pt x="823772" y="17311"/>
                  <a:pt x="822513" y="16887"/>
                  <a:pt x="821042" y="16887"/>
                </a:cubicBezTo>
                <a:cubicBezTo>
                  <a:pt x="818949" y="16887"/>
                  <a:pt x="816036" y="17764"/>
                  <a:pt x="812302" y="19518"/>
                </a:cubicBezTo>
                <a:lnTo>
                  <a:pt x="811029" y="16887"/>
                </a:lnTo>
                <a:close/>
                <a:moveTo>
                  <a:pt x="976775" y="40733"/>
                </a:moveTo>
                <a:lnTo>
                  <a:pt x="976775" y="67039"/>
                </a:lnTo>
                <a:lnTo>
                  <a:pt x="973975" y="67039"/>
                </a:lnTo>
                <a:cubicBezTo>
                  <a:pt x="971825" y="58788"/>
                  <a:pt x="969067" y="53176"/>
                  <a:pt x="965701" y="50203"/>
                </a:cubicBezTo>
                <a:cubicBezTo>
                  <a:pt x="962335" y="47227"/>
                  <a:pt x="958050" y="45739"/>
                  <a:pt x="952845" y="45739"/>
                </a:cubicBezTo>
                <a:cubicBezTo>
                  <a:pt x="948885" y="45739"/>
                  <a:pt x="945688" y="46785"/>
                  <a:pt x="943256" y="48877"/>
                </a:cubicBezTo>
                <a:cubicBezTo>
                  <a:pt x="940823" y="50966"/>
                  <a:pt x="939607" y="53283"/>
                  <a:pt x="939607" y="55827"/>
                </a:cubicBezTo>
                <a:cubicBezTo>
                  <a:pt x="939607" y="58992"/>
                  <a:pt x="940512" y="61704"/>
                  <a:pt x="942322" y="63963"/>
                </a:cubicBezTo>
                <a:cubicBezTo>
                  <a:pt x="944076" y="66281"/>
                  <a:pt x="947640" y="68739"/>
                  <a:pt x="953015" y="71338"/>
                </a:cubicBezTo>
                <a:lnTo>
                  <a:pt x="965404" y="77358"/>
                </a:lnTo>
                <a:cubicBezTo>
                  <a:pt x="976889" y="82951"/>
                  <a:pt x="982631" y="90326"/>
                  <a:pt x="982631" y="99482"/>
                </a:cubicBezTo>
                <a:cubicBezTo>
                  <a:pt x="982631" y="106545"/>
                  <a:pt x="979958" y="112239"/>
                  <a:pt x="974612" y="116563"/>
                </a:cubicBezTo>
                <a:cubicBezTo>
                  <a:pt x="969265" y="120885"/>
                  <a:pt x="963283" y="123047"/>
                  <a:pt x="956664" y="123047"/>
                </a:cubicBezTo>
                <a:cubicBezTo>
                  <a:pt x="951912" y="123047"/>
                  <a:pt x="946481" y="122198"/>
                  <a:pt x="940371" y="120501"/>
                </a:cubicBezTo>
                <a:cubicBezTo>
                  <a:pt x="938504" y="119935"/>
                  <a:pt x="936976" y="119652"/>
                  <a:pt x="935788" y="119652"/>
                </a:cubicBezTo>
                <a:cubicBezTo>
                  <a:pt x="934487" y="119652"/>
                  <a:pt x="933469" y="120388"/>
                  <a:pt x="932733" y="121859"/>
                </a:cubicBezTo>
                <a:lnTo>
                  <a:pt x="929933" y="121859"/>
                </a:lnTo>
                <a:lnTo>
                  <a:pt x="929933" y="94025"/>
                </a:lnTo>
                <a:lnTo>
                  <a:pt x="932733" y="94025"/>
                </a:lnTo>
                <a:cubicBezTo>
                  <a:pt x="934317" y="101973"/>
                  <a:pt x="937344" y="107963"/>
                  <a:pt x="941813" y="111994"/>
                </a:cubicBezTo>
                <a:cubicBezTo>
                  <a:pt x="946283" y="116025"/>
                  <a:pt x="951289" y="118040"/>
                  <a:pt x="956833" y="118040"/>
                </a:cubicBezTo>
                <a:cubicBezTo>
                  <a:pt x="960737" y="118040"/>
                  <a:pt x="963919" y="116896"/>
                  <a:pt x="966380" y="114608"/>
                </a:cubicBezTo>
                <a:cubicBezTo>
                  <a:pt x="968841" y="112319"/>
                  <a:pt x="970072" y="109564"/>
                  <a:pt x="970072" y="106343"/>
                </a:cubicBezTo>
                <a:cubicBezTo>
                  <a:pt x="970072" y="102443"/>
                  <a:pt x="968700" y="99165"/>
                  <a:pt x="965956" y="96509"/>
                </a:cubicBezTo>
                <a:cubicBezTo>
                  <a:pt x="963212" y="93854"/>
                  <a:pt x="957739" y="90492"/>
                  <a:pt x="949535" y="86424"/>
                </a:cubicBezTo>
                <a:cubicBezTo>
                  <a:pt x="941332" y="82355"/>
                  <a:pt x="935958" y="78681"/>
                  <a:pt x="933412" y="75403"/>
                </a:cubicBezTo>
                <a:cubicBezTo>
                  <a:pt x="930866" y="72182"/>
                  <a:pt x="929593" y="68113"/>
                  <a:pt x="929593" y="63197"/>
                </a:cubicBezTo>
                <a:cubicBezTo>
                  <a:pt x="929593" y="56811"/>
                  <a:pt x="931786" y="51471"/>
                  <a:pt x="936170" y="47177"/>
                </a:cubicBezTo>
                <a:cubicBezTo>
                  <a:pt x="940554" y="42881"/>
                  <a:pt x="946226" y="40733"/>
                  <a:pt x="953184" y="40733"/>
                </a:cubicBezTo>
                <a:cubicBezTo>
                  <a:pt x="956239" y="40733"/>
                  <a:pt x="959945" y="41383"/>
                  <a:pt x="964301" y="42684"/>
                </a:cubicBezTo>
                <a:cubicBezTo>
                  <a:pt x="967186" y="43533"/>
                  <a:pt x="969110" y="43957"/>
                  <a:pt x="970072" y="43957"/>
                </a:cubicBezTo>
                <a:cubicBezTo>
                  <a:pt x="970977" y="43957"/>
                  <a:pt x="971684" y="43759"/>
                  <a:pt x="972193" y="43363"/>
                </a:cubicBezTo>
                <a:cubicBezTo>
                  <a:pt x="972702" y="42967"/>
                  <a:pt x="973296" y="42090"/>
                  <a:pt x="973975" y="40733"/>
                </a:cubicBezTo>
                <a:lnTo>
                  <a:pt x="976775" y="40733"/>
                </a:lnTo>
                <a:close/>
                <a:moveTo>
                  <a:pt x="1038186" y="109469"/>
                </a:moveTo>
                <a:cubicBezTo>
                  <a:pt x="1030209" y="115636"/>
                  <a:pt x="1025203" y="119200"/>
                  <a:pt x="1023166" y="120161"/>
                </a:cubicBezTo>
                <a:cubicBezTo>
                  <a:pt x="1020111" y="121632"/>
                  <a:pt x="1016858" y="122368"/>
                  <a:pt x="1013407" y="122368"/>
                </a:cubicBezTo>
                <a:cubicBezTo>
                  <a:pt x="1008033" y="122368"/>
                  <a:pt x="1003606" y="120529"/>
                  <a:pt x="1000127" y="116852"/>
                </a:cubicBezTo>
                <a:cubicBezTo>
                  <a:pt x="996647" y="113175"/>
                  <a:pt x="994908" y="108338"/>
                  <a:pt x="994908" y="102341"/>
                </a:cubicBezTo>
                <a:cubicBezTo>
                  <a:pt x="994908" y="98551"/>
                  <a:pt x="995756" y="95269"/>
                  <a:pt x="997454" y="92497"/>
                </a:cubicBezTo>
                <a:cubicBezTo>
                  <a:pt x="999773" y="88650"/>
                  <a:pt x="1003804" y="85030"/>
                  <a:pt x="1009546" y="81635"/>
                </a:cubicBezTo>
                <a:cubicBezTo>
                  <a:pt x="1015288" y="78241"/>
                  <a:pt x="1024835" y="74111"/>
                  <a:pt x="1038186" y="69246"/>
                </a:cubicBezTo>
                <a:lnTo>
                  <a:pt x="1038186" y="66191"/>
                </a:lnTo>
                <a:cubicBezTo>
                  <a:pt x="1038186" y="58440"/>
                  <a:pt x="1036956" y="53122"/>
                  <a:pt x="1034495" y="50237"/>
                </a:cubicBezTo>
                <a:cubicBezTo>
                  <a:pt x="1032034" y="47352"/>
                  <a:pt x="1028456" y="45909"/>
                  <a:pt x="1023760" y="45909"/>
                </a:cubicBezTo>
                <a:cubicBezTo>
                  <a:pt x="1020196" y="45909"/>
                  <a:pt x="1017367" y="46867"/>
                  <a:pt x="1015274" y="48784"/>
                </a:cubicBezTo>
                <a:cubicBezTo>
                  <a:pt x="1013124" y="50700"/>
                  <a:pt x="1012049" y="52899"/>
                  <a:pt x="1012049" y="55379"/>
                </a:cubicBezTo>
                <a:lnTo>
                  <a:pt x="1012219" y="60282"/>
                </a:lnTo>
                <a:cubicBezTo>
                  <a:pt x="1012219" y="62874"/>
                  <a:pt x="1011554" y="64874"/>
                  <a:pt x="1010225" y="66283"/>
                </a:cubicBezTo>
                <a:cubicBezTo>
                  <a:pt x="1008895" y="67692"/>
                  <a:pt x="1007156" y="68397"/>
                  <a:pt x="1005006" y="68397"/>
                </a:cubicBezTo>
                <a:cubicBezTo>
                  <a:pt x="1002913" y="68397"/>
                  <a:pt x="1001201" y="67664"/>
                  <a:pt x="999872" y="66199"/>
                </a:cubicBezTo>
                <a:cubicBezTo>
                  <a:pt x="998543" y="64731"/>
                  <a:pt x="997878" y="62728"/>
                  <a:pt x="997878" y="60189"/>
                </a:cubicBezTo>
                <a:cubicBezTo>
                  <a:pt x="997878" y="55340"/>
                  <a:pt x="1000367" y="50885"/>
                  <a:pt x="1005345" y="46824"/>
                </a:cubicBezTo>
                <a:cubicBezTo>
                  <a:pt x="1010324" y="42763"/>
                  <a:pt x="1017311" y="40733"/>
                  <a:pt x="1026306" y="40733"/>
                </a:cubicBezTo>
                <a:cubicBezTo>
                  <a:pt x="1033208" y="40733"/>
                  <a:pt x="1038865" y="41891"/>
                  <a:pt x="1043278" y="44207"/>
                </a:cubicBezTo>
                <a:cubicBezTo>
                  <a:pt x="1046616" y="45959"/>
                  <a:pt x="1049077" y="48700"/>
                  <a:pt x="1050661" y="52430"/>
                </a:cubicBezTo>
                <a:cubicBezTo>
                  <a:pt x="1051679" y="54859"/>
                  <a:pt x="1052188" y="59831"/>
                  <a:pt x="1052188" y="67347"/>
                </a:cubicBezTo>
                <a:lnTo>
                  <a:pt x="1052188" y="93706"/>
                </a:lnTo>
                <a:cubicBezTo>
                  <a:pt x="1052188" y="101109"/>
                  <a:pt x="1052330" y="105643"/>
                  <a:pt x="1052612" y="107311"/>
                </a:cubicBezTo>
                <a:cubicBezTo>
                  <a:pt x="1052895" y="108978"/>
                  <a:pt x="1053362" y="110094"/>
                  <a:pt x="1054013" y="110660"/>
                </a:cubicBezTo>
                <a:cubicBezTo>
                  <a:pt x="1054663" y="111224"/>
                  <a:pt x="1055413" y="111506"/>
                  <a:pt x="1056261" y="111506"/>
                </a:cubicBezTo>
                <a:cubicBezTo>
                  <a:pt x="1057167" y="111506"/>
                  <a:pt x="1057959" y="111308"/>
                  <a:pt x="1058637" y="110912"/>
                </a:cubicBezTo>
                <a:cubicBezTo>
                  <a:pt x="1059825" y="110176"/>
                  <a:pt x="1062117" y="108111"/>
                  <a:pt x="1065511" y="104717"/>
                </a:cubicBezTo>
                <a:lnTo>
                  <a:pt x="1065511" y="109469"/>
                </a:lnTo>
                <a:cubicBezTo>
                  <a:pt x="1059175" y="117955"/>
                  <a:pt x="1053122" y="122198"/>
                  <a:pt x="1047351" y="122198"/>
                </a:cubicBezTo>
                <a:cubicBezTo>
                  <a:pt x="1044579" y="122198"/>
                  <a:pt x="1042373" y="121236"/>
                  <a:pt x="1040732" y="119313"/>
                </a:cubicBezTo>
                <a:cubicBezTo>
                  <a:pt x="1039091" y="117389"/>
                  <a:pt x="1038243" y="114108"/>
                  <a:pt x="1038186" y="109469"/>
                </a:cubicBezTo>
                <a:moveTo>
                  <a:pt x="1038186" y="103906"/>
                </a:moveTo>
                <a:lnTo>
                  <a:pt x="1038186" y="74422"/>
                </a:lnTo>
                <a:cubicBezTo>
                  <a:pt x="1029644" y="77801"/>
                  <a:pt x="1024128" y="80194"/>
                  <a:pt x="1021639" y="81603"/>
                </a:cubicBezTo>
                <a:cubicBezTo>
                  <a:pt x="1017169" y="84082"/>
                  <a:pt x="1013973" y="86673"/>
                  <a:pt x="1012049" y="89376"/>
                </a:cubicBezTo>
                <a:cubicBezTo>
                  <a:pt x="1010126" y="92079"/>
                  <a:pt x="1009164" y="95036"/>
                  <a:pt x="1009164" y="98246"/>
                </a:cubicBezTo>
                <a:cubicBezTo>
                  <a:pt x="1009164" y="102302"/>
                  <a:pt x="1010380" y="105667"/>
                  <a:pt x="1012813" y="108342"/>
                </a:cubicBezTo>
                <a:cubicBezTo>
                  <a:pt x="1015246" y="111017"/>
                  <a:pt x="1018046" y="112354"/>
                  <a:pt x="1021214" y="112354"/>
                </a:cubicBezTo>
                <a:cubicBezTo>
                  <a:pt x="1025514" y="112354"/>
                  <a:pt x="1031171" y="109538"/>
                  <a:pt x="1038186" y="103906"/>
                </a:cubicBezTo>
                <a:close/>
                <a:moveTo>
                  <a:pt x="1094390" y="57280"/>
                </a:moveTo>
                <a:cubicBezTo>
                  <a:pt x="1100047" y="51623"/>
                  <a:pt x="1103385" y="48370"/>
                  <a:pt x="1104403" y="47521"/>
                </a:cubicBezTo>
                <a:cubicBezTo>
                  <a:pt x="1106949" y="45372"/>
                  <a:pt x="1109693" y="43703"/>
                  <a:pt x="1112635" y="42515"/>
                </a:cubicBezTo>
                <a:cubicBezTo>
                  <a:pt x="1115577" y="41327"/>
                  <a:pt x="1118490" y="40733"/>
                  <a:pt x="1121375" y="40733"/>
                </a:cubicBezTo>
                <a:cubicBezTo>
                  <a:pt x="1126241" y="40733"/>
                  <a:pt x="1130427" y="42147"/>
                  <a:pt x="1133935" y="44976"/>
                </a:cubicBezTo>
                <a:cubicBezTo>
                  <a:pt x="1137442" y="47804"/>
                  <a:pt x="1139790" y="51906"/>
                  <a:pt x="1140978" y="57280"/>
                </a:cubicBezTo>
                <a:cubicBezTo>
                  <a:pt x="1146805" y="50492"/>
                  <a:pt x="1151727" y="46036"/>
                  <a:pt x="1155743" y="43915"/>
                </a:cubicBezTo>
                <a:cubicBezTo>
                  <a:pt x="1159760" y="41793"/>
                  <a:pt x="1163890" y="40733"/>
                  <a:pt x="1168133" y="40733"/>
                </a:cubicBezTo>
                <a:cubicBezTo>
                  <a:pt x="1172263" y="40733"/>
                  <a:pt x="1175926" y="41792"/>
                  <a:pt x="1179122" y="43910"/>
                </a:cubicBezTo>
                <a:cubicBezTo>
                  <a:pt x="1182319" y="46026"/>
                  <a:pt x="1184850" y="49483"/>
                  <a:pt x="1186717" y="54281"/>
                </a:cubicBezTo>
                <a:cubicBezTo>
                  <a:pt x="1187962" y="57555"/>
                  <a:pt x="1188584" y="62692"/>
                  <a:pt x="1188584" y="69691"/>
                </a:cubicBezTo>
                <a:lnTo>
                  <a:pt x="1188584" y="103052"/>
                </a:lnTo>
                <a:cubicBezTo>
                  <a:pt x="1188584" y="107906"/>
                  <a:pt x="1188952" y="111237"/>
                  <a:pt x="1189687" y="113044"/>
                </a:cubicBezTo>
                <a:cubicBezTo>
                  <a:pt x="1190253" y="114285"/>
                  <a:pt x="1191300" y="115343"/>
                  <a:pt x="1192827" y="116218"/>
                </a:cubicBezTo>
                <a:cubicBezTo>
                  <a:pt x="1194355" y="117093"/>
                  <a:pt x="1196844" y="117531"/>
                  <a:pt x="1200295" y="117531"/>
                </a:cubicBezTo>
                <a:lnTo>
                  <a:pt x="1200295" y="120671"/>
                </a:lnTo>
                <a:lnTo>
                  <a:pt x="1161938" y="120671"/>
                </a:lnTo>
                <a:lnTo>
                  <a:pt x="1161938" y="117531"/>
                </a:lnTo>
                <a:lnTo>
                  <a:pt x="1163551" y="117531"/>
                </a:lnTo>
                <a:cubicBezTo>
                  <a:pt x="1166888" y="117531"/>
                  <a:pt x="1169491" y="116884"/>
                  <a:pt x="1171358" y="115590"/>
                </a:cubicBezTo>
                <a:cubicBezTo>
                  <a:pt x="1172659" y="114688"/>
                  <a:pt x="1173592" y="113252"/>
                  <a:pt x="1174158" y="111283"/>
                </a:cubicBezTo>
                <a:cubicBezTo>
                  <a:pt x="1174384" y="110327"/>
                  <a:pt x="1174498" y="107597"/>
                  <a:pt x="1174498" y="103094"/>
                </a:cubicBezTo>
                <a:lnTo>
                  <a:pt x="1174498" y="69829"/>
                </a:lnTo>
                <a:cubicBezTo>
                  <a:pt x="1174498" y="63525"/>
                  <a:pt x="1173734" y="59078"/>
                  <a:pt x="1172206" y="56490"/>
                </a:cubicBezTo>
                <a:cubicBezTo>
                  <a:pt x="1170000" y="52887"/>
                  <a:pt x="1166464" y="51086"/>
                  <a:pt x="1161599" y="51086"/>
                </a:cubicBezTo>
                <a:cubicBezTo>
                  <a:pt x="1158600" y="51086"/>
                  <a:pt x="1155588" y="51832"/>
                  <a:pt x="1152561" y="53324"/>
                </a:cubicBezTo>
                <a:cubicBezTo>
                  <a:pt x="1149535" y="54814"/>
                  <a:pt x="1145871" y="57586"/>
                  <a:pt x="1141572" y="61640"/>
                </a:cubicBezTo>
                <a:lnTo>
                  <a:pt x="1141402" y="62568"/>
                </a:lnTo>
                <a:lnTo>
                  <a:pt x="1141572" y="66199"/>
                </a:lnTo>
                <a:lnTo>
                  <a:pt x="1141572" y="103094"/>
                </a:lnTo>
                <a:cubicBezTo>
                  <a:pt x="1141572" y="108385"/>
                  <a:pt x="1141869" y="111678"/>
                  <a:pt x="1142463" y="112972"/>
                </a:cubicBezTo>
                <a:cubicBezTo>
                  <a:pt x="1143057" y="114266"/>
                  <a:pt x="1144174" y="115350"/>
                  <a:pt x="1145815" y="116223"/>
                </a:cubicBezTo>
                <a:cubicBezTo>
                  <a:pt x="1147456" y="117095"/>
                  <a:pt x="1150256" y="117531"/>
                  <a:pt x="1154216" y="117531"/>
                </a:cubicBezTo>
                <a:lnTo>
                  <a:pt x="1154216" y="120671"/>
                </a:lnTo>
                <a:lnTo>
                  <a:pt x="1114926" y="120671"/>
                </a:lnTo>
                <a:lnTo>
                  <a:pt x="1114926" y="117531"/>
                </a:lnTo>
                <a:cubicBezTo>
                  <a:pt x="1119225" y="117531"/>
                  <a:pt x="1122181" y="117024"/>
                  <a:pt x="1123794" y="116011"/>
                </a:cubicBezTo>
                <a:cubicBezTo>
                  <a:pt x="1125406" y="114998"/>
                  <a:pt x="1126523" y="113479"/>
                  <a:pt x="1127146" y="111453"/>
                </a:cubicBezTo>
                <a:cubicBezTo>
                  <a:pt x="1127429" y="110495"/>
                  <a:pt x="1127570" y="107708"/>
                  <a:pt x="1127570" y="103094"/>
                </a:cubicBezTo>
                <a:lnTo>
                  <a:pt x="1127570" y="69829"/>
                </a:lnTo>
                <a:cubicBezTo>
                  <a:pt x="1127570" y="63525"/>
                  <a:pt x="1126637" y="58993"/>
                  <a:pt x="1124770" y="56236"/>
                </a:cubicBezTo>
                <a:cubicBezTo>
                  <a:pt x="1122280" y="52633"/>
                  <a:pt x="1118801" y="50831"/>
                  <a:pt x="1114332" y="50831"/>
                </a:cubicBezTo>
                <a:cubicBezTo>
                  <a:pt x="1111277" y="50831"/>
                  <a:pt x="1108250" y="51647"/>
                  <a:pt x="1105252" y="53279"/>
                </a:cubicBezTo>
                <a:cubicBezTo>
                  <a:pt x="1100556" y="55756"/>
                  <a:pt x="1096936" y="58542"/>
                  <a:pt x="1094390" y="61637"/>
                </a:cubicBezTo>
                <a:lnTo>
                  <a:pt x="1094390" y="103094"/>
                </a:lnTo>
                <a:cubicBezTo>
                  <a:pt x="1094390" y="108159"/>
                  <a:pt x="1094743" y="111452"/>
                  <a:pt x="1095451" y="112972"/>
                </a:cubicBezTo>
                <a:cubicBezTo>
                  <a:pt x="1096158" y="114491"/>
                  <a:pt x="1097204" y="115630"/>
                  <a:pt x="1098590" y="116391"/>
                </a:cubicBezTo>
                <a:cubicBezTo>
                  <a:pt x="1099976" y="117151"/>
                  <a:pt x="1102791" y="117531"/>
                  <a:pt x="1107034" y="117531"/>
                </a:cubicBezTo>
                <a:lnTo>
                  <a:pt x="1107034" y="120671"/>
                </a:lnTo>
                <a:lnTo>
                  <a:pt x="1068592" y="120671"/>
                </a:lnTo>
                <a:lnTo>
                  <a:pt x="1068592" y="117531"/>
                </a:lnTo>
                <a:cubicBezTo>
                  <a:pt x="1072157" y="117531"/>
                  <a:pt x="1074646" y="117150"/>
                  <a:pt x="1076060" y="116388"/>
                </a:cubicBezTo>
                <a:cubicBezTo>
                  <a:pt x="1077474" y="115626"/>
                  <a:pt x="1078549" y="114412"/>
                  <a:pt x="1079285" y="112747"/>
                </a:cubicBezTo>
                <a:cubicBezTo>
                  <a:pt x="1080020" y="111081"/>
                  <a:pt x="1080388" y="107850"/>
                  <a:pt x="1080388" y="103052"/>
                </a:cubicBezTo>
                <a:lnTo>
                  <a:pt x="1080388" y="73417"/>
                </a:lnTo>
                <a:cubicBezTo>
                  <a:pt x="1080388" y="64892"/>
                  <a:pt x="1080133" y="59389"/>
                  <a:pt x="1079624" y="56906"/>
                </a:cubicBezTo>
                <a:cubicBezTo>
                  <a:pt x="1079228" y="55043"/>
                  <a:pt x="1078606" y="53759"/>
                  <a:pt x="1077757" y="53053"/>
                </a:cubicBezTo>
                <a:cubicBezTo>
                  <a:pt x="1076909" y="52348"/>
                  <a:pt x="1075749" y="51995"/>
                  <a:pt x="1074278" y="51995"/>
                </a:cubicBezTo>
                <a:cubicBezTo>
                  <a:pt x="1072694" y="51995"/>
                  <a:pt x="1070799" y="52419"/>
                  <a:pt x="1068592" y="53265"/>
                </a:cubicBezTo>
                <a:lnTo>
                  <a:pt x="1067320" y="50216"/>
                </a:lnTo>
                <a:lnTo>
                  <a:pt x="1090741" y="40733"/>
                </a:lnTo>
                <a:lnTo>
                  <a:pt x="1094390" y="40733"/>
                </a:lnTo>
                <a:lnTo>
                  <a:pt x="1094390" y="57280"/>
                </a:lnTo>
                <a:close/>
                <a:moveTo>
                  <a:pt x="1200918" y="50584"/>
                </a:moveTo>
                <a:lnTo>
                  <a:pt x="1224849" y="40902"/>
                </a:lnTo>
                <a:lnTo>
                  <a:pt x="1228073" y="40902"/>
                </a:lnTo>
                <a:lnTo>
                  <a:pt x="1228073" y="59062"/>
                </a:lnTo>
                <a:cubicBezTo>
                  <a:pt x="1232090" y="52217"/>
                  <a:pt x="1236121" y="47451"/>
                  <a:pt x="1240166" y="44764"/>
                </a:cubicBezTo>
                <a:cubicBezTo>
                  <a:pt x="1244211" y="42076"/>
                  <a:pt x="1248468" y="40733"/>
                  <a:pt x="1252937" y="40733"/>
                </a:cubicBezTo>
                <a:cubicBezTo>
                  <a:pt x="1260744" y="40733"/>
                  <a:pt x="1267250" y="43784"/>
                  <a:pt x="1272455" y="49887"/>
                </a:cubicBezTo>
                <a:cubicBezTo>
                  <a:pt x="1278848" y="57348"/>
                  <a:pt x="1282044" y="67068"/>
                  <a:pt x="1282044" y="79050"/>
                </a:cubicBezTo>
                <a:cubicBezTo>
                  <a:pt x="1282044" y="92443"/>
                  <a:pt x="1278197" y="103520"/>
                  <a:pt x="1270503" y="112280"/>
                </a:cubicBezTo>
                <a:cubicBezTo>
                  <a:pt x="1264167" y="119458"/>
                  <a:pt x="1256190" y="123047"/>
                  <a:pt x="1246573" y="123047"/>
                </a:cubicBezTo>
                <a:cubicBezTo>
                  <a:pt x="1242386" y="123047"/>
                  <a:pt x="1238766" y="122453"/>
                  <a:pt x="1235711" y="121265"/>
                </a:cubicBezTo>
                <a:cubicBezTo>
                  <a:pt x="1233448" y="120416"/>
                  <a:pt x="1230902" y="118719"/>
                  <a:pt x="1228073" y="116173"/>
                </a:cubicBezTo>
                <a:lnTo>
                  <a:pt x="1228073" y="139849"/>
                </a:lnTo>
                <a:cubicBezTo>
                  <a:pt x="1228073" y="145167"/>
                  <a:pt x="1228399" y="148547"/>
                  <a:pt x="1229049" y="149990"/>
                </a:cubicBezTo>
                <a:cubicBezTo>
                  <a:pt x="1229700" y="151432"/>
                  <a:pt x="1230831" y="152578"/>
                  <a:pt x="1232444" y="153427"/>
                </a:cubicBezTo>
                <a:cubicBezTo>
                  <a:pt x="1234056" y="154275"/>
                  <a:pt x="1236984" y="154699"/>
                  <a:pt x="1241227" y="154699"/>
                </a:cubicBezTo>
                <a:lnTo>
                  <a:pt x="1241227" y="157839"/>
                </a:lnTo>
                <a:lnTo>
                  <a:pt x="1200494" y="157839"/>
                </a:lnTo>
                <a:lnTo>
                  <a:pt x="1200494" y="154699"/>
                </a:lnTo>
                <a:lnTo>
                  <a:pt x="1202615" y="154699"/>
                </a:lnTo>
                <a:cubicBezTo>
                  <a:pt x="1205727" y="154756"/>
                  <a:pt x="1208386" y="154161"/>
                  <a:pt x="1210592" y="152915"/>
                </a:cubicBezTo>
                <a:cubicBezTo>
                  <a:pt x="1211667" y="152292"/>
                  <a:pt x="1212502" y="151287"/>
                  <a:pt x="1213096" y="149900"/>
                </a:cubicBezTo>
                <a:cubicBezTo>
                  <a:pt x="1213690" y="148514"/>
                  <a:pt x="1213987" y="144990"/>
                  <a:pt x="1213987" y="139329"/>
                </a:cubicBezTo>
                <a:lnTo>
                  <a:pt x="1213987" y="65785"/>
                </a:lnTo>
                <a:cubicBezTo>
                  <a:pt x="1213987" y="60746"/>
                  <a:pt x="1213760" y="57548"/>
                  <a:pt x="1213308" y="56190"/>
                </a:cubicBezTo>
                <a:cubicBezTo>
                  <a:pt x="1212855" y="54831"/>
                  <a:pt x="1212134" y="53812"/>
                  <a:pt x="1211144" y="53133"/>
                </a:cubicBezTo>
                <a:cubicBezTo>
                  <a:pt x="1210154" y="52452"/>
                  <a:pt x="1208810" y="52112"/>
                  <a:pt x="1207113" y="52112"/>
                </a:cubicBezTo>
                <a:cubicBezTo>
                  <a:pt x="1205755" y="52112"/>
                  <a:pt x="1204030" y="52508"/>
                  <a:pt x="1201936" y="53300"/>
                </a:cubicBezTo>
                <a:lnTo>
                  <a:pt x="1200918" y="50584"/>
                </a:lnTo>
                <a:moveTo>
                  <a:pt x="1228073" y="64223"/>
                </a:moveTo>
                <a:lnTo>
                  <a:pt x="1228073" y="93208"/>
                </a:lnTo>
                <a:cubicBezTo>
                  <a:pt x="1228073" y="99480"/>
                  <a:pt x="1228328" y="103605"/>
                  <a:pt x="1228837" y="105582"/>
                </a:cubicBezTo>
                <a:cubicBezTo>
                  <a:pt x="1229629" y="108859"/>
                  <a:pt x="1231567" y="111741"/>
                  <a:pt x="1234650" y="114227"/>
                </a:cubicBezTo>
                <a:cubicBezTo>
                  <a:pt x="1237733" y="116712"/>
                  <a:pt x="1241623" y="117955"/>
                  <a:pt x="1246318" y="117955"/>
                </a:cubicBezTo>
                <a:cubicBezTo>
                  <a:pt x="1251975" y="117955"/>
                  <a:pt x="1256558" y="115751"/>
                  <a:pt x="1260065" y="111344"/>
                </a:cubicBezTo>
                <a:cubicBezTo>
                  <a:pt x="1264648" y="105582"/>
                  <a:pt x="1266939" y="97475"/>
                  <a:pt x="1266939" y="87021"/>
                </a:cubicBezTo>
                <a:cubicBezTo>
                  <a:pt x="1266939" y="75157"/>
                  <a:pt x="1264337" y="66032"/>
                  <a:pt x="1259132" y="59648"/>
                </a:cubicBezTo>
                <a:cubicBezTo>
                  <a:pt x="1255511" y="55241"/>
                  <a:pt x="1251212" y="53037"/>
                  <a:pt x="1246233" y="53037"/>
                </a:cubicBezTo>
                <a:cubicBezTo>
                  <a:pt x="1243518" y="53037"/>
                  <a:pt x="1240831" y="53715"/>
                  <a:pt x="1238172" y="55071"/>
                </a:cubicBezTo>
                <a:cubicBezTo>
                  <a:pt x="1236135" y="56088"/>
                  <a:pt x="1232769" y="59138"/>
                  <a:pt x="1228073" y="64223"/>
                </a:cubicBezTo>
                <a:close/>
                <a:moveTo>
                  <a:pt x="1320146" y="0"/>
                </a:moveTo>
                <a:lnTo>
                  <a:pt x="1320146" y="103030"/>
                </a:lnTo>
                <a:cubicBezTo>
                  <a:pt x="1320146" y="107892"/>
                  <a:pt x="1320500" y="111115"/>
                  <a:pt x="1321207" y="112699"/>
                </a:cubicBezTo>
                <a:cubicBezTo>
                  <a:pt x="1321914" y="114281"/>
                  <a:pt x="1323003" y="115483"/>
                  <a:pt x="1324474" y="116303"/>
                </a:cubicBezTo>
                <a:cubicBezTo>
                  <a:pt x="1325945" y="117122"/>
                  <a:pt x="1328689" y="117531"/>
                  <a:pt x="1332705" y="117531"/>
                </a:cubicBezTo>
                <a:lnTo>
                  <a:pt x="1332705" y="120671"/>
                </a:lnTo>
                <a:lnTo>
                  <a:pt x="1294603" y="120671"/>
                </a:lnTo>
                <a:lnTo>
                  <a:pt x="1294603" y="117531"/>
                </a:lnTo>
                <a:cubicBezTo>
                  <a:pt x="1298168" y="117531"/>
                  <a:pt x="1300600" y="117164"/>
                  <a:pt x="1301901" y="116430"/>
                </a:cubicBezTo>
                <a:cubicBezTo>
                  <a:pt x="1303203" y="115695"/>
                  <a:pt x="1304221" y="114479"/>
                  <a:pt x="1304956" y="112784"/>
                </a:cubicBezTo>
                <a:cubicBezTo>
                  <a:pt x="1305692" y="111087"/>
                  <a:pt x="1306059" y="107836"/>
                  <a:pt x="1306059" y="103030"/>
                </a:cubicBezTo>
                <a:lnTo>
                  <a:pt x="1306059" y="32477"/>
                </a:lnTo>
                <a:cubicBezTo>
                  <a:pt x="1306059" y="23716"/>
                  <a:pt x="1305861" y="18331"/>
                  <a:pt x="1305465" y="16325"/>
                </a:cubicBezTo>
                <a:cubicBezTo>
                  <a:pt x="1305069" y="14317"/>
                  <a:pt x="1304433" y="12946"/>
                  <a:pt x="1303556" y="12212"/>
                </a:cubicBezTo>
                <a:cubicBezTo>
                  <a:pt x="1302679" y="11476"/>
                  <a:pt x="1301562" y="11109"/>
                  <a:pt x="1300204" y="11109"/>
                </a:cubicBezTo>
                <a:cubicBezTo>
                  <a:pt x="1298733" y="11109"/>
                  <a:pt x="1296866" y="11561"/>
                  <a:pt x="1294603" y="12466"/>
                </a:cubicBezTo>
                <a:lnTo>
                  <a:pt x="1293161" y="9496"/>
                </a:lnTo>
                <a:lnTo>
                  <a:pt x="1316328" y="0"/>
                </a:lnTo>
                <a:lnTo>
                  <a:pt x="1320146" y="0"/>
                </a:lnTo>
                <a:close/>
                <a:moveTo>
                  <a:pt x="1354798" y="72301"/>
                </a:moveTo>
                <a:cubicBezTo>
                  <a:pt x="1354742" y="83815"/>
                  <a:pt x="1357542" y="92846"/>
                  <a:pt x="1363199" y="99395"/>
                </a:cubicBezTo>
                <a:cubicBezTo>
                  <a:pt x="1368857" y="105941"/>
                  <a:pt x="1375504" y="109215"/>
                  <a:pt x="1383141" y="109215"/>
                </a:cubicBezTo>
                <a:cubicBezTo>
                  <a:pt x="1388233" y="109215"/>
                  <a:pt x="1392660" y="107814"/>
                  <a:pt x="1396422" y="105014"/>
                </a:cubicBezTo>
                <a:cubicBezTo>
                  <a:pt x="1400184" y="102214"/>
                  <a:pt x="1403338" y="97419"/>
                  <a:pt x="1405884" y="90630"/>
                </a:cubicBezTo>
                <a:lnTo>
                  <a:pt x="1408514" y="92327"/>
                </a:lnTo>
                <a:cubicBezTo>
                  <a:pt x="1407326" y="100078"/>
                  <a:pt x="1403875" y="107136"/>
                  <a:pt x="1398162" y="113500"/>
                </a:cubicBezTo>
                <a:cubicBezTo>
                  <a:pt x="1392448" y="119864"/>
                  <a:pt x="1385291" y="123047"/>
                  <a:pt x="1376692" y="123047"/>
                </a:cubicBezTo>
                <a:cubicBezTo>
                  <a:pt x="1367357" y="123047"/>
                  <a:pt x="1359366" y="119420"/>
                  <a:pt x="1352719" y="112166"/>
                </a:cubicBezTo>
                <a:cubicBezTo>
                  <a:pt x="1346072" y="104911"/>
                  <a:pt x="1342748" y="95157"/>
                  <a:pt x="1342748" y="82905"/>
                </a:cubicBezTo>
                <a:cubicBezTo>
                  <a:pt x="1342748" y="69639"/>
                  <a:pt x="1346157" y="59294"/>
                  <a:pt x="1352974" y="51871"/>
                </a:cubicBezTo>
                <a:cubicBezTo>
                  <a:pt x="1359791" y="44445"/>
                  <a:pt x="1368347" y="40733"/>
                  <a:pt x="1378644" y="40733"/>
                </a:cubicBezTo>
                <a:cubicBezTo>
                  <a:pt x="1387356" y="40733"/>
                  <a:pt x="1394513" y="43597"/>
                  <a:pt x="1400113" y="49325"/>
                </a:cubicBezTo>
                <a:cubicBezTo>
                  <a:pt x="1405714" y="55051"/>
                  <a:pt x="1408514" y="62710"/>
                  <a:pt x="1408514" y="72301"/>
                </a:cubicBezTo>
                <a:lnTo>
                  <a:pt x="1354798" y="72301"/>
                </a:lnTo>
                <a:moveTo>
                  <a:pt x="1354798" y="67379"/>
                </a:moveTo>
                <a:lnTo>
                  <a:pt x="1390779" y="67379"/>
                </a:lnTo>
                <a:cubicBezTo>
                  <a:pt x="1390496" y="62400"/>
                  <a:pt x="1389902" y="58893"/>
                  <a:pt x="1388997" y="56856"/>
                </a:cubicBezTo>
                <a:cubicBezTo>
                  <a:pt x="1387582" y="53688"/>
                  <a:pt x="1385475" y="51199"/>
                  <a:pt x="1382675" y="49388"/>
                </a:cubicBezTo>
                <a:cubicBezTo>
                  <a:pt x="1379874" y="47578"/>
                  <a:pt x="1376947" y="46673"/>
                  <a:pt x="1373892" y="46673"/>
                </a:cubicBezTo>
                <a:cubicBezTo>
                  <a:pt x="1369196" y="46673"/>
                  <a:pt x="1364995" y="48497"/>
                  <a:pt x="1361290" y="52146"/>
                </a:cubicBezTo>
                <a:cubicBezTo>
                  <a:pt x="1357584" y="55795"/>
                  <a:pt x="1355420" y="60873"/>
                  <a:pt x="1354798" y="67379"/>
                </a:cubicBezTo>
                <a:close/>
                <a:moveTo>
                  <a:pt x="1469131" y="40733"/>
                </a:moveTo>
                <a:lnTo>
                  <a:pt x="1469131" y="67039"/>
                </a:lnTo>
                <a:lnTo>
                  <a:pt x="1466330" y="67039"/>
                </a:lnTo>
                <a:cubicBezTo>
                  <a:pt x="1464181" y="58788"/>
                  <a:pt x="1461423" y="53176"/>
                  <a:pt x="1458057" y="50203"/>
                </a:cubicBezTo>
                <a:cubicBezTo>
                  <a:pt x="1454690" y="47227"/>
                  <a:pt x="1450405" y="45739"/>
                  <a:pt x="1445200" y="45739"/>
                </a:cubicBezTo>
                <a:cubicBezTo>
                  <a:pt x="1441240" y="45739"/>
                  <a:pt x="1438044" y="46785"/>
                  <a:pt x="1435611" y="48877"/>
                </a:cubicBezTo>
                <a:cubicBezTo>
                  <a:pt x="1433178" y="50966"/>
                  <a:pt x="1431962" y="53283"/>
                  <a:pt x="1431962" y="55827"/>
                </a:cubicBezTo>
                <a:cubicBezTo>
                  <a:pt x="1431962" y="58992"/>
                  <a:pt x="1432867" y="61704"/>
                  <a:pt x="1434678" y="63963"/>
                </a:cubicBezTo>
                <a:cubicBezTo>
                  <a:pt x="1436431" y="66281"/>
                  <a:pt x="1439996" y="68739"/>
                  <a:pt x="1445370" y="71338"/>
                </a:cubicBezTo>
                <a:lnTo>
                  <a:pt x="1457760" y="77358"/>
                </a:lnTo>
                <a:cubicBezTo>
                  <a:pt x="1469244" y="82951"/>
                  <a:pt x="1474986" y="90326"/>
                  <a:pt x="1474986" y="99482"/>
                </a:cubicBezTo>
                <a:cubicBezTo>
                  <a:pt x="1474986" y="106545"/>
                  <a:pt x="1472313" y="112239"/>
                  <a:pt x="1466967" y="116563"/>
                </a:cubicBezTo>
                <a:cubicBezTo>
                  <a:pt x="1461621" y="120885"/>
                  <a:pt x="1455638" y="123047"/>
                  <a:pt x="1449019" y="123047"/>
                </a:cubicBezTo>
                <a:cubicBezTo>
                  <a:pt x="1444267" y="123047"/>
                  <a:pt x="1438836" y="122198"/>
                  <a:pt x="1432726" y="120501"/>
                </a:cubicBezTo>
                <a:cubicBezTo>
                  <a:pt x="1430859" y="119935"/>
                  <a:pt x="1429331" y="119652"/>
                  <a:pt x="1428143" y="119652"/>
                </a:cubicBezTo>
                <a:cubicBezTo>
                  <a:pt x="1426842" y="119652"/>
                  <a:pt x="1425824" y="120388"/>
                  <a:pt x="1425088" y="121859"/>
                </a:cubicBezTo>
                <a:lnTo>
                  <a:pt x="1422288" y="121859"/>
                </a:lnTo>
                <a:lnTo>
                  <a:pt x="1422288" y="94025"/>
                </a:lnTo>
                <a:lnTo>
                  <a:pt x="1425088" y="94025"/>
                </a:lnTo>
                <a:cubicBezTo>
                  <a:pt x="1426673" y="101973"/>
                  <a:pt x="1429699" y="107963"/>
                  <a:pt x="1434168" y="111994"/>
                </a:cubicBezTo>
                <a:cubicBezTo>
                  <a:pt x="1438638" y="116025"/>
                  <a:pt x="1443644" y="118040"/>
                  <a:pt x="1449189" y="118040"/>
                </a:cubicBezTo>
                <a:cubicBezTo>
                  <a:pt x="1453092" y="118040"/>
                  <a:pt x="1456274" y="116896"/>
                  <a:pt x="1458735" y="114608"/>
                </a:cubicBezTo>
                <a:cubicBezTo>
                  <a:pt x="1461196" y="112319"/>
                  <a:pt x="1462427" y="109564"/>
                  <a:pt x="1462427" y="106343"/>
                </a:cubicBezTo>
                <a:cubicBezTo>
                  <a:pt x="1462427" y="102443"/>
                  <a:pt x="1461055" y="99165"/>
                  <a:pt x="1458311" y="96509"/>
                </a:cubicBezTo>
                <a:cubicBezTo>
                  <a:pt x="1455567" y="93854"/>
                  <a:pt x="1450094" y="90492"/>
                  <a:pt x="1441891" y="86424"/>
                </a:cubicBezTo>
                <a:cubicBezTo>
                  <a:pt x="1433688" y="82355"/>
                  <a:pt x="1428313" y="78681"/>
                  <a:pt x="1425767" y="75403"/>
                </a:cubicBezTo>
                <a:cubicBezTo>
                  <a:pt x="1423222" y="72182"/>
                  <a:pt x="1421949" y="68113"/>
                  <a:pt x="1421949" y="63197"/>
                </a:cubicBezTo>
                <a:cubicBezTo>
                  <a:pt x="1421949" y="56811"/>
                  <a:pt x="1424141" y="51471"/>
                  <a:pt x="1428525" y="47177"/>
                </a:cubicBezTo>
                <a:cubicBezTo>
                  <a:pt x="1432910" y="42881"/>
                  <a:pt x="1438581" y="40733"/>
                  <a:pt x="1445540" y="40733"/>
                </a:cubicBezTo>
                <a:cubicBezTo>
                  <a:pt x="1448595" y="40733"/>
                  <a:pt x="1452300" y="41383"/>
                  <a:pt x="1456656" y="42684"/>
                </a:cubicBezTo>
                <a:cubicBezTo>
                  <a:pt x="1459542" y="43533"/>
                  <a:pt x="1461465" y="43957"/>
                  <a:pt x="1462427" y="43957"/>
                </a:cubicBezTo>
                <a:cubicBezTo>
                  <a:pt x="1463332" y="43957"/>
                  <a:pt x="1464039" y="43759"/>
                  <a:pt x="1464548" y="43363"/>
                </a:cubicBezTo>
                <a:cubicBezTo>
                  <a:pt x="1465057" y="42967"/>
                  <a:pt x="1465651" y="42090"/>
                  <a:pt x="1466330" y="40733"/>
                </a:cubicBezTo>
                <a:lnTo>
                  <a:pt x="1469131" y="40733"/>
                </a:lnTo>
                <a:close/>
                <a:moveTo>
                  <a:pt x="1485034" y="3564"/>
                </a:moveTo>
                <a:lnTo>
                  <a:pt x="1485034" y="0"/>
                </a:lnTo>
                <a:cubicBezTo>
                  <a:pt x="1493633" y="4243"/>
                  <a:pt x="1500789" y="9250"/>
                  <a:pt x="1506503" y="15020"/>
                </a:cubicBezTo>
                <a:cubicBezTo>
                  <a:pt x="1514593" y="23280"/>
                  <a:pt x="1520844" y="32968"/>
                  <a:pt x="1525257" y="44085"/>
                </a:cubicBezTo>
                <a:cubicBezTo>
                  <a:pt x="1529670" y="55201"/>
                  <a:pt x="1531876" y="66785"/>
                  <a:pt x="1531876" y="78835"/>
                </a:cubicBezTo>
                <a:cubicBezTo>
                  <a:pt x="1531876" y="96372"/>
                  <a:pt x="1527562" y="112369"/>
                  <a:pt x="1518935" y="126823"/>
                </a:cubicBezTo>
                <a:cubicBezTo>
                  <a:pt x="1510308" y="141277"/>
                  <a:pt x="1499007" y="151616"/>
                  <a:pt x="1485034" y="157839"/>
                </a:cubicBezTo>
                <a:lnTo>
                  <a:pt x="1485034" y="154699"/>
                </a:lnTo>
                <a:cubicBezTo>
                  <a:pt x="1491992" y="150796"/>
                  <a:pt x="1497720" y="145520"/>
                  <a:pt x="1502218" y="138873"/>
                </a:cubicBezTo>
                <a:cubicBezTo>
                  <a:pt x="1506715" y="132226"/>
                  <a:pt x="1510053" y="123768"/>
                  <a:pt x="1512231" y="113500"/>
                </a:cubicBezTo>
                <a:cubicBezTo>
                  <a:pt x="1514409" y="103232"/>
                  <a:pt x="1515498" y="92525"/>
                  <a:pt x="1515498" y="81381"/>
                </a:cubicBezTo>
                <a:cubicBezTo>
                  <a:pt x="1515498" y="69330"/>
                  <a:pt x="1514565" y="58327"/>
                  <a:pt x="1512698" y="48370"/>
                </a:cubicBezTo>
                <a:cubicBezTo>
                  <a:pt x="1511284" y="40563"/>
                  <a:pt x="1509516" y="34312"/>
                  <a:pt x="1507394" y="29616"/>
                </a:cubicBezTo>
                <a:cubicBezTo>
                  <a:pt x="1505273" y="24920"/>
                  <a:pt x="1502458" y="20395"/>
                  <a:pt x="1498951" y="16039"/>
                </a:cubicBezTo>
                <a:cubicBezTo>
                  <a:pt x="1495443" y="11682"/>
                  <a:pt x="1490804" y="7524"/>
                  <a:pt x="1485034" y="3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981325-5E95-4EE2-A03F-544E9323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9434811"/>
            <a:ext cx="1898353" cy="267374"/>
          </a:xfrm>
          <a:custGeom xmlns:a="http://schemas.openxmlformats.org/drawingml/2006/main">
            <a:pathLst>
              <a:path w="1898353" h="267374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E8535-C8C3-40E5-8FE8-3B144CDC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1" y="9434811"/>
            <a:ext cx="1898353" cy="267374"/>
          </a:xfrm>
          <a:custGeom xmlns:a="http://schemas.openxmlformats.org/drawingml/2006/main">
            <a:pathLst>
              <a:path w="1898353" h="267374" fill="none">
                <a:moveTo>
                  <a:pt x="1844878" y="0"/>
                </a:moveTo>
                <a:cubicBezTo>
                  <a:pt x="1844878" y="29545"/>
                  <a:pt x="1868808" y="53475"/>
                  <a:pt x="1898353" y="53475"/>
                </a:cubicBezTo>
                <a:lnTo>
                  <a:pt x="1898353" y="213899"/>
                </a:lnTo>
                <a:cubicBezTo>
                  <a:pt x="1868808" y="213899"/>
                  <a:pt x="1844878" y="237829"/>
                  <a:pt x="1844878" y="267374"/>
                </a:cubicBezTo>
                <a:lnTo>
                  <a:pt x="53475" y="267374"/>
                </a:lnTo>
                <a:cubicBezTo>
                  <a:pt x="53475" y="237829"/>
                  <a:pt x="29545" y="213899"/>
                  <a:pt x="0" y="213899"/>
                </a:cubicBezTo>
                <a:lnTo>
                  <a:pt x="0" y="53475"/>
                </a:lnTo>
                <a:cubicBezTo>
                  <a:pt x="29545" y="53475"/>
                  <a:pt x="53475" y="29545"/>
                  <a:pt x="53475" y="0"/>
                </a:cubicBezTo>
                <a:lnTo>
                  <a:pt x="184487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51" name="Text 19codes(89samples)">
            <a:extLst xmlns:a="http://schemas.openxmlformats.org/drawingml/2006/main">
              <a:ext uri="{FF2B5EF4-FFF2-40B4-BE49-F238E27FC236}">
                <a16:creationId xmlns:a16="http://schemas.microsoft.com/office/drawing/2014/main" id="{4FEB9F68-B535-498F-8DB0-94248C8C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38" y="9507986"/>
            <a:ext cx="1522032" cy="157839"/>
          </a:xfrm>
          <a:custGeom xmlns:a="http://schemas.openxmlformats.org/drawingml/2006/main">
            <a:pathLst>
              <a:path w="1522032" h="157839">
                <a:moveTo>
                  <a:pt x="0" y="16887"/>
                </a:moveTo>
                <a:lnTo>
                  <a:pt x="28004" y="3225"/>
                </a:lnTo>
                <a:lnTo>
                  <a:pt x="30804" y="3225"/>
                </a:lnTo>
                <a:lnTo>
                  <a:pt x="30804" y="100389"/>
                </a:lnTo>
                <a:cubicBezTo>
                  <a:pt x="30804" y="106839"/>
                  <a:pt x="31073" y="110855"/>
                  <a:pt x="31610" y="112439"/>
                </a:cubicBezTo>
                <a:cubicBezTo>
                  <a:pt x="32148" y="114023"/>
                  <a:pt x="33265" y="115240"/>
                  <a:pt x="34962" y="116088"/>
                </a:cubicBezTo>
                <a:cubicBezTo>
                  <a:pt x="36659" y="116937"/>
                  <a:pt x="40110" y="117418"/>
                  <a:pt x="45315" y="117531"/>
                </a:cubicBezTo>
                <a:lnTo>
                  <a:pt x="45315" y="120671"/>
                </a:lnTo>
                <a:lnTo>
                  <a:pt x="2037" y="120671"/>
                </a:lnTo>
                <a:lnTo>
                  <a:pt x="2037" y="117531"/>
                </a:lnTo>
                <a:cubicBezTo>
                  <a:pt x="7468" y="117418"/>
                  <a:pt x="10975" y="116951"/>
                  <a:pt x="12559" y="116131"/>
                </a:cubicBezTo>
                <a:cubicBezTo>
                  <a:pt x="14143" y="115310"/>
                  <a:pt x="15246" y="114207"/>
                  <a:pt x="15869" y="112821"/>
                </a:cubicBezTo>
                <a:cubicBezTo>
                  <a:pt x="16491" y="111435"/>
                  <a:pt x="16802" y="107291"/>
                  <a:pt x="16802" y="100389"/>
                </a:cubicBezTo>
                <a:lnTo>
                  <a:pt x="16802" y="38272"/>
                </a:lnTo>
                <a:cubicBezTo>
                  <a:pt x="16802" y="29899"/>
                  <a:pt x="16519" y="24524"/>
                  <a:pt x="15954" y="22148"/>
                </a:cubicBezTo>
                <a:cubicBezTo>
                  <a:pt x="15558" y="20338"/>
                  <a:pt x="14836" y="19009"/>
                  <a:pt x="13790" y="18160"/>
                </a:cubicBezTo>
                <a:cubicBezTo>
                  <a:pt x="12743" y="17311"/>
                  <a:pt x="11484" y="16887"/>
                  <a:pt x="10013" y="16887"/>
                </a:cubicBezTo>
                <a:cubicBezTo>
                  <a:pt x="7920" y="16887"/>
                  <a:pt x="5007" y="17764"/>
                  <a:pt x="1273" y="19518"/>
                </a:cubicBezTo>
                <a:lnTo>
                  <a:pt x="0" y="16887"/>
                </a:lnTo>
                <a:close/>
                <a:moveTo>
                  <a:pt x="75695" y="123047"/>
                </a:moveTo>
                <a:lnTo>
                  <a:pt x="75695" y="119907"/>
                </a:lnTo>
                <a:cubicBezTo>
                  <a:pt x="83049" y="119794"/>
                  <a:pt x="89895" y="118082"/>
                  <a:pt x="96231" y="114773"/>
                </a:cubicBezTo>
                <a:cubicBezTo>
                  <a:pt x="102567" y="111463"/>
                  <a:pt x="108691" y="105679"/>
                  <a:pt x="114603" y="97419"/>
                </a:cubicBezTo>
                <a:cubicBezTo>
                  <a:pt x="120515" y="89159"/>
                  <a:pt x="124631" y="80079"/>
                  <a:pt x="126950" y="70179"/>
                </a:cubicBezTo>
                <a:cubicBezTo>
                  <a:pt x="118068" y="75893"/>
                  <a:pt x="110035" y="78750"/>
                  <a:pt x="102850" y="78750"/>
                </a:cubicBezTo>
                <a:cubicBezTo>
                  <a:pt x="94760" y="78750"/>
                  <a:pt x="87830" y="75624"/>
                  <a:pt x="82059" y="69373"/>
                </a:cubicBezTo>
                <a:cubicBezTo>
                  <a:pt x="76289" y="63122"/>
                  <a:pt x="73404" y="54819"/>
                  <a:pt x="73404" y="44467"/>
                </a:cubicBezTo>
                <a:cubicBezTo>
                  <a:pt x="73404" y="34397"/>
                  <a:pt x="76289" y="25430"/>
                  <a:pt x="82059" y="17566"/>
                </a:cubicBezTo>
                <a:cubicBezTo>
                  <a:pt x="89018" y="8005"/>
                  <a:pt x="98098" y="3225"/>
                  <a:pt x="109299" y="3225"/>
                </a:cubicBezTo>
                <a:cubicBezTo>
                  <a:pt x="118747" y="3225"/>
                  <a:pt x="126837" y="7128"/>
                  <a:pt x="133569" y="14935"/>
                </a:cubicBezTo>
                <a:cubicBezTo>
                  <a:pt x="141829" y="24609"/>
                  <a:pt x="145959" y="36546"/>
                  <a:pt x="145959" y="50746"/>
                </a:cubicBezTo>
                <a:cubicBezTo>
                  <a:pt x="145959" y="63532"/>
                  <a:pt x="142819" y="75455"/>
                  <a:pt x="136539" y="86515"/>
                </a:cubicBezTo>
                <a:cubicBezTo>
                  <a:pt x="130260" y="97575"/>
                  <a:pt x="121519" y="106754"/>
                  <a:pt x="110318" y="114052"/>
                </a:cubicBezTo>
                <a:cubicBezTo>
                  <a:pt x="101209" y="120048"/>
                  <a:pt x="91281" y="123047"/>
                  <a:pt x="80532" y="123047"/>
                </a:cubicBezTo>
                <a:lnTo>
                  <a:pt x="75695" y="123047"/>
                </a:lnTo>
                <a:moveTo>
                  <a:pt x="128308" y="63833"/>
                </a:moveTo>
                <a:cubicBezTo>
                  <a:pt x="129326" y="56500"/>
                  <a:pt x="129836" y="50632"/>
                  <a:pt x="129836" y="46230"/>
                </a:cubicBezTo>
                <a:cubicBezTo>
                  <a:pt x="129836" y="40758"/>
                  <a:pt x="128902" y="34849"/>
                  <a:pt x="127035" y="28502"/>
                </a:cubicBezTo>
                <a:cubicBezTo>
                  <a:pt x="125168" y="22155"/>
                  <a:pt x="122523" y="17289"/>
                  <a:pt x="119101" y="13904"/>
                </a:cubicBezTo>
                <a:cubicBezTo>
                  <a:pt x="115678" y="10518"/>
                  <a:pt x="111789" y="8825"/>
                  <a:pt x="107433" y="8825"/>
                </a:cubicBezTo>
                <a:cubicBezTo>
                  <a:pt x="102398" y="8825"/>
                  <a:pt x="97985" y="11082"/>
                  <a:pt x="94194" y="15596"/>
                </a:cubicBezTo>
                <a:cubicBezTo>
                  <a:pt x="90404" y="20109"/>
                  <a:pt x="88509" y="26823"/>
                  <a:pt x="88509" y="35737"/>
                </a:cubicBezTo>
                <a:cubicBezTo>
                  <a:pt x="88509" y="47642"/>
                  <a:pt x="91026" y="56951"/>
                  <a:pt x="96061" y="63663"/>
                </a:cubicBezTo>
                <a:cubicBezTo>
                  <a:pt x="99739" y="68516"/>
                  <a:pt x="104264" y="70943"/>
                  <a:pt x="109639" y="70943"/>
                </a:cubicBezTo>
                <a:cubicBezTo>
                  <a:pt x="112241" y="70943"/>
                  <a:pt x="115324" y="70322"/>
                  <a:pt x="118889" y="69081"/>
                </a:cubicBezTo>
                <a:cubicBezTo>
                  <a:pt x="122453" y="67840"/>
                  <a:pt x="125593" y="66091"/>
                  <a:pt x="128308" y="63833"/>
                </a:cubicBezTo>
                <a:close/>
                <a:moveTo>
                  <a:pt x="268327" y="91139"/>
                </a:moveTo>
                <a:cubicBezTo>
                  <a:pt x="266233" y="101379"/>
                  <a:pt x="262132" y="109257"/>
                  <a:pt x="256022" y="114773"/>
                </a:cubicBezTo>
                <a:cubicBezTo>
                  <a:pt x="249912" y="120289"/>
                  <a:pt x="243152" y="123047"/>
                  <a:pt x="235741" y="123047"/>
                </a:cubicBezTo>
                <a:cubicBezTo>
                  <a:pt x="226915" y="123047"/>
                  <a:pt x="219221" y="119346"/>
                  <a:pt x="212659" y="111943"/>
                </a:cubicBezTo>
                <a:cubicBezTo>
                  <a:pt x="206096" y="104539"/>
                  <a:pt x="202815" y="94536"/>
                  <a:pt x="202815" y="81932"/>
                </a:cubicBezTo>
                <a:cubicBezTo>
                  <a:pt x="202815" y="69725"/>
                  <a:pt x="206450" y="59807"/>
                  <a:pt x="213719" y="52178"/>
                </a:cubicBezTo>
                <a:cubicBezTo>
                  <a:pt x="220989" y="44548"/>
                  <a:pt x="229715" y="40733"/>
                  <a:pt x="239899" y="40733"/>
                </a:cubicBezTo>
                <a:cubicBezTo>
                  <a:pt x="247536" y="40733"/>
                  <a:pt x="253816" y="42749"/>
                  <a:pt x="258738" y="46782"/>
                </a:cubicBezTo>
                <a:cubicBezTo>
                  <a:pt x="263659" y="50812"/>
                  <a:pt x="266120" y="54999"/>
                  <a:pt x="266120" y="59341"/>
                </a:cubicBezTo>
                <a:cubicBezTo>
                  <a:pt x="266120" y="61484"/>
                  <a:pt x="265427" y="63218"/>
                  <a:pt x="264041" y="64544"/>
                </a:cubicBezTo>
                <a:cubicBezTo>
                  <a:pt x="262655" y="65868"/>
                  <a:pt x="260718" y="66530"/>
                  <a:pt x="258228" y="66530"/>
                </a:cubicBezTo>
                <a:cubicBezTo>
                  <a:pt x="254891" y="66530"/>
                  <a:pt x="252373" y="65455"/>
                  <a:pt x="250676" y="63305"/>
                </a:cubicBezTo>
                <a:cubicBezTo>
                  <a:pt x="249714" y="62117"/>
                  <a:pt x="249078" y="59854"/>
                  <a:pt x="248766" y="56517"/>
                </a:cubicBezTo>
                <a:cubicBezTo>
                  <a:pt x="248455" y="53179"/>
                  <a:pt x="247310" y="50633"/>
                  <a:pt x="245330" y="48879"/>
                </a:cubicBezTo>
                <a:cubicBezTo>
                  <a:pt x="243350" y="47182"/>
                  <a:pt x="240606" y="46333"/>
                  <a:pt x="237098" y="46333"/>
                </a:cubicBezTo>
                <a:cubicBezTo>
                  <a:pt x="231441" y="46333"/>
                  <a:pt x="226887" y="48427"/>
                  <a:pt x="223436" y="52613"/>
                </a:cubicBezTo>
                <a:cubicBezTo>
                  <a:pt x="218853" y="58157"/>
                  <a:pt x="216562" y="65483"/>
                  <a:pt x="216562" y="74592"/>
                </a:cubicBezTo>
                <a:cubicBezTo>
                  <a:pt x="216562" y="83870"/>
                  <a:pt x="218839" y="92059"/>
                  <a:pt x="223393" y="99159"/>
                </a:cubicBezTo>
                <a:cubicBezTo>
                  <a:pt x="227948" y="106259"/>
                  <a:pt x="234100" y="109809"/>
                  <a:pt x="241850" y="109809"/>
                </a:cubicBezTo>
                <a:cubicBezTo>
                  <a:pt x="247395" y="109809"/>
                  <a:pt x="252373" y="107913"/>
                  <a:pt x="256786" y="104123"/>
                </a:cubicBezTo>
                <a:cubicBezTo>
                  <a:pt x="259897" y="101521"/>
                  <a:pt x="262924" y="96797"/>
                  <a:pt x="265866" y="89951"/>
                </a:cubicBezTo>
                <a:lnTo>
                  <a:pt x="268327" y="91139"/>
                </a:lnTo>
                <a:close/>
                <a:moveTo>
                  <a:pt x="317487" y="40733"/>
                </a:moveTo>
                <a:cubicBezTo>
                  <a:pt x="329254" y="40733"/>
                  <a:pt x="338702" y="45198"/>
                  <a:pt x="345830" y="54127"/>
                </a:cubicBezTo>
                <a:cubicBezTo>
                  <a:pt x="351884" y="61756"/>
                  <a:pt x="354910" y="70516"/>
                  <a:pt x="354910" y="80407"/>
                </a:cubicBezTo>
                <a:cubicBezTo>
                  <a:pt x="354910" y="87359"/>
                  <a:pt x="353241" y="94395"/>
                  <a:pt x="349903" y="101516"/>
                </a:cubicBezTo>
                <a:cubicBezTo>
                  <a:pt x="346566" y="108636"/>
                  <a:pt x="341969" y="114004"/>
                  <a:pt x="336114" y="117621"/>
                </a:cubicBezTo>
                <a:cubicBezTo>
                  <a:pt x="330258" y="121238"/>
                  <a:pt x="323738" y="123047"/>
                  <a:pt x="316554" y="123047"/>
                </a:cubicBezTo>
                <a:cubicBezTo>
                  <a:pt x="304843" y="123047"/>
                  <a:pt x="295537" y="118384"/>
                  <a:pt x="288635" y="109058"/>
                </a:cubicBezTo>
                <a:cubicBezTo>
                  <a:pt x="282808" y="101203"/>
                  <a:pt x="279894" y="92388"/>
                  <a:pt x="279894" y="82611"/>
                </a:cubicBezTo>
                <a:cubicBezTo>
                  <a:pt x="279894" y="75490"/>
                  <a:pt x="281662" y="68411"/>
                  <a:pt x="285198" y="61375"/>
                </a:cubicBezTo>
                <a:cubicBezTo>
                  <a:pt x="288734" y="54339"/>
                  <a:pt x="293387" y="49139"/>
                  <a:pt x="299157" y="45777"/>
                </a:cubicBezTo>
                <a:cubicBezTo>
                  <a:pt x="304928" y="42414"/>
                  <a:pt x="311038" y="40733"/>
                  <a:pt x="317487" y="40733"/>
                </a:cubicBezTo>
                <a:moveTo>
                  <a:pt x="314856" y="46333"/>
                </a:moveTo>
                <a:cubicBezTo>
                  <a:pt x="311858" y="46333"/>
                  <a:pt x="308845" y="47224"/>
                  <a:pt x="305819" y="49004"/>
                </a:cubicBezTo>
                <a:cubicBezTo>
                  <a:pt x="302792" y="50784"/>
                  <a:pt x="300345" y="53906"/>
                  <a:pt x="298478" y="58370"/>
                </a:cubicBezTo>
                <a:cubicBezTo>
                  <a:pt x="296612" y="62834"/>
                  <a:pt x="295678" y="68569"/>
                  <a:pt x="295678" y="75576"/>
                </a:cubicBezTo>
                <a:cubicBezTo>
                  <a:pt x="295678" y="86876"/>
                  <a:pt x="297927" y="96624"/>
                  <a:pt x="302424" y="104818"/>
                </a:cubicBezTo>
                <a:cubicBezTo>
                  <a:pt x="306922" y="113010"/>
                  <a:pt x="312848" y="117107"/>
                  <a:pt x="320203" y="117107"/>
                </a:cubicBezTo>
                <a:cubicBezTo>
                  <a:pt x="325690" y="117107"/>
                  <a:pt x="330216" y="114846"/>
                  <a:pt x="333780" y="110326"/>
                </a:cubicBezTo>
                <a:cubicBezTo>
                  <a:pt x="337344" y="105805"/>
                  <a:pt x="339126" y="98036"/>
                  <a:pt x="339126" y="87018"/>
                </a:cubicBezTo>
                <a:cubicBezTo>
                  <a:pt x="339126" y="73230"/>
                  <a:pt x="336156" y="62381"/>
                  <a:pt x="330216" y="54469"/>
                </a:cubicBezTo>
                <a:cubicBezTo>
                  <a:pt x="326199" y="49045"/>
                  <a:pt x="321079" y="46333"/>
                  <a:pt x="314856" y="46333"/>
                </a:cubicBezTo>
                <a:close/>
                <a:moveTo>
                  <a:pt x="421271" y="111930"/>
                </a:moveTo>
                <a:cubicBezTo>
                  <a:pt x="417480" y="115890"/>
                  <a:pt x="413775" y="118733"/>
                  <a:pt x="410154" y="120459"/>
                </a:cubicBezTo>
                <a:cubicBezTo>
                  <a:pt x="406533" y="122184"/>
                  <a:pt x="402630" y="123047"/>
                  <a:pt x="398443" y="123047"/>
                </a:cubicBezTo>
                <a:cubicBezTo>
                  <a:pt x="389957" y="123047"/>
                  <a:pt x="382546" y="119505"/>
                  <a:pt x="376210" y="112421"/>
                </a:cubicBezTo>
                <a:cubicBezTo>
                  <a:pt x="369874" y="105335"/>
                  <a:pt x="366706" y="96230"/>
                  <a:pt x="366706" y="85106"/>
                </a:cubicBezTo>
                <a:cubicBezTo>
                  <a:pt x="366706" y="73984"/>
                  <a:pt x="370213" y="63808"/>
                  <a:pt x="377228" y="54578"/>
                </a:cubicBezTo>
                <a:cubicBezTo>
                  <a:pt x="384243" y="45348"/>
                  <a:pt x="393267" y="40733"/>
                  <a:pt x="404299" y="40733"/>
                </a:cubicBezTo>
                <a:cubicBezTo>
                  <a:pt x="411144" y="40733"/>
                  <a:pt x="416801" y="42911"/>
                  <a:pt x="421271" y="47267"/>
                </a:cubicBezTo>
                <a:lnTo>
                  <a:pt x="421271" y="32894"/>
                </a:lnTo>
                <a:cubicBezTo>
                  <a:pt x="421271" y="23975"/>
                  <a:pt x="421058" y="18492"/>
                  <a:pt x="420634" y="16447"/>
                </a:cubicBezTo>
                <a:cubicBezTo>
                  <a:pt x="420210" y="14401"/>
                  <a:pt x="419545" y="13010"/>
                  <a:pt x="418640" y="12273"/>
                </a:cubicBezTo>
                <a:cubicBezTo>
                  <a:pt x="417735" y="11534"/>
                  <a:pt x="416603" y="11164"/>
                  <a:pt x="415245" y="11164"/>
                </a:cubicBezTo>
                <a:cubicBezTo>
                  <a:pt x="413775" y="11164"/>
                  <a:pt x="411823" y="11619"/>
                  <a:pt x="409390" y="12527"/>
                </a:cubicBezTo>
                <a:lnTo>
                  <a:pt x="408287" y="9544"/>
                </a:lnTo>
                <a:lnTo>
                  <a:pt x="431454" y="0"/>
                </a:lnTo>
                <a:lnTo>
                  <a:pt x="435272" y="0"/>
                </a:lnTo>
                <a:lnTo>
                  <a:pt x="435272" y="89867"/>
                </a:lnTo>
                <a:cubicBezTo>
                  <a:pt x="435272" y="98975"/>
                  <a:pt x="435485" y="104533"/>
                  <a:pt x="435909" y="106541"/>
                </a:cubicBezTo>
                <a:cubicBezTo>
                  <a:pt x="436333" y="108550"/>
                  <a:pt x="437012" y="109950"/>
                  <a:pt x="437945" y="110742"/>
                </a:cubicBezTo>
                <a:cubicBezTo>
                  <a:pt x="438879" y="111534"/>
                  <a:pt x="439968" y="111930"/>
                  <a:pt x="441213" y="111930"/>
                </a:cubicBezTo>
                <a:cubicBezTo>
                  <a:pt x="442740" y="111930"/>
                  <a:pt x="444777" y="111449"/>
                  <a:pt x="447322" y="110487"/>
                </a:cubicBezTo>
                <a:lnTo>
                  <a:pt x="448256" y="113458"/>
                </a:lnTo>
                <a:lnTo>
                  <a:pt x="425174" y="123047"/>
                </a:lnTo>
                <a:lnTo>
                  <a:pt x="421271" y="123047"/>
                </a:lnTo>
                <a:lnTo>
                  <a:pt x="421271" y="111930"/>
                </a:lnTo>
                <a:moveTo>
                  <a:pt x="421271" y="106008"/>
                </a:moveTo>
                <a:lnTo>
                  <a:pt x="421271" y="66055"/>
                </a:lnTo>
                <a:cubicBezTo>
                  <a:pt x="420931" y="62217"/>
                  <a:pt x="419913" y="58719"/>
                  <a:pt x="418216" y="55559"/>
                </a:cubicBezTo>
                <a:cubicBezTo>
                  <a:pt x="416518" y="52398"/>
                  <a:pt x="414270" y="50014"/>
                  <a:pt x="411469" y="48407"/>
                </a:cubicBezTo>
                <a:cubicBezTo>
                  <a:pt x="408669" y="46798"/>
                  <a:pt x="405939" y="45994"/>
                  <a:pt x="403280" y="45994"/>
                </a:cubicBezTo>
                <a:cubicBezTo>
                  <a:pt x="398302" y="45994"/>
                  <a:pt x="393861" y="48223"/>
                  <a:pt x="389957" y="52682"/>
                </a:cubicBezTo>
                <a:cubicBezTo>
                  <a:pt x="384809" y="58550"/>
                  <a:pt x="382235" y="67127"/>
                  <a:pt x="382235" y="78413"/>
                </a:cubicBezTo>
                <a:cubicBezTo>
                  <a:pt x="382235" y="89813"/>
                  <a:pt x="384724" y="98546"/>
                  <a:pt x="389703" y="104614"/>
                </a:cubicBezTo>
                <a:cubicBezTo>
                  <a:pt x="394681" y="110679"/>
                  <a:pt x="400225" y="113712"/>
                  <a:pt x="406335" y="113712"/>
                </a:cubicBezTo>
                <a:cubicBezTo>
                  <a:pt x="411483" y="113712"/>
                  <a:pt x="416462" y="111144"/>
                  <a:pt x="421271" y="106008"/>
                </a:cubicBezTo>
                <a:close/>
                <a:moveTo>
                  <a:pt x="466331" y="72301"/>
                </a:moveTo>
                <a:cubicBezTo>
                  <a:pt x="466275" y="83815"/>
                  <a:pt x="469075" y="92846"/>
                  <a:pt x="474732" y="99395"/>
                </a:cubicBezTo>
                <a:cubicBezTo>
                  <a:pt x="480390" y="105941"/>
                  <a:pt x="487037" y="109215"/>
                  <a:pt x="494674" y="109215"/>
                </a:cubicBezTo>
                <a:cubicBezTo>
                  <a:pt x="499766" y="109215"/>
                  <a:pt x="504193" y="107814"/>
                  <a:pt x="507955" y="105014"/>
                </a:cubicBezTo>
                <a:cubicBezTo>
                  <a:pt x="511717" y="102214"/>
                  <a:pt x="514871" y="97419"/>
                  <a:pt x="517417" y="90630"/>
                </a:cubicBezTo>
                <a:lnTo>
                  <a:pt x="520047" y="92327"/>
                </a:lnTo>
                <a:cubicBezTo>
                  <a:pt x="518859" y="100078"/>
                  <a:pt x="515408" y="107136"/>
                  <a:pt x="509694" y="113500"/>
                </a:cubicBezTo>
                <a:cubicBezTo>
                  <a:pt x="503981" y="119864"/>
                  <a:pt x="496824" y="123047"/>
                  <a:pt x="488225" y="123047"/>
                </a:cubicBezTo>
                <a:cubicBezTo>
                  <a:pt x="478890" y="123047"/>
                  <a:pt x="470899" y="119420"/>
                  <a:pt x="464252" y="112166"/>
                </a:cubicBezTo>
                <a:cubicBezTo>
                  <a:pt x="457605" y="104911"/>
                  <a:pt x="454281" y="95157"/>
                  <a:pt x="454281" y="82905"/>
                </a:cubicBezTo>
                <a:cubicBezTo>
                  <a:pt x="454281" y="69639"/>
                  <a:pt x="457690" y="59294"/>
                  <a:pt x="464507" y="51871"/>
                </a:cubicBezTo>
                <a:cubicBezTo>
                  <a:pt x="471324" y="44445"/>
                  <a:pt x="479880" y="40733"/>
                  <a:pt x="490177" y="40733"/>
                </a:cubicBezTo>
                <a:cubicBezTo>
                  <a:pt x="498889" y="40733"/>
                  <a:pt x="506045" y="43597"/>
                  <a:pt x="511646" y="49325"/>
                </a:cubicBezTo>
                <a:cubicBezTo>
                  <a:pt x="517247" y="55051"/>
                  <a:pt x="520047" y="62710"/>
                  <a:pt x="520047" y="72301"/>
                </a:cubicBezTo>
                <a:lnTo>
                  <a:pt x="466331" y="72301"/>
                </a:lnTo>
                <a:moveTo>
                  <a:pt x="466331" y="67379"/>
                </a:moveTo>
                <a:lnTo>
                  <a:pt x="502312" y="67379"/>
                </a:lnTo>
                <a:cubicBezTo>
                  <a:pt x="502029" y="62400"/>
                  <a:pt x="501435" y="58893"/>
                  <a:pt x="500530" y="56856"/>
                </a:cubicBezTo>
                <a:cubicBezTo>
                  <a:pt x="499115" y="53688"/>
                  <a:pt x="497008" y="51199"/>
                  <a:pt x="494208" y="49388"/>
                </a:cubicBezTo>
                <a:cubicBezTo>
                  <a:pt x="491407" y="47578"/>
                  <a:pt x="488480" y="46673"/>
                  <a:pt x="485425" y="46673"/>
                </a:cubicBezTo>
                <a:cubicBezTo>
                  <a:pt x="480729" y="46673"/>
                  <a:pt x="476528" y="48497"/>
                  <a:pt x="472823" y="52146"/>
                </a:cubicBezTo>
                <a:cubicBezTo>
                  <a:pt x="469117" y="55795"/>
                  <a:pt x="466953" y="60873"/>
                  <a:pt x="466331" y="67379"/>
                </a:cubicBezTo>
                <a:close/>
                <a:moveTo>
                  <a:pt x="580664" y="40733"/>
                </a:moveTo>
                <a:lnTo>
                  <a:pt x="580664" y="67039"/>
                </a:lnTo>
                <a:lnTo>
                  <a:pt x="577863" y="67039"/>
                </a:lnTo>
                <a:cubicBezTo>
                  <a:pt x="575714" y="58788"/>
                  <a:pt x="572956" y="53176"/>
                  <a:pt x="569590" y="50203"/>
                </a:cubicBezTo>
                <a:cubicBezTo>
                  <a:pt x="566223" y="47227"/>
                  <a:pt x="561938" y="45739"/>
                  <a:pt x="556733" y="45739"/>
                </a:cubicBezTo>
                <a:cubicBezTo>
                  <a:pt x="552773" y="45739"/>
                  <a:pt x="549577" y="46785"/>
                  <a:pt x="547144" y="48877"/>
                </a:cubicBezTo>
                <a:cubicBezTo>
                  <a:pt x="544711" y="50966"/>
                  <a:pt x="543495" y="53283"/>
                  <a:pt x="543495" y="55827"/>
                </a:cubicBezTo>
                <a:cubicBezTo>
                  <a:pt x="543495" y="58992"/>
                  <a:pt x="544400" y="61704"/>
                  <a:pt x="546211" y="63963"/>
                </a:cubicBezTo>
                <a:cubicBezTo>
                  <a:pt x="547964" y="66281"/>
                  <a:pt x="551529" y="68739"/>
                  <a:pt x="556903" y="71338"/>
                </a:cubicBezTo>
                <a:lnTo>
                  <a:pt x="569293" y="77358"/>
                </a:lnTo>
                <a:cubicBezTo>
                  <a:pt x="580777" y="82951"/>
                  <a:pt x="586519" y="90326"/>
                  <a:pt x="586519" y="99482"/>
                </a:cubicBezTo>
                <a:cubicBezTo>
                  <a:pt x="586519" y="106545"/>
                  <a:pt x="583846" y="112239"/>
                  <a:pt x="578500" y="116563"/>
                </a:cubicBezTo>
                <a:cubicBezTo>
                  <a:pt x="573154" y="120885"/>
                  <a:pt x="567171" y="123047"/>
                  <a:pt x="560552" y="123047"/>
                </a:cubicBezTo>
                <a:cubicBezTo>
                  <a:pt x="555800" y="123047"/>
                  <a:pt x="550369" y="122198"/>
                  <a:pt x="544259" y="120501"/>
                </a:cubicBezTo>
                <a:cubicBezTo>
                  <a:pt x="542392" y="119935"/>
                  <a:pt x="540864" y="119652"/>
                  <a:pt x="539676" y="119652"/>
                </a:cubicBezTo>
                <a:cubicBezTo>
                  <a:pt x="538375" y="119652"/>
                  <a:pt x="537357" y="120388"/>
                  <a:pt x="536621" y="121859"/>
                </a:cubicBezTo>
                <a:lnTo>
                  <a:pt x="533821" y="121859"/>
                </a:lnTo>
                <a:lnTo>
                  <a:pt x="533821" y="94025"/>
                </a:lnTo>
                <a:lnTo>
                  <a:pt x="536621" y="94025"/>
                </a:lnTo>
                <a:cubicBezTo>
                  <a:pt x="538206" y="101973"/>
                  <a:pt x="541232" y="107963"/>
                  <a:pt x="545701" y="111994"/>
                </a:cubicBezTo>
                <a:cubicBezTo>
                  <a:pt x="550171" y="116025"/>
                  <a:pt x="555178" y="118040"/>
                  <a:pt x="560722" y="118040"/>
                </a:cubicBezTo>
                <a:cubicBezTo>
                  <a:pt x="564625" y="118040"/>
                  <a:pt x="567807" y="116896"/>
                  <a:pt x="570268" y="114608"/>
                </a:cubicBezTo>
                <a:cubicBezTo>
                  <a:pt x="572729" y="112319"/>
                  <a:pt x="573960" y="109564"/>
                  <a:pt x="573960" y="106343"/>
                </a:cubicBezTo>
                <a:cubicBezTo>
                  <a:pt x="573960" y="102443"/>
                  <a:pt x="572588" y="99165"/>
                  <a:pt x="569844" y="96509"/>
                </a:cubicBezTo>
                <a:cubicBezTo>
                  <a:pt x="567100" y="93854"/>
                  <a:pt x="561627" y="90492"/>
                  <a:pt x="553424" y="86424"/>
                </a:cubicBezTo>
                <a:cubicBezTo>
                  <a:pt x="545221" y="82355"/>
                  <a:pt x="539846" y="78681"/>
                  <a:pt x="537300" y="75403"/>
                </a:cubicBezTo>
                <a:cubicBezTo>
                  <a:pt x="534755" y="72182"/>
                  <a:pt x="533482" y="68113"/>
                  <a:pt x="533482" y="63197"/>
                </a:cubicBezTo>
                <a:cubicBezTo>
                  <a:pt x="533482" y="56811"/>
                  <a:pt x="535674" y="51471"/>
                  <a:pt x="540058" y="47177"/>
                </a:cubicBezTo>
                <a:cubicBezTo>
                  <a:pt x="544443" y="42881"/>
                  <a:pt x="550114" y="40733"/>
                  <a:pt x="557073" y="40733"/>
                </a:cubicBezTo>
                <a:cubicBezTo>
                  <a:pt x="560128" y="40733"/>
                  <a:pt x="563833" y="41383"/>
                  <a:pt x="568189" y="42684"/>
                </a:cubicBezTo>
                <a:cubicBezTo>
                  <a:pt x="571075" y="43533"/>
                  <a:pt x="572998" y="43957"/>
                  <a:pt x="573960" y="43957"/>
                </a:cubicBezTo>
                <a:cubicBezTo>
                  <a:pt x="574865" y="43957"/>
                  <a:pt x="575572" y="43759"/>
                  <a:pt x="576081" y="43363"/>
                </a:cubicBezTo>
                <a:cubicBezTo>
                  <a:pt x="576590" y="42967"/>
                  <a:pt x="577184" y="42090"/>
                  <a:pt x="577863" y="40733"/>
                </a:cubicBezTo>
                <a:lnTo>
                  <a:pt x="580664" y="40733"/>
                </a:lnTo>
                <a:close/>
                <a:moveTo>
                  <a:pt x="690020" y="154699"/>
                </a:moveTo>
                <a:lnTo>
                  <a:pt x="690020" y="157839"/>
                </a:lnTo>
                <a:cubicBezTo>
                  <a:pt x="681478" y="153540"/>
                  <a:pt x="674349" y="148505"/>
                  <a:pt x="668636" y="142734"/>
                </a:cubicBezTo>
                <a:cubicBezTo>
                  <a:pt x="660489" y="134531"/>
                  <a:pt x="654209" y="124857"/>
                  <a:pt x="649797" y="113712"/>
                </a:cubicBezTo>
                <a:cubicBezTo>
                  <a:pt x="645384" y="102567"/>
                  <a:pt x="643178" y="90998"/>
                  <a:pt x="643178" y="79004"/>
                </a:cubicBezTo>
                <a:cubicBezTo>
                  <a:pt x="643178" y="61467"/>
                  <a:pt x="647505" y="45471"/>
                  <a:pt x="656161" y="31016"/>
                </a:cubicBezTo>
                <a:cubicBezTo>
                  <a:pt x="664817" y="16562"/>
                  <a:pt x="676103" y="6223"/>
                  <a:pt x="690020" y="0"/>
                </a:cubicBezTo>
                <a:lnTo>
                  <a:pt x="690020" y="3564"/>
                </a:lnTo>
                <a:cubicBezTo>
                  <a:pt x="683062" y="7411"/>
                  <a:pt x="677348" y="12672"/>
                  <a:pt x="672879" y="19348"/>
                </a:cubicBezTo>
                <a:cubicBezTo>
                  <a:pt x="668409" y="26024"/>
                  <a:pt x="665071" y="34481"/>
                  <a:pt x="662865" y="44721"/>
                </a:cubicBezTo>
                <a:cubicBezTo>
                  <a:pt x="660659" y="54961"/>
                  <a:pt x="659556" y="65653"/>
                  <a:pt x="659556" y="76798"/>
                </a:cubicBezTo>
                <a:cubicBezTo>
                  <a:pt x="659556" y="88905"/>
                  <a:pt x="660489" y="99908"/>
                  <a:pt x="662356" y="109809"/>
                </a:cubicBezTo>
                <a:cubicBezTo>
                  <a:pt x="663827" y="117616"/>
                  <a:pt x="665609" y="123881"/>
                  <a:pt x="667702" y="128605"/>
                </a:cubicBezTo>
                <a:cubicBezTo>
                  <a:pt x="669795" y="133329"/>
                  <a:pt x="672610" y="137869"/>
                  <a:pt x="676146" y="142225"/>
                </a:cubicBezTo>
                <a:cubicBezTo>
                  <a:pt x="679682" y="146581"/>
                  <a:pt x="684306" y="150739"/>
                  <a:pt x="690020" y="154699"/>
                </a:cubicBezTo>
                <a:close/>
                <a:moveTo>
                  <a:pt x="727272" y="62711"/>
                </a:moveTo>
                <a:cubicBezTo>
                  <a:pt x="718164" y="55244"/>
                  <a:pt x="712295" y="49247"/>
                  <a:pt x="709664" y="44721"/>
                </a:cubicBezTo>
                <a:cubicBezTo>
                  <a:pt x="707033" y="40195"/>
                  <a:pt x="705718" y="35500"/>
                  <a:pt x="705718" y="30634"/>
                </a:cubicBezTo>
                <a:cubicBezTo>
                  <a:pt x="705718" y="23167"/>
                  <a:pt x="708603" y="16732"/>
                  <a:pt x="714374" y="11329"/>
                </a:cubicBezTo>
                <a:cubicBezTo>
                  <a:pt x="720144" y="5926"/>
                  <a:pt x="727810" y="3225"/>
                  <a:pt x="737371" y="3225"/>
                </a:cubicBezTo>
                <a:cubicBezTo>
                  <a:pt x="746649" y="3225"/>
                  <a:pt x="754116" y="5742"/>
                  <a:pt x="759774" y="10777"/>
                </a:cubicBezTo>
                <a:cubicBezTo>
                  <a:pt x="765431" y="15812"/>
                  <a:pt x="768260" y="21554"/>
                  <a:pt x="768260" y="28004"/>
                </a:cubicBezTo>
                <a:cubicBezTo>
                  <a:pt x="768260" y="32303"/>
                  <a:pt x="766732" y="36688"/>
                  <a:pt x="763677" y="41157"/>
                </a:cubicBezTo>
                <a:cubicBezTo>
                  <a:pt x="760622" y="45626"/>
                  <a:pt x="754258" y="50888"/>
                  <a:pt x="744584" y="56941"/>
                </a:cubicBezTo>
                <a:cubicBezTo>
                  <a:pt x="754541" y="64635"/>
                  <a:pt x="761131" y="70688"/>
                  <a:pt x="764356" y="75101"/>
                </a:cubicBezTo>
                <a:cubicBezTo>
                  <a:pt x="768656" y="80871"/>
                  <a:pt x="770805" y="86953"/>
                  <a:pt x="770805" y="93346"/>
                </a:cubicBezTo>
                <a:cubicBezTo>
                  <a:pt x="770805" y="101436"/>
                  <a:pt x="767722" y="108352"/>
                  <a:pt x="761556" y="114094"/>
                </a:cubicBezTo>
                <a:cubicBezTo>
                  <a:pt x="755389" y="119836"/>
                  <a:pt x="747299" y="122707"/>
                  <a:pt x="737286" y="122707"/>
                </a:cubicBezTo>
                <a:cubicBezTo>
                  <a:pt x="726367" y="122707"/>
                  <a:pt x="717853" y="119285"/>
                  <a:pt x="711743" y="112439"/>
                </a:cubicBezTo>
                <a:cubicBezTo>
                  <a:pt x="706878" y="106952"/>
                  <a:pt x="704445" y="100955"/>
                  <a:pt x="704445" y="94449"/>
                </a:cubicBezTo>
                <a:cubicBezTo>
                  <a:pt x="704445" y="89357"/>
                  <a:pt x="706156" y="84308"/>
                  <a:pt x="709579" y="79301"/>
                </a:cubicBezTo>
                <a:cubicBezTo>
                  <a:pt x="713002" y="74295"/>
                  <a:pt x="718900" y="68765"/>
                  <a:pt x="727272" y="62711"/>
                </a:cubicBezTo>
                <a:moveTo>
                  <a:pt x="740595" y="53631"/>
                </a:moveTo>
                <a:cubicBezTo>
                  <a:pt x="747384" y="47521"/>
                  <a:pt x="751684" y="42699"/>
                  <a:pt x="753494" y="39163"/>
                </a:cubicBezTo>
                <a:cubicBezTo>
                  <a:pt x="755304" y="35627"/>
                  <a:pt x="756210" y="31624"/>
                  <a:pt x="756210" y="27155"/>
                </a:cubicBezTo>
                <a:cubicBezTo>
                  <a:pt x="756210" y="21215"/>
                  <a:pt x="754541" y="16562"/>
                  <a:pt x="751203" y="13196"/>
                </a:cubicBezTo>
                <a:cubicBezTo>
                  <a:pt x="747865" y="9830"/>
                  <a:pt x="743311" y="8147"/>
                  <a:pt x="737540" y="8147"/>
                </a:cubicBezTo>
                <a:cubicBezTo>
                  <a:pt x="731770" y="8147"/>
                  <a:pt x="727074" y="9815"/>
                  <a:pt x="723454" y="13153"/>
                </a:cubicBezTo>
                <a:cubicBezTo>
                  <a:pt x="719833" y="16491"/>
                  <a:pt x="718023" y="20395"/>
                  <a:pt x="718023" y="24864"/>
                </a:cubicBezTo>
                <a:cubicBezTo>
                  <a:pt x="718023" y="27806"/>
                  <a:pt x="718772" y="30748"/>
                  <a:pt x="720271" y="33689"/>
                </a:cubicBezTo>
                <a:cubicBezTo>
                  <a:pt x="721771" y="36631"/>
                  <a:pt x="723906" y="39432"/>
                  <a:pt x="726678" y="42090"/>
                </a:cubicBezTo>
                <a:lnTo>
                  <a:pt x="740595" y="53631"/>
                </a:lnTo>
                <a:moveTo>
                  <a:pt x="731261" y="65936"/>
                </a:moveTo>
                <a:cubicBezTo>
                  <a:pt x="726565" y="69896"/>
                  <a:pt x="723086" y="74210"/>
                  <a:pt x="720823" y="78877"/>
                </a:cubicBezTo>
                <a:cubicBezTo>
                  <a:pt x="718560" y="83544"/>
                  <a:pt x="717429" y="88594"/>
                  <a:pt x="717429" y="94025"/>
                </a:cubicBezTo>
                <a:cubicBezTo>
                  <a:pt x="717429" y="101323"/>
                  <a:pt x="719423" y="107164"/>
                  <a:pt x="723411" y="111548"/>
                </a:cubicBezTo>
                <a:cubicBezTo>
                  <a:pt x="727400" y="115933"/>
                  <a:pt x="732477" y="118125"/>
                  <a:pt x="738644" y="118125"/>
                </a:cubicBezTo>
                <a:cubicBezTo>
                  <a:pt x="744753" y="118125"/>
                  <a:pt x="749647" y="116399"/>
                  <a:pt x="753324" y="112948"/>
                </a:cubicBezTo>
                <a:cubicBezTo>
                  <a:pt x="757002" y="109497"/>
                  <a:pt x="758840" y="105311"/>
                  <a:pt x="758840" y="100389"/>
                </a:cubicBezTo>
                <a:cubicBezTo>
                  <a:pt x="758840" y="96316"/>
                  <a:pt x="757765" y="92667"/>
                  <a:pt x="755616" y="89442"/>
                </a:cubicBezTo>
                <a:cubicBezTo>
                  <a:pt x="751599" y="83445"/>
                  <a:pt x="743481" y="75610"/>
                  <a:pt x="731261" y="65936"/>
                </a:cubicBezTo>
                <a:close/>
                <a:moveTo>
                  <a:pt x="789984" y="123047"/>
                </a:moveTo>
                <a:lnTo>
                  <a:pt x="789984" y="119907"/>
                </a:lnTo>
                <a:cubicBezTo>
                  <a:pt x="797338" y="119794"/>
                  <a:pt x="804184" y="118082"/>
                  <a:pt x="810520" y="114773"/>
                </a:cubicBezTo>
                <a:cubicBezTo>
                  <a:pt x="816856" y="111463"/>
                  <a:pt x="822980" y="105679"/>
                  <a:pt x="828892" y="97419"/>
                </a:cubicBezTo>
                <a:cubicBezTo>
                  <a:pt x="834804" y="89159"/>
                  <a:pt x="838920" y="80079"/>
                  <a:pt x="841239" y="70179"/>
                </a:cubicBezTo>
                <a:cubicBezTo>
                  <a:pt x="832357" y="75893"/>
                  <a:pt x="824324" y="78750"/>
                  <a:pt x="817139" y="78750"/>
                </a:cubicBezTo>
                <a:cubicBezTo>
                  <a:pt x="809049" y="78750"/>
                  <a:pt x="802119" y="75624"/>
                  <a:pt x="796348" y="69373"/>
                </a:cubicBezTo>
                <a:cubicBezTo>
                  <a:pt x="790578" y="63122"/>
                  <a:pt x="787693" y="54819"/>
                  <a:pt x="787693" y="44467"/>
                </a:cubicBezTo>
                <a:cubicBezTo>
                  <a:pt x="787693" y="34397"/>
                  <a:pt x="790578" y="25430"/>
                  <a:pt x="796348" y="17566"/>
                </a:cubicBezTo>
                <a:cubicBezTo>
                  <a:pt x="803307" y="8005"/>
                  <a:pt x="812387" y="3225"/>
                  <a:pt x="823588" y="3225"/>
                </a:cubicBezTo>
                <a:cubicBezTo>
                  <a:pt x="833036" y="3225"/>
                  <a:pt x="841126" y="7128"/>
                  <a:pt x="847858" y="14935"/>
                </a:cubicBezTo>
                <a:cubicBezTo>
                  <a:pt x="856118" y="24609"/>
                  <a:pt x="860248" y="36546"/>
                  <a:pt x="860248" y="50746"/>
                </a:cubicBezTo>
                <a:cubicBezTo>
                  <a:pt x="860248" y="63532"/>
                  <a:pt x="857108" y="75455"/>
                  <a:pt x="850828" y="86515"/>
                </a:cubicBezTo>
                <a:cubicBezTo>
                  <a:pt x="844549" y="97575"/>
                  <a:pt x="835808" y="106754"/>
                  <a:pt x="824607" y="114052"/>
                </a:cubicBezTo>
                <a:cubicBezTo>
                  <a:pt x="815498" y="120048"/>
                  <a:pt x="805570" y="123047"/>
                  <a:pt x="794821" y="123047"/>
                </a:cubicBezTo>
                <a:lnTo>
                  <a:pt x="789984" y="123047"/>
                </a:lnTo>
                <a:moveTo>
                  <a:pt x="842597" y="63833"/>
                </a:moveTo>
                <a:cubicBezTo>
                  <a:pt x="843615" y="56500"/>
                  <a:pt x="844124" y="50632"/>
                  <a:pt x="844124" y="46230"/>
                </a:cubicBezTo>
                <a:cubicBezTo>
                  <a:pt x="844124" y="40758"/>
                  <a:pt x="843191" y="34849"/>
                  <a:pt x="841324" y="28502"/>
                </a:cubicBezTo>
                <a:cubicBezTo>
                  <a:pt x="839457" y="22155"/>
                  <a:pt x="836812" y="17289"/>
                  <a:pt x="833390" y="13904"/>
                </a:cubicBezTo>
                <a:cubicBezTo>
                  <a:pt x="829967" y="10518"/>
                  <a:pt x="826078" y="8825"/>
                  <a:pt x="821721" y="8825"/>
                </a:cubicBezTo>
                <a:cubicBezTo>
                  <a:pt x="816686" y="8825"/>
                  <a:pt x="812274" y="11082"/>
                  <a:pt x="808483" y="15596"/>
                </a:cubicBezTo>
                <a:cubicBezTo>
                  <a:pt x="804693" y="20109"/>
                  <a:pt x="802798" y="26823"/>
                  <a:pt x="802798" y="35737"/>
                </a:cubicBezTo>
                <a:cubicBezTo>
                  <a:pt x="802798" y="47642"/>
                  <a:pt x="805315" y="56951"/>
                  <a:pt x="810350" y="63663"/>
                </a:cubicBezTo>
                <a:cubicBezTo>
                  <a:pt x="814027" y="68516"/>
                  <a:pt x="818553" y="70943"/>
                  <a:pt x="823928" y="70943"/>
                </a:cubicBezTo>
                <a:cubicBezTo>
                  <a:pt x="826530" y="70943"/>
                  <a:pt x="829613" y="70322"/>
                  <a:pt x="833177" y="69081"/>
                </a:cubicBezTo>
                <a:cubicBezTo>
                  <a:pt x="836742" y="67840"/>
                  <a:pt x="839881" y="66091"/>
                  <a:pt x="842597" y="63833"/>
                </a:cubicBezTo>
                <a:close/>
                <a:moveTo>
                  <a:pt x="966932" y="40733"/>
                </a:moveTo>
                <a:lnTo>
                  <a:pt x="966932" y="67039"/>
                </a:lnTo>
                <a:lnTo>
                  <a:pt x="964131" y="67039"/>
                </a:lnTo>
                <a:cubicBezTo>
                  <a:pt x="961982" y="58788"/>
                  <a:pt x="959224" y="53176"/>
                  <a:pt x="955858" y="50203"/>
                </a:cubicBezTo>
                <a:cubicBezTo>
                  <a:pt x="952491" y="47227"/>
                  <a:pt x="948206" y="45739"/>
                  <a:pt x="943001" y="45739"/>
                </a:cubicBezTo>
                <a:cubicBezTo>
                  <a:pt x="939041" y="45739"/>
                  <a:pt x="935845" y="46785"/>
                  <a:pt x="933412" y="48877"/>
                </a:cubicBezTo>
                <a:cubicBezTo>
                  <a:pt x="930979" y="50966"/>
                  <a:pt x="929763" y="53283"/>
                  <a:pt x="929763" y="55827"/>
                </a:cubicBezTo>
                <a:cubicBezTo>
                  <a:pt x="929763" y="58992"/>
                  <a:pt x="930668" y="61704"/>
                  <a:pt x="932479" y="63963"/>
                </a:cubicBezTo>
                <a:cubicBezTo>
                  <a:pt x="934232" y="66281"/>
                  <a:pt x="937797" y="68739"/>
                  <a:pt x="943171" y="71338"/>
                </a:cubicBezTo>
                <a:lnTo>
                  <a:pt x="955561" y="77358"/>
                </a:lnTo>
                <a:cubicBezTo>
                  <a:pt x="967045" y="82951"/>
                  <a:pt x="972787" y="90326"/>
                  <a:pt x="972787" y="99482"/>
                </a:cubicBezTo>
                <a:cubicBezTo>
                  <a:pt x="972787" y="106545"/>
                  <a:pt x="970114" y="112239"/>
                  <a:pt x="964768" y="116563"/>
                </a:cubicBezTo>
                <a:cubicBezTo>
                  <a:pt x="959422" y="120885"/>
                  <a:pt x="953439" y="123047"/>
                  <a:pt x="946820" y="123047"/>
                </a:cubicBezTo>
                <a:cubicBezTo>
                  <a:pt x="942068" y="123047"/>
                  <a:pt x="936637" y="122198"/>
                  <a:pt x="930527" y="120501"/>
                </a:cubicBezTo>
                <a:cubicBezTo>
                  <a:pt x="928660" y="119935"/>
                  <a:pt x="927132" y="119652"/>
                  <a:pt x="925944" y="119652"/>
                </a:cubicBezTo>
                <a:cubicBezTo>
                  <a:pt x="924643" y="119652"/>
                  <a:pt x="923625" y="120388"/>
                  <a:pt x="922889" y="121859"/>
                </a:cubicBezTo>
                <a:lnTo>
                  <a:pt x="920089" y="121859"/>
                </a:lnTo>
                <a:lnTo>
                  <a:pt x="920089" y="94025"/>
                </a:lnTo>
                <a:lnTo>
                  <a:pt x="922889" y="94025"/>
                </a:lnTo>
                <a:cubicBezTo>
                  <a:pt x="924474" y="101973"/>
                  <a:pt x="927500" y="107963"/>
                  <a:pt x="931969" y="111994"/>
                </a:cubicBezTo>
                <a:cubicBezTo>
                  <a:pt x="936439" y="116025"/>
                  <a:pt x="941446" y="118040"/>
                  <a:pt x="946990" y="118040"/>
                </a:cubicBezTo>
                <a:cubicBezTo>
                  <a:pt x="950893" y="118040"/>
                  <a:pt x="954075" y="116896"/>
                  <a:pt x="956536" y="114608"/>
                </a:cubicBezTo>
                <a:cubicBezTo>
                  <a:pt x="958997" y="112319"/>
                  <a:pt x="960228" y="109564"/>
                  <a:pt x="960228" y="106343"/>
                </a:cubicBezTo>
                <a:cubicBezTo>
                  <a:pt x="960228" y="102443"/>
                  <a:pt x="958856" y="99165"/>
                  <a:pt x="956112" y="96509"/>
                </a:cubicBezTo>
                <a:cubicBezTo>
                  <a:pt x="953368" y="93854"/>
                  <a:pt x="947895" y="90492"/>
                  <a:pt x="939692" y="86424"/>
                </a:cubicBezTo>
                <a:cubicBezTo>
                  <a:pt x="931489" y="82355"/>
                  <a:pt x="926114" y="78681"/>
                  <a:pt x="923568" y="75403"/>
                </a:cubicBezTo>
                <a:cubicBezTo>
                  <a:pt x="921023" y="72182"/>
                  <a:pt x="919750" y="68113"/>
                  <a:pt x="919750" y="63197"/>
                </a:cubicBezTo>
                <a:cubicBezTo>
                  <a:pt x="919750" y="56811"/>
                  <a:pt x="921942" y="51471"/>
                  <a:pt x="926326" y="47177"/>
                </a:cubicBezTo>
                <a:cubicBezTo>
                  <a:pt x="930711" y="42881"/>
                  <a:pt x="936382" y="40733"/>
                  <a:pt x="943341" y="40733"/>
                </a:cubicBezTo>
                <a:cubicBezTo>
                  <a:pt x="946396" y="40733"/>
                  <a:pt x="950101" y="41383"/>
                  <a:pt x="954457" y="42684"/>
                </a:cubicBezTo>
                <a:cubicBezTo>
                  <a:pt x="957343" y="43533"/>
                  <a:pt x="959266" y="43957"/>
                  <a:pt x="960228" y="43957"/>
                </a:cubicBezTo>
                <a:cubicBezTo>
                  <a:pt x="961133" y="43957"/>
                  <a:pt x="961840" y="43759"/>
                  <a:pt x="962349" y="43363"/>
                </a:cubicBezTo>
                <a:cubicBezTo>
                  <a:pt x="962858" y="42967"/>
                  <a:pt x="963452" y="42090"/>
                  <a:pt x="964131" y="40733"/>
                </a:cubicBezTo>
                <a:lnTo>
                  <a:pt x="966932" y="40733"/>
                </a:lnTo>
                <a:close/>
                <a:moveTo>
                  <a:pt x="1028342" y="109469"/>
                </a:moveTo>
                <a:cubicBezTo>
                  <a:pt x="1020366" y="115636"/>
                  <a:pt x="1015359" y="119200"/>
                  <a:pt x="1013322" y="120161"/>
                </a:cubicBezTo>
                <a:cubicBezTo>
                  <a:pt x="1010267" y="121632"/>
                  <a:pt x="1007014" y="122368"/>
                  <a:pt x="1003563" y="122368"/>
                </a:cubicBezTo>
                <a:cubicBezTo>
                  <a:pt x="998189" y="122368"/>
                  <a:pt x="993762" y="120529"/>
                  <a:pt x="990283" y="116852"/>
                </a:cubicBezTo>
                <a:cubicBezTo>
                  <a:pt x="986804" y="113175"/>
                  <a:pt x="985064" y="108338"/>
                  <a:pt x="985064" y="102341"/>
                </a:cubicBezTo>
                <a:cubicBezTo>
                  <a:pt x="985064" y="98551"/>
                  <a:pt x="985913" y="95269"/>
                  <a:pt x="987610" y="92497"/>
                </a:cubicBezTo>
                <a:cubicBezTo>
                  <a:pt x="989929" y="88650"/>
                  <a:pt x="993960" y="85030"/>
                  <a:pt x="999702" y="81635"/>
                </a:cubicBezTo>
                <a:cubicBezTo>
                  <a:pt x="1005444" y="78241"/>
                  <a:pt x="1014991" y="74111"/>
                  <a:pt x="1028342" y="69246"/>
                </a:cubicBezTo>
                <a:lnTo>
                  <a:pt x="1028342" y="66191"/>
                </a:lnTo>
                <a:cubicBezTo>
                  <a:pt x="1028342" y="58440"/>
                  <a:pt x="1027112" y="53122"/>
                  <a:pt x="1024651" y="50237"/>
                </a:cubicBezTo>
                <a:cubicBezTo>
                  <a:pt x="1022190" y="47352"/>
                  <a:pt x="1018612" y="45909"/>
                  <a:pt x="1013916" y="45909"/>
                </a:cubicBezTo>
                <a:cubicBezTo>
                  <a:pt x="1010352" y="45909"/>
                  <a:pt x="1007524" y="46867"/>
                  <a:pt x="1005430" y="48784"/>
                </a:cubicBezTo>
                <a:cubicBezTo>
                  <a:pt x="1003281" y="50700"/>
                  <a:pt x="1002206" y="52899"/>
                  <a:pt x="1002206" y="55379"/>
                </a:cubicBezTo>
                <a:lnTo>
                  <a:pt x="1002375" y="60282"/>
                </a:lnTo>
                <a:cubicBezTo>
                  <a:pt x="1002375" y="62874"/>
                  <a:pt x="1001711" y="64874"/>
                  <a:pt x="1000381" y="66283"/>
                </a:cubicBezTo>
                <a:cubicBezTo>
                  <a:pt x="999052" y="67692"/>
                  <a:pt x="997312" y="68397"/>
                  <a:pt x="995162" y="68397"/>
                </a:cubicBezTo>
                <a:cubicBezTo>
                  <a:pt x="993069" y="68397"/>
                  <a:pt x="991358" y="67664"/>
                  <a:pt x="990028" y="66199"/>
                </a:cubicBezTo>
                <a:cubicBezTo>
                  <a:pt x="988699" y="64731"/>
                  <a:pt x="988034" y="62728"/>
                  <a:pt x="988034" y="60189"/>
                </a:cubicBezTo>
                <a:cubicBezTo>
                  <a:pt x="988034" y="55340"/>
                  <a:pt x="990523" y="50885"/>
                  <a:pt x="995502" y="46824"/>
                </a:cubicBezTo>
                <a:cubicBezTo>
                  <a:pt x="1000480" y="42763"/>
                  <a:pt x="1007467" y="40733"/>
                  <a:pt x="1016462" y="40733"/>
                </a:cubicBezTo>
                <a:cubicBezTo>
                  <a:pt x="1023364" y="40733"/>
                  <a:pt x="1029021" y="41891"/>
                  <a:pt x="1033434" y="44207"/>
                </a:cubicBezTo>
                <a:cubicBezTo>
                  <a:pt x="1036772" y="45959"/>
                  <a:pt x="1039233" y="48700"/>
                  <a:pt x="1040817" y="52430"/>
                </a:cubicBezTo>
                <a:cubicBezTo>
                  <a:pt x="1041835" y="54859"/>
                  <a:pt x="1042344" y="59831"/>
                  <a:pt x="1042344" y="67347"/>
                </a:cubicBezTo>
                <a:lnTo>
                  <a:pt x="1042344" y="93706"/>
                </a:lnTo>
                <a:cubicBezTo>
                  <a:pt x="1042344" y="101109"/>
                  <a:pt x="1042486" y="105643"/>
                  <a:pt x="1042769" y="107311"/>
                </a:cubicBezTo>
                <a:cubicBezTo>
                  <a:pt x="1043052" y="108978"/>
                  <a:pt x="1043518" y="110094"/>
                  <a:pt x="1044169" y="110660"/>
                </a:cubicBezTo>
                <a:cubicBezTo>
                  <a:pt x="1044819" y="111224"/>
                  <a:pt x="1045569" y="111506"/>
                  <a:pt x="1046418" y="111506"/>
                </a:cubicBezTo>
                <a:cubicBezTo>
                  <a:pt x="1047323" y="111506"/>
                  <a:pt x="1048115" y="111308"/>
                  <a:pt x="1048794" y="110912"/>
                </a:cubicBezTo>
                <a:cubicBezTo>
                  <a:pt x="1049982" y="110176"/>
                  <a:pt x="1052273" y="108111"/>
                  <a:pt x="1055667" y="104717"/>
                </a:cubicBezTo>
                <a:lnTo>
                  <a:pt x="1055667" y="109469"/>
                </a:lnTo>
                <a:cubicBezTo>
                  <a:pt x="1049331" y="117955"/>
                  <a:pt x="1043278" y="122198"/>
                  <a:pt x="1037507" y="122198"/>
                </a:cubicBezTo>
                <a:cubicBezTo>
                  <a:pt x="1034735" y="122198"/>
                  <a:pt x="1032529" y="121236"/>
                  <a:pt x="1030888" y="119313"/>
                </a:cubicBezTo>
                <a:cubicBezTo>
                  <a:pt x="1029248" y="117389"/>
                  <a:pt x="1028399" y="114108"/>
                  <a:pt x="1028342" y="109469"/>
                </a:cubicBezTo>
                <a:moveTo>
                  <a:pt x="1028342" y="103906"/>
                </a:moveTo>
                <a:lnTo>
                  <a:pt x="1028342" y="74422"/>
                </a:lnTo>
                <a:cubicBezTo>
                  <a:pt x="1019800" y="77801"/>
                  <a:pt x="1014284" y="80194"/>
                  <a:pt x="1011795" y="81603"/>
                </a:cubicBezTo>
                <a:cubicBezTo>
                  <a:pt x="1007326" y="84082"/>
                  <a:pt x="1004129" y="86673"/>
                  <a:pt x="1002206" y="89376"/>
                </a:cubicBezTo>
                <a:cubicBezTo>
                  <a:pt x="1000282" y="92079"/>
                  <a:pt x="999320" y="95036"/>
                  <a:pt x="999320" y="98246"/>
                </a:cubicBezTo>
                <a:cubicBezTo>
                  <a:pt x="999320" y="102302"/>
                  <a:pt x="1000537" y="105667"/>
                  <a:pt x="1002969" y="108342"/>
                </a:cubicBezTo>
                <a:cubicBezTo>
                  <a:pt x="1005402" y="111017"/>
                  <a:pt x="1008202" y="112354"/>
                  <a:pt x="1011371" y="112354"/>
                </a:cubicBezTo>
                <a:cubicBezTo>
                  <a:pt x="1015670" y="112354"/>
                  <a:pt x="1021327" y="109538"/>
                  <a:pt x="1028342" y="103906"/>
                </a:cubicBezTo>
                <a:close/>
                <a:moveTo>
                  <a:pt x="1084546" y="57280"/>
                </a:moveTo>
                <a:cubicBezTo>
                  <a:pt x="1090203" y="51623"/>
                  <a:pt x="1093541" y="48370"/>
                  <a:pt x="1094560" y="47521"/>
                </a:cubicBezTo>
                <a:cubicBezTo>
                  <a:pt x="1097105" y="45372"/>
                  <a:pt x="1099849" y="43703"/>
                  <a:pt x="1102791" y="42515"/>
                </a:cubicBezTo>
                <a:cubicBezTo>
                  <a:pt x="1105733" y="41327"/>
                  <a:pt x="1108646" y="40733"/>
                  <a:pt x="1111532" y="40733"/>
                </a:cubicBezTo>
                <a:cubicBezTo>
                  <a:pt x="1116397" y="40733"/>
                  <a:pt x="1120583" y="42147"/>
                  <a:pt x="1124091" y="44976"/>
                </a:cubicBezTo>
                <a:cubicBezTo>
                  <a:pt x="1127598" y="47804"/>
                  <a:pt x="1129946" y="51906"/>
                  <a:pt x="1131134" y="57280"/>
                </a:cubicBezTo>
                <a:cubicBezTo>
                  <a:pt x="1136961" y="50492"/>
                  <a:pt x="1141883" y="46036"/>
                  <a:pt x="1145900" y="43915"/>
                </a:cubicBezTo>
                <a:cubicBezTo>
                  <a:pt x="1149916" y="41793"/>
                  <a:pt x="1154046" y="40733"/>
                  <a:pt x="1158289" y="40733"/>
                </a:cubicBezTo>
                <a:cubicBezTo>
                  <a:pt x="1162419" y="40733"/>
                  <a:pt x="1166082" y="41792"/>
                  <a:pt x="1169279" y="43910"/>
                </a:cubicBezTo>
                <a:cubicBezTo>
                  <a:pt x="1172475" y="46026"/>
                  <a:pt x="1175007" y="49483"/>
                  <a:pt x="1176874" y="54281"/>
                </a:cubicBezTo>
                <a:cubicBezTo>
                  <a:pt x="1178118" y="57555"/>
                  <a:pt x="1178741" y="62692"/>
                  <a:pt x="1178741" y="69691"/>
                </a:cubicBezTo>
                <a:lnTo>
                  <a:pt x="1178741" y="103052"/>
                </a:lnTo>
                <a:cubicBezTo>
                  <a:pt x="1178741" y="107906"/>
                  <a:pt x="1179108" y="111237"/>
                  <a:pt x="1179844" y="113044"/>
                </a:cubicBezTo>
                <a:cubicBezTo>
                  <a:pt x="1180409" y="114285"/>
                  <a:pt x="1181456" y="115343"/>
                  <a:pt x="1182983" y="116218"/>
                </a:cubicBezTo>
                <a:cubicBezTo>
                  <a:pt x="1184511" y="117093"/>
                  <a:pt x="1187000" y="117531"/>
                  <a:pt x="1190451" y="117531"/>
                </a:cubicBezTo>
                <a:lnTo>
                  <a:pt x="1190451" y="120671"/>
                </a:lnTo>
                <a:lnTo>
                  <a:pt x="1152095" y="120671"/>
                </a:lnTo>
                <a:lnTo>
                  <a:pt x="1152095" y="117531"/>
                </a:lnTo>
                <a:lnTo>
                  <a:pt x="1153707" y="117531"/>
                </a:lnTo>
                <a:cubicBezTo>
                  <a:pt x="1157045" y="117531"/>
                  <a:pt x="1159647" y="116884"/>
                  <a:pt x="1161514" y="115590"/>
                </a:cubicBezTo>
                <a:cubicBezTo>
                  <a:pt x="1162815" y="114688"/>
                  <a:pt x="1163749" y="113252"/>
                  <a:pt x="1164314" y="111283"/>
                </a:cubicBezTo>
                <a:cubicBezTo>
                  <a:pt x="1164541" y="110327"/>
                  <a:pt x="1164654" y="107597"/>
                  <a:pt x="1164654" y="103094"/>
                </a:cubicBezTo>
                <a:lnTo>
                  <a:pt x="1164654" y="69829"/>
                </a:lnTo>
                <a:cubicBezTo>
                  <a:pt x="1164654" y="63525"/>
                  <a:pt x="1163890" y="59078"/>
                  <a:pt x="1162363" y="56490"/>
                </a:cubicBezTo>
                <a:cubicBezTo>
                  <a:pt x="1160156" y="52887"/>
                  <a:pt x="1156620" y="51086"/>
                  <a:pt x="1151755" y="51086"/>
                </a:cubicBezTo>
                <a:cubicBezTo>
                  <a:pt x="1148757" y="51086"/>
                  <a:pt x="1145744" y="51832"/>
                  <a:pt x="1142718" y="53324"/>
                </a:cubicBezTo>
                <a:cubicBezTo>
                  <a:pt x="1139691" y="54814"/>
                  <a:pt x="1136028" y="57586"/>
                  <a:pt x="1131728" y="61640"/>
                </a:cubicBezTo>
                <a:lnTo>
                  <a:pt x="1131558" y="62568"/>
                </a:lnTo>
                <a:lnTo>
                  <a:pt x="1131728" y="66199"/>
                </a:lnTo>
                <a:lnTo>
                  <a:pt x="1131728" y="103094"/>
                </a:lnTo>
                <a:cubicBezTo>
                  <a:pt x="1131728" y="108385"/>
                  <a:pt x="1132025" y="111678"/>
                  <a:pt x="1132619" y="112972"/>
                </a:cubicBezTo>
                <a:cubicBezTo>
                  <a:pt x="1133213" y="114266"/>
                  <a:pt x="1134331" y="115350"/>
                  <a:pt x="1135971" y="116223"/>
                </a:cubicBezTo>
                <a:cubicBezTo>
                  <a:pt x="1137612" y="117095"/>
                  <a:pt x="1140412" y="117531"/>
                  <a:pt x="1144372" y="117531"/>
                </a:cubicBezTo>
                <a:lnTo>
                  <a:pt x="1144372" y="120671"/>
                </a:lnTo>
                <a:lnTo>
                  <a:pt x="1105082" y="120671"/>
                </a:lnTo>
                <a:lnTo>
                  <a:pt x="1105082" y="117531"/>
                </a:lnTo>
                <a:cubicBezTo>
                  <a:pt x="1109382" y="117531"/>
                  <a:pt x="1112338" y="117024"/>
                  <a:pt x="1113950" y="116011"/>
                </a:cubicBezTo>
                <a:cubicBezTo>
                  <a:pt x="1115562" y="114998"/>
                  <a:pt x="1116680" y="113479"/>
                  <a:pt x="1117302" y="111453"/>
                </a:cubicBezTo>
                <a:cubicBezTo>
                  <a:pt x="1117585" y="110495"/>
                  <a:pt x="1117726" y="107708"/>
                  <a:pt x="1117726" y="103094"/>
                </a:cubicBezTo>
                <a:lnTo>
                  <a:pt x="1117726" y="69829"/>
                </a:lnTo>
                <a:cubicBezTo>
                  <a:pt x="1117726" y="63525"/>
                  <a:pt x="1116793" y="58993"/>
                  <a:pt x="1114926" y="56236"/>
                </a:cubicBezTo>
                <a:cubicBezTo>
                  <a:pt x="1112437" y="52633"/>
                  <a:pt x="1108957" y="50831"/>
                  <a:pt x="1104488" y="50831"/>
                </a:cubicBezTo>
                <a:cubicBezTo>
                  <a:pt x="1101433" y="50831"/>
                  <a:pt x="1098407" y="51647"/>
                  <a:pt x="1095408" y="53279"/>
                </a:cubicBezTo>
                <a:cubicBezTo>
                  <a:pt x="1090713" y="55756"/>
                  <a:pt x="1087092" y="58542"/>
                  <a:pt x="1084546" y="61637"/>
                </a:cubicBezTo>
                <a:lnTo>
                  <a:pt x="1084546" y="103094"/>
                </a:lnTo>
                <a:cubicBezTo>
                  <a:pt x="1084546" y="108159"/>
                  <a:pt x="1084900" y="111452"/>
                  <a:pt x="1085607" y="112972"/>
                </a:cubicBezTo>
                <a:cubicBezTo>
                  <a:pt x="1086314" y="114491"/>
                  <a:pt x="1087361" y="115630"/>
                  <a:pt x="1088747" y="116391"/>
                </a:cubicBezTo>
                <a:cubicBezTo>
                  <a:pt x="1090133" y="117151"/>
                  <a:pt x="1092947" y="117531"/>
                  <a:pt x="1097190" y="117531"/>
                </a:cubicBezTo>
                <a:lnTo>
                  <a:pt x="1097190" y="120671"/>
                </a:lnTo>
                <a:lnTo>
                  <a:pt x="1058749" y="120671"/>
                </a:lnTo>
                <a:lnTo>
                  <a:pt x="1058749" y="117531"/>
                </a:lnTo>
                <a:cubicBezTo>
                  <a:pt x="1062313" y="117531"/>
                  <a:pt x="1064802" y="117150"/>
                  <a:pt x="1066216" y="116388"/>
                </a:cubicBezTo>
                <a:cubicBezTo>
                  <a:pt x="1067631" y="115626"/>
                  <a:pt x="1068706" y="114412"/>
                  <a:pt x="1069441" y="112747"/>
                </a:cubicBezTo>
                <a:cubicBezTo>
                  <a:pt x="1070177" y="111081"/>
                  <a:pt x="1070544" y="107850"/>
                  <a:pt x="1070544" y="103052"/>
                </a:cubicBezTo>
                <a:lnTo>
                  <a:pt x="1070544" y="73417"/>
                </a:lnTo>
                <a:cubicBezTo>
                  <a:pt x="1070544" y="64892"/>
                  <a:pt x="1070290" y="59389"/>
                  <a:pt x="1069781" y="56906"/>
                </a:cubicBezTo>
                <a:cubicBezTo>
                  <a:pt x="1069384" y="55043"/>
                  <a:pt x="1068762" y="53759"/>
                  <a:pt x="1067914" y="53053"/>
                </a:cubicBezTo>
                <a:cubicBezTo>
                  <a:pt x="1067065" y="52348"/>
                  <a:pt x="1065905" y="51995"/>
                  <a:pt x="1064434" y="51995"/>
                </a:cubicBezTo>
                <a:cubicBezTo>
                  <a:pt x="1062850" y="51995"/>
                  <a:pt x="1060955" y="52419"/>
                  <a:pt x="1058749" y="53265"/>
                </a:cubicBezTo>
                <a:lnTo>
                  <a:pt x="1057476" y="50216"/>
                </a:lnTo>
                <a:lnTo>
                  <a:pt x="1080897" y="40733"/>
                </a:lnTo>
                <a:lnTo>
                  <a:pt x="1084546" y="40733"/>
                </a:lnTo>
                <a:lnTo>
                  <a:pt x="1084546" y="57280"/>
                </a:lnTo>
                <a:close/>
                <a:moveTo>
                  <a:pt x="1191074" y="50584"/>
                </a:moveTo>
                <a:lnTo>
                  <a:pt x="1215005" y="40902"/>
                </a:lnTo>
                <a:lnTo>
                  <a:pt x="1218230" y="40902"/>
                </a:lnTo>
                <a:lnTo>
                  <a:pt x="1218230" y="59062"/>
                </a:lnTo>
                <a:cubicBezTo>
                  <a:pt x="1222246" y="52217"/>
                  <a:pt x="1226277" y="47451"/>
                  <a:pt x="1230322" y="44764"/>
                </a:cubicBezTo>
                <a:cubicBezTo>
                  <a:pt x="1234367" y="42076"/>
                  <a:pt x="1238624" y="40733"/>
                  <a:pt x="1243093" y="40733"/>
                </a:cubicBezTo>
                <a:cubicBezTo>
                  <a:pt x="1250901" y="40733"/>
                  <a:pt x="1257406" y="43784"/>
                  <a:pt x="1262611" y="49887"/>
                </a:cubicBezTo>
                <a:cubicBezTo>
                  <a:pt x="1269004" y="57348"/>
                  <a:pt x="1272200" y="67068"/>
                  <a:pt x="1272200" y="79050"/>
                </a:cubicBezTo>
                <a:cubicBezTo>
                  <a:pt x="1272200" y="92443"/>
                  <a:pt x="1268353" y="103520"/>
                  <a:pt x="1260659" y="112280"/>
                </a:cubicBezTo>
                <a:cubicBezTo>
                  <a:pt x="1254323" y="119458"/>
                  <a:pt x="1246346" y="123047"/>
                  <a:pt x="1236729" y="123047"/>
                </a:cubicBezTo>
                <a:cubicBezTo>
                  <a:pt x="1232543" y="123047"/>
                  <a:pt x="1228922" y="122453"/>
                  <a:pt x="1225867" y="121265"/>
                </a:cubicBezTo>
                <a:cubicBezTo>
                  <a:pt x="1223604" y="120416"/>
                  <a:pt x="1221058" y="118719"/>
                  <a:pt x="1218230" y="116173"/>
                </a:cubicBezTo>
                <a:lnTo>
                  <a:pt x="1218230" y="139849"/>
                </a:lnTo>
                <a:cubicBezTo>
                  <a:pt x="1218230" y="145167"/>
                  <a:pt x="1218555" y="148547"/>
                  <a:pt x="1219205" y="149990"/>
                </a:cubicBezTo>
                <a:cubicBezTo>
                  <a:pt x="1219856" y="151432"/>
                  <a:pt x="1220987" y="152578"/>
                  <a:pt x="1222600" y="153427"/>
                </a:cubicBezTo>
                <a:cubicBezTo>
                  <a:pt x="1224212" y="154275"/>
                  <a:pt x="1227140" y="154699"/>
                  <a:pt x="1231383" y="154699"/>
                </a:cubicBezTo>
                <a:lnTo>
                  <a:pt x="1231383" y="157839"/>
                </a:lnTo>
                <a:lnTo>
                  <a:pt x="1190650" y="157839"/>
                </a:lnTo>
                <a:lnTo>
                  <a:pt x="1190650" y="154699"/>
                </a:lnTo>
                <a:lnTo>
                  <a:pt x="1192772" y="154699"/>
                </a:lnTo>
                <a:cubicBezTo>
                  <a:pt x="1195883" y="154756"/>
                  <a:pt x="1198542" y="154161"/>
                  <a:pt x="1200748" y="152915"/>
                </a:cubicBezTo>
                <a:cubicBezTo>
                  <a:pt x="1201823" y="152292"/>
                  <a:pt x="1202658" y="151287"/>
                  <a:pt x="1203252" y="149900"/>
                </a:cubicBezTo>
                <a:cubicBezTo>
                  <a:pt x="1203846" y="148514"/>
                  <a:pt x="1204143" y="144990"/>
                  <a:pt x="1204143" y="139329"/>
                </a:cubicBezTo>
                <a:lnTo>
                  <a:pt x="1204143" y="65785"/>
                </a:lnTo>
                <a:cubicBezTo>
                  <a:pt x="1204143" y="60746"/>
                  <a:pt x="1203917" y="57548"/>
                  <a:pt x="1203464" y="56190"/>
                </a:cubicBezTo>
                <a:cubicBezTo>
                  <a:pt x="1203011" y="54831"/>
                  <a:pt x="1202290" y="53812"/>
                  <a:pt x="1201300" y="53133"/>
                </a:cubicBezTo>
                <a:cubicBezTo>
                  <a:pt x="1200310" y="52452"/>
                  <a:pt x="1198966" y="52112"/>
                  <a:pt x="1197269" y="52112"/>
                </a:cubicBezTo>
                <a:cubicBezTo>
                  <a:pt x="1195911" y="52112"/>
                  <a:pt x="1194186" y="52508"/>
                  <a:pt x="1192093" y="53300"/>
                </a:cubicBezTo>
                <a:lnTo>
                  <a:pt x="1191074" y="50584"/>
                </a:lnTo>
                <a:moveTo>
                  <a:pt x="1218230" y="64223"/>
                </a:moveTo>
                <a:lnTo>
                  <a:pt x="1218230" y="93208"/>
                </a:lnTo>
                <a:cubicBezTo>
                  <a:pt x="1218230" y="99480"/>
                  <a:pt x="1218484" y="103605"/>
                  <a:pt x="1218993" y="105582"/>
                </a:cubicBezTo>
                <a:cubicBezTo>
                  <a:pt x="1219785" y="108859"/>
                  <a:pt x="1221723" y="111741"/>
                  <a:pt x="1224806" y="114227"/>
                </a:cubicBezTo>
                <a:cubicBezTo>
                  <a:pt x="1227889" y="116712"/>
                  <a:pt x="1231779" y="117955"/>
                  <a:pt x="1236474" y="117955"/>
                </a:cubicBezTo>
                <a:cubicBezTo>
                  <a:pt x="1242132" y="117955"/>
                  <a:pt x="1246714" y="115751"/>
                  <a:pt x="1250222" y="111344"/>
                </a:cubicBezTo>
                <a:cubicBezTo>
                  <a:pt x="1254804" y="105582"/>
                  <a:pt x="1257095" y="97475"/>
                  <a:pt x="1257095" y="87021"/>
                </a:cubicBezTo>
                <a:cubicBezTo>
                  <a:pt x="1257095" y="75157"/>
                  <a:pt x="1254493" y="66032"/>
                  <a:pt x="1249288" y="59648"/>
                </a:cubicBezTo>
                <a:cubicBezTo>
                  <a:pt x="1245668" y="55241"/>
                  <a:pt x="1241368" y="53037"/>
                  <a:pt x="1236390" y="53037"/>
                </a:cubicBezTo>
                <a:cubicBezTo>
                  <a:pt x="1233674" y="53037"/>
                  <a:pt x="1230987" y="53715"/>
                  <a:pt x="1228328" y="55071"/>
                </a:cubicBezTo>
                <a:cubicBezTo>
                  <a:pt x="1226291" y="56088"/>
                  <a:pt x="1222925" y="59138"/>
                  <a:pt x="1218230" y="64223"/>
                </a:cubicBezTo>
                <a:close/>
                <a:moveTo>
                  <a:pt x="1310302" y="0"/>
                </a:moveTo>
                <a:lnTo>
                  <a:pt x="1310302" y="103030"/>
                </a:lnTo>
                <a:cubicBezTo>
                  <a:pt x="1310302" y="107892"/>
                  <a:pt x="1310656" y="111115"/>
                  <a:pt x="1311363" y="112699"/>
                </a:cubicBezTo>
                <a:cubicBezTo>
                  <a:pt x="1312070" y="114281"/>
                  <a:pt x="1313159" y="115483"/>
                  <a:pt x="1314630" y="116303"/>
                </a:cubicBezTo>
                <a:cubicBezTo>
                  <a:pt x="1316101" y="117122"/>
                  <a:pt x="1318845" y="117531"/>
                  <a:pt x="1322862" y="117531"/>
                </a:cubicBezTo>
                <a:lnTo>
                  <a:pt x="1322862" y="120671"/>
                </a:lnTo>
                <a:lnTo>
                  <a:pt x="1284760" y="120671"/>
                </a:lnTo>
                <a:lnTo>
                  <a:pt x="1284760" y="117531"/>
                </a:lnTo>
                <a:cubicBezTo>
                  <a:pt x="1288324" y="117531"/>
                  <a:pt x="1290756" y="117164"/>
                  <a:pt x="1292058" y="116430"/>
                </a:cubicBezTo>
                <a:cubicBezTo>
                  <a:pt x="1293359" y="115695"/>
                  <a:pt x="1294377" y="114479"/>
                  <a:pt x="1295113" y="112784"/>
                </a:cubicBezTo>
                <a:cubicBezTo>
                  <a:pt x="1295848" y="111087"/>
                  <a:pt x="1296216" y="107836"/>
                  <a:pt x="1296216" y="103030"/>
                </a:cubicBezTo>
                <a:lnTo>
                  <a:pt x="1296216" y="32477"/>
                </a:lnTo>
                <a:cubicBezTo>
                  <a:pt x="1296216" y="23716"/>
                  <a:pt x="1296018" y="18331"/>
                  <a:pt x="1295622" y="16325"/>
                </a:cubicBezTo>
                <a:cubicBezTo>
                  <a:pt x="1295226" y="14317"/>
                  <a:pt x="1294589" y="12946"/>
                  <a:pt x="1293712" y="12212"/>
                </a:cubicBezTo>
                <a:cubicBezTo>
                  <a:pt x="1292835" y="11476"/>
                  <a:pt x="1291718" y="11109"/>
                  <a:pt x="1290360" y="11109"/>
                </a:cubicBezTo>
                <a:cubicBezTo>
                  <a:pt x="1288890" y="11109"/>
                  <a:pt x="1287023" y="11561"/>
                  <a:pt x="1284760" y="12466"/>
                </a:cubicBezTo>
                <a:lnTo>
                  <a:pt x="1283317" y="9496"/>
                </a:lnTo>
                <a:lnTo>
                  <a:pt x="1306484" y="0"/>
                </a:lnTo>
                <a:lnTo>
                  <a:pt x="1310302" y="0"/>
                </a:lnTo>
                <a:close/>
                <a:moveTo>
                  <a:pt x="1344954" y="72301"/>
                </a:moveTo>
                <a:cubicBezTo>
                  <a:pt x="1344898" y="83815"/>
                  <a:pt x="1347698" y="92846"/>
                  <a:pt x="1353356" y="99395"/>
                </a:cubicBezTo>
                <a:cubicBezTo>
                  <a:pt x="1359013" y="105941"/>
                  <a:pt x="1365660" y="109215"/>
                  <a:pt x="1373298" y="109215"/>
                </a:cubicBezTo>
                <a:cubicBezTo>
                  <a:pt x="1378389" y="109215"/>
                  <a:pt x="1382816" y="107814"/>
                  <a:pt x="1386578" y="105014"/>
                </a:cubicBezTo>
                <a:cubicBezTo>
                  <a:pt x="1390340" y="102214"/>
                  <a:pt x="1393494" y="97419"/>
                  <a:pt x="1396040" y="90630"/>
                </a:cubicBezTo>
                <a:lnTo>
                  <a:pt x="1398671" y="92327"/>
                </a:lnTo>
                <a:cubicBezTo>
                  <a:pt x="1397483" y="100078"/>
                  <a:pt x="1394032" y="107136"/>
                  <a:pt x="1388318" y="113500"/>
                </a:cubicBezTo>
                <a:cubicBezTo>
                  <a:pt x="1382604" y="119864"/>
                  <a:pt x="1375447" y="123047"/>
                  <a:pt x="1366848" y="123047"/>
                </a:cubicBezTo>
                <a:cubicBezTo>
                  <a:pt x="1357514" y="123047"/>
                  <a:pt x="1349523" y="119420"/>
                  <a:pt x="1342875" y="112166"/>
                </a:cubicBezTo>
                <a:cubicBezTo>
                  <a:pt x="1336228" y="104911"/>
                  <a:pt x="1332904" y="95157"/>
                  <a:pt x="1332904" y="82905"/>
                </a:cubicBezTo>
                <a:cubicBezTo>
                  <a:pt x="1332904" y="69639"/>
                  <a:pt x="1336313" y="59294"/>
                  <a:pt x="1343130" y="51871"/>
                </a:cubicBezTo>
                <a:cubicBezTo>
                  <a:pt x="1349947" y="44445"/>
                  <a:pt x="1358504" y="40733"/>
                  <a:pt x="1368800" y="40733"/>
                </a:cubicBezTo>
                <a:cubicBezTo>
                  <a:pt x="1377512" y="40733"/>
                  <a:pt x="1384669" y="43597"/>
                  <a:pt x="1390270" y="49325"/>
                </a:cubicBezTo>
                <a:cubicBezTo>
                  <a:pt x="1395870" y="55051"/>
                  <a:pt x="1398671" y="62710"/>
                  <a:pt x="1398671" y="72301"/>
                </a:cubicBezTo>
                <a:lnTo>
                  <a:pt x="1344954" y="72301"/>
                </a:lnTo>
                <a:moveTo>
                  <a:pt x="1344954" y="67379"/>
                </a:moveTo>
                <a:lnTo>
                  <a:pt x="1380935" y="67379"/>
                </a:lnTo>
                <a:cubicBezTo>
                  <a:pt x="1380652" y="62400"/>
                  <a:pt x="1380058" y="58893"/>
                  <a:pt x="1379153" y="56856"/>
                </a:cubicBezTo>
                <a:cubicBezTo>
                  <a:pt x="1377739" y="53688"/>
                  <a:pt x="1375631" y="51199"/>
                  <a:pt x="1372831" y="49388"/>
                </a:cubicBezTo>
                <a:cubicBezTo>
                  <a:pt x="1370031" y="47578"/>
                  <a:pt x="1367103" y="46673"/>
                  <a:pt x="1364048" y="46673"/>
                </a:cubicBezTo>
                <a:cubicBezTo>
                  <a:pt x="1359352" y="46673"/>
                  <a:pt x="1355152" y="48497"/>
                  <a:pt x="1351446" y="52146"/>
                </a:cubicBezTo>
                <a:cubicBezTo>
                  <a:pt x="1347741" y="55795"/>
                  <a:pt x="1345577" y="60873"/>
                  <a:pt x="1344954" y="67379"/>
                </a:cubicBezTo>
                <a:close/>
                <a:moveTo>
                  <a:pt x="1459287" y="40733"/>
                </a:moveTo>
                <a:lnTo>
                  <a:pt x="1459287" y="67039"/>
                </a:lnTo>
                <a:lnTo>
                  <a:pt x="1456487" y="67039"/>
                </a:lnTo>
                <a:cubicBezTo>
                  <a:pt x="1454337" y="58788"/>
                  <a:pt x="1451579" y="53176"/>
                  <a:pt x="1448213" y="50203"/>
                </a:cubicBezTo>
                <a:cubicBezTo>
                  <a:pt x="1444847" y="47227"/>
                  <a:pt x="1440561" y="45739"/>
                  <a:pt x="1435357" y="45739"/>
                </a:cubicBezTo>
                <a:cubicBezTo>
                  <a:pt x="1431396" y="45739"/>
                  <a:pt x="1428200" y="46785"/>
                  <a:pt x="1425767" y="48877"/>
                </a:cubicBezTo>
                <a:cubicBezTo>
                  <a:pt x="1423335" y="50966"/>
                  <a:pt x="1422118" y="53283"/>
                  <a:pt x="1422118" y="55827"/>
                </a:cubicBezTo>
                <a:cubicBezTo>
                  <a:pt x="1422118" y="58992"/>
                  <a:pt x="1423024" y="61704"/>
                  <a:pt x="1424834" y="63963"/>
                </a:cubicBezTo>
                <a:cubicBezTo>
                  <a:pt x="1426588" y="66281"/>
                  <a:pt x="1430152" y="68739"/>
                  <a:pt x="1435526" y="71338"/>
                </a:cubicBezTo>
                <a:lnTo>
                  <a:pt x="1447916" y="77358"/>
                </a:lnTo>
                <a:cubicBezTo>
                  <a:pt x="1459400" y="82951"/>
                  <a:pt x="1465142" y="90326"/>
                  <a:pt x="1465142" y="99482"/>
                </a:cubicBezTo>
                <a:cubicBezTo>
                  <a:pt x="1465142" y="106545"/>
                  <a:pt x="1462469" y="112239"/>
                  <a:pt x="1457123" y="116563"/>
                </a:cubicBezTo>
                <a:cubicBezTo>
                  <a:pt x="1451777" y="120885"/>
                  <a:pt x="1445794" y="123047"/>
                  <a:pt x="1439175" y="123047"/>
                </a:cubicBezTo>
                <a:cubicBezTo>
                  <a:pt x="1434423" y="123047"/>
                  <a:pt x="1428992" y="122198"/>
                  <a:pt x="1422882" y="120501"/>
                </a:cubicBezTo>
                <a:cubicBezTo>
                  <a:pt x="1421015" y="119935"/>
                  <a:pt x="1419488" y="119652"/>
                  <a:pt x="1418300" y="119652"/>
                </a:cubicBezTo>
                <a:cubicBezTo>
                  <a:pt x="1416999" y="119652"/>
                  <a:pt x="1415980" y="120388"/>
                  <a:pt x="1415245" y="121859"/>
                </a:cubicBezTo>
                <a:lnTo>
                  <a:pt x="1412444" y="121859"/>
                </a:lnTo>
                <a:lnTo>
                  <a:pt x="1412444" y="94025"/>
                </a:lnTo>
                <a:lnTo>
                  <a:pt x="1415245" y="94025"/>
                </a:lnTo>
                <a:cubicBezTo>
                  <a:pt x="1416829" y="101973"/>
                  <a:pt x="1419855" y="107963"/>
                  <a:pt x="1424325" y="111994"/>
                </a:cubicBezTo>
                <a:cubicBezTo>
                  <a:pt x="1428794" y="116025"/>
                  <a:pt x="1433801" y="118040"/>
                  <a:pt x="1439345" y="118040"/>
                </a:cubicBezTo>
                <a:cubicBezTo>
                  <a:pt x="1443248" y="118040"/>
                  <a:pt x="1446431" y="116896"/>
                  <a:pt x="1448892" y="114608"/>
                </a:cubicBezTo>
                <a:cubicBezTo>
                  <a:pt x="1451353" y="112319"/>
                  <a:pt x="1452583" y="109564"/>
                  <a:pt x="1452583" y="106343"/>
                </a:cubicBezTo>
                <a:cubicBezTo>
                  <a:pt x="1452583" y="102443"/>
                  <a:pt x="1451211" y="99165"/>
                  <a:pt x="1448467" y="96509"/>
                </a:cubicBezTo>
                <a:cubicBezTo>
                  <a:pt x="1445724" y="93854"/>
                  <a:pt x="1440250" y="90492"/>
                  <a:pt x="1432047" y="86424"/>
                </a:cubicBezTo>
                <a:cubicBezTo>
                  <a:pt x="1423844" y="82355"/>
                  <a:pt x="1418469" y="78681"/>
                  <a:pt x="1415924" y="75403"/>
                </a:cubicBezTo>
                <a:cubicBezTo>
                  <a:pt x="1413378" y="72182"/>
                  <a:pt x="1412105" y="68113"/>
                  <a:pt x="1412105" y="63197"/>
                </a:cubicBezTo>
                <a:cubicBezTo>
                  <a:pt x="1412105" y="56811"/>
                  <a:pt x="1414297" y="51471"/>
                  <a:pt x="1418682" y="47177"/>
                </a:cubicBezTo>
                <a:cubicBezTo>
                  <a:pt x="1423066" y="42881"/>
                  <a:pt x="1428737" y="40733"/>
                  <a:pt x="1435696" y="40733"/>
                </a:cubicBezTo>
                <a:cubicBezTo>
                  <a:pt x="1438751" y="40733"/>
                  <a:pt x="1442456" y="41383"/>
                  <a:pt x="1446813" y="42684"/>
                </a:cubicBezTo>
                <a:cubicBezTo>
                  <a:pt x="1449698" y="43533"/>
                  <a:pt x="1451621" y="43957"/>
                  <a:pt x="1452583" y="43957"/>
                </a:cubicBezTo>
                <a:cubicBezTo>
                  <a:pt x="1453488" y="43957"/>
                  <a:pt x="1454195" y="43759"/>
                  <a:pt x="1454705" y="43363"/>
                </a:cubicBezTo>
                <a:cubicBezTo>
                  <a:pt x="1455214" y="42967"/>
                  <a:pt x="1455808" y="42090"/>
                  <a:pt x="1456487" y="40733"/>
                </a:cubicBezTo>
                <a:lnTo>
                  <a:pt x="1459287" y="40733"/>
                </a:lnTo>
                <a:close/>
                <a:moveTo>
                  <a:pt x="1475190" y="3564"/>
                </a:moveTo>
                <a:lnTo>
                  <a:pt x="1475190" y="0"/>
                </a:lnTo>
                <a:cubicBezTo>
                  <a:pt x="1483789" y="4243"/>
                  <a:pt x="1490945" y="9250"/>
                  <a:pt x="1496659" y="15020"/>
                </a:cubicBezTo>
                <a:cubicBezTo>
                  <a:pt x="1504749" y="23280"/>
                  <a:pt x="1511001" y="32968"/>
                  <a:pt x="1515413" y="44085"/>
                </a:cubicBezTo>
                <a:cubicBezTo>
                  <a:pt x="1519826" y="55201"/>
                  <a:pt x="1522032" y="66785"/>
                  <a:pt x="1522032" y="78835"/>
                </a:cubicBezTo>
                <a:cubicBezTo>
                  <a:pt x="1522032" y="96372"/>
                  <a:pt x="1517719" y="112369"/>
                  <a:pt x="1509091" y="126823"/>
                </a:cubicBezTo>
                <a:cubicBezTo>
                  <a:pt x="1500464" y="141277"/>
                  <a:pt x="1489163" y="151616"/>
                  <a:pt x="1475190" y="157839"/>
                </a:cubicBezTo>
                <a:lnTo>
                  <a:pt x="1475190" y="154699"/>
                </a:lnTo>
                <a:cubicBezTo>
                  <a:pt x="1482148" y="150796"/>
                  <a:pt x="1487876" y="145520"/>
                  <a:pt x="1492374" y="138873"/>
                </a:cubicBezTo>
                <a:cubicBezTo>
                  <a:pt x="1496871" y="132226"/>
                  <a:pt x="1500209" y="123768"/>
                  <a:pt x="1502387" y="113500"/>
                </a:cubicBezTo>
                <a:cubicBezTo>
                  <a:pt x="1504565" y="103232"/>
                  <a:pt x="1505654" y="92525"/>
                  <a:pt x="1505654" y="81381"/>
                </a:cubicBezTo>
                <a:cubicBezTo>
                  <a:pt x="1505654" y="69330"/>
                  <a:pt x="1504721" y="58327"/>
                  <a:pt x="1502854" y="48370"/>
                </a:cubicBezTo>
                <a:cubicBezTo>
                  <a:pt x="1501440" y="40563"/>
                  <a:pt x="1499672" y="34312"/>
                  <a:pt x="1497550" y="29616"/>
                </a:cubicBezTo>
                <a:cubicBezTo>
                  <a:pt x="1495429" y="24920"/>
                  <a:pt x="1492614" y="20395"/>
                  <a:pt x="1489107" y="16039"/>
                </a:cubicBezTo>
                <a:cubicBezTo>
                  <a:pt x="1485599" y="11682"/>
                  <a:pt x="1480960" y="7524"/>
                  <a:pt x="1475190" y="35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Text Themes">
            <a:extLst xmlns:a="http://schemas.openxmlformats.org/drawingml/2006/main">
              <a:ext uri="{FF2B5EF4-FFF2-40B4-BE49-F238E27FC236}">
                <a16:creationId xmlns:a16="http://schemas.microsoft.com/office/drawing/2014/main" id="{D97FEF37-370A-49FE-9416-3D923D51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10" y="92699"/>
            <a:ext cx="644655" cy="126441"/>
          </a:xfrm>
          <a:custGeom xmlns:a="http://schemas.openxmlformats.org/drawingml/2006/main">
            <a:pathLst>
              <a:path w="644655" h="126441">
                <a:moveTo>
                  <a:pt x="36914" y="124404"/>
                </a:moveTo>
                <a:lnTo>
                  <a:pt x="36914" y="21045"/>
                </a:lnTo>
                <a:lnTo>
                  <a:pt x="0" y="21045"/>
                </a:lnTo>
                <a:lnTo>
                  <a:pt x="0" y="0"/>
                </a:lnTo>
                <a:lnTo>
                  <a:pt x="98862" y="0"/>
                </a:lnTo>
                <a:lnTo>
                  <a:pt x="98862" y="21045"/>
                </a:lnTo>
                <a:lnTo>
                  <a:pt x="62033" y="21045"/>
                </a:lnTo>
                <a:lnTo>
                  <a:pt x="62033" y="124404"/>
                </a:lnTo>
                <a:lnTo>
                  <a:pt x="36914" y="124404"/>
                </a:lnTo>
                <a:close/>
                <a:moveTo>
                  <a:pt x="138689" y="0"/>
                </a:moveTo>
                <a:lnTo>
                  <a:pt x="138689" y="45803"/>
                </a:lnTo>
                <a:cubicBezTo>
                  <a:pt x="146383" y="36766"/>
                  <a:pt x="155576" y="32247"/>
                  <a:pt x="166268" y="32247"/>
                </a:cubicBezTo>
                <a:cubicBezTo>
                  <a:pt x="171756" y="32247"/>
                  <a:pt x="176706" y="33265"/>
                  <a:pt x="181119" y="35302"/>
                </a:cubicBezTo>
                <a:cubicBezTo>
                  <a:pt x="185531" y="37338"/>
                  <a:pt x="188855" y="39941"/>
                  <a:pt x="191090" y="43109"/>
                </a:cubicBezTo>
                <a:cubicBezTo>
                  <a:pt x="193324" y="46277"/>
                  <a:pt x="194852" y="49784"/>
                  <a:pt x="195672" y="53631"/>
                </a:cubicBezTo>
                <a:cubicBezTo>
                  <a:pt x="196492" y="57478"/>
                  <a:pt x="196903" y="63447"/>
                  <a:pt x="196903" y="71537"/>
                </a:cubicBezTo>
                <a:lnTo>
                  <a:pt x="196903" y="124404"/>
                </a:lnTo>
                <a:lnTo>
                  <a:pt x="173057" y="124404"/>
                </a:lnTo>
                <a:lnTo>
                  <a:pt x="173057" y="76854"/>
                </a:lnTo>
                <a:cubicBezTo>
                  <a:pt x="173057" y="67417"/>
                  <a:pt x="172604" y="61427"/>
                  <a:pt x="171699" y="58885"/>
                </a:cubicBezTo>
                <a:cubicBezTo>
                  <a:pt x="170794" y="56341"/>
                  <a:pt x="169196" y="54320"/>
                  <a:pt x="166905" y="52823"/>
                </a:cubicBezTo>
                <a:cubicBezTo>
                  <a:pt x="164613" y="51325"/>
                  <a:pt x="161742" y="50576"/>
                  <a:pt x="158291" y="50576"/>
                </a:cubicBezTo>
                <a:cubicBezTo>
                  <a:pt x="154331" y="50576"/>
                  <a:pt x="150795" y="51537"/>
                  <a:pt x="147684" y="53459"/>
                </a:cubicBezTo>
                <a:cubicBezTo>
                  <a:pt x="144572" y="55381"/>
                  <a:pt x="142295" y="58277"/>
                  <a:pt x="140853" y="62147"/>
                </a:cubicBezTo>
                <a:cubicBezTo>
                  <a:pt x="139410" y="66017"/>
                  <a:pt x="138689" y="71738"/>
                  <a:pt x="138689" y="79312"/>
                </a:cubicBezTo>
                <a:lnTo>
                  <a:pt x="138689" y="124404"/>
                </a:lnTo>
                <a:lnTo>
                  <a:pt x="114843" y="124404"/>
                </a:lnTo>
                <a:lnTo>
                  <a:pt x="114843" y="0"/>
                </a:lnTo>
                <a:lnTo>
                  <a:pt x="138689" y="0"/>
                </a:lnTo>
                <a:close/>
                <a:moveTo>
                  <a:pt x="273304" y="95722"/>
                </a:moveTo>
                <a:lnTo>
                  <a:pt x="297065" y="99795"/>
                </a:lnTo>
                <a:cubicBezTo>
                  <a:pt x="294010" y="108479"/>
                  <a:pt x="289187" y="115091"/>
                  <a:pt x="282596" y="119631"/>
                </a:cubicBezTo>
                <a:cubicBezTo>
                  <a:pt x="276006" y="124171"/>
                  <a:pt x="267760" y="126441"/>
                  <a:pt x="257860" y="126441"/>
                </a:cubicBezTo>
                <a:cubicBezTo>
                  <a:pt x="242189" y="126441"/>
                  <a:pt x="230591" y="121321"/>
                  <a:pt x="223067" y="111081"/>
                </a:cubicBezTo>
                <a:cubicBezTo>
                  <a:pt x="217127" y="102878"/>
                  <a:pt x="214157" y="92525"/>
                  <a:pt x="214157" y="80023"/>
                </a:cubicBezTo>
                <a:cubicBezTo>
                  <a:pt x="214157" y="65087"/>
                  <a:pt x="218061" y="53391"/>
                  <a:pt x="225868" y="44933"/>
                </a:cubicBezTo>
                <a:cubicBezTo>
                  <a:pt x="233675" y="36476"/>
                  <a:pt x="243547" y="32247"/>
                  <a:pt x="255484" y="32247"/>
                </a:cubicBezTo>
                <a:cubicBezTo>
                  <a:pt x="268892" y="32247"/>
                  <a:pt x="279471" y="36674"/>
                  <a:pt x="287221" y="45527"/>
                </a:cubicBezTo>
                <a:cubicBezTo>
                  <a:pt x="294972" y="54381"/>
                  <a:pt x="298677" y="67944"/>
                  <a:pt x="298338" y="86218"/>
                </a:cubicBezTo>
                <a:lnTo>
                  <a:pt x="238597" y="86218"/>
                </a:lnTo>
                <a:cubicBezTo>
                  <a:pt x="238766" y="93289"/>
                  <a:pt x="240690" y="98791"/>
                  <a:pt x="244367" y="102723"/>
                </a:cubicBezTo>
                <a:cubicBezTo>
                  <a:pt x="248044" y="106655"/>
                  <a:pt x="252627" y="108621"/>
                  <a:pt x="258114" y="108621"/>
                </a:cubicBezTo>
                <a:cubicBezTo>
                  <a:pt x="261848" y="108621"/>
                  <a:pt x="264988" y="107602"/>
                  <a:pt x="267534" y="105566"/>
                </a:cubicBezTo>
                <a:cubicBezTo>
                  <a:pt x="270080" y="103529"/>
                  <a:pt x="272003" y="100248"/>
                  <a:pt x="273304" y="95722"/>
                </a:cubicBezTo>
                <a:moveTo>
                  <a:pt x="274662" y="71622"/>
                </a:moveTo>
                <a:cubicBezTo>
                  <a:pt x="274492" y="64748"/>
                  <a:pt x="272710" y="59522"/>
                  <a:pt x="269316" y="55944"/>
                </a:cubicBezTo>
                <a:cubicBezTo>
                  <a:pt x="265921" y="52366"/>
                  <a:pt x="261792" y="50576"/>
                  <a:pt x="256926" y="50576"/>
                </a:cubicBezTo>
                <a:cubicBezTo>
                  <a:pt x="251722" y="50576"/>
                  <a:pt x="247422" y="52464"/>
                  <a:pt x="244028" y="56238"/>
                </a:cubicBezTo>
                <a:cubicBezTo>
                  <a:pt x="240633" y="60014"/>
                  <a:pt x="238964" y="65142"/>
                  <a:pt x="239021" y="71622"/>
                </a:cubicBezTo>
                <a:lnTo>
                  <a:pt x="274662" y="71622"/>
                </a:lnTo>
                <a:close/>
                <a:moveTo>
                  <a:pt x="315962" y="34283"/>
                </a:moveTo>
                <a:lnTo>
                  <a:pt x="337941" y="34283"/>
                </a:lnTo>
                <a:lnTo>
                  <a:pt x="337941" y="46588"/>
                </a:lnTo>
                <a:cubicBezTo>
                  <a:pt x="345805" y="37027"/>
                  <a:pt x="355167" y="32247"/>
                  <a:pt x="366029" y="32247"/>
                </a:cubicBezTo>
                <a:cubicBezTo>
                  <a:pt x="371800" y="32247"/>
                  <a:pt x="376807" y="33440"/>
                  <a:pt x="381050" y="35827"/>
                </a:cubicBezTo>
                <a:cubicBezTo>
                  <a:pt x="385293" y="38213"/>
                  <a:pt x="388772" y="41823"/>
                  <a:pt x="391487" y="46654"/>
                </a:cubicBezTo>
                <a:cubicBezTo>
                  <a:pt x="395448" y="41823"/>
                  <a:pt x="399719" y="38213"/>
                  <a:pt x="404301" y="35827"/>
                </a:cubicBezTo>
                <a:cubicBezTo>
                  <a:pt x="408884" y="33440"/>
                  <a:pt x="413777" y="32247"/>
                  <a:pt x="418982" y="32247"/>
                </a:cubicBezTo>
                <a:cubicBezTo>
                  <a:pt x="425601" y="32247"/>
                  <a:pt x="431202" y="33590"/>
                  <a:pt x="435784" y="36278"/>
                </a:cubicBezTo>
                <a:cubicBezTo>
                  <a:pt x="440367" y="38965"/>
                  <a:pt x="443789" y="42911"/>
                  <a:pt x="446052" y="48116"/>
                </a:cubicBezTo>
                <a:cubicBezTo>
                  <a:pt x="447693" y="51962"/>
                  <a:pt x="448513" y="58186"/>
                  <a:pt x="448513" y="66785"/>
                </a:cubicBezTo>
                <a:lnTo>
                  <a:pt x="448513" y="124404"/>
                </a:lnTo>
                <a:lnTo>
                  <a:pt x="424668" y="124404"/>
                </a:lnTo>
                <a:lnTo>
                  <a:pt x="424668" y="72953"/>
                </a:lnTo>
                <a:cubicBezTo>
                  <a:pt x="424668" y="64025"/>
                  <a:pt x="423847" y="58262"/>
                  <a:pt x="422207" y="55663"/>
                </a:cubicBezTo>
                <a:cubicBezTo>
                  <a:pt x="420000" y="52272"/>
                  <a:pt x="416606" y="50576"/>
                  <a:pt x="412023" y="50576"/>
                </a:cubicBezTo>
                <a:cubicBezTo>
                  <a:pt x="408686" y="50576"/>
                  <a:pt x="405546" y="51594"/>
                  <a:pt x="402604" y="53629"/>
                </a:cubicBezTo>
                <a:cubicBezTo>
                  <a:pt x="399662" y="55662"/>
                  <a:pt x="397541" y="58643"/>
                  <a:pt x="396240" y="62571"/>
                </a:cubicBezTo>
                <a:cubicBezTo>
                  <a:pt x="394938" y="66497"/>
                  <a:pt x="394288" y="72699"/>
                  <a:pt x="394288" y="81176"/>
                </a:cubicBezTo>
                <a:lnTo>
                  <a:pt x="394288" y="124404"/>
                </a:lnTo>
                <a:lnTo>
                  <a:pt x="370442" y="124404"/>
                </a:lnTo>
                <a:lnTo>
                  <a:pt x="370442" y="75072"/>
                </a:lnTo>
                <a:cubicBezTo>
                  <a:pt x="370442" y="66314"/>
                  <a:pt x="370018" y="60663"/>
                  <a:pt x="369169" y="58121"/>
                </a:cubicBezTo>
                <a:cubicBezTo>
                  <a:pt x="368321" y="55577"/>
                  <a:pt x="367005" y="53684"/>
                  <a:pt x="365223" y="52441"/>
                </a:cubicBezTo>
                <a:cubicBezTo>
                  <a:pt x="363441" y="51198"/>
                  <a:pt x="361023" y="50576"/>
                  <a:pt x="357968" y="50576"/>
                </a:cubicBezTo>
                <a:cubicBezTo>
                  <a:pt x="354291" y="50576"/>
                  <a:pt x="350981" y="51566"/>
                  <a:pt x="348039" y="53544"/>
                </a:cubicBezTo>
                <a:cubicBezTo>
                  <a:pt x="345097" y="55520"/>
                  <a:pt x="342990" y="58374"/>
                  <a:pt x="341717" y="62104"/>
                </a:cubicBezTo>
                <a:cubicBezTo>
                  <a:pt x="340444" y="65834"/>
                  <a:pt x="339808" y="72022"/>
                  <a:pt x="339808" y="80667"/>
                </a:cubicBezTo>
                <a:lnTo>
                  <a:pt x="339808" y="124404"/>
                </a:lnTo>
                <a:lnTo>
                  <a:pt x="315962" y="124404"/>
                </a:lnTo>
                <a:lnTo>
                  <a:pt x="315962" y="34283"/>
                </a:lnTo>
                <a:close/>
                <a:moveTo>
                  <a:pt x="524435" y="95722"/>
                </a:moveTo>
                <a:lnTo>
                  <a:pt x="548196" y="99795"/>
                </a:lnTo>
                <a:cubicBezTo>
                  <a:pt x="545141" y="108479"/>
                  <a:pt x="540318" y="115091"/>
                  <a:pt x="533727" y="119631"/>
                </a:cubicBezTo>
                <a:cubicBezTo>
                  <a:pt x="527136" y="124171"/>
                  <a:pt x="518891" y="126441"/>
                  <a:pt x="508990" y="126441"/>
                </a:cubicBezTo>
                <a:cubicBezTo>
                  <a:pt x="493320" y="126441"/>
                  <a:pt x="481722" y="121321"/>
                  <a:pt x="474198" y="111081"/>
                </a:cubicBezTo>
                <a:cubicBezTo>
                  <a:pt x="468258" y="102878"/>
                  <a:pt x="465288" y="92525"/>
                  <a:pt x="465288" y="80023"/>
                </a:cubicBezTo>
                <a:cubicBezTo>
                  <a:pt x="465288" y="65087"/>
                  <a:pt x="469191" y="53391"/>
                  <a:pt x="476998" y="44933"/>
                </a:cubicBezTo>
                <a:cubicBezTo>
                  <a:pt x="484805" y="36476"/>
                  <a:pt x="494677" y="32247"/>
                  <a:pt x="506614" y="32247"/>
                </a:cubicBezTo>
                <a:cubicBezTo>
                  <a:pt x="520022" y="32247"/>
                  <a:pt x="530601" y="36674"/>
                  <a:pt x="538352" y="45527"/>
                </a:cubicBezTo>
                <a:cubicBezTo>
                  <a:pt x="546102" y="54381"/>
                  <a:pt x="549808" y="67944"/>
                  <a:pt x="549469" y="86218"/>
                </a:cubicBezTo>
                <a:lnTo>
                  <a:pt x="489727" y="86218"/>
                </a:lnTo>
                <a:cubicBezTo>
                  <a:pt x="489897" y="93289"/>
                  <a:pt x="491820" y="98791"/>
                  <a:pt x="495498" y="102723"/>
                </a:cubicBezTo>
                <a:cubicBezTo>
                  <a:pt x="499175" y="106655"/>
                  <a:pt x="503757" y="108621"/>
                  <a:pt x="509245" y="108621"/>
                </a:cubicBezTo>
                <a:cubicBezTo>
                  <a:pt x="512979" y="108621"/>
                  <a:pt x="516119" y="107602"/>
                  <a:pt x="518664" y="105566"/>
                </a:cubicBezTo>
                <a:cubicBezTo>
                  <a:pt x="521210" y="103529"/>
                  <a:pt x="523134" y="100248"/>
                  <a:pt x="524435" y="95722"/>
                </a:cubicBezTo>
                <a:moveTo>
                  <a:pt x="525793" y="71622"/>
                </a:moveTo>
                <a:cubicBezTo>
                  <a:pt x="525623" y="64748"/>
                  <a:pt x="523841" y="59522"/>
                  <a:pt x="520446" y="55944"/>
                </a:cubicBezTo>
                <a:cubicBezTo>
                  <a:pt x="517052" y="52366"/>
                  <a:pt x="512922" y="50576"/>
                  <a:pt x="508057" y="50576"/>
                </a:cubicBezTo>
                <a:cubicBezTo>
                  <a:pt x="502852" y="50576"/>
                  <a:pt x="498553" y="52464"/>
                  <a:pt x="495158" y="56238"/>
                </a:cubicBezTo>
                <a:cubicBezTo>
                  <a:pt x="491764" y="60014"/>
                  <a:pt x="490095" y="65142"/>
                  <a:pt x="490152" y="71622"/>
                </a:cubicBezTo>
                <a:lnTo>
                  <a:pt x="525793" y="71622"/>
                </a:lnTo>
                <a:close/>
                <a:moveTo>
                  <a:pt x="560474" y="98777"/>
                </a:moveTo>
                <a:lnTo>
                  <a:pt x="584404" y="95043"/>
                </a:lnTo>
                <a:cubicBezTo>
                  <a:pt x="585423" y="99654"/>
                  <a:pt x="587488" y="103154"/>
                  <a:pt x="590599" y="105544"/>
                </a:cubicBezTo>
                <a:cubicBezTo>
                  <a:pt x="593711" y="107935"/>
                  <a:pt x="598067" y="109130"/>
                  <a:pt x="603668" y="109130"/>
                </a:cubicBezTo>
                <a:cubicBezTo>
                  <a:pt x="609834" y="109130"/>
                  <a:pt x="614473" y="108000"/>
                  <a:pt x="617585" y="105741"/>
                </a:cubicBezTo>
                <a:cubicBezTo>
                  <a:pt x="619678" y="104158"/>
                  <a:pt x="620724" y="102039"/>
                  <a:pt x="620724" y="99384"/>
                </a:cubicBezTo>
                <a:cubicBezTo>
                  <a:pt x="620724" y="97576"/>
                  <a:pt x="620159" y="96078"/>
                  <a:pt x="619027" y="94892"/>
                </a:cubicBezTo>
                <a:cubicBezTo>
                  <a:pt x="617839" y="93762"/>
                  <a:pt x="615180" y="92717"/>
                  <a:pt x="611050" y="91757"/>
                </a:cubicBezTo>
                <a:cubicBezTo>
                  <a:pt x="591815" y="87521"/>
                  <a:pt x="579624" y="83651"/>
                  <a:pt x="574476" y="80147"/>
                </a:cubicBezTo>
                <a:cubicBezTo>
                  <a:pt x="567348" y="75286"/>
                  <a:pt x="563783" y="68531"/>
                  <a:pt x="563783" y="59885"/>
                </a:cubicBezTo>
                <a:cubicBezTo>
                  <a:pt x="563783" y="52084"/>
                  <a:pt x="566867" y="45528"/>
                  <a:pt x="573033" y="40216"/>
                </a:cubicBezTo>
                <a:cubicBezTo>
                  <a:pt x="579200" y="34903"/>
                  <a:pt x="588761" y="32247"/>
                  <a:pt x="601716" y="32247"/>
                </a:cubicBezTo>
                <a:cubicBezTo>
                  <a:pt x="614049" y="32247"/>
                  <a:pt x="623214" y="34248"/>
                  <a:pt x="629210" y="38251"/>
                </a:cubicBezTo>
                <a:cubicBezTo>
                  <a:pt x="635207" y="42253"/>
                  <a:pt x="639337" y="48172"/>
                  <a:pt x="641600" y="56007"/>
                </a:cubicBezTo>
                <a:lnTo>
                  <a:pt x="619112" y="60250"/>
                </a:lnTo>
                <a:cubicBezTo>
                  <a:pt x="618150" y="56743"/>
                  <a:pt x="616326" y="54056"/>
                  <a:pt x="613639" y="52189"/>
                </a:cubicBezTo>
                <a:cubicBezTo>
                  <a:pt x="610951" y="50322"/>
                  <a:pt x="607119" y="49388"/>
                  <a:pt x="602140" y="49388"/>
                </a:cubicBezTo>
                <a:cubicBezTo>
                  <a:pt x="595860" y="49388"/>
                  <a:pt x="591363" y="50264"/>
                  <a:pt x="588647" y="52016"/>
                </a:cubicBezTo>
                <a:cubicBezTo>
                  <a:pt x="586837" y="53257"/>
                  <a:pt x="585932" y="54867"/>
                  <a:pt x="585932" y="56845"/>
                </a:cubicBezTo>
                <a:cubicBezTo>
                  <a:pt x="585932" y="58539"/>
                  <a:pt x="586724" y="59979"/>
                  <a:pt x="588308" y="61165"/>
                </a:cubicBezTo>
                <a:cubicBezTo>
                  <a:pt x="590458" y="62748"/>
                  <a:pt x="597883" y="64980"/>
                  <a:pt x="610584" y="67861"/>
                </a:cubicBezTo>
                <a:cubicBezTo>
                  <a:pt x="623284" y="70743"/>
                  <a:pt x="632152" y="74278"/>
                  <a:pt x="637187" y="78466"/>
                </a:cubicBezTo>
                <a:cubicBezTo>
                  <a:pt x="642166" y="82713"/>
                  <a:pt x="644655" y="88628"/>
                  <a:pt x="644655" y="96212"/>
                </a:cubicBezTo>
                <a:cubicBezTo>
                  <a:pt x="644655" y="104477"/>
                  <a:pt x="641204" y="111582"/>
                  <a:pt x="634302" y="117526"/>
                </a:cubicBezTo>
                <a:cubicBezTo>
                  <a:pt x="627400" y="123469"/>
                  <a:pt x="617189" y="126441"/>
                  <a:pt x="603668" y="126441"/>
                </a:cubicBezTo>
                <a:cubicBezTo>
                  <a:pt x="591391" y="126441"/>
                  <a:pt x="581675" y="123960"/>
                  <a:pt x="574518" y="118997"/>
                </a:cubicBezTo>
                <a:cubicBezTo>
                  <a:pt x="567362" y="114033"/>
                  <a:pt x="562680" y="107293"/>
                  <a:pt x="560474" y="987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Text ThemeDefinition">
            <a:extLst xmlns:a="http://schemas.openxmlformats.org/drawingml/2006/main">
              <a:ext uri="{FF2B5EF4-FFF2-40B4-BE49-F238E27FC236}">
                <a16:creationId xmlns:a16="http://schemas.microsoft.com/office/drawing/2014/main" id="{2DBD75BA-E4BB-4DEA-85FA-43AB394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217" y="90493"/>
            <a:ext cx="1394335" cy="128647"/>
          </a:xfrm>
          <a:custGeom xmlns:a="http://schemas.openxmlformats.org/drawingml/2006/main">
            <a:pathLst>
              <a:path w="1394335" h="128647">
                <a:moveTo>
                  <a:pt x="36914" y="126611"/>
                </a:moveTo>
                <a:lnTo>
                  <a:pt x="36914" y="23252"/>
                </a:lnTo>
                <a:lnTo>
                  <a:pt x="0" y="23252"/>
                </a:lnTo>
                <a:lnTo>
                  <a:pt x="0" y="2206"/>
                </a:lnTo>
                <a:lnTo>
                  <a:pt x="98862" y="2206"/>
                </a:lnTo>
                <a:lnTo>
                  <a:pt x="98862" y="23252"/>
                </a:lnTo>
                <a:lnTo>
                  <a:pt x="62033" y="23252"/>
                </a:lnTo>
                <a:lnTo>
                  <a:pt x="62033" y="126611"/>
                </a:lnTo>
                <a:lnTo>
                  <a:pt x="36914" y="126611"/>
                </a:lnTo>
                <a:close/>
                <a:moveTo>
                  <a:pt x="138689" y="2206"/>
                </a:moveTo>
                <a:lnTo>
                  <a:pt x="138689" y="48009"/>
                </a:lnTo>
                <a:cubicBezTo>
                  <a:pt x="146383" y="38972"/>
                  <a:pt x="155576" y="34453"/>
                  <a:pt x="166268" y="34453"/>
                </a:cubicBezTo>
                <a:cubicBezTo>
                  <a:pt x="171756" y="34453"/>
                  <a:pt x="176706" y="35471"/>
                  <a:pt x="181119" y="37508"/>
                </a:cubicBezTo>
                <a:cubicBezTo>
                  <a:pt x="185531" y="39545"/>
                  <a:pt x="188855" y="42147"/>
                  <a:pt x="191090" y="45315"/>
                </a:cubicBezTo>
                <a:cubicBezTo>
                  <a:pt x="193324" y="48483"/>
                  <a:pt x="194852" y="51991"/>
                  <a:pt x="195672" y="55838"/>
                </a:cubicBezTo>
                <a:cubicBezTo>
                  <a:pt x="196492" y="59685"/>
                  <a:pt x="196902" y="65653"/>
                  <a:pt x="196902" y="73743"/>
                </a:cubicBezTo>
                <a:lnTo>
                  <a:pt x="196902" y="126611"/>
                </a:lnTo>
                <a:lnTo>
                  <a:pt x="173057" y="126611"/>
                </a:lnTo>
                <a:lnTo>
                  <a:pt x="173057" y="79060"/>
                </a:lnTo>
                <a:cubicBezTo>
                  <a:pt x="173057" y="69623"/>
                  <a:pt x="172604" y="63633"/>
                  <a:pt x="171699" y="61091"/>
                </a:cubicBezTo>
                <a:cubicBezTo>
                  <a:pt x="170794" y="58547"/>
                  <a:pt x="169196" y="56526"/>
                  <a:pt x="166904" y="55029"/>
                </a:cubicBezTo>
                <a:cubicBezTo>
                  <a:pt x="164613" y="53532"/>
                  <a:pt x="161742" y="52783"/>
                  <a:pt x="158291" y="52783"/>
                </a:cubicBezTo>
                <a:cubicBezTo>
                  <a:pt x="154331" y="52783"/>
                  <a:pt x="150795" y="53744"/>
                  <a:pt x="147684" y="55665"/>
                </a:cubicBezTo>
                <a:cubicBezTo>
                  <a:pt x="144572" y="57587"/>
                  <a:pt x="142295" y="60483"/>
                  <a:pt x="140853" y="64353"/>
                </a:cubicBezTo>
                <a:cubicBezTo>
                  <a:pt x="139410" y="68223"/>
                  <a:pt x="138689" y="73945"/>
                  <a:pt x="138689" y="81518"/>
                </a:cubicBezTo>
                <a:lnTo>
                  <a:pt x="138689" y="126611"/>
                </a:lnTo>
                <a:lnTo>
                  <a:pt x="114843" y="126611"/>
                </a:lnTo>
                <a:lnTo>
                  <a:pt x="114843" y="2206"/>
                </a:lnTo>
                <a:lnTo>
                  <a:pt x="138689" y="2206"/>
                </a:lnTo>
                <a:close/>
                <a:moveTo>
                  <a:pt x="273304" y="97928"/>
                </a:moveTo>
                <a:lnTo>
                  <a:pt x="297065" y="102001"/>
                </a:lnTo>
                <a:cubicBezTo>
                  <a:pt x="294010" y="110685"/>
                  <a:pt x="289187" y="117297"/>
                  <a:pt x="282596" y="121837"/>
                </a:cubicBezTo>
                <a:cubicBezTo>
                  <a:pt x="276006" y="126377"/>
                  <a:pt x="267760" y="128647"/>
                  <a:pt x="257860" y="128647"/>
                </a:cubicBezTo>
                <a:cubicBezTo>
                  <a:pt x="242189" y="128647"/>
                  <a:pt x="230591" y="123528"/>
                  <a:pt x="223067" y="113288"/>
                </a:cubicBezTo>
                <a:cubicBezTo>
                  <a:pt x="217127" y="105085"/>
                  <a:pt x="214157" y="94732"/>
                  <a:pt x="214157" y="82229"/>
                </a:cubicBezTo>
                <a:cubicBezTo>
                  <a:pt x="214157" y="67294"/>
                  <a:pt x="218060" y="55597"/>
                  <a:pt x="225868" y="47140"/>
                </a:cubicBezTo>
                <a:cubicBezTo>
                  <a:pt x="233675" y="38682"/>
                  <a:pt x="243547" y="34453"/>
                  <a:pt x="255484" y="34453"/>
                </a:cubicBezTo>
                <a:cubicBezTo>
                  <a:pt x="268891" y="34453"/>
                  <a:pt x="279471" y="38880"/>
                  <a:pt x="287221" y="47734"/>
                </a:cubicBezTo>
                <a:cubicBezTo>
                  <a:pt x="294972" y="56587"/>
                  <a:pt x="298677" y="70151"/>
                  <a:pt x="298338" y="88424"/>
                </a:cubicBezTo>
                <a:lnTo>
                  <a:pt x="238597" y="88424"/>
                </a:lnTo>
                <a:cubicBezTo>
                  <a:pt x="238766" y="95496"/>
                  <a:pt x="240690" y="100997"/>
                  <a:pt x="244367" y="104929"/>
                </a:cubicBezTo>
                <a:cubicBezTo>
                  <a:pt x="248044" y="108861"/>
                  <a:pt x="252627" y="110827"/>
                  <a:pt x="258114" y="110827"/>
                </a:cubicBezTo>
                <a:cubicBezTo>
                  <a:pt x="261848" y="110827"/>
                  <a:pt x="264988" y="109809"/>
                  <a:pt x="267534" y="107772"/>
                </a:cubicBezTo>
                <a:cubicBezTo>
                  <a:pt x="270080" y="105735"/>
                  <a:pt x="272003" y="102454"/>
                  <a:pt x="273304" y="97928"/>
                </a:cubicBezTo>
                <a:moveTo>
                  <a:pt x="274662" y="73828"/>
                </a:moveTo>
                <a:cubicBezTo>
                  <a:pt x="274492" y="66954"/>
                  <a:pt x="272710" y="61728"/>
                  <a:pt x="269316" y="58150"/>
                </a:cubicBezTo>
                <a:cubicBezTo>
                  <a:pt x="265921" y="54572"/>
                  <a:pt x="261792" y="52783"/>
                  <a:pt x="256926" y="52783"/>
                </a:cubicBezTo>
                <a:cubicBezTo>
                  <a:pt x="251721" y="52783"/>
                  <a:pt x="247422" y="54670"/>
                  <a:pt x="244028" y="58445"/>
                </a:cubicBezTo>
                <a:cubicBezTo>
                  <a:pt x="240633" y="62221"/>
                  <a:pt x="238964" y="67349"/>
                  <a:pt x="239021" y="73828"/>
                </a:cubicBezTo>
                <a:lnTo>
                  <a:pt x="274662" y="73828"/>
                </a:lnTo>
                <a:close/>
                <a:moveTo>
                  <a:pt x="315962" y="36490"/>
                </a:moveTo>
                <a:lnTo>
                  <a:pt x="337940" y="36490"/>
                </a:lnTo>
                <a:lnTo>
                  <a:pt x="337940" y="48794"/>
                </a:lnTo>
                <a:cubicBezTo>
                  <a:pt x="345804" y="39234"/>
                  <a:pt x="355167" y="34453"/>
                  <a:pt x="366029" y="34453"/>
                </a:cubicBezTo>
                <a:cubicBezTo>
                  <a:pt x="371799" y="34453"/>
                  <a:pt x="376806" y="35646"/>
                  <a:pt x="381049" y="38033"/>
                </a:cubicBezTo>
                <a:cubicBezTo>
                  <a:pt x="385292" y="40420"/>
                  <a:pt x="388771" y="44029"/>
                  <a:pt x="391487" y="48861"/>
                </a:cubicBezTo>
                <a:cubicBezTo>
                  <a:pt x="395447" y="44029"/>
                  <a:pt x="399718" y="40420"/>
                  <a:pt x="404301" y="38033"/>
                </a:cubicBezTo>
                <a:cubicBezTo>
                  <a:pt x="408883" y="35646"/>
                  <a:pt x="413777" y="34453"/>
                  <a:pt x="418982" y="34453"/>
                </a:cubicBezTo>
                <a:cubicBezTo>
                  <a:pt x="425601" y="34453"/>
                  <a:pt x="431201" y="35797"/>
                  <a:pt x="435784" y="38484"/>
                </a:cubicBezTo>
                <a:cubicBezTo>
                  <a:pt x="440366" y="41171"/>
                  <a:pt x="443789" y="45117"/>
                  <a:pt x="446052" y="50322"/>
                </a:cubicBezTo>
                <a:cubicBezTo>
                  <a:pt x="447692" y="54169"/>
                  <a:pt x="448513" y="60392"/>
                  <a:pt x="448513" y="68991"/>
                </a:cubicBezTo>
                <a:lnTo>
                  <a:pt x="448513" y="126611"/>
                </a:lnTo>
                <a:lnTo>
                  <a:pt x="424667" y="126611"/>
                </a:lnTo>
                <a:lnTo>
                  <a:pt x="424667" y="75159"/>
                </a:lnTo>
                <a:cubicBezTo>
                  <a:pt x="424667" y="66231"/>
                  <a:pt x="423847" y="60468"/>
                  <a:pt x="422206" y="57869"/>
                </a:cubicBezTo>
                <a:cubicBezTo>
                  <a:pt x="420000" y="54478"/>
                  <a:pt x="416605" y="52783"/>
                  <a:pt x="412023" y="52783"/>
                </a:cubicBezTo>
                <a:cubicBezTo>
                  <a:pt x="408685" y="52783"/>
                  <a:pt x="405545" y="53800"/>
                  <a:pt x="402604" y="55835"/>
                </a:cubicBezTo>
                <a:cubicBezTo>
                  <a:pt x="399662" y="57868"/>
                  <a:pt x="397540" y="60849"/>
                  <a:pt x="396239" y="64777"/>
                </a:cubicBezTo>
                <a:cubicBezTo>
                  <a:pt x="394938" y="68704"/>
                  <a:pt x="394287" y="74906"/>
                  <a:pt x="394287" y="83383"/>
                </a:cubicBezTo>
                <a:lnTo>
                  <a:pt x="394287" y="126611"/>
                </a:lnTo>
                <a:lnTo>
                  <a:pt x="370442" y="126611"/>
                </a:lnTo>
                <a:lnTo>
                  <a:pt x="370442" y="77278"/>
                </a:lnTo>
                <a:cubicBezTo>
                  <a:pt x="370442" y="68520"/>
                  <a:pt x="370017" y="62870"/>
                  <a:pt x="369169" y="60327"/>
                </a:cubicBezTo>
                <a:cubicBezTo>
                  <a:pt x="368320" y="57783"/>
                  <a:pt x="367005" y="55890"/>
                  <a:pt x="365223" y="54647"/>
                </a:cubicBezTo>
                <a:cubicBezTo>
                  <a:pt x="363441" y="53404"/>
                  <a:pt x="361022" y="52783"/>
                  <a:pt x="357967" y="52783"/>
                </a:cubicBezTo>
                <a:cubicBezTo>
                  <a:pt x="354290" y="52783"/>
                  <a:pt x="350981" y="53772"/>
                  <a:pt x="348039" y="55750"/>
                </a:cubicBezTo>
                <a:cubicBezTo>
                  <a:pt x="345097" y="57727"/>
                  <a:pt x="342990" y="60580"/>
                  <a:pt x="341717" y="64310"/>
                </a:cubicBezTo>
                <a:cubicBezTo>
                  <a:pt x="340444" y="68041"/>
                  <a:pt x="339807" y="74228"/>
                  <a:pt x="339807" y="82874"/>
                </a:cubicBezTo>
                <a:lnTo>
                  <a:pt x="339807" y="126611"/>
                </a:lnTo>
                <a:lnTo>
                  <a:pt x="315962" y="126611"/>
                </a:lnTo>
                <a:lnTo>
                  <a:pt x="315962" y="36490"/>
                </a:lnTo>
                <a:close/>
                <a:moveTo>
                  <a:pt x="524434" y="97928"/>
                </a:moveTo>
                <a:lnTo>
                  <a:pt x="548195" y="102001"/>
                </a:lnTo>
                <a:cubicBezTo>
                  <a:pt x="545140" y="110685"/>
                  <a:pt x="540317" y="117297"/>
                  <a:pt x="533727" y="121837"/>
                </a:cubicBezTo>
                <a:cubicBezTo>
                  <a:pt x="527136" y="126377"/>
                  <a:pt x="518890" y="128647"/>
                  <a:pt x="508990" y="128647"/>
                </a:cubicBezTo>
                <a:cubicBezTo>
                  <a:pt x="493319" y="128647"/>
                  <a:pt x="481722" y="123528"/>
                  <a:pt x="474197" y="113288"/>
                </a:cubicBezTo>
                <a:cubicBezTo>
                  <a:pt x="468257" y="105085"/>
                  <a:pt x="465287" y="94732"/>
                  <a:pt x="465287" y="82229"/>
                </a:cubicBezTo>
                <a:cubicBezTo>
                  <a:pt x="465287" y="67294"/>
                  <a:pt x="469191" y="55597"/>
                  <a:pt x="476998" y="47140"/>
                </a:cubicBezTo>
                <a:cubicBezTo>
                  <a:pt x="484805" y="38682"/>
                  <a:pt x="494677" y="34453"/>
                  <a:pt x="506614" y="34453"/>
                </a:cubicBezTo>
                <a:cubicBezTo>
                  <a:pt x="520022" y="34453"/>
                  <a:pt x="530601" y="38880"/>
                  <a:pt x="538351" y="47734"/>
                </a:cubicBezTo>
                <a:cubicBezTo>
                  <a:pt x="546102" y="56587"/>
                  <a:pt x="549808" y="70151"/>
                  <a:pt x="549468" y="88424"/>
                </a:cubicBezTo>
                <a:lnTo>
                  <a:pt x="489727" y="88424"/>
                </a:lnTo>
                <a:cubicBezTo>
                  <a:pt x="489897" y="95496"/>
                  <a:pt x="491820" y="100997"/>
                  <a:pt x="495497" y="104929"/>
                </a:cubicBezTo>
                <a:cubicBezTo>
                  <a:pt x="499175" y="108861"/>
                  <a:pt x="503757" y="110827"/>
                  <a:pt x="509245" y="110827"/>
                </a:cubicBezTo>
                <a:cubicBezTo>
                  <a:pt x="512978" y="110827"/>
                  <a:pt x="516118" y="109809"/>
                  <a:pt x="518664" y="107772"/>
                </a:cubicBezTo>
                <a:cubicBezTo>
                  <a:pt x="521210" y="105735"/>
                  <a:pt x="523133" y="102454"/>
                  <a:pt x="524434" y="97928"/>
                </a:cubicBezTo>
                <a:moveTo>
                  <a:pt x="525792" y="73828"/>
                </a:moveTo>
                <a:cubicBezTo>
                  <a:pt x="525622" y="66954"/>
                  <a:pt x="523840" y="61728"/>
                  <a:pt x="520446" y="58150"/>
                </a:cubicBezTo>
                <a:cubicBezTo>
                  <a:pt x="517052" y="54572"/>
                  <a:pt x="512922" y="52783"/>
                  <a:pt x="508057" y="52783"/>
                </a:cubicBezTo>
                <a:cubicBezTo>
                  <a:pt x="502852" y="52783"/>
                  <a:pt x="498552" y="54670"/>
                  <a:pt x="495158" y="58445"/>
                </a:cubicBezTo>
                <a:cubicBezTo>
                  <a:pt x="491763" y="62221"/>
                  <a:pt x="490095" y="67349"/>
                  <a:pt x="490151" y="73828"/>
                </a:cubicBezTo>
                <a:lnTo>
                  <a:pt x="525792" y="73828"/>
                </a:lnTo>
                <a:close/>
                <a:moveTo>
                  <a:pt x="617274" y="2206"/>
                </a:moveTo>
                <a:lnTo>
                  <a:pt x="663183" y="2206"/>
                </a:lnTo>
                <a:cubicBezTo>
                  <a:pt x="673536" y="2206"/>
                  <a:pt x="681428" y="2998"/>
                  <a:pt x="686859" y="4582"/>
                </a:cubicBezTo>
                <a:cubicBezTo>
                  <a:pt x="694157" y="6732"/>
                  <a:pt x="700408" y="10551"/>
                  <a:pt x="705613" y="16038"/>
                </a:cubicBezTo>
                <a:cubicBezTo>
                  <a:pt x="710818" y="21526"/>
                  <a:pt x="714778" y="28244"/>
                  <a:pt x="717494" y="36193"/>
                </a:cubicBezTo>
                <a:cubicBezTo>
                  <a:pt x="720209" y="44141"/>
                  <a:pt x="721567" y="53943"/>
                  <a:pt x="721567" y="65597"/>
                </a:cubicBezTo>
                <a:cubicBezTo>
                  <a:pt x="721567" y="75836"/>
                  <a:pt x="720294" y="84662"/>
                  <a:pt x="717748" y="92073"/>
                </a:cubicBezTo>
                <a:cubicBezTo>
                  <a:pt x="714637" y="101125"/>
                  <a:pt x="710196" y="108451"/>
                  <a:pt x="704425" y="114052"/>
                </a:cubicBezTo>
                <a:cubicBezTo>
                  <a:pt x="700069" y="118295"/>
                  <a:pt x="694185" y="121604"/>
                  <a:pt x="686774" y="123980"/>
                </a:cubicBezTo>
                <a:cubicBezTo>
                  <a:pt x="681230" y="125734"/>
                  <a:pt x="673819" y="126611"/>
                  <a:pt x="664541" y="126611"/>
                </a:cubicBezTo>
                <a:lnTo>
                  <a:pt x="617274" y="126611"/>
                </a:lnTo>
                <a:lnTo>
                  <a:pt x="617274" y="2206"/>
                </a:lnTo>
                <a:moveTo>
                  <a:pt x="642393" y="23252"/>
                </a:moveTo>
                <a:lnTo>
                  <a:pt x="642393" y="105566"/>
                </a:lnTo>
                <a:lnTo>
                  <a:pt x="661147" y="105566"/>
                </a:lnTo>
                <a:cubicBezTo>
                  <a:pt x="668162" y="105566"/>
                  <a:pt x="673225" y="105170"/>
                  <a:pt x="676336" y="104378"/>
                </a:cubicBezTo>
                <a:cubicBezTo>
                  <a:pt x="680410" y="103361"/>
                  <a:pt x="683790" y="101638"/>
                  <a:pt x="686477" y="99209"/>
                </a:cubicBezTo>
                <a:cubicBezTo>
                  <a:pt x="689164" y="96778"/>
                  <a:pt x="691357" y="92779"/>
                  <a:pt x="693054" y="87212"/>
                </a:cubicBezTo>
                <a:cubicBezTo>
                  <a:pt x="694751" y="81645"/>
                  <a:pt x="695600" y="74058"/>
                  <a:pt x="695600" y="64451"/>
                </a:cubicBezTo>
                <a:cubicBezTo>
                  <a:pt x="695600" y="54844"/>
                  <a:pt x="694751" y="47469"/>
                  <a:pt x="693054" y="42326"/>
                </a:cubicBezTo>
                <a:cubicBezTo>
                  <a:pt x="691357" y="37184"/>
                  <a:pt x="688981" y="33171"/>
                  <a:pt x="685926" y="30290"/>
                </a:cubicBezTo>
                <a:cubicBezTo>
                  <a:pt x="682871" y="27406"/>
                  <a:pt x="678995" y="25456"/>
                  <a:pt x="674300" y="24440"/>
                </a:cubicBezTo>
                <a:cubicBezTo>
                  <a:pt x="670792" y="23648"/>
                  <a:pt x="663919" y="23252"/>
                  <a:pt x="653679" y="23252"/>
                </a:cubicBezTo>
                <a:lnTo>
                  <a:pt x="642393" y="23252"/>
                </a:lnTo>
                <a:close/>
                <a:moveTo>
                  <a:pt x="794856" y="97928"/>
                </a:moveTo>
                <a:lnTo>
                  <a:pt x="818617" y="102001"/>
                </a:lnTo>
                <a:cubicBezTo>
                  <a:pt x="815562" y="110685"/>
                  <a:pt x="810739" y="117297"/>
                  <a:pt x="804148" y="121837"/>
                </a:cubicBezTo>
                <a:cubicBezTo>
                  <a:pt x="797558" y="126377"/>
                  <a:pt x="789312" y="128647"/>
                  <a:pt x="779412" y="128647"/>
                </a:cubicBezTo>
                <a:cubicBezTo>
                  <a:pt x="763741" y="128647"/>
                  <a:pt x="752143" y="123528"/>
                  <a:pt x="744619" y="113288"/>
                </a:cubicBezTo>
                <a:cubicBezTo>
                  <a:pt x="738679" y="105085"/>
                  <a:pt x="735709" y="94732"/>
                  <a:pt x="735709" y="82229"/>
                </a:cubicBezTo>
                <a:cubicBezTo>
                  <a:pt x="735709" y="67294"/>
                  <a:pt x="739613" y="55597"/>
                  <a:pt x="747420" y="47140"/>
                </a:cubicBezTo>
                <a:cubicBezTo>
                  <a:pt x="755227" y="38682"/>
                  <a:pt x="765099" y="34453"/>
                  <a:pt x="777036" y="34453"/>
                </a:cubicBezTo>
                <a:cubicBezTo>
                  <a:pt x="790444" y="34453"/>
                  <a:pt x="801023" y="38880"/>
                  <a:pt x="808773" y="47734"/>
                </a:cubicBezTo>
                <a:cubicBezTo>
                  <a:pt x="816524" y="56587"/>
                  <a:pt x="820229" y="70151"/>
                  <a:pt x="819890" y="88424"/>
                </a:cubicBezTo>
                <a:lnTo>
                  <a:pt x="760149" y="88424"/>
                </a:lnTo>
                <a:cubicBezTo>
                  <a:pt x="760318" y="95496"/>
                  <a:pt x="762242" y="100997"/>
                  <a:pt x="765919" y="104929"/>
                </a:cubicBezTo>
                <a:cubicBezTo>
                  <a:pt x="769596" y="108861"/>
                  <a:pt x="774179" y="110827"/>
                  <a:pt x="779666" y="110827"/>
                </a:cubicBezTo>
                <a:cubicBezTo>
                  <a:pt x="783400" y="110827"/>
                  <a:pt x="786540" y="109809"/>
                  <a:pt x="789086" y="107772"/>
                </a:cubicBezTo>
                <a:cubicBezTo>
                  <a:pt x="791632" y="105735"/>
                  <a:pt x="793555" y="102454"/>
                  <a:pt x="794856" y="97928"/>
                </a:cubicBezTo>
                <a:moveTo>
                  <a:pt x="796214" y="73828"/>
                </a:moveTo>
                <a:cubicBezTo>
                  <a:pt x="796044" y="66954"/>
                  <a:pt x="794262" y="61728"/>
                  <a:pt x="790868" y="58150"/>
                </a:cubicBezTo>
                <a:cubicBezTo>
                  <a:pt x="787473" y="54572"/>
                  <a:pt x="783344" y="52783"/>
                  <a:pt x="778478" y="52783"/>
                </a:cubicBezTo>
                <a:cubicBezTo>
                  <a:pt x="773274" y="52783"/>
                  <a:pt x="768974" y="54670"/>
                  <a:pt x="765580" y="58445"/>
                </a:cubicBezTo>
                <a:cubicBezTo>
                  <a:pt x="762185" y="62221"/>
                  <a:pt x="760516" y="67349"/>
                  <a:pt x="760573" y="73828"/>
                </a:cubicBezTo>
                <a:lnTo>
                  <a:pt x="796214" y="73828"/>
                </a:lnTo>
                <a:close/>
                <a:moveTo>
                  <a:pt x="828859" y="36490"/>
                </a:moveTo>
                <a:lnTo>
                  <a:pt x="842097" y="36490"/>
                </a:lnTo>
                <a:lnTo>
                  <a:pt x="842097" y="29685"/>
                </a:lnTo>
                <a:cubicBezTo>
                  <a:pt x="842097" y="22087"/>
                  <a:pt x="842903" y="16416"/>
                  <a:pt x="844515" y="12673"/>
                </a:cubicBezTo>
                <a:cubicBezTo>
                  <a:pt x="846128" y="8931"/>
                  <a:pt x="849098" y="5883"/>
                  <a:pt x="853426" y="3530"/>
                </a:cubicBezTo>
                <a:cubicBezTo>
                  <a:pt x="857753" y="1177"/>
                  <a:pt x="863227" y="0"/>
                  <a:pt x="869846" y="0"/>
                </a:cubicBezTo>
                <a:cubicBezTo>
                  <a:pt x="876635" y="0"/>
                  <a:pt x="883282" y="1018"/>
                  <a:pt x="889788" y="3055"/>
                </a:cubicBezTo>
                <a:lnTo>
                  <a:pt x="886563" y="19687"/>
                </a:lnTo>
                <a:cubicBezTo>
                  <a:pt x="882773" y="18782"/>
                  <a:pt x="879124" y="18330"/>
                  <a:pt x="875616" y="18330"/>
                </a:cubicBezTo>
                <a:cubicBezTo>
                  <a:pt x="872165" y="18330"/>
                  <a:pt x="869690" y="19140"/>
                  <a:pt x="868191" y="20761"/>
                </a:cubicBezTo>
                <a:cubicBezTo>
                  <a:pt x="866692" y="22381"/>
                  <a:pt x="865942" y="25492"/>
                  <a:pt x="865942" y="30096"/>
                </a:cubicBezTo>
                <a:lnTo>
                  <a:pt x="865942" y="36490"/>
                </a:lnTo>
                <a:lnTo>
                  <a:pt x="883763" y="36490"/>
                </a:lnTo>
                <a:lnTo>
                  <a:pt x="883763" y="55329"/>
                </a:lnTo>
                <a:lnTo>
                  <a:pt x="865942" y="55329"/>
                </a:lnTo>
                <a:lnTo>
                  <a:pt x="865942" y="126611"/>
                </a:lnTo>
                <a:lnTo>
                  <a:pt x="842097" y="126611"/>
                </a:lnTo>
                <a:lnTo>
                  <a:pt x="842097" y="55329"/>
                </a:lnTo>
                <a:lnTo>
                  <a:pt x="828859" y="55329"/>
                </a:lnTo>
                <a:lnTo>
                  <a:pt x="828859" y="36490"/>
                </a:lnTo>
                <a:close/>
                <a:moveTo>
                  <a:pt x="897169" y="24270"/>
                </a:moveTo>
                <a:lnTo>
                  <a:pt x="897169" y="2206"/>
                </a:lnTo>
                <a:lnTo>
                  <a:pt x="921015" y="2206"/>
                </a:lnTo>
                <a:lnTo>
                  <a:pt x="921015" y="24270"/>
                </a:lnTo>
                <a:lnTo>
                  <a:pt x="897169" y="24270"/>
                </a:lnTo>
                <a:moveTo>
                  <a:pt x="897169" y="126611"/>
                </a:moveTo>
                <a:lnTo>
                  <a:pt x="897169" y="36490"/>
                </a:lnTo>
                <a:lnTo>
                  <a:pt x="921015" y="36490"/>
                </a:lnTo>
                <a:lnTo>
                  <a:pt x="921015" y="126611"/>
                </a:lnTo>
                <a:lnTo>
                  <a:pt x="897169" y="126611"/>
                </a:lnTo>
                <a:close/>
                <a:moveTo>
                  <a:pt x="1027459" y="126611"/>
                </a:moveTo>
                <a:lnTo>
                  <a:pt x="1003613" y="126611"/>
                </a:lnTo>
                <a:lnTo>
                  <a:pt x="1003613" y="80670"/>
                </a:lnTo>
                <a:cubicBezTo>
                  <a:pt x="1003613" y="70950"/>
                  <a:pt x="1003104" y="64663"/>
                  <a:pt x="1002085" y="61810"/>
                </a:cubicBezTo>
                <a:cubicBezTo>
                  <a:pt x="1001067" y="58956"/>
                  <a:pt x="999412" y="56738"/>
                  <a:pt x="997121" y="55156"/>
                </a:cubicBezTo>
                <a:cubicBezTo>
                  <a:pt x="994830" y="53574"/>
                  <a:pt x="992072" y="52783"/>
                  <a:pt x="988847" y="52783"/>
                </a:cubicBezTo>
                <a:cubicBezTo>
                  <a:pt x="984717" y="52783"/>
                  <a:pt x="981012" y="53913"/>
                  <a:pt x="977731" y="56175"/>
                </a:cubicBezTo>
                <a:cubicBezTo>
                  <a:pt x="974449" y="58434"/>
                  <a:pt x="972201" y="61429"/>
                  <a:pt x="970984" y="65159"/>
                </a:cubicBezTo>
                <a:cubicBezTo>
                  <a:pt x="969768" y="68888"/>
                  <a:pt x="969160" y="75782"/>
                  <a:pt x="969160" y="85841"/>
                </a:cubicBezTo>
                <a:lnTo>
                  <a:pt x="969160" y="126611"/>
                </a:lnTo>
                <a:lnTo>
                  <a:pt x="945314" y="126611"/>
                </a:lnTo>
                <a:lnTo>
                  <a:pt x="945314" y="36490"/>
                </a:lnTo>
                <a:lnTo>
                  <a:pt x="967463" y="36490"/>
                </a:lnTo>
                <a:lnTo>
                  <a:pt x="967463" y="49728"/>
                </a:lnTo>
                <a:cubicBezTo>
                  <a:pt x="975326" y="39545"/>
                  <a:pt x="985227" y="34453"/>
                  <a:pt x="997164" y="34453"/>
                </a:cubicBezTo>
                <a:cubicBezTo>
                  <a:pt x="1002425" y="34453"/>
                  <a:pt x="1007234" y="35401"/>
                  <a:pt x="1011590" y="37296"/>
                </a:cubicBezTo>
                <a:cubicBezTo>
                  <a:pt x="1015946" y="39191"/>
                  <a:pt x="1019241" y="41610"/>
                  <a:pt x="1021476" y="44551"/>
                </a:cubicBezTo>
                <a:cubicBezTo>
                  <a:pt x="1023711" y="47493"/>
                  <a:pt x="1025266" y="50831"/>
                  <a:pt x="1026143" y="54565"/>
                </a:cubicBezTo>
                <a:cubicBezTo>
                  <a:pt x="1027020" y="58299"/>
                  <a:pt x="1027459" y="63645"/>
                  <a:pt x="1027459" y="70603"/>
                </a:cubicBezTo>
                <a:lnTo>
                  <a:pt x="1027459" y="126611"/>
                </a:lnTo>
                <a:close/>
                <a:moveTo>
                  <a:pt x="1051671" y="24270"/>
                </a:moveTo>
                <a:lnTo>
                  <a:pt x="1051671" y="2206"/>
                </a:lnTo>
                <a:lnTo>
                  <a:pt x="1075517" y="2206"/>
                </a:lnTo>
                <a:lnTo>
                  <a:pt x="1075517" y="24270"/>
                </a:lnTo>
                <a:lnTo>
                  <a:pt x="1051671" y="24270"/>
                </a:lnTo>
                <a:moveTo>
                  <a:pt x="1051671" y="126611"/>
                </a:moveTo>
                <a:lnTo>
                  <a:pt x="1051671" y="36490"/>
                </a:lnTo>
                <a:lnTo>
                  <a:pt x="1075517" y="36490"/>
                </a:lnTo>
                <a:lnTo>
                  <a:pt x="1075517" y="126611"/>
                </a:lnTo>
                <a:lnTo>
                  <a:pt x="1051671" y="126611"/>
                </a:lnTo>
                <a:close/>
                <a:moveTo>
                  <a:pt x="1141313" y="36490"/>
                </a:moveTo>
                <a:lnTo>
                  <a:pt x="1141313" y="55498"/>
                </a:lnTo>
                <a:lnTo>
                  <a:pt x="1125019" y="55498"/>
                </a:lnTo>
                <a:lnTo>
                  <a:pt x="1125019" y="91760"/>
                </a:lnTo>
                <a:cubicBezTo>
                  <a:pt x="1125019" y="99104"/>
                  <a:pt x="1125175" y="103383"/>
                  <a:pt x="1125486" y="104598"/>
                </a:cubicBezTo>
                <a:cubicBezTo>
                  <a:pt x="1125797" y="105810"/>
                  <a:pt x="1126505" y="106813"/>
                  <a:pt x="1127608" y="107605"/>
                </a:cubicBezTo>
                <a:cubicBezTo>
                  <a:pt x="1128711" y="108395"/>
                  <a:pt x="1130054" y="108790"/>
                  <a:pt x="1131639" y="108790"/>
                </a:cubicBezTo>
                <a:cubicBezTo>
                  <a:pt x="1133845" y="108790"/>
                  <a:pt x="1137041" y="108027"/>
                  <a:pt x="1141228" y="106499"/>
                </a:cubicBezTo>
                <a:lnTo>
                  <a:pt x="1143264" y="125067"/>
                </a:lnTo>
                <a:cubicBezTo>
                  <a:pt x="1137720" y="127454"/>
                  <a:pt x="1131441" y="128647"/>
                  <a:pt x="1124425" y="128647"/>
                </a:cubicBezTo>
                <a:cubicBezTo>
                  <a:pt x="1120126" y="128647"/>
                  <a:pt x="1116251" y="127926"/>
                  <a:pt x="1112800" y="126484"/>
                </a:cubicBezTo>
                <a:cubicBezTo>
                  <a:pt x="1109349" y="125041"/>
                  <a:pt x="1106817" y="123174"/>
                  <a:pt x="1105205" y="120883"/>
                </a:cubicBezTo>
                <a:cubicBezTo>
                  <a:pt x="1103592" y="118592"/>
                  <a:pt x="1102475" y="115494"/>
                  <a:pt x="1101853" y="111591"/>
                </a:cubicBezTo>
                <a:cubicBezTo>
                  <a:pt x="1101344" y="108819"/>
                  <a:pt x="1101089" y="103218"/>
                  <a:pt x="1101089" y="94788"/>
                </a:cubicBezTo>
                <a:lnTo>
                  <a:pt x="1101089" y="55498"/>
                </a:lnTo>
                <a:lnTo>
                  <a:pt x="1090142" y="55498"/>
                </a:lnTo>
                <a:lnTo>
                  <a:pt x="1090142" y="36490"/>
                </a:lnTo>
                <a:lnTo>
                  <a:pt x="1101089" y="36490"/>
                </a:lnTo>
                <a:lnTo>
                  <a:pt x="1101089" y="18499"/>
                </a:lnTo>
                <a:lnTo>
                  <a:pt x="1125019" y="4413"/>
                </a:lnTo>
                <a:lnTo>
                  <a:pt x="1125019" y="36490"/>
                </a:lnTo>
                <a:lnTo>
                  <a:pt x="1141313" y="36490"/>
                </a:lnTo>
                <a:close/>
                <a:moveTo>
                  <a:pt x="1157859" y="24270"/>
                </a:moveTo>
                <a:lnTo>
                  <a:pt x="1157859" y="2206"/>
                </a:lnTo>
                <a:lnTo>
                  <a:pt x="1181704" y="2206"/>
                </a:lnTo>
                <a:lnTo>
                  <a:pt x="1181704" y="24270"/>
                </a:lnTo>
                <a:lnTo>
                  <a:pt x="1157859" y="24270"/>
                </a:lnTo>
                <a:moveTo>
                  <a:pt x="1157859" y="126611"/>
                </a:moveTo>
                <a:lnTo>
                  <a:pt x="1157859" y="36490"/>
                </a:lnTo>
                <a:lnTo>
                  <a:pt x="1181704" y="36490"/>
                </a:lnTo>
                <a:lnTo>
                  <a:pt x="1181704" y="126611"/>
                </a:lnTo>
                <a:lnTo>
                  <a:pt x="1157859" y="126611"/>
                </a:lnTo>
                <a:close/>
                <a:moveTo>
                  <a:pt x="1200658" y="80277"/>
                </a:moveTo>
                <a:cubicBezTo>
                  <a:pt x="1200658" y="72357"/>
                  <a:pt x="1202610" y="64691"/>
                  <a:pt x="1206513" y="57280"/>
                </a:cubicBezTo>
                <a:cubicBezTo>
                  <a:pt x="1210417" y="49869"/>
                  <a:pt x="1215947" y="44212"/>
                  <a:pt x="1223103" y="40308"/>
                </a:cubicBezTo>
                <a:cubicBezTo>
                  <a:pt x="1230260" y="36405"/>
                  <a:pt x="1238251" y="34453"/>
                  <a:pt x="1247076" y="34453"/>
                </a:cubicBezTo>
                <a:cubicBezTo>
                  <a:pt x="1260710" y="34453"/>
                  <a:pt x="1271883" y="38880"/>
                  <a:pt x="1280596" y="47734"/>
                </a:cubicBezTo>
                <a:cubicBezTo>
                  <a:pt x="1289308" y="56587"/>
                  <a:pt x="1293664" y="67775"/>
                  <a:pt x="1293664" y="81296"/>
                </a:cubicBezTo>
                <a:cubicBezTo>
                  <a:pt x="1293664" y="94930"/>
                  <a:pt x="1289266" y="106230"/>
                  <a:pt x="1280468" y="115197"/>
                </a:cubicBezTo>
                <a:cubicBezTo>
                  <a:pt x="1271671" y="124164"/>
                  <a:pt x="1260597" y="128647"/>
                  <a:pt x="1247246" y="128647"/>
                </a:cubicBezTo>
                <a:cubicBezTo>
                  <a:pt x="1238986" y="128647"/>
                  <a:pt x="1231108" y="126781"/>
                  <a:pt x="1223612" y="123047"/>
                </a:cubicBezTo>
                <a:cubicBezTo>
                  <a:pt x="1216116" y="119313"/>
                  <a:pt x="1210417" y="113839"/>
                  <a:pt x="1206513" y="106626"/>
                </a:cubicBezTo>
                <a:cubicBezTo>
                  <a:pt x="1202610" y="99413"/>
                  <a:pt x="1200658" y="90630"/>
                  <a:pt x="1200658" y="80277"/>
                </a:cubicBezTo>
                <a:moveTo>
                  <a:pt x="1225097" y="81550"/>
                </a:moveTo>
                <a:cubicBezTo>
                  <a:pt x="1225097" y="90461"/>
                  <a:pt x="1227219" y="97285"/>
                  <a:pt x="1231462" y="102023"/>
                </a:cubicBezTo>
                <a:cubicBezTo>
                  <a:pt x="1235705" y="106761"/>
                  <a:pt x="1240938" y="109130"/>
                  <a:pt x="1247161" y="109130"/>
                </a:cubicBezTo>
                <a:cubicBezTo>
                  <a:pt x="1253384" y="109130"/>
                  <a:pt x="1258603" y="106761"/>
                  <a:pt x="1262818" y="102023"/>
                </a:cubicBezTo>
                <a:cubicBezTo>
                  <a:pt x="1267032" y="97285"/>
                  <a:pt x="1269140" y="90404"/>
                  <a:pt x="1269140" y="81381"/>
                </a:cubicBezTo>
                <a:cubicBezTo>
                  <a:pt x="1269140" y="72583"/>
                  <a:pt x="1267032" y="65816"/>
                  <a:pt x="1262818" y="61078"/>
                </a:cubicBezTo>
                <a:cubicBezTo>
                  <a:pt x="1258603" y="56340"/>
                  <a:pt x="1253384" y="53971"/>
                  <a:pt x="1247161" y="53971"/>
                </a:cubicBezTo>
                <a:cubicBezTo>
                  <a:pt x="1240938" y="53971"/>
                  <a:pt x="1235705" y="56340"/>
                  <a:pt x="1231462" y="61078"/>
                </a:cubicBezTo>
                <a:cubicBezTo>
                  <a:pt x="1227219" y="65816"/>
                  <a:pt x="1225097" y="72640"/>
                  <a:pt x="1225097" y="81550"/>
                </a:cubicBezTo>
                <a:close/>
                <a:moveTo>
                  <a:pt x="1394335" y="126611"/>
                </a:moveTo>
                <a:lnTo>
                  <a:pt x="1370490" y="126611"/>
                </a:lnTo>
                <a:lnTo>
                  <a:pt x="1370490" y="80670"/>
                </a:lnTo>
                <a:cubicBezTo>
                  <a:pt x="1370490" y="70950"/>
                  <a:pt x="1369980" y="64663"/>
                  <a:pt x="1368962" y="61810"/>
                </a:cubicBezTo>
                <a:cubicBezTo>
                  <a:pt x="1367944" y="58956"/>
                  <a:pt x="1366289" y="56738"/>
                  <a:pt x="1363998" y="55156"/>
                </a:cubicBezTo>
                <a:cubicBezTo>
                  <a:pt x="1361707" y="53574"/>
                  <a:pt x="1358949" y="52783"/>
                  <a:pt x="1355724" y="52783"/>
                </a:cubicBezTo>
                <a:cubicBezTo>
                  <a:pt x="1351594" y="52783"/>
                  <a:pt x="1347889" y="53913"/>
                  <a:pt x="1344607" y="56175"/>
                </a:cubicBezTo>
                <a:cubicBezTo>
                  <a:pt x="1341326" y="58434"/>
                  <a:pt x="1339077" y="61429"/>
                  <a:pt x="1337861" y="65159"/>
                </a:cubicBezTo>
                <a:cubicBezTo>
                  <a:pt x="1336645" y="68888"/>
                  <a:pt x="1336037" y="75782"/>
                  <a:pt x="1336037" y="85841"/>
                </a:cubicBezTo>
                <a:lnTo>
                  <a:pt x="1336037" y="126611"/>
                </a:lnTo>
                <a:lnTo>
                  <a:pt x="1312191" y="126611"/>
                </a:lnTo>
                <a:lnTo>
                  <a:pt x="1312191" y="36490"/>
                </a:lnTo>
                <a:lnTo>
                  <a:pt x="1334339" y="36490"/>
                </a:lnTo>
                <a:lnTo>
                  <a:pt x="1334339" y="49728"/>
                </a:lnTo>
                <a:cubicBezTo>
                  <a:pt x="1342203" y="39545"/>
                  <a:pt x="1352103" y="34453"/>
                  <a:pt x="1364040" y="34453"/>
                </a:cubicBezTo>
                <a:cubicBezTo>
                  <a:pt x="1369302" y="34453"/>
                  <a:pt x="1374110" y="35401"/>
                  <a:pt x="1378466" y="37296"/>
                </a:cubicBezTo>
                <a:cubicBezTo>
                  <a:pt x="1382823" y="39191"/>
                  <a:pt x="1386118" y="41610"/>
                  <a:pt x="1388353" y="44551"/>
                </a:cubicBezTo>
                <a:cubicBezTo>
                  <a:pt x="1390587" y="47493"/>
                  <a:pt x="1392143" y="50831"/>
                  <a:pt x="1393020" y="54565"/>
                </a:cubicBezTo>
                <a:cubicBezTo>
                  <a:pt x="1393897" y="58299"/>
                  <a:pt x="1394335" y="63645"/>
                  <a:pt x="1394335" y="70603"/>
                </a:cubicBezTo>
                <a:lnTo>
                  <a:pt x="1394335" y="1266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Text TopCodePatterns(count,%)">
            <a:extLst xmlns:a="http://schemas.openxmlformats.org/drawingml/2006/main">
              <a:ext uri="{FF2B5EF4-FFF2-40B4-BE49-F238E27FC236}">
                <a16:creationId xmlns:a16="http://schemas.microsoft.com/office/drawing/2014/main" id="{7CA11F85-4F2C-48AB-A3C2-4B0A6B7A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518" y="90493"/>
            <a:ext cx="2359306" cy="163270"/>
          </a:xfrm>
          <a:custGeom xmlns:a="http://schemas.openxmlformats.org/drawingml/2006/main">
            <a:pathLst>
              <a:path w="2359306" h="163270">
                <a:moveTo>
                  <a:pt x="36914" y="126611"/>
                </a:moveTo>
                <a:lnTo>
                  <a:pt x="36914" y="23252"/>
                </a:lnTo>
                <a:lnTo>
                  <a:pt x="0" y="23252"/>
                </a:lnTo>
                <a:lnTo>
                  <a:pt x="0" y="2206"/>
                </a:lnTo>
                <a:lnTo>
                  <a:pt x="98862" y="2206"/>
                </a:lnTo>
                <a:lnTo>
                  <a:pt x="98862" y="23252"/>
                </a:lnTo>
                <a:lnTo>
                  <a:pt x="62033" y="23252"/>
                </a:lnTo>
                <a:lnTo>
                  <a:pt x="62033" y="126611"/>
                </a:lnTo>
                <a:lnTo>
                  <a:pt x="36914" y="126611"/>
                </a:lnTo>
                <a:close/>
                <a:moveTo>
                  <a:pt x="96485" y="80277"/>
                </a:moveTo>
                <a:cubicBezTo>
                  <a:pt x="96485" y="72357"/>
                  <a:pt x="98437" y="64691"/>
                  <a:pt x="102341" y="57280"/>
                </a:cubicBezTo>
                <a:cubicBezTo>
                  <a:pt x="106244" y="49869"/>
                  <a:pt x="111774" y="44212"/>
                  <a:pt x="118931" y="40308"/>
                </a:cubicBezTo>
                <a:cubicBezTo>
                  <a:pt x="126087" y="36405"/>
                  <a:pt x="134078" y="34453"/>
                  <a:pt x="142904" y="34453"/>
                </a:cubicBezTo>
                <a:cubicBezTo>
                  <a:pt x="156538" y="34453"/>
                  <a:pt x="167711" y="38880"/>
                  <a:pt x="176423" y="47734"/>
                </a:cubicBezTo>
                <a:cubicBezTo>
                  <a:pt x="185135" y="56587"/>
                  <a:pt x="189492" y="67775"/>
                  <a:pt x="189492" y="81296"/>
                </a:cubicBezTo>
                <a:cubicBezTo>
                  <a:pt x="189492" y="94930"/>
                  <a:pt x="185093" y="106230"/>
                  <a:pt x="176296" y="115197"/>
                </a:cubicBezTo>
                <a:cubicBezTo>
                  <a:pt x="167499" y="124164"/>
                  <a:pt x="156424" y="128647"/>
                  <a:pt x="143073" y="128647"/>
                </a:cubicBezTo>
                <a:cubicBezTo>
                  <a:pt x="134814" y="128647"/>
                  <a:pt x="126936" y="126781"/>
                  <a:pt x="119440" y="123047"/>
                </a:cubicBezTo>
                <a:cubicBezTo>
                  <a:pt x="111944" y="119313"/>
                  <a:pt x="106244" y="113839"/>
                  <a:pt x="102341" y="106626"/>
                </a:cubicBezTo>
                <a:cubicBezTo>
                  <a:pt x="98437" y="99413"/>
                  <a:pt x="96485" y="90630"/>
                  <a:pt x="96485" y="80277"/>
                </a:cubicBezTo>
                <a:moveTo>
                  <a:pt x="120925" y="81550"/>
                </a:moveTo>
                <a:cubicBezTo>
                  <a:pt x="120925" y="90461"/>
                  <a:pt x="123046" y="97285"/>
                  <a:pt x="127289" y="102023"/>
                </a:cubicBezTo>
                <a:cubicBezTo>
                  <a:pt x="131532" y="106761"/>
                  <a:pt x="136765" y="109130"/>
                  <a:pt x="142988" y="109130"/>
                </a:cubicBezTo>
                <a:cubicBezTo>
                  <a:pt x="149211" y="109130"/>
                  <a:pt x="154430" y="106761"/>
                  <a:pt x="158645" y="102023"/>
                </a:cubicBezTo>
                <a:cubicBezTo>
                  <a:pt x="162860" y="97285"/>
                  <a:pt x="164967" y="90404"/>
                  <a:pt x="164967" y="81381"/>
                </a:cubicBezTo>
                <a:cubicBezTo>
                  <a:pt x="164967" y="72583"/>
                  <a:pt x="162860" y="65816"/>
                  <a:pt x="158645" y="61078"/>
                </a:cubicBezTo>
                <a:cubicBezTo>
                  <a:pt x="154430" y="56340"/>
                  <a:pt x="149211" y="53971"/>
                  <a:pt x="142988" y="53971"/>
                </a:cubicBezTo>
                <a:cubicBezTo>
                  <a:pt x="136765" y="53971"/>
                  <a:pt x="131532" y="56340"/>
                  <a:pt x="127289" y="61078"/>
                </a:cubicBezTo>
                <a:cubicBezTo>
                  <a:pt x="123046" y="65816"/>
                  <a:pt x="120925" y="72640"/>
                  <a:pt x="120925" y="81550"/>
                </a:cubicBezTo>
                <a:close/>
                <a:moveTo>
                  <a:pt x="207510" y="36490"/>
                </a:moveTo>
                <a:lnTo>
                  <a:pt x="229743" y="36490"/>
                </a:lnTo>
                <a:lnTo>
                  <a:pt x="229743" y="49728"/>
                </a:lnTo>
                <a:cubicBezTo>
                  <a:pt x="232628" y="45202"/>
                  <a:pt x="236532" y="41525"/>
                  <a:pt x="241454" y="38696"/>
                </a:cubicBezTo>
                <a:cubicBezTo>
                  <a:pt x="246376" y="35867"/>
                  <a:pt x="251835" y="34453"/>
                  <a:pt x="257832" y="34453"/>
                </a:cubicBezTo>
                <a:cubicBezTo>
                  <a:pt x="268298" y="34453"/>
                  <a:pt x="277180" y="38555"/>
                  <a:pt x="284478" y="46758"/>
                </a:cubicBezTo>
                <a:cubicBezTo>
                  <a:pt x="291776" y="54961"/>
                  <a:pt x="295425" y="66389"/>
                  <a:pt x="295425" y="81041"/>
                </a:cubicBezTo>
                <a:cubicBezTo>
                  <a:pt x="295425" y="96090"/>
                  <a:pt x="291747" y="107786"/>
                  <a:pt x="284393" y="116131"/>
                </a:cubicBezTo>
                <a:cubicBezTo>
                  <a:pt x="277038" y="124475"/>
                  <a:pt x="268128" y="128647"/>
                  <a:pt x="257662" y="128647"/>
                </a:cubicBezTo>
                <a:cubicBezTo>
                  <a:pt x="252683" y="128647"/>
                  <a:pt x="248172" y="127657"/>
                  <a:pt x="244127" y="125677"/>
                </a:cubicBezTo>
                <a:cubicBezTo>
                  <a:pt x="240082" y="123697"/>
                  <a:pt x="235825" y="120303"/>
                  <a:pt x="231355" y="115494"/>
                </a:cubicBezTo>
                <a:lnTo>
                  <a:pt x="231355" y="160894"/>
                </a:lnTo>
                <a:lnTo>
                  <a:pt x="207510" y="160894"/>
                </a:lnTo>
                <a:lnTo>
                  <a:pt x="207510" y="36490"/>
                </a:lnTo>
                <a:moveTo>
                  <a:pt x="231101" y="79983"/>
                </a:moveTo>
                <a:cubicBezTo>
                  <a:pt x="231101" y="90094"/>
                  <a:pt x="233109" y="97564"/>
                  <a:pt x="237126" y="102394"/>
                </a:cubicBezTo>
                <a:cubicBezTo>
                  <a:pt x="241143" y="107224"/>
                  <a:pt x="246036" y="109639"/>
                  <a:pt x="251807" y="109639"/>
                </a:cubicBezTo>
                <a:cubicBezTo>
                  <a:pt x="257351" y="109639"/>
                  <a:pt x="261961" y="107422"/>
                  <a:pt x="265639" y="102988"/>
                </a:cubicBezTo>
                <a:cubicBezTo>
                  <a:pt x="269316" y="98554"/>
                  <a:pt x="271155" y="91281"/>
                  <a:pt x="271155" y="81168"/>
                </a:cubicBezTo>
                <a:cubicBezTo>
                  <a:pt x="271155" y="71735"/>
                  <a:pt x="269259" y="64730"/>
                  <a:pt x="265469" y="60155"/>
                </a:cubicBezTo>
                <a:cubicBezTo>
                  <a:pt x="261679" y="55580"/>
                  <a:pt x="256983" y="53292"/>
                  <a:pt x="251382" y="53292"/>
                </a:cubicBezTo>
                <a:cubicBezTo>
                  <a:pt x="245555" y="53292"/>
                  <a:pt x="240718" y="55537"/>
                  <a:pt x="236871" y="60028"/>
                </a:cubicBezTo>
                <a:cubicBezTo>
                  <a:pt x="233024" y="64518"/>
                  <a:pt x="231101" y="71170"/>
                  <a:pt x="231101" y="79983"/>
                </a:cubicBezTo>
                <a:close/>
                <a:moveTo>
                  <a:pt x="442459" y="80787"/>
                </a:moveTo>
                <a:lnTo>
                  <a:pt x="466814" y="88424"/>
                </a:lnTo>
                <a:cubicBezTo>
                  <a:pt x="463080" y="102088"/>
                  <a:pt x="456871" y="112237"/>
                  <a:pt x="448187" y="118870"/>
                </a:cubicBezTo>
                <a:cubicBezTo>
                  <a:pt x="439503" y="125501"/>
                  <a:pt x="428485" y="128817"/>
                  <a:pt x="415134" y="128817"/>
                </a:cubicBezTo>
                <a:cubicBezTo>
                  <a:pt x="398614" y="128817"/>
                  <a:pt x="385037" y="123167"/>
                  <a:pt x="374401" y="111866"/>
                </a:cubicBezTo>
                <a:cubicBezTo>
                  <a:pt x="363765" y="100564"/>
                  <a:pt x="358448" y="85114"/>
                  <a:pt x="358448" y="65514"/>
                </a:cubicBezTo>
                <a:cubicBezTo>
                  <a:pt x="358448" y="44780"/>
                  <a:pt x="363794" y="28678"/>
                  <a:pt x="374486" y="17208"/>
                </a:cubicBezTo>
                <a:cubicBezTo>
                  <a:pt x="385178" y="5736"/>
                  <a:pt x="399237" y="0"/>
                  <a:pt x="416661" y="0"/>
                </a:cubicBezTo>
                <a:cubicBezTo>
                  <a:pt x="431880" y="0"/>
                  <a:pt x="444241" y="4508"/>
                  <a:pt x="453745" y="13525"/>
                </a:cubicBezTo>
                <a:cubicBezTo>
                  <a:pt x="459402" y="18855"/>
                  <a:pt x="463645" y="26510"/>
                  <a:pt x="466474" y="36490"/>
                </a:cubicBezTo>
                <a:lnTo>
                  <a:pt x="441610" y="42430"/>
                </a:lnTo>
                <a:cubicBezTo>
                  <a:pt x="440139" y="35981"/>
                  <a:pt x="437070" y="30889"/>
                  <a:pt x="432403" y="27155"/>
                </a:cubicBezTo>
                <a:cubicBezTo>
                  <a:pt x="427736" y="23421"/>
                  <a:pt x="422064" y="21554"/>
                  <a:pt x="415388" y="21554"/>
                </a:cubicBezTo>
                <a:cubicBezTo>
                  <a:pt x="406167" y="21554"/>
                  <a:pt x="398685" y="24864"/>
                  <a:pt x="392943" y="31483"/>
                </a:cubicBezTo>
                <a:cubicBezTo>
                  <a:pt x="387201" y="38102"/>
                  <a:pt x="384330" y="48823"/>
                  <a:pt x="384330" y="63645"/>
                </a:cubicBezTo>
                <a:cubicBezTo>
                  <a:pt x="384330" y="79372"/>
                  <a:pt x="387158" y="90574"/>
                  <a:pt x="392816" y="97249"/>
                </a:cubicBezTo>
                <a:cubicBezTo>
                  <a:pt x="398473" y="103925"/>
                  <a:pt x="405828" y="107263"/>
                  <a:pt x="414879" y="107263"/>
                </a:cubicBezTo>
                <a:cubicBezTo>
                  <a:pt x="421555" y="107263"/>
                  <a:pt x="427297" y="105135"/>
                  <a:pt x="432106" y="100880"/>
                </a:cubicBezTo>
                <a:cubicBezTo>
                  <a:pt x="436915" y="96623"/>
                  <a:pt x="440366" y="89925"/>
                  <a:pt x="442459" y="80787"/>
                </a:cubicBezTo>
                <a:close/>
                <a:moveTo>
                  <a:pt x="482653" y="80277"/>
                </a:moveTo>
                <a:cubicBezTo>
                  <a:pt x="482653" y="72357"/>
                  <a:pt x="484605" y="64691"/>
                  <a:pt x="488509" y="57280"/>
                </a:cubicBezTo>
                <a:cubicBezTo>
                  <a:pt x="492412" y="49869"/>
                  <a:pt x="497942" y="44212"/>
                  <a:pt x="505099" y="40308"/>
                </a:cubicBezTo>
                <a:cubicBezTo>
                  <a:pt x="512255" y="36405"/>
                  <a:pt x="520246" y="34453"/>
                  <a:pt x="529072" y="34453"/>
                </a:cubicBezTo>
                <a:cubicBezTo>
                  <a:pt x="542706" y="34453"/>
                  <a:pt x="553879" y="38880"/>
                  <a:pt x="562591" y="47734"/>
                </a:cubicBezTo>
                <a:cubicBezTo>
                  <a:pt x="571304" y="56587"/>
                  <a:pt x="575660" y="67775"/>
                  <a:pt x="575660" y="81296"/>
                </a:cubicBezTo>
                <a:cubicBezTo>
                  <a:pt x="575660" y="94930"/>
                  <a:pt x="571261" y="106230"/>
                  <a:pt x="562464" y="115197"/>
                </a:cubicBezTo>
                <a:cubicBezTo>
                  <a:pt x="553667" y="124164"/>
                  <a:pt x="542593" y="128647"/>
                  <a:pt x="529241" y="128647"/>
                </a:cubicBezTo>
                <a:cubicBezTo>
                  <a:pt x="520982" y="128647"/>
                  <a:pt x="513104" y="126781"/>
                  <a:pt x="505608" y="123047"/>
                </a:cubicBezTo>
                <a:cubicBezTo>
                  <a:pt x="498112" y="119313"/>
                  <a:pt x="492412" y="113839"/>
                  <a:pt x="488509" y="106626"/>
                </a:cubicBezTo>
                <a:cubicBezTo>
                  <a:pt x="484605" y="99413"/>
                  <a:pt x="482653" y="90630"/>
                  <a:pt x="482653" y="80277"/>
                </a:cubicBezTo>
                <a:moveTo>
                  <a:pt x="507093" y="81550"/>
                </a:moveTo>
                <a:cubicBezTo>
                  <a:pt x="507093" y="90461"/>
                  <a:pt x="509215" y="97285"/>
                  <a:pt x="513458" y="102023"/>
                </a:cubicBezTo>
                <a:cubicBezTo>
                  <a:pt x="517701" y="106761"/>
                  <a:pt x="522934" y="109130"/>
                  <a:pt x="529157" y="109130"/>
                </a:cubicBezTo>
                <a:cubicBezTo>
                  <a:pt x="535380" y="109130"/>
                  <a:pt x="540599" y="106761"/>
                  <a:pt x="544813" y="102023"/>
                </a:cubicBezTo>
                <a:cubicBezTo>
                  <a:pt x="549028" y="97285"/>
                  <a:pt x="551135" y="90404"/>
                  <a:pt x="551135" y="81381"/>
                </a:cubicBezTo>
                <a:cubicBezTo>
                  <a:pt x="551135" y="72583"/>
                  <a:pt x="549028" y="65816"/>
                  <a:pt x="544813" y="61078"/>
                </a:cubicBezTo>
                <a:cubicBezTo>
                  <a:pt x="540599" y="56340"/>
                  <a:pt x="535380" y="53971"/>
                  <a:pt x="529157" y="53971"/>
                </a:cubicBezTo>
                <a:cubicBezTo>
                  <a:pt x="522934" y="53971"/>
                  <a:pt x="517701" y="56340"/>
                  <a:pt x="513458" y="61078"/>
                </a:cubicBezTo>
                <a:cubicBezTo>
                  <a:pt x="509215" y="65816"/>
                  <a:pt x="507093" y="72640"/>
                  <a:pt x="507093" y="81550"/>
                </a:cubicBezTo>
                <a:close/>
                <a:moveTo>
                  <a:pt x="677010" y="126611"/>
                </a:moveTo>
                <a:lnTo>
                  <a:pt x="654861" y="126611"/>
                </a:lnTo>
                <a:lnTo>
                  <a:pt x="654861" y="113373"/>
                </a:lnTo>
                <a:cubicBezTo>
                  <a:pt x="651184" y="118521"/>
                  <a:pt x="646842" y="122354"/>
                  <a:pt x="641835" y="124871"/>
                </a:cubicBezTo>
                <a:cubicBezTo>
                  <a:pt x="636829" y="127389"/>
                  <a:pt x="631780" y="128647"/>
                  <a:pt x="626688" y="128647"/>
                </a:cubicBezTo>
                <a:cubicBezTo>
                  <a:pt x="616335" y="128647"/>
                  <a:pt x="607467" y="124475"/>
                  <a:pt x="600084" y="116131"/>
                </a:cubicBezTo>
                <a:cubicBezTo>
                  <a:pt x="592702" y="107786"/>
                  <a:pt x="589010" y="96146"/>
                  <a:pt x="589010" y="81211"/>
                </a:cubicBezTo>
                <a:cubicBezTo>
                  <a:pt x="589010" y="65936"/>
                  <a:pt x="592603" y="54324"/>
                  <a:pt x="599787" y="46376"/>
                </a:cubicBezTo>
                <a:cubicBezTo>
                  <a:pt x="606972" y="38427"/>
                  <a:pt x="616052" y="34453"/>
                  <a:pt x="627027" y="34453"/>
                </a:cubicBezTo>
                <a:cubicBezTo>
                  <a:pt x="637097" y="34453"/>
                  <a:pt x="645810" y="38639"/>
                  <a:pt x="653164" y="47012"/>
                </a:cubicBezTo>
                <a:lnTo>
                  <a:pt x="653164" y="2206"/>
                </a:lnTo>
                <a:lnTo>
                  <a:pt x="677010" y="2206"/>
                </a:lnTo>
                <a:lnTo>
                  <a:pt x="677010" y="126611"/>
                </a:lnTo>
                <a:moveTo>
                  <a:pt x="613365" y="79644"/>
                </a:moveTo>
                <a:cubicBezTo>
                  <a:pt x="613365" y="89247"/>
                  <a:pt x="614694" y="96195"/>
                  <a:pt x="617353" y="100487"/>
                </a:cubicBezTo>
                <a:cubicBezTo>
                  <a:pt x="621200" y="106701"/>
                  <a:pt x="626575" y="109809"/>
                  <a:pt x="633477" y="109809"/>
                </a:cubicBezTo>
                <a:cubicBezTo>
                  <a:pt x="638964" y="109809"/>
                  <a:pt x="643632" y="107478"/>
                  <a:pt x="647479" y="102818"/>
                </a:cubicBezTo>
                <a:cubicBezTo>
                  <a:pt x="651326" y="98158"/>
                  <a:pt x="653249" y="91196"/>
                  <a:pt x="653249" y="81932"/>
                </a:cubicBezTo>
                <a:cubicBezTo>
                  <a:pt x="653249" y="71593"/>
                  <a:pt x="651382" y="64150"/>
                  <a:pt x="647648" y="59603"/>
                </a:cubicBezTo>
                <a:cubicBezTo>
                  <a:pt x="643914" y="55056"/>
                  <a:pt x="639134" y="52783"/>
                  <a:pt x="633307" y="52783"/>
                </a:cubicBezTo>
                <a:cubicBezTo>
                  <a:pt x="627650" y="52783"/>
                  <a:pt x="622912" y="55028"/>
                  <a:pt x="619093" y="59519"/>
                </a:cubicBezTo>
                <a:cubicBezTo>
                  <a:pt x="615274" y="64009"/>
                  <a:pt x="613365" y="70717"/>
                  <a:pt x="613365" y="79644"/>
                </a:cubicBezTo>
                <a:close/>
                <a:moveTo>
                  <a:pt x="752732" y="97928"/>
                </a:moveTo>
                <a:lnTo>
                  <a:pt x="776493" y="102001"/>
                </a:lnTo>
                <a:cubicBezTo>
                  <a:pt x="773438" y="110685"/>
                  <a:pt x="768615" y="117297"/>
                  <a:pt x="762025" y="121837"/>
                </a:cubicBezTo>
                <a:cubicBezTo>
                  <a:pt x="755434" y="126377"/>
                  <a:pt x="747188" y="128647"/>
                  <a:pt x="737288" y="128647"/>
                </a:cubicBezTo>
                <a:cubicBezTo>
                  <a:pt x="721617" y="128647"/>
                  <a:pt x="710020" y="123528"/>
                  <a:pt x="702495" y="113288"/>
                </a:cubicBezTo>
                <a:cubicBezTo>
                  <a:pt x="696555" y="105085"/>
                  <a:pt x="693585" y="94732"/>
                  <a:pt x="693585" y="82229"/>
                </a:cubicBezTo>
                <a:cubicBezTo>
                  <a:pt x="693585" y="67294"/>
                  <a:pt x="697489" y="55597"/>
                  <a:pt x="705296" y="47140"/>
                </a:cubicBezTo>
                <a:cubicBezTo>
                  <a:pt x="713103" y="38682"/>
                  <a:pt x="722975" y="34453"/>
                  <a:pt x="734912" y="34453"/>
                </a:cubicBezTo>
                <a:cubicBezTo>
                  <a:pt x="748320" y="34453"/>
                  <a:pt x="758899" y="38880"/>
                  <a:pt x="766649" y="47734"/>
                </a:cubicBezTo>
                <a:cubicBezTo>
                  <a:pt x="774400" y="56587"/>
                  <a:pt x="778105" y="70151"/>
                  <a:pt x="777766" y="88424"/>
                </a:cubicBezTo>
                <a:lnTo>
                  <a:pt x="718025" y="88424"/>
                </a:lnTo>
                <a:cubicBezTo>
                  <a:pt x="718194" y="95496"/>
                  <a:pt x="720118" y="100997"/>
                  <a:pt x="723795" y="104929"/>
                </a:cubicBezTo>
                <a:cubicBezTo>
                  <a:pt x="727472" y="108861"/>
                  <a:pt x="732055" y="110827"/>
                  <a:pt x="737542" y="110827"/>
                </a:cubicBezTo>
                <a:cubicBezTo>
                  <a:pt x="741276" y="110827"/>
                  <a:pt x="744416" y="109809"/>
                  <a:pt x="746962" y="107772"/>
                </a:cubicBezTo>
                <a:cubicBezTo>
                  <a:pt x="749508" y="105735"/>
                  <a:pt x="751431" y="102454"/>
                  <a:pt x="752732" y="97928"/>
                </a:cubicBezTo>
                <a:moveTo>
                  <a:pt x="754090" y="73828"/>
                </a:moveTo>
                <a:cubicBezTo>
                  <a:pt x="753920" y="66954"/>
                  <a:pt x="752138" y="61728"/>
                  <a:pt x="748744" y="58150"/>
                </a:cubicBezTo>
                <a:cubicBezTo>
                  <a:pt x="745350" y="54572"/>
                  <a:pt x="741220" y="52783"/>
                  <a:pt x="736354" y="52783"/>
                </a:cubicBezTo>
                <a:cubicBezTo>
                  <a:pt x="731150" y="52783"/>
                  <a:pt x="726850" y="54670"/>
                  <a:pt x="723456" y="58445"/>
                </a:cubicBezTo>
                <a:cubicBezTo>
                  <a:pt x="720061" y="62221"/>
                  <a:pt x="718392" y="67349"/>
                  <a:pt x="718449" y="73828"/>
                </a:cubicBezTo>
                <a:lnTo>
                  <a:pt x="754090" y="73828"/>
                </a:lnTo>
                <a:close/>
                <a:moveTo>
                  <a:pt x="845657" y="126611"/>
                </a:moveTo>
                <a:lnTo>
                  <a:pt x="845657" y="2206"/>
                </a:lnTo>
                <a:lnTo>
                  <a:pt x="885965" y="2206"/>
                </a:lnTo>
                <a:cubicBezTo>
                  <a:pt x="901240" y="2206"/>
                  <a:pt x="911197" y="2828"/>
                  <a:pt x="915836" y="4071"/>
                </a:cubicBezTo>
                <a:cubicBezTo>
                  <a:pt x="922964" y="5936"/>
                  <a:pt x="928933" y="9990"/>
                  <a:pt x="933741" y="16235"/>
                </a:cubicBezTo>
                <a:cubicBezTo>
                  <a:pt x="938550" y="22479"/>
                  <a:pt x="940954" y="30546"/>
                  <a:pt x="940954" y="40436"/>
                </a:cubicBezTo>
                <a:cubicBezTo>
                  <a:pt x="940954" y="48064"/>
                  <a:pt x="939568" y="54478"/>
                  <a:pt x="936796" y="59678"/>
                </a:cubicBezTo>
                <a:cubicBezTo>
                  <a:pt x="934024" y="64877"/>
                  <a:pt x="930503" y="68960"/>
                  <a:pt x="926231" y="71927"/>
                </a:cubicBezTo>
                <a:cubicBezTo>
                  <a:pt x="921960" y="74893"/>
                  <a:pt x="917618" y="76857"/>
                  <a:pt x="913205" y="77819"/>
                </a:cubicBezTo>
                <a:cubicBezTo>
                  <a:pt x="907209" y="79005"/>
                  <a:pt x="898525" y="79598"/>
                  <a:pt x="887153" y="79598"/>
                </a:cubicBezTo>
                <a:lnTo>
                  <a:pt x="870775" y="79598"/>
                </a:lnTo>
                <a:lnTo>
                  <a:pt x="870775" y="126611"/>
                </a:lnTo>
                <a:lnTo>
                  <a:pt x="845657" y="126611"/>
                </a:lnTo>
                <a:moveTo>
                  <a:pt x="870775" y="23252"/>
                </a:moveTo>
                <a:lnTo>
                  <a:pt x="870775" y="58553"/>
                </a:lnTo>
                <a:lnTo>
                  <a:pt x="884523" y="58553"/>
                </a:lnTo>
                <a:cubicBezTo>
                  <a:pt x="894423" y="58553"/>
                  <a:pt x="901042" y="57903"/>
                  <a:pt x="904380" y="56601"/>
                </a:cubicBezTo>
                <a:cubicBezTo>
                  <a:pt x="907718" y="55300"/>
                  <a:pt x="910334" y="53264"/>
                  <a:pt x="912229" y="50492"/>
                </a:cubicBezTo>
                <a:cubicBezTo>
                  <a:pt x="914125" y="47719"/>
                  <a:pt x="915072" y="44495"/>
                  <a:pt x="915072" y="40818"/>
                </a:cubicBezTo>
                <a:cubicBezTo>
                  <a:pt x="915072" y="36292"/>
                  <a:pt x="913743" y="32558"/>
                  <a:pt x="911084" y="29616"/>
                </a:cubicBezTo>
                <a:cubicBezTo>
                  <a:pt x="908425" y="26674"/>
                  <a:pt x="905059" y="24836"/>
                  <a:pt x="900985" y="24100"/>
                </a:cubicBezTo>
                <a:cubicBezTo>
                  <a:pt x="897987" y="23534"/>
                  <a:pt x="891962" y="23252"/>
                  <a:pt x="882910" y="23252"/>
                </a:cubicBezTo>
                <a:lnTo>
                  <a:pt x="870775" y="23252"/>
                </a:lnTo>
                <a:close/>
                <a:moveTo>
                  <a:pt x="979227" y="64324"/>
                </a:moveTo>
                <a:lnTo>
                  <a:pt x="957588" y="60420"/>
                </a:lnTo>
                <a:cubicBezTo>
                  <a:pt x="960021" y="51593"/>
                  <a:pt x="964207" y="45059"/>
                  <a:pt x="970147" y="40818"/>
                </a:cubicBezTo>
                <a:cubicBezTo>
                  <a:pt x="976088" y="36575"/>
                  <a:pt x="984913" y="34453"/>
                  <a:pt x="996624" y="34453"/>
                </a:cubicBezTo>
                <a:cubicBezTo>
                  <a:pt x="1007259" y="34453"/>
                  <a:pt x="1015180" y="35712"/>
                  <a:pt x="1020384" y="38229"/>
                </a:cubicBezTo>
                <a:cubicBezTo>
                  <a:pt x="1025589" y="40747"/>
                  <a:pt x="1029252" y="43943"/>
                  <a:pt x="1031374" y="47818"/>
                </a:cubicBezTo>
                <a:cubicBezTo>
                  <a:pt x="1033495" y="51694"/>
                  <a:pt x="1034556" y="58808"/>
                  <a:pt x="1034556" y="69161"/>
                </a:cubicBezTo>
                <a:lnTo>
                  <a:pt x="1034301" y="96995"/>
                </a:lnTo>
                <a:cubicBezTo>
                  <a:pt x="1034301" y="104915"/>
                  <a:pt x="1034683" y="110756"/>
                  <a:pt x="1035447" y="114518"/>
                </a:cubicBezTo>
                <a:cubicBezTo>
                  <a:pt x="1036211" y="118280"/>
                  <a:pt x="1037639" y="122311"/>
                  <a:pt x="1039732" y="126611"/>
                </a:cubicBezTo>
                <a:lnTo>
                  <a:pt x="1016141" y="126611"/>
                </a:lnTo>
                <a:cubicBezTo>
                  <a:pt x="1015519" y="125027"/>
                  <a:pt x="1014755" y="122679"/>
                  <a:pt x="1013850" y="119567"/>
                </a:cubicBezTo>
                <a:cubicBezTo>
                  <a:pt x="1013454" y="118153"/>
                  <a:pt x="1013171" y="117220"/>
                  <a:pt x="1013002" y="116767"/>
                </a:cubicBezTo>
                <a:cubicBezTo>
                  <a:pt x="1008928" y="120727"/>
                  <a:pt x="1004572" y="123697"/>
                  <a:pt x="999933" y="125677"/>
                </a:cubicBezTo>
                <a:cubicBezTo>
                  <a:pt x="995294" y="127657"/>
                  <a:pt x="990344" y="128647"/>
                  <a:pt x="985083" y="128647"/>
                </a:cubicBezTo>
                <a:cubicBezTo>
                  <a:pt x="975805" y="128647"/>
                  <a:pt x="968493" y="126141"/>
                  <a:pt x="963146" y="121127"/>
                </a:cubicBezTo>
                <a:cubicBezTo>
                  <a:pt x="957800" y="116113"/>
                  <a:pt x="955127" y="109775"/>
                  <a:pt x="955127" y="102113"/>
                </a:cubicBezTo>
                <a:cubicBezTo>
                  <a:pt x="955127" y="97042"/>
                  <a:pt x="956343" y="92522"/>
                  <a:pt x="958776" y="88551"/>
                </a:cubicBezTo>
                <a:cubicBezTo>
                  <a:pt x="961209" y="84579"/>
                  <a:pt x="964617" y="81536"/>
                  <a:pt x="969002" y="79423"/>
                </a:cubicBezTo>
                <a:cubicBezTo>
                  <a:pt x="973386" y="77311"/>
                  <a:pt x="979708" y="75466"/>
                  <a:pt x="987968" y="73889"/>
                </a:cubicBezTo>
                <a:cubicBezTo>
                  <a:pt x="999113" y="71805"/>
                  <a:pt x="1006835" y="69861"/>
                  <a:pt x="1011135" y="68058"/>
                </a:cubicBezTo>
                <a:lnTo>
                  <a:pt x="1011135" y="65655"/>
                </a:lnTo>
                <a:cubicBezTo>
                  <a:pt x="1011135" y="61021"/>
                  <a:pt x="1010003" y="57718"/>
                  <a:pt x="1007740" y="55745"/>
                </a:cubicBezTo>
                <a:cubicBezTo>
                  <a:pt x="1005477" y="53770"/>
                  <a:pt x="1001206" y="52783"/>
                  <a:pt x="994926" y="52783"/>
                </a:cubicBezTo>
                <a:cubicBezTo>
                  <a:pt x="990683" y="52783"/>
                  <a:pt x="987374" y="53637"/>
                  <a:pt x="984998" y="55345"/>
                </a:cubicBezTo>
                <a:cubicBezTo>
                  <a:pt x="982622" y="57051"/>
                  <a:pt x="980698" y="60044"/>
                  <a:pt x="979227" y="64324"/>
                </a:cubicBezTo>
                <a:moveTo>
                  <a:pt x="1011135" y="83672"/>
                </a:moveTo>
                <a:cubicBezTo>
                  <a:pt x="1008080" y="84678"/>
                  <a:pt x="1003243" y="85880"/>
                  <a:pt x="996624" y="87278"/>
                </a:cubicBezTo>
                <a:cubicBezTo>
                  <a:pt x="990005" y="88675"/>
                  <a:pt x="985677" y="90044"/>
                  <a:pt x="983640" y="91386"/>
                </a:cubicBezTo>
                <a:cubicBezTo>
                  <a:pt x="980529" y="93566"/>
                  <a:pt x="978973" y="96333"/>
                  <a:pt x="978973" y="99686"/>
                </a:cubicBezTo>
                <a:cubicBezTo>
                  <a:pt x="978973" y="102985"/>
                  <a:pt x="980217" y="105837"/>
                  <a:pt x="982707" y="108241"/>
                </a:cubicBezTo>
                <a:cubicBezTo>
                  <a:pt x="985196" y="110644"/>
                  <a:pt x="988364" y="111845"/>
                  <a:pt x="992211" y="111845"/>
                </a:cubicBezTo>
                <a:cubicBezTo>
                  <a:pt x="996510" y="111845"/>
                  <a:pt x="1000612" y="110448"/>
                  <a:pt x="1004516" y="107653"/>
                </a:cubicBezTo>
                <a:cubicBezTo>
                  <a:pt x="1007401" y="105529"/>
                  <a:pt x="1009296" y="102930"/>
                  <a:pt x="1010201" y="99853"/>
                </a:cubicBezTo>
                <a:cubicBezTo>
                  <a:pt x="1010823" y="97842"/>
                  <a:pt x="1011135" y="94013"/>
                  <a:pt x="1011135" y="88368"/>
                </a:cubicBezTo>
                <a:lnTo>
                  <a:pt x="1011135" y="83672"/>
                </a:lnTo>
                <a:close/>
                <a:moveTo>
                  <a:pt x="1099362" y="36490"/>
                </a:moveTo>
                <a:lnTo>
                  <a:pt x="1099362" y="55498"/>
                </a:lnTo>
                <a:lnTo>
                  <a:pt x="1083069" y="55498"/>
                </a:lnTo>
                <a:lnTo>
                  <a:pt x="1083069" y="91760"/>
                </a:lnTo>
                <a:cubicBezTo>
                  <a:pt x="1083069" y="99104"/>
                  <a:pt x="1083225" y="103383"/>
                  <a:pt x="1083536" y="104598"/>
                </a:cubicBezTo>
                <a:cubicBezTo>
                  <a:pt x="1083847" y="105810"/>
                  <a:pt x="1084554" y="106813"/>
                  <a:pt x="1085657" y="107605"/>
                </a:cubicBezTo>
                <a:cubicBezTo>
                  <a:pt x="1086760" y="108395"/>
                  <a:pt x="1088104" y="108790"/>
                  <a:pt x="1089688" y="108790"/>
                </a:cubicBezTo>
                <a:cubicBezTo>
                  <a:pt x="1091894" y="108790"/>
                  <a:pt x="1095091" y="108027"/>
                  <a:pt x="1099277" y="106499"/>
                </a:cubicBezTo>
                <a:lnTo>
                  <a:pt x="1101314" y="125067"/>
                </a:lnTo>
                <a:cubicBezTo>
                  <a:pt x="1095770" y="127454"/>
                  <a:pt x="1089490" y="128647"/>
                  <a:pt x="1082475" y="128647"/>
                </a:cubicBezTo>
                <a:cubicBezTo>
                  <a:pt x="1078175" y="128647"/>
                  <a:pt x="1074300" y="127926"/>
                  <a:pt x="1070849" y="126484"/>
                </a:cubicBezTo>
                <a:cubicBezTo>
                  <a:pt x="1067398" y="125041"/>
                  <a:pt x="1064867" y="123174"/>
                  <a:pt x="1063254" y="120883"/>
                </a:cubicBezTo>
                <a:cubicBezTo>
                  <a:pt x="1061642" y="118592"/>
                  <a:pt x="1060525" y="115494"/>
                  <a:pt x="1059902" y="111591"/>
                </a:cubicBezTo>
                <a:cubicBezTo>
                  <a:pt x="1059393" y="108819"/>
                  <a:pt x="1059139" y="103218"/>
                  <a:pt x="1059139" y="94788"/>
                </a:cubicBezTo>
                <a:lnTo>
                  <a:pt x="1059139" y="55498"/>
                </a:lnTo>
                <a:lnTo>
                  <a:pt x="1048192" y="55498"/>
                </a:lnTo>
                <a:lnTo>
                  <a:pt x="1048192" y="36490"/>
                </a:lnTo>
                <a:lnTo>
                  <a:pt x="1059139" y="36490"/>
                </a:lnTo>
                <a:lnTo>
                  <a:pt x="1059139" y="18499"/>
                </a:lnTo>
                <a:lnTo>
                  <a:pt x="1083069" y="4413"/>
                </a:lnTo>
                <a:lnTo>
                  <a:pt x="1083069" y="36490"/>
                </a:lnTo>
                <a:lnTo>
                  <a:pt x="1099362" y="36490"/>
                </a:lnTo>
                <a:close/>
                <a:moveTo>
                  <a:pt x="1157235" y="36490"/>
                </a:moveTo>
                <a:lnTo>
                  <a:pt x="1157235" y="55498"/>
                </a:lnTo>
                <a:lnTo>
                  <a:pt x="1140942" y="55498"/>
                </a:lnTo>
                <a:lnTo>
                  <a:pt x="1140942" y="91760"/>
                </a:lnTo>
                <a:cubicBezTo>
                  <a:pt x="1140942" y="99104"/>
                  <a:pt x="1141098" y="103383"/>
                  <a:pt x="1141409" y="104598"/>
                </a:cubicBezTo>
                <a:cubicBezTo>
                  <a:pt x="1141720" y="105810"/>
                  <a:pt x="1142427" y="106813"/>
                  <a:pt x="1143531" y="107605"/>
                </a:cubicBezTo>
                <a:cubicBezTo>
                  <a:pt x="1144634" y="108395"/>
                  <a:pt x="1145977" y="108790"/>
                  <a:pt x="1147561" y="108790"/>
                </a:cubicBezTo>
                <a:cubicBezTo>
                  <a:pt x="1149768" y="108790"/>
                  <a:pt x="1152964" y="108027"/>
                  <a:pt x="1157151" y="106499"/>
                </a:cubicBezTo>
                <a:lnTo>
                  <a:pt x="1159187" y="125067"/>
                </a:lnTo>
                <a:cubicBezTo>
                  <a:pt x="1153643" y="127454"/>
                  <a:pt x="1147363" y="128647"/>
                  <a:pt x="1140348" y="128647"/>
                </a:cubicBezTo>
                <a:cubicBezTo>
                  <a:pt x="1136049" y="128647"/>
                  <a:pt x="1132173" y="127926"/>
                  <a:pt x="1128722" y="126484"/>
                </a:cubicBezTo>
                <a:cubicBezTo>
                  <a:pt x="1125272" y="125041"/>
                  <a:pt x="1122740" y="123174"/>
                  <a:pt x="1121128" y="120883"/>
                </a:cubicBezTo>
                <a:cubicBezTo>
                  <a:pt x="1119515" y="118592"/>
                  <a:pt x="1118398" y="115494"/>
                  <a:pt x="1117776" y="111591"/>
                </a:cubicBezTo>
                <a:cubicBezTo>
                  <a:pt x="1117266" y="108819"/>
                  <a:pt x="1117012" y="103218"/>
                  <a:pt x="1117012" y="94788"/>
                </a:cubicBezTo>
                <a:lnTo>
                  <a:pt x="1117012" y="55498"/>
                </a:lnTo>
                <a:lnTo>
                  <a:pt x="1106065" y="55498"/>
                </a:lnTo>
                <a:lnTo>
                  <a:pt x="1106065" y="36490"/>
                </a:lnTo>
                <a:lnTo>
                  <a:pt x="1117012" y="36490"/>
                </a:lnTo>
                <a:lnTo>
                  <a:pt x="1117012" y="18499"/>
                </a:lnTo>
                <a:lnTo>
                  <a:pt x="1140942" y="4413"/>
                </a:lnTo>
                <a:lnTo>
                  <a:pt x="1140942" y="36490"/>
                </a:lnTo>
                <a:lnTo>
                  <a:pt x="1157235" y="36490"/>
                </a:lnTo>
                <a:close/>
                <a:moveTo>
                  <a:pt x="1225971" y="97928"/>
                </a:moveTo>
                <a:lnTo>
                  <a:pt x="1249732" y="102001"/>
                </a:lnTo>
                <a:cubicBezTo>
                  <a:pt x="1246677" y="110685"/>
                  <a:pt x="1241854" y="117297"/>
                  <a:pt x="1235263" y="121837"/>
                </a:cubicBezTo>
                <a:cubicBezTo>
                  <a:pt x="1228672" y="126377"/>
                  <a:pt x="1220427" y="128647"/>
                  <a:pt x="1210526" y="128647"/>
                </a:cubicBezTo>
                <a:cubicBezTo>
                  <a:pt x="1194856" y="128647"/>
                  <a:pt x="1183258" y="123528"/>
                  <a:pt x="1175734" y="113288"/>
                </a:cubicBezTo>
                <a:cubicBezTo>
                  <a:pt x="1169794" y="105085"/>
                  <a:pt x="1166824" y="94732"/>
                  <a:pt x="1166824" y="82229"/>
                </a:cubicBezTo>
                <a:cubicBezTo>
                  <a:pt x="1166824" y="67294"/>
                  <a:pt x="1170727" y="55597"/>
                  <a:pt x="1178534" y="47140"/>
                </a:cubicBezTo>
                <a:cubicBezTo>
                  <a:pt x="1186341" y="38682"/>
                  <a:pt x="1196213" y="34453"/>
                  <a:pt x="1208150" y="34453"/>
                </a:cubicBezTo>
                <a:cubicBezTo>
                  <a:pt x="1221558" y="34453"/>
                  <a:pt x="1232137" y="38880"/>
                  <a:pt x="1239888" y="47734"/>
                </a:cubicBezTo>
                <a:cubicBezTo>
                  <a:pt x="1247638" y="56587"/>
                  <a:pt x="1251344" y="70151"/>
                  <a:pt x="1251005" y="88424"/>
                </a:cubicBezTo>
                <a:lnTo>
                  <a:pt x="1191263" y="88424"/>
                </a:lnTo>
                <a:cubicBezTo>
                  <a:pt x="1191433" y="95496"/>
                  <a:pt x="1193357" y="100997"/>
                  <a:pt x="1197034" y="104929"/>
                </a:cubicBezTo>
                <a:cubicBezTo>
                  <a:pt x="1200711" y="108861"/>
                  <a:pt x="1205293" y="110827"/>
                  <a:pt x="1210781" y="110827"/>
                </a:cubicBezTo>
                <a:cubicBezTo>
                  <a:pt x="1214515" y="110827"/>
                  <a:pt x="1217655" y="109809"/>
                  <a:pt x="1220200" y="107772"/>
                </a:cubicBezTo>
                <a:cubicBezTo>
                  <a:pt x="1222746" y="105735"/>
                  <a:pt x="1224670" y="102454"/>
                  <a:pt x="1225971" y="97928"/>
                </a:cubicBezTo>
                <a:moveTo>
                  <a:pt x="1227329" y="73828"/>
                </a:moveTo>
                <a:cubicBezTo>
                  <a:pt x="1227159" y="66954"/>
                  <a:pt x="1225377" y="61728"/>
                  <a:pt x="1221983" y="58150"/>
                </a:cubicBezTo>
                <a:cubicBezTo>
                  <a:pt x="1218588" y="54572"/>
                  <a:pt x="1214458" y="52783"/>
                  <a:pt x="1209593" y="52783"/>
                </a:cubicBezTo>
                <a:cubicBezTo>
                  <a:pt x="1204388" y="52783"/>
                  <a:pt x="1200089" y="54670"/>
                  <a:pt x="1196694" y="58445"/>
                </a:cubicBezTo>
                <a:cubicBezTo>
                  <a:pt x="1193300" y="62221"/>
                  <a:pt x="1191631" y="67349"/>
                  <a:pt x="1191688" y="73828"/>
                </a:cubicBezTo>
                <a:lnTo>
                  <a:pt x="1227329" y="73828"/>
                </a:lnTo>
                <a:close/>
                <a:moveTo>
                  <a:pt x="1293238" y="126611"/>
                </a:moveTo>
                <a:lnTo>
                  <a:pt x="1269393" y="126611"/>
                </a:lnTo>
                <a:lnTo>
                  <a:pt x="1269393" y="36490"/>
                </a:lnTo>
                <a:lnTo>
                  <a:pt x="1291541" y="36490"/>
                </a:lnTo>
                <a:lnTo>
                  <a:pt x="1291541" y="49304"/>
                </a:lnTo>
                <a:cubicBezTo>
                  <a:pt x="1295331" y="43250"/>
                  <a:pt x="1298740" y="39262"/>
                  <a:pt x="1301767" y="37338"/>
                </a:cubicBezTo>
                <a:cubicBezTo>
                  <a:pt x="1304793" y="35415"/>
                  <a:pt x="1308230" y="34453"/>
                  <a:pt x="1312077" y="34453"/>
                </a:cubicBezTo>
                <a:cubicBezTo>
                  <a:pt x="1317508" y="34453"/>
                  <a:pt x="1322741" y="35952"/>
                  <a:pt x="1327776" y="38951"/>
                </a:cubicBezTo>
                <a:lnTo>
                  <a:pt x="1320393" y="59741"/>
                </a:lnTo>
                <a:cubicBezTo>
                  <a:pt x="1316377" y="57139"/>
                  <a:pt x="1312643" y="55838"/>
                  <a:pt x="1309192" y="55838"/>
                </a:cubicBezTo>
                <a:cubicBezTo>
                  <a:pt x="1305854" y="55838"/>
                  <a:pt x="1303025" y="56757"/>
                  <a:pt x="1300706" y="58596"/>
                </a:cubicBezTo>
                <a:cubicBezTo>
                  <a:pt x="1298386" y="60434"/>
                  <a:pt x="1296562" y="63758"/>
                  <a:pt x="1295232" y="68567"/>
                </a:cubicBezTo>
                <a:cubicBezTo>
                  <a:pt x="1293903" y="73375"/>
                  <a:pt x="1293238" y="83445"/>
                  <a:pt x="1293238" y="98777"/>
                </a:cubicBezTo>
                <a:lnTo>
                  <a:pt x="1293238" y="126611"/>
                </a:lnTo>
                <a:close/>
                <a:moveTo>
                  <a:pt x="1419991" y="126611"/>
                </a:moveTo>
                <a:lnTo>
                  <a:pt x="1396145" y="126611"/>
                </a:lnTo>
                <a:lnTo>
                  <a:pt x="1396145" y="80670"/>
                </a:lnTo>
                <a:cubicBezTo>
                  <a:pt x="1396145" y="70950"/>
                  <a:pt x="1395636" y="64663"/>
                  <a:pt x="1394618" y="61810"/>
                </a:cubicBezTo>
                <a:cubicBezTo>
                  <a:pt x="1393600" y="58956"/>
                  <a:pt x="1391945" y="56738"/>
                  <a:pt x="1389654" y="55156"/>
                </a:cubicBezTo>
                <a:cubicBezTo>
                  <a:pt x="1387362" y="53574"/>
                  <a:pt x="1384604" y="52783"/>
                  <a:pt x="1381380" y="52783"/>
                </a:cubicBezTo>
                <a:cubicBezTo>
                  <a:pt x="1377250" y="52783"/>
                  <a:pt x="1373544" y="53913"/>
                  <a:pt x="1370263" y="56175"/>
                </a:cubicBezTo>
                <a:cubicBezTo>
                  <a:pt x="1366982" y="58434"/>
                  <a:pt x="1364733" y="61429"/>
                  <a:pt x="1363517" y="65159"/>
                </a:cubicBezTo>
                <a:cubicBezTo>
                  <a:pt x="1362300" y="68888"/>
                  <a:pt x="1361692" y="75782"/>
                  <a:pt x="1361692" y="85841"/>
                </a:cubicBezTo>
                <a:lnTo>
                  <a:pt x="1361692" y="126611"/>
                </a:lnTo>
                <a:lnTo>
                  <a:pt x="1337847" y="126611"/>
                </a:lnTo>
                <a:lnTo>
                  <a:pt x="1337847" y="36490"/>
                </a:lnTo>
                <a:lnTo>
                  <a:pt x="1359995" y="36490"/>
                </a:lnTo>
                <a:lnTo>
                  <a:pt x="1359995" y="49728"/>
                </a:lnTo>
                <a:cubicBezTo>
                  <a:pt x="1367859" y="39545"/>
                  <a:pt x="1377759" y="34453"/>
                  <a:pt x="1389696" y="34453"/>
                </a:cubicBezTo>
                <a:cubicBezTo>
                  <a:pt x="1394957" y="34453"/>
                  <a:pt x="1399766" y="35401"/>
                  <a:pt x="1404122" y="37296"/>
                </a:cubicBezTo>
                <a:cubicBezTo>
                  <a:pt x="1408478" y="39191"/>
                  <a:pt x="1411774" y="41610"/>
                  <a:pt x="1414008" y="44551"/>
                </a:cubicBezTo>
                <a:cubicBezTo>
                  <a:pt x="1416243" y="47493"/>
                  <a:pt x="1417799" y="50831"/>
                  <a:pt x="1418676" y="54565"/>
                </a:cubicBezTo>
                <a:cubicBezTo>
                  <a:pt x="1419553" y="58299"/>
                  <a:pt x="1419991" y="63645"/>
                  <a:pt x="1419991" y="70603"/>
                </a:cubicBezTo>
                <a:lnTo>
                  <a:pt x="1419991" y="126611"/>
                </a:lnTo>
                <a:close/>
                <a:moveTo>
                  <a:pt x="1435802" y="100983"/>
                </a:moveTo>
                <a:lnTo>
                  <a:pt x="1459733" y="97249"/>
                </a:lnTo>
                <a:cubicBezTo>
                  <a:pt x="1460751" y="101860"/>
                  <a:pt x="1462816" y="105361"/>
                  <a:pt x="1465928" y="107751"/>
                </a:cubicBezTo>
                <a:cubicBezTo>
                  <a:pt x="1469039" y="110141"/>
                  <a:pt x="1473395" y="111336"/>
                  <a:pt x="1478996" y="111336"/>
                </a:cubicBezTo>
                <a:cubicBezTo>
                  <a:pt x="1485162" y="111336"/>
                  <a:pt x="1489801" y="110206"/>
                  <a:pt x="1492913" y="107947"/>
                </a:cubicBezTo>
                <a:cubicBezTo>
                  <a:pt x="1495006" y="106365"/>
                  <a:pt x="1496053" y="104246"/>
                  <a:pt x="1496053" y="101590"/>
                </a:cubicBezTo>
                <a:cubicBezTo>
                  <a:pt x="1496053" y="99782"/>
                  <a:pt x="1495487" y="98284"/>
                  <a:pt x="1494356" y="97098"/>
                </a:cubicBezTo>
                <a:cubicBezTo>
                  <a:pt x="1493168" y="95968"/>
                  <a:pt x="1490509" y="94924"/>
                  <a:pt x="1486379" y="93964"/>
                </a:cubicBezTo>
                <a:cubicBezTo>
                  <a:pt x="1467144" y="89728"/>
                  <a:pt x="1454952" y="85858"/>
                  <a:pt x="1449804" y="82354"/>
                </a:cubicBezTo>
                <a:cubicBezTo>
                  <a:pt x="1442676" y="77492"/>
                  <a:pt x="1439112" y="70738"/>
                  <a:pt x="1439112" y="62091"/>
                </a:cubicBezTo>
                <a:cubicBezTo>
                  <a:pt x="1439112" y="54291"/>
                  <a:pt x="1442195" y="47735"/>
                  <a:pt x="1448362" y="42422"/>
                </a:cubicBezTo>
                <a:cubicBezTo>
                  <a:pt x="1454528" y="37109"/>
                  <a:pt x="1464089" y="34453"/>
                  <a:pt x="1477044" y="34453"/>
                </a:cubicBezTo>
                <a:cubicBezTo>
                  <a:pt x="1489377" y="34453"/>
                  <a:pt x="1498542" y="36454"/>
                  <a:pt x="1504539" y="40457"/>
                </a:cubicBezTo>
                <a:cubicBezTo>
                  <a:pt x="1510535" y="44459"/>
                  <a:pt x="1514665" y="50378"/>
                  <a:pt x="1516928" y="58214"/>
                </a:cubicBezTo>
                <a:lnTo>
                  <a:pt x="1494440" y="62457"/>
                </a:lnTo>
                <a:cubicBezTo>
                  <a:pt x="1493479" y="58949"/>
                  <a:pt x="1491654" y="56262"/>
                  <a:pt x="1488967" y="54395"/>
                </a:cubicBezTo>
                <a:cubicBezTo>
                  <a:pt x="1486280" y="52528"/>
                  <a:pt x="1482447" y="51595"/>
                  <a:pt x="1477468" y="51595"/>
                </a:cubicBezTo>
                <a:cubicBezTo>
                  <a:pt x="1471189" y="51595"/>
                  <a:pt x="1466691" y="52471"/>
                  <a:pt x="1463976" y="54223"/>
                </a:cubicBezTo>
                <a:cubicBezTo>
                  <a:pt x="1462165" y="55464"/>
                  <a:pt x="1461260" y="57074"/>
                  <a:pt x="1461260" y="59052"/>
                </a:cubicBezTo>
                <a:cubicBezTo>
                  <a:pt x="1461260" y="60745"/>
                  <a:pt x="1462052" y="62185"/>
                  <a:pt x="1463636" y="63372"/>
                </a:cubicBezTo>
                <a:cubicBezTo>
                  <a:pt x="1465786" y="64954"/>
                  <a:pt x="1473211" y="67186"/>
                  <a:pt x="1485912" y="70068"/>
                </a:cubicBezTo>
                <a:cubicBezTo>
                  <a:pt x="1498613" y="72949"/>
                  <a:pt x="1507481" y="76484"/>
                  <a:pt x="1512516" y="80673"/>
                </a:cubicBezTo>
                <a:cubicBezTo>
                  <a:pt x="1517494" y="84919"/>
                  <a:pt x="1519983" y="90834"/>
                  <a:pt x="1519983" y="98419"/>
                </a:cubicBezTo>
                <a:cubicBezTo>
                  <a:pt x="1519983" y="106684"/>
                  <a:pt x="1516532" y="113788"/>
                  <a:pt x="1509630" y="119732"/>
                </a:cubicBezTo>
                <a:cubicBezTo>
                  <a:pt x="1502728" y="125676"/>
                  <a:pt x="1492517" y="128647"/>
                  <a:pt x="1478996" y="128647"/>
                </a:cubicBezTo>
                <a:cubicBezTo>
                  <a:pt x="1466720" y="128647"/>
                  <a:pt x="1457003" y="126166"/>
                  <a:pt x="1449847" y="121204"/>
                </a:cubicBezTo>
                <a:cubicBezTo>
                  <a:pt x="1442690" y="116239"/>
                  <a:pt x="1438009" y="109499"/>
                  <a:pt x="1435802" y="100983"/>
                </a:cubicBezTo>
                <a:close/>
                <a:moveTo>
                  <a:pt x="1628692" y="163270"/>
                </a:moveTo>
                <a:lnTo>
                  <a:pt x="1612314" y="163270"/>
                </a:lnTo>
                <a:cubicBezTo>
                  <a:pt x="1603658" y="150188"/>
                  <a:pt x="1597067" y="136596"/>
                  <a:pt x="1592541" y="122495"/>
                </a:cubicBezTo>
                <a:cubicBezTo>
                  <a:pt x="1588015" y="108394"/>
                  <a:pt x="1585753" y="94746"/>
                  <a:pt x="1585753" y="81550"/>
                </a:cubicBezTo>
                <a:cubicBezTo>
                  <a:pt x="1585753" y="65183"/>
                  <a:pt x="1588553" y="49694"/>
                  <a:pt x="1594154" y="35084"/>
                </a:cubicBezTo>
                <a:cubicBezTo>
                  <a:pt x="1599019" y="22398"/>
                  <a:pt x="1605185" y="10703"/>
                  <a:pt x="1612653" y="0"/>
                </a:cubicBezTo>
                <a:lnTo>
                  <a:pt x="1628946" y="0"/>
                </a:lnTo>
                <a:cubicBezTo>
                  <a:pt x="1621196" y="17159"/>
                  <a:pt x="1615864" y="31756"/>
                  <a:pt x="1612950" y="43790"/>
                </a:cubicBezTo>
                <a:cubicBezTo>
                  <a:pt x="1610037" y="55824"/>
                  <a:pt x="1608580" y="68581"/>
                  <a:pt x="1608580" y="82059"/>
                </a:cubicBezTo>
                <a:cubicBezTo>
                  <a:pt x="1608580" y="91348"/>
                  <a:pt x="1609443" y="100863"/>
                  <a:pt x="1611168" y="110604"/>
                </a:cubicBezTo>
                <a:cubicBezTo>
                  <a:pt x="1612894" y="120344"/>
                  <a:pt x="1615255" y="129602"/>
                  <a:pt x="1618254" y="138380"/>
                </a:cubicBezTo>
                <a:cubicBezTo>
                  <a:pt x="1620234" y="144157"/>
                  <a:pt x="1623713" y="152454"/>
                  <a:pt x="1628692" y="163270"/>
                </a:cubicBezTo>
                <a:close/>
                <a:moveTo>
                  <a:pt x="1725600" y="63136"/>
                </a:moveTo>
                <a:lnTo>
                  <a:pt x="1702094" y="67379"/>
                </a:lnTo>
                <a:cubicBezTo>
                  <a:pt x="1701302" y="62711"/>
                  <a:pt x="1699506" y="59197"/>
                  <a:pt x="1696706" y="56835"/>
                </a:cubicBezTo>
                <a:cubicBezTo>
                  <a:pt x="1693905" y="54473"/>
                  <a:pt x="1690270" y="53292"/>
                  <a:pt x="1685801" y="53292"/>
                </a:cubicBezTo>
                <a:cubicBezTo>
                  <a:pt x="1679861" y="53292"/>
                  <a:pt x="1675123" y="55337"/>
                  <a:pt x="1671587" y="59426"/>
                </a:cubicBezTo>
                <a:cubicBezTo>
                  <a:pt x="1668051" y="63515"/>
                  <a:pt x="1666283" y="70353"/>
                  <a:pt x="1666283" y="79941"/>
                </a:cubicBezTo>
                <a:cubicBezTo>
                  <a:pt x="1666283" y="90601"/>
                  <a:pt x="1668080" y="98132"/>
                  <a:pt x="1671672" y="102532"/>
                </a:cubicBezTo>
                <a:cubicBezTo>
                  <a:pt x="1675264" y="106930"/>
                  <a:pt x="1680087" y="109130"/>
                  <a:pt x="1686141" y="109130"/>
                </a:cubicBezTo>
                <a:cubicBezTo>
                  <a:pt x="1690666" y="109130"/>
                  <a:pt x="1694372" y="107843"/>
                  <a:pt x="1697257" y="105269"/>
                </a:cubicBezTo>
                <a:cubicBezTo>
                  <a:pt x="1700142" y="102695"/>
                  <a:pt x="1702179" y="98268"/>
                  <a:pt x="1703367" y="91988"/>
                </a:cubicBezTo>
                <a:lnTo>
                  <a:pt x="1726788" y="96061"/>
                </a:lnTo>
                <a:cubicBezTo>
                  <a:pt x="1724356" y="106810"/>
                  <a:pt x="1719688" y="114928"/>
                  <a:pt x="1712787" y="120416"/>
                </a:cubicBezTo>
                <a:cubicBezTo>
                  <a:pt x="1705885" y="125904"/>
                  <a:pt x="1696635" y="128647"/>
                  <a:pt x="1685037" y="128647"/>
                </a:cubicBezTo>
                <a:cubicBezTo>
                  <a:pt x="1671856" y="128647"/>
                  <a:pt x="1661347" y="124489"/>
                  <a:pt x="1653512" y="116173"/>
                </a:cubicBezTo>
                <a:cubicBezTo>
                  <a:pt x="1645677" y="107857"/>
                  <a:pt x="1641759" y="96344"/>
                  <a:pt x="1641759" y="81635"/>
                </a:cubicBezTo>
                <a:cubicBezTo>
                  <a:pt x="1641759" y="66756"/>
                  <a:pt x="1645691" y="55173"/>
                  <a:pt x="1653554" y="46885"/>
                </a:cubicBezTo>
                <a:cubicBezTo>
                  <a:pt x="1661418" y="38597"/>
                  <a:pt x="1672054" y="34453"/>
                  <a:pt x="1685462" y="34453"/>
                </a:cubicBezTo>
                <a:cubicBezTo>
                  <a:pt x="1696437" y="34453"/>
                  <a:pt x="1705163" y="36815"/>
                  <a:pt x="1711641" y="41539"/>
                </a:cubicBezTo>
                <a:cubicBezTo>
                  <a:pt x="1718119" y="46263"/>
                  <a:pt x="1722772" y="53462"/>
                  <a:pt x="1725600" y="63136"/>
                </a:cubicBezTo>
                <a:close/>
                <a:moveTo>
                  <a:pt x="1738133" y="80277"/>
                </a:moveTo>
                <a:cubicBezTo>
                  <a:pt x="1738133" y="72357"/>
                  <a:pt x="1740085" y="64691"/>
                  <a:pt x="1743988" y="57280"/>
                </a:cubicBezTo>
                <a:cubicBezTo>
                  <a:pt x="1747892" y="49869"/>
                  <a:pt x="1753422" y="44212"/>
                  <a:pt x="1760578" y="40308"/>
                </a:cubicBezTo>
                <a:cubicBezTo>
                  <a:pt x="1767735" y="36405"/>
                  <a:pt x="1775726" y="34453"/>
                  <a:pt x="1784551" y="34453"/>
                </a:cubicBezTo>
                <a:cubicBezTo>
                  <a:pt x="1798185" y="34453"/>
                  <a:pt x="1809359" y="38880"/>
                  <a:pt x="1818071" y="47734"/>
                </a:cubicBezTo>
                <a:cubicBezTo>
                  <a:pt x="1826783" y="56587"/>
                  <a:pt x="1831139" y="67775"/>
                  <a:pt x="1831139" y="81296"/>
                </a:cubicBezTo>
                <a:cubicBezTo>
                  <a:pt x="1831139" y="94930"/>
                  <a:pt x="1826741" y="106230"/>
                  <a:pt x="1817944" y="115197"/>
                </a:cubicBezTo>
                <a:cubicBezTo>
                  <a:pt x="1809146" y="124164"/>
                  <a:pt x="1798072" y="128647"/>
                  <a:pt x="1784721" y="128647"/>
                </a:cubicBezTo>
                <a:cubicBezTo>
                  <a:pt x="1776461" y="128647"/>
                  <a:pt x="1768583" y="126781"/>
                  <a:pt x="1761088" y="123047"/>
                </a:cubicBezTo>
                <a:cubicBezTo>
                  <a:pt x="1753592" y="119313"/>
                  <a:pt x="1747892" y="113839"/>
                  <a:pt x="1743988" y="106626"/>
                </a:cubicBezTo>
                <a:cubicBezTo>
                  <a:pt x="1740085" y="99413"/>
                  <a:pt x="1738133" y="90630"/>
                  <a:pt x="1738133" y="80277"/>
                </a:cubicBezTo>
                <a:moveTo>
                  <a:pt x="1762573" y="81550"/>
                </a:moveTo>
                <a:cubicBezTo>
                  <a:pt x="1762573" y="90461"/>
                  <a:pt x="1764694" y="97285"/>
                  <a:pt x="1768937" y="102023"/>
                </a:cubicBezTo>
                <a:cubicBezTo>
                  <a:pt x="1773180" y="106761"/>
                  <a:pt x="1778413" y="109130"/>
                  <a:pt x="1784636" y="109130"/>
                </a:cubicBezTo>
                <a:cubicBezTo>
                  <a:pt x="1790859" y="109130"/>
                  <a:pt x="1796078" y="106761"/>
                  <a:pt x="1800293" y="102023"/>
                </a:cubicBezTo>
                <a:cubicBezTo>
                  <a:pt x="1804507" y="97285"/>
                  <a:pt x="1806615" y="90404"/>
                  <a:pt x="1806615" y="81381"/>
                </a:cubicBezTo>
                <a:cubicBezTo>
                  <a:pt x="1806615" y="72583"/>
                  <a:pt x="1804507" y="65816"/>
                  <a:pt x="1800293" y="61078"/>
                </a:cubicBezTo>
                <a:cubicBezTo>
                  <a:pt x="1796078" y="56340"/>
                  <a:pt x="1790859" y="53971"/>
                  <a:pt x="1784636" y="53971"/>
                </a:cubicBezTo>
                <a:cubicBezTo>
                  <a:pt x="1778413" y="53971"/>
                  <a:pt x="1773180" y="56340"/>
                  <a:pt x="1768937" y="61078"/>
                </a:cubicBezTo>
                <a:cubicBezTo>
                  <a:pt x="1764694" y="65816"/>
                  <a:pt x="1762573" y="72640"/>
                  <a:pt x="1762573" y="81550"/>
                </a:cubicBezTo>
                <a:close/>
                <a:moveTo>
                  <a:pt x="1909153" y="126611"/>
                </a:moveTo>
                <a:lnTo>
                  <a:pt x="1909153" y="113118"/>
                </a:lnTo>
                <a:cubicBezTo>
                  <a:pt x="1905872" y="117927"/>
                  <a:pt x="1901558" y="121717"/>
                  <a:pt x="1896212" y="124489"/>
                </a:cubicBezTo>
                <a:cubicBezTo>
                  <a:pt x="1890866" y="127261"/>
                  <a:pt x="1885223" y="128647"/>
                  <a:pt x="1879283" y="128647"/>
                </a:cubicBezTo>
                <a:cubicBezTo>
                  <a:pt x="1873229" y="128647"/>
                  <a:pt x="1867798" y="127318"/>
                  <a:pt x="1862990" y="124659"/>
                </a:cubicBezTo>
                <a:cubicBezTo>
                  <a:pt x="1858181" y="122000"/>
                  <a:pt x="1854702" y="118266"/>
                  <a:pt x="1852552" y="113458"/>
                </a:cubicBezTo>
                <a:cubicBezTo>
                  <a:pt x="1850402" y="108649"/>
                  <a:pt x="1849327" y="102001"/>
                  <a:pt x="1849327" y="93516"/>
                </a:cubicBezTo>
                <a:lnTo>
                  <a:pt x="1849327" y="36490"/>
                </a:lnTo>
                <a:lnTo>
                  <a:pt x="1873173" y="36490"/>
                </a:lnTo>
                <a:lnTo>
                  <a:pt x="1873173" y="77806"/>
                </a:lnTo>
                <a:cubicBezTo>
                  <a:pt x="1873173" y="90450"/>
                  <a:pt x="1873611" y="98197"/>
                  <a:pt x="1874488" y="101047"/>
                </a:cubicBezTo>
                <a:cubicBezTo>
                  <a:pt x="1875365" y="103897"/>
                  <a:pt x="1876963" y="106154"/>
                  <a:pt x="1879283" y="107820"/>
                </a:cubicBezTo>
                <a:cubicBezTo>
                  <a:pt x="1881602" y="109485"/>
                  <a:pt x="1884544" y="110318"/>
                  <a:pt x="1888108" y="110318"/>
                </a:cubicBezTo>
                <a:cubicBezTo>
                  <a:pt x="1892181" y="110318"/>
                  <a:pt x="1895830" y="109203"/>
                  <a:pt x="1899055" y="106974"/>
                </a:cubicBezTo>
                <a:cubicBezTo>
                  <a:pt x="1902280" y="104744"/>
                  <a:pt x="1904486" y="101979"/>
                  <a:pt x="1905674" y="98676"/>
                </a:cubicBezTo>
                <a:cubicBezTo>
                  <a:pt x="1906862" y="95374"/>
                  <a:pt x="1907456" y="87288"/>
                  <a:pt x="1907456" y="74419"/>
                </a:cubicBezTo>
                <a:lnTo>
                  <a:pt x="1907456" y="36490"/>
                </a:lnTo>
                <a:lnTo>
                  <a:pt x="1931302" y="36490"/>
                </a:lnTo>
                <a:lnTo>
                  <a:pt x="1931302" y="126611"/>
                </a:lnTo>
                <a:lnTo>
                  <a:pt x="1909153" y="126611"/>
                </a:lnTo>
                <a:close/>
                <a:moveTo>
                  <a:pt x="2037998" y="126611"/>
                </a:moveTo>
                <a:lnTo>
                  <a:pt x="2014153" y="126611"/>
                </a:lnTo>
                <a:lnTo>
                  <a:pt x="2014153" y="80670"/>
                </a:lnTo>
                <a:cubicBezTo>
                  <a:pt x="2014153" y="70950"/>
                  <a:pt x="2013643" y="64663"/>
                  <a:pt x="2012625" y="61810"/>
                </a:cubicBezTo>
                <a:cubicBezTo>
                  <a:pt x="2011607" y="58956"/>
                  <a:pt x="2009952" y="56738"/>
                  <a:pt x="2007661" y="55156"/>
                </a:cubicBezTo>
                <a:cubicBezTo>
                  <a:pt x="2005370" y="53574"/>
                  <a:pt x="2002612" y="52783"/>
                  <a:pt x="1999387" y="52783"/>
                </a:cubicBezTo>
                <a:cubicBezTo>
                  <a:pt x="1995257" y="52783"/>
                  <a:pt x="1991552" y="53913"/>
                  <a:pt x="1988270" y="56175"/>
                </a:cubicBezTo>
                <a:cubicBezTo>
                  <a:pt x="1984989" y="58434"/>
                  <a:pt x="1982740" y="61429"/>
                  <a:pt x="1981524" y="65159"/>
                </a:cubicBezTo>
                <a:cubicBezTo>
                  <a:pt x="1980308" y="68888"/>
                  <a:pt x="1979700" y="75782"/>
                  <a:pt x="1979700" y="85841"/>
                </a:cubicBezTo>
                <a:lnTo>
                  <a:pt x="1979700" y="126611"/>
                </a:lnTo>
                <a:lnTo>
                  <a:pt x="1955854" y="126611"/>
                </a:lnTo>
                <a:lnTo>
                  <a:pt x="1955854" y="36490"/>
                </a:lnTo>
                <a:lnTo>
                  <a:pt x="1978002" y="36490"/>
                </a:lnTo>
                <a:lnTo>
                  <a:pt x="1978002" y="49728"/>
                </a:lnTo>
                <a:cubicBezTo>
                  <a:pt x="1985866" y="39545"/>
                  <a:pt x="1995766" y="34453"/>
                  <a:pt x="2007703" y="34453"/>
                </a:cubicBezTo>
                <a:cubicBezTo>
                  <a:pt x="2012965" y="34453"/>
                  <a:pt x="2017773" y="35401"/>
                  <a:pt x="2022129" y="37296"/>
                </a:cubicBezTo>
                <a:cubicBezTo>
                  <a:pt x="2026486" y="39191"/>
                  <a:pt x="2029781" y="41610"/>
                  <a:pt x="2032016" y="44551"/>
                </a:cubicBezTo>
                <a:cubicBezTo>
                  <a:pt x="2034250" y="47493"/>
                  <a:pt x="2035806" y="50831"/>
                  <a:pt x="2036683" y="54565"/>
                </a:cubicBezTo>
                <a:cubicBezTo>
                  <a:pt x="2037560" y="58299"/>
                  <a:pt x="2037998" y="63645"/>
                  <a:pt x="2037998" y="70603"/>
                </a:cubicBezTo>
                <a:lnTo>
                  <a:pt x="2037998" y="126611"/>
                </a:lnTo>
                <a:close/>
                <a:moveTo>
                  <a:pt x="2103538" y="36490"/>
                </a:moveTo>
                <a:lnTo>
                  <a:pt x="2103538" y="55498"/>
                </a:lnTo>
                <a:lnTo>
                  <a:pt x="2087245" y="55498"/>
                </a:lnTo>
                <a:lnTo>
                  <a:pt x="2087245" y="91760"/>
                </a:lnTo>
                <a:cubicBezTo>
                  <a:pt x="2087245" y="99104"/>
                  <a:pt x="2087400" y="103383"/>
                  <a:pt x="2087712" y="104598"/>
                </a:cubicBezTo>
                <a:cubicBezTo>
                  <a:pt x="2088023" y="105810"/>
                  <a:pt x="2088730" y="106813"/>
                  <a:pt x="2089833" y="107605"/>
                </a:cubicBezTo>
                <a:cubicBezTo>
                  <a:pt x="2090936" y="108395"/>
                  <a:pt x="2092280" y="108790"/>
                  <a:pt x="2093864" y="108790"/>
                </a:cubicBezTo>
                <a:cubicBezTo>
                  <a:pt x="2096070" y="108790"/>
                  <a:pt x="2099267" y="108027"/>
                  <a:pt x="2103453" y="106499"/>
                </a:cubicBezTo>
                <a:lnTo>
                  <a:pt x="2105490" y="125067"/>
                </a:lnTo>
                <a:cubicBezTo>
                  <a:pt x="2099946" y="127454"/>
                  <a:pt x="2093666" y="128647"/>
                  <a:pt x="2086651" y="128647"/>
                </a:cubicBezTo>
                <a:cubicBezTo>
                  <a:pt x="2082351" y="128647"/>
                  <a:pt x="2078476" y="127926"/>
                  <a:pt x="2075025" y="126484"/>
                </a:cubicBezTo>
                <a:cubicBezTo>
                  <a:pt x="2071574" y="125041"/>
                  <a:pt x="2069042" y="123174"/>
                  <a:pt x="2067430" y="120883"/>
                </a:cubicBezTo>
                <a:cubicBezTo>
                  <a:pt x="2065818" y="118592"/>
                  <a:pt x="2064700" y="115494"/>
                  <a:pt x="2064078" y="111591"/>
                </a:cubicBezTo>
                <a:cubicBezTo>
                  <a:pt x="2063569" y="108819"/>
                  <a:pt x="2063314" y="103218"/>
                  <a:pt x="2063314" y="94788"/>
                </a:cubicBezTo>
                <a:lnTo>
                  <a:pt x="2063314" y="55498"/>
                </a:lnTo>
                <a:lnTo>
                  <a:pt x="2052367" y="55498"/>
                </a:lnTo>
                <a:lnTo>
                  <a:pt x="2052367" y="36490"/>
                </a:lnTo>
                <a:lnTo>
                  <a:pt x="2063314" y="36490"/>
                </a:lnTo>
                <a:lnTo>
                  <a:pt x="2063314" y="18499"/>
                </a:lnTo>
                <a:lnTo>
                  <a:pt x="2087245" y="4413"/>
                </a:lnTo>
                <a:lnTo>
                  <a:pt x="2087245" y="36490"/>
                </a:lnTo>
                <a:lnTo>
                  <a:pt x="2103538" y="36490"/>
                </a:lnTo>
                <a:close/>
                <a:moveTo>
                  <a:pt x="2119490" y="102680"/>
                </a:moveTo>
                <a:lnTo>
                  <a:pt x="2143336" y="102680"/>
                </a:lnTo>
                <a:lnTo>
                  <a:pt x="2143336" y="119793"/>
                </a:lnTo>
                <a:cubicBezTo>
                  <a:pt x="2143336" y="126718"/>
                  <a:pt x="2142742" y="132181"/>
                  <a:pt x="2141554" y="136181"/>
                </a:cubicBezTo>
                <a:cubicBezTo>
                  <a:pt x="2140366" y="140184"/>
                  <a:pt x="2138117" y="143775"/>
                  <a:pt x="2134808" y="146953"/>
                </a:cubicBezTo>
                <a:cubicBezTo>
                  <a:pt x="2131498" y="150132"/>
                  <a:pt x="2127298" y="152629"/>
                  <a:pt x="2122206" y="154445"/>
                </a:cubicBezTo>
                <a:lnTo>
                  <a:pt x="2117539" y="144601"/>
                </a:lnTo>
                <a:cubicBezTo>
                  <a:pt x="2122347" y="143010"/>
                  <a:pt x="2125770" y="140821"/>
                  <a:pt x="2127807" y="138035"/>
                </a:cubicBezTo>
                <a:cubicBezTo>
                  <a:pt x="2129843" y="135251"/>
                  <a:pt x="2130918" y="131443"/>
                  <a:pt x="2131031" y="126611"/>
                </a:cubicBezTo>
                <a:lnTo>
                  <a:pt x="2119490" y="126611"/>
                </a:lnTo>
                <a:lnTo>
                  <a:pt x="2119490" y="102680"/>
                </a:lnTo>
                <a:close/>
                <a:moveTo>
                  <a:pt x="2163477" y="32756"/>
                </a:moveTo>
                <a:cubicBezTo>
                  <a:pt x="2163477" y="21639"/>
                  <a:pt x="2165924" y="13401"/>
                  <a:pt x="2170818" y="8040"/>
                </a:cubicBezTo>
                <a:cubicBezTo>
                  <a:pt x="2175711" y="2680"/>
                  <a:pt x="2182344" y="0"/>
                  <a:pt x="2190717" y="0"/>
                </a:cubicBezTo>
                <a:cubicBezTo>
                  <a:pt x="2199373" y="0"/>
                  <a:pt x="2206148" y="2666"/>
                  <a:pt x="2211041" y="7998"/>
                </a:cubicBezTo>
                <a:cubicBezTo>
                  <a:pt x="2215935" y="13330"/>
                  <a:pt x="2218381" y="21583"/>
                  <a:pt x="2218381" y="32756"/>
                </a:cubicBezTo>
                <a:cubicBezTo>
                  <a:pt x="2218381" y="43873"/>
                  <a:pt x="2215935" y="52111"/>
                  <a:pt x="2211041" y="57471"/>
                </a:cubicBezTo>
                <a:cubicBezTo>
                  <a:pt x="2206148" y="62832"/>
                  <a:pt x="2199514" y="65512"/>
                  <a:pt x="2191141" y="65512"/>
                </a:cubicBezTo>
                <a:cubicBezTo>
                  <a:pt x="2182486" y="65512"/>
                  <a:pt x="2175711" y="62846"/>
                  <a:pt x="2170818" y="57514"/>
                </a:cubicBezTo>
                <a:cubicBezTo>
                  <a:pt x="2165924" y="52182"/>
                  <a:pt x="2163477" y="43929"/>
                  <a:pt x="2163477" y="32756"/>
                </a:cubicBezTo>
                <a:moveTo>
                  <a:pt x="2182061" y="32756"/>
                </a:moveTo>
                <a:cubicBezTo>
                  <a:pt x="2182061" y="40775"/>
                  <a:pt x="2182995" y="46158"/>
                  <a:pt x="2184862" y="48906"/>
                </a:cubicBezTo>
                <a:cubicBezTo>
                  <a:pt x="2186276" y="50925"/>
                  <a:pt x="2188228" y="51934"/>
                  <a:pt x="2190717" y="51934"/>
                </a:cubicBezTo>
                <a:cubicBezTo>
                  <a:pt x="2193263" y="51934"/>
                  <a:pt x="2195243" y="50925"/>
                  <a:pt x="2196657" y="48906"/>
                </a:cubicBezTo>
                <a:cubicBezTo>
                  <a:pt x="2198468" y="46158"/>
                  <a:pt x="2199373" y="40775"/>
                  <a:pt x="2199373" y="32756"/>
                </a:cubicBezTo>
                <a:cubicBezTo>
                  <a:pt x="2199373" y="24737"/>
                  <a:pt x="2198468" y="19382"/>
                  <a:pt x="2196657" y="16691"/>
                </a:cubicBezTo>
                <a:cubicBezTo>
                  <a:pt x="2195243" y="14615"/>
                  <a:pt x="2193263" y="13578"/>
                  <a:pt x="2190717" y="13578"/>
                </a:cubicBezTo>
                <a:cubicBezTo>
                  <a:pt x="2188228" y="13578"/>
                  <a:pt x="2186276" y="14587"/>
                  <a:pt x="2184862" y="16606"/>
                </a:cubicBezTo>
                <a:cubicBezTo>
                  <a:pt x="2182995" y="19353"/>
                  <a:pt x="2182061" y="24737"/>
                  <a:pt x="2182061" y="32756"/>
                </a:cubicBezTo>
                <a:moveTo>
                  <a:pt x="2208877" y="131363"/>
                </a:moveTo>
                <a:lnTo>
                  <a:pt x="2191226" y="131363"/>
                </a:lnTo>
                <a:lnTo>
                  <a:pt x="2257502" y="0"/>
                </a:lnTo>
                <a:lnTo>
                  <a:pt x="2274644" y="0"/>
                </a:lnTo>
                <a:lnTo>
                  <a:pt x="2208877" y="131363"/>
                </a:lnTo>
                <a:moveTo>
                  <a:pt x="2247404" y="98650"/>
                </a:moveTo>
                <a:cubicBezTo>
                  <a:pt x="2247404" y="87462"/>
                  <a:pt x="2249850" y="79171"/>
                  <a:pt x="2254744" y="73775"/>
                </a:cubicBezTo>
                <a:cubicBezTo>
                  <a:pt x="2259637" y="68379"/>
                  <a:pt x="2266327" y="65681"/>
                  <a:pt x="2274813" y="65681"/>
                </a:cubicBezTo>
                <a:cubicBezTo>
                  <a:pt x="2283356" y="65681"/>
                  <a:pt x="2290074" y="68379"/>
                  <a:pt x="2294967" y="73775"/>
                </a:cubicBezTo>
                <a:cubicBezTo>
                  <a:pt x="2299861" y="79171"/>
                  <a:pt x="2302308" y="87462"/>
                  <a:pt x="2302308" y="98650"/>
                </a:cubicBezTo>
                <a:cubicBezTo>
                  <a:pt x="2302308" y="109893"/>
                  <a:pt x="2299861" y="118213"/>
                  <a:pt x="2294967" y="123609"/>
                </a:cubicBezTo>
                <a:cubicBezTo>
                  <a:pt x="2290074" y="129005"/>
                  <a:pt x="2283441" y="131702"/>
                  <a:pt x="2275068" y="131702"/>
                </a:cubicBezTo>
                <a:cubicBezTo>
                  <a:pt x="2266412" y="131702"/>
                  <a:pt x="2259637" y="129005"/>
                  <a:pt x="2254744" y="123609"/>
                </a:cubicBezTo>
                <a:cubicBezTo>
                  <a:pt x="2249850" y="118213"/>
                  <a:pt x="2247404" y="109893"/>
                  <a:pt x="2247404" y="98650"/>
                </a:cubicBezTo>
                <a:moveTo>
                  <a:pt x="2265988" y="98692"/>
                </a:moveTo>
                <a:cubicBezTo>
                  <a:pt x="2265988" y="106817"/>
                  <a:pt x="2266921" y="112244"/>
                  <a:pt x="2268788" y="114972"/>
                </a:cubicBezTo>
                <a:cubicBezTo>
                  <a:pt x="2270203" y="117074"/>
                  <a:pt x="2272154" y="118125"/>
                  <a:pt x="2274644" y="118125"/>
                </a:cubicBezTo>
                <a:cubicBezTo>
                  <a:pt x="2277189" y="118125"/>
                  <a:pt x="2279141" y="117102"/>
                  <a:pt x="2280499" y="115057"/>
                </a:cubicBezTo>
                <a:cubicBezTo>
                  <a:pt x="2282366" y="112272"/>
                  <a:pt x="2283299" y="106817"/>
                  <a:pt x="2283299" y="98692"/>
                </a:cubicBezTo>
                <a:cubicBezTo>
                  <a:pt x="2283299" y="90567"/>
                  <a:pt x="2282394" y="85112"/>
                  <a:pt x="2280584" y="82327"/>
                </a:cubicBezTo>
                <a:cubicBezTo>
                  <a:pt x="2279169" y="80282"/>
                  <a:pt x="2277189" y="79259"/>
                  <a:pt x="2274644" y="79259"/>
                </a:cubicBezTo>
                <a:cubicBezTo>
                  <a:pt x="2272098" y="79259"/>
                  <a:pt x="2270146" y="80282"/>
                  <a:pt x="2268788" y="82327"/>
                </a:cubicBezTo>
                <a:cubicBezTo>
                  <a:pt x="2266921" y="85112"/>
                  <a:pt x="2265988" y="90567"/>
                  <a:pt x="2265988" y="98692"/>
                </a:cubicBezTo>
                <a:close/>
                <a:moveTo>
                  <a:pt x="2316282" y="163270"/>
                </a:moveTo>
                <a:cubicBezTo>
                  <a:pt x="2320977" y="153190"/>
                  <a:pt x="2324287" y="145459"/>
                  <a:pt x="2326210" y="140080"/>
                </a:cubicBezTo>
                <a:cubicBezTo>
                  <a:pt x="2328134" y="134700"/>
                  <a:pt x="2329916" y="128499"/>
                  <a:pt x="2331557" y="121477"/>
                </a:cubicBezTo>
                <a:cubicBezTo>
                  <a:pt x="2333197" y="114453"/>
                  <a:pt x="2334414" y="107784"/>
                  <a:pt x="2335206" y="101471"/>
                </a:cubicBezTo>
                <a:cubicBezTo>
                  <a:pt x="2335998" y="95156"/>
                  <a:pt x="2336394" y="88686"/>
                  <a:pt x="2336394" y="82059"/>
                </a:cubicBezTo>
                <a:cubicBezTo>
                  <a:pt x="2336394" y="68581"/>
                  <a:pt x="2334951" y="55824"/>
                  <a:pt x="2332066" y="43790"/>
                </a:cubicBezTo>
                <a:cubicBezTo>
                  <a:pt x="2329181" y="31756"/>
                  <a:pt x="2323863" y="17159"/>
                  <a:pt x="2316112" y="0"/>
                </a:cubicBezTo>
                <a:lnTo>
                  <a:pt x="2332320" y="0"/>
                </a:lnTo>
                <a:cubicBezTo>
                  <a:pt x="2340863" y="12176"/>
                  <a:pt x="2347496" y="25088"/>
                  <a:pt x="2352220" y="38736"/>
                </a:cubicBezTo>
                <a:cubicBezTo>
                  <a:pt x="2356944" y="52384"/>
                  <a:pt x="2359306" y="66230"/>
                  <a:pt x="2359306" y="80275"/>
                </a:cubicBezTo>
                <a:cubicBezTo>
                  <a:pt x="2359306" y="92111"/>
                  <a:pt x="2357439" y="104797"/>
                  <a:pt x="2353705" y="118332"/>
                </a:cubicBezTo>
                <a:cubicBezTo>
                  <a:pt x="2349462" y="133509"/>
                  <a:pt x="2342475" y="148489"/>
                  <a:pt x="2332745" y="163270"/>
                </a:cubicBezTo>
                <a:lnTo>
                  <a:pt x="2316282" y="1632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A3321E-FE0F-4D28-B91A-411632E8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273921"/>
            <a:ext cx="160424" cy="160424"/>
          </a:xfrm>
          <a:custGeom xmlns:a="http://schemas.openxmlformats.org/drawingml/2006/main">
            <a:pathLst>
              <a:path w="160424" h="160424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9B197-021D-49E1-AF01-51E85492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273921"/>
            <a:ext cx="160424" cy="160424"/>
          </a:xfrm>
          <a:custGeom xmlns:a="http://schemas.openxmlformats.org/drawingml/2006/main">
            <a:pathLst>
              <a:path w="160424" h="160424" fill="none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57" name="Text 1">
            <a:extLst xmlns:a="http://schemas.openxmlformats.org/drawingml/2006/main">
              <a:ext uri="{FF2B5EF4-FFF2-40B4-BE49-F238E27FC236}">
                <a16:creationId xmlns:a16="http://schemas.microsoft.com/office/drawing/2014/main" id="{A184C5C1-17FA-4C03-82B2-2E95DC08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280" y="292720"/>
            <a:ext cx="45824" cy="124914"/>
          </a:xfrm>
          <a:custGeom xmlns:a="http://schemas.openxmlformats.org/drawingml/2006/main">
            <a:pathLst>
              <a:path w="45824" h="124914">
                <a:moveTo>
                  <a:pt x="45824" y="124914"/>
                </a:moveTo>
                <a:lnTo>
                  <a:pt x="30550" y="124914"/>
                </a:lnTo>
                <a:lnTo>
                  <a:pt x="30550" y="27579"/>
                </a:lnTo>
                <a:cubicBezTo>
                  <a:pt x="26872" y="31087"/>
                  <a:pt x="22049" y="34595"/>
                  <a:pt x="16081" y="38102"/>
                </a:cubicBezTo>
                <a:cubicBezTo>
                  <a:pt x="10112" y="41610"/>
                  <a:pt x="4752" y="44240"/>
                  <a:pt x="0" y="45994"/>
                </a:cubicBezTo>
                <a:lnTo>
                  <a:pt x="0" y="31228"/>
                </a:lnTo>
                <a:cubicBezTo>
                  <a:pt x="8543" y="27212"/>
                  <a:pt x="16010" y="22346"/>
                  <a:pt x="22403" y="16633"/>
                </a:cubicBezTo>
                <a:cubicBezTo>
                  <a:pt x="28796" y="10919"/>
                  <a:pt x="33322" y="5374"/>
                  <a:pt x="35981" y="0"/>
                </a:cubicBezTo>
                <a:lnTo>
                  <a:pt x="45824" y="0"/>
                </a:lnTo>
                <a:lnTo>
                  <a:pt x="45824" y="1249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8EAB27-2BE7-4C71-9297-9D413975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1199702"/>
            <a:ext cx="160424" cy="160424"/>
          </a:xfrm>
          <a:custGeom xmlns:a="http://schemas.openxmlformats.org/drawingml/2006/main">
            <a:pathLst>
              <a:path w="160424" h="160424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1FC9E-BCB8-4042-AE1D-CCC34E5C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1199702"/>
            <a:ext cx="160424" cy="160424"/>
          </a:xfrm>
          <a:custGeom xmlns:a="http://schemas.openxmlformats.org/drawingml/2006/main">
            <a:pathLst>
              <a:path w="160424" h="160424" fill="none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60" name="Text 2">
            <a:extLst xmlns:a="http://schemas.openxmlformats.org/drawingml/2006/main">
              <a:ext uri="{FF2B5EF4-FFF2-40B4-BE49-F238E27FC236}">
                <a16:creationId xmlns:a16="http://schemas.microsoft.com/office/drawing/2014/main" id="{49A6CD85-87A2-404C-8F97-ACB1518C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505" y="1215159"/>
            <a:ext cx="82342" cy="124914"/>
          </a:xfrm>
          <a:custGeom xmlns:a="http://schemas.openxmlformats.org/drawingml/2006/main">
            <a:pathLst>
              <a:path w="82342" h="124914">
                <a:moveTo>
                  <a:pt x="82342" y="110233"/>
                </a:moveTo>
                <a:lnTo>
                  <a:pt x="82342" y="124914"/>
                </a:lnTo>
                <a:lnTo>
                  <a:pt x="113" y="124914"/>
                </a:lnTo>
                <a:cubicBezTo>
                  <a:pt x="0" y="121238"/>
                  <a:pt x="594" y="117704"/>
                  <a:pt x="1895" y="114311"/>
                </a:cubicBezTo>
                <a:cubicBezTo>
                  <a:pt x="3988" y="108714"/>
                  <a:pt x="7340" y="103202"/>
                  <a:pt x="11951" y="97774"/>
                </a:cubicBezTo>
                <a:cubicBezTo>
                  <a:pt x="16562" y="92347"/>
                  <a:pt x="23223" y="86071"/>
                  <a:pt x="31936" y="78946"/>
                </a:cubicBezTo>
                <a:cubicBezTo>
                  <a:pt x="45457" y="67868"/>
                  <a:pt x="54593" y="59093"/>
                  <a:pt x="59345" y="52621"/>
                </a:cubicBezTo>
                <a:cubicBezTo>
                  <a:pt x="64097" y="46149"/>
                  <a:pt x="66474" y="40030"/>
                  <a:pt x="66474" y="34265"/>
                </a:cubicBezTo>
                <a:cubicBezTo>
                  <a:pt x="66474" y="28217"/>
                  <a:pt x="64310" y="23115"/>
                  <a:pt x="59982" y="18961"/>
                </a:cubicBezTo>
                <a:cubicBezTo>
                  <a:pt x="55654" y="14806"/>
                  <a:pt x="50011" y="12729"/>
                  <a:pt x="43052" y="12729"/>
                </a:cubicBezTo>
                <a:cubicBezTo>
                  <a:pt x="35698" y="12729"/>
                  <a:pt x="29814" y="14935"/>
                  <a:pt x="25401" y="19348"/>
                </a:cubicBezTo>
                <a:cubicBezTo>
                  <a:pt x="20989" y="23761"/>
                  <a:pt x="18754" y="29871"/>
                  <a:pt x="18697" y="37678"/>
                </a:cubicBezTo>
                <a:lnTo>
                  <a:pt x="2998" y="36063"/>
                </a:lnTo>
                <a:cubicBezTo>
                  <a:pt x="4073" y="24326"/>
                  <a:pt x="8118" y="15381"/>
                  <a:pt x="15133" y="9229"/>
                </a:cubicBezTo>
                <a:cubicBezTo>
                  <a:pt x="22148" y="3076"/>
                  <a:pt x="31568" y="0"/>
                  <a:pt x="43392" y="0"/>
                </a:cubicBezTo>
                <a:cubicBezTo>
                  <a:pt x="55329" y="0"/>
                  <a:pt x="64776" y="3310"/>
                  <a:pt x="71735" y="9931"/>
                </a:cubicBezTo>
                <a:cubicBezTo>
                  <a:pt x="78693" y="16552"/>
                  <a:pt x="82173" y="24758"/>
                  <a:pt x="82173" y="34549"/>
                </a:cubicBezTo>
                <a:cubicBezTo>
                  <a:pt x="82173" y="39529"/>
                  <a:pt x="81154" y="44424"/>
                  <a:pt x="79118" y="49235"/>
                </a:cubicBezTo>
                <a:cubicBezTo>
                  <a:pt x="77081" y="54045"/>
                  <a:pt x="73701" y="59110"/>
                  <a:pt x="68977" y="64430"/>
                </a:cubicBezTo>
                <a:cubicBezTo>
                  <a:pt x="64253" y="69748"/>
                  <a:pt x="56403" y="77047"/>
                  <a:pt x="45428" y="86329"/>
                </a:cubicBezTo>
                <a:cubicBezTo>
                  <a:pt x="36263" y="94014"/>
                  <a:pt x="30380" y="99228"/>
                  <a:pt x="27777" y="101970"/>
                </a:cubicBezTo>
                <a:cubicBezTo>
                  <a:pt x="25175" y="104710"/>
                  <a:pt x="23025" y="107464"/>
                  <a:pt x="21328" y="110233"/>
                </a:cubicBezTo>
                <a:lnTo>
                  <a:pt x="82342" y="1102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4246C-959B-4EBD-9142-EDBA4583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2122141"/>
            <a:ext cx="160424" cy="160424"/>
          </a:xfrm>
          <a:custGeom xmlns:a="http://schemas.openxmlformats.org/drawingml/2006/main">
            <a:pathLst>
              <a:path w="160424" h="160424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102C2F-11F3-429B-9507-C74A4D34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2122141"/>
            <a:ext cx="160424" cy="160424"/>
          </a:xfrm>
          <a:custGeom xmlns:a="http://schemas.openxmlformats.org/drawingml/2006/main">
            <a:pathLst>
              <a:path w="160424" h="160424" fill="none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63" name="Text 3">
            <a:extLst xmlns:a="http://schemas.openxmlformats.org/drawingml/2006/main">
              <a:ext uri="{FF2B5EF4-FFF2-40B4-BE49-F238E27FC236}">
                <a16:creationId xmlns:a16="http://schemas.microsoft.com/office/drawing/2014/main" id="{934E6C3E-4EC4-4689-97D9-F9932E86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655" y="2137599"/>
            <a:ext cx="81465" cy="126950"/>
          </a:xfrm>
          <a:custGeom xmlns:a="http://schemas.openxmlformats.org/drawingml/2006/main">
            <a:pathLst>
              <a:path w="81465" h="126950">
                <a:moveTo>
                  <a:pt x="0" y="91818"/>
                </a:moveTo>
                <a:lnTo>
                  <a:pt x="15275" y="89782"/>
                </a:lnTo>
                <a:cubicBezTo>
                  <a:pt x="17029" y="98437"/>
                  <a:pt x="20013" y="104675"/>
                  <a:pt x="24227" y="108493"/>
                </a:cubicBezTo>
                <a:cubicBezTo>
                  <a:pt x="28442" y="112312"/>
                  <a:pt x="33576" y="114221"/>
                  <a:pt x="39630" y="114221"/>
                </a:cubicBezTo>
                <a:cubicBezTo>
                  <a:pt x="46814" y="114221"/>
                  <a:pt x="52882" y="111737"/>
                  <a:pt x="57832" y="106767"/>
                </a:cubicBezTo>
                <a:cubicBezTo>
                  <a:pt x="62782" y="101797"/>
                  <a:pt x="65257" y="95641"/>
                  <a:pt x="65257" y="88299"/>
                </a:cubicBezTo>
                <a:cubicBezTo>
                  <a:pt x="65257" y="81295"/>
                  <a:pt x="62966" y="75520"/>
                  <a:pt x="58384" y="70975"/>
                </a:cubicBezTo>
                <a:cubicBezTo>
                  <a:pt x="53801" y="66428"/>
                  <a:pt x="47974" y="64154"/>
                  <a:pt x="40902" y="64154"/>
                </a:cubicBezTo>
                <a:cubicBezTo>
                  <a:pt x="38017" y="64154"/>
                  <a:pt x="34425" y="64720"/>
                  <a:pt x="30125" y="65851"/>
                </a:cubicBezTo>
                <a:lnTo>
                  <a:pt x="31822" y="52443"/>
                </a:lnTo>
                <a:cubicBezTo>
                  <a:pt x="32841" y="52557"/>
                  <a:pt x="33661" y="52613"/>
                  <a:pt x="34283" y="52613"/>
                </a:cubicBezTo>
                <a:cubicBezTo>
                  <a:pt x="40789" y="52613"/>
                  <a:pt x="46645" y="50930"/>
                  <a:pt x="51849" y="47564"/>
                </a:cubicBezTo>
                <a:cubicBezTo>
                  <a:pt x="57054" y="44198"/>
                  <a:pt x="59656" y="39009"/>
                  <a:pt x="59656" y="31997"/>
                </a:cubicBezTo>
                <a:cubicBezTo>
                  <a:pt x="59656" y="26444"/>
                  <a:pt x="57761" y="21845"/>
                  <a:pt x="53971" y="18200"/>
                </a:cubicBezTo>
                <a:cubicBezTo>
                  <a:pt x="50180" y="14553"/>
                  <a:pt x="45287" y="12729"/>
                  <a:pt x="39290" y="12729"/>
                </a:cubicBezTo>
                <a:cubicBezTo>
                  <a:pt x="33350" y="12729"/>
                  <a:pt x="28400" y="14596"/>
                  <a:pt x="24440" y="18330"/>
                </a:cubicBezTo>
                <a:cubicBezTo>
                  <a:pt x="20480" y="22064"/>
                  <a:pt x="17934" y="27664"/>
                  <a:pt x="16802" y="35132"/>
                </a:cubicBezTo>
                <a:lnTo>
                  <a:pt x="1527" y="32416"/>
                </a:lnTo>
                <a:cubicBezTo>
                  <a:pt x="3394" y="22124"/>
                  <a:pt x="7637" y="14148"/>
                  <a:pt x="14256" y="8489"/>
                </a:cubicBezTo>
                <a:cubicBezTo>
                  <a:pt x="20876" y="2830"/>
                  <a:pt x="29107" y="0"/>
                  <a:pt x="38951" y="0"/>
                </a:cubicBezTo>
                <a:cubicBezTo>
                  <a:pt x="45739" y="0"/>
                  <a:pt x="51991" y="1452"/>
                  <a:pt x="57705" y="4357"/>
                </a:cubicBezTo>
                <a:cubicBezTo>
                  <a:pt x="63419" y="7262"/>
                  <a:pt x="67789" y="11224"/>
                  <a:pt x="70816" y="16245"/>
                </a:cubicBezTo>
                <a:cubicBezTo>
                  <a:pt x="73842" y="21264"/>
                  <a:pt x="75356" y="26595"/>
                  <a:pt x="75356" y="32236"/>
                </a:cubicBezTo>
                <a:cubicBezTo>
                  <a:pt x="75356" y="37595"/>
                  <a:pt x="73913" y="42474"/>
                  <a:pt x="71028" y="46874"/>
                </a:cubicBezTo>
                <a:cubicBezTo>
                  <a:pt x="68142" y="51273"/>
                  <a:pt x="63871" y="54770"/>
                  <a:pt x="58214" y="57365"/>
                </a:cubicBezTo>
                <a:cubicBezTo>
                  <a:pt x="65568" y="59062"/>
                  <a:pt x="71282" y="62584"/>
                  <a:pt x="75356" y="67930"/>
                </a:cubicBezTo>
                <a:cubicBezTo>
                  <a:pt x="79429" y="73276"/>
                  <a:pt x="81465" y="79966"/>
                  <a:pt x="81465" y="88000"/>
                </a:cubicBezTo>
                <a:cubicBezTo>
                  <a:pt x="81465" y="98862"/>
                  <a:pt x="77505" y="108069"/>
                  <a:pt x="69585" y="115621"/>
                </a:cubicBezTo>
                <a:cubicBezTo>
                  <a:pt x="61665" y="123174"/>
                  <a:pt x="51651" y="126950"/>
                  <a:pt x="39545" y="126950"/>
                </a:cubicBezTo>
                <a:cubicBezTo>
                  <a:pt x="28626" y="126950"/>
                  <a:pt x="19560" y="123689"/>
                  <a:pt x="12347" y="117168"/>
                </a:cubicBezTo>
                <a:cubicBezTo>
                  <a:pt x="5134" y="110646"/>
                  <a:pt x="1018" y="102196"/>
                  <a:pt x="0" y="9181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49619-16C6-4C66-96A5-8F90D897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3044580"/>
            <a:ext cx="160424" cy="160424"/>
          </a:xfrm>
          <a:custGeom xmlns:a="http://schemas.openxmlformats.org/drawingml/2006/main">
            <a:pathLst>
              <a:path w="160424" h="160424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250F6-BA2D-4EEF-9DC7-87CBCB81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3044580"/>
            <a:ext cx="160424" cy="160424"/>
          </a:xfrm>
          <a:custGeom xmlns:a="http://schemas.openxmlformats.org/drawingml/2006/main">
            <a:pathLst>
              <a:path w="160424" h="160424" fill="none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66" name="Text 4">
            <a:extLst xmlns:a="http://schemas.openxmlformats.org/drawingml/2006/main">
              <a:ext uri="{FF2B5EF4-FFF2-40B4-BE49-F238E27FC236}">
                <a16:creationId xmlns:a16="http://schemas.microsoft.com/office/drawing/2014/main" id="{75D94DDD-2625-4654-B7FC-7210D1E0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563" y="3060547"/>
            <a:ext cx="86048" cy="124404"/>
          </a:xfrm>
          <a:custGeom xmlns:a="http://schemas.openxmlformats.org/drawingml/2006/main">
            <a:pathLst>
              <a:path w="86048" h="124404">
                <a:moveTo>
                  <a:pt x="53971" y="124404"/>
                </a:moveTo>
                <a:lnTo>
                  <a:pt x="53971" y="94619"/>
                </a:lnTo>
                <a:lnTo>
                  <a:pt x="0" y="94619"/>
                </a:lnTo>
                <a:lnTo>
                  <a:pt x="0" y="80617"/>
                </a:lnTo>
                <a:lnTo>
                  <a:pt x="56771" y="0"/>
                </a:lnTo>
                <a:lnTo>
                  <a:pt x="69246" y="0"/>
                </a:lnTo>
                <a:lnTo>
                  <a:pt x="69246" y="80617"/>
                </a:lnTo>
                <a:lnTo>
                  <a:pt x="86048" y="80617"/>
                </a:lnTo>
                <a:lnTo>
                  <a:pt x="86048" y="94619"/>
                </a:lnTo>
                <a:lnTo>
                  <a:pt x="69246" y="94619"/>
                </a:lnTo>
                <a:lnTo>
                  <a:pt x="69246" y="124404"/>
                </a:lnTo>
                <a:lnTo>
                  <a:pt x="53971" y="124404"/>
                </a:lnTo>
                <a:moveTo>
                  <a:pt x="53971" y="80617"/>
                </a:moveTo>
                <a:lnTo>
                  <a:pt x="53971" y="24524"/>
                </a:lnTo>
                <a:lnTo>
                  <a:pt x="15020" y="80617"/>
                </a:lnTo>
                <a:lnTo>
                  <a:pt x="53971" y="8061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29D42-0AAA-49F4-81F4-0DCFB17F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3967019"/>
            <a:ext cx="160424" cy="160424"/>
          </a:xfrm>
          <a:custGeom xmlns:a="http://schemas.openxmlformats.org/drawingml/2006/main">
            <a:pathLst>
              <a:path w="160424" h="160424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69F11-5D4D-4356-BC6B-347F63AE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3967019"/>
            <a:ext cx="160424" cy="160424"/>
          </a:xfrm>
          <a:custGeom xmlns:a="http://schemas.openxmlformats.org/drawingml/2006/main">
            <a:pathLst>
              <a:path w="160424" h="160424" fill="none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69" name="Text 5">
            <a:extLst xmlns:a="http://schemas.openxmlformats.org/drawingml/2006/main">
              <a:ext uri="{FF2B5EF4-FFF2-40B4-BE49-F238E27FC236}">
                <a16:creationId xmlns:a16="http://schemas.microsoft.com/office/drawing/2014/main" id="{D93E4CA4-47F6-41E7-89D7-8A37383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570" y="3984513"/>
            <a:ext cx="82484" cy="124914"/>
          </a:xfrm>
          <a:custGeom xmlns:a="http://schemas.openxmlformats.org/drawingml/2006/main">
            <a:pathLst>
              <a:path w="82484" h="124914">
                <a:moveTo>
                  <a:pt x="0" y="90121"/>
                </a:moveTo>
                <a:lnTo>
                  <a:pt x="16039" y="88763"/>
                </a:lnTo>
                <a:cubicBezTo>
                  <a:pt x="17227" y="96544"/>
                  <a:pt x="19984" y="102393"/>
                  <a:pt x="24312" y="106311"/>
                </a:cubicBezTo>
                <a:cubicBezTo>
                  <a:pt x="28640" y="110227"/>
                  <a:pt x="33859" y="112185"/>
                  <a:pt x="39969" y="112185"/>
                </a:cubicBezTo>
                <a:cubicBezTo>
                  <a:pt x="47323" y="112185"/>
                  <a:pt x="53547" y="109417"/>
                  <a:pt x="58638" y="103882"/>
                </a:cubicBezTo>
                <a:cubicBezTo>
                  <a:pt x="63730" y="98345"/>
                  <a:pt x="66276" y="91001"/>
                  <a:pt x="66276" y="81850"/>
                </a:cubicBezTo>
                <a:cubicBezTo>
                  <a:pt x="66276" y="73150"/>
                  <a:pt x="63829" y="66286"/>
                  <a:pt x="58935" y="61258"/>
                </a:cubicBezTo>
                <a:cubicBezTo>
                  <a:pt x="54042" y="56230"/>
                  <a:pt x="47635" y="53716"/>
                  <a:pt x="39714" y="53716"/>
                </a:cubicBezTo>
                <a:cubicBezTo>
                  <a:pt x="34793" y="53716"/>
                  <a:pt x="30352" y="54826"/>
                  <a:pt x="26391" y="57044"/>
                </a:cubicBezTo>
                <a:cubicBezTo>
                  <a:pt x="22431" y="59263"/>
                  <a:pt x="19320" y="62142"/>
                  <a:pt x="17057" y="65681"/>
                </a:cubicBezTo>
                <a:lnTo>
                  <a:pt x="2716" y="63815"/>
                </a:lnTo>
                <a:lnTo>
                  <a:pt x="14766" y="0"/>
                </a:lnTo>
                <a:lnTo>
                  <a:pt x="76628" y="0"/>
                </a:lnTo>
                <a:lnTo>
                  <a:pt x="76628" y="14426"/>
                </a:lnTo>
                <a:lnTo>
                  <a:pt x="26985" y="14426"/>
                </a:lnTo>
                <a:lnTo>
                  <a:pt x="20281" y="47946"/>
                </a:lnTo>
                <a:cubicBezTo>
                  <a:pt x="27749" y="42798"/>
                  <a:pt x="35585" y="40224"/>
                  <a:pt x="43788" y="40224"/>
                </a:cubicBezTo>
                <a:cubicBezTo>
                  <a:pt x="54650" y="40224"/>
                  <a:pt x="63815" y="43990"/>
                  <a:pt x="71282" y="51523"/>
                </a:cubicBezTo>
                <a:cubicBezTo>
                  <a:pt x="78750" y="59054"/>
                  <a:pt x="82484" y="68737"/>
                  <a:pt x="82484" y="80572"/>
                </a:cubicBezTo>
                <a:cubicBezTo>
                  <a:pt x="82484" y="91842"/>
                  <a:pt x="79202" y="101582"/>
                  <a:pt x="72640" y="109793"/>
                </a:cubicBezTo>
                <a:cubicBezTo>
                  <a:pt x="64663" y="119873"/>
                  <a:pt x="53773" y="124914"/>
                  <a:pt x="39969" y="124914"/>
                </a:cubicBezTo>
                <a:cubicBezTo>
                  <a:pt x="28654" y="124914"/>
                  <a:pt x="19419" y="121738"/>
                  <a:pt x="12262" y="115385"/>
                </a:cubicBezTo>
                <a:cubicBezTo>
                  <a:pt x="5106" y="109033"/>
                  <a:pt x="1018" y="100612"/>
                  <a:pt x="0" y="9012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BEAB28-5592-4307-8D9F-FE9DC768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4889459"/>
            <a:ext cx="160424" cy="160424"/>
          </a:xfrm>
          <a:custGeom xmlns:a="http://schemas.openxmlformats.org/drawingml/2006/main">
            <a:pathLst>
              <a:path w="160424" h="160424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72241-FDE7-4748-A243-71DD0F3E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4889459"/>
            <a:ext cx="160424" cy="160424"/>
          </a:xfrm>
          <a:custGeom xmlns:a="http://schemas.openxmlformats.org/drawingml/2006/main">
            <a:pathLst>
              <a:path w="160424" h="160424" fill="none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72" name="Text 6">
            <a:extLst xmlns:a="http://schemas.openxmlformats.org/drawingml/2006/main">
              <a:ext uri="{FF2B5EF4-FFF2-40B4-BE49-F238E27FC236}">
                <a16:creationId xmlns:a16="http://schemas.microsoft.com/office/drawing/2014/main" id="{CE7AB0DD-5B77-47D7-BB06-5165F1B7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891" y="4904916"/>
            <a:ext cx="82144" cy="126950"/>
          </a:xfrm>
          <a:custGeom xmlns:a="http://schemas.openxmlformats.org/drawingml/2006/main">
            <a:pathLst>
              <a:path w="82144" h="126950">
                <a:moveTo>
                  <a:pt x="79938" y="31056"/>
                </a:moveTo>
                <a:lnTo>
                  <a:pt x="64748" y="32247"/>
                </a:lnTo>
                <a:cubicBezTo>
                  <a:pt x="63390" y="26276"/>
                  <a:pt x="61467" y="21939"/>
                  <a:pt x="58978" y="19234"/>
                </a:cubicBezTo>
                <a:cubicBezTo>
                  <a:pt x="54848" y="14897"/>
                  <a:pt x="49756" y="12729"/>
                  <a:pt x="43703" y="12729"/>
                </a:cubicBezTo>
                <a:cubicBezTo>
                  <a:pt x="38838" y="12729"/>
                  <a:pt x="34566" y="14080"/>
                  <a:pt x="30889" y="16781"/>
                </a:cubicBezTo>
                <a:cubicBezTo>
                  <a:pt x="26080" y="20269"/>
                  <a:pt x="22290" y="25362"/>
                  <a:pt x="19518" y="32058"/>
                </a:cubicBezTo>
                <a:cubicBezTo>
                  <a:pt x="16746" y="38755"/>
                  <a:pt x="15303" y="48294"/>
                  <a:pt x="15190" y="60675"/>
                </a:cubicBezTo>
                <a:cubicBezTo>
                  <a:pt x="18867" y="55074"/>
                  <a:pt x="23365" y="50916"/>
                  <a:pt x="28683" y="48200"/>
                </a:cubicBezTo>
                <a:cubicBezTo>
                  <a:pt x="34000" y="45485"/>
                  <a:pt x="39573" y="44127"/>
                  <a:pt x="45400" y="44127"/>
                </a:cubicBezTo>
                <a:cubicBezTo>
                  <a:pt x="55583" y="44127"/>
                  <a:pt x="64253" y="47875"/>
                  <a:pt x="71410" y="55371"/>
                </a:cubicBezTo>
                <a:cubicBezTo>
                  <a:pt x="78566" y="62867"/>
                  <a:pt x="82144" y="72555"/>
                  <a:pt x="82144" y="84436"/>
                </a:cubicBezTo>
                <a:cubicBezTo>
                  <a:pt x="82144" y="92243"/>
                  <a:pt x="80461" y="99498"/>
                  <a:pt x="77095" y="106202"/>
                </a:cubicBezTo>
                <a:cubicBezTo>
                  <a:pt x="73729" y="112906"/>
                  <a:pt x="69104" y="118040"/>
                  <a:pt x="63221" y="121604"/>
                </a:cubicBezTo>
                <a:cubicBezTo>
                  <a:pt x="57337" y="125168"/>
                  <a:pt x="50661" y="126950"/>
                  <a:pt x="43194" y="126950"/>
                </a:cubicBezTo>
                <a:cubicBezTo>
                  <a:pt x="30465" y="126950"/>
                  <a:pt x="20083" y="122272"/>
                  <a:pt x="12050" y="112917"/>
                </a:cubicBezTo>
                <a:cubicBezTo>
                  <a:pt x="4017" y="103559"/>
                  <a:pt x="0" y="88138"/>
                  <a:pt x="0" y="66655"/>
                </a:cubicBezTo>
                <a:cubicBezTo>
                  <a:pt x="0" y="42627"/>
                  <a:pt x="4441" y="25157"/>
                  <a:pt x="13323" y="14246"/>
                </a:cubicBezTo>
                <a:cubicBezTo>
                  <a:pt x="21074" y="4749"/>
                  <a:pt x="31511" y="0"/>
                  <a:pt x="44636" y="0"/>
                </a:cubicBezTo>
                <a:cubicBezTo>
                  <a:pt x="54423" y="0"/>
                  <a:pt x="62443" y="2751"/>
                  <a:pt x="68694" y="8253"/>
                </a:cubicBezTo>
                <a:cubicBezTo>
                  <a:pt x="74945" y="13754"/>
                  <a:pt x="78693" y="21355"/>
                  <a:pt x="79938" y="31056"/>
                </a:cubicBezTo>
                <a:moveTo>
                  <a:pt x="17566" y="84441"/>
                </a:moveTo>
                <a:cubicBezTo>
                  <a:pt x="17566" y="89686"/>
                  <a:pt x="18683" y="94706"/>
                  <a:pt x="20918" y="99501"/>
                </a:cubicBezTo>
                <a:cubicBezTo>
                  <a:pt x="23153" y="104295"/>
                  <a:pt x="26278" y="107948"/>
                  <a:pt x="30295" y="110458"/>
                </a:cubicBezTo>
                <a:cubicBezTo>
                  <a:pt x="34312" y="112967"/>
                  <a:pt x="38526" y="114221"/>
                  <a:pt x="42939" y="114221"/>
                </a:cubicBezTo>
                <a:cubicBezTo>
                  <a:pt x="49388" y="114221"/>
                  <a:pt x="54933" y="111627"/>
                  <a:pt x="59572" y="106438"/>
                </a:cubicBezTo>
                <a:cubicBezTo>
                  <a:pt x="64211" y="101249"/>
                  <a:pt x="66530" y="94199"/>
                  <a:pt x="66530" y="85287"/>
                </a:cubicBezTo>
                <a:cubicBezTo>
                  <a:pt x="66530" y="76712"/>
                  <a:pt x="64239" y="69958"/>
                  <a:pt x="59656" y="65024"/>
                </a:cubicBezTo>
                <a:cubicBezTo>
                  <a:pt x="55074" y="60088"/>
                  <a:pt x="49304" y="57620"/>
                  <a:pt x="42345" y="57620"/>
                </a:cubicBezTo>
                <a:cubicBezTo>
                  <a:pt x="35443" y="57620"/>
                  <a:pt x="29588" y="60088"/>
                  <a:pt x="24779" y="65024"/>
                </a:cubicBezTo>
                <a:cubicBezTo>
                  <a:pt x="19970" y="69958"/>
                  <a:pt x="17566" y="76430"/>
                  <a:pt x="17566" y="8444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1D358-E685-4D32-BBB7-1319D395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5811898"/>
            <a:ext cx="160424" cy="160424"/>
          </a:xfrm>
          <a:custGeom xmlns:a="http://schemas.openxmlformats.org/drawingml/2006/main">
            <a:pathLst>
              <a:path w="160424" h="160424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0E3DC-88E6-4193-9151-202DC9A6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5811898"/>
            <a:ext cx="160424" cy="160424"/>
          </a:xfrm>
          <a:custGeom xmlns:a="http://schemas.openxmlformats.org/drawingml/2006/main">
            <a:pathLst>
              <a:path w="160424" h="160424" fill="none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75" name="Text 7">
            <a:extLst xmlns:a="http://schemas.openxmlformats.org/drawingml/2006/main">
              <a:ext uri="{FF2B5EF4-FFF2-40B4-BE49-F238E27FC236}">
                <a16:creationId xmlns:a16="http://schemas.microsoft.com/office/drawing/2014/main" id="{444F866D-82C5-473D-B9DA-8D242444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588" y="5829392"/>
            <a:ext cx="80532" cy="122877"/>
          </a:xfrm>
          <a:custGeom xmlns:a="http://schemas.openxmlformats.org/drawingml/2006/main">
            <a:pathLst>
              <a:path w="80532" h="122877">
                <a:moveTo>
                  <a:pt x="0" y="14681"/>
                </a:moveTo>
                <a:lnTo>
                  <a:pt x="0" y="0"/>
                </a:lnTo>
                <a:lnTo>
                  <a:pt x="80532" y="0"/>
                </a:lnTo>
                <a:lnTo>
                  <a:pt x="80532" y="11880"/>
                </a:lnTo>
                <a:cubicBezTo>
                  <a:pt x="72612" y="20317"/>
                  <a:pt x="64762" y="31527"/>
                  <a:pt x="56983" y="45511"/>
                </a:cubicBezTo>
                <a:cubicBezTo>
                  <a:pt x="49205" y="59496"/>
                  <a:pt x="43194" y="73876"/>
                  <a:pt x="38951" y="88652"/>
                </a:cubicBezTo>
                <a:cubicBezTo>
                  <a:pt x="35896" y="99070"/>
                  <a:pt x="33944" y="110479"/>
                  <a:pt x="33095" y="122877"/>
                </a:cubicBezTo>
                <a:lnTo>
                  <a:pt x="17396" y="122877"/>
                </a:lnTo>
                <a:cubicBezTo>
                  <a:pt x="17566" y="113083"/>
                  <a:pt x="19489" y="101250"/>
                  <a:pt x="23167" y="87379"/>
                </a:cubicBezTo>
                <a:cubicBezTo>
                  <a:pt x="26844" y="73506"/>
                  <a:pt x="32119" y="60130"/>
                  <a:pt x="38993" y="47251"/>
                </a:cubicBezTo>
                <a:cubicBezTo>
                  <a:pt x="45867" y="34370"/>
                  <a:pt x="53179" y="23513"/>
                  <a:pt x="60929" y="14681"/>
                </a:cubicBezTo>
                <a:lnTo>
                  <a:pt x="0" y="146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7BAFB-4201-4F78-B9B9-62CF4B72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6868024"/>
            <a:ext cx="160424" cy="160424"/>
          </a:xfrm>
          <a:custGeom xmlns:a="http://schemas.openxmlformats.org/drawingml/2006/main">
            <a:pathLst>
              <a:path w="160424" h="160424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4F09F2-0A99-4308-A5D8-702232E8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6868024"/>
            <a:ext cx="160424" cy="160424"/>
          </a:xfrm>
          <a:custGeom xmlns:a="http://schemas.openxmlformats.org/drawingml/2006/main">
            <a:pathLst>
              <a:path w="160424" h="160424" fill="none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78" name="Text 8">
            <a:extLst xmlns:a="http://schemas.openxmlformats.org/drawingml/2006/main">
              <a:ext uri="{FF2B5EF4-FFF2-40B4-BE49-F238E27FC236}">
                <a16:creationId xmlns:a16="http://schemas.microsoft.com/office/drawing/2014/main" id="{CE3386CA-74B1-423D-803D-0976E3D0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400" y="6883481"/>
            <a:ext cx="81975" cy="126950"/>
          </a:xfrm>
          <a:custGeom xmlns:a="http://schemas.openxmlformats.org/drawingml/2006/main">
            <a:pathLst>
              <a:path w="81975" h="126950">
                <a:moveTo>
                  <a:pt x="23676" y="57280"/>
                </a:moveTo>
                <a:cubicBezTo>
                  <a:pt x="17340" y="54968"/>
                  <a:pt x="12644" y="51668"/>
                  <a:pt x="9589" y="47381"/>
                </a:cubicBezTo>
                <a:cubicBezTo>
                  <a:pt x="6534" y="43094"/>
                  <a:pt x="5007" y="37961"/>
                  <a:pt x="5007" y="31982"/>
                </a:cubicBezTo>
                <a:cubicBezTo>
                  <a:pt x="5007" y="22956"/>
                  <a:pt x="8260" y="15370"/>
                  <a:pt x="14766" y="9223"/>
                </a:cubicBezTo>
                <a:cubicBezTo>
                  <a:pt x="21272" y="3074"/>
                  <a:pt x="29927" y="0"/>
                  <a:pt x="40733" y="0"/>
                </a:cubicBezTo>
                <a:cubicBezTo>
                  <a:pt x="51595" y="0"/>
                  <a:pt x="60335" y="3145"/>
                  <a:pt x="66954" y="9435"/>
                </a:cubicBezTo>
                <a:cubicBezTo>
                  <a:pt x="73573" y="15724"/>
                  <a:pt x="76883" y="23381"/>
                  <a:pt x="76883" y="32406"/>
                </a:cubicBezTo>
                <a:cubicBezTo>
                  <a:pt x="76883" y="38159"/>
                  <a:pt x="75370" y="43164"/>
                  <a:pt x="72343" y="47423"/>
                </a:cubicBezTo>
                <a:cubicBezTo>
                  <a:pt x="69316" y="51682"/>
                  <a:pt x="64720" y="54968"/>
                  <a:pt x="58553" y="57280"/>
                </a:cubicBezTo>
                <a:cubicBezTo>
                  <a:pt x="66191" y="59773"/>
                  <a:pt x="72004" y="63795"/>
                  <a:pt x="75992" y="69346"/>
                </a:cubicBezTo>
                <a:cubicBezTo>
                  <a:pt x="79980" y="74896"/>
                  <a:pt x="81975" y="81523"/>
                  <a:pt x="81975" y="89227"/>
                </a:cubicBezTo>
                <a:cubicBezTo>
                  <a:pt x="81975" y="99876"/>
                  <a:pt x="78212" y="108825"/>
                  <a:pt x="70688" y="116075"/>
                </a:cubicBezTo>
                <a:cubicBezTo>
                  <a:pt x="63164" y="123325"/>
                  <a:pt x="53264" y="126950"/>
                  <a:pt x="40987" y="126950"/>
                </a:cubicBezTo>
                <a:cubicBezTo>
                  <a:pt x="28711" y="126950"/>
                  <a:pt x="18811" y="123311"/>
                  <a:pt x="11286" y="116033"/>
                </a:cubicBezTo>
                <a:cubicBezTo>
                  <a:pt x="3762" y="108754"/>
                  <a:pt x="0" y="99677"/>
                  <a:pt x="0" y="88800"/>
                </a:cubicBezTo>
                <a:cubicBezTo>
                  <a:pt x="0" y="80702"/>
                  <a:pt x="2051" y="73919"/>
                  <a:pt x="6152" y="68453"/>
                </a:cubicBezTo>
                <a:cubicBezTo>
                  <a:pt x="10254" y="62986"/>
                  <a:pt x="16095" y="59262"/>
                  <a:pt x="23676" y="57280"/>
                </a:cubicBezTo>
                <a:moveTo>
                  <a:pt x="20621" y="31573"/>
                </a:moveTo>
                <a:cubicBezTo>
                  <a:pt x="20621" y="37405"/>
                  <a:pt x="22516" y="42173"/>
                  <a:pt x="26307" y="45875"/>
                </a:cubicBezTo>
                <a:cubicBezTo>
                  <a:pt x="30097" y="49575"/>
                  <a:pt x="35019" y="51425"/>
                  <a:pt x="41072" y="51425"/>
                </a:cubicBezTo>
                <a:cubicBezTo>
                  <a:pt x="46956" y="51425"/>
                  <a:pt x="51779" y="49588"/>
                  <a:pt x="55541" y="45914"/>
                </a:cubicBezTo>
                <a:cubicBezTo>
                  <a:pt x="59303" y="42241"/>
                  <a:pt x="61184" y="37741"/>
                  <a:pt x="61184" y="32414"/>
                </a:cubicBezTo>
                <a:cubicBezTo>
                  <a:pt x="61184" y="26861"/>
                  <a:pt x="59246" y="22192"/>
                  <a:pt x="55371" y="18407"/>
                </a:cubicBezTo>
                <a:cubicBezTo>
                  <a:pt x="51496" y="14622"/>
                  <a:pt x="46673" y="12729"/>
                  <a:pt x="40902" y="12729"/>
                </a:cubicBezTo>
                <a:cubicBezTo>
                  <a:pt x="35075" y="12729"/>
                  <a:pt x="30238" y="14580"/>
                  <a:pt x="26391" y="18282"/>
                </a:cubicBezTo>
                <a:cubicBezTo>
                  <a:pt x="22544" y="21982"/>
                  <a:pt x="20621" y="26413"/>
                  <a:pt x="20621" y="31573"/>
                </a:cubicBezTo>
                <a:moveTo>
                  <a:pt x="15699" y="88806"/>
                </a:moveTo>
                <a:cubicBezTo>
                  <a:pt x="15699" y="93155"/>
                  <a:pt x="16732" y="97362"/>
                  <a:pt x="18796" y="101429"/>
                </a:cubicBezTo>
                <a:cubicBezTo>
                  <a:pt x="20861" y="105495"/>
                  <a:pt x="23930" y="108644"/>
                  <a:pt x="28004" y="110875"/>
                </a:cubicBezTo>
                <a:cubicBezTo>
                  <a:pt x="32077" y="113106"/>
                  <a:pt x="36461" y="114221"/>
                  <a:pt x="41157" y="114221"/>
                </a:cubicBezTo>
                <a:cubicBezTo>
                  <a:pt x="48455" y="114221"/>
                  <a:pt x="54480" y="111878"/>
                  <a:pt x="59232" y="107191"/>
                </a:cubicBezTo>
                <a:cubicBezTo>
                  <a:pt x="63984" y="102503"/>
                  <a:pt x="66360" y="96544"/>
                  <a:pt x="66360" y="89315"/>
                </a:cubicBezTo>
                <a:cubicBezTo>
                  <a:pt x="66360" y="81973"/>
                  <a:pt x="63914" y="75902"/>
                  <a:pt x="59020" y="71102"/>
                </a:cubicBezTo>
                <a:cubicBezTo>
                  <a:pt x="54126" y="66300"/>
                  <a:pt x="48002" y="63899"/>
                  <a:pt x="40648" y="63899"/>
                </a:cubicBezTo>
                <a:cubicBezTo>
                  <a:pt x="33463" y="63899"/>
                  <a:pt x="27509" y="66272"/>
                  <a:pt x="22785" y="71017"/>
                </a:cubicBezTo>
                <a:cubicBezTo>
                  <a:pt x="18061" y="75760"/>
                  <a:pt x="15699" y="81690"/>
                  <a:pt x="15699" y="8880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9B2CFB-D6C1-4EFF-8685-10D66191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7924150"/>
            <a:ext cx="160424" cy="160424"/>
          </a:xfrm>
          <a:custGeom xmlns:a="http://schemas.openxmlformats.org/drawingml/2006/main">
            <a:pathLst>
              <a:path w="160424" h="160424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55F5F4-7B4F-4268-AACD-B7A58CBD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90" y="7924150"/>
            <a:ext cx="160424" cy="160424"/>
          </a:xfrm>
          <a:custGeom xmlns:a="http://schemas.openxmlformats.org/drawingml/2006/main">
            <a:pathLst>
              <a:path w="160424" h="160424" fill="none">
                <a:moveTo>
                  <a:pt x="0" y="0"/>
                </a:moveTo>
                <a:lnTo>
                  <a:pt x="160424" y="0"/>
                </a:lnTo>
                <a:lnTo>
                  <a:pt x="160424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81" name="Text 9">
            <a:extLst xmlns:a="http://schemas.openxmlformats.org/drawingml/2006/main">
              <a:ext uri="{FF2B5EF4-FFF2-40B4-BE49-F238E27FC236}">
                <a16:creationId xmlns:a16="http://schemas.microsoft.com/office/drawing/2014/main" id="{865F78BF-6760-4B92-B481-3331CE85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570" y="7939607"/>
            <a:ext cx="81805" cy="126950"/>
          </a:xfrm>
          <a:custGeom xmlns:a="http://schemas.openxmlformats.org/drawingml/2006/main">
            <a:pathLst>
              <a:path w="81805" h="126950">
                <a:moveTo>
                  <a:pt x="2291" y="95900"/>
                </a:moveTo>
                <a:lnTo>
                  <a:pt x="16972" y="94534"/>
                </a:lnTo>
                <a:cubicBezTo>
                  <a:pt x="18217" y="101436"/>
                  <a:pt x="20593" y="106442"/>
                  <a:pt x="24100" y="109554"/>
                </a:cubicBezTo>
                <a:cubicBezTo>
                  <a:pt x="27608" y="112666"/>
                  <a:pt x="32105" y="114221"/>
                  <a:pt x="37593" y="114221"/>
                </a:cubicBezTo>
                <a:cubicBezTo>
                  <a:pt x="42288" y="114221"/>
                  <a:pt x="46404" y="113146"/>
                  <a:pt x="49940" y="110997"/>
                </a:cubicBezTo>
                <a:cubicBezTo>
                  <a:pt x="53476" y="108847"/>
                  <a:pt x="56375" y="105976"/>
                  <a:pt x="58638" y="102383"/>
                </a:cubicBezTo>
                <a:cubicBezTo>
                  <a:pt x="60901" y="98791"/>
                  <a:pt x="62796" y="93940"/>
                  <a:pt x="64324" y="87830"/>
                </a:cubicBezTo>
                <a:cubicBezTo>
                  <a:pt x="65851" y="81720"/>
                  <a:pt x="66615" y="75497"/>
                  <a:pt x="66615" y="69161"/>
                </a:cubicBezTo>
                <a:cubicBezTo>
                  <a:pt x="66615" y="68482"/>
                  <a:pt x="66587" y="67464"/>
                  <a:pt x="66530" y="66106"/>
                </a:cubicBezTo>
                <a:cubicBezTo>
                  <a:pt x="63475" y="70971"/>
                  <a:pt x="59303" y="74917"/>
                  <a:pt x="54013" y="77944"/>
                </a:cubicBezTo>
                <a:cubicBezTo>
                  <a:pt x="48724" y="80970"/>
                  <a:pt x="42996" y="82484"/>
                  <a:pt x="36829" y="82484"/>
                </a:cubicBezTo>
                <a:cubicBezTo>
                  <a:pt x="26533" y="82484"/>
                  <a:pt x="17821" y="78761"/>
                  <a:pt x="10692" y="71317"/>
                </a:cubicBezTo>
                <a:cubicBezTo>
                  <a:pt x="3564" y="63872"/>
                  <a:pt x="0" y="54058"/>
                  <a:pt x="0" y="41876"/>
                </a:cubicBezTo>
                <a:cubicBezTo>
                  <a:pt x="0" y="29299"/>
                  <a:pt x="3720" y="19176"/>
                  <a:pt x="11159" y="11506"/>
                </a:cubicBezTo>
                <a:cubicBezTo>
                  <a:pt x="18598" y="3835"/>
                  <a:pt x="27919" y="0"/>
                  <a:pt x="39120" y="0"/>
                </a:cubicBezTo>
                <a:cubicBezTo>
                  <a:pt x="47210" y="0"/>
                  <a:pt x="54607" y="2177"/>
                  <a:pt x="61311" y="6532"/>
                </a:cubicBezTo>
                <a:cubicBezTo>
                  <a:pt x="68015" y="10884"/>
                  <a:pt x="73107" y="17089"/>
                  <a:pt x="76586" y="25145"/>
                </a:cubicBezTo>
                <a:cubicBezTo>
                  <a:pt x="80065" y="33201"/>
                  <a:pt x="81805" y="44862"/>
                  <a:pt x="81805" y="60126"/>
                </a:cubicBezTo>
                <a:cubicBezTo>
                  <a:pt x="81805" y="76012"/>
                  <a:pt x="80079" y="88663"/>
                  <a:pt x="76628" y="98077"/>
                </a:cubicBezTo>
                <a:cubicBezTo>
                  <a:pt x="73177" y="107489"/>
                  <a:pt x="68043" y="114654"/>
                  <a:pt x="61226" y="119573"/>
                </a:cubicBezTo>
                <a:cubicBezTo>
                  <a:pt x="54409" y="124491"/>
                  <a:pt x="46418" y="126950"/>
                  <a:pt x="37253" y="126950"/>
                </a:cubicBezTo>
                <a:cubicBezTo>
                  <a:pt x="27523" y="126950"/>
                  <a:pt x="19574" y="124235"/>
                  <a:pt x="13408" y="118804"/>
                </a:cubicBezTo>
                <a:cubicBezTo>
                  <a:pt x="7241" y="113373"/>
                  <a:pt x="3536" y="105738"/>
                  <a:pt x="2291" y="95900"/>
                </a:cubicBezTo>
                <a:moveTo>
                  <a:pt x="64833" y="41154"/>
                </a:moveTo>
                <a:cubicBezTo>
                  <a:pt x="64833" y="32439"/>
                  <a:pt x="62499" y="25522"/>
                  <a:pt x="57832" y="20406"/>
                </a:cubicBezTo>
                <a:cubicBezTo>
                  <a:pt x="53165" y="15288"/>
                  <a:pt x="47550" y="12729"/>
                  <a:pt x="40987" y="12729"/>
                </a:cubicBezTo>
                <a:cubicBezTo>
                  <a:pt x="34199" y="12729"/>
                  <a:pt x="28287" y="15484"/>
                  <a:pt x="23252" y="20995"/>
                </a:cubicBezTo>
                <a:cubicBezTo>
                  <a:pt x="18217" y="26505"/>
                  <a:pt x="15699" y="33647"/>
                  <a:pt x="15699" y="42419"/>
                </a:cubicBezTo>
                <a:cubicBezTo>
                  <a:pt x="15699" y="50294"/>
                  <a:pt x="18089" y="56691"/>
                  <a:pt x="22870" y="61611"/>
                </a:cubicBezTo>
                <a:cubicBezTo>
                  <a:pt x="27650" y="66531"/>
                  <a:pt x="33548" y="68991"/>
                  <a:pt x="40563" y="68991"/>
                </a:cubicBezTo>
                <a:cubicBezTo>
                  <a:pt x="47635" y="68991"/>
                  <a:pt x="53448" y="66531"/>
                  <a:pt x="58002" y="61611"/>
                </a:cubicBezTo>
                <a:cubicBezTo>
                  <a:pt x="62556" y="56691"/>
                  <a:pt x="64833" y="49872"/>
                  <a:pt x="64833" y="4115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934C5-6EAD-4439-9799-80804CCF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553" y="8846589"/>
            <a:ext cx="187162" cy="160424"/>
          </a:xfrm>
          <a:custGeom xmlns:a="http://schemas.openxmlformats.org/drawingml/2006/main">
            <a:pathLst>
              <a:path w="187162" h="160424">
                <a:moveTo>
                  <a:pt x="0" y="0"/>
                </a:moveTo>
                <a:lnTo>
                  <a:pt x="187162" y="0"/>
                </a:lnTo>
                <a:lnTo>
                  <a:pt x="187162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D34589-120A-45F4-B011-A681A2FC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5553" y="8846589"/>
            <a:ext cx="187162" cy="160424"/>
          </a:xfrm>
          <a:custGeom xmlns:a="http://schemas.openxmlformats.org/drawingml/2006/main">
            <a:pathLst>
              <a:path w="187162" h="160424" fill="none">
                <a:moveTo>
                  <a:pt x="0" y="0"/>
                </a:moveTo>
                <a:lnTo>
                  <a:pt x="187162" y="0"/>
                </a:lnTo>
                <a:lnTo>
                  <a:pt x="187162" y="160424"/>
                </a:lnTo>
                <a:lnTo>
                  <a:pt x="0" y="1604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369" cap="flat">
            <a:solidFill>
              <a:srgbClr val="000000"/>
            </a:solidFill>
            <a:miter/>
          </a:ln>
        </p:spPr>
      </p:sp>
      <p:sp>
        <p:nvSpPr>
          <p:cNvPr id="484" name="Text 10">
            <a:extLst xmlns:a="http://schemas.openxmlformats.org/drawingml/2006/main">
              <a:ext uri="{FF2B5EF4-FFF2-40B4-BE49-F238E27FC236}">
                <a16:creationId xmlns:a16="http://schemas.microsoft.com/office/drawing/2014/main" id="{D65E567E-5589-4168-9759-23FE7B5F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975" y="8862046"/>
            <a:ext cx="166044" cy="126950"/>
          </a:xfrm>
          <a:custGeom xmlns:a="http://schemas.openxmlformats.org/drawingml/2006/main">
            <a:pathLst>
              <a:path w="166044" h="126950">
                <a:moveTo>
                  <a:pt x="45824" y="124914"/>
                </a:moveTo>
                <a:lnTo>
                  <a:pt x="30550" y="124914"/>
                </a:lnTo>
                <a:lnTo>
                  <a:pt x="30550" y="27579"/>
                </a:lnTo>
                <a:cubicBezTo>
                  <a:pt x="26872" y="31087"/>
                  <a:pt x="22049" y="34595"/>
                  <a:pt x="16081" y="38102"/>
                </a:cubicBezTo>
                <a:cubicBezTo>
                  <a:pt x="10112" y="41610"/>
                  <a:pt x="4752" y="44240"/>
                  <a:pt x="0" y="45994"/>
                </a:cubicBezTo>
                <a:lnTo>
                  <a:pt x="0" y="31228"/>
                </a:lnTo>
                <a:cubicBezTo>
                  <a:pt x="8543" y="27212"/>
                  <a:pt x="16010" y="22346"/>
                  <a:pt x="22403" y="16633"/>
                </a:cubicBezTo>
                <a:cubicBezTo>
                  <a:pt x="28796" y="10919"/>
                  <a:pt x="33322" y="5374"/>
                  <a:pt x="35981" y="0"/>
                </a:cubicBezTo>
                <a:lnTo>
                  <a:pt x="45824" y="0"/>
                </a:lnTo>
                <a:lnTo>
                  <a:pt x="45824" y="124914"/>
                </a:lnTo>
                <a:close/>
                <a:moveTo>
                  <a:pt x="84918" y="63518"/>
                </a:moveTo>
                <a:cubicBezTo>
                  <a:pt x="84918" y="48819"/>
                  <a:pt x="86431" y="36989"/>
                  <a:pt x="89458" y="28028"/>
                </a:cubicBezTo>
                <a:cubicBezTo>
                  <a:pt x="92485" y="19066"/>
                  <a:pt x="96982" y="12154"/>
                  <a:pt x="102951" y="7293"/>
                </a:cubicBezTo>
                <a:cubicBezTo>
                  <a:pt x="108919" y="2431"/>
                  <a:pt x="116429" y="0"/>
                  <a:pt x="125481" y="0"/>
                </a:cubicBezTo>
                <a:cubicBezTo>
                  <a:pt x="132156" y="0"/>
                  <a:pt x="138012" y="1343"/>
                  <a:pt x="143047" y="4028"/>
                </a:cubicBezTo>
                <a:cubicBezTo>
                  <a:pt x="148082" y="6714"/>
                  <a:pt x="152240" y="10586"/>
                  <a:pt x="155521" y="15646"/>
                </a:cubicBezTo>
                <a:cubicBezTo>
                  <a:pt x="158802" y="20706"/>
                  <a:pt x="161377" y="26869"/>
                  <a:pt x="163243" y="34135"/>
                </a:cubicBezTo>
                <a:cubicBezTo>
                  <a:pt x="165110" y="41399"/>
                  <a:pt x="166044" y="51193"/>
                  <a:pt x="166044" y="63518"/>
                </a:cubicBezTo>
                <a:cubicBezTo>
                  <a:pt x="166044" y="78103"/>
                  <a:pt x="164545" y="89876"/>
                  <a:pt x="161546" y="98838"/>
                </a:cubicBezTo>
                <a:cubicBezTo>
                  <a:pt x="158548" y="107799"/>
                  <a:pt x="154064" y="114725"/>
                  <a:pt x="148096" y="119615"/>
                </a:cubicBezTo>
                <a:cubicBezTo>
                  <a:pt x="142128" y="124505"/>
                  <a:pt x="134589" y="126950"/>
                  <a:pt x="125481" y="126950"/>
                </a:cubicBezTo>
                <a:cubicBezTo>
                  <a:pt x="113487" y="126950"/>
                  <a:pt x="104068" y="122653"/>
                  <a:pt x="97223" y="114060"/>
                </a:cubicBezTo>
                <a:cubicBezTo>
                  <a:pt x="89019" y="103714"/>
                  <a:pt x="84918" y="86866"/>
                  <a:pt x="84918" y="63518"/>
                </a:cubicBezTo>
                <a:moveTo>
                  <a:pt x="100617" y="63475"/>
                </a:moveTo>
                <a:cubicBezTo>
                  <a:pt x="100617" y="83829"/>
                  <a:pt x="103007" y="97376"/>
                  <a:pt x="107788" y="104115"/>
                </a:cubicBezTo>
                <a:cubicBezTo>
                  <a:pt x="112568" y="110853"/>
                  <a:pt x="118466" y="114221"/>
                  <a:pt x="125481" y="114221"/>
                </a:cubicBezTo>
                <a:cubicBezTo>
                  <a:pt x="132496" y="114221"/>
                  <a:pt x="138394" y="110838"/>
                  <a:pt x="143174" y="104073"/>
                </a:cubicBezTo>
                <a:cubicBezTo>
                  <a:pt x="147955" y="97307"/>
                  <a:pt x="150345" y="83774"/>
                  <a:pt x="150345" y="63475"/>
                </a:cubicBezTo>
                <a:cubicBezTo>
                  <a:pt x="150345" y="43065"/>
                  <a:pt x="147955" y="29505"/>
                  <a:pt x="143174" y="22795"/>
                </a:cubicBezTo>
                <a:cubicBezTo>
                  <a:pt x="138394" y="16084"/>
                  <a:pt x="132439" y="12729"/>
                  <a:pt x="125311" y="12729"/>
                </a:cubicBezTo>
                <a:cubicBezTo>
                  <a:pt x="118296" y="12729"/>
                  <a:pt x="112695" y="15689"/>
                  <a:pt x="108509" y="21610"/>
                </a:cubicBezTo>
                <a:cubicBezTo>
                  <a:pt x="103248" y="29166"/>
                  <a:pt x="100617" y="43121"/>
                  <a:pt x="100617" y="6347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955314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2026-09-05T17:01:01.5410000Z</dcterms:created>
  <dcterms:modified xsi:type="dcterms:W3CDTF">2026-09-05T17:01:01.5410000Z</dcterms:modified>
</coreProperties>
</file>